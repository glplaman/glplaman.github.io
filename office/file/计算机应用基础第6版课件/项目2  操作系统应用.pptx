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3.xml" ContentType="application/vnd.openxmlformats-officedocument.theme+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notesSlides/notesSlide4.xml" ContentType="application/vnd.openxmlformats-officedocument.presentationml.notesSlide+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notesSlides/notesSlide5.xml" ContentType="application/vnd.openxmlformats-officedocument.presentationml.notesSlide+xml"/>
  <Override PartName="/ppt/tags/tag916.xml" ContentType="application/vnd.openxmlformats-officedocument.presentationml.tags+xml"/>
  <Override PartName="/ppt/tags/tag917.xml" ContentType="application/vnd.openxmlformats-officedocument.presentationml.tags+xml"/>
  <Override PartName="/ppt/tags/tag918.xml" ContentType="application/vnd.openxmlformats-officedocument.presentationml.tags+xml"/>
  <Override PartName="/ppt/tags/tag919.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tags/tag922.xml" ContentType="application/vnd.openxmlformats-officedocument.presentationml.tags+xml"/>
  <Override PartName="/ppt/tags/tag923.xml" ContentType="application/vnd.openxmlformats-officedocument.presentationml.tags+xml"/>
  <Override PartName="/ppt/notesSlides/notesSlide6.xml" ContentType="application/vnd.openxmlformats-officedocument.presentationml.notesSlide+xml"/>
  <Override PartName="/ppt/tags/tag924.xml" ContentType="application/vnd.openxmlformats-officedocument.presentationml.tags+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tags/tag929.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tags/tag932.xml" ContentType="application/vnd.openxmlformats-officedocument.presentationml.tags+xml"/>
  <Override PartName="/ppt/tags/tag933.xml" ContentType="application/vnd.openxmlformats-officedocument.presentationml.tags+xml"/>
  <Override PartName="/ppt/tags/tag934.xml" ContentType="application/vnd.openxmlformats-officedocument.presentationml.tags+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tags/tag938.xml" ContentType="application/vnd.openxmlformats-officedocument.presentationml.tags+xml"/>
  <Override PartName="/ppt/tags/tag939.xml" ContentType="application/vnd.openxmlformats-officedocument.presentationml.tags+xml"/>
  <Override PartName="/ppt/tags/tag940.xml" ContentType="application/vnd.openxmlformats-officedocument.presentationml.tags+xml"/>
  <Override PartName="/ppt/tags/tag941.xml" ContentType="application/vnd.openxmlformats-officedocument.presentationml.tags+xml"/>
  <Override PartName="/ppt/tags/tag942.xml" ContentType="application/vnd.openxmlformats-officedocument.presentationml.tags+xml"/>
  <Override PartName="/ppt/tags/tag943.xml" ContentType="application/vnd.openxmlformats-officedocument.presentationml.tags+xml"/>
  <Override PartName="/ppt/tags/tag944.xml" ContentType="application/vnd.openxmlformats-officedocument.presentationml.tags+xml"/>
  <Override PartName="/ppt/tags/tag945.xml" ContentType="application/vnd.openxmlformats-officedocument.presentationml.tags+xml"/>
  <Override PartName="/ppt/tags/tag946.xml" ContentType="application/vnd.openxmlformats-officedocument.presentationml.tags+xml"/>
  <Override PartName="/ppt/tags/tag947.xml" ContentType="application/vnd.openxmlformats-officedocument.presentationml.tags+xml"/>
  <Override PartName="/ppt/tags/tag948.xml" ContentType="application/vnd.openxmlformats-officedocument.presentationml.tags+xml"/>
  <Override PartName="/ppt/notesSlides/notesSlide7.xml" ContentType="application/vnd.openxmlformats-officedocument.presentationml.notesSlide+xml"/>
  <Override PartName="/ppt/tags/tag949.xml" ContentType="application/vnd.openxmlformats-officedocument.presentationml.tags+xml"/>
  <Override PartName="/ppt/tags/tag950.xml" ContentType="application/vnd.openxmlformats-officedocument.presentationml.tags+xml"/>
  <Override PartName="/ppt/tags/tag951.xml" ContentType="application/vnd.openxmlformats-officedocument.presentationml.tags+xml"/>
  <Override PartName="/ppt/tags/tag952.xml" ContentType="application/vnd.openxmlformats-officedocument.presentationml.tags+xml"/>
  <Override PartName="/ppt/tags/tag953.xml" ContentType="application/vnd.openxmlformats-officedocument.presentationml.tags+xml"/>
  <Override PartName="/ppt/tags/tag954.xml" ContentType="application/vnd.openxmlformats-officedocument.presentationml.tags+xml"/>
  <Override PartName="/ppt/tags/tag955.xml" ContentType="application/vnd.openxmlformats-officedocument.presentationml.tags+xml"/>
  <Override PartName="/ppt/tags/tag956.xml" ContentType="application/vnd.openxmlformats-officedocument.presentationml.tags+xml"/>
  <Override PartName="/ppt/notesSlides/notesSlide8.xml" ContentType="application/vnd.openxmlformats-officedocument.presentationml.notesSlide+xml"/>
  <Override PartName="/ppt/tags/tag957.xml" ContentType="application/vnd.openxmlformats-officedocument.presentationml.tags+xml"/>
  <Override PartName="/ppt/tags/tag958.xml" ContentType="application/vnd.openxmlformats-officedocument.presentationml.tags+xml"/>
  <Override PartName="/ppt/tags/tag959.xml" ContentType="application/vnd.openxmlformats-officedocument.presentationml.tags+xml"/>
  <Override PartName="/ppt/tags/tag960.xml" ContentType="application/vnd.openxmlformats-officedocument.presentationml.tags+xml"/>
  <Override PartName="/ppt/tags/tag961.xml" ContentType="application/vnd.openxmlformats-officedocument.presentationml.tags+xml"/>
  <Override PartName="/ppt/tags/tag962.xml" ContentType="application/vnd.openxmlformats-officedocument.presentationml.tags+xml"/>
  <Override PartName="/ppt/tags/tag963.xml" ContentType="application/vnd.openxmlformats-officedocument.presentationml.tags+xml"/>
  <Override PartName="/ppt/tags/tag964.xml" ContentType="application/vnd.openxmlformats-officedocument.presentationml.tags+xml"/>
  <Override PartName="/ppt/tags/tag965.xml" ContentType="application/vnd.openxmlformats-officedocument.presentationml.tags+xml"/>
  <Override PartName="/ppt/tags/tag966.xml" ContentType="application/vnd.openxmlformats-officedocument.presentationml.tags+xml"/>
  <Override PartName="/ppt/notesSlides/notesSlide9.xml" ContentType="application/vnd.openxmlformats-officedocument.presentationml.notesSlide+xml"/>
  <Override PartName="/ppt/tags/tag967.xml" ContentType="application/vnd.openxmlformats-officedocument.presentationml.tags+xml"/>
  <Override PartName="/ppt/tags/tag968.xml" ContentType="application/vnd.openxmlformats-officedocument.presentationml.tags+xml"/>
  <Override PartName="/ppt/tags/tag969.xml" ContentType="application/vnd.openxmlformats-officedocument.presentationml.tags+xml"/>
  <Override PartName="/ppt/tags/tag970.xml" ContentType="application/vnd.openxmlformats-officedocument.presentationml.tags+xml"/>
  <Override PartName="/ppt/tags/tag971.xml" ContentType="application/vnd.openxmlformats-officedocument.presentationml.tags+xml"/>
  <Override PartName="/ppt/tags/tag972.xml" ContentType="application/vnd.openxmlformats-officedocument.presentationml.tags+xml"/>
  <Override PartName="/ppt/tags/tag973.xml" ContentType="application/vnd.openxmlformats-officedocument.presentationml.tags+xml"/>
  <Override PartName="/ppt/notesSlides/notesSlide10.xml" ContentType="application/vnd.openxmlformats-officedocument.presentationml.notesSlide+xml"/>
  <Override PartName="/ppt/tags/tag974.xml" ContentType="application/vnd.openxmlformats-officedocument.presentationml.tags+xml"/>
  <Override PartName="/ppt/tags/tag975.xml" ContentType="application/vnd.openxmlformats-officedocument.presentationml.tags+xml"/>
  <Override PartName="/ppt/tags/tag976.xml" ContentType="application/vnd.openxmlformats-officedocument.presentationml.tags+xml"/>
  <Override PartName="/ppt/tags/tag977.xml" ContentType="application/vnd.openxmlformats-officedocument.presentationml.tags+xml"/>
  <Override PartName="/ppt/tags/tag978.xml" ContentType="application/vnd.openxmlformats-officedocument.presentationml.tags+xml"/>
  <Override PartName="/ppt/tags/tag979.xml" ContentType="application/vnd.openxmlformats-officedocument.presentationml.tags+xml"/>
  <Override PartName="/ppt/tags/tag980.xml" ContentType="application/vnd.openxmlformats-officedocument.presentationml.tags+xml"/>
  <Override PartName="/ppt/tags/tag981.xml" ContentType="application/vnd.openxmlformats-officedocument.presentationml.tags+xml"/>
  <Override PartName="/ppt/tags/tag982.xml" ContentType="application/vnd.openxmlformats-officedocument.presentationml.tags+xml"/>
  <Override PartName="/ppt/tags/tag983.xml" ContentType="application/vnd.openxmlformats-officedocument.presentationml.tags+xml"/>
  <Override PartName="/ppt/tags/tag984.xml" ContentType="application/vnd.openxmlformats-officedocument.presentationml.tags+xml"/>
  <Override PartName="/ppt/notesSlides/notesSlide11.xml" ContentType="application/vnd.openxmlformats-officedocument.presentationml.notesSlide+xml"/>
  <Override PartName="/ppt/tags/tag985.xml" ContentType="application/vnd.openxmlformats-officedocument.presentationml.tags+xml"/>
  <Override PartName="/ppt/tags/tag986.xml" ContentType="application/vnd.openxmlformats-officedocument.presentationml.tags+xml"/>
  <Override PartName="/ppt/tags/tag987.xml" ContentType="application/vnd.openxmlformats-officedocument.presentationml.tags+xml"/>
  <Override PartName="/ppt/tags/tag988.xml" ContentType="application/vnd.openxmlformats-officedocument.presentationml.tags+xml"/>
  <Override PartName="/ppt/tags/tag989.xml" ContentType="application/vnd.openxmlformats-officedocument.presentationml.tags+xml"/>
  <Override PartName="/ppt/tags/tag990.xml" ContentType="application/vnd.openxmlformats-officedocument.presentationml.tags+xml"/>
  <Override PartName="/ppt/tags/tag991.xml" ContentType="application/vnd.openxmlformats-officedocument.presentationml.tags+xml"/>
  <Override PartName="/ppt/tags/tag992.xml" ContentType="application/vnd.openxmlformats-officedocument.presentationml.tags+xml"/>
  <Override PartName="/ppt/tags/tag993.xml" ContentType="application/vnd.openxmlformats-officedocument.presentationml.tags+xml"/>
  <Override PartName="/ppt/tags/tag994.xml" ContentType="application/vnd.openxmlformats-officedocument.presentationml.tags+xml"/>
  <Override PartName="/ppt/tags/tag995.xml" ContentType="application/vnd.openxmlformats-officedocument.presentationml.tags+xml"/>
  <Override PartName="/ppt/tags/tag996.xml" ContentType="application/vnd.openxmlformats-officedocument.presentationml.tags+xml"/>
  <Override PartName="/ppt/tags/tag997.xml" ContentType="application/vnd.openxmlformats-officedocument.presentationml.tags+xml"/>
  <Override PartName="/ppt/tags/tag998.xml" ContentType="application/vnd.openxmlformats-officedocument.presentationml.tags+xml"/>
  <Override PartName="/ppt/tags/tag999.xml" ContentType="application/vnd.openxmlformats-officedocument.presentationml.tags+xml"/>
  <Override PartName="/ppt/tags/tag1000.xml" ContentType="application/vnd.openxmlformats-officedocument.presentationml.tags+xml"/>
  <Override PartName="/ppt/tags/tag1001.xml" ContentType="application/vnd.openxmlformats-officedocument.presentationml.tags+xml"/>
  <Override PartName="/ppt/tags/tag1002.xml" ContentType="application/vnd.openxmlformats-officedocument.presentationml.tags+xml"/>
  <Override PartName="/ppt/tags/tag1003.xml" ContentType="application/vnd.openxmlformats-officedocument.presentationml.tags+xml"/>
  <Override PartName="/ppt/tags/tag1004.xml" ContentType="application/vnd.openxmlformats-officedocument.presentationml.tags+xml"/>
  <Override PartName="/ppt/tags/tag1005.xml" ContentType="application/vnd.openxmlformats-officedocument.presentationml.tags+xml"/>
  <Override PartName="/ppt/tags/tag1006.xml" ContentType="application/vnd.openxmlformats-officedocument.presentationml.tags+xml"/>
  <Override PartName="/ppt/tags/tag1007.xml" ContentType="application/vnd.openxmlformats-officedocument.presentationml.tags+xml"/>
  <Override PartName="/ppt/tags/tag1008.xml" ContentType="application/vnd.openxmlformats-officedocument.presentationml.tags+xml"/>
  <Override PartName="/ppt/tags/tag1009.xml" ContentType="application/vnd.openxmlformats-officedocument.presentationml.tags+xml"/>
  <Override PartName="/ppt/tags/tag1010.xml" ContentType="application/vnd.openxmlformats-officedocument.presentationml.tags+xml"/>
  <Override PartName="/ppt/tags/tag1011.xml" ContentType="application/vnd.openxmlformats-officedocument.presentationml.tags+xml"/>
  <Override PartName="/ppt/tags/tag1012.xml" ContentType="application/vnd.openxmlformats-officedocument.presentationml.tags+xml"/>
  <Override PartName="/ppt/tags/tag1013.xml" ContentType="application/vnd.openxmlformats-officedocument.presentationml.tags+xml"/>
  <Override PartName="/ppt/tags/tag1014.xml" ContentType="application/vnd.openxmlformats-officedocument.presentationml.tags+xml"/>
  <Override PartName="/ppt/tags/tag1015.xml" ContentType="application/vnd.openxmlformats-officedocument.presentationml.tags+xml"/>
  <Override PartName="/ppt/tags/tag1016.xml" ContentType="application/vnd.openxmlformats-officedocument.presentationml.tags+xml"/>
  <Override PartName="/ppt/tags/tag1017.xml" ContentType="application/vnd.openxmlformats-officedocument.presentationml.tags+xml"/>
  <Override PartName="/ppt/tags/tag1018.xml" ContentType="application/vnd.openxmlformats-officedocument.presentationml.tags+xml"/>
  <Override PartName="/ppt/tags/tag1019.xml" ContentType="application/vnd.openxmlformats-officedocument.presentationml.tags+xml"/>
  <Override PartName="/ppt/tags/tag1020.xml" ContentType="application/vnd.openxmlformats-officedocument.presentationml.tags+xml"/>
  <Override PartName="/ppt/tags/tag1021.xml" ContentType="application/vnd.openxmlformats-officedocument.presentationml.tags+xml"/>
  <Override PartName="/ppt/tags/tag1022.xml" ContentType="application/vnd.openxmlformats-officedocument.presentationml.tags+xml"/>
  <Override PartName="/ppt/tags/tag1023.xml" ContentType="application/vnd.openxmlformats-officedocument.presentationml.tags+xml"/>
  <Override PartName="/ppt/tags/tag1024.xml" ContentType="application/vnd.openxmlformats-officedocument.presentationml.tags+xml"/>
  <Override PartName="/ppt/tags/tag1025.xml" ContentType="application/vnd.openxmlformats-officedocument.presentationml.tags+xml"/>
  <Override PartName="/ppt/tags/tag1026.xml" ContentType="application/vnd.openxmlformats-officedocument.presentationml.tags+xml"/>
  <Override PartName="/ppt/tags/tag1027.xml" ContentType="application/vnd.openxmlformats-officedocument.presentationml.tags+xml"/>
  <Override PartName="/ppt/tags/tag1028.xml" ContentType="application/vnd.openxmlformats-officedocument.presentationml.tags+xml"/>
  <Override PartName="/ppt/tags/tag1029.xml" ContentType="application/vnd.openxmlformats-officedocument.presentationml.tags+xml"/>
  <Override PartName="/ppt/tags/tag1030.xml" ContentType="application/vnd.openxmlformats-officedocument.presentationml.tags+xml"/>
  <Override PartName="/ppt/tags/tag1031.xml" ContentType="application/vnd.openxmlformats-officedocument.presentationml.tags+xml"/>
  <Override PartName="/ppt/tags/tag1032.xml" ContentType="application/vnd.openxmlformats-officedocument.presentationml.tags+xml"/>
  <Override PartName="/ppt/tags/tag1033.xml" ContentType="application/vnd.openxmlformats-officedocument.presentationml.tags+xml"/>
  <Override PartName="/ppt/tags/tag1034.xml" ContentType="application/vnd.openxmlformats-officedocument.presentationml.tags+xml"/>
  <Override PartName="/ppt/tags/tag1035.xml" ContentType="application/vnd.openxmlformats-officedocument.presentationml.tags+xml"/>
  <Override PartName="/ppt/tags/tag1036.xml" ContentType="application/vnd.openxmlformats-officedocument.presentationml.tags+xml"/>
  <Override PartName="/ppt/tags/tag1037.xml" ContentType="application/vnd.openxmlformats-officedocument.presentationml.tags+xml"/>
  <Override PartName="/ppt/tags/tag1038.xml" ContentType="application/vnd.openxmlformats-officedocument.presentationml.tags+xml"/>
  <Override PartName="/ppt/tags/tag1039.xml" ContentType="application/vnd.openxmlformats-officedocument.presentationml.tags+xml"/>
  <Override PartName="/ppt/tags/tag1040.xml" ContentType="application/vnd.openxmlformats-officedocument.presentationml.tags+xml"/>
  <Override PartName="/ppt/tags/tag1041.xml" ContentType="application/vnd.openxmlformats-officedocument.presentationml.tags+xml"/>
  <Override PartName="/ppt/tags/tag1042.xml" ContentType="application/vnd.openxmlformats-officedocument.presentationml.tags+xml"/>
  <Override PartName="/ppt/tags/tag1043.xml" ContentType="application/vnd.openxmlformats-officedocument.presentationml.tags+xml"/>
  <Override PartName="/ppt/tags/tag1044.xml" ContentType="application/vnd.openxmlformats-officedocument.presentationml.tags+xml"/>
  <Override PartName="/ppt/tags/tag1045.xml" ContentType="application/vnd.openxmlformats-officedocument.presentationml.tags+xml"/>
  <Override PartName="/ppt/tags/tag1046.xml" ContentType="application/vnd.openxmlformats-officedocument.presentationml.tags+xml"/>
  <Override PartName="/ppt/tags/tag1047.xml" ContentType="application/vnd.openxmlformats-officedocument.presentationml.tags+xml"/>
  <Override PartName="/ppt/tags/tag1048.xml" ContentType="application/vnd.openxmlformats-officedocument.presentationml.tags+xml"/>
  <Override PartName="/ppt/tags/tag1049.xml" ContentType="application/vnd.openxmlformats-officedocument.presentationml.tags+xml"/>
  <Override PartName="/ppt/tags/tag1050.xml" ContentType="application/vnd.openxmlformats-officedocument.presentationml.tags+xml"/>
  <Override PartName="/ppt/tags/tag1051.xml" ContentType="application/vnd.openxmlformats-officedocument.presentationml.tags+xml"/>
  <Override PartName="/ppt/tags/tag1052.xml" ContentType="application/vnd.openxmlformats-officedocument.presentationml.tags+xml"/>
  <Override PartName="/ppt/tags/tag1053.xml" ContentType="application/vnd.openxmlformats-officedocument.presentationml.tags+xml"/>
  <Override PartName="/ppt/tags/tag1054.xml" ContentType="application/vnd.openxmlformats-officedocument.presentationml.tags+xml"/>
  <Override PartName="/ppt/tags/tag1055.xml" ContentType="application/vnd.openxmlformats-officedocument.presentationml.tags+xml"/>
  <Override PartName="/ppt/tags/tag1056.xml" ContentType="application/vnd.openxmlformats-officedocument.presentationml.tags+xml"/>
  <Override PartName="/ppt/tags/tag1057.xml" ContentType="application/vnd.openxmlformats-officedocument.presentationml.tags+xml"/>
  <Override PartName="/ppt/tags/tag1058.xml" ContentType="application/vnd.openxmlformats-officedocument.presentationml.tags+xml"/>
  <Override PartName="/ppt/tags/tag1059.xml" ContentType="application/vnd.openxmlformats-officedocument.presentationml.tags+xml"/>
  <Override PartName="/ppt/tags/tag1060.xml" ContentType="application/vnd.openxmlformats-officedocument.presentationml.tags+xml"/>
  <Override PartName="/ppt/tags/tag1061.xml" ContentType="application/vnd.openxmlformats-officedocument.presentationml.tags+xml"/>
  <Override PartName="/ppt/tags/tag1062.xml" ContentType="application/vnd.openxmlformats-officedocument.presentationml.tags+xml"/>
  <Override PartName="/ppt/tags/tag1063.xml" ContentType="application/vnd.openxmlformats-officedocument.presentationml.tags+xml"/>
  <Override PartName="/ppt/tags/tag1064.xml" ContentType="application/vnd.openxmlformats-officedocument.presentationml.tags+xml"/>
  <Override PartName="/ppt/tags/tag1065.xml" ContentType="application/vnd.openxmlformats-officedocument.presentationml.tags+xml"/>
  <Override PartName="/ppt/tags/tag1066.xml" ContentType="application/vnd.openxmlformats-officedocument.presentationml.tags+xml"/>
  <Override PartName="/ppt/tags/tag1067.xml" ContentType="application/vnd.openxmlformats-officedocument.presentationml.tags+xml"/>
  <Override PartName="/ppt/tags/tag1068.xml" ContentType="application/vnd.openxmlformats-officedocument.presentationml.tags+xml"/>
  <Override PartName="/ppt/tags/tag1069.xml" ContentType="application/vnd.openxmlformats-officedocument.presentationml.tags+xml"/>
  <Override PartName="/ppt/tags/tag1070.xml" ContentType="application/vnd.openxmlformats-officedocument.presentationml.tags+xml"/>
  <Override PartName="/ppt/tags/tag1071.xml" ContentType="application/vnd.openxmlformats-officedocument.presentationml.tags+xml"/>
  <Override PartName="/ppt/tags/tag1072.xml" ContentType="application/vnd.openxmlformats-officedocument.presentationml.tags+xml"/>
  <Override PartName="/ppt/tags/tag1073.xml" ContentType="application/vnd.openxmlformats-officedocument.presentationml.tags+xml"/>
  <Override PartName="/ppt/tags/tag1074.xml" ContentType="application/vnd.openxmlformats-officedocument.presentationml.tags+xml"/>
  <Override PartName="/ppt/tags/tag1075.xml" ContentType="application/vnd.openxmlformats-officedocument.presentationml.tags+xml"/>
  <Override PartName="/ppt/tags/tag1076.xml" ContentType="application/vnd.openxmlformats-officedocument.presentationml.tags+xml"/>
  <Override PartName="/ppt/tags/tag1077.xml" ContentType="application/vnd.openxmlformats-officedocument.presentationml.tags+xml"/>
  <Override PartName="/ppt/tags/tag1078.xml" ContentType="application/vnd.openxmlformats-officedocument.presentationml.tags+xml"/>
  <Override PartName="/ppt/tags/tag1079.xml" ContentType="application/vnd.openxmlformats-officedocument.presentationml.tags+xml"/>
  <Override PartName="/ppt/tags/tag1080.xml" ContentType="application/vnd.openxmlformats-officedocument.presentationml.tags+xml"/>
  <Override PartName="/ppt/tags/tag1081.xml" ContentType="application/vnd.openxmlformats-officedocument.presentationml.tags+xml"/>
  <Override PartName="/ppt/tags/tag1082.xml" ContentType="application/vnd.openxmlformats-officedocument.presentationml.tags+xml"/>
  <Override PartName="/ppt/tags/tag1083.xml" ContentType="application/vnd.openxmlformats-officedocument.presentationml.tags+xml"/>
  <Override PartName="/ppt/tags/tag1084.xml" ContentType="application/vnd.openxmlformats-officedocument.presentationml.tags+xml"/>
  <Override PartName="/ppt/tags/tag1085.xml" ContentType="application/vnd.openxmlformats-officedocument.presentationml.tags+xml"/>
  <Override PartName="/ppt/tags/tag1086.xml" ContentType="application/vnd.openxmlformats-officedocument.presentationml.tags+xml"/>
  <Override PartName="/ppt/tags/tag1087.xml" ContentType="application/vnd.openxmlformats-officedocument.presentationml.tags+xml"/>
  <Override PartName="/ppt/tags/tag1088.xml" ContentType="application/vnd.openxmlformats-officedocument.presentationml.tags+xml"/>
  <Override PartName="/ppt/tags/tag1089.xml" ContentType="application/vnd.openxmlformats-officedocument.presentationml.tags+xml"/>
  <Override PartName="/ppt/tags/tag1090.xml" ContentType="application/vnd.openxmlformats-officedocument.presentationml.tags+xml"/>
  <Override PartName="/ppt/tags/tag1091.xml" ContentType="application/vnd.openxmlformats-officedocument.presentationml.tags+xml"/>
  <Override PartName="/ppt/tags/tag1092.xml" ContentType="application/vnd.openxmlformats-officedocument.presentationml.tags+xml"/>
  <Override PartName="/ppt/tags/tag1093.xml" ContentType="application/vnd.openxmlformats-officedocument.presentationml.tags+xml"/>
  <Override PartName="/ppt/tags/tag1094.xml" ContentType="application/vnd.openxmlformats-officedocument.presentationml.tags+xml"/>
  <Override PartName="/ppt/tags/tag1095.xml" ContentType="application/vnd.openxmlformats-officedocument.presentationml.tags+xml"/>
  <Override PartName="/ppt/tags/tag1096.xml" ContentType="application/vnd.openxmlformats-officedocument.presentationml.tags+xml"/>
  <Override PartName="/ppt/tags/tag1097.xml" ContentType="application/vnd.openxmlformats-officedocument.presentationml.tags+xml"/>
  <Override PartName="/ppt/tags/tag1098.xml" ContentType="application/vnd.openxmlformats-officedocument.presentationml.tags+xml"/>
  <Override PartName="/ppt/tags/tag1099.xml" ContentType="application/vnd.openxmlformats-officedocument.presentationml.tags+xml"/>
  <Override PartName="/ppt/tags/tag1100.xml" ContentType="application/vnd.openxmlformats-officedocument.presentationml.tags+xml"/>
  <Override PartName="/ppt/tags/tag1101.xml" ContentType="application/vnd.openxmlformats-officedocument.presentationml.tags+xml"/>
  <Override PartName="/ppt/tags/tag1102.xml" ContentType="application/vnd.openxmlformats-officedocument.presentationml.tags+xml"/>
  <Override PartName="/ppt/tags/tag1103.xml" ContentType="application/vnd.openxmlformats-officedocument.presentationml.tags+xml"/>
  <Override PartName="/ppt/tags/tag1104.xml" ContentType="application/vnd.openxmlformats-officedocument.presentationml.tags+xml"/>
  <Override PartName="/ppt/tags/tag1105.xml" ContentType="application/vnd.openxmlformats-officedocument.presentationml.tags+xml"/>
  <Override PartName="/ppt/tags/tag1106.xml" ContentType="application/vnd.openxmlformats-officedocument.presentationml.tags+xml"/>
  <Override PartName="/ppt/tags/tag1107.xml" ContentType="application/vnd.openxmlformats-officedocument.presentationml.tags+xml"/>
  <Override PartName="/ppt/tags/tag1108.xml" ContentType="application/vnd.openxmlformats-officedocument.presentationml.tags+xml"/>
  <Override PartName="/ppt/tags/tag1109.xml" ContentType="application/vnd.openxmlformats-officedocument.presentationml.tags+xml"/>
  <Override PartName="/ppt/tags/tag1110.xml" ContentType="application/vnd.openxmlformats-officedocument.presentationml.tags+xml"/>
  <Override PartName="/ppt/tags/tag1111.xml" ContentType="application/vnd.openxmlformats-officedocument.presentationml.tags+xml"/>
  <Override PartName="/ppt/tags/tag1112.xml" ContentType="application/vnd.openxmlformats-officedocument.presentationml.tags+xml"/>
  <Override PartName="/ppt/tags/tag1113.xml" ContentType="application/vnd.openxmlformats-officedocument.presentationml.tags+xml"/>
  <Override PartName="/ppt/tags/tag1114.xml" ContentType="application/vnd.openxmlformats-officedocument.presentationml.tags+xml"/>
  <Override PartName="/ppt/tags/tag1115.xml" ContentType="application/vnd.openxmlformats-officedocument.presentationml.tags+xml"/>
  <Override PartName="/ppt/tags/tag1116.xml" ContentType="application/vnd.openxmlformats-officedocument.presentationml.tags+xml"/>
  <Override PartName="/ppt/tags/tag1117.xml" ContentType="application/vnd.openxmlformats-officedocument.presentationml.tags+xml"/>
  <Override PartName="/ppt/tags/tag1118.xml" ContentType="application/vnd.openxmlformats-officedocument.presentationml.tags+xml"/>
  <Override PartName="/ppt/tags/tag1119.xml" ContentType="application/vnd.openxmlformats-officedocument.presentationml.tags+xml"/>
  <Override PartName="/ppt/tags/tag1120.xml" ContentType="application/vnd.openxmlformats-officedocument.presentationml.tags+xml"/>
  <Override PartName="/ppt/tags/tag1121.xml" ContentType="application/vnd.openxmlformats-officedocument.presentationml.tags+xml"/>
  <Override PartName="/ppt/tags/tag1122.xml" ContentType="application/vnd.openxmlformats-officedocument.presentationml.tags+xml"/>
  <Override PartName="/ppt/tags/tag1123.xml" ContentType="application/vnd.openxmlformats-officedocument.presentationml.tags+xml"/>
  <Override PartName="/ppt/tags/tag1124.xml" ContentType="application/vnd.openxmlformats-officedocument.presentationml.tags+xml"/>
  <Override PartName="/ppt/notesSlides/notesSlide12.xml" ContentType="application/vnd.openxmlformats-officedocument.presentationml.notesSlide+xml"/>
  <Override PartName="/ppt/tags/tag1125.xml" ContentType="application/vnd.openxmlformats-officedocument.presentationml.tags+xml"/>
  <Override PartName="/ppt/tags/tag1126.xml" ContentType="application/vnd.openxmlformats-officedocument.presentationml.tags+xml"/>
  <Override PartName="/ppt/tags/tag1127.xml" ContentType="application/vnd.openxmlformats-officedocument.presentationml.tags+xml"/>
  <Override PartName="/ppt/tags/tag1128.xml" ContentType="application/vnd.openxmlformats-officedocument.presentationml.tags+xml"/>
  <Override PartName="/ppt/tags/tag1129.xml" ContentType="application/vnd.openxmlformats-officedocument.presentationml.tags+xml"/>
  <Override PartName="/ppt/tags/tag1130.xml" ContentType="application/vnd.openxmlformats-officedocument.presentationml.tags+xml"/>
  <Override PartName="/ppt/tags/tag1131.xml" ContentType="application/vnd.openxmlformats-officedocument.presentationml.tags+xml"/>
  <Override PartName="/ppt/tags/tag1132.xml" ContentType="application/vnd.openxmlformats-officedocument.presentationml.tags+xml"/>
  <Override PartName="/ppt/tags/tag1133.xml" ContentType="application/vnd.openxmlformats-officedocument.presentationml.tags+xml"/>
  <Override PartName="/ppt/tags/tag1134.xml" ContentType="application/vnd.openxmlformats-officedocument.presentationml.tags+xml"/>
  <Override PartName="/ppt/tags/tag1135.xml" ContentType="application/vnd.openxmlformats-officedocument.presentationml.tags+xml"/>
  <Override PartName="/ppt/tags/tag1136.xml" ContentType="application/vnd.openxmlformats-officedocument.presentationml.tags+xml"/>
  <Override PartName="/ppt/tags/tag1137.xml" ContentType="application/vnd.openxmlformats-officedocument.presentationml.tags+xml"/>
  <Override PartName="/ppt/tags/tag1138.xml" ContentType="application/vnd.openxmlformats-officedocument.presentationml.tags+xml"/>
  <Override PartName="/ppt/tags/tag1139.xml" ContentType="application/vnd.openxmlformats-officedocument.presentationml.tags+xml"/>
  <Override PartName="/ppt/tags/tag1140.xml" ContentType="application/vnd.openxmlformats-officedocument.presentationml.tags+xml"/>
  <Override PartName="/ppt/tags/tag1141.xml" ContentType="application/vnd.openxmlformats-officedocument.presentationml.tags+xml"/>
  <Override PartName="/ppt/tags/tag1142.xml" ContentType="application/vnd.openxmlformats-officedocument.presentationml.tags+xml"/>
  <Override PartName="/ppt/tags/tag1143.xml" ContentType="application/vnd.openxmlformats-officedocument.presentationml.tags+xml"/>
  <Override PartName="/ppt/tags/tag1144.xml" ContentType="application/vnd.openxmlformats-officedocument.presentationml.tags+xml"/>
  <Override PartName="/ppt/tags/tag1145.xml" ContentType="application/vnd.openxmlformats-officedocument.presentationml.tags+xml"/>
  <Override PartName="/ppt/tags/tag1146.xml" ContentType="application/vnd.openxmlformats-officedocument.presentationml.tags+xml"/>
  <Override PartName="/ppt/tags/tag1147.xml" ContentType="application/vnd.openxmlformats-officedocument.presentationml.tags+xml"/>
  <Override PartName="/ppt/tags/tag1148.xml" ContentType="application/vnd.openxmlformats-officedocument.presentationml.tags+xml"/>
  <Override PartName="/ppt/tags/tag1149.xml" ContentType="application/vnd.openxmlformats-officedocument.presentationml.tags+xml"/>
  <Override PartName="/ppt/tags/tag1150.xml" ContentType="application/vnd.openxmlformats-officedocument.presentationml.tags+xml"/>
  <Override PartName="/ppt/tags/tag1151.xml" ContentType="application/vnd.openxmlformats-officedocument.presentationml.tags+xml"/>
  <Override PartName="/ppt/tags/tag1152.xml" ContentType="application/vnd.openxmlformats-officedocument.presentationml.tags+xml"/>
  <Override PartName="/ppt/tags/tag1153.xml" ContentType="application/vnd.openxmlformats-officedocument.presentationml.tags+xml"/>
  <Override PartName="/ppt/tags/tag1154.xml" ContentType="application/vnd.openxmlformats-officedocument.presentationml.tags+xml"/>
  <Override PartName="/ppt/tags/tag1155.xml" ContentType="application/vnd.openxmlformats-officedocument.presentationml.tags+xml"/>
  <Override PartName="/ppt/tags/tag1156.xml" ContentType="application/vnd.openxmlformats-officedocument.presentationml.tags+xml"/>
  <Override PartName="/ppt/tags/tag1157.xml" ContentType="application/vnd.openxmlformats-officedocument.presentationml.tags+xml"/>
  <Override PartName="/ppt/tags/tag1158.xml" ContentType="application/vnd.openxmlformats-officedocument.presentationml.tags+xml"/>
  <Override PartName="/ppt/tags/tag1159.xml" ContentType="application/vnd.openxmlformats-officedocument.presentationml.tags+xml"/>
  <Override PartName="/ppt/tags/tag1160.xml" ContentType="application/vnd.openxmlformats-officedocument.presentationml.tags+xml"/>
  <Override PartName="/ppt/tags/tag1161.xml" ContentType="application/vnd.openxmlformats-officedocument.presentationml.tags+xml"/>
  <Override PartName="/ppt/tags/tag1162.xml" ContentType="application/vnd.openxmlformats-officedocument.presentationml.tags+xml"/>
  <Override PartName="/ppt/tags/tag1163.xml" ContentType="application/vnd.openxmlformats-officedocument.presentationml.tags+xml"/>
  <Override PartName="/ppt/tags/tag1164.xml" ContentType="application/vnd.openxmlformats-officedocument.presentationml.tags+xml"/>
  <Override PartName="/ppt/tags/tag1165.xml" ContentType="application/vnd.openxmlformats-officedocument.presentationml.tags+xml"/>
  <Override PartName="/ppt/tags/tag1166.xml" ContentType="application/vnd.openxmlformats-officedocument.presentationml.tags+xml"/>
  <Override PartName="/ppt/tags/tag1167.xml" ContentType="application/vnd.openxmlformats-officedocument.presentationml.tags+xml"/>
  <Override PartName="/ppt/tags/tag1168.xml" ContentType="application/vnd.openxmlformats-officedocument.presentationml.tags+xml"/>
  <Override PartName="/ppt/tags/tag1169.xml" ContentType="application/vnd.openxmlformats-officedocument.presentationml.tags+xml"/>
  <Override PartName="/ppt/tags/tag1170.xml" ContentType="application/vnd.openxmlformats-officedocument.presentationml.tags+xml"/>
  <Override PartName="/ppt/tags/tag1171.xml" ContentType="application/vnd.openxmlformats-officedocument.presentationml.tags+xml"/>
  <Override PartName="/ppt/tags/tag1172.xml" ContentType="application/vnd.openxmlformats-officedocument.presentationml.tags+xml"/>
  <Override PartName="/ppt/tags/tag1173.xml" ContentType="application/vnd.openxmlformats-officedocument.presentationml.tags+xml"/>
  <Override PartName="/ppt/tags/tag1174.xml" ContentType="application/vnd.openxmlformats-officedocument.presentationml.tags+xml"/>
  <Override PartName="/ppt/tags/tag1175.xml" ContentType="application/vnd.openxmlformats-officedocument.presentationml.tags+xml"/>
  <Override PartName="/ppt/tags/tag1176.xml" ContentType="application/vnd.openxmlformats-officedocument.presentationml.tags+xml"/>
  <Override PartName="/ppt/tags/tag1177.xml" ContentType="application/vnd.openxmlformats-officedocument.presentationml.tags+xml"/>
  <Override PartName="/ppt/notesSlides/notesSlide13.xml" ContentType="application/vnd.openxmlformats-officedocument.presentationml.notesSlide+xml"/>
  <Override PartName="/ppt/tags/tag1178.xml" ContentType="application/vnd.openxmlformats-officedocument.presentationml.tags+xml"/>
  <Override PartName="/ppt/tags/tag1179.xml" ContentType="application/vnd.openxmlformats-officedocument.presentationml.tags+xml"/>
  <Override PartName="/ppt/tags/tag1180.xml" ContentType="application/vnd.openxmlformats-officedocument.presentationml.tags+xml"/>
  <Override PartName="/ppt/tags/tag1181.xml" ContentType="application/vnd.openxmlformats-officedocument.presentationml.tags+xml"/>
  <Override PartName="/ppt/tags/tag1182.xml" ContentType="application/vnd.openxmlformats-officedocument.presentationml.tags+xml"/>
  <Override PartName="/ppt/tags/tag1183.xml" ContentType="application/vnd.openxmlformats-officedocument.presentationml.tags+xml"/>
  <Override PartName="/ppt/tags/tag1184.xml" ContentType="application/vnd.openxmlformats-officedocument.presentationml.tags+xml"/>
  <Override PartName="/ppt/tags/tag1185.xml" ContentType="application/vnd.openxmlformats-officedocument.presentationml.tags+xml"/>
  <Override PartName="/ppt/tags/tag1186.xml" ContentType="application/vnd.openxmlformats-officedocument.presentationml.tags+xml"/>
  <Override PartName="/ppt/tags/tag1187.xml" ContentType="application/vnd.openxmlformats-officedocument.presentationml.tags+xml"/>
  <Override PartName="/ppt/tags/tag1188.xml" ContentType="application/vnd.openxmlformats-officedocument.presentationml.tags+xml"/>
  <Override PartName="/ppt/tags/tag1189.xml" ContentType="application/vnd.openxmlformats-officedocument.presentationml.tags+xml"/>
  <Override PartName="/ppt/tags/tag1190.xml" ContentType="application/vnd.openxmlformats-officedocument.presentationml.tags+xml"/>
  <Override PartName="/ppt/tags/tag1191.xml" ContentType="application/vnd.openxmlformats-officedocument.presentationml.tags+xml"/>
  <Override PartName="/ppt/tags/tag1192.xml" ContentType="application/vnd.openxmlformats-officedocument.presentationml.tags+xml"/>
  <Override PartName="/ppt/tags/tag1193.xml" ContentType="application/vnd.openxmlformats-officedocument.presentationml.tags+xml"/>
  <Override PartName="/ppt/tags/tag1194.xml" ContentType="application/vnd.openxmlformats-officedocument.presentationml.tags+xml"/>
  <Override PartName="/ppt/tags/tag1195.xml" ContentType="application/vnd.openxmlformats-officedocument.presentationml.tags+xml"/>
  <Override PartName="/ppt/tags/tag1196.xml" ContentType="application/vnd.openxmlformats-officedocument.presentationml.tags+xml"/>
  <Override PartName="/ppt/tags/tag1197.xml" ContentType="application/vnd.openxmlformats-officedocument.presentationml.tags+xml"/>
  <Override PartName="/ppt/tags/tag1198.xml" ContentType="application/vnd.openxmlformats-officedocument.presentationml.tags+xml"/>
  <Override PartName="/ppt/tags/tag1199.xml" ContentType="application/vnd.openxmlformats-officedocument.presentationml.tags+xml"/>
  <Override PartName="/ppt/tags/tag1200.xml" ContentType="application/vnd.openxmlformats-officedocument.presentationml.tags+xml"/>
  <Override PartName="/ppt/tags/tag1201.xml" ContentType="application/vnd.openxmlformats-officedocument.presentationml.tags+xml"/>
  <Override PartName="/ppt/tags/tag1202.xml" ContentType="application/vnd.openxmlformats-officedocument.presentationml.tags+xml"/>
  <Override PartName="/ppt/tags/tag1203.xml" ContentType="application/vnd.openxmlformats-officedocument.presentationml.tags+xml"/>
  <Override PartName="/ppt/tags/tag1204.xml" ContentType="application/vnd.openxmlformats-officedocument.presentationml.tags+xml"/>
  <Override PartName="/ppt/tags/tag1205.xml" ContentType="application/vnd.openxmlformats-officedocument.presentationml.tags+xml"/>
  <Override PartName="/ppt/tags/tag1206.xml" ContentType="application/vnd.openxmlformats-officedocument.presentationml.tags+xml"/>
  <Override PartName="/ppt/tags/tag1207.xml" ContentType="application/vnd.openxmlformats-officedocument.presentationml.tags+xml"/>
  <Override PartName="/ppt/tags/tag1208.xml" ContentType="application/vnd.openxmlformats-officedocument.presentationml.tags+xml"/>
  <Override PartName="/ppt/tags/tag1209.xml" ContentType="application/vnd.openxmlformats-officedocument.presentationml.tags+xml"/>
  <Override PartName="/ppt/tags/tag1210.xml" ContentType="application/vnd.openxmlformats-officedocument.presentationml.tags+xml"/>
  <Override PartName="/ppt/tags/tag1211.xml" ContentType="application/vnd.openxmlformats-officedocument.presentationml.tags+xml"/>
  <Override PartName="/ppt/tags/tag1212.xml" ContentType="application/vnd.openxmlformats-officedocument.presentationml.tags+xml"/>
  <Override PartName="/ppt/tags/tag1213.xml" ContentType="application/vnd.openxmlformats-officedocument.presentationml.tags+xml"/>
  <Override PartName="/ppt/tags/tag1214.xml" ContentType="application/vnd.openxmlformats-officedocument.presentationml.tags+xml"/>
  <Override PartName="/ppt/tags/tag1215.xml" ContentType="application/vnd.openxmlformats-officedocument.presentationml.tags+xml"/>
  <Override PartName="/ppt/tags/tag1216.xml" ContentType="application/vnd.openxmlformats-officedocument.presentationml.tags+xml"/>
  <Override PartName="/ppt/tags/tag1217.xml" ContentType="application/vnd.openxmlformats-officedocument.presentationml.tags+xml"/>
  <Override PartName="/ppt/tags/tag1218.xml" ContentType="application/vnd.openxmlformats-officedocument.presentationml.tags+xml"/>
  <Override PartName="/ppt/tags/tag1219.xml" ContentType="application/vnd.openxmlformats-officedocument.presentationml.tags+xml"/>
  <Override PartName="/ppt/tags/tag1220.xml" ContentType="application/vnd.openxmlformats-officedocument.presentationml.tags+xml"/>
  <Override PartName="/ppt/tags/tag1221.xml" ContentType="application/vnd.openxmlformats-officedocument.presentationml.tags+xml"/>
  <Override PartName="/ppt/tags/tag1222.xml" ContentType="application/vnd.openxmlformats-officedocument.presentationml.tags+xml"/>
  <Override PartName="/ppt/tags/tag1223.xml" ContentType="application/vnd.openxmlformats-officedocument.presentationml.tags+xml"/>
  <Override PartName="/ppt/tags/tag1224.xml" ContentType="application/vnd.openxmlformats-officedocument.presentationml.tags+xml"/>
  <Override PartName="/ppt/tags/tag1225.xml" ContentType="application/vnd.openxmlformats-officedocument.presentationml.tags+xml"/>
  <Override PartName="/ppt/tags/tag1226.xml" ContentType="application/vnd.openxmlformats-officedocument.presentationml.tags+xml"/>
  <Override PartName="/ppt/tags/tag1227.xml" ContentType="application/vnd.openxmlformats-officedocument.presentationml.tags+xml"/>
  <Override PartName="/ppt/tags/tag1228.xml" ContentType="application/vnd.openxmlformats-officedocument.presentationml.tags+xml"/>
  <Override PartName="/ppt/tags/tag1229.xml" ContentType="application/vnd.openxmlformats-officedocument.presentationml.tags+xml"/>
  <Override PartName="/ppt/tags/tag1230.xml" ContentType="application/vnd.openxmlformats-officedocument.presentationml.tags+xml"/>
  <Override PartName="/ppt/tags/tag1231.xml" ContentType="application/vnd.openxmlformats-officedocument.presentationml.tags+xml"/>
  <Override PartName="/ppt/tags/tag1232.xml" ContentType="application/vnd.openxmlformats-officedocument.presentationml.tags+xml"/>
  <Override PartName="/ppt/tags/tag1233.xml" ContentType="application/vnd.openxmlformats-officedocument.presentationml.tags+xml"/>
  <Override PartName="/ppt/tags/tag1234.xml" ContentType="application/vnd.openxmlformats-officedocument.presentationml.tags+xml"/>
  <Override PartName="/ppt/tags/tag1235.xml" ContentType="application/vnd.openxmlformats-officedocument.presentationml.tags+xml"/>
  <Override PartName="/ppt/tags/tag1236.xml" ContentType="application/vnd.openxmlformats-officedocument.presentationml.tags+xml"/>
  <Override PartName="/ppt/tags/tag1237.xml" ContentType="application/vnd.openxmlformats-officedocument.presentationml.tags+xml"/>
  <Override PartName="/ppt/tags/tag1238.xml" ContentType="application/vnd.openxmlformats-officedocument.presentationml.tags+xml"/>
  <Override PartName="/ppt/tags/tag1239.xml" ContentType="application/vnd.openxmlformats-officedocument.presentationml.tags+xml"/>
  <Override PartName="/ppt/tags/tag1240.xml" ContentType="application/vnd.openxmlformats-officedocument.presentationml.tags+xml"/>
  <Override PartName="/ppt/tags/tag1241.xml" ContentType="application/vnd.openxmlformats-officedocument.presentationml.tags+xml"/>
  <Override PartName="/ppt/tags/tag1242.xml" ContentType="application/vnd.openxmlformats-officedocument.presentationml.tags+xml"/>
  <Override PartName="/ppt/tags/tag1243.xml" ContentType="application/vnd.openxmlformats-officedocument.presentationml.tags+xml"/>
  <Override PartName="/ppt/tags/tag1244.xml" ContentType="application/vnd.openxmlformats-officedocument.presentationml.tags+xml"/>
  <Override PartName="/ppt/tags/tag1245.xml" ContentType="application/vnd.openxmlformats-officedocument.presentationml.tags+xml"/>
  <Override PartName="/ppt/tags/tag1246.xml" ContentType="application/vnd.openxmlformats-officedocument.presentationml.tags+xml"/>
  <Override PartName="/ppt/tags/tag1247.xml" ContentType="application/vnd.openxmlformats-officedocument.presentationml.tags+xml"/>
  <Override PartName="/ppt/tags/tag1248.xml" ContentType="application/vnd.openxmlformats-officedocument.presentationml.tags+xml"/>
  <Override PartName="/ppt/tags/tag1249.xml" ContentType="application/vnd.openxmlformats-officedocument.presentationml.tags+xml"/>
  <Override PartName="/ppt/tags/tag1250.xml" ContentType="application/vnd.openxmlformats-officedocument.presentationml.tags+xml"/>
  <Override PartName="/ppt/tags/tag1251.xml" ContentType="application/vnd.openxmlformats-officedocument.presentationml.tags+xml"/>
  <Override PartName="/ppt/tags/tag1252.xml" ContentType="application/vnd.openxmlformats-officedocument.presentationml.tags+xml"/>
  <Override PartName="/ppt/tags/tag1253.xml" ContentType="application/vnd.openxmlformats-officedocument.presentationml.tags+xml"/>
  <Override PartName="/ppt/tags/tag1254.xml" ContentType="application/vnd.openxmlformats-officedocument.presentationml.tags+xml"/>
  <Override PartName="/ppt/tags/tag1255.xml" ContentType="application/vnd.openxmlformats-officedocument.presentationml.tags+xml"/>
  <Override PartName="/ppt/tags/tag1256.xml" ContentType="application/vnd.openxmlformats-officedocument.presentationml.tags+xml"/>
  <Override PartName="/ppt/tags/tag1257.xml" ContentType="application/vnd.openxmlformats-officedocument.presentationml.tags+xml"/>
  <Override PartName="/ppt/tags/tag1258.xml" ContentType="application/vnd.openxmlformats-officedocument.presentationml.tags+xml"/>
  <Override PartName="/ppt/tags/tag1259.xml" ContentType="application/vnd.openxmlformats-officedocument.presentationml.tags+xml"/>
  <Override PartName="/ppt/tags/tag1260.xml" ContentType="application/vnd.openxmlformats-officedocument.presentationml.tags+xml"/>
  <Override PartName="/ppt/tags/tag1261.xml" ContentType="application/vnd.openxmlformats-officedocument.presentationml.tags+xml"/>
  <Override PartName="/ppt/tags/tag1262.xml" ContentType="application/vnd.openxmlformats-officedocument.presentationml.tags+xml"/>
  <Override PartName="/ppt/tags/tag1263.xml" ContentType="application/vnd.openxmlformats-officedocument.presentationml.tags+xml"/>
  <Override PartName="/ppt/tags/tag1264.xml" ContentType="application/vnd.openxmlformats-officedocument.presentationml.tags+xml"/>
  <Override PartName="/ppt/tags/tag1265.xml" ContentType="application/vnd.openxmlformats-officedocument.presentationml.tags+xml"/>
  <Override PartName="/ppt/tags/tag1266.xml" ContentType="application/vnd.openxmlformats-officedocument.presentationml.tags+xml"/>
  <Override PartName="/ppt/tags/tag1267.xml" ContentType="application/vnd.openxmlformats-officedocument.presentationml.tags+xml"/>
  <Override PartName="/ppt/tags/tag1268.xml" ContentType="application/vnd.openxmlformats-officedocument.presentationml.tags+xml"/>
  <Override PartName="/ppt/tags/tag1269.xml" ContentType="application/vnd.openxmlformats-officedocument.presentationml.tags+xml"/>
  <Override PartName="/ppt/tags/tag1270.xml" ContentType="application/vnd.openxmlformats-officedocument.presentationml.tags+xml"/>
  <Override PartName="/ppt/tags/tag1271.xml" ContentType="application/vnd.openxmlformats-officedocument.presentationml.tags+xml"/>
  <Override PartName="/ppt/tags/tag1272.xml" ContentType="application/vnd.openxmlformats-officedocument.presentationml.tags+xml"/>
  <Override PartName="/ppt/tags/tag1273.xml" ContentType="application/vnd.openxmlformats-officedocument.presentationml.tags+xml"/>
  <Override PartName="/ppt/tags/tag1274.xml" ContentType="application/vnd.openxmlformats-officedocument.presentationml.tags+xml"/>
  <Override PartName="/ppt/tags/tag1275.xml" ContentType="application/vnd.openxmlformats-officedocument.presentationml.tags+xml"/>
  <Override PartName="/ppt/tags/tag1276.xml" ContentType="application/vnd.openxmlformats-officedocument.presentationml.tags+xml"/>
  <Override PartName="/ppt/tags/tag1277.xml" ContentType="application/vnd.openxmlformats-officedocument.presentationml.tags+xml"/>
  <Override PartName="/ppt/tags/tag1278.xml" ContentType="application/vnd.openxmlformats-officedocument.presentationml.tags+xml"/>
  <Override PartName="/ppt/tags/tag1279.xml" ContentType="application/vnd.openxmlformats-officedocument.presentationml.tags+xml"/>
  <Override PartName="/ppt/tags/tag1280.xml" ContentType="application/vnd.openxmlformats-officedocument.presentationml.tags+xml"/>
  <Override PartName="/ppt/tags/tag1281.xml" ContentType="application/vnd.openxmlformats-officedocument.presentationml.tags+xml"/>
  <Override PartName="/ppt/tags/tag1282.xml" ContentType="application/vnd.openxmlformats-officedocument.presentationml.tags+xml"/>
  <Override PartName="/ppt/tags/tag1283.xml" ContentType="application/vnd.openxmlformats-officedocument.presentationml.tags+xml"/>
  <Override PartName="/ppt/tags/tag1284.xml" ContentType="application/vnd.openxmlformats-officedocument.presentationml.tags+xml"/>
  <Override PartName="/ppt/tags/tag1285.xml" ContentType="application/vnd.openxmlformats-officedocument.presentationml.tags+xml"/>
  <Override PartName="/ppt/tags/tag1286.xml" ContentType="application/vnd.openxmlformats-officedocument.presentationml.tags+xml"/>
  <Override PartName="/ppt/tags/tag1287.xml" ContentType="application/vnd.openxmlformats-officedocument.presentationml.tags+xml"/>
  <Override PartName="/ppt/tags/tag1288.xml" ContentType="application/vnd.openxmlformats-officedocument.presentationml.tags+xml"/>
  <Override PartName="/ppt/tags/tag1289.xml" ContentType="application/vnd.openxmlformats-officedocument.presentationml.tags+xml"/>
  <Override PartName="/ppt/tags/tag1290.xml" ContentType="application/vnd.openxmlformats-officedocument.presentationml.tags+xml"/>
  <Override PartName="/ppt/tags/tag1291.xml" ContentType="application/vnd.openxmlformats-officedocument.presentationml.tags+xml"/>
  <Override PartName="/ppt/tags/tag1292.xml" ContentType="application/vnd.openxmlformats-officedocument.presentationml.tags+xml"/>
  <Override PartName="/ppt/tags/tag1293.xml" ContentType="application/vnd.openxmlformats-officedocument.presentationml.tags+xml"/>
  <Override PartName="/ppt/tags/tag1294.xml" ContentType="application/vnd.openxmlformats-officedocument.presentationml.tags+xml"/>
  <Override PartName="/ppt/tags/tag1295.xml" ContentType="application/vnd.openxmlformats-officedocument.presentationml.tags+xml"/>
  <Override PartName="/ppt/tags/tag1296.xml" ContentType="application/vnd.openxmlformats-officedocument.presentationml.tags+xml"/>
  <Override PartName="/ppt/tags/tag1297.xml" ContentType="application/vnd.openxmlformats-officedocument.presentationml.tags+xml"/>
  <Override PartName="/ppt/tags/tag1298.xml" ContentType="application/vnd.openxmlformats-officedocument.presentationml.tags+xml"/>
  <Override PartName="/ppt/tags/tag1299.xml" ContentType="application/vnd.openxmlformats-officedocument.presentationml.tags+xml"/>
  <Override PartName="/ppt/tags/tag1300.xml" ContentType="application/vnd.openxmlformats-officedocument.presentationml.tags+xml"/>
  <Override PartName="/ppt/tags/tag1301.xml" ContentType="application/vnd.openxmlformats-officedocument.presentationml.tags+xml"/>
  <Override PartName="/ppt/tags/tag1302.xml" ContentType="application/vnd.openxmlformats-officedocument.presentationml.tags+xml"/>
  <Override PartName="/ppt/tags/tag1303.xml" ContentType="application/vnd.openxmlformats-officedocument.presentationml.tags+xml"/>
  <Override PartName="/ppt/tags/tag1304.xml" ContentType="application/vnd.openxmlformats-officedocument.presentationml.tags+xml"/>
  <Override PartName="/ppt/tags/tag1305.xml" ContentType="application/vnd.openxmlformats-officedocument.presentationml.tags+xml"/>
  <Override PartName="/ppt/tags/tag1306.xml" ContentType="application/vnd.openxmlformats-officedocument.presentationml.tags+xml"/>
  <Override PartName="/ppt/tags/tag1307.xml" ContentType="application/vnd.openxmlformats-officedocument.presentationml.tags+xml"/>
  <Override PartName="/ppt/tags/tag1308.xml" ContentType="application/vnd.openxmlformats-officedocument.presentationml.tags+xml"/>
  <Override PartName="/ppt/tags/tag1309.xml" ContentType="application/vnd.openxmlformats-officedocument.presentationml.tags+xml"/>
  <Override PartName="/ppt/tags/tag1310.xml" ContentType="application/vnd.openxmlformats-officedocument.presentationml.tags+xml"/>
  <Override PartName="/ppt/tags/tag1311.xml" ContentType="application/vnd.openxmlformats-officedocument.presentationml.tags+xml"/>
  <Override PartName="/ppt/tags/tag1312.xml" ContentType="application/vnd.openxmlformats-officedocument.presentationml.tags+xml"/>
  <Override PartName="/ppt/tags/tag1313.xml" ContentType="application/vnd.openxmlformats-officedocument.presentationml.tags+xml"/>
  <Override PartName="/ppt/tags/tag1314.xml" ContentType="application/vnd.openxmlformats-officedocument.presentationml.tags+xml"/>
  <Override PartName="/ppt/tags/tag1315.xml" ContentType="application/vnd.openxmlformats-officedocument.presentationml.tags+xml"/>
  <Override PartName="/ppt/tags/tag1316.xml" ContentType="application/vnd.openxmlformats-officedocument.presentationml.tags+xml"/>
  <Override PartName="/ppt/tags/tag1317.xml" ContentType="application/vnd.openxmlformats-officedocument.presentationml.tags+xml"/>
  <Override PartName="/ppt/tags/tag1318.xml" ContentType="application/vnd.openxmlformats-officedocument.presentationml.tags+xml"/>
  <Override PartName="/ppt/tags/tag1319.xml" ContentType="application/vnd.openxmlformats-officedocument.presentationml.tags+xml"/>
  <Override PartName="/ppt/tags/tag1320.xml" ContentType="application/vnd.openxmlformats-officedocument.presentationml.tags+xml"/>
  <Override PartName="/ppt/tags/tag1321.xml" ContentType="application/vnd.openxmlformats-officedocument.presentationml.tags+xml"/>
  <Override PartName="/ppt/tags/tag1322.xml" ContentType="application/vnd.openxmlformats-officedocument.presentationml.tags+xml"/>
  <Override PartName="/ppt/tags/tag1323.xml" ContentType="application/vnd.openxmlformats-officedocument.presentationml.tags+xml"/>
  <Override PartName="/ppt/tags/tag1324.xml" ContentType="application/vnd.openxmlformats-officedocument.presentationml.tags+xml"/>
  <Override PartName="/ppt/tags/tag1325.xml" ContentType="application/vnd.openxmlformats-officedocument.presentationml.tags+xml"/>
  <Override PartName="/ppt/tags/tag1326.xml" ContentType="application/vnd.openxmlformats-officedocument.presentationml.tags+xml"/>
  <Override PartName="/ppt/tags/tag1327.xml" ContentType="application/vnd.openxmlformats-officedocument.presentationml.tags+xml"/>
  <Override PartName="/ppt/tags/tag1328.xml" ContentType="application/vnd.openxmlformats-officedocument.presentationml.tags+xml"/>
  <Override PartName="/ppt/tags/tag1329.xml" ContentType="application/vnd.openxmlformats-officedocument.presentationml.tags+xml"/>
  <Override PartName="/ppt/tags/tag1330.xml" ContentType="application/vnd.openxmlformats-officedocument.presentationml.tags+xml"/>
  <Override PartName="/ppt/tags/tag1331.xml" ContentType="application/vnd.openxmlformats-officedocument.presentationml.tags+xml"/>
  <Override PartName="/ppt/tags/tag1332.xml" ContentType="application/vnd.openxmlformats-officedocument.presentationml.tags+xml"/>
  <Override PartName="/ppt/tags/tag1333.xml" ContentType="application/vnd.openxmlformats-officedocument.presentationml.tags+xml"/>
  <Override PartName="/ppt/tags/tag1334.xml" ContentType="application/vnd.openxmlformats-officedocument.presentationml.tags+xml"/>
  <Override PartName="/ppt/tags/tag1335.xml" ContentType="application/vnd.openxmlformats-officedocument.presentationml.tags+xml"/>
  <Override PartName="/ppt/tags/tag1336.xml" ContentType="application/vnd.openxmlformats-officedocument.presentationml.tags+xml"/>
  <Override PartName="/ppt/tags/tag1337.xml" ContentType="application/vnd.openxmlformats-officedocument.presentationml.tags+xml"/>
  <Override PartName="/ppt/tags/tag1338.xml" ContentType="application/vnd.openxmlformats-officedocument.presentationml.tags+xml"/>
  <Override PartName="/ppt/tags/tag1339.xml" ContentType="application/vnd.openxmlformats-officedocument.presentationml.tags+xml"/>
  <Override PartName="/ppt/tags/tag1340.xml" ContentType="application/vnd.openxmlformats-officedocument.presentationml.tags+xml"/>
  <Override PartName="/ppt/tags/tag1341.xml" ContentType="application/vnd.openxmlformats-officedocument.presentationml.tags+xml"/>
  <Override PartName="/ppt/tags/tag1342.xml" ContentType="application/vnd.openxmlformats-officedocument.presentationml.tags+xml"/>
  <Override PartName="/ppt/tags/tag1343.xml" ContentType="application/vnd.openxmlformats-officedocument.presentationml.tags+xml"/>
  <Override PartName="/ppt/tags/tag1344.xml" ContentType="application/vnd.openxmlformats-officedocument.presentationml.tags+xml"/>
  <Override PartName="/ppt/tags/tag1345.xml" ContentType="application/vnd.openxmlformats-officedocument.presentationml.tags+xml"/>
  <Override PartName="/ppt/tags/tag1346.xml" ContentType="application/vnd.openxmlformats-officedocument.presentationml.tags+xml"/>
  <Override PartName="/ppt/tags/tag1347.xml" ContentType="application/vnd.openxmlformats-officedocument.presentationml.tags+xml"/>
  <Override PartName="/ppt/tags/tag1348.xml" ContentType="application/vnd.openxmlformats-officedocument.presentationml.tags+xml"/>
  <Override PartName="/ppt/tags/tag1349.xml" ContentType="application/vnd.openxmlformats-officedocument.presentationml.tags+xml"/>
  <Override PartName="/ppt/tags/tag1350.xml" ContentType="application/vnd.openxmlformats-officedocument.presentationml.tags+xml"/>
  <Override PartName="/ppt/tags/tag1351.xml" ContentType="application/vnd.openxmlformats-officedocument.presentationml.tags+xml"/>
  <Override PartName="/ppt/tags/tag1352.xml" ContentType="application/vnd.openxmlformats-officedocument.presentationml.tags+xml"/>
  <Override PartName="/ppt/tags/tag1353.xml" ContentType="application/vnd.openxmlformats-officedocument.presentationml.tags+xml"/>
  <Override PartName="/ppt/tags/tag1354.xml" ContentType="application/vnd.openxmlformats-officedocument.presentationml.tags+xml"/>
  <Override PartName="/ppt/tags/tag1355.xml" ContentType="application/vnd.openxmlformats-officedocument.presentationml.tags+xml"/>
  <Override PartName="/ppt/tags/tag1356.xml" ContentType="application/vnd.openxmlformats-officedocument.presentationml.tags+xml"/>
  <Override PartName="/ppt/tags/tag1357.xml" ContentType="application/vnd.openxmlformats-officedocument.presentationml.tags+xml"/>
  <Override PartName="/ppt/tags/tag1358.xml" ContentType="application/vnd.openxmlformats-officedocument.presentationml.tags+xml"/>
  <Override PartName="/ppt/tags/tag1359.xml" ContentType="application/vnd.openxmlformats-officedocument.presentationml.tags+xml"/>
  <Override PartName="/ppt/tags/tag1360.xml" ContentType="application/vnd.openxmlformats-officedocument.presentationml.tags+xml"/>
  <Override PartName="/ppt/tags/tag1361.xml" ContentType="application/vnd.openxmlformats-officedocument.presentationml.tags+xml"/>
  <Override PartName="/ppt/tags/tag1362.xml" ContentType="application/vnd.openxmlformats-officedocument.presentationml.tags+xml"/>
  <Override PartName="/ppt/tags/tag1363.xml" ContentType="application/vnd.openxmlformats-officedocument.presentationml.tags+xml"/>
  <Override PartName="/ppt/tags/tag1364.xml" ContentType="application/vnd.openxmlformats-officedocument.presentationml.tags+xml"/>
  <Override PartName="/ppt/tags/tag1365.xml" ContentType="application/vnd.openxmlformats-officedocument.presentationml.tags+xml"/>
  <Override PartName="/ppt/tags/tag1366.xml" ContentType="application/vnd.openxmlformats-officedocument.presentationml.tags+xml"/>
  <Override PartName="/ppt/tags/tag1367.xml" ContentType="application/vnd.openxmlformats-officedocument.presentationml.tags+xml"/>
  <Override PartName="/ppt/tags/tag1368.xml" ContentType="application/vnd.openxmlformats-officedocument.presentationml.tags+xml"/>
  <Override PartName="/ppt/tags/tag1369.xml" ContentType="application/vnd.openxmlformats-officedocument.presentationml.tags+xml"/>
  <Override PartName="/ppt/tags/tag1370.xml" ContentType="application/vnd.openxmlformats-officedocument.presentationml.tags+xml"/>
  <Override PartName="/ppt/tags/tag1371.xml" ContentType="application/vnd.openxmlformats-officedocument.presentationml.tags+xml"/>
  <Override PartName="/ppt/tags/tag1372.xml" ContentType="application/vnd.openxmlformats-officedocument.presentationml.tags+xml"/>
  <Override PartName="/ppt/tags/tag1373.xml" ContentType="application/vnd.openxmlformats-officedocument.presentationml.tags+xml"/>
  <Override PartName="/ppt/tags/tag1374.xml" ContentType="application/vnd.openxmlformats-officedocument.presentationml.tags+xml"/>
  <Override PartName="/ppt/tags/tag1375.xml" ContentType="application/vnd.openxmlformats-officedocument.presentationml.tags+xml"/>
  <Override PartName="/ppt/tags/tag1376.xml" ContentType="application/vnd.openxmlformats-officedocument.presentationml.tags+xml"/>
  <Override PartName="/ppt/tags/tag1377.xml" ContentType="application/vnd.openxmlformats-officedocument.presentationml.tags+xml"/>
  <Override PartName="/ppt/tags/tag1378.xml" ContentType="application/vnd.openxmlformats-officedocument.presentationml.tags+xml"/>
  <Override PartName="/ppt/tags/tag1379.xml" ContentType="application/vnd.openxmlformats-officedocument.presentationml.tags+xml"/>
  <Override PartName="/ppt/tags/tag1380.xml" ContentType="application/vnd.openxmlformats-officedocument.presentationml.tags+xml"/>
  <Override PartName="/ppt/tags/tag1381.xml" ContentType="application/vnd.openxmlformats-officedocument.presentationml.tags+xml"/>
  <Override PartName="/ppt/tags/tag1382.xml" ContentType="application/vnd.openxmlformats-officedocument.presentationml.tags+xml"/>
  <Override PartName="/ppt/tags/tag1383.xml" ContentType="application/vnd.openxmlformats-officedocument.presentationml.tags+xml"/>
  <Override PartName="/ppt/tags/tag1384.xml" ContentType="application/vnd.openxmlformats-officedocument.presentationml.tags+xml"/>
  <Override PartName="/ppt/tags/tag1385.xml" ContentType="application/vnd.openxmlformats-officedocument.presentationml.tags+xml"/>
  <Override PartName="/ppt/tags/tag1386.xml" ContentType="application/vnd.openxmlformats-officedocument.presentationml.tags+xml"/>
  <Override PartName="/ppt/tags/tag1387.xml" ContentType="application/vnd.openxmlformats-officedocument.presentationml.tags+xml"/>
  <Override PartName="/ppt/tags/tag1388.xml" ContentType="application/vnd.openxmlformats-officedocument.presentationml.tags+xml"/>
  <Override PartName="/ppt/tags/tag1389.xml" ContentType="application/vnd.openxmlformats-officedocument.presentationml.tags+xml"/>
  <Override PartName="/ppt/tags/tag1390.xml" ContentType="application/vnd.openxmlformats-officedocument.presentationml.tags+xml"/>
  <Override PartName="/ppt/tags/tag1391.xml" ContentType="application/vnd.openxmlformats-officedocument.presentationml.tags+xml"/>
  <Override PartName="/ppt/tags/tag1392.xml" ContentType="application/vnd.openxmlformats-officedocument.presentationml.tags+xml"/>
  <Override PartName="/ppt/tags/tag1393.xml" ContentType="application/vnd.openxmlformats-officedocument.presentationml.tags+xml"/>
  <Override PartName="/ppt/tags/tag1394.xml" ContentType="application/vnd.openxmlformats-officedocument.presentationml.tags+xml"/>
  <Override PartName="/ppt/tags/tag1395.xml" ContentType="application/vnd.openxmlformats-officedocument.presentationml.tags+xml"/>
  <Override PartName="/ppt/tags/tag1396.xml" ContentType="application/vnd.openxmlformats-officedocument.presentationml.tags+xml"/>
  <Override PartName="/ppt/tags/tag1397.xml" ContentType="application/vnd.openxmlformats-officedocument.presentationml.tags+xml"/>
  <Override PartName="/ppt/tags/tag1398.xml" ContentType="application/vnd.openxmlformats-officedocument.presentationml.tags+xml"/>
  <Override PartName="/ppt/tags/tag1399.xml" ContentType="application/vnd.openxmlformats-officedocument.presentationml.tags+xml"/>
  <Override PartName="/ppt/tags/tag1400.xml" ContentType="application/vnd.openxmlformats-officedocument.presentationml.tags+xml"/>
  <Override PartName="/ppt/tags/tag1401.xml" ContentType="application/vnd.openxmlformats-officedocument.presentationml.tags+xml"/>
  <Override PartName="/ppt/tags/tag1402.xml" ContentType="application/vnd.openxmlformats-officedocument.presentationml.tags+xml"/>
  <Override PartName="/ppt/tags/tag1403.xml" ContentType="application/vnd.openxmlformats-officedocument.presentationml.tags+xml"/>
  <Override PartName="/ppt/tags/tag1404.xml" ContentType="application/vnd.openxmlformats-officedocument.presentationml.tags+xml"/>
  <Override PartName="/ppt/tags/tag1405.xml" ContentType="application/vnd.openxmlformats-officedocument.presentationml.tags+xml"/>
  <Override PartName="/ppt/tags/tag1406.xml" ContentType="application/vnd.openxmlformats-officedocument.presentationml.tags+xml"/>
  <Override PartName="/ppt/tags/tag1407.xml" ContentType="application/vnd.openxmlformats-officedocument.presentationml.tags+xml"/>
  <Override PartName="/ppt/tags/tag1408.xml" ContentType="application/vnd.openxmlformats-officedocument.presentationml.tags+xml"/>
  <Override PartName="/ppt/tags/tag1409.xml" ContentType="application/vnd.openxmlformats-officedocument.presentationml.tags+xml"/>
  <Override PartName="/ppt/tags/tag1410.xml" ContentType="application/vnd.openxmlformats-officedocument.presentationml.tags+xml"/>
  <Override PartName="/ppt/tags/tag1411.xml" ContentType="application/vnd.openxmlformats-officedocument.presentationml.tags+xml"/>
  <Override PartName="/ppt/tags/tag1412.xml" ContentType="application/vnd.openxmlformats-officedocument.presentationml.tags+xml"/>
  <Override PartName="/ppt/tags/tag1413.xml" ContentType="application/vnd.openxmlformats-officedocument.presentationml.tags+xml"/>
  <Override PartName="/ppt/tags/tag1414.xml" ContentType="application/vnd.openxmlformats-officedocument.presentationml.tags+xml"/>
  <Override PartName="/ppt/tags/tag1415.xml" ContentType="application/vnd.openxmlformats-officedocument.presentationml.tags+xml"/>
  <Override PartName="/ppt/tags/tag1416.xml" ContentType="application/vnd.openxmlformats-officedocument.presentationml.tags+xml"/>
  <Override PartName="/ppt/tags/tag1417.xml" ContentType="application/vnd.openxmlformats-officedocument.presentationml.tags+xml"/>
  <Override PartName="/ppt/tags/tag1418.xml" ContentType="application/vnd.openxmlformats-officedocument.presentationml.tags+xml"/>
  <Override PartName="/ppt/tags/tag1419.xml" ContentType="application/vnd.openxmlformats-officedocument.presentationml.tags+xml"/>
  <Override PartName="/ppt/tags/tag1420.xml" ContentType="application/vnd.openxmlformats-officedocument.presentationml.tags+xml"/>
  <Override PartName="/ppt/tags/tag1421.xml" ContentType="application/vnd.openxmlformats-officedocument.presentationml.tags+xml"/>
  <Override PartName="/ppt/tags/tag1422.xml" ContentType="application/vnd.openxmlformats-officedocument.presentationml.tags+xml"/>
  <Override PartName="/ppt/tags/tag1423.xml" ContentType="application/vnd.openxmlformats-officedocument.presentationml.tags+xml"/>
  <Override PartName="/ppt/tags/tag1424.xml" ContentType="application/vnd.openxmlformats-officedocument.presentationml.tags+xml"/>
  <Override PartName="/ppt/tags/tag1425.xml" ContentType="application/vnd.openxmlformats-officedocument.presentationml.tags+xml"/>
  <Override PartName="/ppt/tags/tag1426.xml" ContentType="application/vnd.openxmlformats-officedocument.presentationml.tags+xml"/>
  <Override PartName="/ppt/tags/tag1427.xml" ContentType="application/vnd.openxmlformats-officedocument.presentationml.tags+xml"/>
  <Override PartName="/ppt/tags/tag1428.xml" ContentType="application/vnd.openxmlformats-officedocument.presentationml.tags+xml"/>
  <Override PartName="/ppt/tags/tag1429.xml" ContentType="application/vnd.openxmlformats-officedocument.presentationml.tags+xml"/>
  <Override PartName="/ppt/tags/tag1430.xml" ContentType="application/vnd.openxmlformats-officedocument.presentationml.tags+xml"/>
  <Override PartName="/ppt/tags/tag1431.xml" ContentType="application/vnd.openxmlformats-officedocument.presentationml.tags+xml"/>
  <Override PartName="/ppt/tags/tag1432.xml" ContentType="application/vnd.openxmlformats-officedocument.presentationml.tags+xml"/>
  <Override PartName="/ppt/tags/tag1433.xml" ContentType="application/vnd.openxmlformats-officedocument.presentationml.tags+xml"/>
  <Override PartName="/ppt/tags/tag1434.xml" ContentType="application/vnd.openxmlformats-officedocument.presentationml.tags+xml"/>
  <Override PartName="/ppt/tags/tag1435.xml" ContentType="application/vnd.openxmlformats-officedocument.presentationml.tags+xml"/>
  <Override PartName="/ppt/tags/tag1436.xml" ContentType="application/vnd.openxmlformats-officedocument.presentationml.tags+xml"/>
  <Override PartName="/ppt/tags/tag1437.xml" ContentType="application/vnd.openxmlformats-officedocument.presentationml.tags+xml"/>
  <Override PartName="/ppt/tags/tag1438.xml" ContentType="application/vnd.openxmlformats-officedocument.presentationml.tags+xml"/>
  <Override PartName="/ppt/tags/tag1439.xml" ContentType="application/vnd.openxmlformats-officedocument.presentationml.tags+xml"/>
  <Override PartName="/ppt/tags/tag1440.xml" ContentType="application/vnd.openxmlformats-officedocument.presentationml.tags+xml"/>
  <Override PartName="/ppt/tags/tag1441.xml" ContentType="application/vnd.openxmlformats-officedocument.presentationml.tags+xml"/>
  <Override PartName="/ppt/tags/tag1442.xml" ContentType="application/vnd.openxmlformats-officedocument.presentationml.tags+xml"/>
  <Override PartName="/ppt/tags/tag1443.xml" ContentType="application/vnd.openxmlformats-officedocument.presentationml.tags+xml"/>
  <Override PartName="/ppt/tags/tag1444.xml" ContentType="application/vnd.openxmlformats-officedocument.presentationml.tags+xml"/>
  <Override PartName="/ppt/tags/tag1445.xml" ContentType="application/vnd.openxmlformats-officedocument.presentationml.tags+xml"/>
  <Override PartName="/ppt/tags/tag1446.xml" ContentType="application/vnd.openxmlformats-officedocument.presentationml.tags+xml"/>
  <Override PartName="/ppt/tags/tag1447.xml" ContentType="application/vnd.openxmlformats-officedocument.presentationml.tags+xml"/>
  <Override PartName="/ppt/tags/tag1448.xml" ContentType="application/vnd.openxmlformats-officedocument.presentationml.tags+xml"/>
  <Override PartName="/ppt/tags/tag1449.xml" ContentType="application/vnd.openxmlformats-officedocument.presentationml.tags+xml"/>
  <Override PartName="/ppt/tags/tag1450.xml" ContentType="application/vnd.openxmlformats-officedocument.presentationml.tags+xml"/>
  <Override PartName="/ppt/tags/tag1451.xml" ContentType="application/vnd.openxmlformats-officedocument.presentationml.tags+xml"/>
  <Override PartName="/ppt/tags/tag1452.xml" ContentType="application/vnd.openxmlformats-officedocument.presentationml.tags+xml"/>
  <Override PartName="/ppt/tags/tag1453.xml" ContentType="application/vnd.openxmlformats-officedocument.presentationml.tags+xml"/>
  <Override PartName="/ppt/tags/tag1454.xml" ContentType="application/vnd.openxmlformats-officedocument.presentationml.tags+xml"/>
  <Override PartName="/ppt/tags/tag1455.xml" ContentType="application/vnd.openxmlformats-officedocument.presentationml.tags+xml"/>
  <Override PartName="/ppt/tags/tag1456.xml" ContentType="application/vnd.openxmlformats-officedocument.presentationml.tags+xml"/>
  <Override PartName="/ppt/tags/tag1457.xml" ContentType="application/vnd.openxmlformats-officedocument.presentationml.tags+xml"/>
  <Override PartName="/ppt/tags/tag1458.xml" ContentType="application/vnd.openxmlformats-officedocument.presentationml.tags+xml"/>
  <Override PartName="/ppt/tags/tag1459.xml" ContentType="application/vnd.openxmlformats-officedocument.presentationml.tags+xml"/>
  <Override PartName="/ppt/tags/tag1460.xml" ContentType="application/vnd.openxmlformats-officedocument.presentationml.tags+xml"/>
  <Override PartName="/ppt/tags/tag1461.xml" ContentType="application/vnd.openxmlformats-officedocument.presentationml.tags+xml"/>
  <Override PartName="/ppt/tags/tag1462.xml" ContentType="application/vnd.openxmlformats-officedocument.presentationml.tags+xml"/>
  <Override PartName="/ppt/tags/tag1463.xml" ContentType="application/vnd.openxmlformats-officedocument.presentationml.tags+xml"/>
  <Override PartName="/ppt/tags/tag1464.xml" ContentType="application/vnd.openxmlformats-officedocument.presentationml.tags+xml"/>
  <Override PartName="/ppt/tags/tag1465.xml" ContentType="application/vnd.openxmlformats-officedocument.presentationml.tags+xml"/>
  <Override PartName="/ppt/tags/tag1466.xml" ContentType="application/vnd.openxmlformats-officedocument.presentationml.tags+xml"/>
  <Override PartName="/ppt/tags/tag1467.xml" ContentType="application/vnd.openxmlformats-officedocument.presentationml.tags+xml"/>
  <Override PartName="/ppt/tags/tag1468.xml" ContentType="application/vnd.openxmlformats-officedocument.presentationml.tags+xml"/>
  <Override PartName="/ppt/tags/tag1469.xml" ContentType="application/vnd.openxmlformats-officedocument.presentationml.tags+xml"/>
  <Override PartName="/ppt/tags/tag1470.xml" ContentType="application/vnd.openxmlformats-officedocument.presentationml.tags+xml"/>
  <Override PartName="/ppt/tags/tag1471.xml" ContentType="application/vnd.openxmlformats-officedocument.presentationml.tags+xml"/>
  <Override PartName="/ppt/notesSlides/notesSlide14.xml" ContentType="application/vnd.openxmlformats-officedocument.presentationml.notesSlide+xml"/>
  <Override PartName="/ppt/tags/tag1472.xml" ContentType="application/vnd.openxmlformats-officedocument.presentationml.tags+xml"/>
  <Override PartName="/ppt/tags/tag1473.xml" ContentType="application/vnd.openxmlformats-officedocument.presentationml.tags+xml"/>
  <Override PartName="/ppt/tags/tag1474.xml" ContentType="application/vnd.openxmlformats-officedocument.presentationml.tags+xml"/>
  <Override PartName="/ppt/tags/tag1475.xml" ContentType="application/vnd.openxmlformats-officedocument.presentationml.tags+xml"/>
  <Override PartName="/ppt/tags/tag1476.xml" ContentType="application/vnd.openxmlformats-officedocument.presentationml.tags+xml"/>
  <Override PartName="/ppt/tags/tag1477.xml" ContentType="application/vnd.openxmlformats-officedocument.presentationml.tags+xml"/>
  <Override PartName="/ppt/tags/tag1478.xml" ContentType="application/vnd.openxmlformats-officedocument.presentationml.tags+xml"/>
  <Override PartName="/ppt/tags/tag1479.xml" ContentType="application/vnd.openxmlformats-officedocument.presentationml.tags+xml"/>
  <Override PartName="/ppt/tags/tag1480.xml" ContentType="application/vnd.openxmlformats-officedocument.presentationml.tags+xml"/>
  <Override PartName="/ppt/tags/tag1481.xml" ContentType="application/vnd.openxmlformats-officedocument.presentationml.tags+xml"/>
  <Override PartName="/ppt/tags/tag1482.xml" ContentType="application/vnd.openxmlformats-officedocument.presentationml.tags+xml"/>
  <Override PartName="/ppt/tags/tag1483.xml" ContentType="application/vnd.openxmlformats-officedocument.presentationml.tags+xml"/>
  <Override PartName="/ppt/tags/tag1484.xml" ContentType="application/vnd.openxmlformats-officedocument.presentationml.tags+xml"/>
  <Override PartName="/ppt/tags/tag1485.xml" ContentType="application/vnd.openxmlformats-officedocument.presentationml.tags+xml"/>
  <Override PartName="/ppt/tags/tag1486.xml" ContentType="application/vnd.openxmlformats-officedocument.presentationml.tags+xml"/>
  <Override PartName="/ppt/tags/tag1487.xml" ContentType="application/vnd.openxmlformats-officedocument.presentationml.tags+xml"/>
  <Override PartName="/ppt/tags/tag1488.xml" ContentType="application/vnd.openxmlformats-officedocument.presentationml.tags+xml"/>
  <Override PartName="/ppt/tags/tag1489.xml" ContentType="application/vnd.openxmlformats-officedocument.presentationml.tags+xml"/>
  <Override PartName="/ppt/tags/tag1490.xml" ContentType="application/vnd.openxmlformats-officedocument.presentationml.tags+xml"/>
  <Override PartName="/ppt/tags/tag1491.xml" ContentType="application/vnd.openxmlformats-officedocument.presentationml.tags+xml"/>
  <Override PartName="/ppt/tags/tag1492.xml" ContentType="application/vnd.openxmlformats-officedocument.presentationml.tags+xml"/>
  <Override PartName="/ppt/tags/tag1493.xml" ContentType="application/vnd.openxmlformats-officedocument.presentationml.tags+xml"/>
  <Override PartName="/ppt/tags/tag1494.xml" ContentType="application/vnd.openxmlformats-officedocument.presentationml.tags+xml"/>
  <Override PartName="/ppt/tags/tag1495.xml" ContentType="application/vnd.openxmlformats-officedocument.presentationml.tags+xml"/>
  <Override PartName="/ppt/tags/tag1496.xml" ContentType="application/vnd.openxmlformats-officedocument.presentationml.tags+xml"/>
  <Override PartName="/ppt/tags/tag1497.xml" ContentType="application/vnd.openxmlformats-officedocument.presentationml.tags+xml"/>
  <Override PartName="/ppt/tags/tag1498.xml" ContentType="application/vnd.openxmlformats-officedocument.presentationml.tags+xml"/>
  <Override PartName="/ppt/tags/tag1499.xml" ContentType="application/vnd.openxmlformats-officedocument.presentationml.tags+xml"/>
  <Override PartName="/ppt/tags/tag1500.xml" ContentType="application/vnd.openxmlformats-officedocument.presentationml.tags+xml"/>
  <Override PartName="/ppt/tags/tag1501.xml" ContentType="application/vnd.openxmlformats-officedocument.presentationml.tags+xml"/>
  <Override PartName="/ppt/tags/tag1502.xml" ContentType="application/vnd.openxmlformats-officedocument.presentationml.tags+xml"/>
  <Override PartName="/ppt/tags/tag1503.xml" ContentType="application/vnd.openxmlformats-officedocument.presentationml.tags+xml"/>
  <Override PartName="/ppt/tags/tag1504.xml" ContentType="application/vnd.openxmlformats-officedocument.presentationml.tags+xml"/>
  <Override PartName="/ppt/tags/tag1505.xml" ContentType="application/vnd.openxmlformats-officedocument.presentationml.tags+xml"/>
  <Override PartName="/ppt/tags/tag1506.xml" ContentType="application/vnd.openxmlformats-officedocument.presentationml.tags+xml"/>
  <Override PartName="/ppt/tags/tag1507.xml" ContentType="application/vnd.openxmlformats-officedocument.presentationml.tags+xml"/>
  <Override PartName="/ppt/tags/tag1508.xml" ContentType="application/vnd.openxmlformats-officedocument.presentationml.tags+xml"/>
  <Override PartName="/ppt/tags/tag1509.xml" ContentType="application/vnd.openxmlformats-officedocument.presentationml.tags+xml"/>
  <Override PartName="/ppt/tags/tag1510.xml" ContentType="application/vnd.openxmlformats-officedocument.presentationml.tags+xml"/>
  <Override PartName="/ppt/tags/tag1511.xml" ContentType="application/vnd.openxmlformats-officedocument.presentationml.tags+xml"/>
  <Override PartName="/ppt/tags/tag1512.xml" ContentType="application/vnd.openxmlformats-officedocument.presentationml.tags+xml"/>
  <Override PartName="/ppt/tags/tag1513.xml" ContentType="application/vnd.openxmlformats-officedocument.presentationml.tags+xml"/>
  <Override PartName="/ppt/tags/tag1514.xml" ContentType="application/vnd.openxmlformats-officedocument.presentationml.tags+xml"/>
  <Override PartName="/ppt/tags/tag1515.xml" ContentType="application/vnd.openxmlformats-officedocument.presentationml.tags+xml"/>
  <Override PartName="/ppt/tags/tag1516.xml" ContentType="application/vnd.openxmlformats-officedocument.presentationml.tags+xml"/>
  <Override PartName="/ppt/tags/tag1517.xml" ContentType="application/vnd.openxmlformats-officedocument.presentationml.tags+xml"/>
  <Override PartName="/ppt/tags/tag1518.xml" ContentType="application/vnd.openxmlformats-officedocument.presentationml.tags+xml"/>
  <Override PartName="/ppt/tags/tag1519.xml" ContentType="application/vnd.openxmlformats-officedocument.presentationml.tags+xml"/>
  <Override PartName="/ppt/tags/tag1520.xml" ContentType="application/vnd.openxmlformats-officedocument.presentationml.tags+xml"/>
  <Override PartName="/ppt/tags/tag1521.xml" ContentType="application/vnd.openxmlformats-officedocument.presentationml.tags+xml"/>
  <Override PartName="/ppt/tags/tag1522.xml" ContentType="application/vnd.openxmlformats-officedocument.presentationml.tags+xml"/>
  <Override PartName="/ppt/tags/tag1523.xml" ContentType="application/vnd.openxmlformats-officedocument.presentationml.tags+xml"/>
  <Override PartName="/ppt/tags/tag1524.xml" ContentType="application/vnd.openxmlformats-officedocument.presentationml.tags+xml"/>
  <Override PartName="/ppt/tags/tag1525.xml" ContentType="application/vnd.openxmlformats-officedocument.presentationml.tags+xml"/>
  <Override PartName="/ppt/tags/tag1526.xml" ContentType="application/vnd.openxmlformats-officedocument.presentationml.tags+xml"/>
  <Override PartName="/ppt/tags/tag1527.xml" ContentType="application/vnd.openxmlformats-officedocument.presentationml.tags+xml"/>
  <Override PartName="/ppt/tags/tag1528.xml" ContentType="application/vnd.openxmlformats-officedocument.presentationml.tags+xml"/>
  <Override PartName="/ppt/tags/tag1529.xml" ContentType="application/vnd.openxmlformats-officedocument.presentationml.tags+xml"/>
  <Override PartName="/ppt/tags/tag1530.xml" ContentType="application/vnd.openxmlformats-officedocument.presentationml.tags+xml"/>
  <Override PartName="/ppt/tags/tag1531.xml" ContentType="application/vnd.openxmlformats-officedocument.presentationml.tags+xml"/>
  <Override PartName="/ppt/tags/tag1532.xml" ContentType="application/vnd.openxmlformats-officedocument.presentationml.tags+xml"/>
  <Override PartName="/ppt/tags/tag1533.xml" ContentType="application/vnd.openxmlformats-officedocument.presentationml.tags+xml"/>
  <Override PartName="/ppt/tags/tag1534.xml" ContentType="application/vnd.openxmlformats-officedocument.presentationml.tags+xml"/>
  <Override PartName="/ppt/tags/tag1535.xml" ContentType="application/vnd.openxmlformats-officedocument.presentationml.tags+xml"/>
  <Override PartName="/ppt/tags/tag1536.xml" ContentType="application/vnd.openxmlformats-officedocument.presentationml.tags+xml"/>
  <Override PartName="/ppt/tags/tag1537.xml" ContentType="application/vnd.openxmlformats-officedocument.presentationml.tags+xml"/>
  <Override PartName="/ppt/tags/tag1538.xml" ContentType="application/vnd.openxmlformats-officedocument.presentationml.tags+xml"/>
  <Override PartName="/ppt/tags/tag1539.xml" ContentType="application/vnd.openxmlformats-officedocument.presentationml.tags+xml"/>
  <Override PartName="/ppt/tags/tag1540.xml" ContentType="application/vnd.openxmlformats-officedocument.presentationml.tags+xml"/>
  <Override PartName="/ppt/tags/tag1541.xml" ContentType="application/vnd.openxmlformats-officedocument.presentationml.tags+xml"/>
  <Override PartName="/ppt/tags/tag1542.xml" ContentType="application/vnd.openxmlformats-officedocument.presentationml.tags+xml"/>
  <Override PartName="/ppt/tags/tag1543.xml" ContentType="application/vnd.openxmlformats-officedocument.presentationml.tags+xml"/>
  <Override PartName="/ppt/tags/tag1544.xml" ContentType="application/vnd.openxmlformats-officedocument.presentationml.tags+xml"/>
  <Override PartName="/ppt/tags/tag1545.xml" ContentType="application/vnd.openxmlformats-officedocument.presentationml.tags+xml"/>
  <Override PartName="/ppt/tags/tag1546.xml" ContentType="application/vnd.openxmlformats-officedocument.presentationml.tags+xml"/>
  <Override PartName="/ppt/tags/tag1547.xml" ContentType="application/vnd.openxmlformats-officedocument.presentationml.tags+xml"/>
  <Override PartName="/ppt/tags/tag1548.xml" ContentType="application/vnd.openxmlformats-officedocument.presentationml.tags+xml"/>
  <Override PartName="/ppt/tags/tag1549.xml" ContentType="application/vnd.openxmlformats-officedocument.presentationml.tags+xml"/>
  <Override PartName="/ppt/tags/tag1550.xml" ContentType="application/vnd.openxmlformats-officedocument.presentationml.tags+xml"/>
  <Override PartName="/ppt/tags/tag1551.xml" ContentType="application/vnd.openxmlformats-officedocument.presentationml.tags+xml"/>
  <Override PartName="/ppt/tags/tag1552.xml" ContentType="application/vnd.openxmlformats-officedocument.presentationml.tags+xml"/>
  <Override PartName="/ppt/tags/tag1553.xml" ContentType="application/vnd.openxmlformats-officedocument.presentationml.tags+xml"/>
  <Override PartName="/ppt/tags/tag1554.xml" ContentType="application/vnd.openxmlformats-officedocument.presentationml.tags+xml"/>
  <Override PartName="/ppt/tags/tag1555.xml" ContentType="application/vnd.openxmlformats-officedocument.presentationml.tags+xml"/>
  <Override PartName="/ppt/tags/tag1556.xml" ContentType="application/vnd.openxmlformats-officedocument.presentationml.tags+xml"/>
  <Override PartName="/ppt/tags/tag1557.xml" ContentType="application/vnd.openxmlformats-officedocument.presentationml.tags+xml"/>
  <Override PartName="/ppt/tags/tag1558.xml" ContentType="application/vnd.openxmlformats-officedocument.presentationml.tags+xml"/>
  <Override PartName="/ppt/tags/tag1559.xml" ContentType="application/vnd.openxmlformats-officedocument.presentationml.tags+xml"/>
  <Override PartName="/ppt/tags/tag1560.xml" ContentType="application/vnd.openxmlformats-officedocument.presentationml.tags+xml"/>
  <Override PartName="/ppt/tags/tag1561.xml" ContentType="application/vnd.openxmlformats-officedocument.presentationml.tags+xml"/>
  <Override PartName="/ppt/tags/tag1562.xml" ContentType="application/vnd.openxmlformats-officedocument.presentationml.tags+xml"/>
  <Override PartName="/ppt/tags/tag1563.xml" ContentType="application/vnd.openxmlformats-officedocument.presentationml.tags+xml"/>
  <Override PartName="/ppt/tags/tag1564.xml" ContentType="application/vnd.openxmlformats-officedocument.presentationml.tags+xml"/>
  <Override PartName="/ppt/tags/tag1565.xml" ContentType="application/vnd.openxmlformats-officedocument.presentationml.tags+xml"/>
  <Override PartName="/ppt/tags/tag1566.xml" ContentType="application/vnd.openxmlformats-officedocument.presentationml.tags+xml"/>
  <Override PartName="/ppt/tags/tag1567.xml" ContentType="application/vnd.openxmlformats-officedocument.presentationml.tags+xml"/>
  <Override PartName="/ppt/tags/tag1568.xml" ContentType="application/vnd.openxmlformats-officedocument.presentationml.tags+xml"/>
  <Override PartName="/ppt/tags/tag1569.xml" ContentType="application/vnd.openxmlformats-officedocument.presentationml.tags+xml"/>
  <Override PartName="/ppt/tags/tag1570.xml" ContentType="application/vnd.openxmlformats-officedocument.presentationml.tags+xml"/>
  <Override PartName="/ppt/tags/tag1571.xml" ContentType="application/vnd.openxmlformats-officedocument.presentationml.tags+xml"/>
  <Override PartName="/ppt/tags/tag1572.xml" ContentType="application/vnd.openxmlformats-officedocument.presentationml.tags+xml"/>
  <Override PartName="/ppt/tags/tag1573.xml" ContentType="application/vnd.openxmlformats-officedocument.presentationml.tags+xml"/>
  <Override PartName="/ppt/tags/tag1574.xml" ContentType="application/vnd.openxmlformats-officedocument.presentationml.tags+xml"/>
  <Override PartName="/ppt/tags/tag1575.xml" ContentType="application/vnd.openxmlformats-officedocument.presentationml.tags+xml"/>
  <Override PartName="/ppt/tags/tag1576.xml" ContentType="application/vnd.openxmlformats-officedocument.presentationml.tags+xml"/>
  <Override PartName="/ppt/tags/tag1577.xml" ContentType="application/vnd.openxmlformats-officedocument.presentationml.tags+xml"/>
  <Override PartName="/ppt/tags/tag1578.xml" ContentType="application/vnd.openxmlformats-officedocument.presentationml.tags+xml"/>
  <Override PartName="/ppt/tags/tag1579.xml" ContentType="application/vnd.openxmlformats-officedocument.presentationml.tags+xml"/>
  <Override PartName="/ppt/tags/tag1580.xml" ContentType="application/vnd.openxmlformats-officedocument.presentationml.tags+xml"/>
  <Override PartName="/ppt/tags/tag1581.xml" ContentType="application/vnd.openxmlformats-officedocument.presentationml.tags+xml"/>
  <Override PartName="/ppt/tags/tag1582.xml" ContentType="application/vnd.openxmlformats-officedocument.presentationml.tags+xml"/>
  <Override PartName="/ppt/tags/tag1583.xml" ContentType="application/vnd.openxmlformats-officedocument.presentationml.tags+xml"/>
  <Override PartName="/ppt/tags/tag1584.xml" ContentType="application/vnd.openxmlformats-officedocument.presentationml.tags+xml"/>
  <Override PartName="/ppt/tags/tag1585.xml" ContentType="application/vnd.openxmlformats-officedocument.presentationml.tags+xml"/>
  <Override PartName="/ppt/tags/tag1586.xml" ContentType="application/vnd.openxmlformats-officedocument.presentationml.tags+xml"/>
  <Override PartName="/ppt/tags/tag1587.xml" ContentType="application/vnd.openxmlformats-officedocument.presentationml.tags+xml"/>
  <Override PartName="/ppt/tags/tag1588.xml" ContentType="application/vnd.openxmlformats-officedocument.presentationml.tags+xml"/>
  <Override PartName="/ppt/tags/tag1589.xml" ContentType="application/vnd.openxmlformats-officedocument.presentationml.tags+xml"/>
  <Override PartName="/ppt/tags/tag1590.xml" ContentType="application/vnd.openxmlformats-officedocument.presentationml.tags+xml"/>
  <Override PartName="/ppt/tags/tag1591.xml" ContentType="application/vnd.openxmlformats-officedocument.presentationml.tags+xml"/>
  <Override PartName="/ppt/tags/tag1592.xml" ContentType="application/vnd.openxmlformats-officedocument.presentationml.tags+xml"/>
  <Override PartName="/ppt/tags/tag1593.xml" ContentType="application/vnd.openxmlformats-officedocument.presentationml.tags+xml"/>
  <Override PartName="/ppt/tags/tag1594.xml" ContentType="application/vnd.openxmlformats-officedocument.presentationml.tags+xml"/>
  <Override PartName="/ppt/tags/tag1595.xml" ContentType="application/vnd.openxmlformats-officedocument.presentationml.tags+xml"/>
  <Override PartName="/ppt/tags/tag1596.xml" ContentType="application/vnd.openxmlformats-officedocument.presentationml.tags+xml"/>
  <Override PartName="/ppt/tags/tag1597.xml" ContentType="application/vnd.openxmlformats-officedocument.presentationml.tags+xml"/>
  <Override PartName="/ppt/tags/tag1598.xml" ContentType="application/vnd.openxmlformats-officedocument.presentationml.tags+xml"/>
  <Override PartName="/ppt/tags/tag1599.xml" ContentType="application/vnd.openxmlformats-officedocument.presentationml.tags+xml"/>
  <Override PartName="/ppt/tags/tag1600.xml" ContentType="application/vnd.openxmlformats-officedocument.presentationml.tags+xml"/>
  <Override PartName="/ppt/tags/tag1601.xml" ContentType="application/vnd.openxmlformats-officedocument.presentationml.tags+xml"/>
  <Override PartName="/ppt/tags/tag1602.xml" ContentType="application/vnd.openxmlformats-officedocument.presentationml.tags+xml"/>
  <Override PartName="/ppt/tags/tag1603.xml" ContentType="application/vnd.openxmlformats-officedocument.presentationml.tags+xml"/>
  <Override PartName="/ppt/tags/tag1604.xml" ContentType="application/vnd.openxmlformats-officedocument.presentationml.tags+xml"/>
  <Override PartName="/ppt/tags/tag1605.xml" ContentType="application/vnd.openxmlformats-officedocument.presentationml.tags+xml"/>
  <Override PartName="/ppt/tags/tag1606.xml" ContentType="application/vnd.openxmlformats-officedocument.presentationml.tags+xml"/>
  <Override PartName="/ppt/tags/tag1607.xml" ContentType="application/vnd.openxmlformats-officedocument.presentationml.tags+xml"/>
  <Override PartName="/ppt/tags/tag1608.xml" ContentType="application/vnd.openxmlformats-officedocument.presentationml.tags+xml"/>
  <Override PartName="/ppt/tags/tag1609.xml" ContentType="application/vnd.openxmlformats-officedocument.presentationml.tags+xml"/>
  <Override PartName="/ppt/tags/tag1610.xml" ContentType="application/vnd.openxmlformats-officedocument.presentationml.tags+xml"/>
  <Override PartName="/ppt/notesSlides/notesSlide15.xml" ContentType="application/vnd.openxmlformats-officedocument.presentationml.notesSlide+xml"/>
  <Override PartName="/ppt/tags/tag1611.xml" ContentType="application/vnd.openxmlformats-officedocument.presentationml.tags+xml"/>
  <Override PartName="/ppt/tags/tag1612.xml" ContentType="application/vnd.openxmlformats-officedocument.presentationml.tags+xml"/>
  <Override PartName="/ppt/tags/tag1613.xml" ContentType="application/vnd.openxmlformats-officedocument.presentationml.tags+xml"/>
  <Override PartName="/ppt/tags/tag1614.xml" ContentType="application/vnd.openxmlformats-officedocument.presentationml.tags+xml"/>
  <Override PartName="/ppt/tags/tag1615.xml" ContentType="application/vnd.openxmlformats-officedocument.presentationml.tags+xml"/>
  <Override PartName="/ppt/tags/tag1616.xml" ContentType="application/vnd.openxmlformats-officedocument.presentationml.tags+xml"/>
  <Override PartName="/ppt/tags/tag1617.xml" ContentType="application/vnd.openxmlformats-officedocument.presentationml.tags+xml"/>
  <Override PartName="/ppt/tags/tag1618.xml" ContentType="application/vnd.openxmlformats-officedocument.presentationml.tags+xml"/>
  <Override PartName="/ppt/tags/tag1619.xml" ContentType="application/vnd.openxmlformats-officedocument.presentationml.tags+xml"/>
  <Override PartName="/ppt/tags/tag1620.xml" ContentType="application/vnd.openxmlformats-officedocument.presentationml.tags+xml"/>
  <Override PartName="/ppt/tags/tag1621.xml" ContentType="application/vnd.openxmlformats-officedocument.presentationml.tags+xml"/>
  <Override PartName="/ppt/tags/tag1622.xml" ContentType="application/vnd.openxmlformats-officedocument.presentationml.tags+xml"/>
  <Override PartName="/ppt/tags/tag1623.xml" ContentType="application/vnd.openxmlformats-officedocument.presentationml.tags+xml"/>
  <Override PartName="/ppt/tags/tag1624.xml" ContentType="application/vnd.openxmlformats-officedocument.presentationml.tags+xml"/>
  <Override PartName="/ppt/tags/tag1625.xml" ContentType="application/vnd.openxmlformats-officedocument.presentationml.tags+xml"/>
  <Override PartName="/ppt/tags/tag1626.xml" ContentType="application/vnd.openxmlformats-officedocument.presentationml.tags+xml"/>
  <Override PartName="/ppt/notesSlides/notesSlide16.xml" ContentType="application/vnd.openxmlformats-officedocument.presentationml.notesSlide+xml"/>
  <Override PartName="/ppt/tags/tag1627.xml" ContentType="application/vnd.openxmlformats-officedocument.presentationml.tags+xml"/>
  <Override PartName="/ppt/tags/tag1628.xml" ContentType="application/vnd.openxmlformats-officedocument.presentationml.tags+xml"/>
  <Override PartName="/ppt/tags/tag1629.xml" ContentType="application/vnd.openxmlformats-officedocument.presentationml.tags+xml"/>
  <Override PartName="/ppt/tags/tag1630.xml" ContentType="application/vnd.openxmlformats-officedocument.presentationml.tags+xml"/>
  <Override PartName="/ppt/tags/tag1631.xml" ContentType="application/vnd.openxmlformats-officedocument.presentationml.tags+xml"/>
  <Override PartName="/ppt/tags/tag1632.xml" ContentType="application/vnd.openxmlformats-officedocument.presentationml.tags+xml"/>
  <Override PartName="/ppt/tags/tag1633.xml" ContentType="application/vnd.openxmlformats-officedocument.presentationml.tags+xml"/>
  <Override PartName="/ppt/tags/tag1634.xml" ContentType="application/vnd.openxmlformats-officedocument.presentationml.tags+xml"/>
  <Override PartName="/ppt/tags/tag1635.xml" ContentType="application/vnd.openxmlformats-officedocument.presentationml.tags+xml"/>
  <Override PartName="/ppt/tags/tag1636.xml" ContentType="application/vnd.openxmlformats-officedocument.presentationml.tags+xml"/>
  <Override PartName="/ppt/tags/tag1637.xml" ContentType="application/vnd.openxmlformats-officedocument.presentationml.tags+xml"/>
  <Override PartName="/ppt/tags/tag1638.xml" ContentType="application/vnd.openxmlformats-officedocument.presentationml.tags+xml"/>
  <Override PartName="/ppt/tags/tag1639.xml" ContentType="application/vnd.openxmlformats-officedocument.presentationml.tags+xml"/>
  <Override PartName="/ppt/tags/tag1640.xml" ContentType="application/vnd.openxmlformats-officedocument.presentationml.tags+xml"/>
  <Override PartName="/ppt/tags/tag1641.xml" ContentType="application/vnd.openxmlformats-officedocument.presentationml.tags+xml"/>
  <Override PartName="/ppt/tags/tag1642.xml" ContentType="application/vnd.openxmlformats-officedocument.presentationml.tags+xml"/>
  <Override PartName="/ppt/tags/tag1643.xml" ContentType="application/vnd.openxmlformats-officedocument.presentationml.tags+xml"/>
  <Override PartName="/ppt/tags/tag1644.xml" ContentType="application/vnd.openxmlformats-officedocument.presentationml.tags+xml"/>
  <Override PartName="/ppt/tags/tag1645.xml" ContentType="application/vnd.openxmlformats-officedocument.presentationml.tags+xml"/>
  <Override PartName="/ppt/tags/tag1646.xml" ContentType="application/vnd.openxmlformats-officedocument.presentationml.tags+xml"/>
  <Override PartName="/ppt/tags/tag1647.xml" ContentType="application/vnd.openxmlformats-officedocument.presentationml.tags+xml"/>
  <Override PartName="/ppt/tags/tag1648.xml" ContentType="application/vnd.openxmlformats-officedocument.presentationml.tags+xml"/>
  <Override PartName="/ppt/tags/tag1649.xml" ContentType="application/vnd.openxmlformats-officedocument.presentationml.tags+xml"/>
  <Override PartName="/ppt/notesSlides/notesSlide17.xml" ContentType="application/vnd.openxmlformats-officedocument.presentationml.notesSlide+xml"/>
  <Override PartName="/ppt/tags/tag1650.xml" ContentType="application/vnd.openxmlformats-officedocument.presentationml.tags+xml"/>
  <Override PartName="/ppt/tags/tag1651.xml" ContentType="application/vnd.openxmlformats-officedocument.presentationml.tags+xml"/>
  <Override PartName="/ppt/tags/tag1652.xml" ContentType="application/vnd.openxmlformats-officedocument.presentationml.tags+xml"/>
  <Override PartName="/ppt/tags/tag1653.xml" ContentType="application/vnd.openxmlformats-officedocument.presentationml.tags+xml"/>
  <Override PartName="/ppt/tags/tag1654.xml" ContentType="application/vnd.openxmlformats-officedocument.presentationml.tags+xml"/>
  <Override PartName="/ppt/tags/tag1655.xml" ContentType="application/vnd.openxmlformats-officedocument.presentationml.tags+xml"/>
  <Override PartName="/ppt/tags/tag1656.xml" ContentType="application/vnd.openxmlformats-officedocument.presentationml.tags+xml"/>
  <Override PartName="/ppt/tags/tag1657.xml" ContentType="application/vnd.openxmlformats-officedocument.presentationml.tags+xml"/>
  <Override PartName="/ppt/tags/tag1658.xml" ContentType="application/vnd.openxmlformats-officedocument.presentationml.tags+xml"/>
  <Override PartName="/ppt/tags/tag1659.xml" ContentType="application/vnd.openxmlformats-officedocument.presentationml.tags+xml"/>
  <Override PartName="/ppt/tags/tag1660.xml" ContentType="application/vnd.openxmlformats-officedocument.presentationml.tags+xml"/>
  <Override PartName="/ppt/tags/tag1661.xml" ContentType="application/vnd.openxmlformats-officedocument.presentationml.tags+xml"/>
  <Override PartName="/ppt/tags/tag1662.xml" ContentType="application/vnd.openxmlformats-officedocument.presentationml.tags+xml"/>
  <Override PartName="/ppt/tags/tag1663.xml" ContentType="application/vnd.openxmlformats-officedocument.presentationml.tags+xml"/>
  <Override PartName="/ppt/tags/tag1664.xml" ContentType="application/vnd.openxmlformats-officedocument.presentationml.tags+xml"/>
  <Override PartName="/ppt/tags/tag1665.xml" ContentType="application/vnd.openxmlformats-officedocument.presentationml.tags+xml"/>
  <Override PartName="/ppt/tags/tag1666.xml" ContentType="application/vnd.openxmlformats-officedocument.presentationml.tags+xml"/>
  <Override PartName="/ppt/tags/tag1667.xml" ContentType="application/vnd.openxmlformats-officedocument.presentationml.tags+xml"/>
  <Override PartName="/ppt/tags/tag1668.xml" ContentType="application/vnd.openxmlformats-officedocument.presentationml.tags+xml"/>
  <Override PartName="/ppt/tags/tag1669.xml" ContentType="application/vnd.openxmlformats-officedocument.presentationml.tags+xml"/>
  <Override PartName="/ppt/tags/tag1670.xml" ContentType="application/vnd.openxmlformats-officedocument.presentationml.tags+xml"/>
  <Override PartName="/ppt/tags/tag1671.xml" ContentType="application/vnd.openxmlformats-officedocument.presentationml.tags+xml"/>
  <Override PartName="/ppt/tags/tag1672.xml" ContentType="application/vnd.openxmlformats-officedocument.presentationml.tags+xml"/>
  <Override PartName="/ppt/tags/tag1673.xml" ContentType="application/vnd.openxmlformats-officedocument.presentationml.tags+xml"/>
  <Override PartName="/ppt/tags/tag1674.xml" ContentType="application/vnd.openxmlformats-officedocument.presentationml.tags+xml"/>
  <Override PartName="/ppt/tags/tag1675.xml" ContentType="application/vnd.openxmlformats-officedocument.presentationml.tags+xml"/>
  <Override PartName="/ppt/tags/tag1676.xml" ContentType="application/vnd.openxmlformats-officedocument.presentationml.tags+xml"/>
  <Override PartName="/ppt/tags/tag1677.xml" ContentType="application/vnd.openxmlformats-officedocument.presentationml.tags+xml"/>
  <Override PartName="/ppt/tags/tag1678.xml" ContentType="application/vnd.openxmlformats-officedocument.presentationml.tags+xml"/>
  <Override PartName="/ppt/tags/tag1679.xml" ContentType="application/vnd.openxmlformats-officedocument.presentationml.tags+xml"/>
  <Override PartName="/ppt/tags/tag1680.xml" ContentType="application/vnd.openxmlformats-officedocument.presentationml.tags+xml"/>
  <Override PartName="/ppt/tags/tag1681.xml" ContentType="application/vnd.openxmlformats-officedocument.presentationml.tags+xml"/>
  <Override PartName="/ppt/tags/tag1682.xml" ContentType="application/vnd.openxmlformats-officedocument.presentationml.tags+xml"/>
  <Override PartName="/ppt/tags/tag1683.xml" ContentType="application/vnd.openxmlformats-officedocument.presentationml.tags+xml"/>
  <Override PartName="/ppt/tags/tag1684.xml" ContentType="application/vnd.openxmlformats-officedocument.presentationml.tags+xml"/>
  <Override PartName="/ppt/tags/tag1685.xml" ContentType="application/vnd.openxmlformats-officedocument.presentationml.tags+xml"/>
  <Override PartName="/ppt/tags/tag1686.xml" ContentType="application/vnd.openxmlformats-officedocument.presentationml.tags+xml"/>
  <Override PartName="/ppt/tags/tag1687.xml" ContentType="application/vnd.openxmlformats-officedocument.presentationml.tags+xml"/>
  <Override PartName="/ppt/tags/tag1688.xml" ContentType="application/vnd.openxmlformats-officedocument.presentationml.tags+xml"/>
  <Override PartName="/ppt/tags/tag1689.xml" ContentType="application/vnd.openxmlformats-officedocument.presentationml.tags+xml"/>
  <Override PartName="/ppt/tags/tag1690.xml" ContentType="application/vnd.openxmlformats-officedocument.presentationml.tags+xml"/>
  <Override PartName="/ppt/tags/tag1691.xml" ContentType="application/vnd.openxmlformats-officedocument.presentationml.tags+xml"/>
  <Override PartName="/ppt/tags/tag1692.xml" ContentType="application/vnd.openxmlformats-officedocument.presentationml.tags+xml"/>
  <Override PartName="/ppt/tags/tag1693.xml" ContentType="application/vnd.openxmlformats-officedocument.presentationml.tags+xml"/>
  <Override PartName="/ppt/tags/tag1694.xml" ContentType="application/vnd.openxmlformats-officedocument.presentationml.tags+xml"/>
  <Override PartName="/ppt/tags/tag1695.xml" ContentType="application/vnd.openxmlformats-officedocument.presentationml.tags+xml"/>
  <Override PartName="/ppt/tags/tag1696.xml" ContentType="application/vnd.openxmlformats-officedocument.presentationml.tags+xml"/>
  <Override PartName="/ppt/tags/tag1697.xml" ContentType="application/vnd.openxmlformats-officedocument.presentationml.tags+xml"/>
  <Override PartName="/ppt/tags/tag1698.xml" ContentType="application/vnd.openxmlformats-officedocument.presentationml.tags+xml"/>
  <Override PartName="/ppt/tags/tag1699.xml" ContentType="application/vnd.openxmlformats-officedocument.presentationml.tags+xml"/>
  <Override PartName="/ppt/tags/tag1700.xml" ContentType="application/vnd.openxmlformats-officedocument.presentationml.tags+xml"/>
  <Override PartName="/ppt/tags/tag1701.xml" ContentType="application/vnd.openxmlformats-officedocument.presentationml.tags+xml"/>
  <Override PartName="/ppt/tags/tag1702.xml" ContentType="application/vnd.openxmlformats-officedocument.presentationml.tags+xml"/>
  <Override PartName="/ppt/tags/tag1703.xml" ContentType="application/vnd.openxmlformats-officedocument.presentationml.tags+xml"/>
  <Override PartName="/ppt/tags/tag1704.xml" ContentType="application/vnd.openxmlformats-officedocument.presentationml.tags+xml"/>
  <Override PartName="/ppt/tags/tag1705.xml" ContentType="application/vnd.openxmlformats-officedocument.presentationml.tags+xml"/>
  <Override PartName="/ppt/tags/tag1706.xml" ContentType="application/vnd.openxmlformats-officedocument.presentationml.tags+xml"/>
  <Override PartName="/ppt/tags/tag1707.xml" ContentType="application/vnd.openxmlformats-officedocument.presentationml.tags+xml"/>
  <Override PartName="/ppt/tags/tag1708.xml" ContentType="application/vnd.openxmlformats-officedocument.presentationml.tags+xml"/>
  <Override PartName="/ppt/tags/tag1709.xml" ContentType="application/vnd.openxmlformats-officedocument.presentationml.tags+xml"/>
  <Override PartName="/ppt/tags/tag1710.xml" ContentType="application/vnd.openxmlformats-officedocument.presentationml.tags+xml"/>
  <Override PartName="/ppt/tags/tag1711.xml" ContentType="application/vnd.openxmlformats-officedocument.presentationml.tags+xml"/>
  <Override PartName="/ppt/tags/tag1712.xml" ContentType="application/vnd.openxmlformats-officedocument.presentationml.tags+xml"/>
  <Override PartName="/ppt/tags/tag1713.xml" ContentType="application/vnd.openxmlformats-officedocument.presentationml.tags+xml"/>
  <Override PartName="/ppt/tags/tag1714.xml" ContentType="application/vnd.openxmlformats-officedocument.presentationml.tags+xml"/>
  <Override PartName="/ppt/tags/tag1715.xml" ContentType="application/vnd.openxmlformats-officedocument.presentationml.tags+xml"/>
  <Override PartName="/ppt/tags/tag1716.xml" ContentType="application/vnd.openxmlformats-officedocument.presentationml.tags+xml"/>
  <Override PartName="/ppt/tags/tag1717.xml" ContentType="application/vnd.openxmlformats-officedocument.presentationml.tags+xml"/>
  <Override PartName="/ppt/tags/tag1718.xml" ContentType="application/vnd.openxmlformats-officedocument.presentationml.tags+xml"/>
  <Override PartName="/ppt/tags/tag1719.xml" ContentType="application/vnd.openxmlformats-officedocument.presentationml.tags+xml"/>
  <Override PartName="/ppt/tags/tag1720.xml" ContentType="application/vnd.openxmlformats-officedocument.presentationml.tags+xml"/>
  <Override PartName="/ppt/tags/tag1721.xml" ContentType="application/vnd.openxmlformats-officedocument.presentationml.tags+xml"/>
  <Override PartName="/ppt/tags/tag1722.xml" ContentType="application/vnd.openxmlformats-officedocument.presentationml.tags+xml"/>
  <Override PartName="/ppt/tags/tag1723.xml" ContentType="application/vnd.openxmlformats-officedocument.presentationml.tags+xml"/>
  <Override PartName="/ppt/tags/tag1724.xml" ContentType="application/vnd.openxmlformats-officedocument.presentationml.tags+xml"/>
  <Override PartName="/ppt/tags/tag1725.xml" ContentType="application/vnd.openxmlformats-officedocument.presentationml.tags+xml"/>
  <Override PartName="/ppt/tags/tag1726.xml" ContentType="application/vnd.openxmlformats-officedocument.presentationml.tags+xml"/>
  <Override PartName="/ppt/tags/tag1727.xml" ContentType="application/vnd.openxmlformats-officedocument.presentationml.tags+xml"/>
  <Override PartName="/ppt/tags/tag1728.xml" ContentType="application/vnd.openxmlformats-officedocument.presentationml.tags+xml"/>
  <Override PartName="/ppt/tags/tag1729.xml" ContentType="application/vnd.openxmlformats-officedocument.presentationml.tags+xml"/>
  <Override PartName="/ppt/tags/tag1730.xml" ContentType="application/vnd.openxmlformats-officedocument.presentationml.tags+xml"/>
  <Override PartName="/ppt/tags/tag1731.xml" ContentType="application/vnd.openxmlformats-officedocument.presentationml.tags+xml"/>
  <Override PartName="/ppt/tags/tag1732.xml" ContentType="application/vnd.openxmlformats-officedocument.presentationml.tags+xml"/>
  <Override PartName="/ppt/tags/tag1733.xml" ContentType="application/vnd.openxmlformats-officedocument.presentationml.tags+xml"/>
  <Override PartName="/ppt/tags/tag1734.xml" ContentType="application/vnd.openxmlformats-officedocument.presentationml.tags+xml"/>
  <Override PartName="/ppt/tags/tag1735.xml" ContentType="application/vnd.openxmlformats-officedocument.presentationml.tags+xml"/>
  <Override PartName="/ppt/tags/tag1736.xml" ContentType="application/vnd.openxmlformats-officedocument.presentationml.tags+xml"/>
  <Override PartName="/ppt/tags/tag1737.xml" ContentType="application/vnd.openxmlformats-officedocument.presentationml.tags+xml"/>
  <Override PartName="/ppt/tags/tag1738.xml" ContentType="application/vnd.openxmlformats-officedocument.presentationml.tags+xml"/>
  <Override PartName="/ppt/tags/tag1739.xml" ContentType="application/vnd.openxmlformats-officedocument.presentationml.tags+xml"/>
  <Override PartName="/ppt/tags/tag1740.xml" ContentType="application/vnd.openxmlformats-officedocument.presentationml.tags+xml"/>
  <Override PartName="/ppt/tags/tag1741.xml" ContentType="application/vnd.openxmlformats-officedocument.presentationml.tags+xml"/>
  <Override PartName="/ppt/tags/tag1742.xml" ContentType="application/vnd.openxmlformats-officedocument.presentationml.tags+xml"/>
  <Override PartName="/ppt/tags/tag1743.xml" ContentType="application/vnd.openxmlformats-officedocument.presentationml.tags+xml"/>
  <Override PartName="/ppt/tags/tag1744.xml" ContentType="application/vnd.openxmlformats-officedocument.presentationml.tags+xml"/>
  <Override PartName="/ppt/tags/tag1745.xml" ContentType="application/vnd.openxmlformats-officedocument.presentationml.tags+xml"/>
  <Override PartName="/ppt/tags/tag1746.xml" ContentType="application/vnd.openxmlformats-officedocument.presentationml.tags+xml"/>
  <Override PartName="/ppt/tags/tag1747.xml" ContentType="application/vnd.openxmlformats-officedocument.presentationml.tags+xml"/>
  <Override PartName="/ppt/tags/tag1748.xml" ContentType="application/vnd.openxmlformats-officedocument.presentationml.tags+xml"/>
  <Override PartName="/ppt/tags/tag1749.xml" ContentType="application/vnd.openxmlformats-officedocument.presentationml.tags+xml"/>
  <Override PartName="/ppt/tags/tag1750.xml" ContentType="application/vnd.openxmlformats-officedocument.presentationml.tags+xml"/>
  <Override PartName="/ppt/tags/tag1751.xml" ContentType="application/vnd.openxmlformats-officedocument.presentationml.tags+xml"/>
  <Override PartName="/ppt/tags/tag1752.xml" ContentType="application/vnd.openxmlformats-officedocument.presentationml.tags+xml"/>
  <Override PartName="/ppt/tags/tag1753.xml" ContentType="application/vnd.openxmlformats-officedocument.presentationml.tags+xml"/>
  <Override PartName="/ppt/tags/tag1754.xml" ContentType="application/vnd.openxmlformats-officedocument.presentationml.tags+xml"/>
  <Override PartName="/ppt/tags/tag1755.xml" ContentType="application/vnd.openxmlformats-officedocument.presentationml.tags+xml"/>
  <Override PartName="/ppt/tags/tag1756.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1757.xml" ContentType="application/vnd.openxmlformats-officedocument.presentationml.tags+xml"/>
  <Override PartName="/ppt/tags/tag1758.xml" ContentType="application/vnd.openxmlformats-officedocument.presentationml.tags+xml"/>
  <Override PartName="/ppt/tags/tag1759.xml" ContentType="application/vnd.openxmlformats-officedocument.presentationml.tags+xml"/>
  <Override PartName="/ppt/tags/tag1760.xml" ContentType="application/vnd.openxmlformats-officedocument.presentationml.tags+xml"/>
  <Override PartName="/ppt/tags/tag1761.xml" ContentType="application/vnd.openxmlformats-officedocument.presentationml.tags+xml"/>
  <Override PartName="/ppt/tags/tag1762.xml" ContentType="application/vnd.openxmlformats-officedocument.presentationml.tags+xml"/>
  <Override PartName="/ppt/tags/tag1763.xml" ContentType="application/vnd.openxmlformats-officedocument.presentationml.tags+xml"/>
  <Override PartName="/ppt/tags/tag1764.xml" ContentType="application/vnd.openxmlformats-officedocument.presentationml.tags+xml"/>
  <Override PartName="/ppt/tags/tag1765.xml" ContentType="application/vnd.openxmlformats-officedocument.presentationml.tags+xml"/>
  <Override PartName="/ppt/tags/tag1766.xml" ContentType="application/vnd.openxmlformats-officedocument.presentationml.tags+xml"/>
  <Override PartName="/ppt/tags/tag1767.xml" ContentType="application/vnd.openxmlformats-officedocument.presentationml.tags+xml"/>
  <Override PartName="/ppt/tags/tag1768.xml" ContentType="application/vnd.openxmlformats-officedocument.presentationml.tags+xml"/>
  <Override PartName="/ppt/tags/tag1769.xml" ContentType="application/vnd.openxmlformats-officedocument.presentationml.tags+xml"/>
  <Override PartName="/ppt/tags/tag1770.xml" ContentType="application/vnd.openxmlformats-officedocument.presentationml.tags+xml"/>
  <Override PartName="/ppt/tags/tag1771.xml" ContentType="application/vnd.openxmlformats-officedocument.presentationml.tags+xml"/>
  <Override PartName="/ppt/tags/tag1772.xml" ContentType="application/vnd.openxmlformats-officedocument.presentationml.tags+xml"/>
  <Override PartName="/ppt/tags/tag1773.xml" ContentType="application/vnd.openxmlformats-officedocument.presentationml.tags+xml"/>
  <Override PartName="/ppt/tags/tag1774.xml" ContentType="application/vnd.openxmlformats-officedocument.presentationml.tags+xml"/>
  <Override PartName="/ppt/tags/tag1775.xml" ContentType="application/vnd.openxmlformats-officedocument.presentationml.tags+xml"/>
  <Override PartName="/ppt/tags/tag1776.xml" ContentType="application/vnd.openxmlformats-officedocument.presentationml.tags+xml"/>
  <Override PartName="/ppt/tags/tag1777.xml" ContentType="application/vnd.openxmlformats-officedocument.presentationml.tags+xml"/>
  <Override PartName="/ppt/tags/tag1778.xml" ContentType="application/vnd.openxmlformats-officedocument.presentationml.tags+xml"/>
  <Override PartName="/ppt/tags/tag1779.xml" ContentType="application/vnd.openxmlformats-officedocument.presentationml.tags+xml"/>
  <Override PartName="/ppt/tags/tag1780.xml" ContentType="application/vnd.openxmlformats-officedocument.presentationml.tags+xml"/>
  <Override PartName="/ppt/tags/tag1781.xml" ContentType="application/vnd.openxmlformats-officedocument.presentationml.tags+xml"/>
  <Override PartName="/ppt/tags/tag1782.xml" ContentType="application/vnd.openxmlformats-officedocument.presentationml.tags+xml"/>
  <Override PartName="/ppt/tags/tag1783.xml" ContentType="application/vnd.openxmlformats-officedocument.presentationml.tags+xml"/>
  <Override PartName="/ppt/tags/tag1784.xml" ContentType="application/vnd.openxmlformats-officedocument.presentationml.tags+xml"/>
  <Override PartName="/ppt/tags/tag1785.xml" ContentType="application/vnd.openxmlformats-officedocument.presentationml.tags+xml"/>
  <Override PartName="/ppt/tags/tag1786.xml" ContentType="application/vnd.openxmlformats-officedocument.presentationml.tags+xml"/>
  <Override PartName="/ppt/tags/tag1787.xml" ContentType="application/vnd.openxmlformats-officedocument.presentationml.tags+xml"/>
  <Override PartName="/ppt/tags/tag1788.xml" ContentType="application/vnd.openxmlformats-officedocument.presentationml.tags+xml"/>
  <Override PartName="/ppt/tags/tag1789.xml" ContentType="application/vnd.openxmlformats-officedocument.presentationml.tags+xml"/>
  <Override PartName="/ppt/tags/tag1790.xml" ContentType="application/vnd.openxmlformats-officedocument.presentationml.tags+xml"/>
  <Override PartName="/ppt/tags/tag1791.xml" ContentType="application/vnd.openxmlformats-officedocument.presentationml.tags+xml"/>
  <Override PartName="/ppt/tags/tag1792.xml" ContentType="application/vnd.openxmlformats-officedocument.presentationml.tags+xml"/>
  <Override PartName="/ppt/tags/tag1793.xml" ContentType="application/vnd.openxmlformats-officedocument.presentationml.tags+xml"/>
  <Override PartName="/ppt/tags/tag1794.xml" ContentType="application/vnd.openxmlformats-officedocument.presentationml.tags+xml"/>
  <Override PartName="/ppt/tags/tag1795.xml" ContentType="application/vnd.openxmlformats-officedocument.presentationml.tags+xml"/>
  <Override PartName="/ppt/tags/tag1796.xml" ContentType="application/vnd.openxmlformats-officedocument.presentationml.tags+xml"/>
  <Override PartName="/ppt/tags/tag1797.xml" ContentType="application/vnd.openxmlformats-officedocument.presentationml.tags+xml"/>
  <Override PartName="/ppt/tags/tag1798.xml" ContentType="application/vnd.openxmlformats-officedocument.presentationml.tags+xml"/>
  <Override PartName="/ppt/tags/tag1799.xml" ContentType="application/vnd.openxmlformats-officedocument.presentationml.tags+xml"/>
  <Override PartName="/ppt/tags/tag1800.xml" ContentType="application/vnd.openxmlformats-officedocument.presentationml.tags+xml"/>
  <Override PartName="/ppt/tags/tag1801.xml" ContentType="application/vnd.openxmlformats-officedocument.presentationml.tags+xml"/>
  <Override PartName="/ppt/tags/tag1802.xml" ContentType="application/vnd.openxmlformats-officedocument.presentationml.tags+xml"/>
  <Override PartName="/ppt/tags/tag1803.xml" ContentType="application/vnd.openxmlformats-officedocument.presentationml.tags+xml"/>
  <Override PartName="/ppt/tags/tag1804.xml" ContentType="application/vnd.openxmlformats-officedocument.presentationml.tags+xml"/>
  <Override PartName="/ppt/tags/tag1805.xml" ContentType="application/vnd.openxmlformats-officedocument.presentationml.tags+xml"/>
  <Override PartName="/ppt/tags/tag1806.xml" ContentType="application/vnd.openxmlformats-officedocument.presentationml.tags+xml"/>
  <Override PartName="/ppt/tags/tag1807.xml" ContentType="application/vnd.openxmlformats-officedocument.presentationml.tags+xml"/>
  <Override PartName="/ppt/tags/tag1808.xml" ContentType="application/vnd.openxmlformats-officedocument.presentationml.tags+xml"/>
  <Override PartName="/ppt/tags/tag1809.xml" ContentType="application/vnd.openxmlformats-officedocument.presentationml.tags+xml"/>
  <Override PartName="/ppt/tags/tag1810.xml" ContentType="application/vnd.openxmlformats-officedocument.presentationml.tags+xml"/>
  <Override PartName="/ppt/tags/tag1811.xml" ContentType="application/vnd.openxmlformats-officedocument.presentationml.tags+xml"/>
  <Override PartName="/ppt/tags/tag1812.xml" ContentType="application/vnd.openxmlformats-officedocument.presentationml.tags+xml"/>
  <Override PartName="/ppt/tags/tag1813.xml" ContentType="application/vnd.openxmlformats-officedocument.presentationml.tags+xml"/>
  <Override PartName="/ppt/tags/tag1814.xml" ContentType="application/vnd.openxmlformats-officedocument.presentationml.tags+xml"/>
  <Override PartName="/ppt/tags/tag1815.xml" ContentType="application/vnd.openxmlformats-officedocument.presentationml.tags+xml"/>
  <Override PartName="/ppt/tags/tag1816.xml" ContentType="application/vnd.openxmlformats-officedocument.presentationml.tags+xml"/>
  <Override PartName="/ppt/tags/tag1817.xml" ContentType="application/vnd.openxmlformats-officedocument.presentationml.tags+xml"/>
  <Override PartName="/ppt/tags/tag1818.xml" ContentType="application/vnd.openxmlformats-officedocument.presentationml.tags+xml"/>
  <Override PartName="/ppt/tags/tag1819.xml" ContentType="application/vnd.openxmlformats-officedocument.presentationml.tags+xml"/>
  <Override PartName="/ppt/tags/tag1820.xml" ContentType="application/vnd.openxmlformats-officedocument.presentationml.tags+xml"/>
  <Override PartName="/ppt/tags/tag1821.xml" ContentType="application/vnd.openxmlformats-officedocument.presentationml.tags+xml"/>
  <Override PartName="/ppt/tags/tag1822.xml" ContentType="application/vnd.openxmlformats-officedocument.presentationml.tags+xml"/>
  <Override PartName="/ppt/tags/tag1823.xml" ContentType="application/vnd.openxmlformats-officedocument.presentationml.tags+xml"/>
  <Override PartName="/ppt/tags/tag1824.xml" ContentType="application/vnd.openxmlformats-officedocument.presentationml.tags+xml"/>
  <Override PartName="/ppt/tags/tag1825.xml" ContentType="application/vnd.openxmlformats-officedocument.presentationml.tags+xml"/>
  <Override PartName="/ppt/tags/tag1826.xml" ContentType="application/vnd.openxmlformats-officedocument.presentationml.tags+xml"/>
  <Override PartName="/ppt/tags/tag1827.xml" ContentType="application/vnd.openxmlformats-officedocument.presentationml.tags+xml"/>
  <Override PartName="/ppt/tags/tag1828.xml" ContentType="application/vnd.openxmlformats-officedocument.presentationml.tags+xml"/>
  <Override PartName="/ppt/tags/tag1829.xml" ContentType="application/vnd.openxmlformats-officedocument.presentationml.tags+xml"/>
  <Override PartName="/ppt/tags/tag1830.xml" ContentType="application/vnd.openxmlformats-officedocument.presentationml.tags+xml"/>
  <Override PartName="/ppt/tags/tag1831.xml" ContentType="application/vnd.openxmlformats-officedocument.presentationml.tags+xml"/>
  <Override PartName="/ppt/tags/tag1832.xml" ContentType="application/vnd.openxmlformats-officedocument.presentationml.tags+xml"/>
  <Override PartName="/ppt/tags/tag1833.xml" ContentType="application/vnd.openxmlformats-officedocument.presentationml.tags+xml"/>
  <Override PartName="/ppt/tags/tag1834.xml" ContentType="application/vnd.openxmlformats-officedocument.presentationml.tags+xml"/>
  <Override PartName="/ppt/tags/tag1835.xml" ContentType="application/vnd.openxmlformats-officedocument.presentationml.tags+xml"/>
  <Override PartName="/ppt/tags/tag1836.xml" ContentType="application/vnd.openxmlformats-officedocument.presentationml.tags+xml"/>
  <Override PartName="/ppt/tags/tag1837.xml" ContentType="application/vnd.openxmlformats-officedocument.presentationml.tags+xml"/>
  <Override PartName="/ppt/tags/tag1838.xml" ContentType="application/vnd.openxmlformats-officedocument.presentationml.tags+xml"/>
  <Override PartName="/ppt/tags/tag1839.xml" ContentType="application/vnd.openxmlformats-officedocument.presentationml.tags+xml"/>
  <Override PartName="/ppt/tags/tag1840.xml" ContentType="application/vnd.openxmlformats-officedocument.presentationml.tags+xml"/>
  <Override PartName="/ppt/tags/tag1841.xml" ContentType="application/vnd.openxmlformats-officedocument.presentationml.tags+xml"/>
  <Override PartName="/ppt/tags/tag1842.xml" ContentType="application/vnd.openxmlformats-officedocument.presentationml.tags+xml"/>
  <Override PartName="/ppt/tags/tag1843.xml" ContentType="application/vnd.openxmlformats-officedocument.presentationml.tags+xml"/>
  <Override PartName="/ppt/tags/tag1844.xml" ContentType="application/vnd.openxmlformats-officedocument.presentationml.tags+xml"/>
  <Override PartName="/ppt/tags/tag1845.xml" ContentType="application/vnd.openxmlformats-officedocument.presentationml.tags+xml"/>
  <Override PartName="/ppt/tags/tag1846.xml" ContentType="application/vnd.openxmlformats-officedocument.presentationml.tags+xml"/>
  <Override PartName="/ppt/tags/tag1847.xml" ContentType="application/vnd.openxmlformats-officedocument.presentationml.tags+xml"/>
  <Override PartName="/ppt/tags/tag1848.xml" ContentType="application/vnd.openxmlformats-officedocument.presentationml.tags+xml"/>
  <Override PartName="/ppt/tags/tag1849.xml" ContentType="application/vnd.openxmlformats-officedocument.presentationml.tags+xml"/>
  <Override PartName="/ppt/tags/tag1850.xml" ContentType="application/vnd.openxmlformats-officedocument.presentationml.tags+xml"/>
  <Override PartName="/ppt/tags/tag1851.xml" ContentType="application/vnd.openxmlformats-officedocument.presentationml.tags+xml"/>
  <Override PartName="/ppt/tags/tag1852.xml" ContentType="application/vnd.openxmlformats-officedocument.presentationml.tags+xml"/>
  <Override PartName="/ppt/tags/tag1853.xml" ContentType="application/vnd.openxmlformats-officedocument.presentationml.tags+xml"/>
  <Override PartName="/ppt/tags/tag1854.xml" ContentType="application/vnd.openxmlformats-officedocument.presentationml.tags+xml"/>
  <Override PartName="/ppt/tags/tag1855.xml" ContentType="application/vnd.openxmlformats-officedocument.presentationml.tags+xml"/>
  <Override PartName="/ppt/tags/tag1856.xml" ContentType="application/vnd.openxmlformats-officedocument.presentationml.tags+xml"/>
  <Override PartName="/ppt/tags/tag1857.xml" ContentType="application/vnd.openxmlformats-officedocument.presentationml.tags+xml"/>
  <Override PartName="/ppt/tags/tag1858.xml" ContentType="application/vnd.openxmlformats-officedocument.presentationml.tags+xml"/>
  <Override PartName="/ppt/tags/tag1859.xml" ContentType="application/vnd.openxmlformats-officedocument.presentationml.tags+xml"/>
  <Override PartName="/ppt/tags/tag1860.xml" ContentType="application/vnd.openxmlformats-officedocument.presentationml.tags+xml"/>
  <Override PartName="/ppt/tags/tag1861.xml" ContentType="application/vnd.openxmlformats-officedocument.presentationml.tags+xml"/>
  <Override PartName="/ppt/tags/tag1862.xml" ContentType="application/vnd.openxmlformats-officedocument.presentationml.tags+xml"/>
  <Override PartName="/ppt/tags/tag1863.xml" ContentType="application/vnd.openxmlformats-officedocument.presentationml.tags+xml"/>
  <Override PartName="/ppt/tags/tag1864.xml" ContentType="application/vnd.openxmlformats-officedocument.presentationml.tags+xml"/>
  <Override PartName="/ppt/tags/tag1865.xml" ContentType="application/vnd.openxmlformats-officedocument.presentationml.tags+xml"/>
  <Override PartName="/ppt/tags/tag1866.xml" ContentType="application/vnd.openxmlformats-officedocument.presentationml.tags+xml"/>
  <Override PartName="/ppt/tags/tag1867.xml" ContentType="application/vnd.openxmlformats-officedocument.presentationml.tags+xml"/>
  <Override PartName="/ppt/tags/tag1868.xml" ContentType="application/vnd.openxmlformats-officedocument.presentationml.tags+xml"/>
  <Override PartName="/ppt/tags/tag1869.xml" ContentType="application/vnd.openxmlformats-officedocument.presentationml.tags+xml"/>
  <Override PartName="/ppt/tags/tag1870.xml" ContentType="application/vnd.openxmlformats-officedocument.presentationml.tags+xml"/>
  <Override PartName="/ppt/tags/tag1871.xml" ContentType="application/vnd.openxmlformats-officedocument.presentationml.tags+xml"/>
  <Override PartName="/ppt/tags/tag1872.xml" ContentType="application/vnd.openxmlformats-officedocument.presentationml.tags+xml"/>
  <Override PartName="/ppt/tags/tag1873.xml" ContentType="application/vnd.openxmlformats-officedocument.presentationml.tags+xml"/>
  <Override PartName="/ppt/tags/tag1874.xml" ContentType="application/vnd.openxmlformats-officedocument.presentationml.tags+xml"/>
  <Override PartName="/ppt/tags/tag1875.xml" ContentType="application/vnd.openxmlformats-officedocument.presentationml.tags+xml"/>
  <Override PartName="/ppt/tags/tag1876.xml" ContentType="application/vnd.openxmlformats-officedocument.presentationml.tags+xml"/>
  <Override PartName="/ppt/tags/tag1877.xml" ContentType="application/vnd.openxmlformats-officedocument.presentationml.tags+xml"/>
  <Override PartName="/ppt/tags/tag1878.xml" ContentType="application/vnd.openxmlformats-officedocument.presentationml.tags+xml"/>
  <Override PartName="/ppt/tags/tag1879.xml" ContentType="application/vnd.openxmlformats-officedocument.presentationml.tags+xml"/>
  <Override PartName="/ppt/tags/tag1880.xml" ContentType="application/vnd.openxmlformats-officedocument.presentationml.tags+xml"/>
  <Override PartName="/ppt/tags/tag1881.xml" ContentType="application/vnd.openxmlformats-officedocument.presentationml.tags+xml"/>
  <Override PartName="/ppt/tags/tag1882.xml" ContentType="application/vnd.openxmlformats-officedocument.presentationml.tags+xml"/>
  <Override PartName="/ppt/tags/tag1883.xml" ContentType="application/vnd.openxmlformats-officedocument.presentationml.tags+xml"/>
  <Override PartName="/ppt/tags/tag1884.xml" ContentType="application/vnd.openxmlformats-officedocument.presentationml.tags+xml"/>
  <Override PartName="/ppt/tags/tag1885.xml" ContentType="application/vnd.openxmlformats-officedocument.presentationml.tags+xml"/>
  <Override PartName="/ppt/tags/tag1886.xml" ContentType="application/vnd.openxmlformats-officedocument.presentationml.tags+xml"/>
  <Override PartName="/ppt/tags/tag1887.xml" ContentType="application/vnd.openxmlformats-officedocument.presentationml.tags+xml"/>
  <Override PartName="/ppt/tags/tag1888.xml" ContentType="application/vnd.openxmlformats-officedocument.presentationml.tags+xml"/>
  <Override PartName="/ppt/tags/tag1889.xml" ContentType="application/vnd.openxmlformats-officedocument.presentationml.tags+xml"/>
  <Override PartName="/ppt/tags/tag1890.xml" ContentType="application/vnd.openxmlformats-officedocument.presentationml.tags+xml"/>
  <Override PartName="/ppt/tags/tag1891.xml" ContentType="application/vnd.openxmlformats-officedocument.presentationml.tags+xml"/>
  <Override PartName="/ppt/tags/tag1892.xml" ContentType="application/vnd.openxmlformats-officedocument.presentationml.tags+xml"/>
  <Override PartName="/ppt/tags/tag1893.xml" ContentType="application/vnd.openxmlformats-officedocument.presentationml.tags+xml"/>
  <Override PartName="/ppt/notesSlides/notesSlide20.xml" ContentType="application/vnd.openxmlformats-officedocument.presentationml.notesSlide+xml"/>
  <Override PartName="/ppt/tags/tag1894.xml" ContentType="application/vnd.openxmlformats-officedocument.presentationml.tags+xml"/>
  <Override PartName="/ppt/tags/tag1895.xml" ContentType="application/vnd.openxmlformats-officedocument.presentationml.tags+xml"/>
  <Override PartName="/ppt/tags/tag1896.xml" ContentType="application/vnd.openxmlformats-officedocument.presentationml.tags+xml"/>
  <Override PartName="/ppt/tags/tag1897.xml" ContentType="application/vnd.openxmlformats-officedocument.presentationml.tags+xml"/>
  <Override PartName="/ppt/tags/tag1898.xml" ContentType="application/vnd.openxmlformats-officedocument.presentationml.tags+xml"/>
  <Override PartName="/ppt/tags/tag1899.xml" ContentType="application/vnd.openxmlformats-officedocument.presentationml.tags+xml"/>
  <Override PartName="/ppt/tags/tag1900.xml" ContentType="application/vnd.openxmlformats-officedocument.presentationml.tags+xml"/>
  <Override PartName="/ppt/tags/tag1901.xml" ContentType="application/vnd.openxmlformats-officedocument.presentationml.tags+xml"/>
  <Override PartName="/ppt/tags/tag1902.xml" ContentType="application/vnd.openxmlformats-officedocument.presentationml.tags+xml"/>
  <Override PartName="/ppt/tags/tag1903.xml" ContentType="application/vnd.openxmlformats-officedocument.presentationml.tags+xml"/>
  <Override PartName="/ppt/tags/tag1904.xml" ContentType="application/vnd.openxmlformats-officedocument.presentationml.tags+xml"/>
  <Override PartName="/ppt/tags/tag1905.xml" ContentType="application/vnd.openxmlformats-officedocument.presentationml.tags+xml"/>
  <Override PartName="/ppt/tags/tag1906.xml" ContentType="application/vnd.openxmlformats-officedocument.presentationml.tags+xml"/>
  <Override PartName="/ppt/tags/tag1907.xml" ContentType="application/vnd.openxmlformats-officedocument.presentationml.tags+xml"/>
  <Override PartName="/ppt/tags/tag1908.xml" ContentType="application/vnd.openxmlformats-officedocument.presentationml.tags+xml"/>
  <Override PartName="/ppt/tags/tag1909.xml" ContentType="application/vnd.openxmlformats-officedocument.presentationml.tags+xml"/>
  <Override PartName="/ppt/tags/tag1910.xml" ContentType="application/vnd.openxmlformats-officedocument.presentationml.tags+xml"/>
  <Override PartName="/ppt/tags/tag1911.xml" ContentType="application/vnd.openxmlformats-officedocument.presentationml.tags+xml"/>
  <Override PartName="/ppt/tags/tag1912.xml" ContentType="application/vnd.openxmlformats-officedocument.presentationml.tags+xml"/>
  <Override PartName="/ppt/tags/tag1913.xml" ContentType="application/vnd.openxmlformats-officedocument.presentationml.tags+xml"/>
  <Override PartName="/ppt/tags/tag1914.xml" ContentType="application/vnd.openxmlformats-officedocument.presentationml.tags+xml"/>
  <Override PartName="/ppt/tags/tag1915.xml" ContentType="application/vnd.openxmlformats-officedocument.presentationml.tags+xml"/>
  <Override PartName="/ppt/tags/tag1916.xml" ContentType="application/vnd.openxmlformats-officedocument.presentationml.tags+xml"/>
  <Override PartName="/ppt/tags/tag1917.xml" ContentType="application/vnd.openxmlformats-officedocument.presentationml.tags+xml"/>
  <Override PartName="/ppt/tags/tag1918.xml" ContentType="application/vnd.openxmlformats-officedocument.presentationml.tags+xml"/>
  <Override PartName="/ppt/tags/tag1919.xml" ContentType="application/vnd.openxmlformats-officedocument.presentationml.tags+xml"/>
  <Override PartName="/ppt/tags/tag1920.xml" ContentType="application/vnd.openxmlformats-officedocument.presentationml.tags+xml"/>
  <Override PartName="/ppt/tags/tag1921.xml" ContentType="application/vnd.openxmlformats-officedocument.presentationml.tags+xml"/>
  <Override PartName="/ppt/tags/tag1922.xml" ContentType="application/vnd.openxmlformats-officedocument.presentationml.tags+xml"/>
  <Override PartName="/ppt/tags/tag1923.xml" ContentType="application/vnd.openxmlformats-officedocument.presentationml.tags+xml"/>
  <Override PartName="/ppt/tags/tag1924.xml" ContentType="application/vnd.openxmlformats-officedocument.presentationml.tags+xml"/>
  <Override PartName="/ppt/tags/tag1925.xml" ContentType="application/vnd.openxmlformats-officedocument.presentationml.tags+xml"/>
  <Override PartName="/ppt/tags/tag1926.xml" ContentType="application/vnd.openxmlformats-officedocument.presentationml.tags+xml"/>
  <Override PartName="/ppt/tags/tag1927.xml" ContentType="application/vnd.openxmlformats-officedocument.presentationml.tags+xml"/>
  <Override PartName="/ppt/tags/tag1928.xml" ContentType="application/vnd.openxmlformats-officedocument.presentationml.tags+xml"/>
  <Override PartName="/ppt/tags/tag1929.xml" ContentType="application/vnd.openxmlformats-officedocument.presentationml.tags+xml"/>
  <Override PartName="/ppt/tags/tag1930.xml" ContentType="application/vnd.openxmlformats-officedocument.presentationml.tags+xml"/>
  <Override PartName="/ppt/tags/tag1931.xml" ContentType="application/vnd.openxmlformats-officedocument.presentationml.tags+xml"/>
  <Override PartName="/ppt/tags/tag1932.xml" ContentType="application/vnd.openxmlformats-officedocument.presentationml.tags+xml"/>
  <Override PartName="/ppt/tags/tag1933.xml" ContentType="application/vnd.openxmlformats-officedocument.presentationml.tags+xml"/>
  <Override PartName="/ppt/tags/tag1934.xml" ContentType="application/vnd.openxmlformats-officedocument.presentationml.tags+xml"/>
  <Override PartName="/ppt/tags/tag1935.xml" ContentType="application/vnd.openxmlformats-officedocument.presentationml.tags+xml"/>
  <Override PartName="/ppt/tags/tag1936.xml" ContentType="application/vnd.openxmlformats-officedocument.presentationml.tags+xml"/>
  <Override PartName="/ppt/tags/tag1937.xml" ContentType="application/vnd.openxmlformats-officedocument.presentationml.tags+xml"/>
  <Override PartName="/ppt/tags/tag1938.xml" ContentType="application/vnd.openxmlformats-officedocument.presentationml.tags+xml"/>
  <Override PartName="/ppt/tags/tag1939.xml" ContentType="application/vnd.openxmlformats-officedocument.presentationml.tags+xml"/>
  <Override PartName="/ppt/tags/tag1940.xml" ContentType="application/vnd.openxmlformats-officedocument.presentationml.tags+xml"/>
  <Override PartName="/ppt/tags/tag1941.xml" ContentType="application/vnd.openxmlformats-officedocument.presentationml.tags+xml"/>
  <Override PartName="/ppt/tags/tag1942.xml" ContentType="application/vnd.openxmlformats-officedocument.presentationml.tags+xml"/>
  <Override PartName="/ppt/tags/tag1943.xml" ContentType="application/vnd.openxmlformats-officedocument.presentationml.tags+xml"/>
  <Override PartName="/ppt/tags/tag1944.xml" ContentType="application/vnd.openxmlformats-officedocument.presentationml.tags+xml"/>
  <Override PartName="/ppt/tags/tag1945.xml" ContentType="application/vnd.openxmlformats-officedocument.presentationml.tags+xml"/>
  <Override PartName="/ppt/tags/tag1946.xml" ContentType="application/vnd.openxmlformats-officedocument.presentationml.tags+xml"/>
  <Override PartName="/ppt/tags/tag1947.xml" ContentType="application/vnd.openxmlformats-officedocument.presentationml.tags+xml"/>
  <Override PartName="/ppt/tags/tag1948.xml" ContentType="application/vnd.openxmlformats-officedocument.presentationml.tags+xml"/>
  <Override PartName="/ppt/tags/tag1949.xml" ContentType="application/vnd.openxmlformats-officedocument.presentationml.tags+xml"/>
  <Override PartName="/ppt/tags/tag1950.xml" ContentType="application/vnd.openxmlformats-officedocument.presentationml.tags+xml"/>
  <Override PartName="/ppt/tags/tag1951.xml" ContentType="application/vnd.openxmlformats-officedocument.presentationml.tags+xml"/>
  <Override PartName="/ppt/tags/tag1952.xml" ContentType="application/vnd.openxmlformats-officedocument.presentationml.tags+xml"/>
  <Override PartName="/ppt/tags/tag1953.xml" ContentType="application/vnd.openxmlformats-officedocument.presentationml.tags+xml"/>
  <Override PartName="/ppt/tags/tag1954.xml" ContentType="application/vnd.openxmlformats-officedocument.presentationml.tags+xml"/>
  <Override PartName="/ppt/tags/tag1955.xml" ContentType="application/vnd.openxmlformats-officedocument.presentationml.tags+xml"/>
  <Override PartName="/ppt/tags/tag1956.xml" ContentType="application/vnd.openxmlformats-officedocument.presentationml.tags+xml"/>
  <Override PartName="/ppt/tags/tag1957.xml" ContentType="application/vnd.openxmlformats-officedocument.presentationml.tags+xml"/>
  <Override PartName="/ppt/tags/tag1958.xml" ContentType="application/vnd.openxmlformats-officedocument.presentationml.tags+xml"/>
  <Override PartName="/ppt/tags/tag1959.xml" ContentType="application/vnd.openxmlformats-officedocument.presentationml.tags+xml"/>
  <Override PartName="/ppt/tags/tag1960.xml" ContentType="application/vnd.openxmlformats-officedocument.presentationml.tags+xml"/>
  <Override PartName="/ppt/tags/tag1961.xml" ContentType="application/vnd.openxmlformats-officedocument.presentationml.tags+xml"/>
  <Override PartName="/ppt/tags/tag1962.xml" ContentType="application/vnd.openxmlformats-officedocument.presentationml.tags+xml"/>
  <Override PartName="/ppt/tags/tag1963.xml" ContentType="application/vnd.openxmlformats-officedocument.presentationml.tags+xml"/>
  <Override PartName="/ppt/tags/tag1964.xml" ContentType="application/vnd.openxmlformats-officedocument.presentationml.tags+xml"/>
  <Override PartName="/ppt/tags/tag1965.xml" ContentType="application/vnd.openxmlformats-officedocument.presentationml.tags+xml"/>
  <Override PartName="/ppt/tags/tag1966.xml" ContentType="application/vnd.openxmlformats-officedocument.presentationml.tags+xml"/>
  <Override PartName="/ppt/tags/tag1967.xml" ContentType="application/vnd.openxmlformats-officedocument.presentationml.tags+xml"/>
  <Override PartName="/ppt/tags/tag1968.xml" ContentType="application/vnd.openxmlformats-officedocument.presentationml.tags+xml"/>
  <Override PartName="/ppt/tags/tag1969.xml" ContentType="application/vnd.openxmlformats-officedocument.presentationml.tags+xml"/>
  <Override PartName="/ppt/tags/tag1970.xml" ContentType="application/vnd.openxmlformats-officedocument.presentationml.tags+xml"/>
  <Override PartName="/ppt/tags/tag1971.xml" ContentType="application/vnd.openxmlformats-officedocument.presentationml.tags+xml"/>
  <Override PartName="/ppt/tags/tag1972.xml" ContentType="application/vnd.openxmlformats-officedocument.presentationml.tags+xml"/>
  <Override PartName="/ppt/tags/tag1973.xml" ContentType="application/vnd.openxmlformats-officedocument.presentationml.tags+xml"/>
  <Override PartName="/ppt/tags/tag1974.xml" ContentType="application/vnd.openxmlformats-officedocument.presentationml.tags+xml"/>
  <Override PartName="/ppt/tags/tag1975.xml" ContentType="application/vnd.openxmlformats-officedocument.presentationml.tags+xml"/>
  <Override PartName="/ppt/tags/tag1976.xml" ContentType="application/vnd.openxmlformats-officedocument.presentationml.tags+xml"/>
  <Override PartName="/ppt/tags/tag1977.xml" ContentType="application/vnd.openxmlformats-officedocument.presentationml.tags+xml"/>
  <Override PartName="/ppt/tags/tag1978.xml" ContentType="application/vnd.openxmlformats-officedocument.presentationml.tags+xml"/>
  <Override PartName="/ppt/tags/tag1979.xml" ContentType="application/vnd.openxmlformats-officedocument.presentationml.tags+xml"/>
  <Override PartName="/ppt/tags/tag1980.xml" ContentType="application/vnd.openxmlformats-officedocument.presentationml.tags+xml"/>
  <Override PartName="/ppt/tags/tag1981.xml" ContentType="application/vnd.openxmlformats-officedocument.presentationml.tags+xml"/>
  <Override PartName="/ppt/tags/tag1982.xml" ContentType="application/vnd.openxmlformats-officedocument.presentationml.tags+xml"/>
  <Override PartName="/ppt/tags/tag1983.xml" ContentType="application/vnd.openxmlformats-officedocument.presentationml.tags+xml"/>
  <Override PartName="/ppt/tags/tag1984.xml" ContentType="application/vnd.openxmlformats-officedocument.presentationml.tags+xml"/>
  <Override PartName="/ppt/tags/tag1985.xml" ContentType="application/vnd.openxmlformats-officedocument.presentationml.tags+xml"/>
  <Override PartName="/ppt/tags/tag1986.xml" ContentType="application/vnd.openxmlformats-officedocument.presentationml.tags+xml"/>
  <Override PartName="/ppt/tags/tag1987.xml" ContentType="application/vnd.openxmlformats-officedocument.presentationml.tags+xml"/>
  <Override PartName="/ppt/tags/tag1988.xml" ContentType="application/vnd.openxmlformats-officedocument.presentationml.tags+xml"/>
  <Override PartName="/ppt/tags/tag1989.xml" ContentType="application/vnd.openxmlformats-officedocument.presentationml.tags+xml"/>
  <Override PartName="/ppt/tags/tag1990.xml" ContentType="application/vnd.openxmlformats-officedocument.presentationml.tags+xml"/>
  <Override PartName="/ppt/tags/tag1991.xml" ContentType="application/vnd.openxmlformats-officedocument.presentationml.tags+xml"/>
  <Override PartName="/ppt/tags/tag1992.xml" ContentType="application/vnd.openxmlformats-officedocument.presentationml.tags+xml"/>
  <Override PartName="/ppt/tags/tag1993.xml" ContentType="application/vnd.openxmlformats-officedocument.presentationml.tags+xml"/>
  <Override PartName="/ppt/tags/tag1994.xml" ContentType="application/vnd.openxmlformats-officedocument.presentationml.tags+xml"/>
  <Override PartName="/ppt/tags/tag1995.xml" ContentType="application/vnd.openxmlformats-officedocument.presentationml.tags+xml"/>
  <Override PartName="/ppt/tags/tag1996.xml" ContentType="application/vnd.openxmlformats-officedocument.presentationml.tags+xml"/>
  <Override PartName="/ppt/tags/tag1997.xml" ContentType="application/vnd.openxmlformats-officedocument.presentationml.tags+xml"/>
  <Override PartName="/ppt/tags/tag1998.xml" ContentType="application/vnd.openxmlformats-officedocument.presentationml.tags+xml"/>
  <Override PartName="/ppt/tags/tag1999.xml" ContentType="application/vnd.openxmlformats-officedocument.presentationml.tags+xml"/>
  <Override PartName="/ppt/tags/tag2000.xml" ContentType="application/vnd.openxmlformats-officedocument.presentationml.tags+xml"/>
  <Override PartName="/ppt/tags/tag2001.xml" ContentType="application/vnd.openxmlformats-officedocument.presentationml.tags+xml"/>
  <Override PartName="/ppt/tags/tag2002.xml" ContentType="application/vnd.openxmlformats-officedocument.presentationml.tags+xml"/>
  <Override PartName="/ppt/tags/tag2003.xml" ContentType="application/vnd.openxmlformats-officedocument.presentationml.tags+xml"/>
  <Override PartName="/ppt/tags/tag2004.xml" ContentType="application/vnd.openxmlformats-officedocument.presentationml.tags+xml"/>
  <Override PartName="/ppt/tags/tag2005.xml" ContentType="application/vnd.openxmlformats-officedocument.presentationml.tags+xml"/>
  <Override PartName="/ppt/tags/tag2006.xml" ContentType="application/vnd.openxmlformats-officedocument.presentationml.tags+xml"/>
  <Override PartName="/ppt/tags/tag2007.xml" ContentType="application/vnd.openxmlformats-officedocument.presentationml.tags+xml"/>
  <Override PartName="/ppt/tags/tag2008.xml" ContentType="application/vnd.openxmlformats-officedocument.presentationml.tags+xml"/>
  <Override PartName="/ppt/tags/tag2009.xml" ContentType="application/vnd.openxmlformats-officedocument.presentationml.tags+xml"/>
  <Override PartName="/ppt/tags/tag2010.xml" ContentType="application/vnd.openxmlformats-officedocument.presentationml.tags+xml"/>
  <Override PartName="/ppt/tags/tag2011.xml" ContentType="application/vnd.openxmlformats-officedocument.presentationml.tags+xml"/>
  <Override PartName="/ppt/tags/tag2012.xml" ContentType="application/vnd.openxmlformats-officedocument.presentationml.tags+xml"/>
  <Override PartName="/ppt/tags/tag2013.xml" ContentType="application/vnd.openxmlformats-officedocument.presentationml.tags+xml"/>
  <Override PartName="/ppt/tags/tag2014.xml" ContentType="application/vnd.openxmlformats-officedocument.presentationml.tags+xml"/>
  <Override PartName="/ppt/tags/tag2015.xml" ContentType="application/vnd.openxmlformats-officedocument.presentationml.tags+xml"/>
  <Override PartName="/ppt/tags/tag2016.xml" ContentType="application/vnd.openxmlformats-officedocument.presentationml.tags+xml"/>
  <Override PartName="/ppt/tags/tag2017.xml" ContentType="application/vnd.openxmlformats-officedocument.presentationml.tags+xml"/>
  <Override PartName="/ppt/tags/tag2018.xml" ContentType="application/vnd.openxmlformats-officedocument.presentationml.tags+xml"/>
  <Override PartName="/ppt/tags/tag2019.xml" ContentType="application/vnd.openxmlformats-officedocument.presentationml.tags+xml"/>
  <Override PartName="/ppt/tags/tag2020.xml" ContentType="application/vnd.openxmlformats-officedocument.presentationml.tags+xml"/>
  <Override PartName="/ppt/tags/tag2021.xml" ContentType="application/vnd.openxmlformats-officedocument.presentationml.tags+xml"/>
  <Override PartName="/ppt/tags/tag2022.xml" ContentType="application/vnd.openxmlformats-officedocument.presentationml.tags+xml"/>
  <Override PartName="/ppt/tags/tag2023.xml" ContentType="application/vnd.openxmlformats-officedocument.presentationml.tags+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660" r:id="rId2"/>
    <p:sldMasterId id="2147483679" r:id="rId3"/>
  </p:sldMasterIdLst>
  <p:notesMasterIdLst>
    <p:notesMasterId r:id="rId106"/>
  </p:notesMasterIdLst>
  <p:sldIdLst>
    <p:sldId id="394" r:id="rId4"/>
    <p:sldId id="481" r:id="rId5"/>
    <p:sldId id="482" r:id="rId6"/>
    <p:sldId id="504" r:id="rId7"/>
    <p:sldId id="505" r:id="rId8"/>
    <p:sldId id="506" r:id="rId9"/>
    <p:sldId id="507" r:id="rId10"/>
    <p:sldId id="544" r:id="rId11"/>
    <p:sldId id="545" r:id="rId12"/>
    <p:sldId id="547" r:id="rId13"/>
    <p:sldId id="548" r:id="rId14"/>
    <p:sldId id="550" r:id="rId15"/>
    <p:sldId id="603" r:id="rId16"/>
    <p:sldId id="555" r:id="rId17"/>
    <p:sldId id="560" r:id="rId18"/>
    <p:sldId id="589" r:id="rId19"/>
    <p:sldId id="563" r:id="rId20"/>
    <p:sldId id="564" r:id="rId21"/>
    <p:sldId id="565" r:id="rId22"/>
    <p:sldId id="568" r:id="rId23"/>
    <p:sldId id="571" r:id="rId24"/>
    <p:sldId id="602" r:id="rId25"/>
    <p:sldId id="575" r:id="rId26"/>
    <p:sldId id="585" r:id="rId27"/>
    <p:sldId id="583" r:id="rId28"/>
    <p:sldId id="590" r:id="rId29"/>
    <p:sldId id="593" r:id="rId30"/>
    <p:sldId id="595" r:id="rId31"/>
    <p:sldId id="598" r:id="rId32"/>
    <p:sldId id="601" r:id="rId33"/>
    <p:sldId id="606" r:id="rId34"/>
    <p:sldId id="627" r:id="rId35"/>
    <p:sldId id="610" r:id="rId36"/>
    <p:sldId id="614" r:id="rId37"/>
    <p:sldId id="618" r:id="rId38"/>
    <p:sldId id="626" r:id="rId39"/>
    <p:sldId id="621" r:id="rId40"/>
    <p:sldId id="624" r:id="rId41"/>
    <p:sldId id="629" r:id="rId42"/>
    <p:sldId id="632" r:id="rId43"/>
    <p:sldId id="634" r:id="rId44"/>
    <p:sldId id="636" r:id="rId45"/>
    <p:sldId id="639" r:id="rId46"/>
    <p:sldId id="642" r:id="rId47"/>
    <p:sldId id="644" r:id="rId48"/>
    <p:sldId id="646" r:id="rId49"/>
    <p:sldId id="649" r:id="rId50"/>
    <p:sldId id="650" r:id="rId51"/>
    <p:sldId id="654" r:id="rId52"/>
    <p:sldId id="659" r:id="rId53"/>
    <p:sldId id="660" r:id="rId54"/>
    <p:sldId id="661" r:id="rId55"/>
    <p:sldId id="663" r:id="rId56"/>
    <p:sldId id="551" r:id="rId57"/>
    <p:sldId id="692" r:id="rId58"/>
    <p:sldId id="703" r:id="rId59"/>
    <p:sldId id="704" r:id="rId60"/>
    <p:sldId id="706" r:id="rId61"/>
    <p:sldId id="709" r:id="rId62"/>
    <p:sldId id="711" r:id="rId63"/>
    <p:sldId id="713" r:id="rId64"/>
    <p:sldId id="715" r:id="rId65"/>
    <p:sldId id="717" r:id="rId66"/>
    <p:sldId id="443" r:id="rId67"/>
    <p:sldId id="720" r:id="rId68"/>
    <p:sldId id="723" r:id="rId69"/>
    <p:sldId id="452" r:id="rId70"/>
    <p:sldId id="724" r:id="rId71"/>
    <p:sldId id="727" r:id="rId72"/>
    <p:sldId id="729" r:id="rId73"/>
    <p:sldId id="730" r:id="rId74"/>
    <p:sldId id="731" r:id="rId75"/>
    <p:sldId id="732" r:id="rId76"/>
    <p:sldId id="733" r:id="rId77"/>
    <p:sldId id="734" r:id="rId78"/>
    <p:sldId id="735" r:id="rId79"/>
    <p:sldId id="736" r:id="rId80"/>
    <p:sldId id="737" r:id="rId81"/>
    <p:sldId id="738" r:id="rId82"/>
    <p:sldId id="742" r:id="rId83"/>
    <p:sldId id="743" r:id="rId84"/>
    <p:sldId id="745" r:id="rId85"/>
    <p:sldId id="744" r:id="rId86"/>
    <p:sldId id="748" r:id="rId87"/>
    <p:sldId id="445" r:id="rId88"/>
    <p:sldId id="440" r:id="rId89"/>
    <p:sldId id="751" r:id="rId90"/>
    <p:sldId id="740" r:id="rId91"/>
    <p:sldId id="753" r:id="rId92"/>
    <p:sldId id="755" r:id="rId93"/>
    <p:sldId id="757" r:id="rId94"/>
    <p:sldId id="762" r:id="rId95"/>
    <p:sldId id="763" r:id="rId96"/>
    <p:sldId id="764" r:id="rId97"/>
    <p:sldId id="765" r:id="rId98"/>
    <p:sldId id="766" r:id="rId99"/>
    <p:sldId id="768" r:id="rId100"/>
    <p:sldId id="769" r:id="rId101"/>
    <p:sldId id="771" r:id="rId102"/>
    <p:sldId id="773" r:id="rId103"/>
    <p:sldId id="774" r:id="rId104"/>
    <p:sldId id="489" r:id="rId105"/>
  </p:sldIdLst>
  <p:sldSz cx="9144000" cy="5143500" type="screen16x9"/>
  <p:notesSz cx="6858000" cy="9144000"/>
  <p:custDataLst>
    <p:tags r:id="rId10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36">
          <p15:clr>
            <a:srgbClr val="A4A3A4"/>
          </p15:clr>
        </p15:guide>
        <p15:guide id="2" pos="2851">
          <p15:clr>
            <a:srgbClr val="A4A3A4"/>
          </p15:clr>
        </p15:guide>
      </p15:sldGuideLst>
    </p:ext>
    <p:ext uri="{2D200454-40CA-4A62-9FC3-DE9A4176ACB9}">
      <p15:notesGuideLst xmlns:p15="http://schemas.microsoft.com/office/powerpoint/2012/main"/>
    </p:ext>
    <p:ext uri="{505F2C04-C923-438B-8C0F-E0CD2BADF298}">
      <wppc:fontMiss xmlns:wppc="http://www.wps.cn/officeDocument/PresentationCustomData" xmlns="" type="true"/>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95730"/>
    <a:srgbClr val="00AFE1"/>
    <a:srgbClr val="F6F6F6"/>
    <a:srgbClr val="F2F6F9"/>
    <a:srgbClr val="535353"/>
    <a:srgbClr val="F77B21"/>
    <a:srgbClr val="0A3F69"/>
    <a:srgbClr val="F5FB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163" autoAdjust="0"/>
    <p:restoredTop sz="94700" autoAdjust="0"/>
  </p:normalViewPr>
  <p:slideViewPr>
    <p:cSldViewPr>
      <p:cViewPr varScale="1">
        <p:scale>
          <a:sx n="142" d="100"/>
          <a:sy n="142" d="100"/>
        </p:scale>
        <p:origin x="858" y="120"/>
      </p:cViewPr>
      <p:guideLst>
        <p:guide orient="horz" pos="1636"/>
        <p:guide pos="285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0"/>
    </p:cViewPr>
  </p:sorterViewPr>
  <p:notesViewPr>
    <p:cSldViewPr>
      <p:cViewPr varScale="1">
        <p:scale>
          <a:sx n="88" d="100"/>
          <a:sy n="88" d="100"/>
        </p:scale>
        <p:origin x="3822" y="10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12" Type="http://schemas.openxmlformats.org/officeDocument/2006/relationships/tableStyles" Target="tableStyles.xml"/><Relationship Id="rId16" Type="http://schemas.openxmlformats.org/officeDocument/2006/relationships/slide" Target="slides/slide13.xml"/><Relationship Id="rId107" Type="http://schemas.openxmlformats.org/officeDocument/2006/relationships/tags" Target="tags/tag1.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commentAuthors" Target="commentAuthors.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schemas.openxmlformats.org/officeDocument/2006/relationships/notesMaster" Target="notesMasters/notesMaster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presProps" Target="presProps.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viewProps" Target="viewProps.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字魂35号-经典雅黑" panose="02000000000000000000" pitchFamily="2" charset="-122"/>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字魂35号-经典雅黑" panose="02000000000000000000" pitchFamily="2" charset="-122"/>
              </a:defRPr>
            </a:lvl1pPr>
          </a:lstStyle>
          <a:p>
            <a:fld id="{8AADD754-F49E-4351-AAFE-19D83F43501C}" type="datetimeFigureOut">
              <a:rPr lang="en-US" smtClean="0"/>
              <a:t>9/5/2023</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字魂35号-经典雅黑" panose="02000000000000000000" pitchFamily="2" charset="-122"/>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字魂35号-经典雅黑" panose="02000000000000000000" pitchFamily="2" charset="-122"/>
              </a:defRPr>
            </a:lvl1pPr>
          </a:lstStyle>
          <a:p>
            <a:fld id="{B78F6036-E835-44CB-A25A-34C755DFD5D4}"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字魂35号-经典雅黑" panose="02000000000000000000" pitchFamily="2" charset="-122"/>
        <a:ea typeface="+mn-ea"/>
        <a:cs typeface="+mn-cs"/>
      </a:defRPr>
    </a:lvl1pPr>
    <a:lvl2pPr marL="457200" algn="l" defTabSz="914400" rtl="0" eaLnBrk="1" latinLnBrk="0" hangingPunct="1">
      <a:defRPr sz="1200" kern="1200">
        <a:solidFill>
          <a:schemeClr val="tx1"/>
        </a:solidFill>
        <a:latin typeface="字魂35号-经典雅黑" panose="02000000000000000000" pitchFamily="2" charset="-122"/>
        <a:ea typeface="+mn-ea"/>
        <a:cs typeface="+mn-cs"/>
      </a:defRPr>
    </a:lvl2pPr>
    <a:lvl3pPr marL="914400" algn="l" defTabSz="914400" rtl="0" eaLnBrk="1" latinLnBrk="0" hangingPunct="1">
      <a:defRPr sz="1200" kern="1200">
        <a:solidFill>
          <a:schemeClr val="tx1"/>
        </a:solidFill>
        <a:latin typeface="字魂35号-经典雅黑" panose="02000000000000000000" pitchFamily="2" charset="-122"/>
        <a:ea typeface="+mn-ea"/>
        <a:cs typeface="+mn-cs"/>
      </a:defRPr>
    </a:lvl3pPr>
    <a:lvl4pPr marL="1371600" algn="l" defTabSz="914400" rtl="0" eaLnBrk="1" latinLnBrk="0" hangingPunct="1">
      <a:defRPr sz="1200" kern="1200">
        <a:solidFill>
          <a:schemeClr val="tx1"/>
        </a:solidFill>
        <a:latin typeface="字魂35号-经典雅黑" panose="02000000000000000000" pitchFamily="2" charset="-122"/>
        <a:ea typeface="+mn-ea"/>
        <a:cs typeface="+mn-cs"/>
      </a:defRPr>
    </a:lvl4pPr>
    <a:lvl5pPr marL="1828800" algn="l" defTabSz="914400" rtl="0" eaLnBrk="1" latinLnBrk="0" hangingPunct="1">
      <a:defRPr sz="1200" kern="1200">
        <a:solidFill>
          <a:schemeClr val="tx1"/>
        </a:solidFill>
        <a:latin typeface="字魂35号-经典雅黑" panose="02000000000000000000" pitchFamily="2" charset="-122"/>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78F6036-E835-44CB-A25A-34C755DFD5D4}"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78F6036-E835-44CB-A25A-34C755DFD5D4}" type="slidenum">
              <a:rPr lang="en-US" smtClean="0"/>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78F6036-E835-44CB-A25A-34C755DFD5D4}" type="slidenum">
              <a:rPr lang="en-US" smtClean="0"/>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10</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11</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12</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B40826B-D42A-9844-8E6E-DB15A56B1805}" type="slidenum">
              <a:rPr lang="en-US" smtClean="0"/>
              <a:t>64</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67</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D259E10-905C-4DDE-A988-B340C461ABE8}" type="slidenum">
              <a:rPr lang="zh-CN" altLang="en-US" smtClean="0"/>
              <a:t>85</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86</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78F6036-E835-44CB-A25A-34C755DFD5D4}" type="slidenum">
              <a:rPr lang="en-US" smtClean="0"/>
              <a:t>102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17" Type="http://schemas.openxmlformats.org/officeDocument/2006/relationships/tags" Target="../tags/tag118.xml"/><Relationship Id="rId21" Type="http://schemas.openxmlformats.org/officeDocument/2006/relationships/tags" Target="../tags/tag22.xml"/><Relationship Id="rId42" Type="http://schemas.openxmlformats.org/officeDocument/2006/relationships/tags" Target="../tags/tag43.xml"/><Relationship Id="rId63" Type="http://schemas.openxmlformats.org/officeDocument/2006/relationships/tags" Target="../tags/tag64.xml"/><Relationship Id="rId84" Type="http://schemas.openxmlformats.org/officeDocument/2006/relationships/tags" Target="../tags/tag85.xml"/><Relationship Id="rId16" Type="http://schemas.openxmlformats.org/officeDocument/2006/relationships/tags" Target="../tags/tag17.xml"/><Relationship Id="rId107" Type="http://schemas.openxmlformats.org/officeDocument/2006/relationships/tags" Target="../tags/tag108.xml"/><Relationship Id="rId11" Type="http://schemas.openxmlformats.org/officeDocument/2006/relationships/tags" Target="../tags/tag12.xml"/><Relationship Id="rId32" Type="http://schemas.openxmlformats.org/officeDocument/2006/relationships/tags" Target="../tags/tag33.xml"/><Relationship Id="rId37" Type="http://schemas.openxmlformats.org/officeDocument/2006/relationships/tags" Target="../tags/tag38.xml"/><Relationship Id="rId53" Type="http://schemas.openxmlformats.org/officeDocument/2006/relationships/tags" Target="../tags/tag54.xml"/><Relationship Id="rId58" Type="http://schemas.openxmlformats.org/officeDocument/2006/relationships/tags" Target="../tags/tag59.xml"/><Relationship Id="rId74" Type="http://schemas.openxmlformats.org/officeDocument/2006/relationships/tags" Target="../tags/tag75.xml"/><Relationship Id="rId79" Type="http://schemas.openxmlformats.org/officeDocument/2006/relationships/tags" Target="../tags/tag80.xml"/><Relationship Id="rId102" Type="http://schemas.openxmlformats.org/officeDocument/2006/relationships/tags" Target="../tags/tag103.xml"/><Relationship Id="rId123" Type="http://schemas.openxmlformats.org/officeDocument/2006/relationships/tags" Target="../tags/tag124.xml"/><Relationship Id="rId128" Type="http://schemas.openxmlformats.org/officeDocument/2006/relationships/tags" Target="../tags/tag129.xml"/><Relationship Id="rId5" Type="http://schemas.openxmlformats.org/officeDocument/2006/relationships/tags" Target="../tags/tag6.xml"/><Relationship Id="rId90" Type="http://schemas.openxmlformats.org/officeDocument/2006/relationships/tags" Target="../tags/tag91.xml"/><Relationship Id="rId95" Type="http://schemas.openxmlformats.org/officeDocument/2006/relationships/tags" Target="../tags/tag96.xml"/><Relationship Id="rId22" Type="http://schemas.openxmlformats.org/officeDocument/2006/relationships/tags" Target="../tags/tag23.xml"/><Relationship Id="rId27" Type="http://schemas.openxmlformats.org/officeDocument/2006/relationships/tags" Target="../tags/tag28.xml"/><Relationship Id="rId43" Type="http://schemas.openxmlformats.org/officeDocument/2006/relationships/tags" Target="../tags/tag44.xml"/><Relationship Id="rId48" Type="http://schemas.openxmlformats.org/officeDocument/2006/relationships/tags" Target="../tags/tag49.xml"/><Relationship Id="rId64" Type="http://schemas.openxmlformats.org/officeDocument/2006/relationships/tags" Target="../tags/tag65.xml"/><Relationship Id="rId69" Type="http://schemas.openxmlformats.org/officeDocument/2006/relationships/tags" Target="../tags/tag70.xml"/><Relationship Id="rId113" Type="http://schemas.openxmlformats.org/officeDocument/2006/relationships/tags" Target="../tags/tag114.xml"/><Relationship Id="rId118" Type="http://schemas.openxmlformats.org/officeDocument/2006/relationships/tags" Target="../tags/tag119.xml"/><Relationship Id="rId134" Type="http://schemas.openxmlformats.org/officeDocument/2006/relationships/tags" Target="../tags/tag135.xml"/><Relationship Id="rId80" Type="http://schemas.openxmlformats.org/officeDocument/2006/relationships/tags" Target="../tags/tag81.xml"/><Relationship Id="rId85" Type="http://schemas.openxmlformats.org/officeDocument/2006/relationships/tags" Target="../tags/tag86.xml"/><Relationship Id="rId12" Type="http://schemas.openxmlformats.org/officeDocument/2006/relationships/tags" Target="../tags/tag13.xml"/><Relationship Id="rId17" Type="http://schemas.openxmlformats.org/officeDocument/2006/relationships/tags" Target="../tags/tag18.xml"/><Relationship Id="rId33" Type="http://schemas.openxmlformats.org/officeDocument/2006/relationships/tags" Target="../tags/tag34.xml"/><Relationship Id="rId38" Type="http://schemas.openxmlformats.org/officeDocument/2006/relationships/tags" Target="../tags/tag39.xml"/><Relationship Id="rId59" Type="http://schemas.openxmlformats.org/officeDocument/2006/relationships/tags" Target="../tags/tag60.xml"/><Relationship Id="rId103" Type="http://schemas.openxmlformats.org/officeDocument/2006/relationships/tags" Target="../tags/tag104.xml"/><Relationship Id="rId108" Type="http://schemas.openxmlformats.org/officeDocument/2006/relationships/tags" Target="../tags/tag109.xml"/><Relationship Id="rId124" Type="http://schemas.openxmlformats.org/officeDocument/2006/relationships/tags" Target="../tags/tag125.xml"/><Relationship Id="rId129" Type="http://schemas.openxmlformats.org/officeDocument/2006/relationships/tags" Target="../tags/tag130.xml"/><Relationship Id="rId54" Type="http://schemas.openxmlformats.org/officeDocument/2006/relationships/tags" Target="../tags/tag55.xml"/><Relationship Id="rId70" Type="http://schemas.openxmlformats.org/officeDocument/2006/relationships/tags" Target="../tags/tag71.xml"/><Relationship Id="rId75" Type="http://schemas.openxmlformats.org/officeDocument/2006/relationships/tags" Target="../tags/tag76.xml"/><Relationship Id="rId91" Type="http://schemas.openxmlformats.org/officeDocument/2006/relationships/tags" Target="../tags/tag92.xml"/><Relationship Id="rId96" Type="http://schemas.openxmlformats.org/officeDocument/2006/relationships/tags" Target="../tags/tag97.xml"/><Relationship Id="rId1" Type="http://schemas.openxmlformats.org/officeDocument/2006/relationships/tags" Target="../tags/tag2.xml"/><Relationship Id="rId6" Type="http://schemas.openxmlformats.org/officeDocument/2006/relationships/tags" Target="../tags/tag7.xml"/><Relationship Id="rId23" Type="http://schemas.openxmlformats.org/officeDocument/2006/relationships/tags" Target="../tags/tag24.xml"/><Relationship Id="rId28" Type="http://schemas.openxmlformats.org/officeDocument/2006/relationships/tags" Target="../tags/tag29.xml"/><Relationship Id="rId49" Type="http://schemas.openxmlformats.org/officeDocument/2006/relationships/tags" Target="../tags/tag50.xml"/><Relationship Id="rId114" Type="http://schemas.openxmlformats.org/officeDocument/2006/relationships/tags" Target="../tags/tag115.xml"/><Relationship Id="rId119" Type="http://schemas.openxmlformats.org/officeDocument/2006/relationships/tags" Target="../tags/tag120.xml"/><Relationship Id="rId44" Type="http://schemas.openxmlformats.org/officeDocument/2006/relationships/tags" Target="../tags/tag45.xml"/><Relationship Id="rId60" Type="http://schemas.openxmlformats.org/officeDocument/2006/relationships/tags" Target="../tags/tag61.xml"/><Relationship Id="rId65" Type="http://schemas.openxmlformats.org/officeDocument/2006/relationships/tags" Target="../tags/tag66.xml"/><Relationship Id="rId81" Type="http://schemas.openxmlformats.org/officeDocument/2006/relationships/tags" Target="../tags/tag82.xml"/><Relationship Id="rId86" Type="http://schemas.openxmlformats.org/officeDocument/2006/relationships/tags" Target="../tags/tag87.xml"/><Relationship Id="rId130" Type="http://schemas.openxmlformats.org/officeDocument/2006/relationships/tags" Target="../tags/tag131.xml"/><Relationship Id="rId135" Type="http://schemas.openxmlformats.org/officeDocument/2006/relationships/tags" Target="../tags/tag136.xml"/><Relationship Id="rId13" Type="http://schemas.openxmlformats.org/officeDocument/2006/relationships/tags" Target="../tags/tag14.xml"/><Relationship Id="rId18" Type="http://schemas.openxmlformats.org/officeDocument/2006/relationships/tags" Target="../tags/tag19.xml"/><Relationship Id="rId39" Type="http://schemas.openxmlformats.org/officeDocument/2006/relationships/tags" Target="../tags/tag40.xml"/><Relationship Id="rId109" Type="http://schemas.openxmlformats.org/officeDocument/2006/relationships/tags" Target="../tags/tag110.xml"/><Relationship Id="rId34" Type="http://schemas.openxmlformats.org/officeDocument/2006/relationships/tags" Target="../tags/tag35.xml"/><Relationship Id="rId50" Type="http://schemas.openxmlformats.org/officeDocument/2006/relationships/tags" Target="../tags/tag51.xml"/><Relationship Id="rId55" Type="http://schemas.openxmlformats.org/officeDocument/2006/relationships/tags" Target="../tags/tag56.xml"/><Relationship Id="rId76" Type="http://schemas.openxmlformats.org/officeDocument/2006/relationships/tags" Target="../tags/tag77.xml"/><Relationship Id="rId97" Type="http://schemas.openxmlformats.org/officeDocument/2006/relationships/tags" Target="../tags/tag98.xml"/><Relationship Id="rId104" Type="http://schemas.openxmlformats.org/officeDocument/2006/relationships/tags" Target="../tags/tag105.xml"/><Relationship Id="rId120" Type="http://schemas.openxmlformats.org/officeDocument/2006/relationships/tags" Target="../tags/tag121.xml"/><Relationship Id="rId125" Type="http://schemas.openxmlformats.org/officeDocument/2006/relationships/tags" Target="../tags/tag126.xml"/><Relationship Id="rId7" Type="http://schemas.openxmlformats.org/officeDocument/2006/relationships/tags" Target="../tags/tag8.xml"/><Relationship Id="rId71" Type="http://schemas.openxmlformats.org/officeDocument/2006/relationships/tags" Target="../tags/tag72.xml"/><Relationship Id="rId92" Type="http://schemas.openxmlformats.org/officeDocument/2006/relationships/tags" Target="../tags/tag93.xml"/><Relationship Id="rId2" Type="http://schemas.openxmlformats.org/officeDocument/2006/relationships/tags" Target="../tags/tag3.xml"/><Relationship Id="rId29" Type="http://schemas.openxmlformats.org/officeDocument/2006/relationships/tags" Target="../tags/tag30.xml"/><Relationship Id="rId24" Type="http://schemas.openxmlformats.org/officeDocument/2006/relationships/tags" Target="../tags/tag25.xml"/><Relationship Id="rId40" Type="http://schemas.openxmlformats.org/officeDocument/2006/relationships/tags" Target="../tags/tag41.xml"/><Relationship Id="rId45" Type="http://schemas.openxmlformats.org/officeDocument/2006/relationships/tags" Target="../tags/tag46.xml"/><Relationship Id="rId66" Type="http://schemas.openxmlformats.org/officeDocument/2006/relationships/tags" Target="../tags/tag67.xml"/><Relationship Id="rId87" Type="http://schemas.openxmlformats.org/officeDocument/2006/relationships/tags" Target="../tags/tag88.xml"/><Relationship Id="rId110" Type="http://schemas.openxmlformats.org/officeDocument/2006/relationships/tags" Target="../tags/tag111.xml"/><Relationship Id="rId115" Type="http://schemas.openxmlformats.org/officeDocument/2006/relationships/tags" Target="../tags/tag116.xml"/><Relationship Id="rId131" Type="http://schemas.openxmlformats.org/officeDocument/2006/relationships/tags" Target="../tags/tag132.xml"/><Relationship Id="rId136" Type="http://schemas.openxmlformats.org/officeDocument/2006/relationships/slideMaster" Target="../slideMasters/slideMaster1.xml"/><Relationship Id="rId61" Type="http://schemas.openxmlformats.org/officeDocument/2006/relationships/tags" Target="../tags/tag62.xml"/><Relationship Id="rId82" Type="http://schemas.openxmlformats.org/officeDocument/2006/relationships/tags" Target="../tags/tag83.xml"/><Relationship Id="rId19" Type="http://schemas.openxmlformats.org/officeDocument/2006/relationships/tags" Target="../tags/tag20.xml"/><Relationship Id="rId14" Type="http://schemas.openxmlformats.org/officeDocument/2006/relationships/tags" Target="../tags/tag15.xml"/><Relationship Id="rId30" Type="http://schemas.openxmlformats.org/officeDocument/2006/relationships/tags" Target="../tags/tag31.xml"/><Relationship Id="rId35" Type="http://schemas.openxmlformats.org/officeDocument/2006/relationships/tags" Target="../tags/tag36.xml"/><Relationship Id="rId56" Type="http://schemas.openxmlformats.org/officeDocument/2006/relationships/tags" Target="../tags/tag57.xml"/><Relationship Id="rId77" Type="http://schemas.openxmlformats.org/officeDocument/2006/relationships/tags" Target="../tags/tag78.xml"/><Relationship Id="rId100" Type="http://schemas.openxmlformats.org/officeDocument/2006/relationships/tags" Target="../tags/tag101.xml"/><Relationship Id="rId105" Type="http://schemas.openxmlformats.org/officeDocument/2006/relationships/tags" Target="../tags/tag106.xml"/><Relationship Id="rId126" Type="http://schemas.openxmlformats.org/officeDocument/2006/relationships/tags" Target="../tags/tag127.xml"/><Relationship Id="rId8" Type="http://schemas.openxmlformats.org/officeDocument/2006/relationships/tags" Target="../tags/tag9.xml"/><Relationship Id="rId51" Type="http://schemas.openxmlformats.org/officeDocument/2006/relationships/tags" Target="../tags/tag52.xml"/><Relationship Id="rId72" Type="http://schemas.openxmlformats.org/officeDocument/2006/relationships/tags" Target="../tags/tag73.xml"/><Relationship Id="rId93" Type="http://schemas.openxmlformats.org/officeDocument/2006/relationships/tags" Target="../tags/tag94.xml"/><Relationship Id="rId98" Type="http://schemas.openxmlformats.org/officeDocument/2006/relationships/tags" Target="../tags/tag99.xml"/><Relationship Id="rId121" Type="http://schemas.openxmlformats.org/officeDocument/2006/relationships/tags" Target="../tags/tag122.xml"/><Relationship Id="rId3" Type="http://schemas.openxmlformats.org/officeDocument/2006/relationships/tags" Target="../tags/tag4.xml"/><Relationship Id="rId25" Type="http://schemas.openxmlformats.org/officeDocument/2006/relationships/tags" Target="../tags/tag26.xml"/><Relationship Id="rId46" Type="http://schemas.openxmlformats.org/officeDocument/2006/relationships/tags" Target="../tags/tag47.xml"/><Relationship Id="rId67" Type="http://schemas.openxmlformats.org/officeDocument/2006/relationships/tags" Target="../tags/tag68.xml"/><Relationship Id="rId116" Type="http://schemas.openxmlformats.org/officeDocument/2006/relationships/tags" Target="../tags/tag117.xml"/><Relationship Id="rId20" Type="http://schemas.openxmlformats.org/officeDocument/2006/relationships/tags" Target="../tags/tag21.xml"/><Relationship Id="rId41" Type="http://schemas.openxmlformats.org/officeDocument/2006/relationships/tags" Target="../tags/tag42.xml"/><Relationship Id="rId62" Type="http://schemas.openxmlformats.org/officeDocument/2006/relationships/tags" Target="../tags/tag63.xml"/><Relationship Id="rId83" Type="http://schemas.openxmlformats.org/officeDocument/2006/relationships/tags" Target="../tags/tag84.xml"/><Relationship Id="rId88" Type="http://schemas.openxmlformats.org/officeDocument/2006/relationships/tags" Target="../tags/tag89.xml"/><Relationship Id="rId111" Type="http://schemas.openxmlformats.org/officeDocument/2006/relationships/tags" Target="../tags/tag112.xml"/><Relationship Id="rId132" Type="http://schemas.openxmlformats.org/officeDocument/2006/relationships/tags" Target="../tags/tag133.xml"/><Relationship Id="rId15" Type="http://schemas.openxmlformats.org/officeDocument/2006/relationships/tags" Target="../tags/tag16.xml"/><Relationship Id="rId36" Type="http://schemas.openxmlformats.org/officeDocument/2006/relationships/tags" Target="../tags/tag37.xml"/><Relationship Id="rId57" Type="http://schemas.openxmlformats.org/officeDocument/2006/relationships/tags" Target="../tags/tag58.xml"/><Relationship Id="rId106" Type="http://schemas.openxmlformats.org/officeDocument/2006/relationships/tags" Target="../tags/tag107.xml"/><Relationship Id="rId127" Type="http://schemas.openxmlformats.org/officeDocument/2006/relationships/tags" Target="../tags/tag128.xml"/><Relationship Id="rId10" Type="http://schemas.openxmlformats.org/officeDocument/2006/relationships/tags" Target="../tags/tag11.xml"/><Relationship Id="rId31" Type="http://schemas.openxmlformats.org/officeDocument/2006/relationships/tags" Target="../tags/tag32.xml"/><Relationship Id="rId52" Type="http://schemas.openxmlformats.org/officeDocument/2006/relationships/tags" Target="../tags/tag53.xml"/><Relationship Id="rId73" Type="http://schemas.openxmlformats.org/officeDocument/2006/relationships/tags" Target="../tags/tag74.xml"/><Relationship Id="rId78" Type="http://schemas.openxmlformats.org/officeDocument/2006/relationships/tags" Target="../tags/tag79.xml"/><Relationship Id="rId94" Type="http://schemas.openxmlformats.org/officeDocument/2006/relationships/tags" Target="../tags/tag95.xml"/><Relationship Id="rId99" Type="http://schemas.openxmlformats.org/officeDocument/2006/relationships/tags" Target="../tags/tag100.xml"/><Relationship Id="rId101" Type="http://schemas.openxmlformats.org/officeDocument/2006/relationships/tags" Target="../tags/tag102.xml"/><Relationship Id="rId122" Type="http://schemas.openxmlformats.org/officeDocument/2006/relationships/tags" Target="../tags/tag123.xml"/><Relationship Id="rId4" Type="http://schemas.openxmlformats.org/officeDocument/2006/relationships/tags" Target="../tags/tag5.xml"/><Relationship Id="rId9" Type="http://schemas.openxmlformats.org/officeDocument/2006/relationships/tags" Target="../tags/tag10.xml"/><Relationship Id="rId26" Type="http://schemas.openxmlformats.org/officeDocument/2006/relationships/tags" Target="../tags/tag27.xml"/><Relationship Id="rId47" Type="http://schemas.openxmlformats.org/officeDocument/2006/relationships/tags" Target="../tags/tag48.xml"/><Relationship Id="rId68" Type="http://schemas.openxmlformats.org/officeDocument/2006/relationships/tags" Target="../tags/tag69.xml"/><Relationship Id="rId89" Type="http://schemas.openxmlformats.org/officeDocument/2006/relationships/tags" Target="../tags/tag90.xml"/><Relationship Id="rId112" Type="http://schemas.openxmlformats.org/officeDocument/2006/relationships/tags" Target="../tags/tag113.xml"/><Relationship Id="rId133" Type="http://schemas.openxmlformats.org/officeDocument/2006/relationships/tags" Target="../tags/tag134.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17" Type="http://schemas.openxmlformats.org/officeDocument/2006/relationships/tags" Target="../tags/tag259.xml"/><Relationship Id="rId21" Type="http://schemas.openxmlformats.org/officeDocument/2006/relationships/tags" Target="../tags/tag163.xml"/><Relationship Id="rId42" Type="http://schemas.openxmlformats.org/officeDocument/2006/relationships/tags" Target="../tags/tag184.xml"/><Relationship Id="rId63" Type="http://schemas.openxmlformats.org/officeDocument/2006/relationships/tags" Target="../tags/tag205.xml"/><Relationship Id="rId84" Type="http://schemas.openxmlformats.org/officeDocument/2006/relationships/tags" Target="../tags/tag226.xml"/><Relationship Id="rId16" Type="http://schemas.openxmlformats.org/officeDocument/2006/relationships/tags" Target="../tags/tag158.xml"/><Relationship Id="rId107" Type="http://schemas.openxmlformats.org/officeDocument/2006/relationships/tags" Target="../tags/tag249.xml"/><Relationship Id="rId11" Type="http://schemas.openxmlformats.org/officeDocument/2006/relationships/tags" Target="../tags/tag153.xml"/><Relationship Id="rId32" Type="http://schemas.openxmlformats.org/officeDocument/2006/relationships/tags" Target="../tags/tag174.xml"/><Relationship Id="rId37" Type="http://schemas.openxmlformats.org/officeDocument/2006/relationships/tags" Target="../tags/tag179.xml"/><Relationship Id="rId53" Type="http://schemas.openxmlformats.org/officeDocument/2006/relationships/tags" Target="../tags/tag195.xml"/><Relationship Id="rId58" Type="http://schemas.openxmlformats.org/officeDocument/2006/relationships/tags" Target="../tags/tag200.xml"/><Relationship Id="rId74" Type="http://schemas.openxmlformats.org/officeDocument/2006/relationships/tags" Target="../tags/tag216.xml"/><Relationship Id="rId79" Type="http://schemas.openxmlformats.org/officeDocument/2006/relationships/tags" Target="../tags/tag221.xml"/><Relationship Id="rId102" Type="http://schemas.openxmlformats.org/officeDocument/2006/relationships/tags" Target="../tags/tag244.xml"/><Relationship Id="rId123" Type="http://schemas.openxmlformats.org/officeDocument/2006/relationships/tags" Target="../tags/tag265.xml"/><Relationship Id="rId128" Type="http://schemas.openxmlformats.org/officeDocument/2006/relationships/tags" Target="../tags/tag270.xml"/><Relationship Id="rId5" Type="http://schemas.openxmlformats.org/officeDocument/2006/relationships/tags" Target="../tags/tag147.xml"/><Relationship Id="rId90" Type="http://schemas.openxmlformats.org/officeDocument/2006/relationships/tags" Target="../tags/tag232.xml"/><Relationship Id="rId95" Type="http://schemas.openxmlformats.org/officeDocument/2006/relationships/tags" Target="../tags/tag237.xml"/><Relationship Id="rId22" Type="http://schemas.openxmlformats.org/officeDocument/2006/relationships/tags" Target="../tags/tag164.xml"/><Relationship Id="rId27" Type="http://schemas.openxmlformats.org/officeDocument/2006/relationships/tags" Target="../tags/tag169.xml"/><Relationship Id="rId43" Type="http://schemas.openxmlformats.org/officeDocument/2006/relationships/tags" Target="../tags/tag185.xml"/><Relationship Id="rId48" Type="http://schemas.openxmlformats.org/officeDocument/2006/relationships/tags" Target="../tags/tag190.xml"/><Relationship Id="rId64" Type="http://schemas.openxmlformats.org/officeDocument/2006/relationships/tags" Target="../tags/tag206.xml"/><Relationship Id="rId69" Type="http://schemas.openxmlformats.org/officeDocument/2006/relationships/tags" Target="../tags/tag211.xml"/><Relationship Id="rId113" Type="http://schemas.openxmlformats.org/officeDocument/2006/relationships/tags" Target="../tags/tag255.xml"/><Relationship Id="rId118" Type="http://schemas.openxmlformats.org/officeDocument/2006/relationships/tags" Target="../tags/tag260.xml"/><Relationship Id="rId134" Type="http://schemas.openxmlformats.org/officeDocument/2006/relationships/tags" Target="../tags/tag276.xml"/><Relationship Id="rId80" Type="http://schemas.openxmlformats.org/officeDocument/2006/relationships/tags" Target="../tags/tag222.xml"/><Relationship Id="rId85" Type="http://schemas.openxmlformats.org/officeDocument/2006/relationships/tags" Target="../tags/tag227.xml"/><Relationship Id="rId12" Type="http://schemas.openxmlformats.org/officeDocument/2006/relationships/tags" Target="../tags/tag154.xml"/><Relationship Id="rId17" Type="http://schemas.openxmlformats.org/officeDocument/2006/relationships/tags" Target="../tags/tag159.xml"/><Relationship Id="rId33" Type="http://schemas.openxmlformats.org/officeDocument/2006/relationships/tags" Target="../tags/tag175.xml"/><Relationship Id="rId38" Type="http://schemas.openxmlformats.org/officeDocument/2006/relationships/tags" Target="../tags/tag180.xml"/><Relationship Id="rId59" Type="http://schemas.openxmlformats.org/officeDocument/2006/relationships/tags" Target="../tags/tag201.xml"/><Relationship Id="rId103" Type="http://schemas.openxmlformats.org/officeDocument/2006/relationships/tags" Target="../tags/tag245.xml"/><Relationship Id="rId108" Type="http://schemas.openxmlformats.org/officeDocument/2006/relationships/tags" Target="../tags/tag250.xml"/><Relationship Id="rId124" Type="http://schemas.openxmlformats.org/officeDocument/2006/relationships/tags" Target="../tags/tag266.xml"/><Relationship Id="rId129" Type="http://schemas.openxmlformats.org/officeDocument/2006/relationships/tags" Target="../tags/tag271.xml"/><Relationship Id="rId54" Type="http://schemas.openxmlformats.org/officeDocument/2006/relationships/tags" Target="../tags/tag196.xml"/><Relationship Id="rId70" Type="http://schemas.openxmlformats.org/officeDocument/2006/relationships/tags" Target="../tags/tag212.xml"/><Relationship Id="rId75" Type="http://schemas.openxmlformats.org/officeDocument/2006/relationships/tags" Target="../tags/tag217.xml"/><Relationship Id="rId91" Type="http://schemas.openxmlformats.org/officeDocument/2006/relationships/tags" Target="../tags/tag233.xml"/><Relationship Id="rId96" Type="http://schemas.openxmlformats.org/officeDocument/2006/relationships/tags" Target="../tags/tag238.xml"/><Relationship Id="rId1" Type="http://schemas.openxmlformats.org/officeDocument/2006/relationships/tags" Target="../tags/tag143.xml"/><Relationship Id="rId6" Type="http://schemas.openxmlformats.org/officeDocument/2006/relationships/tags" Target="../tags/tag148.xml"/><Relationship Id="rId23" Type="http://schemas.openxmlformats.org/officeDocument/2006/relationships/tags" Target="../tags/tag165.xml"/><Relationship Id="rId28" Type="http://schemas.openxmlformats.org/officeDocument/2006/relationships/tags" Target="../tags/tag170.xml"/><Relationship Id="rId49" Type="http://schemas.openxmlformats.org/officeDocument/2006/relationships/tags" Target="../tags/tag191.xml"/><Relationship Id="rId114" Type="http://schemas.openxmlformats.org/officeDocument/2006/relationships/tags" Target="../tags/tag256.xml"/><Relationship Id="rId119" Type="http://schemas.openxmlformats.org/officeDocument/2006/relationships/tags" Target="../tags/tag261.xml"/><Relationship Id="rId44" Type="http://schemas.openxmlformats.org/officeDocument/2006/relationships/tags" Target="../tags/tag186.xml"/><Relationship Id="rId60" Type="http://schemas.openxmlformats.org/officeDocument/2006/relationships/tags" Target="../tags/tag202.xml"/><Relationship Id="rId65" Type="http://schemas.openxmlformats.org/officeDocument/2006/relationships/tags" Target="../tags/tag207.xml"/><Relationship Id="rId81" Type="http://schemas.openxmlformats.org/officeDocument/2006/relationships/tags" Target="../tags/tag223.xml"/><Relationship Id="rId86" Type="http://schemas.openxmlformats.org/officeDocument/2006/relationships/tags" Target="../tags/tag228.xml"/><Relationship Id="rId130" Type="http://schemas.openxmlformats.org/officeDocument/2006/relationships/tags" Target="../tags/tag272.xml"/><Relationship Id="rId135" Type="http://schemas.openxmlformats.org/officeDocument/2006/relationships/tags" Target="../tags/tag277.xml"/><Relationship Id="rId13" Type="http://schemas.openxmlformats.org/officeDocument/2006/relationships/tags" Target="../tags/tag155.xml"/><Relationship Id="rId18" Type="http://schemas.openxmlformats.org/officeDocument/2006/relationships/tags" Target="../tags/tag160.xml"/><Relationship Id="rId39" Type="http://schemas.openxmlformats.org/officeDocument/2006/relationships/tags" Target="../tags/tag181.xml"/><Relationship Id="rId109" Type="http://schemas.openxmlformats.org/officeDocument/2006/relationships/tags" Target="../tags/tag251.xml"/><Relationship Id="rId34" Type="http://schemas.openxmlformats.org/officeDocument/2006/relationships/tags" Target="../tags/tag176.xml"/><Relationship Id="rId50" Type="http://schemas.openxmlformats.org/officeDocument/2006/relationships/tags" Target="../tags/tag192.xml"/><Relationship Id="rId55" Type="http://schemas.openxmlformats.org/officeDocument/2006/relationships/tags" Target="../tags/tag197.xml"/><Relationship Id="rId76" Type="http://schemas.openxmlformats.org/officeDocument/2006/relationships/tags" Target="../tags/tag218.xml"/><Relationship Id="rId97" Type="http://schemas.openxmlformats.org/officeDocument/2006/relationships/tags" Target="../tags/tag239.xml"/><Relationship Id="rId104" Type="http://schemas.openxmlformats.org/officeDocument/2006/relationships/tags" Target="../tags/tag246.xml"/><Relationship Id="rId120" Type="http://schemas.openxmlformats.org/officeDocument/2006/relationships/tags" Target="../tags/tag262.xml"/><Relationship Id="rId125" Type="http://schemas.openxmlformats.org/officeDocument/2006/relationships/tags" Target="../tags/tag267.xml"/><Relationship Id="rId7" Type="http://schemas.openxmlformats.org/officeDocument/2006/relationships/tags" Target="../tags/tag149.xml"/><Relationship Id="rId71" Type="http://schemas.openxmlformats.org/officeDocument/2006/relationships/tags" Target="../tags/tag213.xml"/><Relationship Id="rId92" Type="http://schemas.openxmlformats.org/officeDocument/2006/relationships/tags" Target="../tags/tag234.xml"/><Relationship Id="rId2" Type="http://schemas.openxmlformats.org/officeDocument/2006/relationships/tags" Target="../tags/tag144.xml"/><Relationship Id="rId29" Type="http://schemas.openxmlformats.org/officeDocument/2006/relationships/tags" Target="../tags/tag171.xml"/><Relationship Id="rId24" Type="http://schemas.openxmlformats.org/officeDocument/2006/relationships/tags" Target="../tags/tag166.xml"/><Relationship Id="rId40" Type="http://schemas.openxmlformats.org/officeDocument/2006/relationships/tags" Target="../tags/tag182.xml"/><Relationship Id="rId45" Type="http://schemas.openxmlformats.org/officeDocument/2006/relationships/tags" Target="../tags/tag187.xml"/><Relationship Id="rId66" Type="http://schemas.openxmlformats.org/officeDocument/2006/relationships/tags" Target="../tags/tag208.xml"/><Relationship Id="rId87" Type="http://schemas.openxmlformats.org/officeDocument/2006/relationships/tags" Target="../tags/tag229.xml"/><Relationship Id="rId110" Type="http://schemas.openxmlformats.org/officeDocument/2006/relationships/tags" Target="../tags/tag252.xml"/><Relationship Id="rId115" Type="http://schemas.openxmlformats.org/officeDocument/2006/relationships/tags" Target="../tags/tag257.xml"/><Relationship Id="rId131" Type="http://schemas.openxmlformats.org/officeDocument/2006/relationships/tags" Target="../tags/tag273.xml"/><Relationship Id="rId136" Type="http://schemas.openxmlformats.org/officeDocument/2006/relationships/slideMaster" Target="../slideMasters/slideMaster2.xml"/><Relationship Id="rId61" Type="http://schemas.openxmlformats.org/officeDocument/2006/relationships/tags" Target="../tags/tag203.xml"/><Relationship Id="rId82" Type="http://schemas.openxmlformats.org/officeDocument/2006/relationships/tags" Target="../tags/tag224.xml"/><Relationship Id="rId19" Type="http://schemas.openxmlformats.org/officeDocument/2006/relationships/tags" Target="../tags/tag161.xml"/><Relationship Id="rId14" Type="http://schemas.openxmlformats.org/officeDocument/2006/relationships/tags" Target="../tags/tag156.xml"/><Relationship Id="rId30" Type="http://schemas.openxmlformats.org/officeDocument/2006/relationships/tags" Target="../tags/tag172.xml"/><Relationship Id="rId35" Type="http://schemas.openxmlformats.org/officeDocument/2006/relationships/tags" Target="../tags/tag177.xml"/><Relationship Id="rId56" Type="http://schemas.openxmlformats.org/officeDocument/2006/relationships/tags" Target="../tags/tag198.xml"/><Relationship Id="rId77" Type="http://schemas.openxmlformats.org/officeDocument/2006/relationships/tags" Target="../tags/tag219.xml"/><Relationship Id="rId100" Type="http://schemas.openxmlformats.org/officeDocument/2006/relationships/tags" Target="../tags/tag242.xml"/><Relationship Id="rId105" Type="http://schemas.openxmlformats.org/officeDocument/2006/relationships/tags" Target="../tags/tag247.xml"/><Relationship Id="rId126" Type="http://schemas.openxmlformats.org/officeDocument/2006/relationships/tags" Target="../tags/tag268.xml"/><Relationship Id="rId8" Type="http://schemas.openxmlformats.org/officeDocument/2006/relationships/tags" Target="../tags/tag150.xml"/><Relationship Id="rId51" Type="http://schemas.openxmlformats.org/officeDocument/2006/relationships/tags" Target="../tags/tag193.xml"/><Relationship Id="rId72" Type="http://schemas.openxmlformats.org/officeDocument/2006/relationships/tags" Target="../tags/tag214.xml"/><Relationship Id="rId93" Type="http://schemas.openxmlformats.org/officeDocument/2006/relationships/tags" Target="../tags/tag235.xml"/><Relationship Id="rId98" Type="http://schemas.openxmlformats.org/officeDocument/2006/relationships/tags" Target="../tags/tag240.xml"/><Relationship Id="rId121" Type="http://schemas.openxmlformats.org/officeDocument/2006/relationships/tags" Target="../tags/tag263.xml"/><Relationship Id="rId3" Type="http://schemas.openxmlformats.org/officeDocument/2006/relationships/tags" Target="../tags/tag145.xml"/><Relationship Id="rId25" Type="http://schemas.openxmlformats.org/officeDocument/2006/relationships/tags" Target="../tags/tag167.xml"/><Relationship Id="rId46" Type="http://schemas.openxmlformats.org/officeDocument/2006/relationships/tags" Target="../tags/tag188.xml"/><Relationship Id="rId67" Type="http://schemas.openxmlformats.org/officeDocument/2006/relationships/tags" Target="../tags/tag209.xml"/><Relationship Id="rId116" Type="http://schemas.openxmlformats.org/officeDocument/2006/relationships/tags" Target="../tags/tag258.xml"/><Relationship Id="rId20" Type="http://schemas.openxmlformats.org/officeDocument/2006/relationships/tags" Target="../tags/tag162.xml"/><Relationship Id="rId41" Type="http://schemas.openxmlformats.org/officeDocument/2006/relationships/tags" Target="../tags/tag183.xml"/><Relationship Id="rId62" Type="http://schemas.openxmlformats.org/officeDocument/2006/relationships/tags" Target="../tags/tag204.xml"/><Relationship Id="rId83" Type="http://schemas.openxmlformats.org/officeDocument/2006/relationships/tags" Target="../tags/tag225.xml"/><Relationship Id="rId88" Type="http://schemas.openxmlformats.org/officeDocument/2006/relationships/tags" Target="../tags/tag230.xml"/><Relationship Id="rId111" Type="http://schemas.openxmlformats.org/officeDocument/2006/relationships/tags" Target="../tags/tag253.xml"/><Relationship Id="rId132" Type="http://schemas.openxmlformats.org/officeDocument/2006/relationships/tags" Target="../tags/tag274.xml"/><Relationship Id="rId15" Type="http://schemas.openxmlformats.org/officeDocument/2006/relationships/tags" Target="../tags/tag157.xml"/><Relationship Id="rId36" Type="http://schemas.openxmlformats.org/officeDocument/2006/relationships/tags" Target="../tags/tag178.xml"/><Relationship Id="rId57" Type="http://schemas.openxmlformats.org/officeDocument/2006/relationships/tags" Target="../tags/tag199.xml"/><Relationship Id="rId106" Type="http://schemas.openxmlformats.org/officeDocument/2006/relationships/tags" Target="../tags/tag248.xml"/><Relationship Id="rId127" Type="http://schemas.openxmlformats.org/officeDocument/2006/relationships/tags" Target="../tags/tag269.xml"/><Relationship Id="rId10" Type="http://schemas.openxmlformats.org/officeDocument/2006/relationships/tags" Target="../tags/tag152.xml"/><Relationship Id="rId31" Type="http://schemas.openxmlformats.org/officeDocument/2006/relationships/tags" Target="../tags/tag173.xml"/><Relationship Id="rId52" Type="http://schemas.openxmlformats.org/officeDocument/2006/relationships/tags" Target="../tags/tag194.xml"/><Relationship Id="rId73" Type="http://schemas.openxmlformats.org/officeDocument/2006/relationships/tags" Target="../tags/tag215.xml"/><Relationship Id="rId78" Type="http://schemas.openxmlformats.org/officeDocument/2006/relationships/tags" Target="../tags/tag220.xml"/><Relationship Id="rId94" Type="http://schemas.openxmlformats.org/officeDocument/2006/relationships/tags" Target="../tags/tag236.xml"/><Relationship Id="rId99" Type="http://schemas.openxmlformats.org/officeDocument/2006/relationships/tags" Target="../tags/tag241.xml"/><Relationship Id="rId101" Type="http://schemas.openxmlformats.org/officeDocument/2006/relationships/tags" Target="../tags/tag243.xml"/><Relationship Id="rId122" Type="http://schemas.openxmlformats.org/officeDocument/2006/relationships/tags" Target="../tags/tag264.xml"/><Relationship Id="rId4" Type="http://schemas.openxmlformats.org/officeDocument/2006/relationships/tags" Target="../tags/tag146.xml"/><Relationship Id="rId9" Type="http://schemas.openxmlformats.org/officeDocument/2006/relationships/tags" Target="../tags/tag151.xml"/><Relationship Id="rId26" Type="http://schemas.openxmlformats.org/officeDocument/2006/relationships/tags" Target="../tags/tag168.xml"/><Relationship Id="rId47" Type="http://schemas.openxmlformats.org/officeDocument/2006/relationships/tags" Target="../tags/tag189.xml"/><Relationship Id="rId68" Type="http://schemas.openxmlformats.org/officeDocument/2006/relationships/tags" Target="../tags/tag210.xml"/><Relationship Id="rId89" Type="http://schemas.openxmlformats.org/officeDocument/2006/relationships/tags" Target="../tags/tag231.xml"/><Relationship Id="rId112" Type="http://schemas.openxmlformats.org/officeDocument/2006/relationships/tags" Target="../tags/tag254.xml"/><Relationship Id="rId133" Type="http://schemas.openxmlformats.org/officeDocument/2006/relationships/tags" Target="../tags/tag275.xml"/></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280.xml"/><Relationship Id="rId7" Type="http://schemas.openxmlformats.org/officeDocument/2006/relationships/slideMaster" Target="../slideMasters/slideMaster2.xml"/><Relationship Id="rId2" Type="http://schemas.openxmlformats.org/officeDocument/2006/relationships/tags" Target="../tags/tag279.xml"/><Relationship Id="rId1" Type="http://schemas.openxmlformats.org/officeDocument/2006/relationships/tags" Target="../tags/tag278.xml"/><Relationship Id="rId6" Type="http://schemas.openxmlformats.org/officeDocument/2006/relationships/tags" Target="../tags/tag283.xml"/><Relationship Id="rId5" Type="http://schemas.openxmlformats.org/officeDocument/2006/relationships/tags" Target="../tags/tag282.xml"/><Relationship Id="rId4" Type="http://schemas.openxmlformats.org/officeDocument/2006/relationships/tags" Target="../tags/tag281.xml"/></Relationships>
</file>

<file path=ppt/slideLayouts/_rels/slideLayout14.xml.rels><?xml version="1.0" encoding="UTF-8" standalone="yes"?>
<Relationships xmlns="http://schemas.openxmlformats.org/package/2006/relationships"><Relationship Id="rId26" Type="http://schemas.openxmlformats.org/officeDocument/2006/relationships/tags" Target="../tags/tag309.xml"/><Relationship Id="rId21" Type="http://schemas.openxmlformats.org/officeDocument/2006/relationships/tags" Target="../tags/tag304.xml"/><Relationship Id="rId42" Type="http://schemas.openxmlformats.org/officeDocument/2006/relationships/tags" Target="../tags/tag325.xml"/><Relationship Id="rId47" Type="http://schemas.openxmlformats.org/officeDocument/2006/relationships/tags" Target="../tags/tag330.xml"/><Relationship Id="rId63" Type="http://schemas.openxmlformats.org/officeDocument/2006/relationships/tags" Target="../tags/tag346.xml"/><Relationship Id="rId68" Type="http://schemas.openxmlformats.org/officeDocument/2006/relationships/tags" Target="../tags/tag351.xml"/><Relationship Id="rId84" Type="http://schemas.openxmlformats.org/officeDocument/2006/relationships/tags" Target="../tags/tag367.xml"/><Relationship Id="rId89" Type="http://schemas.openxmlformats.org/officeDocument/2006/relationships/tags" Target="../tags/tag372.xml"/><Relationship Id="rId112" Type="http://schemas.openxmlformats.org/officeDocument/2006/relationships/tags" Target="../tags/tag395.xml"/><Relationship Id="rId16" Type="http://schemas.openxmlformats.org/officeDocument/2006/relationships/tags" Target="../tags/tag299.xml"/><Relationship Id="rId107" Type="http://schemas.openxmlformats.org/officeDocument/2006/relationships/tags" Target="../tags/tag390.xml"/><Relationship Id="rId11" Type="http://schemas.openxmlformats.org/officeDocument/2006/relationships/tags" Target="../tags/tag294.xml"/><Relationship Id="rId32" Type="http://schemas.openxmlformats.org/officeDocument/2006/relationships/tags" Target="../tags/tag315.xml"/><Relationship Id="rId37" Type="http://schemas.openxmlformats.org/officeDocument/2006/relationships/tags" Target="../tags/tag320.xml"/><Relationship Id="rId53" Type="http://schemas.openxmlformats.org/officeDocument/2006/relationships/tags" Target="../tags/tag336.xml"/><Relationship Id="rId58" Type="http://schemas.openxmlformats.org/officeDocument/2006/relationships/tags" Target="../tags/tag341.xml"/><Relationship Id="rId74" Type="http://schemas.openxmlformats.org/officeDocument/2006/relationships/tags" Target="../tags/tag357.xml"/><Relationship Id="rId79" Type="http://schemas.openxmlformats.org/officeDocument/2006/relationships/tags" Target="../tags/tag362.xml"/><Relationship Id="rId102" Type="http://schemas.openxmlformats.org/officeDocument/2006/relationships/tags" Target="../tags/tag385.xml"/><Relationship Id="rId5" Type="http://schemas.openxmlformats.org/officeDocument/2006/relationships/tags" Target="../tags/tag288.xml"/><Relationship Id="rId90" Type="http://schemas.openxmlformats.org/officeDocument/2006/relationships/tags" Target="../tags/tag373.xml"/><Relationship Id="rId95" Type="http://schemas.openxmlformats.org/officeDocument/2006/relationships/tags" Target="../tags/tag378.xml"/><Relationship Id="rId22" Type="http://schemas.openxmlformats.org/officeDocument/2006/relationships/tags" Target="../tags/tag305.xml"/><Relationship Id="rId27" Type="http://schemas.openxmlformats.org/officeDocument/2006/relationships/tags" Target="../tags/tag310.xml"/><Relationship Id="rId43" Type="http://schemas.openxmlformats.org/officeDocument/2006/relationships/tags" Target="../tags/tag326.xml"/><Relationship Id="rId48" Type="http://schemas.openxmlformats.org/officeDocument/2006/relationships/tags" Target="../tags/tag331.xml"/><Relationship Id="rId64" Type="http://schemas.openxmlformats.org/officeDocument/2006/relationships/tags" Target="../tags/tag347.xml"/><Relationship Id="rId69" Type="http://schemas.openxmlformats.org/officeDocument/2006/relationships/tags" Target="../tags/tag352.xml"/><Relationship Id="rId113" Type="http://schemas.openxmlformats.org/officeDocument/2006/relationships/slideMaster" Target="../slideMasters/slideMaster2.xml"/><Relationship Id="rId80" Type="http://schemas.openxmlformats.org/officeDocument/2006/relationships/tags" Target="../tags/tag363.xml"/><Relationship Id="rId85" Type="http://schemas.openxmlformats.org/officeDocument/2006/relationships/tags" Target="../tags/tag368.xml"/><Relationship Id="rId12" Type="http://schemas.openxmlformats.org/officeDocument/2006/relationships/tags" Target="../tags/tag295.xml"/><Relationship Id="rId17" Type="http://schemas.openxmlformats.org/officeDocument/2006/relationships/tags" Target="../tags/tag300.xml"/><Relationship Id="rId33" Type="http://schemas.openxmlformats.org/officeDocument/2006/relationships/tags" Target="../tags/tag316.xml"/><Relationship Id="rId38" Type="http://schemas.openxmlformats.org/officeDocument/2006/relationships/tags" Target="../tags/tag321.xml"/><Relationship Id="rId59" Type="http://schemas.openxmlformats.org/officeDocument/2006/relationships/tags" Target="../tags/tag342.xml"/><Relationship Id="rId103" Type="http://schemas.openxmlformats.org/officeDocument/2006/relationships/tags" Target="../tags/tag386.xml"/><Relationship Id="rId108" Type="http://schemas.openxmlformats.org/officeDocument/2006/relationships/tags" Target="../tags/tag391.xml"/><Relationship Id="rId54" Type="http://schemas.openxmlformats.org/officeDocument/2006/relationships/tags" Target="../tags/tag337.xml"/><Relationship Id="rId70" Type="http://schemas.openxmlformats.org/officeDocument/2006/relationships/tags" Target="../tags/tag353.xml"/><Relationship Id="rId75" Type="http://schemas.openxmlformats.org/officeDocument/2006/relationships/tags" Target="../tags/tag358.xml"/><Relationship Id="rId91" Type="http://schemas.openxmlformats.org/officeDocument/2006/relationships/tags" Target="../tags/tag374.xml"/><Relationship Id="rId96" Type="http://schemas.openxmlformats.org/officeDocument/2006/relationships/tags" Target="../tags/tag379.xml"/><Relationship Id="rId1" Type="http://schemas.openxmlformats.org/officeDocument/2006/relationships/tags" Target="../tags/tag284.xml"/><Relationship Id="rId6" Type="http://schemas.openxmlformats.org/officeDocument/2006/relationships/tags" Target="../tags/tag289.xml"/><Relationship Id="rId15" Type="http://schemas.openxmlformats.org/officeDocument/2006/relationships/tags" Target="../tags/tag298.xml"/><Relationship Id="rId23" Type="http://schemas.openxmlformats.org/officeDocument/2006/relationships/tags" Target="../tags/tag306.xml"/><Relationship Id="rId28" Type="http://schemas.openxmlformats.org/officeDocument/2006/relationships/tags" Target="../tags/tag311.xml"/><Relationship Id="rId36" Type="http://schemas.openxmlformats.org/officeDocument/2006/relationships/tags" Target="../tags/tag319.xml"/><Relationship Id="rId49" Type="http://schemas.openxmlformats.org/officeDocument/2006/relationships/tags" Target="../tags/tag332.xml"/><Relationship Id="rId57" Type="http://schemas.openxmlformats.org/officeDocument/2006/relationships/tags" Target="../tags/tag340.xml"/><Relationship Id="rId106" Type="http://schemas.openxmlformats.org/officeDocument/2006/relationships/tags" Target="../tags/tag389.xml"/><Relationship Id="rId10" Type="http://schemas.openxmlformats.org/officeDocument/2006/relationships/tags" Target="../tags/tag293.xml"/><Relationship Id="rId31" Type="http://schemas.openxmlformats.org/officeDocument/2006/relationships/tags" Target="../tags/tag314.xml"/><Relationship Id="rId44" Type="http://schemas.openxmlformats.org/officeDocument/2006/relationships/tags" Target="../tags/tag327.xml"/><Relationship Id="rId52" Type="http://schemas.openxmlformats.org/officeDocument/2006/relationships/tags" Target="../tags/tag335.xml"/><Relationship Id="rId60" Type="http://schemas.openxmlformats.org/officeDocument/2006/relationships/tags" Target="../tags/tag343.xml"/><Relationship Id="rId65" Type="http://schemas.openxmlformats.org/officeDocument/2006/relationships/tags" Target="../tags/tag348.xml"/><Relationship Id="rId73" Type="http://schemas.openxmlformats.org/officeDocument/2006/relationships/tags" Target="../tags/tag356.xml"/><Relationship Id="rId78" Type="http://schemas.openxmlformats.org/officeDocument/2006/relationships/tags" Target="../tags/tag361.xml"/><Relationship Id="rId81" Type="http://schemas.openxmlformats.org/officeDocument/2006/relationships/tags" Target="../tags/tag364.xml"/><Relationship Id="rId86" Type="http://schemas.openxmlformats.org/officeDocument/2006/relationships/tags" Target="../tags/tag369.xml"/><Relationship Id="rId94" Type="http://schemas.openxmlformats.org/officeDocument/2006/relationships/tags" Target="../tags/tag377.xml"/><Relationship Id="rId99" Type="http://schemas.openxmlformats.org/officeDocument/2006/relationships/tags" Target="../tags/tag382.xml"/><Relationship Id="rId101" Type="http://schemas.openxmlformats.org/officeDocument/2006/relationships/tags" Target="../tags/tag384.xml"/><Relationship Id="rId4" Type="http://schemas.openxmlformats.org/officeDocument/2006/relationships/tags" Target="../tags/tag287.xml"/><Relationship Id="rId9" Type="http://schemas.openxmlformats.org/officeDocument/2006/relationships/tags" Target="../tags/tag292.xml"/><Relationship Id="rId13" Type="http://schemas.openxmlformats.org/officeDocument/2006/relationships/tags" Target="../tags/tag296.xml"/><Relationship Id="rId18" Type="http://schemas.openxmlformats.org/officeDocument/2006/relationships/tags" Target="../tags/tag301.xml"/><Relationship Id="rId39" Type="http://schemas.openxmlformats.org/officeDocument/2006/relationships/tags" Target="../tags/tag322.xml"/><Relationship Id="rId109" Type="http://schemas.openxmlformats.org/officeDocument/2006/relationships/tags" Target="../tags/tag392.xml"/><Relationship Id="rId34" Type="http://schemas.openxmlformats.org/officeDocument/2006/relationships/tags" Target="../tags/tag317.xml"/><Relationship Id="rId50" Type="http://schemas.openxmlformats.org/officeDocument/2006/relationships/tags" Target="../tags/tag333.xml"/><Relationship Id="rId55" Type="http://schemas.openxmlformats.org/officeDocument/2006/relationships/tags" Target="../tags/tag338.xml"/><Relationship Id="rId76" Type="http://schemas.openxmlformats.org/officeDocument/2006/relationships/tags" Target="../tags/tag359.xml"/><Relationship Id="rId97" Type="http://schemas.openxmlformats.org/officeDocument/2006/relationships/tags" Target="../tags/tag380.xml"/><Relationship Id="rId104" Type="http://schemas.openxmlformats.org/officeDocument/2006/relationships/tags" Target="../tags/tag387.xml"/><Relationship Id="rId7" Type="http://schemas.openxmlformats.org/officeDocument/2006/relationships/tags" Target="../tags/tag290.xml"/><Relationship Id="rId71" Type="http://schemas.openxmlformats.org/officeDocument/2006/relationships/tags" Target="../tags/tag354.xml"/><Relationship Id="rId92" Type="http://schemas.openxmlformats.org/officeDocument/2006/relationships/tags" Target="../tags/tag375.xml"/><Relationship Id="rId2" Type="http://schemas.openxmlformats.org/officeDocument/2006/relationships/tags" Target="../tags/tag285.xml"/><Relationship Id="rId29" Type="http://schemas.openxmlformats.org/officeDocument/2006/relationships/tags" Target="../tags/tag312.xml"/><Relationship Id="rId24" Type="http://schemas.openxmlformats.org/officeDocument/2006/relationships/tags" Target="../tags/tag307.xml"/><Relationship Id="rId40" Type="http://schemas.openxmlformats.org/officeDocument/2006/relationships/tags" Target="../tags/tag323.xml"/><Relationship Id="rId45" Type="http://schemas.openxmlformats.org/officeDocument/2006/relationships/tags" Target="../tags/tag328.xml"/><Relationship Id="rId66" Type="http://schemas.openxmlformats.org/officeDocument/2006/relationships/tags" Target="../tags/tag349.xml"/><Relationship Id="rId87" Type="http://schemas.openxmlformats.org/officeDocument/2006/relationships/tags" Target="../tags/tag370.xml"/><Relationship Id="rId110" Type="http://schemas.openxmlformats.org/officeDocument/2006/relationships/tags" Target="../tags/tag393.xml"/><Relationship Id="rId61" Type="http://schemas.openxmlformats.org/officeDocument/2006/relationships/tags" Target="../tags/tag344.xml"/><Relationship Id="rId82" Type="http://schemas.openxmlformats.org/officeDocument/2006/relationships/tags" Target="../tags/tag365.xml"/><Relationship Id="rId19" Type="http://schemas.openxmlformats.org/officeDocument/2006/relationships/tags" Target="../tags/tag302.xml"/><Relationship Id="rId14" Type="http://schemas.openxmlformats.org/officeDocument/2006/relationships/tags" Target="../tags/tag297.xml"/><Relationship Id="rId30" Type="http://schemas.openxmlformats.org/officeDocument/2006/relationships/tags" Target="../tags/tag313.xml"/><Relationship Id="rId35" Type="http://schemas.openxmlformats.org/officeDocument/2006/relationships/tags" Target="../tags/tag318.xml"/><Relationship Id="rId56" Type="http://schemas.openxmlformats.org/officeDocument/2006/relationships/tags" Target="../tags/tag339.xml"/><Relationship Id="rId77" Type="http://schemas.openxmlformats.org/officeDocument/2006/relationships/tags" Target="../tags/tag360.xml"/><Relationship Id="rId100" Type="http://schemas.openxmlformats.org/officeDocument/2006/relationships/tags" Target="../tags/tag383.xml"/><Relationship Id="rId105" Type="http://schemas.openxmlformats.org/officeDocument/2006/relationships/tags" Target="../tags/tag388.xml"/><Relationship Id="rId8" Type="http://schemas.openxmlformats.org/officeDocument/2006/relationships/tags" Target="../tags/tag291.xml"/><Relationship Id="rId51" Type="http://schemas.openxmlformats.org/officeDocument/2006/relationships/tags" Target="../tags/tag334.xml"/><Relationship Id="rId72" Type="http://schemas.openxmlformats.org/officeDocument/2006/relationships/tags" Target="../tags/tag355.xml"/><Relationship Id="rId93" Type="http://schemas.openxmlformats.org/officeDocument/2006/relationships/tags" Target="../tags/tag376.xml"/><Relationship Id="rId98" Type="http://schemas.openxmlformats.org/officeDocument/2006/relationships/tags" Target="../tags/tag381.xml"/><Relationship Id="rId3" Type="http://schemas.openxmlformats.org/officeDocument/2006/relationships/tags" Target="../tags/tag286.xml"/><Relationship Id="rId25" Type="http://schemas.openxmlformats.org/officeDocument/2006/relationships/tags" Target="../tags/tag308.xml"/><Relationship Id="rId46" Type="http://schemas.openxmlformats.org/officeDocument/2006/relationships/tags" Target="../tags/tag329.xml"/><Relationship Id="rId67" Type="http://schemas.openxmlformats.org/officeDocument/2006/relationships/tags" Target="../tags/tag350.xml"/><Relationship Id="rId20" Type="http://schemas.openxmlformats.org/officeDocument/2006/relationships/tags" Target="../tags/tag303.xml"/><Relationship Id="rId41" Type="http://schemas.openxmlformats.org/officeDocument/2006/relationships/tags" Target="../tags/tag324.xml"/><Relationship Id="rId62" Type="http://schemas.openxmlformats.org/officeDocument/2006/relationships/tags" Target="../tags/tag345.xml"/><Relationship Id="rId83" Type="http://schemas.openxmlformats.org/officeDocument/2006/relationships/tags" Target="../tags/tag366.xml"/><Relationship Id="rId88" Type="http://schemas.openxmlformats.org/officeDocument/2006/relationships/tags" Target="../tags/tag371.xml"/><Relationship Id="rId111" Type="http://schemas.openxmlformats.org/officeDocument/2006/relationships/tags" Target="../tags/tag394.xml"/></Relationships>
</file>

<file path=ppt/slideLayouts/_rels/slideLayout15.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398.xml"/><Relationship Id="rId7" Type="http://schemas.openxmlformats.org/officeDocument/2006/relationships/tags" Target="../tags/tag402.xml"/><Relationship Id="rId2" Type="http://schemas.openxmlformats.org/officeDocument/2006/relationships/tags" Target="../tags/tag397.xml"/><Relationship Id="rId1" Type="http://schemas.openxmlformats.org/officeDocument/2006/relationships/tags" Target="../tags/tag396.xml"/><Relationship Id="rId6" Type="http://schemas.openxmlformats.org/officeDocument/2006/relationships/tags" Target="../tags/tag401.xml"/><Relationship Id="rId5" Type="http://schemas.openxmlformats.org/officeDocument/2006/relationships/tags" Target="../tags/tag400.xml"/><Relationship Id="rId4" Type="http://schemas.openxmlformats.org/officeDocument/2006/relationships/tags" Target="../tags/tag399.xml"/><Relationship Id="rId9"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2.xml"/><Relationship Id="rId1" Type="http://schemas.openxmlformats.org/officeDocument/2006/relationships/tags" Target="../tags/tag403.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411.xml"/><Relationship Id="rId13" Type="http://schemas.openxmlformats.org/officeDocument/2006/relationships/tags" Target="../tags/tag416.xml"/><Relationship Id="rId18" Type="http://schemas.openxmlformats.org/officeDocument/2006/relationships/tags" Target="../tags/tag421.xml"/><Relationship Id="rId26" Type="http://schemas.openxmlformats.org/officeDocument/2006/relationships/tags" Target="../tags/tag429.xml"/><Relationship Id="rId3" Type="http://schemas.openxmlformats.org/officeDocument/2006/relationships/tags" Target="../tags/tag406.xml"/><Relationship Id="rId21" Type="http://schemas.openxmlformats.org/officeDocument/2006/relationships/tags" Target="../tags/tag424.xml"/><Relationship Id="rId7" Type="http://schemas.openxmlformats.org/officeDocument/2006/relationships/tags" Target="../tags/tag410.xml"/><Relationship Id="rId12" Type="http://schemas.openxmlformats.org/officeDocument/2006/relationships/tags" Target="../tags/tag415.xml"/><Relationship Id="rId17" Type="http://schemas.openxmlformats.org/officeDocument/2006/relationships/tags" Target="../tags/tag420.xml"/><Relationship Id="rId25" Type="http://schemas.openxmlformats.org/officeDocument/2006/relationships/tags" Target="../tags/tag428.xml"/><Relationship Id="rId2" Type="http://schemas.openxmlformats.org/officeDocument/2006/relationships/tags" Target="../tags/tag405.xml"/><Relationship Id="rId16" Type="http://schemas.openxmlformats.org/officeDocument/2006/relationships/tags" Target="../tags/tag419.xml"/><Relationship Id="rId20" Type="http://schemas.openxmlformats.org/officeDocument/2006/relationships/tags" Target="../tags/tag423.xml"/><Relationship Id="rId29" Type="http://schemas.openxmlformats.org/officeDocument/2006/relationships/tags" Target="../tags/tag432.xml"/><Relationship Id="rId1" Type="http://schemas.openxmlformats.org/officeDocument/2006/relationships/tags" Target="../tags/tag404.xml"/><Relationship Id="rId6" Type="http://schemas.openxmlformats.org/officeDocument/2006/relationships/tags" Target="../tags/tag409.xml"/><Relationship Id="rId11" Type="http://schemas.openxmlformats.org/officeDocument/2006/relationships/tags" Target="../tags/tag414.xml"/><Relationship Id="rId24" Type="http://schemas.openxmlformats.org/officeDocument/2006/relationships/tags" Target="../tags/tag427.xml"/><Relationship Id="rId5" Type="http://schemas.openxmlformats.org/officeDocument/2006/relationships/tags" Target="../tags/tag408.xml"/><Relationship Id="rId15" Type="http://schemas.openxmlformats.org/officeDocument/2006/relationships/tags" Target="../tags/tag418.xml"/><Relationship Id="rId23" Type="http://schemas.openxmlformats.org/officeDocument/2006/relationships/tags" Target="../tags/tag426.xml"/><Relationship Id="rId28" Type="http://schemas.openxmlformats.org/officeDocument/2006/relationships/tags" Target="../tags/tag431.xml"/><Relationship Id="rId10" Type="http://schemas.openxmlformats.org/officeDocument/2006/relationships/tags" Target="../tags/tag413.xml"/><Relationship Id="rId19" Type="http://schemas.openxmlformats.org/officeDocument/2006/relationships/tags" Target="../tags/tag422.xml"/><Relationship Id="rId31" Type="http://schemas.openxmlformats.org/officeDocument/2006/relationships/slideMaster" Target="../slideMasters/slideMaster2.xml"/><Relationship Id="rId4" Type="http://schemas.openxmlformats.org/officeDocument/2006/relationships/tags" Target="../tags/tag407.xml"/><Relationship Id="rId9" Type="http://schemas.openxmlformats.org/officeDocument/2006/relationships/tags" Target="../tags/tag412.xml"/><Relationship Id="rId14" Type="http://schemas.openxmlformats.org/officeDocument/2006/relationships/tags" Target="../tags/tag417.xml"/><Relationship Id="rId22" Type="http://schemas.openxmlformats.org/officeDocument/2006/relationships/tags" Target="../tags/tag425.xml"/><Relationship Id="rId27" Type="http://schemas.openxmlformats.org/officeDocument/2006/relationships/tags" Target="../tags/tag430.xml"/><Relationship Id="rId30" Type="http://schemas.openxmlformats.org/officeDocument/2006/relationships/tags" Target="../tags/tag433.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436.xml"/><Relationship Id="rId2" Type="http://schemas.openxmlformats.org/officeDocument/2006/relationships/tags" Target="../tags/tag435.xml"/><Relationship Id="rId1" Type="http://schemas.openxmlformats.org/officeDocument/2006/relationships/tags" Target="../tags/tag434.xml"/><Relationship Id="rId4"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2.xml"/><Relationship Id="rId1" Type="http://schemas.openxmlformats.org/officeDocument/2006/relationships/tags" Target="../tags/tag437.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440.xml"/><Relationship Id="rId2" Type="http://schemas.openxmlformats.org/officeDocument/2006/relationships/tags" Target="../tags/tag439.xml"/><Relationship Id="rId1" Type="http://schemas.openxmlformats.org/officeDocument/2006/relationships/tags" Target="../tags/tag438.xml"/><Relationship Id="rId6" Type="http://schemas.openxmlformats.org/officeDocument/2006/relationships/image" Target="../media/image1.png"/><Relationship Id="rId5" Type="http://schemas.openxmlformats.org/officeDocument/2006/relationships/slideMaster" Target="../slideMasters/slideMaster2.xml"/><Relationship Id="rId4" Type="http://schemas.openxmlformats.org/officeDocument/2006/relationships/tags" Target="../tags/tag441.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444.xml"/><Relationship Id="rId2" Type="http://schemas.openxmlformats.org/officeDocument/2006/relationships/tags" Target="../tags/tag443.xml"/><Relationship Id="rId1" Type="http://schemas.openxmlformats.org/officeDocument/2006/relationships/tags" Target="../tags/tag442.xml"/><Relationship Id="rId6" Type="http://schemas.openxmlformats.org/officeDocument/2006/relationships/image" Target="../media/image1.png"/><Relationship Id="rId5" Type="http://schemas.openxmlformats.org/officeDocument/2006/relationships/slideMaster" Target="../slideMasters/slideMaster2.xml"/><Relationship Id="rId4" Type="http://schemas.openxmlformats.org/officeDocument/2006/relationships/tags" Target="../tags/tag445.xml"/></Relationships>
</file>

<file path=ppt/slideLayouts/_rels/slideLayout22.xml.rels><?xml version="1.0" encoding="UTF-8" standalone="yes"?>
<Relationships xmlns="http://schemas.openxmlformats.org/package/2006/relationships"><Relationship Id="rId26" Type="http://schemas.openxmlformats.org/officeDocument/2006/relationships/tags" Target="../tags/tag471.xml"/><Relationship Id="rId117" Type="http://schemas.openxmlformats.org/officeDocument/2006/relationships/slideMaster" Target="../slideMasters/slideMaster2.xml"/><Relationship Id="rId21" Type="http://schemas.openxmlformats.org/officeDocument/2006/relationships/tags" Target="../tags/tag466.xml"/><Relationship Id="rId42" Type="http://schemas.openxmlformats.org/officeDocument/2006/relationships/tags" Target="../tags/tag487.xml"/><Relationship Id="rId47" Type="http://schemas.openxmlformats.org/officeDocument/2006/relationships/tags" Target="../tags/tag492.xml"/><Relationship Id="rId63" Type="http://schemas.openxmlformats.org/officeDocument/2006/relationships/tags" Target="../tags/tag508.xml"/><Relationship Id="rId68" Type="http://schemas.openxmlformats.org/officeDocument/2006/relationships/tags" Target="../tags/tag513.xml"/><Relationship Id="rId84" Type="http://schemas.openxmlformats.org/officeDocument/2006/relationships/tags" Target="../tags/tag529.xml"/><Relationship Id="rId89" Type="http://schemas.openxmlformats.org/officeDocument/2006/relationships/tags" Target="../tags/tag534.xml"/><Relationship Id="rId112" Type="http://schemas.openxmlformats.org/officeDocument/2006/relationships/tags" Target="../tags/tag557.xml"/><Relationship Id="rId16" Type="http://schemas.openxmlformats.org/officeDocument/2006/relationships/tags" Target="../tags/tag461.xml"/><Relationship Id="rId107" Type="http://schemas.openxmlformats.org/officeDocument/2006/relationships/tags" Target="../tags/tag552.xml"/><Relationship Id="rId11" Type="http://schemas.openxmlformats.org/officeDocument/2006/relationships/tags" Target="../tags/tag456.xml"/><Relationship Id="rId32" Type="http://schemas.openxmlformats.org/officeDocument/2006/relationships/tags" Target="../tags/tag477.xml"/><Relationship Id="rId37" Type="http://schemas.openxmlformats.org/officeDocument/2006/relationships/tags" Target="../tags/tag482.xml"/><Relationship Id="rId53" Type="http://schemas.openxmlformats.org/officeDocument/2006/relationships/tags" Target="../tags/tag498.xml"/><Relationship Id="rId58" Type="http://schemas.openxmlformats.org/officeDocument/2006/relationships/tags" Target="../tags/tag503.xml"/><Relationship Id="rId74" Type="http://schemas.openxmlformats.org/officeDocument/2006/relationships/tags" Target="../tags/tag519.xml"/><Relationship Id="rId79" Type="http://schemas.openxmlformats.org/officeDocument/2006/relationships/tags" Target="../tags/tag524.xml"/><Relationship Id="rId102" Type="http://schemas.openxmlformats.org/officeDocument/2006/relationships/tags" Target="../tags/tag547.xml"/><Relationship Id="rId5" Type="http://schemas.openxmlformats.org/officeDocument/2006/relationships/tags" Target="../tags/tag450.xml"/><Relationship Id="rId90" Type="http://schemas.openxmlformats.org/officeDocument/2006/relationships/tags" Target="../tags/tag535.xml"/><Relationship Id="rId95" Type="http://schemas.openxmlformats.org/officeDocument/2006/relationships/tags" Target="../tags/tag540.xml"/><Relationship Id="rId22" Type="http://schemas.openxmlformats.org/officeDocument/2006/relationships/tags" Target="../tags/tag467.xml"/><Relationship Id="rId27" Type="http://schemas.openxmlformats.org/officeDocument/2006/relationships/tags" Target="../tags/tag472.xml"/><Relationship Id="rId43" Type="http://schemas.openxmlformats.org/officeDocument/2006/relationships/tags" Target="../tags/tag488.xml"/><Relationship Id="rId48" Type="http://schemas.openxmlformats.org/officeDocument/2006/relationships/tags" Target="../tags/tag493.xml"/><Relationship Id="rId64" Type="http://schemas.openxmlformats.org/officeDocument/2006/relationships/tags" Target="../tags/tag509.xml"/><Relationship Id="rId69" Type="http://schemas.openxmlformats.org/officeDocument/2006/relationships/tags" Target="../tags/tag514.xml"/><Relationship Id="rId113" Type="http://schemas.openxmlformats.org/officeDocument/2006/relationships/tags" Target="../tags/tag558.xml"/><Relationship Id="rId80" Type="http://schemas.openxmlformats.org/officeDocument/2006/relationships/tags" Target="../tags/tag525.xml"/><Relationship Id="rId85" Type="http://schemas.openxmlformats.org/officeDocument/2006/relationships/tags" Target="../tags/tag530.xml"/><Relationship Id="rId12" Type="http://schemas.openxmlformats.org/officeDocument/2006/relationships/tags" Target="../tags/tag457.xml"/><Relationship Id="rId17" Type="http://schemas.openxmlformats.org/officeDocument/2006/relationships/tags" Target="../tags/tag462.xml"/><Relationship Id="rId33" Type="http://schemas.openxmlformats.org/officeDocument/2006/relationships/tags" Target="../tags/tag478.xml"/><Relationship Id="rId38" Type="http://schemas.openxmlformats.org/officeDocument/2006/relationships/tags" Target="../tags/tag483.xml"/><Relationship Id="rId59" Type="http://schemas.openxmlformats.org/officeDocument/2006/relationships/tags" Target="../tags/tag504.xml"/><Relationship Id="rId103" Type="http://schemas.openxmlformats.org/officeDocument/2006/relationships/tags" Target="../tags/tag548.xml"/><Relationship Id="rId108" Type="http://schemas.openxmlformats.org/officeDocument/2006/relationships/tags" Target="../tags/tag553.xml"/><Relationship Id="rId54" Type="http://schemas.openxmlformats.org/officeDocument/2006/relationships/tags" Target="../tags/tag499.xml"/><Relationship Id="rId70" Type="http://schemas.openxmlformats.org/officeDocument/2006/relationships/tags" Target="../tags/tag515.xml"/><Relationship Id="rId75" Type="http://schemas.openxmlformats.org/officeDocument/2006/relationships/tags" Target="../tags/tag520.xml"/><Relationship Id="rId91" Type="http://schemas.openxmlformats.org/officeDocument/2006/relationships/tags" Target="../tags/tag536.xml"/><Relationship Id="rId96" Type="http://schemas.openxmlformats.org/officeDocument/2006/relationships/tags" Target="../tags/tag541.xml"/><Relationship Id="rId1" Type="http://schemas.openxmlformats.org/officeDocument/2006/relationships/tags" Target="../tags/tag446.xml"/><Relationship Id="rId6" Type="http://schemas.openxmlformats.org/officeDocument/2006/relationships/tags" Target="../tags/tag451.xml"/><Relationship Id="rId23" Type="http://schemas.openxmlformats.org/officeDocument/2006/relationships/tags" Target="../tags/tag468.xml"/><Relationship Id="rId28" Type="http://schemas.openxmlformats.org/officeDocument/2006/relationships/tags" Target="../tags/tag473.xml"/><Relationship Id="rId49" Type="http://schemas.openxmlformats.org/officeDocument/2006/relationships/tags" Target="../tags/tag494.xml"/><Relationship Id="rId114" Type="http://schemas.openxmlformats.org/officeDocument/2006/relationships/tags" Target="../tags/tag559.xml"/><Relationship Id="rId10" Type="http://schemas.openxmlformats.org/officeDocument/2006/relationships/tags" Target="../tags/tag455.xml"/><Relationship Id="rId31" Type="http://schemas.openxmlformats.org/officeDocument/2006/relationships/tags" Target="../tags/tag476.xml"/><Relationship Id="rId44" Type="http://schemas.openxmlformats.org/officeDocument/2006/relationships/tags" Target="../tags/tag489.xml"/><Relationship Id="rId52" Type="http://schemas.openxmlformats.org/officeDocument/2006/relationships/tags" Target="../tags/tag497.xml"/><Relationship Id="rId60" Type="http://schemas.openxmlformats.org/officeDocument/2006/relationships/tags" Target="../tags/tag505.xml"/><Relationship Id="rId65" Type="http://schemas.openxmlformats.org/officeDocument/2006/relationships/tags" Target="../tags/tag510.xml"/><Relationship Id="rId73" Type="http://schemas.openxmlformats.org/officeDocument/2006/relationships/tags" Target="../tags/tag518.xml"/><Relationship Id="rId78" Type="http://schemas.openxmlformats.org/officeDocument/2006/relationships/tags" Target="../tags/tag523.xml"/><Relationship Id="rId81" Type="http://schemas.openxmlformats.org/officeDocument/2006/relationships/tags" Target="../tags/tag526.xml"/><Relationship Id="rId86" Type="http://schemas.openxmlformats.org/officeDocument/2006/relationships/tags" Target="../tags/tag531.xml"/><Relationship Id="rId94" Type="http://schemas.openxmlformats.org/officeDocument/2006/relationships/tags" Target="../tags/tag539.xml"/><Relationship Id="rId99" Type="http://schemas.openxmlformats.org/officeDocument/2006/relationships/tags" Target="../tags/tag544.xml"/><Relationship Id="rId101" Type="http://schemas.openxmlformats.org/officeDocument/2006/relationships/tags" Target="../tags/tag546.xml"/><Relationship Id="rId4" Type="http://schemas.openxmlformats.org/officeDocument/2006/relationships/tags" Target="../tags/tag449.xml"/><Relationship Id="rId9" Type="http://schemas.openxmlformats.org/officeDocument/2006/relationships/tags" Target="../tags/tag454.xml"/><Relationship Id="rId13" Type="http://schemas.openxmlformats.org/officeDocument/2006/relationships/tags" Target="../tags/tag458.xml"/><Relationship Id="rId18" Type="http://schemas.openxmlformats.org/officeDocument/2006/relationships/tags" Target="../tags/tag463.xml"/><Relationship Id="rId39" Type="http://schemas.openxmlformats.org/officeDocument/2006/relationships/tags" Target="../tags/tag484.xml"/><Relationship Id="rId109" Type="http://schemas.openxmlformats.org/officeDocument/2006/relationships/tags" Target="../tags/tag554.xml"/><Relationship Id="rId34" Type="http://schemas.openxmlformats.org/officeDocument/2006/relationships/tags" Target="../tags/tag479.xml"/><Relationship Id="rId50" Type="http://schemas.openxmlformats.org/officeDocument/2006/relationships/tags" Target="../tags/tag495.xml"/><Relationship Id="rId55" Type="http://schemas.openxmlformats.org/officeDocument/2006/relationships/tags" Target="../tags/tag500.xml"/><Relationship Id="rId76" Type="http://schemas.openxmlformats.org/officeDocument/2006/relationships/tags" Target="../tags/tag521.xml"/><Relationship Id="rId97" Type="http://schemas.openxmlformats.org/officeDocument/2006/relationships/tags" Target="../tags/tag542.xml"/><Relationship Id="rId104" Type="http://schemas.openxmlformats.org/officeDocument/2006/relationships/tags" Target="../tags/tag549.xml"/><Relationship Id="rId7" Type="http://schemas.openxmlformats.org/officeDocument/2006/relationships/tags" Target="../tags/tag452.xml"/><Relationship Id="rId71" Type="http://schemas.openxmlformats.org/officeDocument/2006/relationships/tags" Target="../tags/tag516.xml"/><Relationship Id="rId92" Type="http://schemas.openxmlformats.org/officeDocument/2006/relationships/tags" Target="../tags/tag537.xml"/><Relationship Id="rId2" Type="http://schemas.openxmlformats.org/officeDocument/2006/relationships/tags" Target="../tags/tag447.xml"/><Relationship Id="rId29" Type="http://schemas.openxmlformats.org/officeDocument/2006/relationships/tags" Target="../tags/tag474.xml"/><Relationship Id="rId24" Type="http://schemas.openxmlformats.org/officeDocument/2006/relationships/tags" Target="../tags/tag469.xml"/><Relationship Id="rId40" Type="http://schemas.openxmlformats.org/officeDocument/2006/relationships/tags" Target="../tags/tag485.xml"/><Relationship Id="rId45" Type="http://schemas.openxmlformats.org/officeDocument/2006/relationships/tags" Target="../tags/tag490.xml"/><Relationship Id="rId66" Type="http://schemas.openxmlformats.org/officeDocument/2006/relationships/tags" Target="../tags/tag511.xml"/><Relationship Id="rId87" Type="http://schemas.openxmlformats.org/officeDocument/2006/relationships/tags" Target="../tags/tag532.xml"/><Relationship Id="rId110" Type="http://schemas.openxmlformats.org/officeDocument/2006/relationships/tags" Target="../tags/tag555.xml"/><Relationship Id="rId115" Type="http://schemas.openxmlformats.org/officeDocument/2006/relationships/tags" Target="../tags/tag560.xml"/><Relationship Id="rId61" Type="http://schemas.openxmlformats.org/officeDocument/2006/relationships/tags" Target="../tags/tag506.xml"/><Relationship Id="rId82" Type="http://schemas.openxmlformats.org/officeDocument/2006/relationships/tags" Target="../tags/tag527.xml"/><Relationship Id="rId19" Type="http://schemas.openxmlformats.org/officeDocument/2006/relationships/tags" Target="../tags/tag464.xml"/><Relationship Id="rId14" Type="http://schemas.openxmlformats.org/officeDocument/2006/relationships/tags" Target="../tags/tag459.xml"/><Relationship Id="rId30" Type="http://schemas.openxmlformats.org/officeDocument/2006/relationships/tags" Target="../tags/tag475.xml"/><Relationship Id="rId35" Type="http://schemas.openxmlformats.org/officeDocument/2006/relationships/tags" Target="../tags/tag480.xml"/><Relationship Id="rId56" Type="http://schemas.openxmlformats.org/officeDocument/2006/relationships/tags" Target="../tags/tag501.xml"/><Relationship Id="rId77" Type="http://schemas.openxmlformats.org/officeDocument/2006/relationships/tags" Target="../tags/tag522.xml"/><Relationship Id="rId100" Type="http://schemas.openxmlformats.org/officeDocument/2006/relationships/tags" Target="../tags/tag545.xml"/><Relationship Id="rId105" Type="http://schemas.openxmlformats.org/officeDocument/2006/relationships/tags" Target="../tags/tag550.xml"/><Relationship Id="rId8" Type="http://schemas.openxmlformats.org/officeDocument/2006/relationships/tags" Target="../tags/tag453.xml"/><Relationship Id="rId51" Type="http://schemas.openxmlformats.org/officeDocument/2006/relationships/tags" Target="../tags/tag496.xml"/><Relationship Id="rId72" Type="http://schemas.openxmlformats.org/officeDocument/2006/relationships/tags" Target="../tags/tag517.xml"/><Relationship Id="rId93" Type="http://schemas.openxmlformats.org/officeDocument/2006/relationships/tags" Target="../tags/tag538.xml"/><Relationship Id="rId98" Type="http://schemas.openxmlformats.org/officeDocument/2006/relationships/tags" Target="../tags/tag543.xml"/><Relationship Id="rId3" Type="http://schemas.openxmlformats.org/officeDocument/2006/relationships/tags" Target="../tags/tag448.xml"/><Relationship Id="rId25" Type="http://schemas.openxmlformats.org/officeDocument/2006/relationships/tags" Target="../tags/tag470.xml"/><Relationship Id="rId46" Type="http://schemas.openxmlformats.org/officeDocument/2006/relationships/tags" Target="../tags/tag491.xml"/><Relationship Id="rId67" Type="http://schemas.openxmlformats.org/officeDocument/2006/relationships/tags" Target="../tags/tag512.xml"/><Relationship Id="rId116" Type="http://schemas.openxmlformats.org/officeDocument/2006/relationships/tags" Target="../tags/tag561.xml"/><Relationship Id="rId20" Type="http://schemas.openxmlformats.org/officeDocument/2006/relationships/tags" Target="../tags/tag465.xml"/><Relationship Id="rId41" Type="http://schemas.openxmlformats.org/officeDocument/2006/relationships/tags" Target="../tags/tag486.xml"/><Relationship Id="rId62" Type="http://schemas.openxmlformats.org/officeDocument/2006/relationships/tags" Target="../tags/tag507.xml"/><Relationship Id="rId83" Type="http://schemas.openxmlformats.org/officeDocument/2006/relationships/tags" Target="../tags/tag528.xml"/><Relationship Id="rId88" Type="http://schemas.openxmlformats.org/officeDocument/2006/relationships/tags" Target="../tags/tag533.xml"/><Relationship Id="rId111" Type="http://schemas.openxmlformats.org/officeDocument/2006/relationships/tags" Target="../tags/tag556.xml"/><Relationship Id="rId15" Type="http://schemas.openxmlformats.org/officeDocument/2006/relationships/tags" Target="../tags/tag460.xml"/><Relationship Id="rId36" Type="http://schemas.openxmlformats.org/officeDocument/2006/relationships/tags" Target="../tags/tag481.xml"/><Relationship Id="rId57" Type="http://schemas.openxmlformats.org/officeDocument/2006/relationships/tags" Target="../tags/tag502.xml"/><Relationship Id="rId106" Type="http://schemas.openxmlformats.org/officeDocument/2006/relationships/tags" Target="../tags/tag551.xml"/></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564.xml"/><Relationship Id="rId7" Type="http://schemas.openxmlformats.org/officeDocument/2006/relationships/image" Target="../media/image1.png"/><Relationship Id="rId2" Type="http://schemas.openxmlformats.org/officeDocument/2006/relationships/tags" Target="../tags/tag563.xml"/><Relationship Id="rId1" Type="http://schemas.openxmlformats.org/officeDocument/2006/relationships/tags" Target="../tags/tag562.xml"/><Relationship Id="rId6" Type="http://schemas.openxmlformats.org/officeDocument/2006/relationships/slideMaster" Target="../slideMasters/slideMaster2.xml"/><Relationship Id="rId5" Type="http://schemas.openxmlformats.org/officeDocument/2006/relationships/tags" Target="../tags/tag566.xml"/><Relationship Id="rId4" Type="http://schemas.openxmlformats.org/officeDocument/2006/relationships/tags" Target="../tags/tag565.xml"/></Relationships>
</file>

<file path=ppt/slideLayouts/_rels/slideLayout24.xml.rels><?xml version="1.0" encoding="UTF-8" standalone="yes"?>
<Relationships xmlns="http://schemas.openxmlformats.org/package/2006/relationships"><Relationship Id="rId8" Type="http://schemas.openxmlformats.org/officeDocument/2006/relationships/tags" Target="../tags/tag574.xml"/><Relationship Id="rId3" Type="http://schemas.openxmlformats.org/officeDocument/2006/relationships/tags" Target="../tags/tag569.xml"/><Relationship Id="rId7" Type="http://schemas.openxmlformats.org/officeDocument/2006/relationships/tags" Target="../tags/tag573.xml"/><Relationship Id="rId2" Type="http://schemas.openxmlformats.org/officeDocument/2006/relationships/tags" Target="../tags/tag568.xml"/><Relationship Id="rId1" Type="http://schemas.openxmlformats.org/officeDocument/2006/relationships/tags" Target="../tags/tag567.xml"/><Relationship Id="rId6" Type="http://schemas.openxmlformats.org/officeDocument/2006/relationships/tags" Target="../tags/tag572.xml"/><Relationship Id="rId5" Type="http://schemas.openxmlformats.org/officeDocument/2006/relationships/tags" Target="../tags/tag571.xml"/><Relationship Id="rId4" Type="http://schemas.openxmlformats.org/officeDocument/2006/relationships/tags" Target="../tags/tag570.xml"/><Relationship Id="rId9"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582.xml"/><Relationship Id="rId13" Type="http://schemas.openxmlformats.org/officeDocument/2006/relationships/image" Target="../media/image3.png"/><Relationship Id="rId3" Type="http://schemas.openxmlformats.org/officeDocument/2006/relationships/tags" Target="../tags/tag577.xml"/><Relationship Id="rId7" Type="http://schemas.openxmlformats.org/officeDocument/2006/relationships/tags" Target="../tags/tag581.xml"/><Relationship Id="rId12" Type="http://schemas.openxmlformats.org/officeDocument/2006/relationships/image" Target="../media/image2.png"/><Relationship Id="rId2" Type="http://schemas.openxmlformats.org/officeDocument/2006/relationships/tags" Target="../tags/tag576.xml"/><Relationship Id="rId1" Type="http://schemas.openxmlformats.org/officeDocument/2006/relationships/tags" Target="../tags/tag575.xml"/><Relationship Id="rId6" Type="http://schemas.openxmlformats.org/officeDocument/2006/relationships/tags" Target="../tags/tag580.xml"/><Relationship Id="rId11" Type="http://schemas.openxmlformats.org/officeDocument/2006/relationships/slideMaster" Target="../slideMasters/slideMaster2.xml"/><Relationship Id="rId5" Type="http://schemas.openxmlformats.org/officeDocument/2006/relationships/tags" Target="../tags/tag579.xml"/><Relationship Id="rId10" Type="http://schemas.openxmlformats.org/officeDocument/2006/relationships/tags" Target="../tags/tag584.xml"/><Relationship Id="rId4" Type="http://schemas.openxmlformats.org/officeDocument/2006/relationships/tags" Target="../tags/tag578.xml"/><Relationship Id="rId9" Type="http://schemas.openxmlformats.org/officeDocument/2006/relationships/tags" Target="../tags/tag583.xml"/></Relationships>
</file>

<file path=ppt/slideLayouts/_rels/slideLayout26.xml.rels><?xml version="1.0" encoding="UTF-8" standalone="yes"?>
<Relationships xmlns="http://schemas.openxmlformats.org/package/2006/relationships"><Relationship Id="rId8" Type="http://schemas.openxmlformats.org/officeDocument/2006/relationships/tags" Target="../tags/tag592.xml"/><Relationship Id="rId13" Type="http://schemas.openxmlformats.org/officeDocument/2006/relationships/image" Target="../media/image3.png"/><Relationship Id="rId3" Type="http://schemas.openxmlformats.org/officeDocument/2006/relationships/tags" Target="../tags/tag587.xml"/><Relationship Id="rId7" Type="http://schemas.openxmlformats.org/officeDocument/2006/relationships/tags" Target="../tags/tag591.xml"/><Relationship Id="rId12" Type="http://schemas.openxmlformats.org/officeDocument/2006/relationships/image" Target="../media/image2.png"/><Relationship Id="rId2" Type="http://schemas.openxmlformats.org/officeDocument/2006/relationships/tags" Target="../tags/tag586.xml"/><Relationship Id="rId1" Type="http://schemas.openxmlformats.org/officeDocument/2006/relationships/tags" Target="../tags/tag585.xml"/><Relationship Id="rId6" Type="http://schemas.openxmlformats.org/officeDocument/2006/relationships/tags" Target="../tags/tag590.xml"/><Relationship Id="rId11" Type="http://schemas.openxmlformats.org/officeDocument/2006/relationships/slideMaster" Target="../slideMasters/slideMaster2.xml"/><Relationship Id="rId5" Type="http://schemas.openxmlformats.org/officeDocument/2006/relationships/tags" Target="../tags/tag589.xml"/><Relationship Id="rId10" Type="http://schemas.openxmlformats.org/officeDocument/2006/relationships/tags" Target="../tags/tag594.xml"/><Relationship Id="rId4" Type="http://schemas.openxmlformats.org/officeDocument/2006/relationships/tags" Target="../tags/tag588.xml"/><Relationship Id="rId9" Type="http://schemas.openxmlformats.org/officeDocument/2006/relationships/tags" Target="../tags/tag593.xml"/></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602.xml"/><Relationship Id="rId3" Type="http://schemas.openxmlformats.org/officeDocument/2006/relationships/tags" Target="../tags/tag597.xml"/><Relationship Id="rId7" Type="http://schemas.openxmlformats.org/officeDocument/2006/relationships/tags" Target="../tags/tag601.xml"/><Relationship Id="rId2" Type="http://schemas.openxmlformats.org/officeDocument/2006/relationships/tags" Target="../tags/tag596.xml"/><Relationship Id="rId1" Type="http://schemas.openxmlformats.org/officeDocument/2006/relationships/tags" Target="../tags/tag595.xml"/><Relationship Id="rId6" Type="http://schemas.openxmlformats.org/officeDocument/2006/relationships/tags" Target="../tags/tag600.xml"/><Relationship Id="rId5" Type="http://schemas.openxmlformats.org/officeDocument/2006/relationships/tags" Target="../tags/tag599.xml"/><Relationship Id="rId4" Type="http://schemas.openxmlformats.org/officeDocument/2006/relationships/tags" Target="../tags/tag598.xml"/><Relationship Id="rId9"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8" Type="http://schemas.openxmlformats.org/officeDocument/2006/relationships/tags" Target="../tags/tag610.xml"/><Relationship Id="rId3" Type="http://schemas.openxmlformats.org/officeDocument/2006/relationships/tags" Target="../tags/tag605.xml"/><Relationship Id="rId7" Type="http://schemas.openxmlformats.org/officeDocument/2006/relationships/tags" Target="../tags/tag609.xml"/><Relationship Id="rId12" Type="http://schemas.openxmlformats.org/officeDocument/2006/relationships/image" Target="../media/image1.png"/><Relationship Id="rId2" Type="http://schemas.openxmlformats.org/officeDocument/2006/relationships/tags" Target="../tags/tag604.xml"/><Relationship Id="rId1" Type="http://schemas.openxmlformats.org/officeDocument/2006/relationships/tags" Target="../tags/tag603.xml"/><Relationship Id="rId6" Type="http://schemas.openxmlformats.org/officeDocument/2006/relationships/tags" Target="../tags/tag608.xml"/><Relationship Id="rId11" Type="http://schemas.openxmlformats.org/officeDocument/2006/relationships/slideMaster" Target="../slideMasters/slideMaster2.xml"/><Relationship Id="rId5" Type="http://schemas.openxmlformats.org/officeDocument/2006/relationships/tags" Target="../tags/tag607.xml"/><Relationship Id="rId10" Type="http://schemas.openxmlformats.org/officeDocument/2006/relationships/tags" Target="../tags/tag612.xml"/><Relationship Id="rId4" Type="http://schemas.openxmlformats.org/officeDocument/2006/relationships/tags" Target="../tags/tag606.xml"/><Relationship Id="rId9" Type="http://schemas.openxmlformats.org/officeDocument/2006/relationships/tags" Target="../tags/tag611.xml"/></Relationships>
</file>

<file path=ppt/slideLayouts/_rels/slideLayout29.xml.rels><?xml version="1.0" encoding="UTF-8" standalone="yes"?>
<Relationships xmlns="http://schemas.openxmlformats.org/package/2006/relationships"><Relationship Id="rId8" Type="http://schemas.openxmlformats.org/officeDocument/2006/relationships/tags" Target="../tags/tag620.xml"/><Relationship Id="rId13" Type="http://schemas.openxmlformats.org/officeDocument/2006/relationships/tags" Target="../tags/tag625.xml"/><Relationship Id="rId18" Type="http://schemas.openxmlformats.org/officeDocument/2006/relationships/image" Target="../media/image4.png"/><Relationship Id="rId3" Type="http://schemas.openxmlformats.org/officeDocument/2006/relationships/tags" Target="../tags/tag615.xml"/><Relationship Id="rId7" Type="http://schemas.openxmlformats.org/officeDocument/2006/relationships/tags" Target="../tags/tag619.xml"/><Relationship Id="rId12" Type="http://schemas.openxmlformats.org/officeDocument/2006/relationships/tags" Target="../tags/tag624.xml"/><Relationship Id="rId17" Type="http://schemas.openxmlformats.org/officeDocument/2006/relationships/image" Target="../media/image3.png"/><Relationship Id="rId2" Type="http://schemas.openxmlformats.org/officeDocument/2006/relationships/tags" Target="../tags/tag614.xml"/><Relationship Id="rId16" Type="http://schemas.openxmlformats.org/officeDocument/2006/relationships/slideMaster" Target="../slideMasters/slideMaster2.xml"/><Relationship Id="rId1" Type="http://schemas.openxmlformats.org/officeDocument/2006/relationships/tags" Target="../tags/tag613.xml"/><Relationship Id="rId6" Type="http://schemas.openxmlformats.org/officeDocument/2006/relationships/tags" Target="../tags/tag618.xml"/><Relationship Id="rId11" Type="http://schemas.openxmlformats.org/officeDocument/2006/relationships/tags" Target="../tags/tag623.xml"/><Relationship Id="rId5" Type="http://schemas.openxmlformats.org/officeDocument/2006/relationships/tags" Target="../tags/tag617.xml"/><Relationship Id="rId15" Type="http://schemas.openxmlformats.org/officeDocument/2006/relationships/tags" Target="../tags/tag627.xml"/><Relationship Id="rId10" Type="http://schemas.openxmlformats.org/officeDocument/2006/relationships/tags" Target="../tags/tag622.xml"/><Relationship Id="rId4" Type="http://schemas.openxmlformats.org/officeDocument/2006/relationships/tags" Target="../tags/tag616.xml"/><Relationship Id="rId9" Type="http://schemas.openxmlformats.org/officeDocument/2006/relationships/tags" Target="../tags/tag621.xml"/><Relationship Id="rId14" Type="http://schemas.openxmlformats.org/officeDocument/2006/relationships/tags" Target="../tags/tag626.xml"/></Relationships>
</file>

<file path=ppt/slideLayouts/_rels/slideLayout30.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636.xml"/><Relationship Id="rId7" Type="http://schemas.openxmlformats.org/officeDocument/2006/relationships/tags" Target="../tags/tag640.xml"/><Relationship Id="rId2" Type="http://schemas.openxmlformats.org/officeDocument/2006/relationships/tags" Target="../tags/tag635.xml"/><Relationship Id="rId1" Type="http://schemas.openxmlformats.org/officeDocument/2006/relationships/tags" Target="../tags/tag634.xml"/><Relationship Id="rId6" Type="http://schemas.openxmlformats.org/officeDocument/2006/relationships/tags" Target="../tags/tag639.xml"/><Relationship Id="rId5" Type="http://schemas.openxmlformats.org/officeDocument/2006/relationships/tags" Target="../tags/tag638.xml"/><Relationship Id="rId10" Type="http://schemas.openxmlformats.org/officeDocument/2006/relationships/image" Target="file:///C:\Users\1V994W2\Documents\Tencent%20Files\574576071\FileRecv\&#25340;&#35013;&#32032;&#26448;\&#23567;&#28165;&#26032;-34\\06\subject_holdright_226,69,78_0_lively_full_0.png" TargetMode="External"/><Relationship Id="rId4" Type="http://schemas.openxmlformats.org/officeDocument/2006/relationships/tags" Target="../tags/tag637.xml"/><Relationship Id="rId9" Type="http://schemas.openxmlformats.org/officeDocument/2006/relationships/image" Target="../media/image5.png"/></Relationships>
</file>

<file path=ppt/slideLayouts/_rels/slideLayout31.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643.xml"/><Relationship Id="rId7" Type="http://schemas.openxmlformats.org/officeDocument/2006/relationships/tags" Target="../tags/tag647.xml"/><Relationship Id="rId12" Type="http://schemas.openxmlformats.org/officeDocument/2006/relationships/image" Target="file:///C:\Users\1V994W2\PycharmProjects\PPT_Background_Generation/pic_temp/1_pic_quater_right_up.png" TargetMode="External"/><Relationship Id="rId2" Type="http://schemas.openxmlformats.org/officeDocument/2006/relationships/tags" Target="../tags/tag642.xml"/><Relationship Id="rId1" Type="http://schemas.openxmlformats.org/officeDocument/2006/relationships/tags" Target="../tags/tag641.xml"/><Relationship Id="rId6" Type="http://schemas.openxmlformats.org/officeDocument/2006/relationships/tags" Target="../tags/tag646.xml"/><Relationship Id="rId11" Type="http://schemas.openxmlformats.org/officeDocument/2006/relationships/image" Target="../media/image7.png"/><Relationship Id="rId5" Type="http://schemas.openxmlformats.org/officeDocument/2006/relationships/tags" Target="../tags/tag645.xml"/><Relationship Id="rId10" Type="http://schemas.openxmlformats.org/officeDocument/2006/relationships/image" Target="file:///C:\Users\1V994W2\PycharmProjects\PPT_Background_Generation/pic_temp/0_pic_quater_left_up.png" TargetMode="External"/><Relationship Id="rId4" Type="http://schemas.openxmlformats.org/officeDocument/2006/relationships/tags" Target="../tags/tag644.xml"/><Relationship Id="rId9" Type="http://schemas.openxmlformats.org/officeDocument/2006/relationships/image" Target="../media/image6.png"/></Relationships>
</file>

<file path=ppt/slideLayouts/_rels/slideLayout32.xml.rels><?xml version="1.0" encoding="UTF-8" standalone="yes"?>
<Relationships xmlns="http://schemas.openxmlformats.org/package/2006/relationships"><Relationship Id="rId3" Type="http://schemas.openxmlformats.org/officeDocument/2006/relationships/slideMaster" Target="../slideMasters/slideMaster3.xml"/><Relationship Id="rId7" Type="http://schemas.openxmlformats.org/officeDocument/2006/relationships/image" Target="file:///C:\Users\1V994W2\PycharmProjects\PPT_Background_Generation/pic_temp/pic_half_right.png" TargetMode="External"/><Relationship Id="rId2" Type="http://schemas.openxmlformats.org/officeDocument/2006/relationships/tags" Target="../tags/tag649.xml"/><Relationship Id="rId1" Type="http://schemas.openxmlformats.org/officeDocument/2006/relationships/tags" Target="../tags/tag648.xml"/><Relationship Id="rId6" Type="http://schemas.openxmlformats.org/officeDocument/2006/relationships/image" Target="../media/image9.png"/><Relationship Id="rId5" Type="http://schemas.openxmlformats.org/officeDocument/2006/relationships/image" Target="file:///C:\Users\1V994W2\PycharmProjects\PPT_Background_Generation/pic_temp/pic_half_left.png" TargetMode="External"/><Relationship Id="rId4" Type="http://schemas.openxmlformats.org/officeDocument/2006/relationships/image" Target="../media/image8.png"/></Relationships>
</file>

<file path=ppt/slideLayouts/_rels/slideLayout33.xml.rels><?xml version="1.0" encoding="UTF-8" standalone="yes"?>
<Relationships xmlns="http://schemas.openxmlformats.org/package/2006/relationships"><Relationship Id="rId8" Type="http://schemas.openxmlformats.org/officeDocument/2006/relationships/tags" Target="../tags/tag657.xml"/><Relationship Id="rId13" Type="http://schemas.openxmlformats.org/officeDocument/2006/relationships/image" Target="file:///C:\Users\1V994W2\PycharmProjects\PPT_Background_Generation/pic_temp/1_pic_quater_right_up.png" TargetMode="External"/><Relationship Id="rId3" Type="http://schemas.openxmlformats.org/officeDocument/2006/relationships/tags" Target="../tags/tag652.xml"/><Relationship Id="rId7" Type="http://schemas.openxmlformats.org/officeDocument/2006/relationships/tags" Target="../tags/tag656.xml"/><Relationship Id="rId12" Type="http://schemas.openxmlformats.org/officeDocument/2006/relationships/image" Target="../media/image7.png"/><Relationship Id="rId2" Type="http://schemas.openxmlformats.org/officeDocument/2006/relationships/tags" Target="../tags/tag651.xml"/><Relationship Id="rId1" Type="http://schemas.openxmlformats.org/officeDocument/2006/relationships/tags" Target="../tags/tag650.xml"/><Relationship Id="rId6" Type="http://schemas.openxmlformats.org/officeDocument/2006/relationships/tags" Target="../tags/tag655.xml"/><Relationship Id="rId11" Type="http://schemas.openxmlformats.org/officeDocument/2006/relationships/image" Target="file:///C:\Users\1V994W2\PycharmProjects\PPT_Background_Generation/pic_temp/0_pic_quater_left_up.png" TargetMode="External"/><Relationship Id="rId5" Type="http://schemas.openxmlformats.org/officeDocument/2006/relationships/tags" Target="../tags/tag654.xml"/><Relationship Id="rId10" Type="http://schemas.openxmlformats.org/officeDocument/2006/relationships/image" Target="../media/image6.png"/><Relationship Id="rId4" Type="http://schemas.openxmlformats.org/officeDocument/2006/relationships/tags" Target="../tags/tag653.xml"/><Relationship Id="rId9"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8" Type="http://schemas.openxmlformats.org/officeDocument/2006/relationships/tags" Target="../tags/tag665.xml"/><Relationship Id="rId13" Type="http://schemas.openxmlformats.org/officeDocument/2006/relationships/image" Target="file:///C:\Users\1V994W2\PycharmProjects\PPT_Background_Generation/pic_temp/0_pic_quater_left_up.png" TargetMode="External"/><Relationship Id="rId3" Type="http://schemas.openxmlformats.org/officeDocument/2006/relationships/tags" Target="../tags/tag660.xml"/><Relationship Id="rId7" Type="http://schemas.openxmlformats.org/officeDocument/2006/relationships/tags" Target="../tags/tag664.xml"/><Relationship Id="rId12" Type="http://schemas.openxmlformats.org/officeDocument/2006/relationships/image" Target="../media/image6.png"/><Relationship Id="rId2" Type="http://schemas.openxmlformats.org/officeDocument/2006/relationships/tags" Target="../tags/tag659.xml"/><Relationship Id="rId1" Type="http://schemas.openxmlformats.org/officeDocument/2006/relationships/tags" Target="../tags/tag658.xml"/><Relationship Id="rId6" Type="http://schemas.openxmlformats.org/officeDocument/2006/relationships/tags" Target="../tags/tag663.xml"/><Relationship Id="rId11" Type="http://schemas.openxmlformats.org/officeDocument/2006/relationships/slideMaster" Target="../slideMasters/slideMaster3.xml"/><Relationship Id="rId5" Type="http://schemas.openxmlformats.org/officeDocument/2006/relationships/tags" Target="../tags/tag662.xml"/><Relationship Id="rId15" Type="http://schemas.openxmlformats.org/officeDocument/2006/relationships/image" Target="file:///C:\Users\1V994W2\PycharmProjects\PPT_Background_Generation/pic_temp/1_pic_quater_right_up.png" TargetMode="External"/><Relationship Id="rId10" Type="http://schemas.openxmlformats.org/officeDocument/2006/relationships/tags" Target="../tags/tag667.xml"/><Relationship Id="rId4" Type="http://schemas.openxmlformats.org/officeDocument/2006/relationships/tags" Target="../tags/tag661.xml"/><Relationship Id="rId9" Type="http://schemas.openxmlformats.org/officeDocument/2006/relationships/tags" Target="../tags/tag666.xml"/><Relationship Id="rId14" Type="http://schemas.openxmlformats.org/officeDocument/2006/relationships/image" Target="../media/image7.png"/></Relationships>
</file>

<file path=ppt/slideLayouts/_rels/slideLayout3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670.xml"/><Relationship Id="rId7" Type="http://schemas.openxmlformats.org/officeDocument/2006/relationships/slideMaster" Target="../slideMasters/slideMaster3.xml"/><Relationship Id="rId2" Type="http://schemas.openxmlformats.org/officeDocument/2006/relationships/tags" Target="../tags/tag669.xml"/><Relationship Id="rId1" Type="http://schemas.openxmlformats.org/officeDocument/2006/relationships/tags" Target="../tags/tag668.xml"/><Relationship Id="rId6" Type="http://schemas.openxmlformats.org/officeDocument/2006/relationships/tags" Target="../tags/tag673.xml"/><Relationship Id="rId5" Type="http://schemas.openxmlformats.org/officeDocument/2006/relationships/tags" Target="../tags/tag672.xml"/><Relationship Id="rId4" Type="http://schemas.openxmlformats.org/officeDocument/2006/relationships/tags" Target="../tags/tag671.xml"/><Relationship Id="rId9" Type="http://schemas.openxmlformats.org/officeDocument/2006/relationships/image" Target="file:///C:\Users\1V994W2\Documents\Tencent%20Files\574576071\FileRecv\&#25340;&#35013;&#32032;&#26448;\&#23567;&#28165;&#26032;-34\\06\subject_holdright_226,69,78_0_lively_full_0.png" TargetMode="External"/></Relationships>
</file>

<file path=ppt/slideLayouts/_rels/slideLayout36.xml.rels><?xml version="1.0" encoding="UTF-8" standalone="yes"?>
<Relationships xmlns="http://schemas.openxmlformats.org/package/2006/relationships"><Relationship Id="rId3" Type="http://schemas.openxmlformats.org/officeDocument/2006/relationships/tags" Target="../tags/tag676.xml"/><Relationship Id="rId2" Type="http://schemas.openxmlformats.org/officeDocument/2006/relationships/tags" Target="../tags/tag675.xml"/><Relationship Id="rId1" Type="http://schemas.openxmlformats.org/officeDocument/2006/relationships/tags" Target="../tags/tag674.xml"/><Relationship Id="rId4"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8" Type="http://schemas.openxmlformats.org/officeDocument/2006/relationships/tags" Target="../tags/tag684.xml"/><Relationship Id="rId13" Type="http://schemas.openxmlformats.org/officeDocument/2006/relationships/image" Target="file:///C:\Users\1V994W2\PycharmProjects\PPT_Background_Generation/pic_temp/1_pic_quater_right_up.png" TargetMode="External"/><Relationship Id="rId3" Type="http://schemas.openxmlformats.org/officeDocument/2006/relationships/tags" Target="../tags/tag679.xml"/><Relationship Id="rId7" Type="http://schemas.openxmlformats.org/officeDocument/2006/relationships/tags" Target="../tags/tag683.xml"/><Relationship Id="rId12" Type="http://schemas.openxmlformats.org/officeDocument/2006/relationships/image" Target="../media/image7.png"/><Relationship Id="rId2" Type="http://schemas.openxmlformats.org/officeDocument/2006/relationships/tags" Target="../tags/tag678.xml"/><Relationship Id="rId1" Type="http://schemas.openxmlformats.org/officeDocument/2006/relationships/tags" Target="../tags/tag677.xml"/><Relationship Id="rId6" Type="http://schemas.openxmlformats.org/officeDocument/2006/relationships/tags" Target="../tags/tag682.xml"/><Relationship Id="rId11" Type="http://schemas.openxmlformats.org/officeDocument/2006/relationships/image" Target="file:///C:\Users\1V994W2\PycharmProjects\PPT_Background_Generation/pic_temp/0_pic_quater_left_up.png" TargetMode="External"/><Relationship Id="rId5" Type="http://schemas.openxmlformats.org/officeDocument/2006/relationships/tags" Target="../tags/tag681.xml"/><Relationship Id="rId10" Type="http://schemas.openxmlformats.org/officeDocument/2006/relationships/image" Target="../media/image6.png"/><Relationship Id="rId4" Type="http://schemas.openxmlformats.org/officeDocument/2006/relationships/tags" Target="../tags/tag680.xml"/><Relationship Id="rId9"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687.xml"/><Relationship Id="rId7" Type="http://schemas.openxmlformats.org/officeDocument/2006/relationships/tags" Target="../tags/tag691.xml"/><Relationship Id="rId12" Type="http://schemas.openxmlformats.org/officeDocument/2006/relationships/image" Target="file:///C:\Users\1V994W2\PycharmProjects\PPT_Background_Generation/pic_temp/1_pic_quater_right_up.png" TargetMode="External"/><Relationship Id="rId2" Type="http://schemas.openxmlformats.org/officeDocument/2006/relationships/tags" Target="../tags/tag686.xml"/><Relationship Id="rId1" Type="http://schemas.openxmlformats.org/officeDocument/2006/relationships/tags" Target="../tags/tag685.xml"/><Relationship Id="rId6" Type="http://schemas.openxmlformats.org/officeDocument/2006/relationships/tags" Target="../tags/tag690.xml"/><Relationship Id="rId11" Type="http://schemas.openxmlformats.org/officeDocument/2006/relationships/image" Target="../media/image7.png"/><Relationship Id="rId5" Type="http://schemas.openxmlformats.org/officeDocument/2006/relationships/tags" Target="../tags/tag689.xml"/><Relationship Id="rId10" Type="http://schemas.openxmlformats.org/officeDocument/2006/relationships/image" Target="file:///C:\Users\1V994W2\PycharmProjects\PPT_Background_Generation/pic_temp/0_pic_quater_left_up.png" TargetMode="External"/><Relationship Id="rId4" Type="http://schemas.openxmlformats.org/officeDocument/2006/relationships/tags" Target="../tags/tag688.xml"/><Relationship Id="rId9" Type="http://schemas.openxmlformats.org/officeDocument/2006/relationships/image" Target="../media/image6.png"/></Relationships>
</file>

<file path=ppt/slideLayouts/_rels/slideLayout3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694.xml"/><Relationship Id="rId7" Type="http://schemas.openxmlformats.org/officeDocument/2006/relationships/slideMaster" Target="../slideMasters/slideMaster3.xml"/><Relationship Id="rId2" Type="http://schemas.openxmlformats.org/officeDocument/2006/relationships/tags" Target="../tags/tag693.xml"/><Relationship Id="rId1" Type="http://schemas.openxmlformats.org/officeDocument/2006/relationships/tags" Target="../tags/tag692.xml"/><Relationship Id="rId6" Type="http://schemas.openxmlformats.org/officeDocument/2006/relationships/tags" Target="../tags/tag697.xml"/><Relationship Id="rId11" Type="http://schemas.openxmlformats.org/officeDocument/2006/relationships/image" Target="file:///C:\Users\1V994W2\PycharmProjects\PPT_Background_Generation/pic_temp/1_pic_quater_right_up.png" TargetMode="External"/><Relationship Id="rId5" Type="http://schemas.openxmlformats.org/officeDocument/2006/relationships/tags" Target="../tags/tag696.xml"/><Relationship Id="rId10" Type="http://schemas.openxmlformats.org/officeDocument/2006/relationships/image" Target="../media/image7.png"/><Relationship Id="rId4" Type="http://schemas.openxmlformats.org/officeDocument/2006/relationships/tags" Target="../tags/tag695.xml"/><Relationship Id="rId9" Type="http://schemas.openxmlformats.org/officeDocument/2006/relationships/image" Target="file:///C:\Users\1V994W2\PycharmProjects\PPT_Background_Generation/pic_temp/0_pic_quater_left_up.png" TargetMode="External"/></Relationships>
</file>

<file path=ppt/slideLayouts/_rels/slideLayout40.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700.xml"/><Relationship Id="rId7" Type="http://schemas.openxmlformats.org/officeDocument/2006/relationships/tags" Target="../tags/tag704.xml"/><Relationship Id="rId12" Type="http://schemas.openxmlformats.org/officeDocument/2006/relationships/image" Target="file:///C:\Users\1V994W2\PycharmProjects\PPT_Background_Generation/pic_temp/0_pic_quater_left_up.png" TargetMode="External"/><Relationship Id="rId2" Type="http://schemas.openxmlformats.org/officeDocument/2006/relationships/tags" Target="../tags/tag699.xml"/><Relationship Id="rId1" Type="http://schemas.openxmlformats.org/officeDocument/2006/relationships/tags" Target="../tags/tag698.xml"/><Relationship Id="rId6" Type="http://schemas.openxmlformats.org/officeDocument/2006/relationships/tags" Target="../tags/tag703.xml"/><Relationship Id="rId11" Type="http://schemas.openxmlformats.org/officeDocument/2006/relationships/image" Target="../media/image6.png"/><Relationship Id="rId5" Type="http://schemas.openxmlformats.org/officeDocument/2006/relationships/tags" Target="../tags/tag702.xml"/><Relationship Id="rId10" Type="http://schemas.openxmlformats.org/officeDocument/2006/relationships/image" Target="file:///C:\Users\1V994W2\Documents\Tencent%20Files\574576071\FileRecv\&#25340;&#35013;&#32032;&#26448;\&#23567;&#28165;&#26032;-34\\06\subject_holdright_226,69,78_0_lively_full_0.png" TargetMode="External"/><Relationship Id="rId4" Type="http://schemas.openxmlformats.org/officeDocument/2006/relationships/tags" Target="../tags/tag701.xml"/><Relationship Id="rId9" Type="http://schemas.openxmlformats.org/officeDocument/2006/relationships/image" Target="../media/image5.png"/></Relationships>
</file>

<file path=ppt/slideLayouts/_rels/slideLayout4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707.xml"/><Relationship Id="rId7" Type="http://schemas.openxmlformats.org/officeDocument/2006/relationships/slideMaster" Target="../slideMasters/slideMaster3.xml"/><Relationship Id="rId2" Type="http://schemas.openxmlformats.org/officeDocument/2006/relationships/tags" Target="../tags/tag706.xml"/><Relationship Id="rId1" Type="http://schemas.openxmlformats.org/officeDocument/2006/relationships/tags" Target="../tags/tag705.xml"/><Relationship Id="rId6" Type="http://schemas.openxmlformats.org/officeDocument/2006/relationships/tags" Target="../tags/tag710.xml"/><Relationship Id="rId11" Type="http://schemas.openxmlformats.org/officeDocument/2006/relationships/image" Target="file:///C:\Users\1V994W2\PycharmProjects\PPT_Background_Generation/pic_temp/1_pic_quater_right_up.png" TargetMode="External"/><Relationship Id="rId5" Type="http://schemas.openxmlformats.org/officeDocument/2006/relationships/tags" Target="../tags/tag709.xml"/><Relationship Id="rId10" Type="http://schemas.openxmlformats.org/officeDocument/2006/relationships/image" Target="../media/image7.png"/><Relationship Id="rId4" Type="http://schemas.openxmlformats.org/officeDocument/2006/relationships/tags" Target="../tags/tag708.xml"/><Relationship Id="rId9" Type="http://schemas.openxmlformats.org/officeDocument/2006/relationships/image" Target="file:///C:\Users\1V994W2\PycharmProjects\PPT_Background_Generation/pic_temp/0_pic_quater_left_up.png" TargetMode="External"/></Relationships>
</file>

<file path=ppt/slideLayouts/_rels/slideLayout42.xml.rels><?xml version="1.0" encoding="UTF-8" standalone="yes"?>
<Relationships xmlns="http://schemas.openxmlformats.org/package/2006/relationships"><Relationship Id="rId8" Type="http://schemas.openxmlformats.org/officeDocument/2006/relationships/tags" Target="../tags/tag718.xml"/><Relationship Id="rId13" Type="http://schemas.openxmlformats.org/officeDocument/2006/relationships/image" Target="file:///C:\Users\1V994W2\PycharmProjects\PPT_Background_Generation/pic_temp/1_pic_quater_right_up.png" TargetMode="External"/><Relationship Id="rId3" Type="http://schemas.openxmlformats.org/officeDocument/2006/relationships/tags" Target="../tags/tag713.xml"/><Relationship Id="rId7" Type="http://schemas.openxmlformats.org/officeDocument/2006/relationships/tags" Target="../tags/tag717.xml"/><Relationship Id="rId12" Type="http://schemas.openxmlformats.org/officeDocument/2006/relationships/image" Target="../media/image7.png"/><Relationship Id="rId2" Type="http://schemas.openxmlformats.org/officeDocument/2006/relationships/tags" Target="../tags/tag712.xml"/><Relationship Id="rId1" Type="http://schemas.openxmlformats.org/officeDocument/2006/relationships/tags" Target="../tags/tag711.xml"/><Relationship Id="rId6" Type="http://schemas.openxmlformats.org/officeDocument/2006/relationships/tags" Target="../tags/tag716.xml"/><Relationship Id="rId11" Type="http://schemas.openxmlformats.org/officeDocument/2006/relationships/image" Target="file:///C:\Users\1V994W2\PycharmProjects\PPT_Background_Generation/pic_temp/0_pic_quater_left_up.png" TargetMode="External"/><Relationship Id="rId5" Type="http://schemas.openxmlformats.org/officeDocument/2006/relationships/tags" Target="../tags/tag715.xml"/><Relationship Id="rId10" Type="http://schemas.openxmlformats.org/officeDocument/2006/relationships/image" Target="../media/image6.png"/><Relationship Id="rId4" Type="http://schemas.openxmlformats.org/officeDocument/2006/relationships/tags" Target="../tags/tag714.xml"/><Relationship Id="rId9"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8" Type="http://schemas.openxmlformats.org/officeDocument/2006/relationships/tags" Target="../tags/tag726.xml"/><Relationship Id="rId3" Type="http://schemas.openxmlformats.org/officeDocument/2006/relationships/tags" Target="../tags/tag721.xml"/><Relationship Id="rId7" Type="http://schemas.openxmlformats.org/officeDocument/2006/relationships/tags" Target="../tags/tag725.xml"/><Relationship Id="rId2" Type="http://schemas.openxmlformats.org/officeDocument/2006/relationships/tags" Target="../tags/tag720.xml"/><Relationship Id="rId1" Type="http://schemas.openxmlformats.org/officeDocument/2006/relationships/tags" Target="../tags/tag719.xml"/><Relationship Id="rId6" Type="http://schemas.openxmlformats.org/officeDocument/2006/relationships/tags" Target="../tags/tag724.xml"/><Relationship Id="rId11" Type="http://schemas.openxmlformats.org/officeDocument/2006/relationships/image" Target="file:///C:\Users\1V994W2\PycharmProjects\PPT_Background_Generation/pic_temp/0_pic_quater_left_up.png" TargetMode="External"/><Relationship Id="rId5" Type="http://schemas.openxmlformats.org/officeDocument/2006/relationships/tags" Target="../tags/tag723.xml"/><Relationship Id="rId10" Type="http://schemas.openxmlformats.org/officeDocument/2006/relationships/image" Target="../media/image6.png"/><Relationship Id="rId4" Type="http://schemas.openxmlformats.org/officeDocument/2006/relationships/tags" Target="../tags/tag722.xml"/><Relationship Id="rId9"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8" Type="http://schemas.openxmlformats.org/officeDocument/2006/relationships/tags" Target="../tags/tag734.xml"/><Relationship Id="rId13" Type="http://schemas.openxmlformats.org/officeDocument/2006/relationships/image" Target="../media/image7.png"/><Relationship Id="rId3" Type="http://schemas.openxmlformats.org/officeDocument/2006/relationships/tags" Target="../tags/tag729.xml"/><Relationship Id="rId7" Type="http://schemas.openxmlformats.org/officeDocument/2006/relationships/tags" Target="../tags/tag733.xml"/><Relationship Id="rId12" Type="http://schemas.openxmlformats.org/officeDocument/2006/relationships/image" Target="file:///C:\Users\1V994W2\PycharmProjects\PPT_Background_Generation/pic_temp/0_pic_quater_left_up.png" TargetMode="External"/><Relationship Id="rId2" Type="http://schemas.openxmlformats.org/officeDocument/2006/relationships/tags" Target="../tags/tag728.xml"/><Relationship Id="rId1" Type="http://schemas.openxmlformats.org/officeDocument/2006/relationships/tags" Target="../tags/tag727.xml"/><Relationship Id="rId6" Type="http://schemas.openxmlformats.org/officeDocument/2006/relationships/tags" Target="../tags/tag732.xml"/><Relationship Id="rId11" Type="http://schemas.openxmlformats.org/officeDocument/2006/relationships/image" Target="../media/image6.png"/><Relationship Id="rId5" Type="http://schemas.openxmlformats.org/officeDocument/2006/relationships/tags" Target="../tags/tag731.xml"/><Relationship Id="rId10" Type="http://schemas.openxmlformats.org/officeDocument/2006/relationships/slideMaster" Target="../slideMasters/slideMaster3.xml"/><Relationship Id="rId4" Type="http://schemas.openxmlformats.org/officeDocument/2006/relationships/tags" Target="../tags/tag730.xml"/><Relationship Id="rId9" Type="http://schemas.openxmlformats.org/officeDocument/2006/relationships/tags" Target="../tags/tag735.xml"/><Relationship Id="rId14" Type="http://schemas.openxmlformats.org/officeDocument/2006/relationships/image" Target="file:///C:\Users\1V994W2\PycharmProjects\PPT_Background_Generation/pic_temp/1_pic_quater_right_up.png" TargetMode="External"/></Relationships>
</file>

<file path=ppt/slideLayouts/_rels/slideLayout45.xml.rels><?xml version="1.0" encoding="UTF-8" standalone="yes"?>
<Relationships xmlns="http://schemas.openxmlformats.org/package/2006/relationships"><Relationship Id="rId8" Type="http://schemas.openxmlformats.org/officeDocument/2006/relationships/tags" Target="../tags/tag743.xml"/><Relationship Id="rId13" Type="http://schemas.openxmlformats.org/officeDocument/2006/relationships/image" Target="../media/image7.png"/><Relationship Id="rId3" Type="http://schemas.openxmlformats.org/officeDocument/2006/relationships/tags" Target="../tags/tag738.xml"/><Relationship Id="rId7" Type="http://schemas.openxmlformats.org/officeDocument/2006/relationships/tags" Target="../tags/tag742.xml"/><Relationship Id="rId12" Type="http://schemas.openxmlformats.org/officeDocument/2006/relationships/image" Target="file:///C:\Users\1V994W2\PycharmProjects\PPT_Background_Generation/pic_temp/0_pic_quater_left_up.png" TargetMode="External"/><Relationship Id="rId2" Type="http://schemas.openxmlformats.org/officeDocument/2006/relationships/tags" Target="../tags/tag737.xml"/><Relationship Id="rId1" Type="http://schemas.openxmlformats.org/officeDocument/2006/relationships/tags" Target="../tags/tag736.xml"/><Relationship Id="rId6" Type="http://schemas.openxmlformats.org/officeDocument/2006/relationships/tags" Target="../tags/tag741.xml"/><Relationship Id="rId11" Type="http://schemas.openxmlformats.org/officeDocument/2006/relationships/image" Target="../media/image6.png"/><Relationship Id="rId5" Type="http://schemas.openxmlformats.org/officeDocument/2006/relationships/tags" Target="../tags/tag740.xml"/><Relationship Id="rId10" Type="http://schemas.openxmlformats.org/officeDocument/2006/relationships/slideMaster" Target="../slideMasters/slideMaster3.xml"/><Relationship Id="rId4" Type="http://schemas.openxmlformats.org/officeDocument/2006/relationships/tags" Target="../tags/tag739.xml"/><Relationship Id="rId9" Type="http://schemas.openxmlformats.org/officeDocument/2006/relationships/tags" Target="../tags/tag744.xml"/><Relationship Id="rId14" Type="http://schemas.openxmlformats.org/officeDocument/2006/relationships/image" Target="file:///C:\Users\1V994W2\PycharmProjects\PPT_Background_Generation/pic_temp/1_pic_quater_right_up.png" TargetMode="External"/></Relationships>
</file>

<file path=ppt/slideLayouts/_rels/slideLayout46.xml.rels><?xml version="1.0" encoding="UTF-8" standalone="yes"?>
<Relationships xmlns="http://schemas.openxmlformats.org/package/2006/relationships"><Relationship Id="rId8" Type="http://schemas.openxmlformats.org/officeDocument/2006/relationships/tags" Target="../tags/tag752.xml"/><Relationship Id="rId13" Type="http://schemas.openxmlformats.org/officeDocument/2006/relationships/image" Target="../media/image6.png"/><Relationship Id="rId3" Type="http://schemas.openxmlformats.org/officeDocument/2006/relationships/tags" Target="../tags/tag747.xml"/><Relationship Id="rId7" Type="http://schemas.openxmlformats.org/officeDocument/2006/relationships/tags" Target="../tags/tag751.xml"/><Relationship Id="rId12" Type="http://schemas.openxmlformats.org/officeDocument/2006/relationships/slideMaster" Target="../slideMasters/slideMaster3.xml"/><Relationship Id="rId2" Type="http://schemas.openxmlformats.org/officeDocument/2006/relationships/tags" Target="../tags/tag746.xml"/><Relationship Id="rId16" Type="http://schemas.openxmlformats.org/officeDocument/2006/relationships/image" Target="file:///C:\Users\1V994W2\PycharmProjects\PPT_Background_Generation/pic_temp/1_pic_quater_right_up.png" TargetMode="External"/><Relationship Id="rId1" Type="http://schemas.openxmlformats.org/officeDocument/2006/relationships/tags" Target="../tags/tag745.xml"/><Relationship Id="rId6" Type="http://schemas.openxmlformats.org/officeDocument/2006/relationships/tags" Target="../tags/tag750.xml"/><Relationship Id="rId11" Type="http://schemas.openxmlformats.org/officeDocument/2006/relationships/tags" Target="../tags/tag755.xml"/><Relationship Id="rId5" Type="http://schemas.openxmlformats.org/officeDocument/2006/relationships/tags" Target="../tags/tag749.xml"/><Relationship Id="rId15" Type="http://schemas.openxmlformats.org/officeDocument/2006/relationships/image" Target="../media/image7.png"/><Relationship Id="rId10" Type="http://schemas.openxmlformats.org/officeDocument/2006/relationships/tags" Target="../tags/tag754.xml"/><Relationship Id="rId4" Type="http://schemas.openxmlformats.org/officeDocument/2006/relationships/tags" Target="../tags/tag748.xml"/><Relationship Id="rId9" Type="http://schemas.openxmlformats.org/officeDocument/2006/relationships/tags" Target="../tags/tag753.xml"/><Relationship Id="rId14" Type="http://schemas.openxmlformats.org/officeDocument/2006/relationships/image" Target="file:///C:\Users\1V994W2\PycharmProjects\PPT_Background_Generation/pic_temp/0_pic_quater_left_up.png" TargetMode="External"/></Relationships>
</file>

<file path=ppt/slideLayouts/_rels/slideLayout47.xml.rels><?xml version="1.0" encoding="UTF-8" standalone="yes"?>
<Relationships xmlns="http://schemas.openxmlformats.org/package/2006/relationships"><Relationship Id="rId8" Type="http://schemas.openxmlformats.org/officeDocument/2006/relationships/tags" Target="../tags/tag763.xml"/><Relationship Id="rId13" Type="http://schemas.openxmlformats.org/officeDocument/2006/relationships/image" Target="file:///C:\Users\1V994W2\PycharmProjects\PPT_Background_Generation/pic_temp/1_pic_quater_right_up.png" TargetMode="External"/><Relationship Id="rId3" Type="http://schemas.openxmlformats.org/officeDocument/2006/relationships/tags" Target="../tags/tag758.xml"/><Relationship Id="rId7" Type="http://schemas.openxmlformats.org/officeDocument/2006/relationships/tags" Target="../tags/tag762.xml"/><Relationship Id="rId12" Type="http://schemas.openxmlformats.org/officeDocument/2006/relationships/image" Target="../media/image12.png"/><Relationship Id="rId2" Type="http://schemas.openxmlformats.org/officeDocument/2006/relationships/tags" Target="../tags/tag757.xml"/><Relationship Id="rId1" Type="http://schemas.openxmlformats.org/officeDocument/2006/relationships/tags" Target="../tags/tag756.xml"/><Relationship Id="rId6" Type="http://schemas.openxmlformats.org/officeDocument/2006/relationships/tags" Target="../tags/tag761.xml"/><Relationship Id="rId11" Type="http://schemas.openxmlformats.org/officeDocument/2006/relationships/image" Target="file:///C:\Users\1V994W2\PycharmProjects\PPT_Background_Generation/pic_temp/0_pic_quater_left_up.png" TargetMode="External"/><Relationship Id="rId5" Type="http://schemas.openxmlformats.org/officeDocument/2006/relationships/tags" Target="../tags/tag760.xml"/><Relationship Id="rId10" Type="http://schemas.openxmlformats.org/officeDocument/2006/relationships/image" Target="../media/image11.png"/><Relationship Id="rId4" Type="http://schemas.openxmlformats.org/officeDocument/2006/relationships/tags" Target="../tags/tag759.xml"/><Relationship Id="rId9"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Rectangle 13"/>
          <p:cNvSpPr>
            <a:spLocks noChangeArrowheads="1"/>
          </p:cNvSpPr>
          <p:nvPr userDrawn="1">
            <p:custDataLst>
              <p:tags r:id="rId1"/>
            </p:custDataLst>
          </p:nvPr>
        </p:nvSpPr>
        <p:spPr bwMode="auto">
          <a:xfrm>
            <a:off x="0" y="3757613"/>
            <a:ext cx="9145191" cy="1385888"/>
          </a:xfrm>
          <a:prstGeom prst="rect">
            <a:avLst/>
          </a:prstGeom>
          <a:solidFill>
            <a:schemeClr val="accent1"/>
          </a:solidFill>
          <a:ln>
            <a:noFill/>
          </a:ln>
        </p:spPr>
        <p:txBody>
          <a:bodyPr vert="horz" wrap="square" lIns="91440" tIns="45720" rIns="91440" bIns="45720" numCol="1" anchor="t" anchorCtr="0" compatLnSpc="1"/>
          <a:lstStyle/>
          <a:p>
            <a:endParaRPr lang="zh-CN" altLang="en-US"/>
          </a:p>
        </p:txBody>
      </p:sp>
      <p:sp>
        <p:nvSpPr>
          <p:cNvPr id="8" name="Rectangle 14"/>
          <p:cNvSpPr>
            <a:spLocks noChangeArrowheads="1"/>
          </p:cNvSpPr>
          <p:nvPr userDrawn="1">
            <p:custDataLst>
              <p:tags r:id="rId2"/>
            </p:custDataLst>
          </p:nvPr>
        </p:nvSpPr>
        <p:spPr bwMode="auto">
          <a:xfrm>
            <a:off x="127000" y="3884613"/>
            <a:ext cx="9145191"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grpSp>
        <p:nvGrpSpPr>
          <p:cNvPr id="5" name="组合 4"/>
          <p:cNvGrpSpPr/>
          <p:nvPr userDrawn="1">
            <p:custDataLst>
              <p:tags r:id="rId3"/>
            </p:custDataLst>
          </p:nvPr>
        </p:nvGrpSpPr>
        <p:grpSpPr>
          <a:xfrm>
            <a:off x="2634854" y="327422"/>
            <a:ext cx="6211490" cy="4600575"/>
            <a:chOff x="3513138" y="436563"/>
            <a:chExt cx="8281987" cy="6134100"/>
          </a:xfrm>
        </p:grpSpPr>
        <p:sp>
          <p:nvSpPr>
            <p:cNvPr id="11" name="Oval 17"/>
            <p:cNvSpPr>
              <a:spLocks noChangeArrowheads="1"/>
            </p:cNvSpPr>
            <p:nvPr>
              <p:custDataLst>
                <p:tags r:id="rId14"/>
              </p:custDataLst>
            </p:nvPr>
          </p:nvSpPr>
          <p:spPr bwMode="auto">
            <a:xfrm>
              <a:off x="11664950" y="503238"/>
              <a:ext cx="79375" cy="84138"/>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14" name="Oval 18"/>
            <p:cNvSpPr>
              <a:spLocks noChangeArrowheads="1"/>
            </p:cNvSpPr>
            <p:nvPr>
              <p:custDataLst>
                <p:tags r:id="rId15"/>
              </p:custDataLst>
            </p:nvPr>
          </p:nvSpPr>
          <p:spPr bwMode="auto">
            <a:xfrm>
              <a:off x="10515600" y="436563"/>
              <a:ext cx="79375" cy="84138"/>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9" name="Oval 15"/>
            <p:cNvSpPr>
              <a:spLocks noChangeArrowheads="1"/>
            </p:cNvSpPr>
            <p:nvPr>
              <p:custDataLst>
                <p:tags r:id="rId16"/>
              </p:custDataLst>
            </p:nvPr>
          </p:nvSpPr>
          <p:spPr bwMode="auto">
            <a:xfrm>
              <a:off x="4919663" y="2586038"/>
              <a:ext cx="79375" cy="85725"/>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10" name="Oval 16"/>
            <p:cNvSpPr>
              <a:spLocks noChangeArrowheads="1"/>
            </p:cNvSpPr>
            <p:nvPr>
              <p:custDataLst>
                <p:tags r:id="rId17"/>
              </p:custDataLst>
            </p:nvPr>
          </p:nvSpPr>
          <p:spPr bwMode="auto">
            <a:xfrm>
              <a:off x="5575300" y="2809875"/>
              <a:ext cx="79375" cy="85725"/>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15" name="Oval 19"/>
            <p:cNvSpPr>
              <a:spLocks noChangeArrowheads="1"/>
            </p:cNvSpPr>
            <p:nvPr>
              <p:custDataLst>
                <p:tags r:id="rId18"/>
              </p:custDataLst>
            </p:nvPr>
          </p:nvSpPr>
          <p:spPr bwMode="auto">
            <a:xfrm>
              <a:off x="11245850" y="2284413"/>
              <a:ext cx="79375" cy="85725"/>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16" name="Oval 20"/>
            <p:cNvSpPr>
              <a:spLocks noChangeArrowheads="1"/>
            </p:cNvSpPr>
            <p:nvPr>
              <p:custDataLst>
                <p:tags r:id="rId19"/>
              </p:custDataLst>
            </p:nvPr>
          </p:nvSpPr>
          <p:spPr bwMode="auto">
            <a:xfrm>
              <a:off x="11250613" y="809625"/>
              <a:ext cx="80963" cy="84138"/>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17" name="Oval 21"/>
            <p:cNvSpPr>
              <a:spLocks noChangeArrowheads="1"/>
            </p:cNvSpPr>
            <p:nvPr>
              <p:custDataLst>
                <p:tags r:id="rId20"/>
              </p:custDataLst>
            </p:nvPr>
          </p:nvSpPr>
          <p:spPr bwMode="auto">
            <a:xfrm>
              <a:off x="8562975" y="771525"/>
              <a:ext cx="79375" cy="85725"/>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18" name="Oval 22"/>
            <p:cNvSpPr>
              <a:spLocks noChangeArrowheads="1"/>
            </p:cNvSpPr>
            <p:nvPr>
              <p:custDataLst>
                <p:tags r:id="rId21"/>
              </p:custDataLst>
            </p:nvPr>
          </p:nvSpPr>
          <p:spPr bwMode="auto">
            <a:xfrm>
              <a:off x="5265738" y="3357563"/>
              <a:ext cx="80963" cy="84138"/>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19" name="Oval 23"/>
            <p:cNvSpPr>
              <a:spLocks noChangeArrowheads="1"/>
            </p:cNvSpPr>
            <p:nvPr>
              <p:custDataLst>
                <p:tags r:id="rId22"/>
              </p:custDataLst>
            </p:nvPr>
          </p:nvSpPr>
          <p:spPr bwMode="auto">
            <a:xfrm>
              <a:off x="3513138" y="4232275"/>
              <a:ext cx="80963" cy="82550"/>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20" name="Oval 24"/>
            <p:cNvSpPr>
              <a:spLocks noChangeArrowheads="1"/>
            </p:cNvSpPr>
            <p:nvPr>
              <p:custDataLst>
                <p:tags r:id="rId23"/>
              </p:custDataLst>
            </p:nvPr>
          </p:nvSpPr>
          <p:spPr bwMode="auto">
            <a:xfrm>
              <a:off x="6319838" y="4406900"/>
              <a:ext cx="80963" cy="85725"/>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21" name="Oval 25"/>
            <p:cNvSpPr>
              <a:spLocks noChangeArrowheads="1"/>
            </p:cNvSpPr>
            <p:nvPr>
              <p:custDataLst>
                <p:tags r:id="rId24"/>
              </p:custDataLst>
            </p:nvPr>
          </p:nvSpPr>
          <p:spPr bwMode="auto">
            <a:xfrm>
              <a:off x="5840413" y="4041775"/>
              <a:ext cx="79375" cy="84138"/>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22" name="Oval 26"/>
            <p:cNvSpPr>
              <a:spLocks noChangeArrowheads="1"/>
            </p:cNvSpPr>
            <p:nvPr>
              <p:custDataLst>
                <p:tags r:id="rId25"/>
              </p:custDataLst>
            </p:nvPr>
          </p:nvSpPr>
          <p:spPr bwMode="auto">
            <a:xfrm>
              <a:off x="11458575" y="4291013"/>
              <a:ext cx="79375" cy="85725"/>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23" name="Oval 27"/>
            <p:cNvSpPr>
              <a:spLocks noChangeArrowheads="1"/>
            </p:cNvSpPr>
            <p:nvPr>
              <p:custDataLst>
                <p:tags r:id="rId26"/>
              </p:custDataLst>
            </p:nvPr>
          </p:nvSpPr>
          <p:spPr bwMode="auto">
            <a:xfrm>
              <a:off x="11715750" y="3781425"/>
              <a:ext cx="79375" cy="82550"/>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24" name="Oval 28"/>
            <p:cNvSpPr>
              <a:spLocks noChangeArrowheads="1"/>
            </p:cNvSpPr>
            <p:nvPr>
              <p:custDataLst>
                <p:tags r:id="rId27"/>
              </p:custDataLst>
            </p:nvPr>
          </p:nvSpPr>
          <p:spPr bwMode="auto">
            <a:xfrm>
              <a:off x="9496425" y="4206875"/>
              <a:ext cx="79375" cy="84138"/>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25" name="Oval 29"/>
            <p:cNvSpPr>
              <a:spLocks noChangeArrowheads="1"/>
            </p:cNvSpPr>
            <p:nvPr>
              <p:custDataLst>
                <p:tags r:id="rId28"/>
              </p:custDataLst>
            </p:nvPr>
          </p:nvSpPr>
          <p:spPr bwMode="auto">
            <a:xfrm>
              <a:off x="10896600" y="4011613"/>
              <a:ext cx="79375" cy="82550"/>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26" name="Oval 30"/>
            <p:cNvSpPr>
              <a:spLocks noChangeArrowheads="1"/>
            </p:cNvSpPr>
            <p:nvPr>
              <p:custDataLst>
                <p:tags r:id="rId29"/>
              </p:custDataLst>
            </p:nvPr>
          </p:nvSpPr>
          <p:spPr bwMode="auto">
            <a:xfrm>
              <a:off x="11049000" y="4762500"/>
              <a:ext cx="79375" cy="85725"/>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27" name="Oval 31"/>
            <p:cNvSpPr>
              <a:spLocks noChangeArrowheads="1"/>
            </p:cNvSpPr>
            <p:nvPr>
              <p:custDataLst>
                <p:tags r:id="rId30"/>
              </p:custDataLst>
            </p:nvPr>
          </p:nvSpPr>
          <p:spPr bwMode="auto">
            <a:xfrm>
              <a:off x="5795963" y="2409825"/>
              <a:ext cx="79375" cy="84138"/>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28" name="Oval 32"/>
            <p:cNvSpPr>
              <a:spLocks noChangeArrowheads="1"/>
            </p:cNvSpPr>
            <p:nvPr>
              <p:custDataLst>
                <p:tags r:id="rId31"/>
              </p:custDataLst>
            </p:nvPr>
          </p:nvSpPr>
          <p:spPr bwMode="auto">
            <a:xfrm>
              <a:off x="6507163" y="6224588"/>
              <a:ext cx="1831975" cy="109538"/>
            </a:xfrm>
            <a:prstGeom prst="ellipse">
              <a:avLst/>
            </a:prstGeom>
            <a:solidFill>
              <a:schemeClr val="tx2">
                <a:alpha val="70000"/>
              </a:schemeClr>
            </a:solidFill>
            <a:ln>
              <a:noFill/>
            </a:ln>
          </p:spPr>
          <p:txBody>
            <a:bodyPr vert="horz" wrap="square" lIns="91440" tIns="45720" rIns="91440" bIns="45720" numCol="1" anchor="t" anchorCtr="0" compatLnSpc="1"/>
            <a:lstStyle/>
            <a:p>
              <a:endParaRPr lang="zh-CN" altLang="en-US"/>
            </a:p>
          </p:txBody>
        </p:sp>
        <p:sp>
          <p:nvSpPr>
            <p:cNvPr id="29" name="Oval 33"/>
            <p:cNvSpPr>
              <a:spLocks noChangeArrowheads="1"/>
            </p:cNvSpPr>
            <p:nvPr>
              <p:custDataLst>
                <p:tags r:id="rId32"/>
              </p:custDataLst>
            </p:nvPr>
          </p:nvSpPr>
          <p:spPr bwMode="auto">
            <a:xfrm>
              <a:off x="9201150" y="6210300"/>
              <a:ext cx="1831975" cy="111125"/>
            </a:xfrm>
            <a:prstGeom prst="ellipse">
              <a:avLst/>
            </a:prstGeom>
            <a:solidFill>
              <a:schemeClr val="tx2">
                <a:alpha val="70000"/>
              </a:schemeClr>
            </a:solidFill>
            <a:ln>
              <a:noFill/>
            </a:ln>
          </p:spPr>
          <p:txBody>
            <a:bodyPr vert="horz" wrap="square" lIns="91440" tIns="45720" rIns="91440" bIns="45720" numCol="1" anchor="t" anchorCtr="0" compatLnSpc="1"/>
            <a:lstStyle/>
            <a:p>
              <a:endParaRPr lang="zh-CN" altLang="en-US"/>
            </a:p>
          </p:txBody>
        </p:sp>
        <p:sp>
          <p:nvSpPr>
            <p:cNvPr id="30" name="Freeform 34"/>
            <p:cNvSpPr/>
            <p:nvPr>
              <p:custDataLst>
                <p:tags r:id="rId33"/>
              </p:custDataLst>
            </p:nvPr>
          </p:nvSpPr>
          <p:spPr bwMode="auto">
            <a:xfrm>
              <a:off x="5875338" y="6007100"/>
              <a:ext cx="92075" cy="146050"/>
            </a:xfrm>
            <a:custGeom>
              <a:avLst/>
              <a:gdLst>
                <a:gd name="T0" fmla="*/ 44 w 48"/>
                <a:gd name="T1" fmla="*/ 77 h 77"/>
                <a:gd name="T2" fmla="*/ 7 w 48"/>
                <a:gd name="T3" fmla="*/ 0 h 77"/>
                <a:gd name="T4" fmla="*/ 44 w 48"/>
                <a:gd name="T5" fmla="*/ 77 h 77"/>
              </a:gdLst>
              <a:ahLst/>
              <a:cxnLst>
                <a:cxn ang="0">
                  <a:pos x="T0" y="T1"/>
                </a:cxn>
                <a:cxn ang="0">
                  <a:pos x="T2" y="T3"/>
                </a:cxn>
                <a:cxn ang="0">
                  <a:pos x="T4" y="T5"/>
                </a:cxn>
              </a:cxnLst>
              <a:rect l="0" t="0" r="r" b="b"/>
              <a:pathLst>
                <a:path w="48" h="77">
                  <a:moveTo>
                    <a:pt x="44" y="77"/>
                  </a:moveTo>
                  <a:cubicBezTo>
                    <a:pt x="44" y="77"/>
                    <a:pt x="0" y="64"/>
                    <a:pt x="7" y="0"/>
                  </a:cubicBezTo>
                  <a:cubicBezTo>
                    <a:pt x="7" y="0"/>
                    <a:pt x="48" y="21"/>
                    <a:pt x="44" y="7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35"/>
            <p:cNvSpPr/>
            <p:nvPr>
              <p:custDataLst>
                <p:tags r:id="rId34"/>
              </p:custDataLst>
            </p:nvPr>
          </p:nvSpPr>
          <p:spPr bwMode="auto">
            <a:xfrm>
              <a:off x="5951538" y="6008688"/>
              <a:ext cx="92075" cy="144463"/>
            </a:xfrm>
            <a:custGeom>
              <a:avLst/>
              <a:gdLst>
                <a:gd name="T0" fmla="*/ 4 w 48"/>
                <a:gd name="T1" fmla="*/ 76 h 76"/>
                <a:gd name="T2" fmla="*/ 42 w 48"/>
                <a:gd name="T3" fmla="*/ 0 h 76"/>
                <a:gd name="T4" fmla="*/ 4 w 48"/>
                <a:gd name="T5" fmla="*/ 76 h 76"/>
              </a:gdLst>
              <a:ahLst/>
              <a:cxnLst>
                <a:cxn ang="0">
                  <a:pos x="T0" y="T1"/>
                </a:cxn>
                <a:cxn ang="0">
                  <a:pos x="T2" y="T3"/>
                </a:cxn>
                <a:cxn ang="0">
                  <a:pos x="T4" y="T5"/>
                </a:cxn>
              </a:cxnLst>
              <a:rect l="0" t="0" r="r" b="b"/>
              <a:pathLst>
                <a:path w="48" h="76">
                  <a:moveTo>
                    <a:pt x="4" y="76"/>
                  </a:moveTo>
                  <a:cubicBezTo>
                    <a:pt x="4" y="76"/>
                    <a:pt x="48" y="64"/>
                    <a:pt x="42" y="0"/>
                  </a:cubicBezTo>
                  <a:cubicBezTo>
                    <a:pt x="42" y="0"/>
                    <a:pt x="0" y="20"/>
                    <a:pt x="4" y="7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49" name="Freeform 36"/>
            <p:cNvSpPr/>
            <p:nvPr>
              <p:custDataLst>
                <p:tags r:id="rId35"/>
              </p:custDataLst>
            </p:nvPr>
          </p:nvSpPr>
          <p:spPr bwMode="auto">
            <a:xfrm>
              <a:off x="5903913" y="5932488"/>
              <a:ext cx="117475" cy="163513"/>
            </a:xfrm>
            <a:custGeom>
              <a:avLst/>
              <a:gdLst>
                <a:gd name="T0" fmla="*/ 28 w 61"/>
                <a:gd name="T1" fmla="*/ 86 h 86"/>
                <a:gd name="T2" fmla="*/ 27 w 61"/>
                <a:gd name="T3" fmla="*/ 0 h 86"/>
                <a:gd name="T4" fmla="*/ 28 w 61"/>
                <a:gd name="T5" fmla="*/ 86 h 86"/>
              </a:gdLst>
              <a:ahLst/>
              <a:cxnLst>
                <a:cxn ang="0">
                  <a:pos x="T0" y="T1"/>
                </a:cxn>
                <a:cxn ang="0">
                  <a:pos x="T2" y="T3"/>
                </a:cxn>
                <a:cxn ang="0">
                  <a:pos x="T4" y="T5"/>
                </a:cxn>
              </a:cxnLst>
              <a:rect l="0" t="0" r="r" b="b"/>
              <a:pathLst>
                <a:path w="61" h="86">
                  <a:moveTo>
                    <a:pt x="28" y="86"/>
                  </a:moveTo>
                  <a:cubicBezTo>
                    <a:pt x="28" y="86"/>
                    <a:pt x="61" y="54"/>
                    <a:pt x="27" y="0"/>
                  </a:cubicBezTo>
                  <a:cubicBezTo>
                    <a:pt x="27" y="0"/>
                    <a:pt x="0" y="40"/>
                    <a:pt x="28" y="8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53" name="Freeform 37"/>
            <p:cNvSpPr/>
            <p:nvPr>
              <p:custDataLst>
                <p:tags r:id="rId36"/>
              </p:custDataLst>
            </p:nvPr>
          </p:nvSpPr>
          <p:spPr bwMode="auto">
            <a:xfrm>
              <a:off x="6651625" y="6453188"/>
              <a:ext cx="74613" cy="117475"/>
            </a:xfrm>
            <a:custGeom>
              <a:avLst/>
              <a:gdLst>
                <a:gd name="T0" fmla="*/ 35 w 39"/>
                <a:gd name="T1" fmla="*/ 62 h 62"/>
                <a:gd name="T2" fmla="*/ 5 w 39"/>
                <a:gd name="T3" fmla="*/ 0 h 62"/>
                <a:gd name="T4" fmla="*/ 35 w 39"/>
                <a:gd name="T5" fmla="*/ 62 h 62"/>
              </a:gdLst>
              <a:ahLst/>
              <a:cxnLst>
                <a:cxn ang="0">
                  <a:pos x="T0" y="T1"/>
                </a:cxn>
                <a:cxn ang="0">
                  <a:pos x="T2" y="T3"/>
                </a:cxn>
                <a:cxn ang="0">
                  <a:pos x="T4" y="T5"/>
                </a:cxn>
              </a:cxnLst>
              <a:rect l="0" t="0" r="r" b="b"/>
              <a:pathLst>
                <a:path w="39" h="62">
                  <a:moveTo>
                    <a:pt x="35" y="62"/>
                  </a:moveTo>
                  <a:cubicBezTo>
                    <a:pt x="35" y="62"/>
                    <a:pt x="0" y="52"/>
                    <a:pt x="5" y="0"/>
                  </a:cubicBezTo>
                  <a:cubicBezTo>
                    <a:pt x="5" y="0"/>
                    <a:pt x="39" y="17"/>
                    <a:pt x="35" y="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91" name="Freeform 38"/>
            <p:cNvSpPr/>
            <p:nvPr>
              <p:custDataLst>
                <p:tags r:id="rId37"/>
              </p:custDataLst>
            </p:nvPr>
          </p:nvSpPr>
          <p:spPr bwMode="auto">
            <a:xfrm>
              <a:off x="6711950" y="6454775"/>
              <a:ext cx="73025" cy="115888"/>
            </a:xfrm>
            <a:custGeom>
              <a:avLst/>
              <a:gdLst>
                <a:gd name="T0" fmla="*/ 3 w 38"/>
                <a:gd name="T1" fmla="*/ 61 h 61"/>
                <a:gd name="T2" fmla="*/ 34 w 38"/>
                <a:gd name="T3" fmla="*/ 0 h 61"/>
                <a:gd name="T4" fmla="*/ 3 w 38"/>
                <a:gd name="T5" fmla="*/ 61 h 61"/>
              </a:gdLst>
              <a:ahLst/>
              <a:cxnLst>
                <a:cxn ang="0">
                  <a:pos x="T0" y="T1"/>
                </a:cxn>
                <a:cxn ang="0">
                  <a:pos x="T2" y="T3"/>
                </a:cxn>
                <a:cxn ang="0">
                  <a:pos x="T4" y="T5"/>
                </a:cxn>
              </a:cxnLst>
              <a:rect l="0" t="0" r="r" b="b"/>
              <a:pathLst>
                <a:path w="38" h="61">
                  <a:moveTo>
                    <a:pt x="3" y="61"/>
                  </a:moveTo>
                  <a:cubicBezTo>
                    <a:pt x="3" y="61"/>
                    <a:pt x="38" y="52"/>
                    <a:pt x="34" y="0"/>
                  </a:cubicBezTo>
                  <a:cubicBezTo>
                    <a:pt x="34" y="0"/>
                    <a:pt x="0" y="16"/>
                    <a:pt x="3" y="6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92" name="Freeform 39"/>
            <p:cNvSpPr/>
            <p:nvPr>
              <p:custDataLst>
                <p:tags r:id="rId38"/>
              </p:custDataLst>
            </p:nvPr>
          </p:nvSpPr>
          <p:spPr bwMode="auto">
            <a:xfrm>
              <a:off x="6672263" y="6394450"/>
              <a:ext cx="95250" cy="130175"/>
            </a:xfrm>
            <a:custGeom>
              <a:avLst/>
              <a:gdLst>
                <a:gd name="T0" fmla="*/ 24 w 50"/>
                <a:gd name="T1" fmla="*/ 69 h 69"/>
                <a:gd name="T2" fmla="*/ 22 w 50"/>
                <a:gd name="T3" fmla="*/ 0 h 69"/>
                <a:gd name="T4" fmla="*/ 24 w 50"/>
                <a:gd name="T5" fmla="*/ 69 h 69"/>
              </a:gdLst>
              <a:ahLst/>
              <a:cxnLst>
                <a:cxn ang="0">
                  <a:pos x="T0" y="T1"/>
                </a:cxn>
                <a:cxn ang="0">
                  <a:pos x="T2" y="T3"/>
                </a:cxn>
                <a:cxn ang="0">
                  <a:pos x="T4" y="T5"/>
                </a:cxn>
              </a:cxnLst>
              <a:rect l="0" t="0" r="r" b="b"/>
              <a:pathLst>
                <a:path w="50" h="69">
                  <a:moveTo>
                    <a:pt x="24" y="69"/>
                  </a:moveTo>
                  <a:cubicBezTo>
                    <a:pt x="24" y="69"/>
                    <a:pt x="50" y="43"/>
                    <a:pt x="22" y="0"/>
                  </a:cubicBezTo>
                  <a:cubicBezTo>
                    <a:pt x="22" y="0"/>
                    <a:pt x="0" y="32"/>
                    <a:pt x="24" y="6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93" name="Freeform 40"/>
            <p:cNvSpPr/>
            <p:nvPr>
              <p:custDataLst>
                <p:tags r:id="rId39"/>
              </p:custDataLst>
            </p:nvPr>
          </p:nvSpPr>
          <p:spPr bwMode="auto">
            <a:xfrm>
              <a:off x="9780588" y="6389688"/>
              <a:ext cx="73025" cy="117475"/>
            </a:xfrm>
            <a:custGeom>
              <a:avLst/>
              <a:gdLst>
                <a:gd name="T0" fmla="*/ 35 w 39"/>
                <a:gd name="T1" fmla="*/ 62 h 62"/>
                <a:gd name="T2" fmla="*/ 5 w 39"/>
                <a:gd name="T3" fmla="*/ 0 h 62"/>
                <a:gd name="T4" fmla="*/ 35 w 39"/>
                <a:gd name="T5" fmla="*/ 62 h 62"/>
              </a:gdLst>
              <a:ahLst/>
              <a:cxnLst>
                <a:cxn ang="0">
                  <a:pos x="T0" y="T1"/>
                </a:cxn>
                <a:cxn ang="0">
                  <a:pos x="T2" y="T3"/>
                </a:cxn>
                <a:cxn ang="0">
                  <a:pos x="T4" y="T5"/>
                </a:cxn>
              </a:cxnLst>
              <a:rect l="0" t="0" r="r" b="b"/>
              <a:pathLst>
                <a:path w="39" h="62">
                  <a:moveTo>
                    <a:pt x="35" y="62"/>
                  </a:moveTo>
                  <a:cubicBezTo>
                    <a:pt x="35" y="62"/>
                    <a:pt x="0" y="52"/>
                    <a:pt x="5" y="0"/>
                  </a:cubicBezTo>
                  <a:cubicBezTo>
                    <a:pt x="5" y="0"/>
                    <a:pt x="39" y="17"/>
                    <a:pt x="35" y="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94" name="Freeform 41"/>
            <p:cNvSpPr/>
            <p:nvPr>
              <p:custDataLst>
                <p:tags r:id="rId40"/>
              </p:custDataLst>
            </p:nvPr>
          </p:nvSpPr>
          <p:spPr bwMode="auto">
            <a:xfrm>
              <a:off x="9840913" y="6389688"/>
              <a:ext cx="74613" cy="117475"/>
            </a:xfrm>
            <a:custGeom>
              <a:avLst/>
              <a:gdLst>
                <a:gd name="T0" fmla="*/ 3 w 39"/>
                <a:gd name="T1" fmla="*/ 62 h 62"/>
                <a:gd name="T2" fmla="*/ 34 w 39"/>
                <a:gd name="T3" fmla="*/ 0 h 62"/>
                <a:gd name="T4" fmla="*/ 3 w 39"/>
                <a:gd name="T5" fmla="*/ 62 h 62"/>
              </a:gdLst>
              <a:ahLst/>
              <a:cxnLst>
                <a:cxn ang="0">
                  <a:pos x="T0" y="T1"/>
                </a:cxn>
                <a:cxn ang="0">
                  <a:pos x="T2" y="T3"/>
                </a:cxn>
                <a:cxn ang="0">
                  <a:pos x="T4" y="T5"/>
                </a:cxn>
              </a:cxnLst>
              <a:rect l="0" t="0" r="r" b="b"/>
              <a:pathLst>
                <a:path w="39" h="62">
                  <a:moveTo>
                    <a:pt x="3" y="62"/>
                  </a:moveTo>
                  <a:cubicBezTo>
                    <a:pt x="3" y="62"/>
                    <a:pt x="39" y="52"/>
                    <a:pt x="34" y="0"/>
                  </a:cubicBezTo>
                  <a:cubicBezTo>
                    <a:pt x="34" y="0"/>
                    <a:pt x="0" y="17"/>
                    <a:pt x="3" y="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95" name="Freeform 42"/>
            <p:cNvSpPr/>
            <p:nvPr>
              <p:custDataLst>
                <p:tags r:id="rId41"/>
              </p:custDataLst>
            </p:nvPr>
          </p:nvSpPr>
          <p:spPr bwMode="auto">
            <a:xfrm>
              <a:off x="9802813" y="6330950"/>
              <a:ext cx="95250" cy="131763"/>
            </a:xfrm>
            <a:custGeom>
              <a:avLst/>
              <a:gdLst>
                <a:gd name="T0" fmla="*/ 23 w 50"/>
                <a:gd name="T1" fmla="*/ 69 h 69"/>
                <a:gd name="T2" fmla="*/ 22 w 50"/>
                <a:gd name="T3" fmla="*/ 0 h 69"/>
                <a:gd name="T4" fmla="*/ 23 w 50"/>
                <a:gd name="T5" fmla="*/ 69 h 69"/>
              </a:gdLst>
              <a:ahLst/>
              <a:cxnLst>
                <a:cxn ang="0">
                  <a:pos x="T0" y="T1"/>
                </a:cxn>
                <a:cxn ang="0">
                  <a:pos x="T2" y="T3"/>
                </a:cxn>
                <a:cxn ang="0">
                  <a:pos x="T4" y="T5"/>
                </a:cxn>
              </a:cxnLst>
              <a:rect l="0" t="0" r="r" b="b"/>
              <a:pathLst>
                <a:path w="50" h="69">
                  <a:moveTo>
                    <a:pt x="23" y="69"/>
                  </a:moveTo>
                  <a:cubicBezTo>
                    <a:pt x="23" y="69"/>
                    <a:pt x="50" y="43"/>
                    <a:pt x="22" y="0"/>
                  </a:cubicBezTo>
                  <a:cubicBezTo>
                    <a:pt x="22" y="0"/>
                    <a:pt x="0" y="32"/>
                    <a:pt x="23" y="6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96" name="Freeform 43"/>
            <p:cNvSpPr/>
            <p:nvPr>
              <p:custDataLst>
                <p:tags r:id="rId42"/>
              </p:custDataLst>
            </p:nvPr>
          </p:nvSpPr>
          <p:spPr bwMode="auto">
            <a:xfrm>
              <a:off x="8364538" y="6008688"/>
              <a:ext cx="87313" cy="138113"/>
            </a:xfrm>
            <a:custGeom>
              <a:avLst/>
              <a:gdLst>
                <a:gd name="T0" fmla="*/ 41 w 46"/>
                <a:gd name="T1" fmla="*/ 72 h 72"/>
                <a:gd name="T2" fmla="*/ 6 w 46"/>
                <a:gd name="T3" fmla="*/ 0 h 72"/>
                <a:gd name="T4" fmla="*/ 41 w 46"/>
                <a:gd name="T5" fmla="*/ 72 h 72"/>
              </a:gdLst>
              <a:ahLst/>
              <a:cxnLst>
                <a:cxn ang="0">
                  <a:pos x="T0" y="T1"/>
                </a:cxn>
                <a:cxn ang="0">
                  <a:pos x="T2" y="T3"/>
                </a:cxn>
                <a:cxn ang="0">
                  <a:pos x="T4" y="T5"/>
                </a:cxn>
              </a:cxnLst>
              <a:rect l="0" t="0" r="r" b="b"/>
              <a:pathLst>
                <a:path w="46" h="72">
                  <a:moveTo>
                    <a:pt x="41" y="72"/>
                  </a:moveTo>
                  <a:cubicBezTo>
                    <a:pt x="41" y="72"/>
                    <a:pt x="0" y="61"/>
                    <a:pt x="6" y="0"/>
                  </a:cubicBezTo>
                  <a:cubicBezTo>
                    <a:pt x="6" y="0"/>
                    <a:pt x="46" y="20"/>
                    <a:pt x="41" y="7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98" name="Freeform 44"/>
            <p:cNvSpPr/>
            <p:nvPr>
              <p:custDataLst>
                <p:tags r:id="rId43"/>
              </p:custDataLst>
            </p:nvPr>
          </p:nvSpPr>
          <p:spPr bwMode="auto">
            <a:xfrm>
              <a:off x="8434388" y="6011863"/>
              <a:ext cx="88900" cy="134938"/>
            </a:xfrm>
            <a:custGeom>
              <a:avLst/>
              <a:gdLst>
                <a:gd name="T0" fmla="*/ 4 w 46"/>
                <a:gd name="T1" fmla="*/ 71 h 71"/>
                <a:gd name="T2" fmla="*/ 40 w 46"/>
                <a:gd name="T3" fmla="*/ 0 h 71"/>
                <a:gd name="T4" fmla="*/ 4 w 46"/>
                <a:gd name="T5" fmla="*/ 71 h 71"/>
              </a:gdLst>
              <a:ahLst/>
              <a:cxnLst>
                <a:cxn ang="0">
                  <a:pos x="T0" y="T1"/>
                </a:cxn>
                <a:cxn ang="0">
                  <a:pos x="T2" y="T3"/>
                </a:cxn>
                <a:cxn ang="0">
                  <a:pos x="T4" y="T5"/>
                </a:cxn>
              </a:cxnLst>
              <a:rect l="0" t="0" r="r" b="b"/>
              <a:pathLst>
                <a:path w="46" h="71">
                  <a:moveTo>
                    <a:pt x="4" y="71"/>
                  </a:moveTo>
                  <a:cubicBezTo>
                    <a:pt x="4" y="71"/>
                    <a:pt x="46" y="60"/>
                    <a:pt x="40" y="0"/>
                  </a:cubicBezTo>
                  <a:cubicBezTo>
                    <a:pt x="40" y="0"/>
                    <a:pt x="0" y="19"/>
                    <a:pt x="4" y="7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99" name="Freeform 45"/>
            <p:cNvSpPr/>
            <p:nvPr>
              <p:custDataLst>
                <p:tags r:id="rId44"/>
              </p:custDataLst>
            </p:nvPr>
          </p:nvSpPr>
          <p:spPr bwMode="auto">
            <a:xfrm>
              <a:off x="8391525" y="5940425"/>
              <a:ext cx="109538" cy="153988"/>
            </a:xfrm>
            <a:custGeom>
              <a:avLst/>
              <a:gdLst>
                <a:gd name="T0" fmla="*/ 27 w 58"/>
                <a:gd name="T1" fmla="*/ 81 h 81"/>
                <a:gd name="T2" fmla="*/ 26 w 58"/>
                <a:gd name="T3" fmla="*/ 0 h 81"/>
                <a:gd name="T4" fmla="*/ 27 w 58"/>
                <a:gd name="T5" fmla="*/ 81 h 81"/>
              </a:gdLst>
              <a:ahLst/>
              <a:cxnLst>
                <a:cxn ang="0">
                  <a:pos x="T0" y="T1"/>
                </a:cxn>
                <a:cxn ang="0">
                  <a:pos x="T2" y="T3"/>
                </a:cxn>
                <a:cxn ang="0">
                  <a:pos x="T4" y="T5"/>
                </a:cxn>
              </a:cxnLst>
              <a:rect l="0" t="0" r="r" b="b"/>
              <a:pathLst>
                <a:path w="58" h="81">
                  <a:moveTo>
                    <a:pt x="27" y="81"/>
                  </a:moveTo>
                  <a:cubicBezTo>
                    <a:pt x="27" y="81"/>
                    <a:pt x="58" y="50"/>
                    <a:pt x="26" y="0"/>
                  </a:cubicBezTo>
                  <a:cubicBezTo>
                    <a:pt x="26" y="0"/>
                    <a:pt x="0" y="37"/>
                    <a:pt x="27" y="8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00" name="Freeform 46"/>
            <p:cNvSpPr/>
            <p:nvPr>
              <p:custDataLst>
                <p:tags r:id="rId45"/>
              </p:custDataLst>
            </p:nvPr>
          </p:nvSpPr>
          <p:spPr bwMode="auto">
            <a:xfrm>
              <a:off x="10642600" y="6045200"/>
              <a:ext cx="88900" cy="139700"/>
            </a:xfrm>
            <a:custGeom>
              <a:avLst/>
              <a:gdLst>
                <a:gd name="T0" fmla="*/ 41 w 46"/>
                <a:gd name="T1" fmla="*/ 73 h 73"/>
                <a:gd name="T2" fmla="*/ 6 w 46"/>
                <a:gd name="T3" fmla="*/ 0 h 73"/>
                <a:gd name="T4" fmla="*/ 41 w 46"/>
                <a:gd name="T5" fmla="*/ 73 h 73"/>
              </a:gdLst>
              <a:ahLst/>
              <a:cxnLst>
                <a:cxn ang="0">
                  <a:pos x="T0" y="T1"/>
                </a:cxn>
                <a:cxn ang="0">
                  <a:pos x="T2" y="T3"/>
                </a:cxn>
                <a:cxn ang="0">
                  <a:pos x="T4" y="T5"/>
                </a:cxn>
              </a:cxnLst>
              <a:rect l="0" t="0" r="r" b="b"/>
              <a:pathLst>
                <a:path w="46" h="73">
                  <a:moveTo>
                    <a:pt x="41" y="73"/>
                  </a:moveTo>
                  <a:cubicBezTo>
                    <a:pt x="41" y="73"/>
                    <a:pt x="0" y="61"/>
                    <a:pt x="6" y="0"/>
                  </a:cubicBezTo>
                  <a:cubicBezTo>
                    <a:pt x="6" y="0"/>
                    <a:pt x="46" y="20"/>
                    <a:pt x="41" y="7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01" name="Freeform 47"/>
            <p:cNvSpPr/>
            <p:nvPr>
              <p:custDataLst>
                <p:tags r:id="rId46"/>
              </p:custDataLst>
            </p:nvPr>
          </p:nvSpPr>
          <p:spPr bwMode="auto">
            <a:xfrm>
              <a:off x="10714038" y="6045200"/>
              <a:ext cx="87313" cy="139700"/>
            </a:xfrm>
            <a:custGeom>
              <a:avLst/>
              <a:gdLst>
                <a:gd name="T0" fmla="*/ 4 w 46"/>
                <a:gd name="T1" fmla="*/ 73 h 73"/>
                <a:gd name="T2" fmla="*/ 41 w 46"/>
                <a:gd name="T3" fmla="*/ 0 h 73"/>
                <a:gd name="T4" fmla="*/ 4 w 46"/>
                <a:gd name="T5" fmla="*/ 73 h 73"/>
              </a:gdLst>
              <a:ahLst/>
              <a:cxnLst>
                <a:cxn ang="0">
                  <a:pos x="T0" y="T1"/>
                </a:cxn>
                <a:cxn ang="0">
                  <a:pos x="T2" y="T3"/>
                </a:cxn>
                <a:cxn ang="0">
                  <a:pos x="T4" y="T5"/>
                </a:cxn>
              </a:cxnLst>
              <a:rect l="0" t="0" r="r" b="b"/>
              <a:pathLst>
                <a:path w="46" h="73">
                  <a:moveTo>
                    <a:pt x="4" y="73"/>
                  </a:moveTo>
                  <a:cubicBezTo>
                    <a:pt x="4" y="73"/>
                    <a:pt x="46" y="61"/>
                    <a:pt x="41" y="0"/>
                  </a:cubicBezTo>
                  <a:cubicBezTo>
                    <a:pt x="41" y="0"/>
                    <a:pt x="0" y="20"/>
                    <a:pt x="4" y="7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02" name="Freeform 48"/>
            <p:cNvSpPr/>
            <p:nvPr>
              <p:custDataLst>
                <p:tags r:id="rId47"/>
              </p:custDataLst>
            </p:nvPr>
          </p:nvSpPr>
          <p:spPr bwMode="auto">
            <a:xfrm>
              <a:off x="10668000" y="5975350"/>
              <a:ext cx="112713" cy="155575"/>
            </a:xfrm>
            <a:custGeom>
              <a:avLst/>
              <a:gdLst>
                <a:gd name="T0" fmla="*/ 28 w 59"/>
                <a:gd name="T1" fmla="*/ 82 h 82"/>
                <a:gd name="T2" fmla="*/ 27 w 59"/>
                <a:gd name="T3" fmla="*/ 0 h 82"/>
                <a:gd name="T4" fmla="*/ 28 w 59"/>
                <a:gd name="T5" fmla="*/ 82 h 82"/>
              </a:gdLst>
              <a:ahLst/>
              <a:cxnLst>
                <a:cxn ang="0">
                  <a:pos x="T0" y="T1"/>
                </a:cxn>
                <a:cxn ang="0">
                  <a:pos x="T2" y="T3"/>
                </a:cxn>
                <a:cxn ang="0">
                  <a:pos x="T4" y="T5"/>
                </a:cxn>
              </a:cxnLst>
              <a:rect l="0" t="0" r="r" b="b"/>
              <a:pathLst>
                <a:path w="59" h="82">
                  <a:moveTo>
                    <a:pt x="28" y="82"/>
                  </a:moveTo>
                  <a:cubicBezTo>
                    <a:pt x="28" y="82"/>
                    <a:pt x="59" y="51"/>
                    <a:pt x="27" y="0"/>
                  </a:cubicBezTo>
                  <a:cubicBezTo>
                    <a:pt x="27" y="0"/>
                    <a:pt x="0" y="37"/>
                    <a:pt x="28" y="8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03" name="Freeform 49"/>
            <p:cNvSpPr/>
            <p:nvPr>
              <p:custDataLst>
                <p:tags r:id="rId48"/>
              </p:custDataLst>
            </p:nvPr>
          </p:nvSpPr>
          <p:spPr bwMode="auto">
            <a:xfrm>
              <a:off x="6091238" y="1143000"/>
              <a:ext cx="4940300" cy="2841625"/>
            </a:xfrm>
            <a:custGeom>
              <a:avLst/>
              <a:gdLst>
                <a:gd name="T0" fmla="*/ 2551 w 2593"/>
                <a:gd name="T1" fmla="*/ 1493 h 1493"/>
                <a:gd name="T2" fmla="*/ 41 w 2593"/>
                <a:gd name="T3" fmla="*/ 1493 h 1493"/>
                <a:gd name="T4" fmla="*/ 0 w 2593"/>
                <a:gd name="T5" fmla="*/ 1451 h 1493"/>
                <a:gd name="T6" fmla="*/ 0 w 2593"/>
                <a:gd name="T7" fmla="*/ 41 h 1493"/>
                <a:gd name="T8" fmla="*/ 41 w 2593"/>
                <a:gd name="T9" fmla="*/ 0 h 1493"/>
                <a:gd name="T10" fmla="*/ 2551 w 2593"/>
                <a:gd name="T11" fmla="*/ 0 h 1493"/>
                <a:gd name="T12" fmla="*/ 2593 w 2593"/>
                <a:gd name="T13" fmla="*/ 41 h 1493"/>
                <a:gd name="T14" fmla="*/ 2593 w 2593"/>
                <a:gd name="T15" fmla="*/ 1451 h 1493"/>
                <a:gd name="T16" fmla="*/ 2551 w 2593"/>
                <a:gd name="T17" fmla="*/ 1493 h 1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93" h="1493">
                  <a:moveTo>
                    <a:pt x="2551" y="1493"/>
                  </a:moveTo>
                  <a:cubicBezTo>
                    <a:pt x="41" y="1493"/>
                    <a:pt x="41" y="1493"/>
                    <a:pt x="41" y="1493"/>
                  </a:cubicBezTo>
                  <a:cubicBezTo>
                    <a:pt x="19" y="1493"/>
                    <a:pt x="0" y="1474"/>
                    <a:pt x="0" y="1451"/>
                  </a:cubicBezTo>
                  <a:cubicBezTo>
                    <a:pt x="0" y="41"/>
                    <a:pt x="0" y="41"/>
                    <a:pt x="0" y="41"/>
                  </a:cubicBezTo>
                  <a:cubicBezTo>
                    <a:pt x="0" y="18"/>
                    <a:pt x="19" y="0"/>
                    <a:pt x="41" y="0"/>
                  </a:cubicBezTo>
                  <a:cubicBezTo>
                    <a:pt x="2551" y="0"/>
                    <a:pt x="2551" y="0"/>
                    <a:pt x="2551" y="0"/>
                  </a:cubicBezTo>
                  <a:cubicBezTo>
                    <a:pt x="2574" y="0"/>
                    <a:pt x="2593" y="18"/>
                    <a:pt x="2593" y="41"/>
                  </a:cubicBezTo>
                  <a:cubicBezTo>
                    <a:pt x="2593" y="1451"/>
                    <a:pt x="2593" y="1451"/>
                    <a:pt x="2593" y="1451"/>
                  </a:cubicBezTo>
                  <a:cubicBezTo>
                    <a:pt x="2593" y="1474"/>
                    <a:pt x="2574" y="1493"/>
                    <a:pt x="2551" y="1493"/>
                  </a:cubicBezTo>
                  <a:close/>
                </a:path>
              </a:pathLst>
            </a:custGeom>
            <a:solidFill>
              <a:srgbClr val="FADD7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04" name="Freeform 50"/>
            <p:cNvSpPr/>
            <p:nvPr>
              <p:custDataLst>
                <p:tags r:id="rId49"/>
              </p:custDataLst>
            </p:nvPr>
          </p:nvSpPr>
          <p:spPr bwMode="auto">
            <a:xfrm>
              <a:off x="6091238" y="1409700"/>
              <a:ext cx="1646238" cy="2574925"/>
            </a:xfrm>
            <a:custGeom>
              <a:avLst/>
              <a:gdLst>
                <a:gd name="T0" fmla="*/ 864 w 864"/>
                <a:gd name="T1" fmla="*/ 1353 h 1353"/>
                <a:gd name="T2" fmla="*/ 24 w 864"/>
                <a:gd name="T3" fmla="*/ 1353 h 1353"/>
                <a:gd name="T4" fmla="*/ 0 w 864"/>
                <a:gd name="T5" fmla="*/ 1329 h 1353"/>
                <a:gd name="T6" fmla="*/ 0 w 864"/>
                <a:gd name="T7" fmla="*/ 0 h 1353"/>
                <a:gd name="T8" fmla="*/ 864 w 864"/>
                <a:gd name="T9" fmla="*/ 0 h 1353"/>
                <a:gd name="T10" fmla="*/ 864 w 864"/>
                <a:gd name="T11" fmla="*/ 1353 h 1353"/>
              </a:gdLst>
              <a:ahLst/>
              <a:cxnLst>
                <a:cxn ang="0">
                  <a:pos x="T0" y="T1"/>
                </a:cxn>
                <a:cxn ang="0">
                  <a:pos x="T2" y="T3"/>
                </a:cxn>
                <a:cxn ang="0">
                  <a:pos x="T4" y="T5"/>
                </a:cxn>
                <a:cxn ang="0">
                  <a:pos x="T6" y="T7"/>
                </a:cxn>
                <a:cxn ang="0">
                  <a:pos x="T8" y="T9"/>
                </a:cxn>
                <a:cxn ang="0">
                  <a:pos x="T10" y="T11"/>
                </a:cxn>
              </a:cxnLst>
              <a:rect l="0" t="0" r="r" b="b"/>
              <a:pathLst>
                <a:path w="864" h="1353">
                  <a:moveTo>
                    <a:pt x="864" y="1353"/>
                  </a:moveTo>
                  <a:cubicBezTo>
                    <a:pt x="24" y="1353"/>
                    <a:pt x="24" y="1353"/>
                    <a:pt x="24" y="1353"/>
                  </a:cubicBezTo>
                  <a:cubicBezTo>
                    <a:pt x="11" y="1353"/>
                    <a:pt x="0" y="1342"/>
                    <a:pt x="0" y="1329"/>
                  </a:cubicBezTo>
                  <a:cubicBezTo>
                    <a:pt x="0" y="0"/>
                    <a:pt x="0" y="0"/>
                    <a:pt x="0" y="0"/>
                  </a:cubicBezTo>
                  <a:cubicBezTo>
                    <a:pt x="864" y="0"/>
                    <a:pt x="864" y="0"/>
                    <a:pt x="864" y="0"/>
                  </a:cubicBezTo>
                  <a:lnTo>
                    <a:pt x="864" y="135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05" name="Freeform 51"/>
            <p:cNvSpPr/>
            <p:nvPr>
              <p:custDataLst>
                <p:tags r:id="rId50"/>
              </p:custDataLst>
            </p:nvPr>
          </p:nvSpPr>
          <p:spPr bwMode="auto">
            <a:xfrm>
              <a:off x="9383713" y="1409700"/>
              <a:ext cx="1647825" cy="2574925"/>
            </a:xfrm>
            <a:custGeom>
              <a:avLst/>
              <a:gdLst>
                <a:gd name="T0" fmla="*/ 825 w 865"/>
                <a:gd name="T1" fmla="*/ 1353 h 1353"/>
                <a:gd name="T2" fmla="*/ 0 w 865"/>
                <a:gd name="T3" fmla="*/ 1353 h 1353"/>
                <a:gd name="T4" fmla="*/ 0 w 865"/>
                <a:gd name="T5" fmla="*/ 0 h 1353"/>
                <a:gd name="T6" fmla="*/ 865 w 865"/>
                <a:gd name="T7" fmla="*/ 0 h 1353"/>
                <a:gd name="T8" fmla="*/ 865 w 865"/>
                <a:gd name="T9" fmla="*/ 1313 h 1353"/>
                <a:gd name="T10" fmla="*/ 825 w 865"/>
                <a:gd name="T11" fmla="*/ 1353 h 1353"/>
              </a:gdLst>
              <a:ahLst/>
              <a:cxnLst>
                <a:cxn ang="0">
                  <a:pos x="T0" y="T1"/>
                </a:cxn>
                <a:cxn ang="0">
                  <a:pos x="T2" y="T3"/>
                </a:cxn>
                <a:cxn ang="0">
                  <a:pos x="T4" y="T5"/>
                </a:cxn>
                <a:cxn ang="0">
                  <a:pos x="T6" y="T7"/>
                </a:cxn>
                <a:cxn ang="0">
                  <a:pos x="T8" y="T9"/>
                </a:cxn>
                <a:cxn ang="0">
                  <a:pos x="T10" y="T11"/>
                </a:cxn>
              </a:cxnLst>
              <a:rect l="0" t="0" r="r" b="b"/>
              <a:pathLst>
                <a:path w="865" h="1353">
                  <a:moveTo>
                    <a:pt x="825" y="1353"/>
                  </a:moveTo>
                  <a:cubicBezTo>
                    <a:pt x="0" y="1353"/>
                    <a:pt x="0" y="1353"/>
                    <a:pt x="0" y="1353"/>
                  </a:cubicBezTo>
                  <a:cubicBezTo>
                    <a:pt x="0" y="0"/>
                    <a:pt x="0" y="0"/>
                    <a:pt x="0" y="0"/>
                  </a:cubicBezTo>
                  <a:cubicBezTo>
                    <a:pt x="865" y="0"/>
                    <a:pt x="865" y="0"/>
                    <a:pt x="865" y="0"/>
                  </a:cubicBezTo>
                  <a:cubicBezTo>
                    <a:pt x="865" y="1313"/>
                    <a:pt x="865" y="1313"/>
                    <a:pt x="865" y="1313"/>
                  </a:cubicBezTo>
                  <a:cubicBezTo>
                    <a:pt x="865" y="1335"/>
                    <a:pt x="847" y="1353"/>
                    <a:pt x="825" y="135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06" name="Freeform 52"/>
            <p:cNvSpPr/>
            <p:nvPr>
              <p:custDataLst>
                <p:tags r:id="rId51"/>
              </p:custDataLst>
            </p:nvPr>
          </p:nvSpPr>
          <p:spPr bwMode="auto">
            <a:xfrm>
              <a:off x="6081713" y="1136650"/>
              <a:ext cx="4954588" cy="273050"/>
            </a:xfrm>
            <a:custGeom>
              <a:avLst/>
              <a:gdLst>
                <a:gd name="T0" fmla="*/ 5 w 2600"/>
                <a:gd name="T1" fmla="*/ 143 h 143"/>
                <a:gd name="T2" fmla="*/ 2598 w 2600"/>
                <a:gd name="T3" fmla="*/ 143 h 143"/>
                <a:gd name="T4" fmla="*/ 2598 w 2600"/>
                <a:gd name="T5" fmla="*/ 93 h 143"/>
                <a:gd name="T6" fmla="*/ 2569 w 2600"/>
                <a:gd name="T7" fmla="*/ 27 h 143"/>
                <a:gd name="T8" fmla="*/ 2504 w 2600"/>
                <a:gd name="T9" fmla="*/ 3 h 143"/>
                <a:gd name="T10" fmla="*/ 103 w 2600"/>
                <a:gd name="T11" fmla="*/ 3 h 143"/>
                <a:gd name="T12" fmla="*/ 34 w 2600"/>
                <a:gd name="T13" fmla="*/ 29 h 143"/>
                <a:gd name="T14" fmla="*/ 5 w 2600"/>
                <a:gd name="T15" fmla="*/ 104 h 143"/>
                <a:gd name="T16" fmla="*/ 5 w 2600"/>
                <a:gd name="T17" fmla="*/ 14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00" h="143">
                  <a:moveTo>
                    <a:pt x="5" y="143"/>
                  </a:moveTo>
                  <a:cubicBezTo>
                    <a:pt x="2598" y="143"/>
                    <a:pt x="2598" y="143"/>
                    <a:pt x="2598" y="143"/>
                  </a:cubicBezTo>
                  <a:cubicBezTo>
                    <a:pt x="2598" y="93"/>
                    <a:pt x="2598" y="93"/>
                    <a:pt x="2598" y="93"/>
                  </a:cubicBezTo>
                  <a:cubicBezTo>
                    <a:pt x="2598" y="93"/>
                    <a:pt x="2600" y="52"/>
                    <a:pt x="2569" y="27"/>
                  </a:cubicBezTo>
                  <a:cubicBezTo>
                    <a:pt x="2538" y="3"/>
                    <a:pt x="2511" y="3"/>
                    <a:pt x="2504" y="3"/>
                  </a:cubicBezTo>
                  <a:cubicBezTo>
                    <a:pt x="2498" y="3"/>
                    <a:pt x="103" y="3"/>
                    <a:pt x="103" y="3"/>
                  </a:cubicBezTo>
                  <a:cubicBezTo>
                    <a:pt x="103" y="3"/>
                    <a:pt x="68" y="0"/>
                    <a:pt x="34" y="29"/>
                  </a:cubicBezTo>
                  <a:cubicBezTo>
                    <a:pt x="0" y="58"/>
                    <a:pt x="5" y="104"/>
                    <a:pt x="5" y="104"/>
                  </a:cubicBezTo>
                  <a:lnTo>
                    <a:pt x="5" y="143"/>
                  </a:lnTo>
                  <a:close/>
                </a:path>
              </a:pathLst>
            </a:custGeom>
            <a:solidFill>
              <a:srgbClr val="34525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07" name="Oval 53"/>
            <p:cNvSpPr>
              <a:spLocks noChangeArrowheads="1"/>
            </p:cNvSpPr>
            <p:nvPr>
              <p:custDataLst>
                <p:tags r:id="rId52"/>
              </p:custDataLst>
            </p:nvPr>
          </p:nvSpPr>
          <p:spPr bwMode="auto">
            <a:xfrm>
              <a:off x="6324600" y="1230313"/>
              <a:ext cx="98425" cy="92075"/>
            </a:xfrm>
            <a:prstGeom prst="ellipse">
              <a:avLst/>
            </a:pr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08" name="Oval 54"/>
            <p:cNvSpPr>
              <a:spLocks noChangeArrowheads="1"/>
            </p:cNvSpPr>
            <p:nvPr>
              <p:custDataLst>
                <p:tags r:id="rId53"/>
              </p:custDataLst>
            </p:nvPr>
          </p:nvSpPr>
          <p:spPr bwMode="auto">
            <a:xfrm>
              <a:off x="6607175" y="1230313"/>
              <a:ext cx="101600" cy="92075"/>
            </a:xfrm>
            <a:prstGeom prst="ellipse">
              <a:avLst/>
            </a:prstGeom>
            <a:solidFill>
              <a:srgbClr val="74C8D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09" name="Oval 55"/>
            <p:cNvSpPr>
              <a:spLocks noChangeArrowheads="1"/>
            </p:cNvSpPr>
            <p:nvPr>
              <p:custDataLst>
                <p:tags r:id="rId54"/>
              </p:custDataLst>
            </p:nvPr>
          </p:nvSpPr>
          <p:spPr bwMode="auto">
            <a:xfrm>
              <a:off x="6892925" y="1230313"/>
              <a:ext cx="100013" cy="92075"/>
            </a:xfrm>
            <a:prstGeom prst="ellipse">
              <a:avLst/>
            </a:prstGeom>
            <a:solidFill>
              <a:srgbClr val="FADD7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10" name="Freeform 56"/>
            <p:cNvSpPr/>
            <p:nvPr>
              <p:custDataLst>
                <p:tags r:id="rId55"/>
              </p:custDataLst>
            </p:nvPr>
          </p:nvSpPr>
          <p:spPr bwMode="auto">
            <a:xfrm>
              <a:off x="7175500" y="1206500"/>
              <a:ext cx="3327400" cy="144463"/>
            </a:xfrm>
            <a:custGeom>
              <a:avLst/>
              <a:gdLst>
                <a:gd name="T0" fmla="*/ 1738 w 1746"/>
                <a:gd name="T1" fmla="*/ 76 h 76"/>
                <a:gd name="T2" fmla="*/ 8 w 1746"/>
                <a:gd name="T3" fmla="*/ 76 h 76"/>
                <a:gd name="T4" fmla="*/ 0 w 1746"/>
                <a:gd name="T5" fmla="*/ 67 h 76"/>
                <a:gd name="T6" fmla="*/ 0 w 1746"/>
                <a:gd name="T7" fmla="*/ 8 h 76"/>
                <a:gd name="T8" fmla="*/ 8 w 1746"/>
                <a:gd name="T9" fmla="*/ 0 h 76"/>
                <a:gd name="T10" fmla="*/ 1738 w 1746"/>
                <a:gd name="T11" fmla="*/ 0 h 76"/>
                <a:gd name="T12" fmla="*/ 1746 w 1746"/>
                <a:gd name="T13" fmla="*/ 8 h 76"/>
                <a:gd name="T14" fmla="*/ 1746 w 1746"/>
                <a:gd name="T15" fmla="*/ 67 h 76"/>
                <a:gd name="T16" fmla="*/ 1738 w 1746"/>
                <a:gd name="T17" fmla="*/ 76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46" h="76">
                  <a:moveTo>
                    <a:pt x="1738" y="76"/>
                  </a:moveTo>
                  <a:cubicBezTo>
                    <a:pt x="8" y="76"/>
                    <a:pt x="8" y="76"/>
                    <a:pt x="8" y="76"/>
                  </a:cubicBezTo>
                  <a:cubicBezTo>
                    <a:pt x="3" y="76"/>
                    <a:pt x="0" y="72"/>
                    <a:pt x="0" y="67"/>
                  </a:cubicBezTo>
                  <a:cubicBezTo>
                    <a:pt x="0" y="8"/>
                    <a:pt x="0" y="8"/>
                    <a:pt x="0" y="8"/>
                  </a:cubicBezTo>
                  <a:cubicBezTo>
                    <a:pt x="0" y="4"/>
                    <a:pt x="3" y="0"/>
                    <a:pt x="8" y="0"/>
                  </a:cubicBezTo>
                  <a:cubicBezTo>
                    <a:pt x="1738" y="0"/>
                    <a:pt x="1738" y="0"/>
                    <a:pt x="1738" y="0"/>
                  </a:cubicBezTo>
                  <a:cubicBezTo>
                    <a:pt x="1742" y="0"/>
                    <a:pt x="1746" y="4"/>
                    <a:pt x="1746" y="8"/>
                  </a:cubicBezTo>
                  <a:cubicBezTo>
                    <a:pt x="1746" y="67"/>
                    <a:pt x="1746" y="67"/>
                    <a:pt x="1746" y="67"/>
                  </a:cubicBezTo>
                  <a:cubicBezTo>
                    <a:pt x="1746" y="72"/>
                    <a:pt x="1742" y="76"/>
                    <a:pt x="1738" y="7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11" name="Freeform 57"/>
            <p:cNvSpPr/>
            <p:nvPr>
              <p:custDataLst>
                <p:tags r:id="rId56"/>
              </p:custDataLst>
            </p:nvPr>
          </p:nvSpPr>
          <p:spPr bwMode="auto">
            <a:xfrm>
              <a:off x="6289675" y="2874963"/>
              <a:ext cx="1284288" cy="765175"/>
            </a:xfrm>
            <a:custGeom>
              <a:avLst/>
              <a:gdLst>
                <a:gd name="T0" fmla="*/ 660 w 674"/>
                <a:gd name="T1" fmla="*/ 402 h 402"/>
                <a:gd name="T2" fmla="*/ 14 w 674"/>
                <a:gd name="T3" fmla="*/ 402 h 402"/>
                <a:gd name="T4" fmla="*/ 0 w 674"/>
                <a:gd name="T5" fmla="*/ 388 h 402"/>
                <a:gd name="T6" fmla="*/ 0 w 674"/>
                <a:gd name="T7" fmla="*/ 15 h 402"/>
                <a:gd name="T8" fmla="*/ 14 w 674"/>
                <a:gd name="T9" fmla="*/ 0 h 402"/>
                <a:gd name="T10" fmla="*/ 660 w 674"/>
                <a:gd name="T11" fmla="*/ 0 h 402"/>
                <a:gd name="T12" fmla="*/ 674 w 674"/>
                <a:gd name="T13" fmla="*/ 15 h 402"/>
                <a:gd name="T14" fmla="*/ 674 w 674"/>
                <a:gd name="T15" fmla="*/ 388 h 402"/>
                <a:gd name="T16" fmla="*/ 660 w 674"/>
                <a:gd name="T17" fmla="*/ 402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4" h="402">
                  <a:moveTo>
                    <a:pt x="660" y="402"/>
                  </a:moveTo>
                  <a:cubicBezTo>
                    <a:pt x="14" y="402"/>
                    <a:pt x="14" y="402"/>
                    <a:pt x="14" y="402"/>
                  </a:cubicBezTo>
                  <a:cubicBezTo>
                    <a:pt x="6" y="402"/>
                    <a:pt x="0" y="396"/>
                    <a:pt x="0" y="388"/>
                  </a:cubicBezTo>
                  <a:cubicBezTo>
                    <a:pt x="0" y="15"/>
                    <a:pt x="0" y="15"/>
                    <a:pt x="0" y="15"/>
                  </a:cubicBezTo>
                  <a:cubicBezTo>
                    <a:pt x="0" y="7"/>
                    <a:pt x="6" y="0"/>
                    <a:pt x="14" y="0"/>
                  </a:cubicBezTo>
                  <a:cubicBezTo>
                    <a:pt x="660" y="0"/>
                    <a:pt x="660" y="0"/>
                    <a:pt x="660" y="0"/>
                  </a:cubicBezTo>
                  <a:cubicBezTo>
                    <a:pt x="668" y="0"/>
                    <a:pt x="674" y="7"/>
                    <a:pt x="674" y="15"/>
                  </a:cubicBezTo>
                  <a:cubicBezTo>
                    <a:pt x="674" y="388"/>
                    <a:pt x="674" y="388"/>
                    <a:pt x="674" y="388"/>
                  </a:cubicBezTo>
                  <a:cubicBezTo>
                    <a:pt x="674" y="396"/>
                    <a:pt x="668" y="402"/>
                    <a:pt x="660" y="402"/>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76" name="Rectangle 58"/>
            <p:cNvSpPr>
              <a:spLocks noChangeArrowheads="1"/>
            </p:cNvSpPr>
            <p:nvPr>
              <p:custDataLst>
                <p:tags r:id="rId57"/>
              </p:custDataLst>
            </p:nvPr>
          </p:nvSpPr>
          <p:spPr bwMode="auto">
            <a:xfrm>
              <a:off x="6375400" y="3257550"/>
              <a:ext cx="682625" cy="84138"/>
            </a:xfrm>
            <a:prstGeom prst="rect">
              <a:avLst/>
            </a:prstGeom>
            <a:solidFill>
              <a:srgbClr val="E6332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77" name="Rectangle 59"/>
            <p:cNvSpPr>
              <a:spLocks noChangeArrowheads="1"/>
            </p:cNvSpPr>
            <p:nvPr>
              <p:custDataLst>
                <p:tags r:id="rId58"/>
              </p:custDataLst>
            </p:nvPr>
          </p:nvSpPr>
          <p:spPr bwMode="auto">
            <a:xfrm>
              <a:off x="6375400" y="3508375"/>
              <a:ext cx="1055688" cy="84138"/>
            </a:xfrm>
            <a:prstGeom prst="rect">
              <a:avLst/>
            </a:prstGeom>
            <a:solidFill>
              <a:srgbClr val="FADD7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78" name="Rectangle 60"/>
            <p:cNvSpPr>
              <a:spLocks noChangeArrowheads="1"/>
            </p:cNvSpPr>
            <p:nvPr>
              <p:custDataLst>
                <p:tags r:id="rId59"/>
              </p:custDataLst>
            </p:nvPr>
          </p:nvSpPr>
          <p:spPr bwMode="auto">
            <a:xfrm>
              <a:off x="6375400" y="3386138"/>
              <a:ext cx="590550" cy="841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79" name="Rectangle 61"/>
            <p:cNvSpPr>
              <a:spLocks noChangeArrowheads="1"/>
            </p:cNvSpPr>
            <p:nvPr>
              <p:custDataLst>
                <p:tags r:id="rId60"/>
              </p:custDataLst>
            </p:nvPr>
          </p:nvSpPr>
          <p:spPr bwMode="auto">
            <a:xfrm>
              <a:off x="6369050" y="2944813"/>
              <a:ext cx="327025" cy="268288"/>
            </a:xfrm>
            <a:prstGeom prst="rect">
              <a:avLst/>
            </a:prstGeom>
            <a:solidFill>
              <a:srgbClr val="00DDF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80" name="Rectangle 62"/>
            <p:cNvSpPr>
              <a:spLocks noChangeArrowheads="1"/>
            </p:cNvSpPr>
            <p:nvPr>
              <p:custDataLst>
                <p:tags r:id="rId61"/>
              </p:custDataLst>
            </p:nvPr>
          </p:nvSpPr>
          <p:spPr bwMode="auto">
            <a:xfrm>
              <a:off x="6756400" y="2944813"/>
              <a:ext cx="325438" cy="268288"/>
            </a:xfrm>
            <a:prstGeom prst="rect">
              <a:avLst/>
            </a:prstGeom>
            <a:solidFill>
              <a:srgbClr val="FADD7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81" name="Rectangle 63"/>
            <p:cNvSpPr>
              <a:spLocks noChangeArrowheads="1"/>
            </p:cNvSpPr>
            <p:nvPr>
              <p:custDataLst>
                <p:tags r:id="rId62"/>
              </p:custDataLst>
            </p:nvPr>
          </p:nvSpPr>
          <p:spPr bwMode="auto">
            <a:xfrm>
              <a:off x="7143750" y="2944813"/>
              <a:ext cx="325438" cy="268288"/>
            </a:xfrm>
            <a:prstGeom prst="rect">
              <a:avLst/>
            </a:prstGeom>
            <a:solidFill>
              <a:srgbClr val="3452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82" name="Freeform 64"/>
            <p:cNvSpPr/>
            <p:nvPr>
              <p:custDataLst>
                <p:tags r:id="rId63"/>
              </p:custDataLst>
            </p:nvPr>
          </p:nvSpPr>
          <p:spPr bwMode="auto">
            <a:xfrm>
              <a:off x="9566275" y="1562100"/>
              <a:ext cx="1285875" cy="762000"/>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83" name="Rectangle 65"/>
            <p:cNvSpPr>
              <a:spLocks noChangeArrowheads="1"/>
            </p:cNvSpPr>
            <p:nvPr>
              <p:custDataLst>
                <p:tags r:id="rId64"/>
              </p:custDataLst>
            </p:nvPr>
          </p:nvSpPr>
          <p:spPr bwMode="auto">
            <a:xfrm>
              <a:off x="9653588" y="1941513"/>
              <a:ext cx="682625" cy="84138"/>
            </a:xfrm>
            <a:prstGeom prst="rect">
              <a:avLst/>
            </a:prstGeom>
            <a:solidFill>
              <a:srgbClr val="E6332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84" name="Rectangle 66"/>
            <p:cNvSpPr>
              <a:spLocks noChangeArrowheads="1"/>
            </p:cNvSpPr>
            <p:nvPr>
              <p:custDataLst>
                <p:tags r:id="rId65"/>
              </p:custDataLst>
            </p:nvPr>
          </p:nvSpPr>
          <p:spPr bwMode="auto">
            <a:xfrm>
              <a:off x="9653588" y="2193925"/>
              <a:ext cx="1054100" cy="82550"/>
            </a:xfrm>
            <a:prstGeom prst="rect">
              <a:avLst/>
            </a:prstGeom>
            <a:solidFill>
              <a:srgbClr val="FADD7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85" name="Rectangle 67"/>
            <p:cNvSpPr>
              <a:spLocks noChangeArrowheads="1"/>
            </p:cNvSpPr>
            <p:nvPr>
              <p:custDataLst>
                <p:tags r:id="rId66"/>
              </p:custDataLst>
            </p:nvPr>
          </p:nvSpPr>
          <p:spPr bwMode="auto">
            <a:xfrm>
              <a:off x="9653588" y="2071688"/>
              <a:ext cx="592138" cy="841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86" name="Rectangle 68"/>
            <p:cNvSpPr>
              <a:spLocks noChangeArrowheads="1"/>
            </p:cNvSpPr>
            <p:nvPr>
              <p:custDataLst>
                <p:tags r:id="rId67"/>
              </p:custDataLst>
            </p:nvPr>
          </p:nvSpPr>
          <p:spPr bwMode="auto">
            <a:xfrm>
              <a:off x="9648825" y="1631950"/>
              <a:ext cx="323850" cy="266700"/>
            </a:xfrm>
            <a:prstGeom prst="rect">
              <a:avLst/>
            </a:prstGeom>
            <a:solidFill>
              <a:srgbClr val="00DDF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87" name="Rectangle 69"/>
            <p:cNvSpPr>
              <a:spLocks noChangeArrowheads="1"/>
            </p:cNvSpPr>
            <p:nvPr>
              <p:custDataLst>
                <p:tags r:id="rId68"/>
              </p:custDataLst>
            </p:nvPr>
          </p:nvSpPr>
          <p:spPr bwMode="auto">
            <a:xfrm>
              <a:off x="10034588" y="1631950"/>
              <a:ext cx="325438" cy="266700"/>
            </a:xfrm>
            <a:prstGeom prst="rect">
              <a:avLst/>
            </a:prstGeom>
            <a:solidFill>
              <a:srgbClr val="FADD7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89" name="Rectangle 70"/>
            <p:cNvSpPr>
              <a:spLocks noChangeArrowheads="1"/>
            </p:cNvSpPr>
            <p:nvPr>
              <p:custDataLst>
                <p:tags r:id="rId69"/>
              </p:custDataLst>
            </p:nvPr>
          </p:nvSpPr>
          <p:spPr bwMode="auto">
            <a:xfrm>
              <a:off x="10421938" y="1631950"/>
              <a:ext cx="323850" cy="266700"/>
            </a:xfrm>
            <a:prstGeom prst="rect">
              <a:avLst/>
            </a:prstGeom>
            <a:solidFill>
              <a:srgbClr val="3452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91" name="Freeform 71"/>
            <p:cNvSpPr/>
            <p:nvPr>
              <p:custDataLst>
                <p:tags r:id="rId70"/>
              </p:custDataLst>
            </p:nvPr>
          </p:nvSpPr>
          <p:spPr bwMode="auto">
            <a:xfrm>
              <a:off x="8016875" y="3190875"/>
              <a:ext cx="436563" cy="652463"/>
            </a:xfrm>
            <a:custGeom>
              <a:avLst/>
              <a:gdLst>
                <a:gd name="T0" fmla="*/ 0 w 275"/>
                <a:gd name="T1" fmla="*/ 319 h 411"/>
                <a:gd name="T2" fmla="*/ 113 w 275"/>
                <a:gd name="T3" fmla="*/ 253 h 411"/>
                <a:gd name="T4" fmla="*/ 230 w 275"/>
                <a:gd name="T5" fmla="*/ 0 h 411"/>
                <a:gd name="T6" fmla="*/ 275 w 275"/>
                <a:gd name="T7" fmla="*/ 11 h 411"/>
                <a:gd name="T8" fmla="*/ 177 w 275"/>
                <a:gd name="T9" fmla="*/ 283 h 411"/>
                <a:gd name="T10" fmla="*/ 50 w 275"/>
                <a:gd name="T11" fmla="*/ 411 h 411"/>
                <a:gd name="T12" fmla="*/ 0 w 275"/>
                <a:gd name="T13" fmla="*/ 319 h 411"/>
              </a:gdLst>
              <a:ahLst/>
              <a:cxnLst>
                <a:cxn ang="0">
                  <a:pos x="T0" y="T1"/>
                </a:cxn>
                <a:cxn ang="0">
                  <a:pos x="T2" y="T3"/>
                </a:cxn>
                <a:cxn ang="0">
                  <a:pos x="T4" y="T5"/>
                </a:cxn>
                <a:cxn ang="0">
                  <a:pos x="T6" y="T7"/>
                </a:cxn>
                <a:cxn ang="0">
                  <a:pos x="T8" y="T9"/>
                </a:cxn>
                <a:cxn ang="0">
                  <a:pos x="T10" y="T11"/>
                </a:cxn>
                <a:cxn ang="0">
                  <a:pos x="T12" y="T13"/>
                </a:cxn>
              </a:cxnLst>
              <a:rect l="0" t="0" r="r" b="b"/>
              <a:pathLst>
                <a:path w="275" h="411">
                  <a:moveTo>
                    <a:pt x="0" y="319"/>
                  </a:moveTo>
                  <a:lnTo>
                    <a:pt x="113" y="253"/>
                  </a:lnTo>
                  <a:lnTo>
                    <a:pt x="230" y="0"/>
                  </a:lnTo>
                  <a:lnTo>
                    <a:pt x="275" y="11"/>
                  </a:lnTo>
                  <a:lnTo>
                    <a:pt x="177" y="283"/>
                  </a:lnTo>
                  <a:lnTo>
                    <a:pt x="50" y="411"/>
                  </a:lnTo>
                  <a:lnTo>
                    <a:pt x="0" y="319"/>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2" name="Freeform 72"/>
            <p:cNvSpPr/>
            <p:nvPr>
              <p:custDataLst>
                <p:tags r:id="rId71"/>
              </p:custDataLst>
            </p:nvPr>
          </p:nvSpPr>
          <p:spPr bwMode="auto">
            <a:xfrm>
              <a:off x="7669213" y="1638300"/>
              <a:ext cx="1455738" cy="1565275"/>
            </a:xfrm>
            <a:custGeom>
              <a:avLst/>
              <a:gdLst>
                <a:gd name="T0" fmla="*/ 650 w 764"/>
                <a:gd name="T1" fmla="*/ 822 h 823"/>
                <a:gd name="T2" fmla="*/ 12 w 764"/>
                <a:gd name="T3" fmla="*/ 749 h 823"/>
                <a:gd name="T4" fmla="*/ 1 w 764"/>
                <a:gd name="T5" fmla="*/ 735 h 823"/>
                <a:gd name="T6" fmla="*/ 99 w 764"/>
                <a:gd name="T7" fmla="*/ 12 h 823"/>
                <a:gd name="T8" fmla="*/ 115 w 764"/>
                <a:gd name="T9" fmla="*/ 1 h 823"/>
                <a:gd name="T10" fmla="*/ 752 w 764"/>
                <a:gd name="T11" fmla="*/ 74 h 823"/>
                <a:gd name="T12" fmla="*/ 763 w 764"/>
                <a:gd name="T13" fmla="*/ 88 h 823"/>
                <a:gd name="T14" fmla="*/ 665 w 764"/>
                <a:gd name="T15" fmla="*/ 811 h 823"/>
                <a:gd name="T16" fmla="*/ 650 w 764"/>
                <a:gd name="T17" fmla="*/ 822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4" h="823">
                  <a:moveTo>
                    <a:pt x="650" y="822"/>
                  </a:moveTo>
                  <a:cubicBezTo>
                    <a:pt x="12" y="749"/>
                    <a:pt x="12" y="749"/>
                    <a:pt x="12" y="749"/>
                  </a:cubicBezTo>
                  <a:cubicBezTo>
                    <a:pt x="5" y="748"/>
                    <a:pt x="0" y="742"/>
                    <a:pt x="1" y="735"/>
                  </a:cubicBezTo>
                  <a:cubicBezTo>
                    <a:pt x="99" y="12"/>
                    <a:pt x="99" y="12"/>
                    <a:pt x="99" y="12"/>
                  </a:cubicBezTo>
                  <a:cubicBezTo>
                    <a:pt x="100" y="5"/>
                    <a:pt x="107" y="0"/>
                    <a:pt x="115" y="1"/>
                  </a:cubicBezTo>
                  <a:cubicBezTo>
                    <a:pt x="752" y="74"/>
                    <a:pt x="752" y="74"/>
                    <a:pt x="752" y="74"/>
                  </a:cubicBezTo>
                  <a:cubicBezTo>
                    <a:pt x="759" y="75"/>
                    <a:pt x="764" y="82"/>
                    <a:pt x="763" y="88"/>
                  </a:cubicBezTo>
                  <a:cubicBezTo>
                    <a:pt x="665" y="811"/>
                    <a:pt x="665" y="811"/>
                    <a:pt x="665" y="811"/>
                  </a:cubicBezTo>
                  <a:cubicBezTo>
                    <a:pt x="664" y="818"/>
                    <a:pt x="657" y="823"/>
                    <a:pt x="650" y="82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3" name="Freeform 73"/>
            <p:cNvSpPr/>
            <p:nvPr>
              <p:custDataLst>
                <p:tags r:id="rId72"/>
              </p:custDataLst>
            </p:nvPr>
          </p:nvSpPr>
          <p:spPr bwMode="auto">
            <a:xfrm>
              <a:off x="7878763" y="2238375"/>
              <a:ext cx="1057275" cy="207963"/>
            </a:xfrm>
            <a:custGeom>
              <a:avLst/>
              <a:gdLst>
                <a:gd name="T0" fmla="*/ 659 w 666"/>
                <a:gd name="T1" fmla="*/ 131 h 131"/>
                <a:gd name="T2" fmla="*/ 0 w 666"/>
                <a:gd name="T3" fmla="*/ 52 h 131"/>
                <a:gd name="T4" fmla="*/ 8 w 666"/>
                <a:gd name="T5" fmla="*/ 0 h 131"/>
                <a:gd name="T6" fmla="*/ 666 w 666"/>
                <a:gd name="T7" fmla="*/ 80 h 131"/>
                <a:gd name="T8" fmla="*/ 659 w 666"/>
                <a:gd name="T9" fmla="*/ 131 h 131"/>
              </a:gdLst>
              <a:ahLst/>
              <a:cxnLst>
                <a:cxn ang="0">
                  <a:pos x="T0" y="T1"/>
                </a:cxn>
                <a:cxn ang="0">
                  <a:pos x="T2" y="T3"/>
                </a:cxn>
                <a:cxn ang="0">
                  <a:pos x="T4" y="T5"/>
                </a:cxn>
                <a:cxn ang="0">
                  <a:pos x="T6" y="T7"/>
                </a:cxn>
                <a:cxn ang="0">
                  <a:pos x="T8" y="T9"/>
                </a:cxn>
              </a:cxnLst>
              <a:rect l="0" t="0" r="r" b="b"/>
              <a:pathLst>
                <a:path w="666" h="131">
                  <a:moveTo>
                    <a:pt x="659" y="131"/>
                  </a:moveTo>
                  <a:lnTo>
                    <a:pt x="0" y="52"/>
                  </a:lnTo>
                  <a:lnTo>
                    <a:pt x="8" y="0"/>
                  </a:lnTo>
                  <a:lnTo>
                    <a:pt x="666" y="80"/>
                  </a:lnTo>
                  <a:lnTo>
                    <a:pt x="659" y="131"/>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4" name="Freeform 74"/>
            <p:cNvSpPr/>
            <p:nvPr>
              <p:custDataLst>
                <p:tags r:id="rId73"/>
              </p:custDataLst>
            </p:nvPr>
          </p:nvSpPr>
          <p:spPr bwMode="auto">
            <a:xfrm>
              <a:off x="7858125" y="2390775"/>
              <a:ext cx="509588" cy="142875"/>
            </a:xfrm>
            <a:custGeom>
              <a:avLst/>
              <a:gdLst>
                <a:gd name="T0" fmla="*/ 314 w 321"/>
                <a:gd name="T1" fmla="*/ 90 h 90"/>
                <a:gd name="T2" fmla="*/ 0 w 321"/>
                <a:gd name="T3" fmla="*/ 52 h 90"/>
                <a:gd name="T4" fmla="*/ 7 w 321"/>
                <a:gd name="T5" fmla="*/ 0 h 90"/>
                <a:gd name="T6" fmla="*/ 321 w 321"/>
                <a:gd name="T7" fmla="*/ 39 h 90"/>
                <a:gd name="T8" fmla="*/ 314 w 321"/>
                <a:gd name="T9" fmla="*/ 90 h 90"/>
              </a:gdLst>
              <a:ahLst/>
              <a:cxnLst>
                <a:cxn ang="0">
                  <a:pos x="T0" y="T1"/>
                </a:cxn>
                <a:cxn ang="0">
                  <a:pos x="T2" y="T3"/>
                </a:cxn>
                <a:cxn ang="0">
                  <a:pos x="T4" y="T5"/>
                </a:cxn>
                <a:cxn ang="0">
                  <a:pos x="T6" y="T7"/>
                </a:cxn>
                <a:cxn ang="0">
                  <a:pos x="T8" y="T9"/>
                </a:cxn>
              </a:cxnLst>
              <a:rect l="0" t="0" r="r" b="b"/>
              <a:pathLst>
                <a:path w="321" h="90">
                  <a:moveTo>
                    <a:pt x="314" y="90"/>
                  </a:moveTo>
                  <a:lnTo>
                    <a:pt x="0" y="52"/>
                  </a:lnTo>
                  <a:lnTo>
                    <a:pt x="7" y="0"/>
                  </a:lnTo>
                  <a:lnTo>
                    <a:pt x="321" y="39"/>
                  </a:lnTo>
                  <a:lnTo>
                    <a:pt x="314" y="90"/>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5" name="Freeform 75"/>
            <p:cNvSpPr/>
            <p:nvPr>
              <p:custDataLst>
                <p:tags r:id="rId74"/>
              </p:custDataLst>
            </p:nvPr>
          </p:nvSpPr>
          <p:spPr bwMode="auto">
            <a:xfrm>
              <a:off x="7834313" y="2543175"/>
              <a:ext cx="1060450" cy="209550"/>
            </a:xfrm>
            <a:custGeom>
              <a:avLst/>
              <a:gdLst>
                <a:gd name="T0" fmla="*/ 659 w 668"/>
                <a:gd name="T1" fmla="*/ 132 h 132"/>
                <a:gd name="T2" fmla="*/ 0 w 668"/>
                <a:gd name="T3" fmla="*/ 53 h 132"/>
                <a:gd name="T4" fmla="*/ 9 w 668"/>
                <a:gd name="T5" fmla="*/ 0 h 132"/>
                <a:gd name="T6" fmla="*/ 668 w 668"/>
                <a:gd name="T7" fmla="*/ 79 h 132"/>
                <a:gd name="T8" fmla="*/ 659 w 668"/>
                <a:gd name="T9" fmla="*/ 132 h 132"/>
              </a:gdLst>
              <a:ahLst/>
              <a:cxnLst>
                <a:cxn ang="0">
                  <a:pos x="T0" y="T1"/>
                </a:cxn>
                <a:cxn ang="0">
                  <a:pos x="T2" y="T3"/>
                </a:cxn>
                <a:cxn ang="0">
                  <a:pos x="T4" y="T5"/>
                </a:cxn>
                <a:cxn ang="0">
                  <a:pos x="T6" y="T7"/>
                </a:cxn>
                <a:cxn ang="0">
                  <a:pos x="T8" y="T9"/>
                </a:cxn>
              </a:cxnLst>
              <a:rect l="0" t="0" r="r" b="b"/>
              <a:pathLst>
                <a:path w="668" h="132">
                  <a:moveTo>
                    <a:pt x="659" y="132"/>
                  </a:moveTo>
                  <a:lnTo>
                    <a:pt x="0" y="53"/>
                  </a:lnTo>
                  <a:lnTo>
                    <a:pt x="9" y="0"/>
                  </a:lnTo>
                  <a:lnTo>
                    <a:pt x="668" y="79"/>
                  </a:lnTo>
                  <a:lnTo>
                    <a:pt x="659" y="132"/>
                  </a:lnTo>
                  <a:close/>
                </a:path>
              </a:pathLst>
            </a:custGeom>
            <a:solidFill>
              <a:srgbClr val="FADD7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6" name="Freeform 76"/>
            <p:cNvSpPr/>
            <p:nvPr>
              <p:custDataLst>
                <p:tags r:id="rId75"/>
              </p:custDataLst>
            </p:nvPr>
          </p:nvSpPr>
          <p:spPr bwMode="auto">
            <a:xfrm>
              <a:off x="7813675" y="2697163"/>
              <a:ext cx="1057275" cy="207963"/>
            </a:xfrm>
            <a:custGeom>
              <a:avLst/>
              <a:gdLst>
                <a:gd name="T0" fmla="*/ 659 w 666"/>
                <a:gd name="T1" fmla="*/ 131 h 131"/>
                <a:gd name="T2" fmla="*/ 0 w 666"/>
                <a:gd name="T3" fmla="*/ 52 h 131"/>
                <a:gd name="T4" fmla="*/ 7 w 666"/>
                <a:gd name="T5" fmla="*/ 0 h 131"/>
                <a:gd name="T6" fmla="*/ 666 w 666"/>
                <a:gd name="T7" fmla="*/ 80 h 131"/>
                <a:gd name="T8" fmla="*/ 659 w 666"/>
                <a:gd name="T9" fmla="*/ 131 h 131"/>
              </a:gdLst>
              <a:ahLst/>
              <a:cxnLst>
                <a:cxn ang="0">
                  <a:pos x="T0" y="T1"/>
                </a:cxn>
                <a:cxn ang="0">
                  <a:pos x="T2" y="T3"/>
                </a:cxn>
                <a:cxn ang="0">
                  <a:pos x="T4" y="T5"/>
                </a:cxn>
                <a:cxn ang="0">
                  <a:pos x="T6" y="T7"/>
                </a:cxn>
                <a:cxn ang="0">
                  <a:pos x="T8" y="T9"/>
                </a:cxn>
              </a:cxnLst>
              <a:rect l="0" t="0" r="r" b="b"/>
              <a:pathLst>
                <a:path w="666" h="131">
                  <a:moveTo>
                    <a:pt x="659" y="131"/>
                  </a:moveTo>
                  <a:lnTo>
                    <a:pt x="0" y="52"/>
                  </a:lnTo>
                  <a:lnTo>
                    <a:pt x="7" y="0"/>
                  </a:lnTo>
                  <a:lnTo>
                    <a:pt x="666" y="80"/>
                  </a:lnTo>
                  <a:lnTo>
                    <a:pt x="659" y="131"/>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7" name="Freeform 77"/>
            <p:cNvSpPr/>
            <p:nvPr>
              <p:custDataLst>
                <p:tags r:id="rId76"/>
              </p:custDataLst>
            </p:nvPr>
          </p:nvSpPr>
          <p:spPr bwMode="auto">
            <a:xfrm>
              <a:off x="7793038" y="2849563"/>
              <a:ext cx="669925" cy="161925"/>
            </a:xfrm>
            <a:custGeom>
              <a:avLst/>
              <a:gdLst>
                <a:gd name="T0" fmla="*/ 415 w 422"/>
                <a:gd name="T1" fmla="*/ 102 h 102"/>
                <a:gd name="T2" fmla="*/ 0 w 422"/>
                <a:gd name="T3" fmla="*/ 52 h 102"/>
                <a:gd name="T4" fmla="*/ 7 w 422"/>
                <a:gd name="T5" fmla="*/ 0 h 102"/>
                <a:gd name="T6" fmla="*/ 422 w 422"/>
                <a:gd name="T7" fmla="*/ 51 h 102"/>
                <a:gd name="T8" fmla="*/ 415 w 422"/>
                <a:gd name="T9" fmla="*/ 102 h 102"/>
              </a:gdLst>
              <a:ahLst/>
              <a:cxnLst>
                <a:cxn ang="0">
                  <a:pos x="T0" y="T1"/>
                </a:cxn>
                <a:cxn ang="0">
                  <a:pos x="T2" y="T3"/>
                </a:cxn>
                <a:cxn ang="0">
                  <a:pos x="T4" y="T5"/>
                </a:cxn>
                <a:cxn ang="0">
                  <a:pos x="T6" y="T7"/>
                </a:cxn>
                <a:cxn ang="0">
                  <a:pos x="T8" y="T9"/>
                </a:cxn>
              </a:cxnLst>
              <a:rect l="0" t="0" r="r" b="b"/>
              <a:pathLst>
                <a:path w="422" h="102">
                  <a:moveTo>
                    <a:pt x="415" y="102"/>
                  </a:moveTo>
                  <a:lnTo>
                    <a:pt x="0" y="52"/>
                  </a:lnTo>
                  <a:lnTo>
                    <a:pt x="7" y="0"/>
                  </a:lnTo>
                  <a:lnTo>
                    <a:pt x="422" y="51"/>
                  </a:lnTo>
                  <a:lnTo>
                    <a:pt x="415" y="102"/>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8" name="Freeform 78"/>
            <p:cNvSpPr/>
            <p:nvPr>
              <p:custDataLst>
                <p:tags r:id="rId77"/>
              </p:custDataLst>
            </p:nvPr>
          </p:nvSpPr>
          <p:spPr bwMode="auto">
            <a:xfrm>
              <a:off x="7975600" y="2049463"/>
              <a:ext cx="163513" cy="125413"/>
            </a:xfrm>
            <a:custGeom>
              <a:avLst/>
              <a:gdLst>
                <a:gd name="T0" fmla="*/ 94 w 103"/>
                <a:gd name="T1" fmla="*/ 79 h 79"/>
                <a:gd name="T2" fmla="*/ 0 w 103"/>
                <a:gd name="T3" fmla="*/ 67 h 79"/>
                <a:gd name="T4" fmla="*/ 10 w 103"/>
                <a:gd name="T5" fmla="*/ 0 h 79"/>
                <a:gd name="T6" fmla="*/ 103 w 103"/>
                <a:gd name="T7" fmla="*/ 12 h 79"/>
                <a:gd name="T8" fmla="*/ 94 w 103"/>
                <a:gd name="T9" fmla="*/ 79 h 79"/>
              </a:gdLst>
              <a:ahLst/>
              <a:cxnLst>
                <a:cxn ang="0">
                  <a:pos x="T0" y="T1"/>
                </a:cxn>
                <a:cxn ang="0">
                  <a:pos x="T2" y="T3"/>
                </a:cxn>
                <a:cxn ang="0">
                  <a:pos x="T4" y="T5"/>
                </a:cxn>
                <a:cxn ang="0">
                  <a:pos x="T6" y="T7"/>
                </a:cxn>
                <a:cxn ang="0">
                  <a:pos x="T8" y="T9"/>
                </a:cxn>
              </a:cxnLst>
              <a:rect l="0" t="0" r="r" b="b"/>
              <a:pathLst>
                <a:path w="103" h="79">
                  <a:moveTo>
                    <a:pt x="94" y="79"/>
                  </a:moveTo>
                  <a:lnTo>
                    <a:pt x="0" y="67"/>
                  </a:lnTo>
                  <a:lnTo>
                    <a:pt x="10" y="0"/>
                  </a:lnTo>
                  <a:lnTo>
                    <a:pt x="103" y="12"/>
                  </a:lnTo>
                  <a:lnTo>
                    <a:pt x="94" y="79"/>
                  </a:lnTo>
                  <a:close/>
                </a:path>
              </a:pathLst>
            </a:cu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9" name="Freeform 79"/>
            <p:cNvSpPr/>
            <p:nvPr>
              <p:custDataLst>
                <p:tags r:id="rId78"/>
              </p:custDataLst>
            </p:nvPr>
          </p:nvSpPr>
          <p:spPr bwMode="auto">
            <a:xfrm>
              <a:off x="8228013" y="1992313"/>
              <a:ext cx="174625" cy="212725"/>
            </a:xfrm>
            <a:custGeom>
              <a:avLst/>
              <a:gdLst>
                <a:gd name="T0" fmla="*/ 93 w 110"/>
                <a:gd name="T1" fmla="*/ 134 h 134"/>
                <a:gd name="T2" fmla="*/ 0 w 110"/>
                <a:gd name="T3" fmla="*/ 122 h 134"/>
                <a:gd name="T4" fmla="*/ 18 w 110"/>
                <a:gd name="T5" fmla="*/ 0 h 134"/>
                <a:gd name="T6" fmla="*/ 110 w 110"/>
                <a:gd name="T7" fmla="*/ 12 h 134"/>
                <a:gd name="T8" fmla="*/ 93 w 110"/>
                <a:gd name="T9" fmla="*/ 134 h 134"/>
              </a:gdLst>
              <a:ahLst/>
              <a:cxnLst>
                <a:cxn ang="0">
                  <a:pos x="T0" y="T1"/>
                </a:cxn>
                <a:cxn ang="0">
                  <a:pos x="T2" y="T3"/>
                </a:cxn>
                <a:cxn ang="0">
                  <a:pos x="T4" y="T5"/>
                </a:cxn>
                <a:cxn ang="0">
                  <a:pos x="T6" y="T7"/>
                </a:cxn>
                <a:cxn ang="0">
                  <a:pos x="T8" y="T9"/>
                </a:cxn>
              </a:cxnLst>
              <a:rect l="0" t="0" r="r" b="b"/>
              <a:pathLst>
                <a:path w="110" h="134">
                  <a:moveTo>
                    <a:pt x="93" y="134"/>
                  </a:moveTo>
                  <a:lnTo>
                    <a:pt x="0" y="122"/>
                  </a:lnTo>
                  <a:lnTo>
                    <a:pt x="18" y="0"/>
                  </a:lnTo>
                  <a:lnTo>
                    <a:pt x="110" y="12"/>
                  </a:lnTo>
                  <a:lnTo>
                    <a:pt x="93" y="134"/>
                  </a:lnTo>
                  <a:close/>
                </a:path>
              </a:pathLst>
            </a:cu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0" name="Freeform 80"/>
            <p:cNvSpPr/>
            <p:nvPr>
              <p:custDataLst>
                <p:tags r:id="rId79"/>
              </p:custDataLst>
            </p:nvPr>
          </p:nvSpPr>
          <p:spPr bwMode="auto">
            <a:xfrm>
              <a:off x="8478838" y="1890713"/>
              <a:ext cx="193675" cy="342900"/>
            </a:xfrm>
            <a:custGeom>
              <a:avLst/>
              <a:gdLst>
                <a:gd name="T0" fmla="*/ 94 w 122"/>
                <a:gd name="T1" fmla="*/ 216 h 216"/>
                <a:gd name="T2" fmla="*/ 0 w 122"/>
                <a:gd name="T3" fmla="*/ 205 h 216"/>
                <a:gd name="T4" fmla="*/ 29 w 122"/>
                <a:gd name="T5" fmla="*/ 0 h 216"/>
                <a:gd name="T6" fmla="*/ 122 w 122"/>
                <a:gd name="T7" fmla="*/ 11 h 216"/>
                <a:gd name="T8" fmla="*/ 94 w 122"/>
                <a:gd name="T9" fmla="*/ 216 h 216"/>
              </a:gdLst>
              <a:ahLst/>
              <a:cxnLst>
                <a:cxn ang="0">
                  <a:pos x="T0" y="T1"/>
                </a:cxn>
                <a:cxn ang="0">
                  <a:pos x="T2" y="T3"/>
                </a:cxn>
                <a:cxn ang="0">
                  <a:pos x="T4" y="T5"/>
                </a:cxn>
                <a:cxn ang="0">
                  <a:pos x="T6" y="T7"/>
                </a:cxn>
                <a:cxn ang="0">
                  <a:pos x="T8" y="T9"/>
                </a:cxn>
              </a:cxnLst>
              <a:rect l="0" t="0" r="r" b="b"/>
              <a:pathLst>
                <a:path w="122" h="216">
                  <a:moveTo>
                    <a:pt x="94" y="216"/>
                  </a:moveTo>
                  <a:lnTo>
                    <a:pt x="0" y="205"/>
                  </a:lnTo>
                  <a:lnTo>
                    <a:pt x="29" y="0"/>
                  </a:lnTo>
                  <a:lnTo>
                    <a:pt x="122" y="11"/>
                  </a:lnTo>
                  <a:lnTo>
                    <a:pt x="94" y="216"/>
                  </a:lnTo>
                  <a:close/>
                </a:path>
              </a:pathLst>
            </a:cu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1" name="Freeform 81"/>
            <p:cNvSpPr/>
            <p:nvPr>
              <p:custDataLst>
                <p:tags r:id="rId80"/>
              </p:custDataLst>
            </p:nvPr>
          </p:nvSpPr>
          <p:spPr bwMode="auto">
            <a:xfrm>
              <a:off x="8729663" y="1858963"/>
              <a:ext cx="203200" cy="404813"/>
            </a:xfrm>
            <a:custGeom>
              <a:avLst/>
              <a:gdLst>
                <a:gd name="T0" fmla="*/ 93 w 128"/>
                <a:gd name="T1" fmla="*/ 255 h 255"/>
                <a:gd name="T2" fmla="*/ 0 w 128"/>
                <a:gd name="T3" fmla="*/ 244 h 255"/>
                <a:gd name="T4" fmla="*/ 35 w 128"/>
                <a:gd name="T5" fmla="*/ 0 h 255"/>
                <a:gd name="T6" fmla="*/ 128 w 128"/>
                <a:gd name="T7" fmla="*/ 10 h 255"/>
                <a:gd name="T8" fmla="*/ 93 w 128"/>
                <a:gd name="T9" fmla="*/ 255 h 255"/>
              </a:gdLst>
              <a:ahLst/>
              <a:cxnLst>
                <a:cxn ang="0">
                  <a:pos x="T0" y="T1"/>
                </a:cxn>
                <a:cxn ang="0">
                  <a:pos x="T2" y="T3"/>
                </a:cxn>
                <a:cxn ang="0">
                  <a:pos x="T4" y="T5"/>
                </a:cxn>
                <a:cxn ang="0">
                  <a:pos x="T6" y="T7"/>
                </a:cxn>
                <a:cxn ang="0">
                  <a:pos x="T8" y="T9"/>
                </a:cxn>
              </a:cxnLst>
              <a:rect l="0" t="0" r="r" b="b"/>
              <a:pathLst>
                <a:path w="128" h="255">
                  <a:moveTo>
                    <a:pt x="93" y="255"/>
                  </a:moveTo>
                  <a:lnTo>
                    <a:pt x="0" y="244"/>
                  </a:lnTo>
                  <a:lnTo>
                    <a:pt x="35" y="0"/>
                  </a:lnTo>
                  <a:lnTo>
                    <a:pt x="128" y="10"/>
                  </a:lnTo>
                  <a:lnTo>
                    <a:pt x="93" y="255"/>
                  </a:lnTo>
                  <a:close/>
                </a:path>
              </a:pathLst>
            </a:cu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2" name="Freeform 82"/>
            <p:cNvSpPr/>
            <p:nvPr>
              <p:custDataLst>
                <p:tags r:id="rId81"/>
              </p:custDataLst>
            </p:nvPr>
          </p:nvSpPr>
          <p:spPr bwMode="auto">
            <a:xfrm>
              <a:off x="8323263" y="3070225"/>
              <a:ext cx="171450" cy="157163"/>
            </a:xfrm>
            <a:custGeom>
              <a:avLst/>
              <a:gdLst>
                <a:gd name="T0" fmla="*/ 31 w 90"/>
                <a:gd name="T1" fmla="*/ 63 h 82"/>
                <a:gd name="T2" fmla="*/ 10 w 90"/>
                <a:gd name="T3" fmla="*/ 5 h 82"/>
                <a:gd name="T4" fmla="*/ 28 w 90"/>
                <a:gd name="T5" fmla="*/ 21 h 82"/>
                <a:gd name="T6" fmla="*/ 56 w 90"/>
                <a:gd name="T7" fmla="*/ 40 h 82"/>
                <a:gd name="T8" fmla="*/ 90 w 90"/>
                <a:gd name="T9" fmla="*/ 44 h 82"/>
                <a:gd name="T10" fmla="*/ 69 w 90"/>
                <a:gd name="T11" fmla="*/ 72 h 82"/>
                <a:gd name="T12" fmla="*/ 31 w 90"/>
                <a:gd name="T13" fmla="*/ 63 h 82"/>
              </a:gdLst>
              <a:ahLst/>
              <a:cxnLst>
                <a:cxn ang="0">
                  <a:pos x="T0" y="T1"/>
                </a:cxn>
                <a:cxn ang="0">
                  <a:pos x="T2" y="T3"/>
                </a:cxn>
                <a:cxn ang="0">
                  <a:pos x="T4" y="T5"/>
                </a:cxn>
                <a:cxn ang="0">
                  <a:pos x="T6" y="T7"/>
                </a:cxn>
                <a:cxn ang="0">
                  <a:pos x="T8" y="T9"/>
                </a:cxn>
                <a:cxn ang="0">
                  <a:pos x="T10" y="T11"/>
                </a:cxn>
                <a:cxn ang="0">
                  <a:pos x="T12" y="T13"/>
                </a:cxn>
              </a:cxnLst>
              <a:rect l="0" t="0" r="r" b="b"/>
              <a:pathLst>
                <a:path w="90" h="82">
                  <a:moveTo>
                    <a:pt x="31" y="63"/>
                  </a:moveTo>
                  <a:cubicBezTo>
                    <a:pt x="31" y="63"/>
                    <a:pt x="0" y="14"/>
                    <a:pt x="10" y="5"/>
                  </a:cubicBezTo>
                  <a:cubicBezTo>
                    <a:pt x="15" y="0"/>
                    <a:pt x="22" y="9"/>
                    <a:pt x="28" y="21"/>
                  </a:cubicBezTo>
                  <a:cubicBezTo>
                    <a:pt x="33" y="31"/>
                    <a:pt x="44" y="39"/>
                    <a:pt x="56" y="40"/>
                  </a:cubicBezTo>
                  <a:cubicBezTo>
                    <a:pt x="90" y="44"/>
                    <a:pt x="90" y="44"/>
                    <a:pt x="90" y="44"/>
                  </a:cubicBezTo>
                  <a:cubicBezTo>
                    <a:pt x="90" y="44"/>
                    <a:pt x="81" y="62"/>
                    <a:pt x="69" y="72"/>
                  </a:cubicBezTo>
                  <a:cubicBezTo>
                    <a:pt x="57" y="82"/>
                    <a:pt x="31" y="63"/>
                    <a:pt x="31" y="63"/>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3" name="Freeform 83"/>
            <p:cNvSpPr/>
            <p:nvPr>
              <p:custDataLst>
                <p:tags r:id="rId82"/>
              </p:custDataLst>
            </p:nvPr>
          </p:nvSpPr>
          <p:spPr bwMode="auto">
            <a:xfrm>
              <a:off x="6650038" y="4167188"/>
              <a:ext cx="461963" cy="636588"/>
            </a:xfrm>
            <a:custGeom>
              <a:avLst/>
              <a:gdLst>
                <a:gd name="T0" fmla="*/ 291 w 291"/>
                <a:gd name="T1" fmla="*/ 93 h 401"/>
                <a:gd name="T2" fmla="*/ 175 w 291"/>
                <a:gd name="T3" fmla="*/ 155 h 401"/>
                <a:gd name="T4" fmla="*/ 45 w 291"/>
                <a:gd name="T5" fmla="*/ 401 h 401"/>
                <a:gd name="T6" fmla="*/ 0 w 291"/>
                <a:gd name="T7" fmla="*/ 388 h 401"/>
                <a:gd name="T8" fmla="*/ 114 w 291"/>
                <a:gd name="T9" fmla="*/ 122 h 401"/>
                <a:gd name="T10" fmla="*/ 248 w 291"/>
                <a:gd name="T11" fmla="*/ 0 h 401"/>
                <a:gd name="T12" fmla="*/ 291 w 291"/>
                <a:gd name="T13" fmla="*/ 93 h 401"/>
              </a:gdLst>
              <a:ahLst/>
              <a:cxnLst>
                <a:cxn ang="0">
                  <a:pos x="T0" y="T1"/>
                </a:cxn>
                <a:cxn ang="0">
                  <a:pos x="T2" y="T3"/>
                </a:cxn>
                <a:cxn ang="0">
                  <a:pos x="T4" y="T5"/>
                </a:cxn>
                <a:cxn ang="0">
                  <a:pos x="T6" y="T7"/>
                </a:cxn>
                <a:cxn ang="0">
                  <a:pos x="T8" y="T9"/>
                </a:cxn>
                <a:cxn ang="0">
                  <a:pos x="T10" y="T11"/>
                </a:cxn>
                <a:cxn ang="0">
                  <a:pos x="T12" y="T13"/>
                </a:cxn>
              </a:cxnLst>
              <a:rect l="0" t="0" r="r" b="b"/>
              <a:pathLst>
                <a:path w="291" h="401">
                  <a:moveTo>
                    <a:pt x="291" y="93"/>
                  </a:moveTo>
                  <a:lnTo>
                    <a:pt x="175" y="155"/>
                  </a:lnTo>
                  <a:lnTo>
                    <a:pt x="45" y="401"/>
                  </a:lnTo>
                  <a:lnTo>
                    <a:pt x="0" y="388"/>
                  </a:lnTo>
                  <a:lnTo>
                    <a:pt x="114" y="122"/>
                  </a:lnTo>
                  <a:lnTo>
                    <a:pt x="248" y="0"/>
                  </a:lnTo>
                  <a:lnTo>
                    <a:pt x="291" y="93"/>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4" name="Freeform 84"/>
            <p:cNvSpPr/>
            <p:nvPr>
              <p:custDataLst>
                <p:tags r:id="rId83"/>
              </p:custDataLst>
            </p:nvPr>
          </p:nvSpPr>
          <p:spPr bwMode="auto">
            <a:xfrm>
              <a:off x="7262813" y="4040188"/>
              <a:ext cx="776288" cy="801688"/>
            </a:xfrm>
            <a:custGeom>
              <a:avLst/>
              <a:gdLst>
                <a:gd name="T0" fmla="*/ 0 w 489"/>
                <a:gd name="T1" fmla="*/ 446 h 505"/>
                <a:gd name="T2" fmla="*/ 13 w 489"/>
                <a:gd name="T3" fmla="*/ 81 h 505"/>
                <a:gd name="T4" fmla="*/ 411 w 489"/>
                <a:gd name="T5" fmla="*/ 0 h 505"/>
                <a:gd name="T6" fmla="*/ 489 w 489"/>
                <a:gd name="T7" fmla="*/ 505 h 505"/>
                <a:gd name="T8" fmla="*/ 309 w 489"/>
                <a:gd name="T9" fmla="*/ 477 h 505"/>
                <a:gd name="T10" fmla="*/ 0 w 489"/>
                <a:gd name="T11" fmla="*/ 446 h 505"/>
              </a:gdLst>
              <a:ahLst/>
              <a:cxnLst>
                <a:cxn ang="0">
                  <a:pos x="T0" y="T1"/>
                </a:cxn>
                <a:cxn ang="0">
                  <a:pos x="T2" y="T3"/>
                </a:cxn>
                <a:cxn ang="0">
                  <a:pos x="T4" y="T5"/>
                </a:cxn>
                <a:cxn ang="0">
                  <a:pos x="T6" y="T7"/>
                </a:cxn>
                <a:cxn ang="0">
                  <a:pos x="T8" y="T9"/>
                </a:cxn>
                <a:cxn ang="0">
                  <a:pos x="T10" y="T11"/>
                </a:cxn>
              </a:cxnLst>
              <a:rect l="0" t="0" r="r" b="b"/>
              <a:pathLst>
                <a:path w="489" h="505">
                  <a:moveTo>
                    <a:pt x="0" y="446"/>
                  </a:moveTo>
                  <a:lnTo>
                    <a:pt x="13" y="81"/>
                  </a:lnTo>
                  <a:lnTo>
                    <a:pt x="411" y="0"/>
                  </a:lnTo>
                  <a:lnTo>
                    <a:pt x="489" y="505"/>
                  </a:lnTo>
                  <a:lnTo>
                    <a:pt x="309" y="477"/>
                  </a:lnTo>
                  <a:lnTo>
                    <a:pt x="0" y="446"/>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1405" name="Freeform 85"/>
            <p:cNvSpPr/>
            <p:nvPr>
              <p:custDataLst>
                <p:tags r:id="rId84"/>
              </p:custDataLst>
            </p:nvPr>
          </p:nvSpPr>
          <p:spPr bwMode="auto">
            <a:xfrm>
              <a:off x="6929438" y="3648075"/>
              <a:ext cx="1247775" cy="796925"/>
            </a:xfrm>
            <a:custGeom>
              <a:avLst/>
              <a:gdLst>
                <a:gd name="T0" fmla="*/ 517 w 655"/>
                <a:gd name="T1" fmla="*/ 206 h 419"/>
                <a:gd name="T2" fmla="*/ 192 w 655"/>
                <a:gd name="T3" fmla="*/ 294 h 419"/>
                <a:gd name="T4" fmla="*/ 54 w 655"/>
                <a:gd name="T5" fmla="*/ 419 h 419"/>
                <a:gd name="T6" fmla="*/ 0 w 655"/>
                <a:gd name="T7" fmla="*/ 306 h 419"/>
                <a:gd name="T8" fmla="*/ 148 w 655"/>
                <a:gd name="T9" fmla="*/ 144 h 419"/>
                <a:gd name="T10" fmla="*/ 255 w 655"/>
                <a:gd name="T11" fmla="*/ 120 h 419"/>
                <a:gd name="T12" fmla="*/ 409 w 655"/>
                <a:gd name="T13" fmla="*/ 99 h 419"/>
                <a:gd name="T14" fmla="*/ 457 w 655"/>
                <a:gd name="T15" fmla="*/ 103 h 419"/>
                <a:gd name="T16" fmla="*/ 564 w 655"/>
                <a:gd name="T17" fmla="*/ 11 h 419"/>
                <a:gd name="T18" fmla="*/ 576 w 655"/>
                <a:gd name="T19" fmla="*/ 0 h 419"/>
                <a:gd name="T20" fmla="*/ 655 w 655"/>
                <a:gd name="T21" fmla="*/ 82 h 419"/>
                <a:gd name="T22" fmla="*/ 517 w 655"/>
                <a:gd name="T23" fmla="*/ 206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55" h="419">
                  <a:moveTo>
                    <a:pt x="517" y="206"/>
                  </a:moveTo>
                  <a:cubicBezTo>
                    <a:pt x="192" y="294"/>
                    <a:pt x="192" y="294"/>
                    <a:pt x="192" y="294"/>
                  </a:cubicBezTo>
                  <a:cubicBezTo>
                    <a:pt x="54" y="419"/>
                    <a:pt x="54" y="419"/>
                    <a:pt x="54" y="419"/>
                  </a:cubicBezTo>
                  <a:cubicBezTo>
                    <a:pt x="0" y="306"/>
                    <a:pt x="0" y="306"/>
                    <a:pt x="0" y="306"/>
                  </a:cubicBezTo>
                  <a:cubicBezTo>
                    <a:pt x="148" y="144"/>
                    <a:pt x="148" y="144"/>
                    <a:pt x="148" y="144"/>
                  </a:cubicBezTo>
                  <a:cubicBezTo>
                    <a:pt x="155" y="138"/>
                    <a:pt x="255" y="120"/>
                    <a:pt x="255" y="120"/>
                  </a:cubicBezTo>
                  <a:cubicBezTo>
                    <a:pt x="308" y="133"/>
                    <a:pt x="363" y="125"/>
                    <a:pt x="409" y="99"/>
                  </a:cubicBezTo>
                  <a:cubicBezTo>
                    <a:pt x="457" y="103"/>
                    <a:pt x="457" y="103"/>
                    <a:pt x="457" y="103"/>
                  </a:cubicBezTo>
                  <a:cubicBezTo>
                    <a:pt x="564" y="11"/>
                    <a:pt x="564" y="11"/>
                    <a:pt x="564" y="11"/>
                  </a:cubicBezTo>
                  <a:cubicBezTo>
                    <a:pt x="576" y="0"/>
                    <a:pt x="576" y="0"/>
                    <a:pt x="576" y="0"/>
                  </a:cubicBezTo>
                  <a:cubicBezTo>
                    <a:pt x="655" y="82"/>
                    <a:pt x="655" y="82"/>
                    <a:pt x="655" y="82"/>
                  </a:cubicBezTo>
                  <a:lnTo>
                    <a:pt x="517" y="206"/>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1406" name="Freeform 86"/>
            <p:cNvSpPr/>
            <p:nvPr>
              <p:custDataLst>
                <p:tags r:id="rId85"/>
              </p:custDataLst>
            </p:nvPr>
          </p:nvSpPr>
          <p:spPr bwMode="auto">
            <a:xfrm>
              <a:off x="7424738" y="3625850"/>
              <a:ext cx="204788" cy="357188"/>
            </a:xfrm>
            <a:custGeom>
              <a:avLst/>
              <a:gdLst>
                <a:gd name="T0" fmla="*/ 17 w 107"/>
                <a:gd name="T1" fmla="*/ 22 h 187"/>
                <a:gd name="T2" fmla="*/ 29 w 107"/>
                <a:gd name="T3" fmla="*/ 90 h 187"/>
                <a:gd name="T4" fmla="*/ 4 w 107"/>
                <a:gd name="T5" fmla="*/ 130 h 187"/>
                <a:gd name="T6" fmla="*/ 0 w 107"/>
                <a:gd name="T7" fmla="*/ 131 h 187"/>
                <a:gd name="T8" fmla="*/ 87 w 107"/>
                <a:gd name="T9" fmla="*/ 185 h 187"/>
                <a:gd name="T10" fmla="*/ 107 w 107"/>
                <a:gd name="T11" fmla="*/ 175 h 187"/>
                <a:gd name="T12" fmla="*/ 39 w 107"/>
                <a:gd name="T13" fmla="*/ 12 h 187"/>
                <a:gd name="T14" fmla="*/ 34 w 107"/>
                <a:gd name="T15" fmla="*/ 0 h 187"/>
                <a:gd name="T16" fmla="*/ 24 w 107"/>
                <a:gd name="T17" fmla="*/ 8 h 187"/>
                <a:gd name="T18" fmla="*/ 17 w 107"/>
                <a:gd name="T19" fmla="*/ 22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7" h="187">
                  <a:moveTo>
                    <a:pt x="17" y="22"/>
                  </a:moveTo>
                  <a:cubicBezTo>
                    <a:pt x="29" y="90"/>
                    <a:pt x="29" y="90"/>
                    <a:pt x="29" y="90"/>
                  </a:cubicBezTo>
                  <a:cubicBezTo>
                    <a:pt x="32" y="107"/>
                    <a:pt x="22" y="124"/>
                    <a:pt x="4" y="130"/>
                  </a:cubicBezTo>
                  <a:cubicBezTo>
                    <a:pt x="0" y="131"/>
                    <a:pt x="0" y="131"/>
                    <a:pt x="0" y="131"/>
                  </a:cubicBezTo>
                  <a:cubicBezTo>
                    <a:pt x="0" y="131"/>
                    <a:pt x="82" y="187"/>
                    <a:pt x="87" y="185"/>
                  </a:cubicBezTo>
                  <a:cubicBezTo>
                    <a:pt x="92" y="184"/>
                    <a:pt x="107" y="175"/>
                    <a:pt x="107" y="175"/>
                  </a:cubicBezTo>
                  <a:cubicBezTo>
                    <a:pt x="39" y="12"/>
                    <a:pt x="39" y="12"/>
                    <a:pt x="39" y="12"/>
                  </a:cubicBezTo>
                  <a:cubicBezTo>
                    <a:pt x="34" y="0"/>
                    <a:pt x="34" y="0"/>
                    <a:pt x="34" y="0"/>
                  </a:cubicBezTo>
                  <a:cubicBezTo>
                    <a:pt x="24" y="8"/>
                    <a:pt x="24" y="8"/>
                    <a:pt x="24" y="8"/>
                  </a:cubicBezTo>
                  <a:lnTo>
                    <a:pt x="17" y="22"/>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7" name="Freeform 87"/>
            <p:cNvSpPr/>
            <p:nvPr>
              <p:custDataLst>
                <p:tags r:id="rId86"/>
              </p:custDataLst>
            </p:nvPr>
          </p:nvSpPr>
          <p:spPr bwMode="auto">
            <a:xfrm>
              <a:off x="7299325" y="3436938"/>
              <a:ext cx="92075" cy="120650"/>
            </a:xfrm>
            <a:custGeom>
              <a:avLst/>
              <a:gdLst>
                <a:gd name="T0" fmla="*/ 0 w 58"/>
                <a:gd name="T1" fmla="*/ 19 h 76"/>
                <a:gd name="T2" fmla="*/ 26 w 58"/>
                <a:gd name="T3" fmla="*/ 67 h 76"/>
                <a:gd name="T4" fmla="*/ 58 w 58"/>
                <a:gd name="T5" fmla="*/ 76 h 76"/>
                <a:gd name="T6" fmla="*/ 58 w 58"/>
                <a:gd name="T7" fmla="*/ 0 h 76"/>
                <a:gd name="T8" fmla="*/ 0 w 58"/>
                <a:gd name="T9" fmla="*/ 19 h 76"/>
              </a:gdLst>
              <a:ahLst/>
              <a:cxnLst>
                <a:cxn ang="0">
                  <a:pos x="T0" y="T1"/>
                </a:cxn>
                <a:cxn ang="0">
                  <a:pos x="T2" y="T3"/>
                </a:cxn>
                <a:cxn ang="0">
                  <a:pos x="T4" y="T5"/>
                </a:cxn>
                <a:cxn ang="0">
                  <a:pos x="T6" y="T7"/>
                </a:cxn>
                <a:cxn ang="0">
                  <a:pos x="T8" y="T9"/>
                </a:cxn>
              </a:cxnLst>
              <a:rect l="0" t="0" r="r" b="b"/>
              <a:pathLst>
                <a:path w="58" h="76">
                  <a:moveTo>
                    <a:pt x="0" y="19"/>
                  </a:moveTo>
                  <a:lnTo>
                    <a:pt x="26" y="67"/>
                  </a:lnTo>
                  <a:lnTo>
                    <a:pt x="58" y="76"/>
                  </a:lnTo>
                  <a:lnTo>
                    <a:pt x="58" y="0"/>
                  </a:lnTo>
                  <a:lnTo>
                    <a:pt x="0" y="19"/>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20" name="Freeform 88"/>
            <p:cNvSpPr/>
            <p:nvPr>
              <p:custDataLst>
                <p:tags r:id="rId87"/>
              </p:custDataLst>
            </p:nvPr>
          </p:nvSpPr>
          <p:spPr bwMode="auto">
            <a:xfrm>
              <a:off x="7281863" y="3262313"/>
              <a:ext cx="615950" cy="577850"/>
            </a:xfrm>
            <a:custGeom>
              <a:avLst/>
              <a:gdLst>
                <a:gd name="T0" fmla="*/ 228 w 323"/>
                <a:gd name="T1" fmla="*/ 93 h 303"/>
                <a:gd name="T2" fmla="*/ 323 w 323"/>
                <a:gd name="T3" fmla="*/ 259 h 303"/>
                <a:gd name="T4" fmla="*/ 138 w 323"/>
                <a:gd name="T5" fmla="*/ 303 h 303"/>
                <a:gd name="T6" fmla="*/ 86 w 323"/>
                <a:gd name="T7" fmla="*/ 201 h 303"/>
                <a:gd name="T8" fmla="*/ 53 w 323"/>
                <a:gd name="T9" fmla="*/ 217 h 303"/>
                <a:gd name="T10" fmla="*/ 4 w 323"/>
                <a:gd name="T11" fmla="*/ 138 h 303"/>
                <a:gd name="T12" fmla="*/ 38 w 323"/>
                <a:gd name="T13" fmla="*/ 147 h 303"/>
                <a:gd name="T14" fmla="*/ 52 w 323"/>
                <a:gd name="T15" fmla="*/ 46 h 303"/>
                <a:gd name="T16" fmla="*/ 182 w 323"/>
                <a:gd name="T17" fmla="*/ 0 h 303"/>
                <a:gd name="T18" fmla="*/ 228 w 323"/>
                <a:gd name="T19" fmla="*/ 93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3" h="303">
                  <a:moveTo>
                    <a:pt x="228" y="93"/>
                  </a:moveTo>
                  <a:cubicBezTo>
                    <a:pt x="323" y="259"/>
                    <a:pt x="323" y="259"/>
                    <a:pt x="323" y="259"/>
                  </a:cubicBezTo>
                  <a:cubicBezTo>
                    <a:pt x="138" y="303"/>
                    <a:pt x="138" y="303"/>
                    <a:pt x="138" y="303"/>
                  </a:cubicBezTo>
                  <a:cubicBezTo>
                    <a:pt x="86" y="201"/>
                    <a:pt x="86" y="201"/>
                    <a:pt x="86" y="201"/>
                  </a:cubicBezTo>
                  <a:cubicBezTo>
                    <a:pt x="86" y="201"/>
                    <a:pt x="77" y="218"/>
                    <a:pt x="53" y="217"/>
                  </a:cubicBezTo>
                  <a:cubicBezTo>
                    <a:pt x="27" y="216"/>
                    <a:pt x="0" y="152"/>
                    <a:pt x="4" y="138"/>
                  </a:cubicBezTo>
                  <a:cubicBezTo>
                    <a:pt x="7" y="124"/>
                    <a:pt x="38" y="147"/>
                    <a:pt x="38" y="147"/>
                  </a:cubicBezTo>
                  <a:cubicBezTo>
                    <a:pt x="38" y="147"/>
                    <a:pt x="29" y="61"/>
                    <a:pt x="52" y="46"/>
                  </a:cubicBezTo>
                  <a:cubicBezTo>
                    <a:pt x="74" y="32"/>
                    <a:pt x="182" y="0"/>
                    <a:pt x="182" y="0"/>
                  </a:cubicBezTo>
                  <a:lnTo>
                    <a:pt x="228" y="93"/>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21" name="Freeform 89"/>
            <p:cNvSpPr/>
            <p:nvPr>
              <p:custDataLst>
                <p:tags r:id="rId88"/>
              </p:custDataLst>
            </p:nvPr>
          </p:nvSpPr>
          <p:spPr bwMode="auto">
            <a:xfrm>
              <a:off x="7367588" y="3500438"/>
              <a:ext cx="558800" cy="609600"/>
            </a:xfrm>
            <a:custGeom>
              <a:avLst/>
              <a:gdLst>
                <a:gd name="T0" fmla="*/ 220 w 293"/>
                <a:gd name="T1" fmla="*/ 14 h 320"/>
                <a:gd name="T2" fmla="*/ 283 w 293"/>
                <a:gd name="T3" fmla="*/ 86 h 320"/>
                <a:gd name="T4" fmla="*/ 290 w 293"/>
                <a:gd name="T5" fmla="*/ 98 h 320"/>
                <a:gd name="T6" fmla="*/ 293 w 293"/>
                <a:gd name="T7" fmla="*/ 267 h 320"/>
                <a:gd name="T8" fmla="*/ 288 w 293"/>
                <a:gd name="T9" fmla="*/ 277 h 320"/>
                <a:gd name="T10" fmla="*/ 263 w 293"/>
                <a:gd name="T11" fmla="*/ 297 h 320"/>
                <a:gd name="T12" fmla="*/ 178 w 293"/>
                <a:gd name="T13" fmla="*/ 307 h 320"/>
                <a:gd name="T14" fmla="*/ 114 w 293"/>
                <a:gd name="T15" fmla="*/ 266 h 320"/>
                <a:gd name="T16" fmla="*/ 74 w 293"/>
                <a:gd name="T17" fmla="*/ 172 h 320"/>
                <a:gd name="T18" fmla="*/ 41 w 293"/>
                <a:gd name="T19" fmla="*/ 77 h 320"/>
                <a:gd name="T20" fmla="*/ 41 w 293"/>
                <a:gd name="T21" fmla="*/ 75 h 320"/>
                <a:gd name="T22" fmla="*/ 4 w 293"/>
                <a:gd name="T23" fmla="*/ 7 h 320"/>
                <a:gd name="T24" fmla="*/ 22 w 293"/>
                <a:gd name="T25" fmla="*/ 7 h 320"/>
                <a:gd name="T26" fmla="*/ 30 w 293"/>
                <a:gd name="T27" fmla="*/ 6 h 320"/>
                <a:gd name="T28" fmla="*/ 35 w 293"/>
                <a:gd name="T29" fmla="*/ 6 h 320"/>
                <a:gd name="T30" fmla="*/ 69 w 293"/>
                <a:gd name="T31" fmla="*/ 72 h 320"/>
                <a:gd name="T32" fmla="*/ 80 w 293"/>
                <a:gd name="T33" fmla="*/ 79 h 320"/>
                <a:gd name="T34" fmla="*/ 131 w 293"/>
                <a:gd name="T35" fmla="*/ 83 h 320"/>
                <a:gd name="T36" fmla="*/ 138 w 293"/>
                <a:gd name="T37" fmla="*/ 81 h 320"/>
                <a:gd name="T38" fmla="*/ 188 w 293"/>
                <a:gd name="T39" fmla="*/ 59 h 320"/>
                <a:gd name="T40" fmla="*/ 196 w 293"/>
                <a:gd name="T41" fmla="*/ 22 h 320"/>
                <a:gd name="T42" fmla="*/ 220 w 293"/>
                <a:gd name="T43" fmla="*/ 1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93" h="320">
                  <a:moveTo>
                    <a:pt x="220" y="14"/>
                  </a:moveTo>
                  <a:cubicBezTo>
                    <a:pt x="283" y="86"/>
                    <a:pt x="283" y="86"/>
                    <a:pt x="283" y="86"/>
                  </a:cubicBezTo>
                  <a:cubicBezTo>
                    <a:pt x="289" y="93"/>
                    <a:pt x="290" y="96"/>
                    <a:pt x="290" y="98"/>
                  </a:cubicBezTo>
                  <a:cubicBezTo>
                    <a:pt x="293" y="267"/>
                    <a:pt x="293" y="267"/>
                    <a:pt x="293" y="267"/>
                  </a:cubicBezTo>
                  <a:cubicBezTo>
                    <a:pt x="293" y="271"/>
                    <a:pt x="291" y="274"/>
                    <a:pt x="288" y="277"/>
                  </a:cubicBezTo>
                  <a:cubicBezTo>
                    <a:pt x="263" y="297"/>
                    <a:pt x="263" y="297"/>
                    <a:pt x="263" y="297"/>
                  </a:cubicBezTo>
                  <a:cubicBezTo>
                    <a:pt x="240" y="316"/>
                    <a:pt x="206" y="320"/>
                    <a:pt x="178" y="307"/>
                  </a:cubicBezTo>
                  <a:cubicBezTo>
                    <a:pt x="153" y="296"/>
                    <a:pt x="125" y="282"/>
                    <a:pt x="114" y="266"/>
                  </a:cubicBezTo>
                  <a:cubicBezTo>
                    <a:pt x="80" y="219"/>
                    <a:pt x="74" y="172"/>
                    <a:pt x="74" y="172"/>
                  </a:cubicBezTo>
                  <a:cubicBezTo>
                    <a:pt x="41" y="77"/>
                    <a:pt x="41" y="77"/>
                    <a:pt x="41" y="77"/>
                  </a:cubicBezTo>
                  <a:cubicBezTo>
                    <a:pt x="41" y="76"/>
                    <a:pt x="41" y="76"/>
                    <a:pt x="41" y="75"/>
                  </a:cubicBezTo>
                  <a:cubicBezTo>
                    <a:pt x="4" y="7"/>
                    <a:pt x="4" y="7"/>
                    <a:pt x="4" y="7"/>
                  </a:cubicBezTo>
                  <a:cubicBezTo>
                    <a:pt x="0" y="0"/>
                    <a:pt x="15" y="9"/>
                    <a:pt x="22" y="7"/>
                  </a:cubicBezTo>
                  <a:cubicBezTo>
                    <a:pt x="30" y="6"/>
                    <a:pt x="30" y="6"/>
                    <a:pt x="30" y="6"/>
                  </a:cubicBezTo>
                  <a:cubicBezTo>
                    <a:pt x="36" y="4"/>
                    <a:pt x="32" y="0"/>
                    <a:pt x="35" y="6"/>
                  </a:cubicBezTo>
                  <a:cubicBezTo>
                    <a:pt x="69" y="72"/>
                    <a:pt x="69" y="72"/>
                    <a:pt x="69" y="72"/>
                  </a:cubicBezTo>
                  <a:cubicBezTo>
                    <a:pt x="71" y="76"/>
                    <a:pt x="75" y="79"/>
                    <a:pt x="80" y="79"/>
                  </a:cubicBezTo>
                  <a:cubicBezTo>
                    <a:pt x="131" y="83"/>
                    <a:pt x="131" y="83"/>
                    <a:pt x="131" y="83"/>
                  </a:cubicBezTo>
                  <a:cubicBezTo>
                    <a:pt x="134" y="83"/>
                    <a:pt x="136" y="82"/>
                    <a:pt x="138" y="81"/>
                  </a:cubicBezTo>
                  <a:cubicBezTo>
                    <a:pt x="188" y="59"/>
                    <a:pt x="188" y="59"/>
                    <a:pt x="188" y="59"/>
                  </a:cubicBezTo>
                  <a:cubicBezTo>
                    <a:pt x="188" y="59"/>
                    <a:pt x="199" y="55"/>
                    <a:pt x="196" y="22"/>
                  </a:cubicBezTo>
                  <a:cubicBezTo>
                    <a:pt x="195" y="10"/>
                    <a:pt x="212" y="4"/>
                    <a:pt x="220" y="14"/>
                  </a:cubicBezTo>
                  <a:close/>
                </a:path>
              </a:pathLst>
            </a:custGeom>
            <a:solidFill>
              <a:srgbClr val="350C0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22" name="Freeform 90"/>
            <p:cNvSpPr/>
            <p:nvPr>
              <p:custDataLst>
                <p:tags r:id="rId89"/>
              </p:custDataLst>
            </p:nvPr>
          </p:nvSpPr>
          <p:spPr bwMode="auto">
            <a:xfrm>
              <a:off x="7567613" y="3663950"/>
              <a:ext cx="234950" cy="128588"/>
            </a:xfrm>
            <a:custGeom>
              <a:avLst/>
              <a:gdLst>
                <a:gd name="T0" fmla="*/ 69 w 123"/>
                <a:gd name="T1" fmla="*/ 15 h 67"/>
                <a:gd name="T2" fmla="*/ 90 w 123"/>
                <a:gd name="T3" fmla="*/ 3 h 67"/>
                <a:gd name="T4" fmla="*/ 117 w 123"/>
                <a:gd name="T5" fmla="*/ 13 h 67"/>
                <a:gd name="T6" fmla="*/ 99 w 123"/>
                <a:gd name="T7" fmla="*/ 47 h 67"/>
                <a:gd name="T8" fmla="*/ 43 w 123"/>
                <a:gd name="T9" fmla="*/ 64 h 67"/>
                <a:gd name="T10" fmla="*/ 7 w 123"/>
                <a:gd name="T11" fmla="*/ 48 h 67"/>
                <a:gd name="T12" fmla="*/ 13 w 123"/>
                <a:gd name="T13" fmla="*/ 20 h 67"/>
                <a:gd name="T14" fmla="*/ 37 w 123"/>
                <a:gd name="T15" fmla="*/ 18 h 67"/>
                <a:gd name="T16" fmla="*/ 69 w 123"/>
                <a:gd name="T17" fmla="*/ 15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3" h="67">
                  <a:moveTo>
                    <a:pt x="69" y="15"/>
                  </a:moveTo>
                  <a:cubicBezTo>
                    <a:pt x="69" y="15"/>
                    <a:pt x="79" y="6"/>
                    <a:pt x="90" y="3"/>
                  </a:cubicBezTo>
                  <a:cubicBezTo>
                    <a:pt x="100" y="0"/>
                    <a:pt x="111" y="1"/>
                    <a:pt x="117" y="13"/>
                  </a:cubicBezTo>
                  <a:cubicBezTo>
                    <a:pt x="123" y="24"/>
                    <a:pt x="113" y="36"/>
                    <a:pt x="99" y="47"/>
                  </a:cubicBezTo>
                  <a:cubicBezTo>
                    <a:pt x="91" y="54"/>
                    <a:pt x="62" y="67"/>
                    <a:pt x="43" y="64"/>
                  </a:cubicBezTo>
                  <a:cubicBezTo>
                    <a:pt x="24" y="61"/>
                    <a:pt x="13" y="57"/>
                    <a:pt x="7" y="48"/>
                  </a:cubicBezTo>
                  <a:cubicBezTo>
                    <a:pt x="0" y="38"/>
                    <a:pt x="5" y="25"/>
                    <a:pt x="13" y="20"/>
                  </a:cubicBezTo>
                  <a:cubicBezTo>
                    <a:pt x="21" y="15"/>
                    <a:pt x="32" y="16"/>
                    <a:pt x="37" y="18"/>
                  </a:cubicBezTo>
                  <a:cubicBezTo>
                    <a:pt x="42" y="20"/>
                    <a:pt x="55" y="25"/>
                    <a:pt x="69" y="1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23" name="Freeform 91"/>
            <p:cNvSpPr/>
            <p:nvPr>
              <p:custDataLst>
                <p:tags r:id="rId90"/>
              </p:custDataLst>
            </p:nvPr>
          </p:nvSpPr>
          <p:spPr bwMode="auto">
            <a:xfrm>
              <a:off x="7539038" y="3455988"/>
              <a:ext cx="38100" cy="58738"/>
            </a:xfrm>
            <a:custGeom>
              <a:avLst/>
              <a:gdLst>
                <a:gd name="T0" fmla="*/ 4 w 20"/>
                <a:gd name="T1" fmla="*/ 18 h 31"/>
                <a:gd name="T2" fmla="*/ 16 w 20"/>
                <a:gd name="T3" fmla="*/ 30 h 31"/>
                <a:gd name="T4" fmla="*/ 17 w 20"/>
                <a:gd name="T5" fmla="*/ 13 h 31"/>
                <a:gd name="T6" fmla="*/ 5 w 20"/>
                <a:gd name="T7" fmla="*/ 1 h 31"/>
                <a:gd name="T8" fmla="*/ 4 w 20"/>
                <a:gd name="T9" fmla="*/ 18 h 31"/>
              </a:gdLst>
              <a:ahLst/>
              <a:cxnLst>
                <a:cxn ang="0">
                  <a:pos x="T0" y="T1"/>
                </a:cxn>
                <a:cxn ang="0">
                  <a:pos x="T2" y="T3"/>
                </a:cxn>
                <a:cxn ang="0">
                  <a:pos x="T4" y="T5"/>
                </a:cxn>
                <a:cxn ang="0">
                  <a:pos x="T6" y="T7"/>
                </a:cxn>
                <a:cxn ang="0">
                  <a:pos x="T8" y="T9"/>
                </a:cxn>
              </a:cxnLst>
              <a:rect l="0" t="0" r="r" b="b"/>
              <a:pathLst>
                <a:path w="20" h="31">
                  <a:moveTo>
                    <a:pt x="4" y="18"/>
                  </a:moveTo>
                  <a:cubicBezTo>
                    <a:pt x="7" y="26"/>
                    <a:pt x="12" y="31"/>
                    <a:pt x="16" y="30"/>
                  </a:cubicBezTo>
                  <a:cubicBezTo>
                    <a:pt x="20" y="29"/>
                    <a:pt x="20" y="21"/>
                    <a:pt x="17" y="13"/>
                  </a:cubicBezTo>
                  <a:cubicBezTo>
                    <a:pt x="14" y="5"/>
                    <a:pt x="8" y="0"/>
                    <a:pt x="5" y="1"/>
                  </a:cubicBezTo>
                  <a:cubicBezTo>
                    <a:pt x="1" y="2"/>
                    <a:pt x="0" y="10"/>
                    <a:pt x="4" y="18"/>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24" name="Freeform 92"/>
            <p:cNvSpPr/>
            <p:nvPr>
              <p:custDataLst>
                <p:tags r:id="rId91"/>
              </p:custDataLst>
            </p:nvPr>
          </p:nvSpPr>
          <p:spPr bwMode="auto">
            <a:xfrm>
              <a:off x="7640638" y="3411538"/>
              <a:ext cx="36513" cy="58738"/>
            </a:xfrm>
            <a:custGeom>
              <a:avLst/>
              <a:gdLst>
                <a:gd name="T0" fmla="*/ 3 w 19"/>
                <a:gd name="T1" fmla="*/ 18 h 31"/>
                <a:gd name="T2" fmla="*/ 15 w 19"/>
                <a:gd name="T3" fmla="*/ 30 h 31"/>
                <a:gd name="T4" fmla="*/ 16 w 19"/>
                <a:gd name="T5" fmla="*/ 14 h 31"/>
                <a:gd name="T6" fmla="*/ 4 w 19"/>
                <a:gd name="T7" fmla="*/ 1 h 31"/>
                <a:gd name="T8" fmla="*/ 3 w 19"/>
                <a:gd name="T9" fmla="*/ 18 h 31"/>
              </a:gdLst>
              <a:ahLst/>
              <a:cxnLst>
                <a:cxn ang="0">
                  <a:pos x="T0" y="T1"/>
                </a:cxn>
                <a:cxn ang="0">
                  <a:pos x="T2" y="T3"/>
                </a:cxn>
                <a:cxn ang="0">
                  <a:pos x="T4" y="T5"/>
                </a:cxn>
                <a:cxn ang="0">
                  <a:pos x="T6" y="T7"/>
                </a:cxn>
                <a:cxn ang="0">
                  <a:pos x="T8" y="T9"/>
                </a:cxn>
              </a:cxnLst>
              <a:rect l="0" t="0" r="r" b="b"/>
              <a:pathLst>
                <a:path w="19" h="31">
                  <a:moveTo>
                    <a:pt x="3" y="18"/>
                  </a:moveTo>
                  <a:cubicBezTo>
                    <a:pt x="6" y="26"/>
                    <a:pt x="12" y="31"/>
                    <a:pt x="15" y="30"/>
                  </a:cubicBezTo>
                  <a:cubicBezTo>
                    <a:pt x="19" y="29"/>
                    <a:pt x="19" y="22"/>
                    <a:pt x="16" y="14"/>
                  </a:cubicBezTo>
                  <a:cubicBezTo>
                    <a:pt x="13" y="6"/>
                    <a:pt x="7" y="0"/>
                    <a:pt x="4" y="1"/>
                  </a:cubicBezTo>
                  <a:cubicBezTo>
                    <a:pt x="0" y="3"/>
                    <a:pt x="0" y="10"/>
                    <a:pt x="3" y="18"/>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25" name="Freeform 93"/>
            <p:cNvSpPr>
              <a:spLocks noEditPoints="1"/>
            </p:cNvSpPr>
            <p:nvPr>
              <p:custDataLst>
                <p:tags r:id="rId92"/>
              </p:custDataLst>
            </p:nvPr>
          </p:nvSpPr>
          <p:spPr bwMode="auto">
            <a:xfrm>
              <a:off x="7450138" y="3398838"/>
              <a:ext cx="184150" cy="211138"/>
            </a:xfrm>
            <a:custGeom>
              <a:avLst/>
              <a:gdLst>
                <a:gd name="T0" fmla="*/ 69 w 97"/>
                <a:gd name="T1" fmla="*/ 104 h 111"/>
                <a:gd name="T2" fmla="*/ 12 w 97"/>
                <a:gd name="T3" fmla="*/ 68 h 111"/>
                <a:gd name="T4" fmla="*/ 28 w 97"/>
                <a:gd name="T5" fmla="*/ 7 h 111"/>
                <a:gd name="T6" fmla="*/ 86 w 97"/>
                <a:gd name="T7" fmla="*/ 42 h 111"/>
                <a:gd name="T8" fmla="*/ 69 w 97"/>
                <a:gd name="T9" fmla="*/ 104 h 111"/>
                <a:gd name="T10" fmla="*/ 33 w 97"/>
                <a:gd name="T11" fmla="*/ 17 h 111"/>
                <a:gd name="T12" fmla="*/ 23 w 97"/>
                <a:gd name="T13" fmla="*/ 64 h 111"/>
                <a:gd name="T14" fmla="*/ 65 w 97"/>
                <a:gd name="T15" fmla="*/ 93 h 111"/>
                <a:gd name="T16" fmla="*/ 74 w 97"/>
                <a:gd name="T17" fmla="*/ 46 h 111"/>
                <a:gd name="T18" fmla="*/ 33 w 97"/>
                <a:gd name="T19" fmla="*/ 17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7" h="111">
                  <a:moveTo>
                    <a:pt x="69" y="104"/>
                  </a:moveTo>
                  <a:cubicBezTo>
                    <a:pt x="48" y="111"/>
                    <a:pt x="23" y="95"/>
                    <a:pt x="12" y="68"/>
                  </a:cubicBezTo>
                  <a:cubicBezTo>
                    <a:pt x="0" y="41"/>
                    <a:pt x="8" y="14"/>
                    <a:pt x="28" y="7"/>
                  </a:cubicBezTo>
                  <a:cubicBezTo>
                    <a:pt x="49" y="0"/>
                    <a:pt x="74" y="15"/>
                    <a:pt x="86" y="42"/>
                  </a:cubicBezTo>
                  <a:cubicBezTo>
                    <a:pt x="97" y="69"/>
                    <a:pt x="89" y="96"/>
                    <a:pt x="69" y="104"/>
                  </a:cubicBezTo>
                  <a:close/>
                  <a:moveTo>
                    <a:pt x="33" y="17"/>
                  </a:moveTo>
                  <a:cubicBezTo>
                    <a:pt x="19" y="22"/>
                    <a:pt x="14" y="44"/>
                    <a:pt x="23" y="64"/>
                  </a:cubicBezTo>
                  <a:cubicBezTo>
                    <a:pt x="32" y="85"/>
                    <a:pt x="51" y="98"/>
                    <a:pt x="65" y="93"/>
                  </a:cubicBezTo>
                  <a:cubicBezTo>
                    <a:pt x="78" y="88"/>
                    <a:pt x="83" y="67"/>
                    <a:pt x="74" y="46"/>
                  </a:cubicBezTo>
                  <a:cubicBezTo>
                    <a:pt x="66" y="26"/>
                    <a:pt x="47" y="12"/>
                    <a:pt x="33" y="17"/>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26" name="Freeform 94"/>
            <p:cNvSpPr>
              <a:spLocks noEditPoints="1"/>
            </p:cNvSpPr>
            <p:nvPr>
              <p:custDataLst>
                <p:tags r:id="rId93"/>
              </p:custDataLst>
            </p:nvPr>
          </p:nvSpPr>
          <p:spPr bwMode="auto">
            <a:xfrm>
              <a:off x="7586663" y="3348038"/>
              <a:ext cx="182563" cy="214313"/>
            </a:xfrm>
            <a:custGeom>
              <a:avLst/>
              <a:gdLst>
                <a:gd name="T0" fmla="*/ 68 w 96"/>
                <a:gd name="T1" fmla="*/ 104 h 112"/>
                <a:gd name="T2" fmla="*/ 11 w 96"/>
                <a:gd name="T3" fmla="*/ 69 h 112"/>
                <a:gd name="T4" fmla="*/ 28 w 96"/>
                <a:gd name="T5" fmla="*/ 8 h 112"/>
                <a:gd name="T6" fmla="*/ 85 w 96"/>
                <a:gd name="T7" fmla="*/ 43 h 112"/>
                <a:gd name="T8" fmla="*/ 68 w 96"/>
                <a:gd name="T9" fmla="*/ 104 h 112"/>
                <a:gd name="T10" fmla="*/ 32 w 96"/>
                <a:gd name="T11" fmla="*/ 18 h 112"/>
                <a:gd name="T12" fmla="*/ 23 w 96"/>
                <a:gd name="T13" fmla="*/ 65 h 112"/>
                <a:gd name="T14" fmla="*/ 64 w 96"/>
                <a:gd name="T15" fmla="*/ 94 h 112"/>
                <a:gd name="T16" fmla="*/ 74 w 96"/>
                <a:gd name="T17" fmla="*/ 47 h 112"/>
                <a:gd name="T18" fmla="*/ 32 w 96"/>
                <a:gd name="T19" fmla="*/ 1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112">
                  <a:moveTo>
                    <a:pt x="68" y="104"/>
                  </a:moveTo>
                  <a:cubicBezTo>
                    <a:pt x="48" y="112"/>
                    <a:pt x="23" y="96"/>
                    <a:pt x="11" y="69"/>
                  </a:cubicBezTo>
                  <a:cubicBezTo>
                    <a:pt x="0" y="42"/>
                    <a:pt x="7" y="15"/>
                    <a:pt x="28" y="8"/>
                  </a:cubicBezTo>
                  <a:cubicBezTo>
                    <a:pt x="49" y="0"/>
                    <a:pt x="74" y="16"/>
                    <a:pt x="85" y="43"/>
                  </a:cubicBezTo>
                  <a:cubicBezTo>
                    <a:pt x="96" y="70"/>
                    <a:pt x="89" y="97"/>
                    <a:pt x="68" y="104"/>
                  </a:cubicBezTo>
                  <a:close/>
                  <a:moveTo>
                    <a:pt x="32" y="18"/>
                  </a:moveTo>
                  <a:cubicBezTo>
                    <a:pt x="18" y="23"/>
                    <a:pt x="14" y="44"/>
                    <a:pt x="23" y="65"/>
                  </a:cubicBezTo>
                  <a:cubicBezTo>
                    <a:pt x="31" y="86"/>
                    <a:pt x="50" y="99"/>
                    <a:pt x="64" y="94"/>
                  </a:cubicBezTo>
                  <a:cubicBezTo>
                    <a:pt x="78" y="89"/>
                    <a:pt x="82" y="68"/>
                    <a:pt x="74" y="47"/>
                  </a:cubicBezTo>
                  <a:cubicBezTo>
                    <a:pt x="65" y="26"/>
                    <a:pt x="46" y="13"/>
                    <a:pt x="32" y="18"/>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27" name="Freeform 95"/>
            <p:cNvSpPr/>
            <p:nvPr>
              <p:custDataLst>
                <p:tags r:id="rId94"/>
              </p:custDataLst>
            </p:nvPr>
          </p:nvSpPr>
          <p:spPr bwMode="auto">
            <a:xfrm>
              <a:off x="7588250" y="3433763"/>
              <a:ext cx="177800" cy="153988"/>
            </a:xfrm>
            <a:custGeom>
              <a:avLst/>
              <a:gdLst>
                <a:gd name="T0" fmla="*/ 0 w 112"/>
                <a:gd name="T1" fmla="*/ 0 h 97"/>
                <a:gd name="T2" fmla="*/ 112 w 112"/>
                <a:gd name="T3" fmla="*/ 79 h 97"/>
                <a:gd name="T4" fmla="*/ 42 w 112"/>
                <a:gd name="T5" fmla="*/ 97 h 97"/>
                <a:gd name="T6" fmla="*/ 0 w 112"/>
                <a:gd name="T7" fmla="*/ 0 h 97"/>
              </a:gdLst>
              <a:ahLst/>
              <a:cxnLst>
                <a:cxn ang="0">
                  <a:pos x="T0" y="T1"/>
                </a:cxn>
                <a:cxn ang="0">
                  <a:pos x="T2" y="T3"/>
                </a:cxn>
                <a:cxn ang="0">
                  <a:pos x="T4" y="T5"/>
                </a:cxn>
                <a:cxn ang="0">
                  <a:pos x="T6" y="T7"/>
                </a:cxn>
              </a:cxnLst>
              <a:rect l="0" t="0" r="r" b="b"/>
              <a:pathLst>
                <a:path w="112" h="97">
                  <a:moveTo>
                    <a:pt x="0" y="0"/>
                  </a:moveTo>
                  <a:lnTo>
                    <a:pt x="112" y="79"/>
                  </a:lnTo>
                  <a:lnTo>
                    <a:pt x="42" y="97"/>
                  </a:lnTo>
                  <a:lnTo>
                    <a:pt x="0" y="0"/>
                  </a:lnTo>
                  <a:close/>
                </a:path>
              </a:pathLst>
            </a:custGeom>
            <a:solidFill>
              <a:srgbClr val="F9535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28" name="Freeform 96"/>
            <p:cNvSpPr/>
            <p:nvPr>
              <p:custDataLst>
                <p:tags r:id="rId95"/>
              </p:custDataLst>
            </p:nvPr>
          </p:nvSpPr>
          <p:spPr bwMode="auto">
            <a:xfrm>
              <a:off x="7327900" y="3495675"/>
              <a:ext cx="149225" cy="34925"/>
            </a:xfrm>
            <a:custGeom>
              <a:avLst/>
              <a:gdLst>
                <a:gd name="T0" fmla="*/ 94 w 94"/>
                <a:gd name="T1" fmla="*/ 13 h 22"/>
                <a:gd name="T2" fmla="*/ 2 w 94"/>
                <a:gd name="T3" fmla="*/ 22 h 22"/>
                <a:gd name="T4" fmla="*/ 0 w 94"/>
                <a:gd name="T5" fmla="*/ 9 h 22"/>
                <a:gd name="T6" fmla="*/ 91 w 94"/>
                <a:gd name="T7" fmla="*/ 0 h 22"/>
                <a:gd name="T8" fmla="*/ 94 w 94"/>
                <a:gd name="T9" fmla="*/ 13 h 22"/>
              </a:gdLst>
              <a:ahLst/>
              <a:cxnLst>
                <a:cxn ang="0">
                  <a:pos x="T0" y="T1"/>
                </a:cxn>
                <a:cxn ang="0">
                  <a:pos x="T2" y="T3"/>
                </a:cxn>
                <a:cxn ang="0">
                  <a:pos x="T4" y="T5"/>
                </a:cxn>
                <a:cxn ang="0">
                  <a:pos x="T6" y="T7"/>
                </a:cxn>
                <a:cxn ang="0">
                  <a:pos x="T8" y="T9"/>
                </a:cxn>
              </a:cxnLst>
              <a:rect l="0" t="0" r="r" b="b"/>
              <a:pathLst>
                <a:path w="94" h="22">
                  <a:moveTo>
                    <a:pt x="94" y="13"/>
                  </a:moveTo>
                  <a:lnTo>
                    <a:pt x="2" y="22"/>
                  </a:lnTo>
                  <a:lnTo>
                    <a:pt x="0" y="9"/>
                  </a:lnTo>
                  <a:lnTo>
                    <a:pt x="91" y="0"/>
                  </a:lnTo>
                  <a:lnTo>
                    <a:pt x="94" y="13"/>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29" name="Freeform 97"/>
            <p:cNvSpPr/>
            <p:nvPr>
              <p:custDataLst>
                <p:tags r:id="rId96"/>
              </p:custDataLst>
            </p:nvPr>
          </p:nvSpPr>
          <p:spPr bwMode="auto">
            <a:xfrm>
              <a:off x="7212013" y="3076575"/>
              <a:ext cx="601663" cy="390525"/>
            </a:xfrm>
            <a:custGeom>
              <a:avLst/>
              <a:gdLst>
                <a:gd name="T0" fmla="*/ 108 w 316"/>
                <a:gd name="T1" fmla="*/ 185 h 205"/>
                <a:gd name="T2" fmla="*/ 206 w 316"/>
                <a:gd name="T3" fmla="*/ 131 h 205"/>
                <a:gd name="T4" fmla="*/ 268 w 316"/>
                <a:gd name="T5" fmla="*/ 29 h 205"/>
                <a:gd name="T6" fmla="*/ 188 w 316"/>
                <a:gd name="T7" fmla="*/ 50 h 205"/>
                <a:gd name="T8" fmla="*/ 46 w 316"/>
                <a:gd name="T9" fmla="*/ 205 h 205"/>
                <a:gd name="T10" fmla="*/ 108 w 316"/>
                <a:gd name="T11" fmla="*/ 185 h 205"/>
              </a:gdLst>
              <a:ahLst/>
              <a:cxnLst>
                <a:cxn ang="0">
                  <a:pos x="T0" y="T1"/>
                </a:cxn>
                <a:cxn ang="0">
                  <a:pos x="T2" y="T3"/>
                </a:cxn>
                <a:cxn ang="0">
                  <a:pos x="T4" y="T5"/>
                </a:cxn>
                <a:cxn ang="0">
                  <a:pos x="T6" y="T7"/>
                </a:cxn>
                <a:cxn ang="0">
                  <a:pos x="T8" y="T9"/>
                </a:cxn>
                <a:cxn ang="0">
                  <a:pos x="T10" y="T11"/>
                </a:cxn>
              </a:cxnLst>
              <a:rect l="0" t="0" r="r" b="b"/>
              <a:pathLst>
                <a:path w="316" h="205">
                  <a:moveTo>
                    <a:pt x="108" y="185"/>
                  </a:moveTo>
                  <a:cubicBezTo>
                    <a:pt x="108" y="185"/>
                    <a:pt x="114" y="122"/>
                    <a:pt x="206" y="131"/>
                  </a:cubicBezTo>
                  <a:cubicBezTo>
                    <a:pt x="298" y="140"/>
                    <a:pt x="316" y="58"/>
                    <a:pt x="268" y="29"/>
                  </a:cubicBezTo>
                  <a:cubicBezTo>
                    <a:pt x="220" y="0"/>
                    <a:pt x="188" y="50"/>
                    <a:pt x="188" y="50"/>
                  </a:cubicBezTo>
                  <a:cubicBezTo>
                    <a:pt x="188" y="50"/>
                    <a:pt x="0" y="98"/>
                    <a:pt x="46" y="205"/>
                  </a:cubicBezTo>
                  <a:lnTo>
                    <a:pt x="108" y="185"/>
                  </a:lnTo>
                  <a:close/>
                </a:path>
              </a:pathLst>
            </a:custGeom>
            <a:solidFill>
              <a:srgbClr val="350C0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30" name="Freeform 98"/>
            <p:cNvSpPr/>
            <p:nvPr>
              <p:custDataLst>
                <p:tags r:id="rId97"/>
              </p:custDataLst>
            </p:nvPr>
          </p:nvSpPr>
          <p:spPr bwMode="auto">
            <a:xfrm>
              <a:off x="7234238" y="4627563"/>
              <a:ext cx="808038" cy="260350"/>
            </a:xfrm>
            <a:custGeom>
              <a:avLst/>
              <a:gdLst>
                <a:gd name="T0" fmla="*/ 386 w 424"/>
                <a:gd name="T1" fmla="*/ 137 h 137"/>
                <a:gd name="T2" fmla="*/ 422 w 424"/>
                <a:gd name="T3" fmla="*/ 111 h 137"/>
                <a:gd name="T4" fmla="*/ 392 w 424"/>
                <a:gd name="T5" fmla="*/ 62 h 137"/>
                <a:gd name="T6" fmla="*/ 190 w 424"/>
                <a:gd name="T7" fmla="*/ 45 h 137"/>
                <a:gd name="T8" fmla="*/ 50 w 424"/>
                <a:gd name="T9" fmla="*/ 9 h 137"/>
                <a:gd name="T10" fmla="*/ 26 w 424"/>
                <a:gd name="T11" fmla="*/ 85 h 137"/>
                <a:gd name="T12" fmla="*/ 89 w 424"/>
                <a:gd name="T13" fmla="*/ 126 h 137"/>
                <a:gd name="T14" fmla="*/ 386 w 424"/>
                <a:gd name="T15" fmla="*/ 137 h 1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4" h="137">
                  <a:moveTo>
                    <a:pt x="386" y="137"/>
                  </a:moveTo>
                  <a:cubicBezTo>
                    <a:pt x="403" y="137"/>
                    <a:pt x="419" y="127"/>
                    <a:pt x="422" y="111"/>
                  </a:cubicBezTo>
                  <a:cubicBezTo>
                    <a:pt x="424" y="96"/>
                    <a:pt x="420" y="77"/>
                    <a:pt x="392" y="62"/>
                  </a:cubicBezTo>
                  <a:cubicBezTo>
                    <a:pt x="335" y="31"/>
                    <a:pt x="246" y="35"/>
                    <a:pt x="190" y="45"/>
                  </a:cubicBezTo>
                  <a:cubicBezTo>
                    <a:pt x="137" y="54"/>
                    <a:pt x="98" y="0"/>
                    <a:pt x="50" y="9"/>
                  </a:cubicBezTo>
                  <a:cubicBezTo>
                    <a:pt x="21" y="14"/>
                    <a:pt x="0" y="55"/>
                    <a:pt x="26" y="85"/>
                  </a:cubicBezTo>
                  <a:cubicBezTo>
                    <a:pt x="53" y="114"/>
                    <a:pt x="89" y="126"/>
                    <a:pt x="89" y="126"/>
                  </a:cubicBezTo>
                  <a:lnTo>
                    <a:pt x="386" y="137"/>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11531" name="Freeform 99"/>
            <p:cNvSpPr/>
            <p:nvPr>
              <p:custDataLst>
                <p:tags r:id="rId98"/>
              </p:custDataLst>
            </p:nvPr>
          </p:nvSpPr>
          <p:spPr bwMode="auto">
            <a:xfrm>
              <a:off x="7739063" y="5959475"/>
              <a:ext cx="125413" cy="115888"/>
            </a:xfrm>
            <a:custGeom>
              <a:avLst/>
              <a:gdLst>
                <a:gd name="T0" fmla="*/ 79 w 79"/>
                <a:gd name="T1" fmla="*/ 15 h 73"/>
                <a:gd name="T2" fmla="*/ 70 w 79"/>
                <a:gd name="T3" fmla="*/ 73 h 73"/>
                <a:gd name="T4" fmla="*/ 0 w 79"/>
                <a:gd name="T5" fmla="*/ 72 h 73"/>
                <a:gd name="T6" fmla="*/ 13 w 79"/>
                <a:gd name="T7" fmla="*/ 0 h 73"/>
                <a:gd name="T8" fmla="*/ 79 w 79"/>
                <a:gd name="T9" fmla="*/ 15 h 73"/>
              </a:gdLst>
              <a:ahLst/>
              <a:cxnLst>
                <a:cxn ang="0">
                  <a:pos x="T0" y="T1"/>
                </a:cxn>
                <a:cxn ang="0">
                  <a:pos x="T2" y="T3"/>
                </a:cxn>
                <a:cxn ang="0">
                  <a:pos x="T4" y="T5"/>
                </a:cxn>
                <a:cxn ang="0">
                  <a:pos x="T6" y="T7"/>
                </a:cxn>
                <a:cxn ang="0">
                  <a:pos x="T8" y="T9"/>
                </a:cxn>
              </a:cxnLst>
              <a:rect l="0" t="0" r="r" b="b"/>
              <a:pathLst>
                <a:path w="79" h="73">
                  <a:moveTo>
                    <a:pt x="79" y="15"/>
                  </a:moveTo>
                  <a:lnTo>
                    <a:pt x="70" y="73"/>
                  </a:lnTo>
                  <a:lnTo>
                    <a:pt x="0" y="72"/>
                  </a:lnTo>
                  <a:lnTo>
                    <a:pt x="13" y="0"/>
                  </a:lnTo>
                  <a:lnTo>
                    <a:pt x="79" y="15"/>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32" name="Freeform 100"/>
            <p:cNvSpPr/>
            <p:nvPr>
              <p:custDataLst>
                <p:tags r:id="rId99"/>
              </p:custDataLst>
            </p:nvPr>
          </p:nvSpPr>
          <p:spPr bwMode="auto">
            <a:xfrm>
              <a:off x="7729538" y="6018213"/>
              <a:ext cx="144463" cy="58738"/>
            </a:xfrm>
            <a:custGeom>
              <a:avLst/>
              <a:gdLst>
                <a:gd name="T0" fmla="*/ 79 w 91"/>
                <a:gd name="T1" fmla="*/ 37 h 37"/>
                <a:gd name="T2" fmla="*/ 91 w 91"/>
                <a:gd name="T3" fmla="*/ 0 h 37"/>
                <a:gd name="T4" fmla="*/ 6 w 91"/>
                <a:gd name="T5" fmla="*/ 0 h 37"/>
                <a:gd name="T6" fmla="*/ 0 w 91"/>
                <a:gd name="T7" fmla="*/ 35 h 37"/>
                <a:gd name="T8" fmla="*/ 79 w 91"/>
                <a:gd name="T9" fmla="*/ 37 h 37"/>
              </a:gdLst>
              <a:ahLst/>
              <a:cxnLst>
                <a:cxn ang="0">
                  <a:pos x="T0" y="T1"/>
                </a:cxn>
                <a:cxn ang="0">
                  <a:pos x="T2" y="T3"/>
                </a:cxn>
                <a:cxn ang="0">
                  <a:pos x="T4" y="T5"/>
                </a:cxn>
                <a:cxn ang="0">
                  <a:pos x="T6" y="T7"/>
                </a:cxn>
                <a:cxn ang="0">
                  <a:pos x="T8" y="T9"/>
                </a:cxn>
              </a:cxnLst>
              <a:rect l="0" t="0" r="r" b="b"/>
              <a:pathLst>
                <a:path w="91" h="37">
                  <a:moveTo>
                    <a:pt x="79" y="37"/>
                  </a:moveTo>
                  <a:lnTo>
                    <a:pt x="91" y="0"/>
                  </a:lnTo>
                  <a:lnTo>
                    <a:pt x="6" y="0"/>
                  </a:lnTo>
                  <a:lnTo>
                    <a:pt x="0" y="35"/>
                  </a:lnTo>
                  <a:lnTo>
                    <a:pt x="79" y="37"/>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33" name="Freeform 101"/>
            <p:cNvSpPr/>
            <p:nvPr>
              <p:custDataLst>
                <p:tags r:id="rId100"/>
              </p:custDataLst>
            </p:nvPr>
          </p:nvSpPr>
          <p:spPr bwMode="auto">
            <a:xfrm>
              <a:off x="7645400" y="6069013"/>
              <a:ext cx="622300" cy="233363"/>
            </a:xfrm>
            <a:custGeom>
              <a:avLst/>
              <a:gdLst>
                <a:gd name="T0" fmla="*/ 118 w 326"/>
                <a:gd name="T1" fmla="*/ 5 h 123"/>
                <a:gd name="T2" fmla="*/ 161 w 326"/>
                <a:gd name="T3" fmla="*/ 65 h 123"/>
                <a:gd name="T4" fmla="*/ 312 w 326"/>
                <a:gd name="T5" fmla="*/ 100 h 123"/>
                <a:gd name="T6" fmla="*/ 309 w 326"/>
                <a:gd name="T7" fmla="*/ 121 h 123"/>
                <a:gd name="T8" fmla="*/ 115 w 326"/>
                <a:gd name="T9" fmla="*/ 123 h 123"/>
                <a:gd name="T10" fmla="*/ 59 w 326"/>
                <a:gd name="T11" fmla="*/ 96 h 123"/>
                <a:gd name="T12" fmla="*/ 44 w 326"/>
                <a:gd name="T13" fmla="*/ 107 h 123"/>
                <a:gd name="T14" fmla="*/ 0 w 326"/>
                <a:gd name="T15" fmla="*/ 91 h 123"/>
                <a:gd name="T16" fmla="*/ 39 w 326"/>
                <a:gd name="T17" fmla="*/ 0 h 123"/>
                <a:gd name="T18" fmla="*/ 118 w 326"/>
                <a:gd name="T19" fmla="*/ 5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6" h="123">
                  <a:moveTo>
                    <a:pt x="118" y="5"/>
                  </a:moveTo>
                  <a:cubicBezTo>
                    <a:pt x="161" y="65"/>
                    <a:pt x="161" y="65"/>
                    <a:pt x="161" y="65"/>
                  </a:cubicBezTo>
                  <a:cubicBezTo>
                    <a:pt x="312" y="100"/>
                    <a:pt x="312" y="100"/>
                    <a:pt x="312" y="100"/>
                  </a:cubicBezTo>
                  <a:cubicBezTo>
                    <a:pt x="326" y="103"/>
                    <a:pt x="324" y="121"/>
                    <a:pt x="309" y="121"/>
                  </a:cubicBezTo>
                  <a:cubicBezTo>
                    <a:pt x="115" y="123"/>
                    <a:pt x="115" y="123"/>
                    <a:pt x="115" y="123"/>
                  </a:cubicBezTo>
                  <a:cubicBezTo>
                    <a:pt x="59" y="96"/>
                    <a:pt x="59" y="96"/>
                    <a:pt x="59" y="96"/>
                  </a:cubicBezTo>
                  <a:cubicBezTo>
                    <a:pt x="44" y="107"/>
                    <a:pt x="44" y="107"/>
                    <a:pt x="44" y="107"/>
                  </a:cubicBezTo>
                  <a:cubicBezTo>
                    <a:pt x="0" y="91"/>
                    <a:pt x="0" y="91"/>
                    <a:pt x="0" y="91"/>
                  </a:cubicBezTo>
                  <a:cubicBezTo>
                    <a:pt x="39" y="0"/>
                    <a:pt x="39" y="0"/>
                    <a:pt x="39" y="0"/>
                  </a:cubicBezTo>
                  <a:lnTo>
                    <a:pt x="118" y="5"/>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34" name="Freeform 102"/>
            <p:cNvSpPr/>
            <p:nvPr>
              <p:custDataLst>
                <p:tags r:id="rId101"/>
              </p:custDataLst>
            </p:nvPr>
          </p:nvSpPr>
          <p:spPr bwMode="auto">
            <a:xfrm>
              <a:off x="6816725" y="5546725"/>
              <a:ext cx="155575" cy="134938"/>
            </a:xfrm>
            <a:custGeom>
              <a:avLst/>
              <a:gdLst>
                <a:gd name="T0" fmla="*/ 98 w 98"/>
                <a:gd name="T1" fmla="*/ 58 h 85"/>
                <a:gd name="T2" fmla="*/ 39 w 98"/>
                <a:gd name="T3" fmla="*/ 85 h 85"/>
                <a:gd name="T4" fmla="*/ 0 w 98"/>
                <a:gd name="T5" fmla="*/ 34 h 85"/>
                <a:gd name="T6" fmla="*/ 71 w 98"/>
                <a:gd name="T7" fmla="*/ 0 h 85"/>
                <a:gd name="T8" fmla="*/ 98 w 98"/>
                <a:gd name="T9" fmla="*/ 58 h 85"/>
              </a:gdLst>
              <a:ahLst/>
              <a:cxnLst>
                <a:cxn ang="0">
                  <a:pos x="T0" y="T1"/>
                </a:cxn>
                <a:cxn ang="0">
                  <a:pos x="T2" y="T3"/>
                </a:cxn>
                <a:cxn ang="0">
                  <a:pos x="T4" y="T5"/>
                </a:cxn>
                <a:cxn ang="0">
                  <a:pos x="T6" y="T7"/>
                </a:cxn>
                <a:cxn ang="0">
                  <a:pos x="T8" y="T9"/>
                </a:cxn>
              </a:cxnLst>
              <a:rect l="0" t="0" r="r" b="b"/>
              <a:pathLst>
                <a:path w="98" h="85">
                  <a:moveTo>
                    <a:pt x="98" y="58"/>
                  </a:moveTo>
                  <a:lnTo>
                    <a:pt x="39" y="85"/>
                  </a:lnTo>
                  <a:lnTo>
                    <a:pt x="0" y="34"/>
                  </a:lnTo>
                  <a:lnTo>
                    <a:pt x="71" y="0"/>
                  </a:lnTo>
                  <a:lnTo>
                    <a:pt x="98" y="58"/>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35" name="Freeform 103"/>
            <p:cNvSpPr/>
            <p:nvPr>
              <p:custDataLst>
                <p:tags r:id="rId102"/>
              </p:custDataLst>
            </p:nvPr>
          </p:nvSpPr>
          <p:spPr bwMode="auto">
            <a:xfrm>
              <a:off x="6811963" y="5567363"/>
              <a:ext cx="133350" cy="120650"/>
            </a:xfrm>
            <a:custGeom>
              <a:avLst/>
              <a:gdLst>
                <a:gd name="T0" fmla="*/ 45 w 84"/>
                <a:gd name="T1" fmla="*/ 76 h 76"/>
                <a:gd name="T2" fmla="*/ 84 w 84"/>
                <a:gd name="T3" fmla="*/ 63 h 76"/>
                <a:gd name="T4" fmla="*/ 33 w 84"/>
                <a:gd name="T5" fmla="*/ 0 h 76"/>
                <a:gd name="T6" fmla="*/ 0 w 84"/>
                <a:gd name="T7" fmla="*/ 16 h 76"/>
                <a:gd name="T8" fmla="*/ 45 w 84"/>
                <a:gd name="T9" fmla="*/ 76 h 76"/>
              </a:gdLst>
              <a:ahLst/>
              <a:cxnLst>
                <a:cxn ang="0">
                  <a:pos x="T0" y="T1"/>
                </a:cxn>
                <a:cxn ang="0">
                  <a:pos x="T2" y="T3"/>
                </a:cxn>
                <a:cxn ang="0">
                  <a:pos x="T4" y="T5"/>
                </a:cxn>
                <a:cxn ang="0">
                  <a:pos x="T6" y="T7"/>
                </a:cxn>
                <a:cxn ang="0">
                  <a:pos x="T8" y="T9"/>
                </a:cxn>
              </a:cxnLst>
              <a:rect l="0" t="0" r="r" b="b"/>
              <a:pathLst>
                <a:path w="84" h="76">
                  <a:moveTo>
                    <a:pt x="45" y="76"/>
                  </a:moveTo>
                  <a:lnTo>
                    <a:pt x="84" y="63"/>
                  </a:lnTo>
                  <a:lnTo>
                    <a:pt x="33" y="0"/>
                  </a:lnTo>
                  <a:lnTo>
                    <a:pt x="0" y="16"/>
                  </a:lnTo>
                  <a:lnTo>
                    <a:pt x="45" y="76"/>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36" name="Freeform 104"/>
            <p:cNvSpPr/>
            <p:nvPr>
              <p:custDataLst>
                <p:tags r:id="rId103"/>
              </p:custDataLst>
            </p:nvPr>
          </p:nvSpPr>
          <p:spPr bwMode="auto">
            <a:xfrm>
              <a:off x="6613525" y="5583238"/>
              <a:ext cx="350838" cy="536575"/>
            </a:xfrm>
            <a:custGeom>
              <a:avLst/>
              <a:gdLst>
                <a:gd name="T0" fmla="*/ 146 w 184"/>
                <a:gd name="T1" fmla="*/ 61 h 282"/>
                <a:gd name="T2" fmla="*/ 118 w 184"/>
                <a:gd name="T3" fmla="*/ 128 h 282"/>
                <a:gd name="T4" fmla="*/ 178 w 184"/>
                <a:gd name="T5" fmla="*/ 261 h 282"/>
                <a:gd name="T6" fmla="*/ 158 w 184"/>
                <a:gd name="T7" fmla="*/ 272 h 282"/>
                <a:gd name="T8" fmla="*/ 40 w 184"/>
                <a:gd name="T9" fmla="*/ 129 h 282"/>
                <a:gd name="T10" fmla="*/ 31 w 184"/>
                <a:gd name="T11" fmla="*/ 72 h 282"/>
                <a:gd name="T12" fmla="*/ 13 w 184"/>
                <a:gd name="T13" fmla="*/ 67 h 282"/>
                <a:gd name="T14" fmla="*/ 0 w 184"/>
                <a:gd name="T15" fmla="*/ 25 h 282"/>
                <a:gd name="T16" fmla="*/ 104 w 184"/>
                <a:gd name="T17" fmla="*/ 0 h 282"/>
                <a:gd name="T18" fmla="*/ 146 w 184"/>
                <a:gd name="T19" fmla="*/ 61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4" h="282">
                  <a:moveTo>
                    <a:pt x="146" y="61"/>
                  </a:moveTo>
                  <a:cubicBezTo>
                    <a:pt x="118" y="128"/>
                    <a:pt x="118" y="128"/>
                    <a:pt x="118" y="128"/>
                  </a:cubicBezTo>
                  <a:cubicBezTo>
                    <a:pt x="178" y="261"/>
                    <a:pt x="178" y="261"/>
                    <a:pt x="178" y="261"/>
                  </a:cubicBezTo>
                  <a:cubicBezTo>
                    <a:pt x="184" y="273"/>
                    <a:pt x="166" y="282"/>
                    <a:pt x="158" y="272"/>
                  </a:cubicBezTo>
                  <a:cubicBezTo>
                    <a:pt x="40" y="129"/>
                    <a:pt x="40" y="129"/>
                    <a:pt x="40" y="129"/>
                  </a:cubicBezTo>
                  <a:cubicBezTo>
                    <a:pt x="31" y="72"/>
                    <a:pt x="31" y="72"/>
                    <a:pt x="31" y="72"/>
                  </a:cubicBezTo>
                  <a:cubicBezTo>
                    <a:pt x="13" y="67"/>
                    <a:pt x="13" y="67"/>
                    <a:pt x="13" y="67"/>
                  </a:cubicBezTo>
                  <a:cubicBezTo>
                    <a:pt x="0" y="25"/>
                    <a:pt x="0" y="25"/>
                    <a:pt x="0" y="25"/>
                  </a:cubicBezTo>
                  <a:cubicBezTo>
                    <a:pt x="104" y="0"/>
                    <a:pt x="104" y="0"/>
                    <a:pt x="104" y="0"/>
                  </a:cubicBezTo>
                  <a:lnTo>
                    <a:pt x="146" y="61"/>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37" name="Freeform 105"/>
            <p:cNvSpPr/>
            <p:nvPr>
              <p:custDataLst>
                <p:tags r:id="rId104"/>
              </p:custDataLst>
            </p:nvPr>
          </p:nvSpPr>
          <p:spPr bwMode="auto">
            <a:xfrm>
              <a:off x="7440613" y="4676775"/>
              <a:ext cx="552450" cy="122238"/>
            </a:xfrm>
            <a:custGeom>
              <a:avLst/>
              <a:gdLst>
                <a:gd name="T0" fmla="*/ 290 w 290"/>
                <a:gd name="T1" fmla="*/ 64 h 64"/>
                <a:gd name="T2" fmla="*/ 283 w 290"/>
                <a:gd name="T3" fmla="*/ 36 h 64"/>
                <a:gd name="T4" fmla="*/ 137 w 290"/>
                <a:gd name="T5" fmla="*/ 12 h 64"/>
                <a:gd name="T6" fmla="*/ 88 w 290"/>
                <a:gd name="T7" fmla="*/ 18 h 64"/>
                <a:gd name="T8" fmla="*/ 60 w 290"/>
                <a:gd name="T9" fmla="*/ 19 h 64"/>
                <a:gd name="T10" fmla="*/ 34 w 290"/>
                <a:gd name="T11" fmla="*/ 12 h 64"/>
                <a:gd name="T12" fmla="*/ 8 w 290"/>
                <a:gd name="T13" fmla="*/ 0 h 64"/>
                <a:gd name="T14" fmla="*/ 0 w 290"/>
                <a:gd name="T15" fmla="*/ 44 h 64"/>
                <a:gd name="T16" fmla="*/ 290 w 290"/>
                <a:gd name="T17"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0" h="64">
                  <a:moveTo>
                    <a:pt x="290" y="64"/>
                  </a:moveTo>
                  <a:cubicBezTo>
                    <a:pt x="283" y="36"/>
                    <a:pt x="283" y="36"/>
                    <a:pt x="283" y="36"/>
                  </a:cubicBezTo>
                  <a:cubicBezTo>
                    <a:pt x="283" y="36"/>
                    <a:pt x="236" y="6"/>
                    <a:pt x="137" y="12"/>
                  </a:cubicBezTo>
                  <a:cubicBezTo>
                    <a:pt x="137" y="12"/>
                    <a:pt x="93" y="17"/>
                    <a:pt x="88" y="18"/>
                  </a:cubicBezTo>
                  <a:cubicBezTo>
                    <a:pt x="82" y="19"/>
                    <a:pt x="69" y="21"/>
                    <a:pt x="60" y="19"/>
                  </a:cubicBezTo>
                  <a:cubicBezTo>
                    <a:pt x="52" y="18"/>
                    <a:pt x="39" y="14"/>
                    <a:pt x="34" y="12"/>
                  </a:cubicBezTo>
                  <a:cubicBezTo>
                    <a:pt x="8" y="0"/>
                    <a:pt x="8" y="0"/>
                    <a:pt x="8" y="0"/>
                  </a:cubicBezTo>
                  <a:cubicBezTo>
                    <a:pt x="0" y="44"/>
                    <a:pt x="0" y="44"/>
                    <a:pt x="0" y="44"/>
                  </a:cubicBezTo>
                  <a:lnTo>
                    <a:pt x="290" y="64"/>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38" name="Freeform 106"/>
            <p:cNvSpPr/>
            <p:nvPr>
              <p:custDataLst>
                <p:tags r:id="rId105"/>
              </p:custDataLst>
            </p:nvPr>
          </p:nvSpPr>
          <p:spPr bwMode="auto">
            <a:xfrm>
              <a:off x="6888163" y="4760913"/>
              <a:ext cx="1104900" cy="1233488"/>
            </a:xfrm>
            <a:custGeom>
              <a:avLst/>
              <a:gdLst>
                <a:gd name="T0" fmla="*/ 696 w 696"/>
                <a:gd name="T1" fmla="*/ 24 h 777"/>
                <a:gd name="T2" fmla="*/ 636 w 696"/>
                <a:gd name="T3" fmla="*/ 777 h 777"/>
                <a:gd name="T4" fmla="*/ 541 w 696"/>
                <a:gd name="T5" fmla="*/ 777 h 777"/>
                <a:gd name="T6" fmla="*/ 522 w 696"/>
                <a:gd name="T7" fmla="*/ 164 h 777"/>
                <a:gd name="T8" fmla="*/ 374 w 696"/>
                <a:gd name="T9" fmla="*/ 397 h 777"/>
                <a:gd name="T10" fmla="*/ 43 w 696"/>
                <a:gd name="T11" fmla="*/ 571 h 777"/>
                <a:gd name="T12" fmla="*/ 0 w 696"/>
                <a:gd name="T13" fmla="*/ 499 h 777"/>
                <a:gd name="T14" fmla="*/ 306 w 696"/>
                <a:gd name="T15" fmla="*/ 310 h 777"/>
                <a:gd name="T16" fmla="*/ 348 w 696"/>
                <a:gd name="T17" fmla="*/ 0 h 777"/>
                <a:gd name="T18" fmla="*/ 696 w 696"/>
                <a:gd name="T19" fmla="*/ 24 h 7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6" h="777">
                  <a:moveTo>
                    <a:pt x="696" y="24"/>
                  </a:moveTo>
                  <a:lnTo>
                    <a:pt x="636" y="777"/>
                  </a:lnTo>
                  <a:lnTo>
                    <a:pt x="541" y="777"/>
                  </a:lnTo>
                  <a:lnTo>
                    <a:pt x="522" y="164"/>
                  </a:lnTo>
                  <a:lnTo>
                    <a:pt x="374" y="397"/>
                  </a:lnTo>
                  <a:lnTo>
                    <a:pt x="43" y="571"/>
                  </a:lnTo>
                  <a:lnTo>
                    <a:pt x="0" y="499"/>
                  </a:lnTo>
                  <a:lnTo>
                    <a:pt x="306" y="310"/>
                  </a:lnTo>
                  <a:lnTo>
                    <a:pt x="348" y="0"/>
                  </a:lnTo>
                  <a:lnTo>
                    <a:pt x="696" y="24"/>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39" name="Freeform 107"/>
            <p:cNvSpPr/>
            <p:nvPr>
              <p:custDataLst>
                <p:tags r:id="rId106"/>
              </p:custDataLst>
            </p:nvPr>
          </p:nvSpPr>
          <p:spPr bwMode="auto">
            <a:xfrm>
              <a:off x="6764338" y="5764213"/>
              <a:ext cx="76200" cy="71438"/>
            </a:xfrm>
            <a:custGeom>
              <a:avLst/>
              <a:gdLst>
                <a:gd name="T0" fmla="*/ 38 w 48"/>
                <a:gd name="T1" fmla="*/ 45 h 45"/>
                <a:gd name="T2" fmla="*/ 0 w 48"/>
                <a:gd name="T3" fmla="*/ 33 h 45"/>
                <a:gd name="T4" fmla="*/ 5 w 48"/>
                <a:gd name="T5" fmla="*/ 0 h 45"/>
                <a:gd name="T6" fmla="*/ 48 w 48"/>
                <a:gd name="T7" fmla="*/ 12 h 45"/>
                <a:gd name="T8" fmla="*/ 47 w 48"/>
                <a:gd name="T9" fmla="*/ 15 h 45"/>
                <a:gd name="T10" fmla="*/ 9 w 48"/>
                <a:gd name="T11" fmla="*/ 6 h 45"/>
                <a:gd name="T12" fmla="*/ 5 w 48"/>
                <a:gd name="T13" fmla="*/ 31 h 45"/>
                <a:gd name="T14" fmla="*/ 39 w 48"/>
                <a:gd name="T15" fmla="*/ 42 h 45"/>
                <a:gd name="T16" fmla="*/ 38 w 48"/>
                <a:gd name="T17"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45">
                  <a:moveTo>
                    <a:pt x="38" y="45"/>
                  </a:moveTo>
                  <a:lnTo>
                    <a:pt x="0" y="33"/>
                  </a:lnTo>
                  <a:lnTo>
                    <a:pt x="5" y="0"/>
                  </a:lnTo>
                  <a:lnTo>
                    <a:pt x="48" y="12"/>
                  </a:lnTo>
                  <a:lnTo>
                    <a:pt x="47" y="15"/>
                  </a:lnTo>
                  <a:lnTo>
                    <a:pt x="9" y="6"/>
                  </a:lnTo>
                  <a:lnTo>
                    <a:pt x="5" y="31"/>
                  </a:lnTo>
                  <a:lnTo>
                    <a:pt x="39" y="42"/>
                  </a:lnTo>
                  <a:lnTo>
                    <a:pt x="38" y="45"/>
                  </a:lnTo>
                  <a:close/>
                </a:path>
              </a:pathLst>
            </a:custGeom>
            <a:solidFill>
              <a:srgbClr val="B2B2B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68" name="Freeform 108"/>
            <p:cNvSpPr/>
            <p:nvPr>
              <p:custDataLst>
                <p:tags r:id="rId107"/>
              </p:custDataLst>
            </p:nvPr>
          </p:nvSpPr>
          <p:spPr bwMode="auto">
            <a:xfrm>
              <a:off x="6496050" y="4735513"/>
              <a:ext cx="233363" cy="334963"/>
            </a:xfrm>
            <a:custGeom>
              <a:avLst/>
              <a:gdLst>
                <a:gd name="T0" fmla="*/ 101 w 123"/>
                <a:gd name="T1" fmla="*/ 75 h 176"/>
                <a:gd name="T2" fmla="*/ 53 w 123"/>
                <a:gd name="T3" fmla="*/ 170 h 176"/>
                <a:gd name="T4" fmla="*/ 46 w 123"/>
                <a:gd name="T5" fmla="*/ 153 h 176"/>
                <a:gd name="T6" fmla="*/ 73 w 123"/>
                <a:gd name="T7" fmla="*/ 91 h 176"/>
                <a:gd name="T8" fmla="*/ 25 w 123"/>
                <a:gd name="T9" fmla="*/ 165 h 176"/>
                <a:gd name="T10" fmla="*/ 20 w 123"/>
                <a:gd name="T11" fmla="*/ 151 h 176"/>
                <a:gd name="T12" fmla="*/ 52 w 123"/>
                <a:gd name="T13" fmla="*/ 91 h 176"/>
                <a:gd name="T14" fmla="*/ 13 w 123"/>
                <a:gd name="T15" fmla="*/ 137 h 176"/>
                <a:gd name="T16" fmla="*/ 13 w 123"/>
                <a:gd name="T17" fmla="*/ 121 h 176"/>
                <a:gd name="T18" fmla="*/ 45 w 123"/>
                <a:gd name="T19" fmla="*/ 79 h 176"/>
                <a:gd name="T20" fmla="*/ 6 w 123"/>
                <a:gd name="T21" fmla="*/ 102 h 176"/>
                <a:gd name="T22" fmla="*/ 4 w 123"/>
                <a:gd name="T23" fmla="*/ 94 h 176"/>
                <a:gd name="T24" fmla="*/ 44 w 123"/>
                <a:gd name="T25" fmla="*/ 65 h 176"/>
                <a:gd name="T26" fmla="*/ 86 w 123"/>
                <a:gd name="T27" fmla="*/ 20 h 176"/>
                <a:gd name="T28" fmla="*/ 122 w 123"/>
                <a:gd name="T29" fmla="*/ 31 h 176"/>
                <a:gd name="T30" fmla="*/ 115 w 123"/>
                <a:gd name="T31" fmla="*/ 119 h 176"/>
                <a:gd name="T32" fmla="*/ 99 w 123"/>
                <a:gd name="T33" fmla="*/ 102 h 176"/>
                <a:gd name="T34" fmla="*/ 101 w 123"/>
                <a:gd name="T35" fmla="*/ 75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3" h="176">
                  <a:moveTo>
                    <a:pt x="101" y="75"/>
                  </a:moveTo>
                  <a:cubicBezTo>
                    <a:pt x="101" y="75"/>
                    <a:pt x="60" y="164"/>
                    <a:pt x="53" y="170"/>
                  </a:cubicBezTo>
                  <a:cubicBezTo>
                    <a:pt x="46" y="176"/>
                    <a:pt x="38" y="168"/>
                    <a:pt x="46" y="153"/>
                  </a:cubicBezTo>
                  <a:cubicBezTo>
                    <a:pt x="54" y="138"/>
                    <a:pt x="73" y="91"/>
                    <a:pt x="73" y="91"/>
                  </a:cubicBezTo>
                  <a:cubicBezTo>
                    <a:pt x="73" y="91"/>
                    <a:pt x="31" y="164"/>
                    <a:pt x="25" y="165"/>
                  </a:cubicBezTo>
                  <a:cubicBezTo>
                    <a:pt x="19" y="166"/>
                    <a:pt x="13" y="160"/>
                    <a:pt x="20" y="151"/>
                  </a:cubicBezTo>
                  <a:cubicBezTo>
                    <a:pt x="27" y="141"/>
                    <a:pt x="52" y="91"/>
                    <a:pt x="52" y="91"/>
                  </a:cubicBezTo>
                  <a:cubicBezTo>
                    <a:pt x="52" y="91"/>
                    <a:pt x="22" y="130"/>
                    <a:pt x="13" y="137"/>
                  </a:cubicBezTo>
                  <a:cubicBezTo>
                    <a:pt x="4" y="144"/>
                    <a:pt x="6" y="129"/>
                    <a:pt x="13" y="121"/>
                  </a:cubicBezTo>
                  <a:cubicBezTo>
                    <a:pt x="20" y="112"/>
                    <a:pt x="45" y="79"/>
                    <a:pt x="45" y="79"/>
                  </a:cubicBezTo>
                  <a:cubicBezTo>
                    <a:pt x="45" y="79"/>
                    <a:pt x="13" y="102"/>
                    <a:pt x="6" y="102"/>
                  </a:cubicBezTo>
                  <a:cubicBezTo>
                    <a:pt x="0" y="103"/>
                    <a:pt x="1" y="98"/>
                    <a:pt x="4" y="94"/>
                  </a:cubicBezTo>
                  <a:cubicBezTo>
                    <a:pt x="7" y="91"/>
                    <a:pt x="44" y="65"/>
                    <a:pt x="44" y="65"/>
                  </a:cubicBezTo>
                  <a:cubicBezTo>
                    <a:pt x="44" y="65"/>
                    <a:pt x="53" y="56"/>
                    <a:pt x="86" y="20"/>
                  </a:cubicBezTo>
                  <a:cubicBezTo>
                    <a:pt x="105" y="0"/>
                    <a:pt x="123" y="26"/>
                    <a:pt x="122" y="31"/>
                  </a:cubicBezTo>
                  <a:cubicBezTo>
                    <a:pt x="122" y="35"/>
                    <a:pt x="119" y="109"/>
                    <a:pt x="115" y="119"/>
                  </a:cubicBezTo>
                  <a:cubicBezTo>
                    <a:pt x="110" y="130"/>
                    <a:pt x="96" y="121"/>
                    <a:pt x="99" y="102"/>
                  </a:cubicBezTo>
                  <a:cubicBezTo>
                    <a:pt x="102" y="84"/>
                    <a:pt x="107" y="72"/>
                    <a:pt x="101" y="75"/>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 name="Freeform 109"/>
            <p:cNvSpPr/>
            <p:nvPr>
              <p:custDataLst>
                <p:tags r:id="rId108"/>
              </p:custDataLst>
            </p:nvPr>
          </p:nvSpPr>
          <p:spPr bwMode="auto">
            <a:xfrm>
              <a:off x="10220325" y="5959475"/>
              <a:ext cx="125413" cy="115888"/>
            </a:xfrm>
            <a:custGeom>
              <a:avLst/>
              <a:gdLst>
                <a:gd name="T0" fmla="*/ 79 w 79"/>
                <a:gd name="T1" fmla="*/ 15 h 73"/>
                <a:gd name="T2" fmla="*/ 68 w 79"/>
                <a:gd name="T3" fmla="*/ 73 h 73"/>
                <a:gd name="T4" fmla="*/ 0 w 79"/>
                <a:gd name="T5" fmla="*/ 72 h 73"/>
                <a:gd name="T6" fmla="*/ 13 w 79"/>
                <a:gd name="T7" fmla="*/ 0 h 73"/>
                <a:gd name="T8" fmla="*/ 79 w 79"/>
                <a:gd name="T9" fmla="*/ 15 h 73"/>
              </a:gdLst>
              <a:ahLst/>
              <a:cxnLst>
                <a:cxn ang="0">
                  <a:pos x="T0" y="T1"/>
                </a:cxn>
                <a:cxn ang="0">
                  <a:pos x="T2" y="T3"/>
                </a:cxn>
                <a:cxn ang="0">
                  <a:pos x="T4" y="T5"/>
                </a:cxn>
                <a:cxn ang="0">
                  <a:pos x="T6" y="T7"/>
                </a:cxn>
                <a:cxn ang="0">
                  <a:pos x="T8" y="T9"/>
                </a:cxn>
              </a:cxnLst>
              <a:rect l="0" t="0" r="r" b="b"/>
              <a:pathLst>
                <a:path w="79" h="73">
                  <a:moveTo>
                    <a:pt x="79" y="15"/>
                  </a:moveTo>
                  <a:lnTo>
                    <a:pt x="68" y="73"/>
                  </a:lnTo>
                  <a:lnTo>
                    <a:pt x="0" y="72"/>
                  </a:lnTo>
                  <a:lnTo>
                    <a:pt x="13" y="0"/>
                  </a:lnTo>
                  <a:lnTo>
                    <a:pt x="79" y="15"/>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9" name="Freeform 110"/>
            <p:cNvSpPr/>
            <p:nvPr>
              <p:custDataLst>
                <p:tags r:id="rId109"/>
              </p:custDataLst>
            </p:nvPr>
          </p:nvSpPr>
          <p:spPr bwMode="auto">
            <a:xfrm>
              <a:off x="10210800" y="6018213"/>
              <a:ext cx="144463" cy="58738"/>
            </a:xfrm>
            <a:custGeom>
              <a:avLst/>
              <a:gdLst>
                <a:gd name="T0" fmla="*/ 79 w 91"/>
                <a:gd name="T1" fmla="*/ 37 h 37"/>
                <a:gd name="T2" fmla="*/ 91 w 91"/>
                <a:gd name="T3" fmla="*/ 0 h 37"/>
                <a:gd name="T4" fmla="*/ 6 w 91"/>
                <a:gd name="T5" fmla="*/ 0 h 37"/>
                <a:gd name="T6" fmla="*/ 0 w 91"/>
                <a:gd name="T7" fmla="*/ 35 h 37"/>
                <a:gd name="T8" fmla="*/ 79 w 91"/>
                <a:gd name="T9" fmla="*/ 37 h 37"/>
              </a:gdLst>
              <a:ahLst/>
              <a:cxnLst>
                <a:cxn ang="0">
                  <a:pos x="T0" y="T1"/>
                </a:cxn>
                <a:cxn ang="0">
                  <a:pos x="T2" y="T3"/>
                </a:cxn>
                <a:cxn ang="0">
                  <a:pos x="T4" y="T5"/>
                </a:cxn>
                <a:cxn ang="0">
                  <a:pos x="T6" y="T7"/>
                </a:cxn>
                <a:cxn ang="0">
                  <a:pos x="T8" y="T9"/>
                </a:cxn>
              </a:cxnLst>
              <a:rect l="0" t="0" r="r" b="b"/>
              <a:pathLst>
                <a:path w="91" h="37">
                  <a:moveTo>
                    <a:pt x="79" y="37"/>
                  </a:moveTo>
                  <a:lnTo>
                    <a:pt x="91" y="0"/>
                  </a:lnTo>
                  <a:lnTo>
                    <a:pt x="6" y="0"/>
                  </a:lnTo>
                  <a:lnTo>
                    <a:pt x="0" y="35"/>
                  </a:lnTo>
                  <a:lnTo>
                    <a:pt x="79" y="37"/>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 name="Freeform 111"/>
            <p:cNvSpPr/>
            <p:nvPr>
              <p:custDataLst>
                <p:tags r:id="rId110"/>
              </p:custDataLst>
            </p:nvPr>
          </p:nvSpPr>
          <p:spPr bwMode="auto">
            <a:xfrm>
              <a:off x="10125075" y="6069013"/>
              <a:ext cx="428625" cy="233363"/>
            </a:xfrm>
            <a:custGeom>
              <a:avLst/>
              <a:gdLst>
                <a:gd name="T0" fmla="*/ 119 w 225"/>
                <a:gd name="T1" fmla="*/ 5 h 123"/>
                <a:gd name="T2" fmla="*/ 137 w 225"/>
                <a:gd name="T3" fmla="*/ 75 h 123"/>
                <a:gd name="T4" fmla="*/ 212 w 225"/>
                <a:gd name="T5" fmla="*/ 100 h 123"/>
                <a:gd name="T6" fmla="*/ 209 w 225"/>
                <a:gd name="T7" fmla="*/ 121 h 123"/>
                <a:gd name="T8" fmla="*/ 115 w 225"/>
                <a:gd name="T9" fmla="*/ 123 h 123"/>
                <a:gd name="T10" fmla="*/ 60 w 225"/>
                <a:gd name="T11" fmla="*/ 96 h 123"/>
                <a:gd name="T12" fmla="*/ 45 w 225"/>
                <a:gd name="T13" fmla="*/ 107 h 123"/>
                <a:gd name="T14" fmla="*/ 0 w 225"/>
                <a:gd name="T15" fmla="*/ 91 h 123"/>
                <a:gd name="T16" fmla="*/ 40 w 225"/>
                <a:gd name="T17" fmla="*/ 0 h 123"/>
                <a:gd name="T18" fmla="*/ 119 w 225"/>
                <a:gd name="T19" fmla="*/ 5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5" h="123">
                  <a:moveTo>
                    <a:pt x="119" y="5"/>
                  </a:moveTo>
                  <a:cubicBezTo>
                    <a:pt x="137" y="75"/>
                    <a:pt x="137" y="75"/>
                    <a:pt x="137" y="75"/>
                  </a:cubicBezTo>
                  <a:cubicBezTo>
                    <a:pt x="212" y="100"/>
                    <a:pt x="212" y="100"/>
                    <a:pt x="212" y="100"/>
                  </a:cubicBezTo>
                  <a:cubicBezTo>
                    <a:pt x="225" y="103"/>
                    <a:pt x="223" y="121"/>
                    <a:pt x="209" y="121"/>
                  </a:cubicBezTo>
                  <a:cubicBezTo>
                    <a:pt x="115" y="123"/>
                    <a:pt x="115" y="123"/>
                    <a:pt x="115" y="123"/>
                  </a:cubicBezTo>
                  <a:cubicBezTo>
                    <a:pt x="60" y="96"/>
                    <a:pt x="60" y="96"/>
                    <a:pt x="60" y="96"/>
                  </a:cubicBezTo>
                  <a:cubicBezTo>
                    <a:pt x="45" y="107"/>
                    <a:pt x="45" y="107"/>
                    <a:pt x="45" y="107"/>
                  </a:cubicBezTo>
                  <a:cubicBezTo>
                    <a:pt x="0" y="91"/>
                    <a:pt x="0" y="91"/>
                    <a:pt x="0" y="91"/>
                  </a:cubicBezTo>
                  <a:cubicBezTo>
                    <a:pt x="40" y="0"/>
                    <a:pt x="40" y="0"/>
                    <a:pt x="40" y="0"/>
                  </a:cubicBezTo>
                  <a:lnTo>
                    <a:pt x="119" y="5"/>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1" name="Freeform 112"/>
            <p:cNvSpPr/>
            <p:nvPr>
              <p:custDataLst>
                <p:tags r:id="rId111"/>
              </p:custDataLst>
            </p:nvPr>
          </p:nvSpPr>
          <p:spPr bwMode="auto">
            <a:xfrm>
              <a:off x="9829800" y="5967413"/>
              <a:ext cx="117475" cy="115888"/>
            </a:xfrm>
            <a:custGeom>
              <a:avLst/>
              <a:gdLst>
                <a:gd name="T0" fmla="*/ 6 w 74"/>
                <a:gd name="T1" fmla="*/ 0 h 73"/>
                <a:gd name="T2" fmla="*/ 0 w 74"/>
                <a:gd name="T3" fmla="*/ 60 h 73"/>
                <a:gd name="T4" fmla="*/ 67 w 74"/>
                <a:gd name="T5" fmla="*/ 73 h 73"/>
                <a:gd name="T6" fmla="*/ 74 w 74"/>
                <a:gd name="T7" fmla="*/ 1 h 73"/>
                <a:gd name="T8" fmla="*/ 6 w 74"/>
                <a:gd name="T9" fmla="*/ 0 h 73"/>
              </a:gdLst>
              <a:ahLst/>
              <a:cxnLst>
                <a:cxn ang="0">
                  <a:pos x="T0" y="T1"/>
                </a:cxn>
                <a:cxn ang="0">
                  <a:pos x="T2" y="T3"/>
                </a:cxn>
                <a:cxn ang="0">
                  <a:pos x="T4" y="T5"/>
                </a:cxn>
                <a:cxn ang="0">
                  <a:pos x="T6" y="T7"/>
                </a:cxn>
                <a:cxn ang="0">
                  <a:pos x="T8" y="T9"/>
                </a:cxn>
              </a:cxnLst>
              <a:rect l="0" t="0" r="r" b="b"/>
              <a:pathLst>
                <a:path w="74" h="73">
                  <a:moveTo>
                    <a:pt x="6" y="0"/>
                  </a:moveTo>
                  <a:lnTo>
                    <a:pt x="0" y="60"/>
                  </a:lnTo>
                  <a:lnTo>
                    <a:pt x="67" y="73"/>
                  </a:lnTo>
                  <a:lnTo>
                    <a:pt x="74" y="1"/>
                  </a:lnTo>
                  <a:lnTo>
                    <a:pt x="6" y="0"/>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2" name="Freeform 113"/>
            <p:cNvSpPr/>
            <p:nvPr>
              <p:custDataLst>
                <p:tags r:id="rId112"/>
              </p:custDataLst>
            </p:nvPr>
          </p:nvSpPr>
          <p:spPr bwMode="auto">
            <a:xfrm>
              <a:off x="9820275" y="6002338"/>
              <a:ext cx="131763" cy="82550"/>
            </a:xfrm>
            <a:custGeom>
              <a:avLst/>
              <a:gdLst>
                <a:gd name="T0" fmla="*/ 2 w 83"/>
                <a:gd name="T1" fmla="*/ 38 h 52"/>
                <a:gd name="T2" fmla="*/ 0 w 83"/>
                <a:gd name="T3" fmla="*/ 0 h 52"/>
                <a:gd name="T4" fmla="*/ 83 w 83"/>
                <a:gd name="T5" fmla="*/ 19 h 52"/>
                <a:gd name="T6" fmla="*/ 79 w 83"/>
                <a:gd name="T7" fmla="*/ 52 h 52"/>
                <a:gd name="T8" fmla="*/ 2 w 83"/>
                <a:gd name="T9" fmla="*/ 38 h 52"/>
              </a:gdLst>
              <a:ahLst/>
              <a:cxnLst>
                <a:cxn ang="0">
                  <a:pos x="T0" y="T1"/>
                </a:cxn>
                <a:cxn ang="0">
                  <a:pos x="T2" y="T3"/>
                </a:cxn>
                <a:cxn ang="0">
                  <a:pos x="T4" y="T5"/>
                </a:cxn>
                <a:cxn ang="0">
                  <a:pos x="T6" y="T7"/>
                </a:cxn>
                <a:cxn ang="0">
                  <a:pos x="T8" y="T9"/>
                </a:cxn>
              </a:cxnLst>
              <a:rect l="0" t="0" r="r" b="b"/>
              <a:pathLst>
                <a:path w="83" h="52">
                  <a:moveTo>
                    <a:pt x="2" y="38"/>
                  </a:moveTo>
                  <a:lnTo>
                    <a:pt x="0" y="0"/>
                  </a:lnTo>
                  <a:lnTo>
                    <a:pt x="83" y="19"/>
                  </a:lnTo>
                  <a:lnTo>
                    <a:pt x="79" y="52"/>
                  </a:lnTo>
                  <a:lnTo>
                    <a:pt x="2" y="38"/>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3" name="Freeform 114"/>
            <p:cNvSpPr/>
            <p:nvPr>
              <p:custDataLst>
                <p:tags r:id="rId113"/>
              </p:custDataLst>
            </p:nvPr>
          </p:nvSpPr>
          <p:spPr bwMode="auto">
            <a:xfrm>
              <a:off x="9545638" y="6059488"/>
              <a:ext cx="438150" cy="220663"/>
            </a:xfrm>
            <a:custGeom>
              <a:avLst/>
              <a:gdLst>
                <a:gd name="T0" fmla="*/ 138 w 230"/>
                <a:gd name="T1" fmla="*/ 0 h 116"/>
                <a:gd name="T2" fmla="*/ 117 w 230"/>
                <a:gd name="T3" fmla="*/ 58 h 116"/>
                <a:gd name="T4" fmla="*/ 17 w 230"/>
                <a:gd name="T5" fmla="*/ 94 h 116"/>
                <a:gd name="T6" fmla="*/ 14 w 230"/>
                <a:gd name="T7" fmla="*/ 116 h 116"/>
                <a:gd name="T8" fmla="*/ 110 w 230"/>
                <a:gd name="T9" fmla="*/ 116 h 116"/>
                <a:gd name="T10" fmla="*/ 171 w 230"/>
                <a:gd name="T11" fmla="*/ 102 h 116"/>
                <a:gd name="T12" fmla="*/ 182 w 230"/>
                <a:gd name="T13" fmla="*/ 116 h 116"/>
                <a:gd name="T14" fmla="*/ 230 w 230"/>
                <a:gd name="T15" fmla="*/ 110 h 116"/>
                <a:gd name="T16" fmla="*/ 215 w 230"/>
                <a:gd name="T17" fmla="*/ 13 h 116"/>
                <a:gd name="T18" fmla="*/ 138 w 230"/>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0" h="116">
                  <a:moveTo>
                    <a:pt x="138" y="0"/>
                  </a:moveTo>
                  <a:cubicBezTo>
                    <a:pt x="117" y="58"/>
                    <a:pt x="117" y="58"/>
                    <a:pt x="117" y="58"/>
                  </a:cubicBezTo>
                  <a:cubicBezTo>
                    <a:pt x="17" y="94"/>
                    <a:pt x="17" y="94"/>
                    <a:pt x="17" y="94"/>
                  </a:cubicBezTo>
                  <a:cubicBezTo>
                    <a:pt x="2" y="94"/>
                    <a:pt x="0" y="113"/>
                    <a:pt x="14" y="116"/>
                  </a:cubicBezTo>
                  <a:cubicBezTo>
                    <a:pt x="110" y="116"/>
                    <a:pt x="110" y="116"/>
                    <a:pt x="110" y="116"/>
                  </a:cubicBezTo>
                  <a:cubicBezTo>
                    <a:pt x="171" y="102"/>
                    <a:pt x="171" y="102"/>
                    <a:pt x="171" y="102"/>
                  </a:cubicBezTo>
                  <a:cubicBezTo>
                    <a:pt x="182" y="116"/>
                    <a:pt x="182" y="116"/>
                    <a:pt x="182" y="116"/>
                  </a:cubicBezTo>
                  <a:cubicBezTo>
                    <a:pt x="230" y="110"/>
                    <a:pt x="230" y="110"/>
                    <a:pt x="230" y="110"/>
                  </a:cubicBezTo>
                  <a:cubicBezTo>
                    <a:pt x="215" y="13"/>
                    <a:pt x="215" y="13"/>
                    <a:pt x="215" y="13"/>
                  </a:cubicBezTo>
                  <a:lnTo>
                    <a:pt x="138" y="0"/>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4" name="Freeform 115"/>
            <p:cNvSpPr/>
            <p:nvPr>
              <p:custDataLst>
                <p:tags r:id="rId114"/>
              </p:custDataLst>
            </p:nvPr>
          </p:nvSpPr>
          <p:spPr bwMode="auto">
            <a:xfrm>
              <a:off x="10088563" y="3511550"/>
              <a:ext cx="377825" cy="169863"/>
            </a:xfrm>
            <a:custGeom>
              <a:avLst/>
              <a:gdLst>
                <a:gd name="T0" fmla="*/ 58 w 198"/>
                <a:gd name="T1" fmla="*/ 11 h 89"/>
                <a:gd name="T2" fmla="*/ 56 w 198"/>
                <a:gd name="T3" fmla="*/ 35 h 89"/>
                <a:gd name="T4" fmla="*/ 11 w 198"/>
                <a:gd name="T5" fmla="*/ 86 h 89"/>
                <a:gd name="T6" fmla="*/ 0 w 198"/>
                <a:gd name="T7" fmla="*/ 89 h 89"/>
                <a:gd name="T8" fmla="*/ 198 w 198"/>
                <a:gd name="T9" fmla="*/ 89 h 89"/>
                <a:gd name="T10" fmla="*/ 172 w 198"/>
                <a:gd name="T11" fmla="*/ 88 h 89"/>
                <a:gd name="T12" fmla="*/ 132 w 198"/>
                <a:gd name="T13" fmla="*/ 29 h 89"/>
                <a:gd name="T14" fmla="*/ 135 w 198"/>
                <a:gd name="T15" fmla="*/ 0 h 89"/>
                <a:gd name="T16" fmla="*/ 58 w 198"/>
                <a:gd name="T17" fmla="*/ 11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8" h="89">
                  <a:moveTo>
                    <a:pt x="58" y="11"/>
                  </a:moveTo>
                  <a:cubicBezTo>
                    <a:pt x="56" y="35"/>
                    <a:pt x="56" y="35"/>
                    <a:pt x="56" y="35"/>
                  </a:cubicBezTo>
                  <a:cubicBezTo>
                    <a:pt x="53" y="59"/>
                    <a:pt x="36" y="79"/>
                    <a:pt x="11" y="86"/>
                  </a:cubicBezTo>
                  <a:cubicBezTo>
                    <a:pt x="0" y="89"/>
                    <a:pt x="0" y="89"/>
                    <a:pt x="0" y="89"/>
                  </a:cubicBezTo>
                  <a:cubicBezTo>
                    <a:pt x="198" y="89"/>
                    <a:pt x="198" y="89"/>
                    <a:pt x="198" y="89"/>
                  </a:cubicBezTo>
                  <a:cubicBezTo>
                    <a:pt x="172" y="88"/>
                    <a:pt x="172" y="88"/>
                    <a:pt x="172" y="88"/>
                  </a:cubicBezTo>
                  <a:cubicBezTo>
                    <a:pt x="146" y="79"/>
                    <a:pt x="130" y="55"/>
                    <a:pt x="132" y="29"/>
                  </a:cubicBezTo>
                  <a:cubicBezTo>
                    <a:pt x="135" y="0"/>
                    <a:pt x="135" y="0"/>
                    <a:pt x="135" y="0"/>
                  </a:cubicBezTo>
                  <a:lnTo>
                    <a:pt x="58" y="11"/>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5" name="Freeform 116"/>
            <p:cNvSpPr/>
            <p:nvPr>
              <p:custDataLst>
                <p:tags r:id="rId115"/>
              </p:custDataLst>
            </p:nvPr>
          </p:nvSpPr>
          <p:spPr bwMode="auto">
            <a:xfrm>
              <a:off x="9785350" y="4703763"/>
              <a:ext cx="693738" cy="1276350"/>
            </a:xfrm>
            <a:custGeom>
              <a:avLst/>
              <a:gdLst>
                <a:gd name="T0" fmla="*/ 364 w 364"/>
                <a:gd name="T1" fmla="*/ 42 h 671"/>
                <a:gd name="T2" fmla="*/ 314 w 364"/>
                <a:gd name="T3" fmla="*/ 671 h 671"/>
                <a:gd name="T4" fmla="*/ 235 w 364"/>
                <a:gd name="T5" fmla="*/ 671 h 671"/>
                <a:gd name="T6" fmla="*/ 219 w 364"/>
                <a:gd name="T7" fmla="*/ 159 h 671"/>
                <a:gd name="T8" fmla="*/ 145 w 364"/>
                <a:gd name="T9" fmla="*/ 372 h 671"/>
                <a:gd name="T10" fmla="*/ 88 w 364"/>
                <a:gd name="T11" fmla="*/ 671 h 671"/>
                <a:gd name="T12" fmla="*/ 0 w 364"/>
                <a:gd name="T13" fmla="*/ 671 h 671"/>
                <a:gd name="T14" fmla="*/ 48 w 364"/>
                <a:gd name="T15" fmla="*/ 329 h 671"/>
                <a:gd name="T16" fmla="*/ 75 w 364"/>
                <a:gd name="T17" fmla="*/ 25 h 671"/>
                <a:gd name="T18" fmla="*/ 344 w 364"/>
                <a:gd name="T19" fmla="*/ 34 h 671"/>
                <a:gd name="T20" fmla="*/ 364 w 364"/>
                <a:gd name="T21" fmla="*/ 42 h 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671">
                  <a:moveTo>
                    <a:pt x="364" y="42"/>
                  </a:moveTo>
                  <a:cubicBezTo>
                    <a:pt x="314" y="671"/>
                    <a:pt x="314" y="671"/>
                    <a:pt x="314" y="671"/>
                  </a:cubicBezTo>
                  <a:cubicBezTo>
                    <a:pt x="235" y="671"/>
                    <a:pt x="235" y="671"/>
                    <a:pt x="235" y="671"/>
                  </a:cubicBezTo>
                  <a:cubicBezTo>
                    <a:pt x="219" y="159"/>
                    <a:pt x="219" y="159"/>
                    <a:pt x="219" y="159"/>
                  </a:cubicBezTo>
                  <a:cubicBezTo>
                    <a:pt x="145" y="372"/>
                    <a:pt x="145" y="372"/>
                    <a:pt x="145" y="372"/>
                  </a:cubicBezTo>
                  <a:cubicBezTo>
                    <a:pt x="88" y="671"/>
                    <a:pt x="88" y="671"/>
                    <a:pt x="88" y="671"/>
                  </a:cubicBezTo>
                  <a:cubicBezTo>
                    <a:pt x="0" y="671"/>
                    <a:pt x="0" y="671"/>
                    <a:pt x="0" y="671"/>
                  </a:cubicBezTo>
                  <a:cubicBezTo>
                    <a:pt x="48" y="329"/>
                    <a:pt x="48" y="329"/>
                    <a:pt x="48" y="329"/>
                  </a:cubicBezTo>
                  <a:cubicBezTo>
                    <a:pt x="75" y="25"/>
                    <a:pt x="75" y="25"/>
                    <a:pt x="75" y="25"/>
                  </a:cubicBezTo>
                  <a:cubicBezTo>
                    <a:pt x="163" y="0"/>
                    <a:pt x="258" y="3"/>
                    <a:pt x="344" y="34"/>
                  </a:cubicBezTo>
                  <a:lnTo>
                    <a:pt x="364" y="42"/>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6" name="Freeform 117"/>
            <p:cNvSpPr/>
            <p:nvPr>
              <p:custDataLst>
                <p:tags r:id="rId116"/>
              </p:custDataLst>
            </p:nvPr>
          </p:nvSpPr>
          <p:spPr bwMode="auto">
            <a:xfrm>
              <a:off x="9958388" y="3051175"/>
              <a:ext cx="509588" cy="549275"/>
            </a:xfrm>
            <a:custGeom>
              <a:avLst/>
              <a:gdLst>
                <a:gd name="T0" fmla="*/ 0 w 267"/>
                <a:gd name="T1" fmla="*/ 21 h 288"/>
                <a:gd name="T2" fmla="*/ 86 w 267"/>
                <a:gd name="T3" fmla="*/ 239 h 288"/>
                <a:gd name="T4" fmla="*/ 257 w 267"/>
                <a:gd name="T5" fmla="*/ 204 h 288"/>
                <a:gd name="T6" fmla="*/ 236 w 267"/>
                <a:gd name="T7" fmla="*/ 0 h 288"/>
                <a:gd name="T8" fmla="*/ 0 w 267"/>
                <a:gd name="T9" fmla="*/ 21 h 288"/>
              </a:gdLst>
              <a:ahLst/>
              <a:cxnLst>
                <a:cxn ang="0">
                  <a:pos x="T0" y="T1"/>
                </a:cxn>
                <a:cxn ang="0">
                  <a:pos x="T2" y="T3"/>
                </a:cxn>
                <a:cxn ang="0">
                  <a:pos x="T4" y="T5"/>
                </a:cxn>
                <a:cxn ang="0">
                  <a:pos x="T6" y="T7"/>
                </a:cxn>
                <a:cxn ang="0">
                  <a:pos x="T8" y="T9"/>
                </a:cxn>
              </a:cxnLst>
              <a:rect l="0" t="0" r="r" b="b"/>
              <a:pathLst>
                <a:path w="267" h="288">
                  <a:moveTo>
                    <a:pt x="0" y="21"/>
                  </a:moveTo>
                  <a:cubicBezTo>
                    <a:pt x="0" y="21"/>
                    <a:pt x="26" y="190"/>
                    <a:pt x="86" y="239"/>
                  </a:cubicBezTo>
                  <a:cubicBezTo>
                    <a:pt x="147" y="288"/>
                    <a:pt x="248" y="240"/>
                    <a:pt x="257" y="204"/>
                  </a:cubicBezTo>
                  <a:cubicBezTo>
                    <a:pt x="267" y="168"/>
                    <a:pt x="236" y="0"/>
                    <a:pt x="236" y="0"/>
                  </a:cubicBezTo>
                  <a:lnTo>
                    <a:pt x="0" y="21"/>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7" name="Freeform 118"/>
            <p:cNvSpPr/>
            <p:nvPr>
              <p:custDataLst>
                <p:tags r:id="rId117"/>
              </p:custDataLst>
            </p:nvPr>
          </p:nvSpPr>
          <p:spPr bwMode="auto">
            <a:xfrm>
              <a:off x="10431463" y="3195638"/>
              <a:ext cx="80963" cy="169863"/>
            </a:xfrm>
            <a:custGeom>
              <a:avLst/>
              <a:gdLst>
                <a:gd name="T0" fmla="*/ 11 w 42"/>
                <a:gd name="T1" fmla="*/ 89 h 89"/>
                <a:gd name="T2" fmla="*/ 18 w 42"/>
                <a:gd name="T3" fmla="*/ 87 h 89"/>
                <a:gd name="T4" fmla="*/ 25 w 42"/>
                <a:gd name="T5" fmla="*/ 32 h 89"/>
                <a:gd name="T6" fmla="*/ 0 w 42"/>
                <a:gd name="T7" fmla="*/ 0 h 89"/>
                <a:gd name="T8" fmla="*/ 11 w 42"/>
                <a:gd name="T9" fmla="*/ 89 h 89"/>
              </a:gdLst>
              <a:ahLst/>
              <a:cxnLst>
                <a:cxn ang="0">
                  <a:pos x="T0" y="T1"/>
                </a:cxn>
                <a:cxn ang="0">
                  <a:pos x="T2" y="T3"/>
                </a:cxn>
                <a:cxn ang="0">
                  <a:pos x="T4" y="T5"/>
                </a:cxn>
                <a:cxn ang="0">
                  <a:pos x="T6" y="T7"/>
                </a:cxn>
                <a:cxn ang="0">
                  <a:pos x="T8" y="T9"/>
                </a:cxn>
              </a:cxnLst>
              <a:rect l="0" t="0" r="r" b="b"/>
              <a:pathLst>
                <a:path w="42" h="89">
                  <a:moveTo>
                    <a:pt x="11" y="89"/>
                  </a:moveTo>
                  <a:cubicBezTo>
                    <a:pt x="13" y="89"/>
                    <a:pt x="15" y="88"/>
                    <a:pt x="18" y="87"/>
                  </a:cubicBezTo>
                  <a:cubicBezTo>
                    <a:pt x="42" y="76"/>
                    <a:pt x="37" y="54"/>
                    <a:pt x="25" y="32"/>
                  </a:cubicBezTo>
                  <a:cubicBezTo>
                    <a:pt x="17" y="17"/>
                    <a:pt x="17" y="2"/>
                    <a:pt x="0" y="0"/>
                  </a:cubicBezTo>
                  <a:lnTo>
                    <a:pt x="11" y="89"/>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8" name="Freeform 119"/>
            <p:cNvSpPr/>
            <p:nvPr>
              <p:custDataLst>
                <p:tags r:id="rId118"/>
              </p:custDataLst>
            </p:nvPr>
          </p:nvSpPr>
          <p:spPr bwMode="auto">
            <a:xfrm>
              <a:off x="9947275" y="2828925"/>
              <a:ext cx="631825" cy="403225"/>
            </a:xfrm>
            <a:custGeom>
              <a:avLst/>
              <a:gdLst>
                <a:gd name="T0" fmla="*/ 47 w 331"/>
                <a:gd name="T1" fmla="*/ 191 h 212"/>
                <a:gd name="T2" fmla="*/ 6 w 331"/>
                <a:gd name="T3" fmla="*/ 128 h 212"/>
                <a:gd name="T4" fmla="*/ 60 w 331"/>
                <a:gd name="T5" fmla="*/ 50 h 212"/>
                <a:gd name="T6" fmla="*/ 189 w 331"/>
                <a:gd name="T7" fmla="*/ 36 h 212"/>
                <a:gd name="T8" fmla="*/ 241 w 331"/>
                <a:gd name="T9" fmla="*/ 16 h 212"/>
                <a:gd name="T10" fmla="*/ 314 w 331"/>
                <a:gd name="T11" fmla="*/ 41 h 212"/>
                <a:gd name="T12" fmla="*/ 290 w 331"/>
                <a:gd name="T13" fmla="*/ 151 h 212"/>
                <a:gd name="T14" fmla="*/ 98 w 331"/>
                <a:gd name="T15" fmla="*/ 201 h 212"/>
                <a:gd name="T16" fmla="*/ 47 w 331"/>
                <a:gd name="T17" fmla="*/ 191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1" h="212">
                  <a:moveTo>
                    <a:pt x="47" y="191"/>
                  </a:moveTo>
                  <a:cubicBezTo>
                    <a:pt x="18" y="183"/>
                    <a:pt x="0" y="155"/>
                    <a:pt x="6" y="128"/>
                  </a:cubicBezTo>
                  <a:cubicBezTo>
                    <a:pt x="12" y="105"/>
                    <a:pt x="20" y="67"/>
                    <a:pt x="60" y="50"/>
                  </a:cubicBezTo>
                  <a:cubicBezTo>
                    <a:pt x="136" y="18"/>
                    <a:pt x="164" y="36"/>
                    <a:pt x="189" y="36"/>
                  </a:cubicBezTo>
                  <a:cubicBezTo>
                    <a:pt x="214" y="36"/>
                    <a:pt x="227" y="22"/>
                    <a:pt x="241" y="16"/>
                  </a:cubicBezTo>
                  <a:cubicBezTo>
                    <a:pt x="274" y="0"/>
                    <a:pt x="304" y="27"/>
                    <a:pt x="314" y="41"/>
                  </a:cubicBezTo>
                  <a:cubicBezTo>
                    <a:pt x="324" y="55"/>
                    <a:pt x="331" y="123"/>
                    <a:pt x="290" y="151"/>
                  </a:cubicBezTo>
                  <a:cubicBezTo>
                    <a:pt x="249" y="179"/>
                    <a:pt x="171" y="212"/>
                    <a:pt x="98" y="201"/>
                  </a:cubicBezTo>
                  <a:cubicBezTo>
                    <a:pt x="76" y="198"/>
                    <a:pt x="59" y="195"/>
                    <a:pt x="47" y="191"/>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 name="Freeform 120"/>
            <p:cNvSpPr/>
            <p:nvPr>
              <p:custDataLst>
                <p:tags r:id="rId119"/>
              </p:custDataLst>
            </p:nvPr>
          </p:nvSpPr>
          <p:spPr bwMode="auto">
            <a:xfrm>
              <a:off x="9967913" y="3265488"/>
              <a:ext cx="98425" cy="173038"/>
            </a:xfrm>
            <a:custGeom>
              <a:avLst/>
              <a:gdLst>
                <a:gd name="T0" fmla="*/ 51 w 51"/>
                <a:gd name="T1" fmla="*/ 91 h 91"/>
                <a:gd name="T2" fmla="*/ 43 w 51"/>
                <a:gd name="T3" fmla="*/ 91 h 91"/>
                <a:gd name="T4" fmla="*/ 11 w 51"/>
                <a:gd name="T5" fmla="*/ 46 h 91"/>
                <a:gd name="T6" fmla="*/ 15 w 51"/>
                <a:gd name="T7" fmla="*/ 0 h 91"/>
                <a:gd name="T8" fmla="*/ 51 w 51"/>
                <a:gd name="T9" fmla="*/ 91 h 91"/>
              </a:gdLst>
              <a:ahLst/>
              <a:cxnLst>
                <a:cxn ang="0">
                  <a:pos x="T0" y="T1"/>
                </a:cxn>
                <a:cxn ang="0">
                  <a:pos x="T2" y="T3"/>
                </a:cxn>
                <a:cxn ang="0">
                  <a:pos x="T4" y="T5"/>
                </a:cxn>
                <a:cxn ang="0">
                  <a:pos x="T6" y="T7"/>
                </a:cxn>
                <a:cxn ang="0">
                  <a:pos x="T8" y="T9"/>
                </a:cxn>
              </a:cxnLst>
              <a:rect l="0" t="0" r="r" b="b"/>
              <a:pathLst>
                <a:path w="51" h="91">
                  <a:moveTo>
                    <a:pt x="51" y="91"/>
                  </a:moveTo>
                  <a:cubicBezTo>
                    <a:pt x="48" y="91"/>
                    <a:pt x="46" y="91"/>
                    <a:pt x="43" y="91"/>
                  </a:cubicBezTo>
                  <a:cubicBezTo>
                    <a:pt x="14" y="91"/>
                    <a:pt x="11" y="73"/>
                    <a:pt x="11" y="46"/>
                  </a:cubicBezTo>
                  <a:cubicBezTo>
                    <a:pt x="11" y="28"/>
                    <a:pt x="0" y="9"/>
                    <a:pt x="15" y="0"/>
                  </a:cubicBezTo>
                  <a:lnTo>
                    <a:pt x="51" y="91"/>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 name="Freeform 121"/>
            <p:cNvSpPr/>
            <p:nvPr>
              <p:custDataLst>
                <p:tags r:id="rId120"/>
              </p:custDataLst>
            </p:nvPr>
          </p:nvSpPr>
          <p:spPr bwMode="auto">
            <a:xfrm>
              <a:off x="10571163" y="2892425"/>
              <a:ext cx="228600" cy="712788"/>
            </a:xfrm>
            <a:custGeom>
              <a:avLst/>
              <a:gdLst>
                <a:gd name="T0" fmla="*/ 0 w 144"/>
                <a:gd name="T1" fmla="*/ 384 h 449"/>
                <a:gd name="T2" fmla="*/ 72 w 144"/>
                <a:gd name="T3" fmla="*/ 281 h 449"/>
                <a:gd name="T4" fmla="*/ 63 w 144"/>
                <a:gd name="T5" fmla="*/ 7 h 449"/>
                <a:gd name="T6" fmla="*/ 110 w 144"/>
                <a:gd name="T7" fmla="*/ 0 h 449"/>
                <a:gd name="T8" fmla="*/ 144 w 144"/>
                <a:gd name="T9" fmla="*/ 284 h 449"/>
                <a:gd name="T10" fmla="*/ 86 w 144"/>
                <a:gd name="T11" fmla="*/ 449 h 449"/>
                <a:gd name="T12" fmla="*/ 0 w 144"/>
                <a:gd name="T13" fmla="*/ 384 h 449"/>
              </a:gdLst>
              <a:ahLst/>
              <a:cxnLst>
                <a:cxn ang="0">
                  <a:pos x="T0" y="T1"/>
                </a:cxn>
                <a:cxn ang="0">
                  <a:pos x="T2" y="T3"/>
                </a:cxn>
                <a:cxn ang="0">
                  <a:pos x="T4" y="T5"/>
                </a:cxn>
                <a:cxn ang="0">
                  <a:pos x="T6" y="T7"/>
                </a:cxn>
                <a:cxn ang="0">
                  <a:pos x="T8" y="T9"/>
                </a:cxn>
                <a:cxn ang="0">
                  <a:pos x="T10" y="T11"/>
                </a:cxn>
                <a:cxn ang="0">
                  <a:pos x="T12" y="T13"/>
                </a:cxn>
              </a:cxnLst>
              <a:rect l="0" t="0" r="r" b="b"/>
              <a:pathLst>
                <a:path w="144" h="449">
                  <a:moveTo>
                    <a:pt x="0" y="384"/>
                  </a:moveTo>
                  <a:lnTo>
                    <a:pt x="72" y="281"/>
                  </a:lnTo>
                  <a:lnTo>
                    <a:pt x="63" y="7"/>
                  </a:lnTo>
                  <a:lnTo>
                    <a:pt x="110" y="0"/>
                  </a:lnTo>
                  <a:lnTo>
                    <a:pt x="144" y="284"/>
                  </a:lnTo>
                  <a:lnTo>
                    <a:pt x="86" y="449"/>
                  </a:lnTo>
                  <a:lnTo>
                    <a:pt x="0" y="384"/>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1" name="Freeform 122"/>
            <p:cNvSpPr/>
            <p:nvPr>
              <p:custDataLst>
                <p:tags r:id="rId121"/>
              </p:custDataLst>
            </p:nvPr>
          </p:nvSpPr>
          <p:spPr bwMode="auto">
            <a:xfrm>
              <a:off x="9659938" y="2908300"/>
              <a:ext cx="228600" cy="714375"/>
            </a:xfrm>
            <a:custGeom>
              <a:avLst/>
              <a:gdLst>
                <a:gd name="T0" fmla="*/ 144 w 144"/>
                <a:gd name="T1" fmla="*/ 385 h 450"/>
                <a:gd name="T2" fmla="*/ 72 w 144"/>
                <a:gd name="T3" fmla="*/ 282 h 450"/>
                <a:gd name="T4" fmla="*/ 80 w 144"/>
                <a:gd name="T5" fmla="*/ 8 h 450"/>
                <a:gd name="T6" fmla="*/ 34 w 144"/>
                <a:gd name="T7" fmla="*/ 0 h 450"/>
                <a:gd name="T8" fmla="*/ 0 w 144"/>
                <a:gd name="T9" fmla="*/ 285 h 450"/>
                <a:gd name="T10" fmla="*/ 58 w 144"/>
                <a:gd name="T11" fmla="*/ 450 h 450"/>
                <a:gd name="T12" fmla="*/ 144 w 144"/>
                <a:gd name="T13" fmla="*/ 385 h 450"/>
              </a:gdLst>
              <a:ahLst/>
              <a:cxnLst>
                <a:cxn ang="0">
                  <a:pos x="T0" y="T1"/>
                </a:cxn>
                <a:cxn ang="0">
                  <a:pos x="T2" y="T3"/>
                </a:cxn>
                <a:cxn ang="0">
                  <a:pos x="T4" y="T5"/>
                </a:cxn>
                <a:cxn ang="0">
                  <a:pos x="T6" y="T7"/>
                </a:cxn>
                <a:cxn ang="0">
                  <a:pos x="T8" y="T9"/>
                </a:cxn>
                <a:cxn ang="0">
                  <a:pos x="T10" y="T11"/>
                </a:cxn>
                <a:cxn ang="0">
                  <a:pos x="T12" y="T13"/>
                </a:cxn>
              </a:cxnLst>
              <a:rect l="0" t="0" r="r" b="b"/>
              <a:pathLst>
                <a:path w="144" h="450">
                  <a:moveTo>
                    <a:pt x="144" y="385"/>
                  </a:moveTo>
                  <a:lnTo>
                    <a:pt x="72" y="282"/>
                  </a:lnTo>
                  <a:lnTo>
                    <a:pt x="80" y="8"/>
                  </a:lnTo>
                  <a:lnTo>
                    <a:pt x="34" y="0"/>
                  </a:lnTo>
                  <a:lnTo>
                    <a:pt x="0" y="285"/>
                  </a:lnTo>
                  <a:lnTo>
                    <a:pt x="58" y="450"/>
                  </a:lnTo>
                  <a:lnTo>
                    <a:pt x="144" y="385"/>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2" name="Freeform 123"/>
            <p:cNvSpPr/>
            <p:nvPr>
              <p:custDataLst>
                <p:tags r:id="rId122"/>
              </p:custDataLst>
            </p:nvPr>
          </p:nvSpPr>
          <p:spPr bwMode="auto">
            <a:xfrm>
              <a:off x="9894888" y="3951288"/>
              <a:ext cx="727075" cy="890588"/>
            </a:xfrm>
            <a:custGeom>
              <a:avLst/>
              <a:gdLst>
                <a:gd name="T0" fmla="*/ 350 w 382"/>
                <a:gd name="T1" fmla="*/ 34 h 468"/>
                <a:gd name="T2" fmla="*/ 55 w 382"/>
                <a:gd name="T3" fmla="*/ 0 h 468"/>
                <a:gd name="T4" fmla="*/ 0 w 382"/>
                <a:gd name="T5" fmla="*/ 445 h 468"/>
                <a:gd name="T6" fmla="*/ 10 w 382"/>
                <a:gd name="T7" fmla="*/ 446 h 468"/>
                <a:gd name="T8" fmla="*/ 48 w 382"/>
                <a:gd name="T9" fmla="*/ 421 h 468"/>
                <a:gd name="T10" fmla="*/ 76 w 382"/>
                <a:gd name="T11" fmla="*/ 414 h 468"/>
                <a:gd name="T12" fmla="*/ 119 w 382"/>
                <a:gd name="T13" fmla="*/ 404 h 468"/>
                <a:gd name="T14" fmla="*/ 163 w 382"/>
                <a:gd name="T15" fmla="*/ 405 h 468"/>
                <a:gd name="T16" fmla="*/ 259 w 382"/>
                <a:gd name="T17" fmla="*/ 422 h 468"/>
                <a:gd name="T18" fmla="*/ 271 w 382"/>
                <a:gd name="T19" fmla="*/ 427 h 468"/>
                <a:gd name="T20" fmla="*/ 274 w 382"/>
                <a:gd name="T21" fmla="*/ 427 h 468"/>
                <a:gd name="T22" fmla="*/ 320 w 382"/>
                <a:gd name="T23" fmla="*/ 464 h 468"/>
                <a:gd name="T24" fmla="*/ 382 w 382"/>
                <a:gd name="T25" fmla="*/ 468 h 468"/>
                <a:gd name="T26" fmla="*/ 350 w 382"/>
                <a:gd name="T27" fmla="*/ 34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82" h="468">
                  <a:moveTo>
                    <a:pt x="350" y="34"/>
                  </a:moveTo>
                  <a:cubicBezTo>
                    <a:pt x="55" y="0"/>
                    <a:pt x="55" y="0"/>
                    <a:pt x="55" y="0"/>
                  </a:cubicBezTo>
                  <a:cubicBezTo>
                    <a:pt x="0" y="445"/>
                    <a:pt x="0" y="445"/>
                    <a:pt x="0" y="445"/>
                  </a:cubicBezTo>
                  <a:cubicBezTo>
                    <a:pt x="10" y="446"/>
                    <a:pt x="10" y="446"/>
                    <a:pt x="10" y="446"/>
                  </a:cubicBezTo>
                  <a:cubicBezTo>
                    <a:pt x="16" y="433"/>
                    <a:pt x="29" y="422"/>
                    <a:pt x="48" y="421"/>
                  </a:cubicBezTo>
                  <a:cubicBezTo>
                    <a:pt x="55" y="416"/>
                    <a:pt x="64" y="413"/>
                    <a:pt x="76" y="414"/>
                  </a:cubicBezTo>
                  <a:cubicBezTo>
                    <a:pt x="91" y="414"/>
                    <a:pt x="103" y="404"/>
                    <a:pt x="119" y="404"/>
                  </a:cubicBezTo>
                  <a:cubicBezTo>
                    <a:pt x="134" y="404"/>
                    <a:pt x="149" y="405"/>
                    <a:pt x="163" y="405"/>
                  </a:cubicBezTo>
                  <a:cubicBezTo>
                    <a:pt x="195" y="406"/>
                    <a:pt x="228" y="413"/>
                    <a:pt x="259" y="422"/>
                  </a:cubicBezTo>
                  <a:cubicBezTo>
                    <a:pt x="263" y="423"/>
                    <a:pt x="268" y="425"/>
                    <a:pt x="271" y="427"/>
                  </a:cubicBezTo>
                  <a:cubicBezTo>
                    <a:pt x="272" y="427"/>
                    <a:pt x="273" y="427"/>
                    <a:pt x="274" y="427"/>
                  </a:cubicBezTo>
                  <a:cubicBezTo>
                    <a:pt x="304" y="425"/>
                    <a:pt x="319" y="443"/>
                    <a:pt x="320" y="464"/>
                  </a:cubicBezTo>
                  <a:cubicBezTo>
                    <a:pt x="382" y="468"/>
                    <a:pt x="382" y="468"/>
                    <a:pt x="382" y="468"/>
                  </a:cubicBezTo>
                  <a:lnTo>
                    <a:pt x="350" y="34"/>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143" name="Freeform 124"/>
            <p:cNvSpPr/>
            <p:nvPr>
              <p:custDataLst>
                <p:tags r:id="rId123"/>
              </p:custDataLst>
            </p:nvPr>
          </p:nvSpPr>
          <p:spPr bwMode="auto">
            <a:xfrm>
              <a:off x="9739313" y="3460750"/>
              <a:ext cx="995363" cy="669925"/>
            </a:xfrm>
            <a:custGeom>
              <a:avLst/>
              <a:gdLst>
                <a:gd name="T0" fmla="*/ 0 w 522"/>
                <a:gd name="T1" fmla="*/ 85 h 352"/>
                <a:gd name="T2" fmla="*/ 127 w 522"/>
                <a:gd name="T3" fmla="*/ 331 h 352"/>
                <a:gd name="T4" fmla="*/ 435 w 522"/>
                <a:gd name="T5" fmla="*/ 352 h 352"/>
                <a:gd name="T6" fmla="*/ 522 w 522"/>
                <a:gd name="T7" fmla="*/ 67 h 352"/>
                <a:gd name="T8" fmla="*/ 431 w 522"/>
                <a:gd name="T9" fmla="*/ 0 h 352"/>
                <a:gd name="T10" fmla="*/ 380 w 522"/>
                <a:gd name="T11" fmla="*/ 75 h 352"/>
                <a:gd name="T12" fmla="*/ 309 w 522"/>
                <a:gd name="T13" fmla="*/ 112 h 352"/>
                <a:gd name="T14" fmla="*/ 221 w 522"/>
                <a:gd name="T15" fmla="*/ 112 h 352"/>
                <a:gd name="T16" fmla="*/ 168 w 522"/>
                <a:gd name="T17" fmla="*/ 95 h 352"/>
                <a:gd name="T18" fmla="*/ 81 w 522"/>
                <a:gd name="T19" fmla="*/ 19 h 352"/>
                <a:gd name="T20" fmla="*/ 0 w 522"/>
                <a:gd name="T21" fmla="*/ 85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2" h="352">
                  <a:moveTo>
                    <a:pt x="0" y="85"/>
                  </a:moveTo>
                  <a:cubicBezTo>
                    <a:pt x="127" y="331"/>
                    <a:pt x="127" y="331"/>
                    <a:pt x="127" y="331"/>
                  </a:cubicBezTo>
                  <a:cubicBezTo>
                    <a:pt x="435" y="352"/>
                    <a:pt x="435" y="352"/>
                    <a:pt x="435" y="352"/>
                  </a:cubicBezTo>
                  <a:cubicBezTo>
                    <a:pt x="522" y="67"/>
                    <a:pt x="522" y="67"/>
                    <a:pt x="522" y="67"/>
                  </a:cubicBezTo>
                  <a:cubicBezTo>
                    <a:pt x="431" y="0"/>
                    <a:pt x="431" y="0"/>
                    <a:pt x="431" y="0"/>
                  </a:cubicBezTo>
                  <a:cubicBezTo>
                    <a:pt x="380" y="75"/>
                    <a:pt x="380" y="75"/>
                    <a:pt x="380" y="75"/>
                  </a:cubicBezTo>
                  <a:cubicBezTo>
                    <a:pt x="365" y="98"/>
                    <a:pt x="338" y="112"/>
                    <a:pt x="309" y="112"/>
                  </a:cubicBezTo>
                  <a:cubicBezTo>
                    <a:pt x="221" y="112"/>
                    <a:pt x="221" y="112"/>
                    <a:pt x="221" y="112"/>
                  </a:cubicBezTo>
                  <a:cubicBezTo>
                    <a:pt x="202" y="112"/>
                    <a:pt x="183" y="106"/>
                    <a:pt x="168" y="95"/>
                  </a:cubicBezTo>
                  <a:cubicBezTo>
                    <a:pt x="81" y="19"/>
                    <a:pt x="81" y="19"/>
                    <a:pt x="81" y="19"/>
                  </a:cubicBezTo>
                  <a:lnTo>
                    <a:pt x="0" y="85"/>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144" name="Freeform 125"/>
            <p:cNvSpPr/>
            <p:nvPr>
              <p:custDataLst>
                <p:tags r:id="rId124"/>
              </p:custDataLst>
            </p:nvPr>
          </p:nvSpPr>
          <p:spPr bwMode="auto">
            <a:xfrm>
              <a:off x="9894888" y="4681538"/>
              <a:ext cx="736600" cy="203200"/>
            </a:xfrm>
            <a:custGeom>
              <a:avLst/>
              <a:gdLst>
                <a:gd name="T0" fmla="*/ 0 w 387"/>
                <a:gd name="T1" fmla="*/ 62 h 107"/>
                <a:gd name="T2" fmla="*/ 200 w 387"/>
                <a:gd name="T3" fmla="*/ 27 h 107"/>
                <a:gd name="T4" fmla="*/ 382 w 387"/>
                <a:gd name="T5" fmla="*/ 85 h 107"/>
                <a:gd name="T6" fmla="*/ 303 w 387"/>
                <a:gd name="T7" fmla="*/ 107 h 107"/>
                <a:gd name="T8" fmla="*/ 307 w 387"/>
                <a:gd name="T9" fmla="*/ 61 h 107"/>
                <a:gd name="T10" fmla="*/ 27 w 387"/>
                <a:gd name="T11" fmla="*/ 47 h 107"/>
                <a:gd name="T12" fmla="*/ 18 w 387"/>
                <a:gd name="T13" fmla="*/ 51 h 107"/>
                <a:gd name="T14" fmla="*/ 14 w 387"/>
                <a:gd name="T15" fmla="*/ 78 h 107"/>
                <a:gd name="T16" fmla="*/ 0 w 387"/>
                <a:gd name="T17" fmla="*/ 62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107">
                  <a:moveTo>
                    <a:pt x="0" y="62"/>
                  </a:moveTo>
                  <a:cubicBezTo>
                    <a:pt x="0" y="62"/>
                    <a:pt x="38" y="0"/>
                    <a:pt x="200" y="27"/>
                  </a:cubicBezTo>
                  <a:cubicBezTo>
                    <a:pt x="363" y="55"/>
                    <a:pt x="387" y="67"/>
                    <a:pt x="382" y="85"/>
                  </a:cubicBezTo>
                  <a:cubicBezTo>
                    <a:pt x="378" y="103"/>
                    <a:pt x="303" y="107"/>
                    <a:pt x="303" y="107"/>
                  </a:cubicBezTo>
                  <a:cubicBezTo>
                    <a:pt x="307" y="61"/>
                    <a:pt x="307" y="61"/>
                    <a:pt x="307" y="61"/>
                  </a:cubicBezTo>
                  <a:cubicBezTo>
                    <a:pt x="221" y="14"/>
                    <a:pt x="117" y="9"/>
                    <a:pt x="27" y="47"/>
                  </a:cubicBezTo>
                  <a:cubicBezTo>
                    <a:pt x="18" y="51"/>
                    <a:pt x="18" y="51"/>
                    <a:pt x="18" y="51"/>
                  </a:cubicBezTo>
                  <a:cubicBezTo>
                    <a:pt x="14" y="78"/>
                    <a:pt x="14" y="78"/>
                    <a:pt x="14" y="78"/>
                  </a:cubicBezTo>
                  <a:cubicBezTo>
                    <a:pt x="14" y="78"/>
                    <a:pt x="2" y="74"/>
                    <a:pt x="0" y="62"/>
                  </a:cubicBez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145" name="Freeform 126"/>
            <p:cNvSpPr/>
            <p:nvPr>
              <p:custDataLst>
                <p:tags r:id="rId125"/>
              </p:custDataLst>
            </p:nvPr>
          </p:nvSpPr>
          <p:spPr bwMode="auto">
            <a:xfrm>
              <a:off x="9529763" y="2322513"/>
              <a:ext cx="1355725" cy="525463"/>
            </a:xfrm>
            <a:custGeom>
              <a:avLst/>
              <a:gdLst>
                <a:gd name="T0" fmla="*/ 698 w 711"/>
                <a:gd name="T1" fmla="*/ 236 h 276"/>
                <a:gd name="T2" fmla="*/ 29 w 711"/>
                <a:gd name="T3" fmla="*/ 276 h 276"/>
                <a:gd name="T4" fmla="*/ 15 w 711"/>
                <a:gd name="T5" fmla="*/ 264 h 276"/>
                <a:gd name="T6" fmla="*/ 0 w 711"/>
                <a:gd name="T7" fmla="*/ 54 h 276"/>
                <a:gd name="T8" fmla="*/ 13 w 711"/>
                <a:gd name="T9" fmla="*/ 41 h 276"/>
                <a:gd name="T10" fmla="*/ 681 w 711"/>
                <a:gd name="T11" fmla="*/ 1 h 276"/>
                <a:gd name="T12" fmla="*/ 696 w 711"/>
                <a:gd name="T13" fmla="*/ 12 h 276"/>
                <a:gd name="T14" fmla="*/ 711 w 711"/>
                <a:gd name="T15" fmla="*/ 222 h 276"/>
                <a:gd name="T16" fmla="*/ 698 w 711"/>
                <a:gd name="T17" fmla="*/ 23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1" h="276">
                  <a:moveTo>
                    <a:pt x="698" y="236"/>
                  </a:moveTo>
                  <a:cubicBezTo>
                    <a:pt x="29" y="276"/>
                    <a:pt x="29" y="276"/>
                    <a:pt x="29" y="276"/>
                  </a:cubicBezTo>
                  <a:cubicBezTo>
                    <a:pt x="22" y="276"/>
                    <a:pt x="16" y="271"/>
                    <a:pt x="15" y="264"/>
                  </a:cubicBezTo>
                  <a:cubicBezTo>
                    <a:pt x="0" y="54"/>
                    <a:pt x="0" y="54"/>
                    <a:pt x="0" y="54"/>
                  </a:cubicBezTo>
                  <a:cubicBezTo>
                    <a:pt x="0" y="48"/>
                    <a:pt x="5" y="42"/>
                    <a:pt x="13" y="41"/>
                  </a:cubicBezTo>
                  <a:cubicBezTo>
                    <a:pt x="681" y="1"/>
                    <a:pt x="681" y="1"/>
                    <a:pt x="681" y="1"/>
                  </a:cubicBezTo>
                  <a:cubicBezTo>
                    <a:pt x="689" y="0"/>
                    <a:pt x="695" y="6"/>
                    <a:pt x="696" y="12"/>
                  </a:cubicBezTo>
                  <a:cubicBezTo>
                    <a:pt x="711" y="222"/>
                    <a:pt x="711" y="222"/>
                    <a:pt x="711" y="222"/>
                  </a:cubicBezTo>
                  <a:cubicBezTo>
                    <a:pt x="711" y="229"/>
                    <a:pt x="706" y="235"/>
                    <a:pt x="698" y="236"/>
                  </a:cubicBezTo>
                  <a:close/>
                </a:path>
              </a:pathLst>
            </a:custGeom>
            <a:solidFill>
              <a:srgbClr val="00D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6" name="Freeform 127"/>
            <p:cNvSpPr/>
            <p:nvPr>
              <p:custDataLst>
                <p:tags r:id="rId126"/>
              </p:custDataLst>
            </p:nvPr>
          </p:nvSpPr>
          <p:spPr bwMode="auto">
            <a:xfrm>
              <a:off x="9671050" y="2422525"/>
              <a:ext cx="1060450" cy="146050"/>
            </a:xfrm>
            <a:custGeom>
              <a:avLst/>
              <a:gdLst>
                <a:gd name="T0" fmla="*/ 668 w 668"/>
                <a:gd name="T1" fmla="*/ 52 h 92"/>
                <a:gd name="T2" fmla="*/ 4 w 668"/>
                <a:gd name="T3" fmla="*/ 92 h 92"/>
                <a:gd name="T4" fmla="*/ 0 w 668"/>
                <a:gd name="T5" fmla="*/ 39 h 92"/>
                <a:gd name="T6" fmla="*/ 664 w 668"/>
                <a:gd name="T7" fmla="*/ 0 h 92"/>
                <a:gd name="T8" fmla="*/ 668 w 668"/>
                <a:gd name="T9" fmla="*/ 52 h 92"/>
              </a:gdLst>
              <a:ahLst/>
              <a:cxnLst>
                <a:cxn ang="0">
                  <a:pos x="T0" y="T1"/>
                </a:cxn>
                <a:cxn ang="0">
                  <a:pos x="T2" y="T3"/>
                </a:cxn>
                <a:cxn ang="0">
                  <a:pos x="T4" y="T5"/>
                </a:cxn>
                <a:cxn ang="0">
                  <a:pos x="T6" y="T7"/>
                </a:cxn>
                <a:cxn ang="0">
                  <a:pos x="T8" y="T9"/>
                </a:cxn>
              </a:cxnLst>
              <a:rect l="0" t="0" r="r" b="b"/>
              <a:pathLst>
                <a:path w="668" h="92">
                  <a:moveTo>
                    <a:pt x="668" y="52"/>
                  </a:moveTo>
                  <a:lnTo>
                    <a:pt x="4" y="92"/>
                  </a:lnTo>
                  <a:lnTo>
                    <a:pt x="0" y="39"/>
                  </a:lnTo>
                  <a:lnTo>
                    <a:pt x="664" y="0"/>
                  </a:lnTo>
                  <a:lnTo>
                    <a:pt x="668" y="5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7" name="Freeform 128"/>
            <p:cNvSpPr/>
            <p:nvPr>
              <p:custDataLst>
                <p:tags r:id="rId127"/>
              </p:custDataLst>
            </p:nvPr>
          </p:nvSpPr>
          <p:spPr bwMode="auto">
            <a:xfrm>
              <a:off x="9682163" y="2598738"/>
              <a:ext cx="671513" cy="123825"/>
            </a:xfrm>
            <a:custGeom>
              <a:avLst/>
              <a:gdLst>
                <a:gd name="T0" fmla="*/ 423 w 423"/>
                <a:gd name="T1" fmla="*/ 53 h 78"/>
                <a:gd name="T2" fmla="*/ 4 w 423"/>
                <a:gd name="T3" fmla="*/ 78 h 78"/>
                <a:gd name="T4" fmla="*/ 0 w 423"/>
                <a:gd name="T5" fmla="*/ 25 h 78"/>
                <a:gd name="T6" fmla="*/ 419 w 423"/>
                <a:gd name="T7" fmla="*/ 0 h 78"/>
                <a:gd name="T8" fmla="*/ 423 w 423"/>
                <a:gd name="T9" fmla="*/ 53 h 78"/>
              </a:gdLst>
              <a:ahLst/>
              <a:cxnLst>
                <a:cxn ang="0">
                  <a:pos x="T0" y="T1"/>
                </a:cxn>
                <a:cxn ang="0">
                  <a:pos x="T2" y="T3"/>
                </a:cxn>
                <a:cxn ang="0">
                  <a:pos x="T4" y="T5"/>
                </a:cxn>
                <a:cxn ang="0">
                  <a:pos x="T6" y="T7"/>
                </a:cxn>
                <a:cxn ang="0">
                  <a:pos x="T8" y="T9"/>
                </a:cxn>
              </a:cxnLst>
              <a:rect l="0" t="0" r="r" b="b"/>
              <a:pathLst>
                <a:path w="423" h="78">
                  <a:moveTo>
                    <a:pt x="423" y="53"/>
                  </a:moveTo>
                  <a:lnTo>
                    <a:pt x="4" y="78"/>
                  </a:lnTo>
                  <a:lnTo>
                    <a:pt x="0" y="25"/>
                  </a:lnTo>
                  <a:lnTo>
                    <a:pt x="419" y="0"/>
                  </a:lnTo>
                  <a:lnTo>
                    <a:pt x="423" y="5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8" name="Freeform 129"/>
            <p:cNvSpPr/>
            <p:nvPr>
              <p:custDataLst>
                <p:tags r:id="rId128"/>
              </p:custDataLst>
            </p:nvPr>
          </p:nvSpPr>
          <p:spPr bwMode="auto">
            <a:xfrm>
              <a:off x="10574338" y="2608263"/>
              <a:ext cx="195263" cy="338138"/>
            </a:xfrm>
            <a:custGeom>
              <a:avLst/>
              <a:gdLst>
                <a:gd name="T0" fmla="*/ 33 w 102"/>
                <a:gd name="T1" fmla="*/ 101 h 178"/>
                <a:gd name="T2" fmla="*/ 12 w 102"/>
                <a:gd name="T3" fmla="*/ 16 h 178"/>
                <a:gd name="T4" fmla="*/ 29 w 102"/>
                <a:gd name="T5" fmla="*/ 25 h 178"/>
                <a:gd name="T6" fmla="*/ 50 w 102"/>
                <a:gd name="T7" fmla="*/ 90 h 178"/>
                <a:gd name="T8" fmla="*/ 37 w 102"/>
                <a:gd name="T9" fmla="*/ 4 h 178"/>
                <a:gd name="T10" fmla="*/ 51 w 102"/>
                <a:gd name="T11" fmla="*/ 12 h 178"/>
                <a:gd name="T12" fmla="*/ 67 w 102"/>
                <a:gd name="T13" fmla="*/ 77 h 178"/>
                <a:gd name="T14" fmla="*/ 65 w 102"/>
                <a:gd name="T15" fmla="*/ 19 h 178"/>
                <a:gd name="T16" fmla="*/ 77 w 102"/>
                <a:gd name="T17" fmla="*/ 31 h 178"/>
                <a:gd name="T18" fmla="*/ 81 w 102"/>
                <a:gd name="T19" fmla="*/ 82 h 178"/>
                <a:gd name="T20" fmla="*/ 94 w 102"/>
                <a:gd name="T21" fmla="*/ 42 h 178"/>
                <a:gd name="T22" fmla="*/ 102 w 102"/>
                <a:gd name="T23" fmla="*/ 47 h 178"/>
                <a:gd name="T24" fmla="*/ 91 w 102"/>
                <a:gd name="T25" fmla="*/ 93 h 178"/>
                <a:gd name="T26" fmla="*/ 89 w 102"/>
                <a:gd name="T27" fmla="*/ 152 h 178"/>
                <a:gd name="T28" fmla="*/ 54 w 102"/>
                <a:gd name="T29" fmla="*/ 165 h 178"/>
                <a:gd name="T30" fmla="*/ 0 w 102"/>
                <a:gd name="T31" fmla="*/ 95 h 178"/>
                <a:gd name="T32" fmla="*/ 23 w 102"/>
                <a:gd name="T33" fmla="*/ 93 h 178"/>
                <a:gd name="T34" fmla="*/ 33 w 102"/>
                <a:gd name="T35" fmla="*/ 101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2" h="178">
                  <a:moveTo>
                    <a:pt x="33" y="101"/>
                  </a:moveTo>
                  <a:cubicBezTo>
                    <a:pt x="33" y="101"/>
                    <a:pt x="10" y="25"/>
                    <a:pt x="12" y="16"/>
                  </a:cubicBezTo>
                  <a:cubicBezTo>
                    <a:pt x="13" y="7"/>
                    <a:pt x="24" y="9"/>
                    <a:pt x="29" y="25"/>
                  </a:cubicBezTo>
                  <a:cubicBezTo>
                    <a:pt x="33" y="41"/>
                    <a:pt x="50" y="90"/>
                    <a:pt x="50" y="90"/>
                  </a:cubicBezTo>
                  <a:cubicBezTo>
                    <a:pt x="50" y="90"/>
                    <a:pt x="33" y="9"/>
                    <a:pt x="37" y="4"/>
                  </a:cubicBezTo>
                  <a:cubicBezTo>
                    <a:pt x="41" y="0"/>
                    <a:pt x="50" y="1"/>
                    <a:pt x="51" y="12"/>
                  </a:cubicBezTo>
                  <a:cubicBezTo>
                    <a:pt x="52" y="24"/>
                    <a:pt x="67" y="77"/>
                    <a:pt x="67" y="77"/>
                  </a:cubicBezTo>
                  <a:cubicBezTo>
                    <a:pt x="67" y="77"/>
                    <a:pt x="63" y="29"/>
                    <a:pt x="65" y="19"/>
                  </a:cubicBezTo>
                  <a:cubicBezTo>
                    <a:pt x="67" y="8"/>
                    <a:pt x="77" y="21"/>
                    <a:pt x="77" y="31"/>
                  </a:cubicBezTo>
                  <a:cubicBezTo>
                    <a:pt x="77" y="42"/>
                    <a:pt x="81" y="82"/>
                    <a:pt x="81" y="82"/>
                  </a:cubicBezTo>
                  <a:cubicBezTo>
                    <a:pt x="81" y="82"/>
                    <a:pt x="90" y="46"/>
                    <a:pt x="94" y="42"/>
                  </a:cubicBezTo>
                  <a:cubicBezTo>
                    <a:pt x="99" y="38"/>
                    <a:pt x="102" y="42"/>
                    <a:pt x="102" y="47"/>
                  </a:cubicBezTo>
                  <a:cubicBezTo>
                    <a:pt x="102" y="51"/>
                    <a:pt x="91" y="93"/>
                    <a:pt x="91" y="93"/>
                  </a:cubicBezTo>
                  <a:cubicBezTo>
                    <a:pt x="91" y="93"/>
                    <a:pt x="90" y="105"/>
                    <a:pt x="89" y="152"/>
                  </a:cubicBezTo>
                  <a:cubicBezTo>
                    <a:pt x="89" y="178"/>
                    <a:pt x="57" y="168"/>
                    <a:pt x="54" y="165"/>
                  </a:cubicBezTo>
                  <a:cubicBezTo>
                    <a:pt x="51" y="161"/>
                    <a:pt x="4" y="105"/>
                    <a:pt x="0" y="95"/>
                  </a:cubicBezTo>
                  <a:cubicBezTo>
                    <a:pt x="23" y="93"/>
                    <a:pt x="23" y="93"/>
                    <a:pt x="23" y="93"/>
                  </a:cubicBezTo>
                  <a:cubicBezTo>
                    <a:pt x="33" y="109"/>
                    <a:pt x="34" y="105"/>
                    <a:pt x="33" y="101"/>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9" name="Freeform 130"/>
            <p:cNvSpPr/>
            <p:nvPr>
              <p:custDataLst>
                <p:tags r:id="rId129"/>
              </p:custDataLst>
            </p:nvPr>
          </p:nvSpPr>
          <p:spPr bwMode="auto">
            <a:xfrm>
              <a:off x="9688513" y="2636838"/>
              <a:ext cx="187325" cy="341313"/>
            </a:xfrm>
            <a:custGeom>
              <a:avLst/>
              <a:gdLst>
                <a:gd name="T0" fmla="*/ 69 w 98"/>
                <a:gd name="T1" fmla="*/ 101 h 179"/>
                <a:gd name="T2" fmla="*/ 91 w 98"/>
                <a:gd name="T3" fmla="*/ 17 h 179"/>
                <a:gd name="T4" fmla="*/ 74 w 98"/>
                <a:gd name="T5" fmla="*/ 26 h 179"/>
                <a:gd name="T6" fmla="*/ 52 w 98"/>
                <a:gd name="T7" fmla="*/ 90 h 179"/>
                <a:gd name="T8" fmla="*/ 66 w 98"/>
                <a:gd name="T9" fmla="*/ 5 h 179"/>
                <a:gd name="T10" fmla="*/ 52 w 98"/>
                <a:gd name="T11" fmla="*/ 13 h 179"/>
                <a:gd name="T12" fmla="*/ 35 w 98"/>
                <a:gd name="T13" fmla="*/ 77 h 179"/>
                <a:gd name="T14" fmla="*/ 37 w 98"/>
                <a:gd name="T15" fmla="*/ 19 h 179"/>
                <a:gd name="T16" fmla="*/ 26 w 98"/>
                <a:gd name="T17" fmla="*/ 32 h 179"/>
                <a:gd name="T18" fmla="*/ 21 w 98"/>
                <a:gd name="T19" fmla="*/ 83 h 179"/>
                <a:gd name="T20" fmla="*/ 8 w 98"/>
                <a:gd name="T21" fmla="*/ 43 h 179"/>
                <a:gd name="T22" fmla="*/ 0 w 98"/>
                <a:gd name="T23" fmla="*/ 47 h 179"/>
                <a:gd name="T24" fmla="*/ 11 w 98"/>
                <a:gd name="T25" fmla="*/ 93 h 179"/>
                <a:gd name="T26" fmla="*/ 13 w 98"/>
                <a:gd name="T27" fmla="*/ 152 h 179"/>
                <a:gd name="T28" fmla="*/ 48 w 98"/>
                <a:gd name="T29" fmla="*/ 165 h 179"/>
                <a:gd name="T30" fmla="*/ 98 w 98"/>
                <a:gd name="T31" fmla="*/ 102 h 179"/>
                <a:gd name="T32" fmla="*/ 72 w 98"/>
                <a:gd name="T33" fmla="*/ 103 h 179"/>
                <a:gd name="T34" fmla="*/ 69 w 98"/>
                <a:gd name="T35" fmla="*/ 101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8" h="179">
                  <a:moveTo>
                    <a:pt x="69" y="101"/>
                  </a:moveTo>
                  <a:cubicBezTo>
                    <a:pt x="69" y="101"/>
                    <a:pt x="92" y="26"/>
                    <a:pt x="91" y="17"/>
                  </a:cubicBezTo>
                  <a:cubicBezTo>
                    <a:pt x="90" y="8"/>
                    <a:pt x="78" y="9"/>
                    <a:pt x="74" y="26"/>
                  </a:cubicBezTo>
                  <a:cubicBezTo>
                    <a:pt x="69" y="42"/>
                    <a:pt x="52" y="90"/>
                    <a:pt x="52" y="90"/>
                  </a:cubicBezTo>
                  <a:cubicBezTo>
                    <a:pt x="52" y="90"/>
                    <a:pt x="70" y="10"/>
                    <a:pt x="66" y="5"/>
                  </a:cubicBezTo>
                  <a:cubicBezTo>
                    <a:pt x="62" y="0"/>
                    <a:pt x="53" y="2"/>
                    <a:pt x="52" y="13"/>
                  </a:cubicBezTo>
                  <a:cubicBezTo>
                    <a:pt x="50" y="24"/>
                    <a:pt x="35" y="77"/>
                    <a:pt x="35" y="77"/>
                  </a:cubicBezTo>
                  <a:cubicBezTo>
                    <a:pt x="35" y="77"/>
                    <a:pt x="39" y="30"/>
                    <a:pt x="37" y="19"/>
                  </a:cubicBezTo>
                  <a:cubicBezTo>
                    <a:pt x="35" y="9"/>
                    <a:pt x="26" y="22"/>
                    <a:pt x="26" y="32"/>
                  </a:cubicBezTo>
                  <a:cubicBezTo>
                    <a:pt x="25" y="43"/>
                    <a:pt x="21" y="83"/>
                    <a:pt x="21" y="83"/>
                  </a:cubicBezTo>
                  <a:cubicBezTo>
                    <a:pt x="21" y="83"/>
                    <a:pt x="13" y="47"/>
                    <a:pt x="8" y="43"/>
                  </a:cubicBezTo>
                  <a:cubicBezTo>
                    <a:pt x="3" y="39"/>
                    <a:pt x="0" y="43"/>
                    <a:pt x="0" y="47"/>
                  </a:cubicBezTo>
                  <a:cubicBezTo>
                    <a:pt x="1" y="52"/>
                    <a:pt x="11" y="93"/>
                    <a:pt x="11" y="93"/>
                  </a:cubicBezTo>
                  <a:cubicBezTo>
                    <a:pt x="11" y="93"/>
                    <a:pt x="12" y="106"/>
                    <a:pt x="13" y="152"/>
                  </a:cubicBezTo>
                  <a:cubicBezTo>
                    <a:pt x="14" y="179"/>
                    <a:pt x="46" y="169"/>
                    <a:pt x="48" y="165"/>
                  </a:cubicBezTo>
                  <a:cubicBezTo>
                    <a:pt x="51" y="162"/>
                    <a:pt x="94" y="113"/>
                    <a:pt x="98" y="102"/>
                  </a:cubicBezTo>
                  <a:cubicBezTo>
                    <a:pt x="72" y="103"/>
                    <a:pt x="72" y="103"/>
                    <a:pt x="72" y="103"/>
                  </a:cubicBezTo>
                  <a:cubicBezTo>
                    <a:pt x="71" y="106"/>
                    <a:pt x="69" y="105"/>
                    <a:pt x="69" y="101"/>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0" name="Freeform 131"/>
            <p:cNvSpPr/>
            <p:nvPr>
              <p:custDataLst>
                <p:tags r:id="rId130"/>
              </p:custDataLst>
            </p:nvPr>
          </p:nvSpPr>
          <p:spPr bwMode="auto">
            <a:xfrm>
              <a:off x="6178550" y="1490663"/>
              <a:ext cx="1473200" cy="1192213"/>
            </a:xfrm>
            <a:custGeom>
              <a:avLst/>
              <a:gdLst>
                <a:gd name="T0" fmla="*/ 646 w 773"/>
                <a:gd name="T1" fmla="*/ 624 h 626"/>
                <a:gd name="T2" fmla="*/ 12 w 773"/>
                <a:gd name="T3" fmla="*/ 502 h 626"/>
                <a:gd name="T4" fmla="*/ 2 w 773"/>
                <a:gd name="T5" fmla="*/ 487 h 626"/>
                <a:gd name="T6" fmla="*/ 112 w 773"/>
                <a:gd name="T7" fmla="*/ 11 h 626"/>
                <a:gd name="T8" fmla="*/ 128 w 773"/>
                <a:gd name="T9" fmla="*/ 1 h 626"/>
                <a:gd name="T10" fmla="*/ 761 w 773"/>
                <a:gd name="T11" fmla="*/ 124 h 626"/>
                <a:gd name="T12" fmla="*/ 772 w 773"/>
                <a:gd name="T13" fmla="*/ 138 h 626"/>
                <a:gd name="T14" fmla="*/ 662 w 773"/>
                <a:gd name="T15" fmla="*/ 615 h 626"/>
                <a:gd name="T16" fmla="*/ 646 w 773"/>
                <a:gd name="T17" fmla="*/ 624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73" h="626">
                  <a:moveTo>
                    <a:pt x="646" y="624"/>
                  </a:moveTo>
                  <a:cubicBezTo>
                    <a:pt x="12" y="502"/>
                    <a:pt x="12" y="502"/>
                    <a:pt x="12" y="502"/>
                  </a:cubicBezTo>
                  <a:cubicBezTo>
                    <a:pt x="5" y="500"/>
                    <a:pt x="0" y="494"/>
                    <a:pt x="2" y="487"/>
                  </a:cubicBezTo>
                  <a:cubicBezTo>
                    <a:pt x="112" y="11"/>
                    <a:pt x="112" y="11"/>
                    <a:pt x="112" y="11"/>
                  </a:cubicBezTo>
                  <a:cubicBezTo>
                    <a:pt x="113" y="4"/>
                    <a:pt x="120" y="0"/>
                    <a:pt x="128" y="1"/>
                  </a:cubicBezTo>
                  <a:cubicBezTo>
                    <a:pt x="761" y="124"/>
                    <a:pt x="761" y="124"/>
                    <a:pt x="761" y="124"/>
                  </a:cubicBezTo>
                  <a:cubicBezTo>
                    <a:pt x="768" y="125"/>
                    <a:pt x="773" y="132"/>
                    <a:pt x="772" y="138"/>
                  </a:cubicBezTo>
                  <a:cubicBezTo>
                    <a:pt x="662" y="615"/>
                    <a:pt x="662" y="615"/>
                    <a:pt x="662" y="615"/>
                  </a:cubicBezTo>
                  <a:cubicBezTo>
                    <a:pt x="660" y="622"/>
                    <a:pt x="653" y="626"/>
                    <a:pt x="646" y="624"/>
                  </a:cubicBezTo>
                  <a:close/>
                </a:path>
              </a:pathLst>
            </a:custGeom>
            <a:solidFill>
              <a:srgbClr val="FADD7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1" name="Freeform 132"/>
            <p:cNvSpPr/>
            <p:nvPr>
              <p:custDataLst>
                <p:tags r:id="rId131"/>
              </p:custDataLst>
            </p:nvPr>
          </p:nvSpPr>
          <p:spPr bwMode="auto">
            <a:xfrm>
              <a:off x="6442075" y="1639888"/>
              <a:ext cx="1050925" cy="280988"/>
            </a:xfrm>
            <a:custGeom>
              <a:avLst/>
              <a:gdLst>
                <a:gd name="T0" fmla="*/ 650 w 662"/>
                <a:gd name="T1" fmla="*/ 177 h 177"/>
                <a:gd name="T2" fmla="*/ 0 w 662"/>
                <a:gd name="T3" fmla="*/ 51 h 177"/>
                <a:gd name="T4" fmla="*/ 12 w 662"/>
                <a:gd name="T5" fmla="*/ 0 h 177"/>
                <a:gd name="T6" fmla="*/ 662 w 662"/>
                <a:gd name="T7" fmla="*/ 126 h 177"/>
                <a:gd name="T8" fmla="*/ 650 w 662"/>
                <a:gd name="T9" fmla="*/ 177 h 177"/>
              </a:gdLst>
              <a:ahLst/>
              <a:cxnLst>
                <a:cxn ang="0">
                  <a:pos x="T0" y="T1"/>
                </a:cxn>
                <a:cxn ang="0">
                  <a:pos x="T2" y="T3"/>
                </a:cxn>
                <a:cxn ang="0">
                  <a:pos x="T4" y="T5"/>
                </a:cxn>
                <a:cxn ang="0">
                  <a:pos x="T6" y="T7"/>
                </a:cxn>
                <a:cxn ang="0">
                  <a:pos x="T8" y="T9"/>
                </a:cxn>
              </a:cxnLst>
              <a:rect l="0" t="0" r="r" b="b"/>
              <a:pathLst>
                <a:path w="662" h="177">
                  <a:moveTo>
                    <a:pt x="650" y="177"/>
                  </a:moveTo>
                  <a:lnTo>
                    <a:pt x="0" y="51"/>
                  </a:lnTo>
                  <a:lnTo>
                    <a:pt x="12" y="0"/>
                  </a:lnTo>
                  <a:lnTo>
                    <a:pt x="662" y="126"/>
                  </a:lnTo>
                  <a:lnTo>
                    <a:pt x="650" y="177"/>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2" name="Freeform 133"/>
            <p:cNvSpPr/>
            <p:nvPr>
              <p:custDataLst>
                <p:tags r:id="rId132"/>
              </p:custDataLst>
            </p:nvPr>
          </p:nvSpPr>
          <p:spPr bwMode="auto">
            <a:xfrm>
              <a:off x="6407150" y="1792288"/>
              <a:ext cx="1050925" cy="280988"/>
            </a:xfrm>
            <a:custGeom>
              <a:avLst/>
              <a:gdLst>
                <a:gd name="T0" fmla="*/ 650 w 662"/>
                <a:gd name="T1" fmla="*/ 177 h 177"/>
                <a:gd name="T2" fmla="*/ 0 w 662"/>
                <a:gd name="T3" fmla="*/ 51 h 177"/>
                <a:gd name="T4" fmla="*/ 12 w 662"/>
                <a:gd name="T5" fmla="*/ 0 h 177"/>
                <a:gd name="T6" fmla="*/ 662 w 662"/>
                <a:gd name="T7" fmla="*/ 126 h 177"/>
                <a:gd name="T8" fmla="*/ 650 w 662"/>
                <a:gd name="T9" fmla="*/ 177 h 177"/>
              </a:gdLst>
              <a:ahLst/>
              <a:cxnLst>
                <a:cxn ang="0">
                  <a:pos x="T0" y="T1"/>
                </a:cxn>
                <a:cxn ang="0">
                  <a:pos x="T2" y="T3"/>
                </a:cxn>
                <a:cxn ang="0">
                  <a:pos x="T4" y="T5"/>
                </a:cxn>
                <a:cxn ang="0">
                  <a:pos x="T6" y="T7"/>
                </a:cxn>
                <a:cxn ang="0">
                  <a:pos x="T8" y="T9"/>
                </a:cxn>
              </a:cxnLst>
              <a:rect l="0" t="0" r="r" b="b"/>
              <a:pathLst>
                <a:path w="662" h="177">
                  <a:moveTo>
                    <a:pt x="650" y="177"/>
                  </a:moveTo>
                  <a:lnTo>
                    <a:pt x="0" y="51"/>
                  </a:lnTo>
                  <a:lnTo>
                    <a:pt x="12" y="0"/>
                  </a:lnTo>
                  <a:lnTo>
                    <a:pt x="662" y="126"/>
                  </a:lnTo>
                  <a:lnTo>
                    <a:pt x="650" y="17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3" name="Freeform 134"/>
            <p:cNvSpPr/>
            <p:nvPr>
              <p:custDataLst>
                <p:tags r:id="rId133"/>
              </p:custDataLst>
            </p:nvPr>
          </p:nvSpPr>
          <p:spPr bwMode="auto">
            <a:xfrm>
              <a:off x="6372225" y="1941513"/>
              <a:ext cx="457200" cy="168275"/>
            </a:xfrm>
            <a:custGeom>
              <a:avLst/>
              <a:gdLst>
                <a:gd name="T0" fmla="*/ 276 w 288"/>
                <a:gd name="T1" fmla="*/ 106 h 106"/>
                <a:gd name="T2" fmla="*/ 0 w 288"/>
                <a:gd name="T3" fmla="*/ 52 h 106"/>
                <a:gd name="T4" fmla="*/ 12 w 288"/>
                <a:gd name="T5" fmla="*/ 0 h 106"/>
                <a:gd name="T6" fmla="*/ 288 w 288"/>
                <a:gd name="T7" fmla="*/ 54 h 106"/>
                <a:gd name="T8" fmla="*/ 276 w 288"/>
                <a:gd name="T9" fmla="*/ 106 h 106"/>
              </a:gdLst>
              <a:ahLst/>
              <a:cxnLst>
                <a:cxn ang="0">
                  <a:pos x="T0" y="T1"/>
                </a:cxn>
                <a:cxn ang="0">
                  <a:pos x="T2" y="T3"/>
                </a:cxn>
                <a:cxn ang="0">
                  <a:pos x="T4" y="T5"/>
                </a:cxn>
                <a:cxn ang="0">
                  <a:pos x="T6" y="T7"/>
                </a:cxn>
                <a:cxn ang="0">
                  <a:pos x="T8" y="T9"/>
                </a:cxn>
              </a:cxnLst>
              <a:rect l="0" t="0" r="r" b="b"/>
              <a:pathLst>
                <a:path w="288" h="106">
                  <a:moveTo>
                    <a:pt x="276" y="106"/>
                  </a:moveTo>
                  <a:lnTo>
                    <a:pt x="0" y="52"/>
                  </a:lnTo>
                  <a:lnTo>
                    <a:pt x="12" y="0"/>
                  </a:lnTo>
                  <a:lnTo>
                    <a:pt x="288" y="54"/>
                  </a:lnTo>
                  <a:lnTo>
                    <a:pt x="276" y="10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4" name="Freeform 135"/>
            <p:cNvSpPr/>
            <p:nvPr>
              <p:custDataLst>
                <p:tags r:id="rId134"/>
              </p:custDataLst>
            </p:nvPr>
          </p:nvSpPr>
          <p:spPr bwMode="auto">
            <a:xfrm>
              <a:off x="6337300" y="2093913"/>
              <a:ext cx="1050925" cy="282575"/>
            </a:xfrm>
            <a:custGeom>
              <a:avLst/>
              <a:gdLst>
                <a:gd name="T0" fmla="*/ 650 w 662"/>
                <a:gd name="T1" fmla="*/ 178 h 178"/>
                <a:gd name="T2" fmla="*/ 0 w 662"/>
                <a:gd name="T3" fmla="*/ 52 h 178"/>
                <a:gd name="T4" fmla="*/ 12 w 662"/>
                <a:gd name="T5" fmla="*/ 0 h 178"/>
                <a:gd name="T6" fmla="*/ 662 w 662"/>
                <a:gd name="T7" fmla="*/ 126 h 178"/>
                <a:gd name="T8" fmla="*/ 650 w 662"/>
                <a:gd name="T9" fmla="*/ 178 h 178"/>
              </a:gdLst>
              <a:ahLst/>
              <a:cxnLst>
                <a:cxn ang="0">
                  <a:pos x="T0" y="T1"/>
                </a:cxn>
                <a:cxn ang="0">
                  <a:pos x="T2" y="T3"/>
                </a:cxn>
                <a:cxn ang="0">
                  <a:pos x="T4" y="T5"/>
                </a:cxn>
                <a:cxn ang="0">
                  <a:pos x="T6" y="T7"/>
                </a:cxn>
                <a:cxn ang="0">
                  <a:pos x="T8" y="T9"/>
                </a:cxn>
              </a:cxnLst>
              <a:rect l="0" t="0" r="r" b="b"/>
              <a:pathLst>
                <a:path w="662" h="178">
                  <a:moveTo>
                    <a:pt x="650" y="178"/>
                  </a:moveTo>
                  <a:lnTo>
                    <a:pt x="0" y="52"/>
                  </a:lnTo>
                  <a:lnTo>
                    <a:pt x="12" y="0"/>
                  </a:lnTo>
                  <a:lnTo>
                    <a:pt x="662" y="126"/>
                  </a:lnTo>
                  <a:lnTo>
                    <a:pt x="650" y="17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5" name="Freeform 136"/>
            <p:cNvSpPr/>
            <p:nvPr>
              <p:custDataLst>
                <p:tags r:id="rId135"/>
              </p:custDataLst>
            </p:nvPr>
          </p:nvSpPr>
          <p:spPr bwMode="auto">
            <a:xfrm>
              <a:off x="6302375" y="2246313"/>
              <a:ext cx="1050925" cy="279400"/>
            </a:xfrm>
            <a:custGeom>
              <a:avLst/>
              <a:gdLst>
                <a:gd name="T0" fmla="*/ 650 w 662"/>
                <a:gd name="T1" fmla="*/ 176 h 176"/>
                <a:gd name="T2" fmla="*/ 0 w 662"/>
                <a:gd name="T3" fmla="*/ 51 h 176"/>
                <a:gd name="T4" fmla="*/ 12 w 662"/>
                <a:gd name="T5" fmla="*/ 0 h 176"/>
                <a:gd name="T6" fmla="*/ 662 w 662"/>
                <a:gd name="T7" fmla="*/ 126 h 176"/>
                <a:gd name="T8" fmla="*/ 650 w 662"/>
                <a:gd name="T9" fmla="*/ 176 h 176"/>
              </a:gdLst>
              <a:ahLst/>
              <a:cxnLst>
                <a:cxn ang="0">
                  <a:pos x="T0" y="T1"/>
                </a:cxn>
                <a:cxn ang="0">
                  <a:pos x="T2" y="T3"/>
                </a:cxn>
                <a:cxn ang="0">
                  <a:pos x="T4" y="T5"/>
                </a:cxn>
                <a:cxn ang="0">
                  <a:pos x="T6" y="T7"/>
                </a:cxn>
                <a:cxn ang="0">
                  <a:pos x="T8" y="T9"/>
                </a:cxn>
              </a:cxnLst>
              <a:rect l="0" t="0" r="r" b="b"/>
              <a:pathLst>
                <a:path w="662" h="176">
                  <a:moveTo>
                    <a:pt x="650" y="176"/>
                  </a:moveTo>
                  <a:lnTo>
                    <a:pt x="0" y="51"/>
                  </a:lnTo>
                  <a:lnTo>
                    <a:pt x="12" y="0"/>
                  </a:lnTo>
                  <a:lnTo>
                    <a:pt x="662" y="126"/>
                  </a:lnTo>
                  <a:lnTo>
                    <a:pt x="650" y="17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157" name="Freeform 137"/>
          <p:cNvSpPr/>
          <p:nvPr userDrawn="1">
            <p:custDataLst>
              <p:tags r:id="rId4"/>
            </p:custDataLst>
          </p:nvPr>
        </p:nvSpPr>
        <p:spPr bwMode="auto">
          <a:xfrm>
            <a:off x="620594" y="4301729"/>
            <a:ext cx="101204" cy="108347"/>
          </a:xfrm>
          <a:custGeom>
            <a:avLst/>
            <a:gdLst>
              <a:gd name="T0" fmla="*/ 84 w 85"/>
              <a:gd name="T1" fmla="*/ 90 h 91"/>
              <a:gd name="T2" fmla="*/ 0 w 85"/>
              <a:gd name="T3" fmla="*/ 91 h 91"/>
              <a:gd name="T4" fmla="*/ 1 w 85"/>
              <a:gd name="T5" fmla="*/ 1 h 91"/>
              <a:gd name="T6" fmla="*/ 85 w 85"/>
              <a:gd name="T7" fmla="*/ 0 h 91"/>
              <a:gd name="T8" fmla="*/ 84 w 85"/>
              <a:gd name="T9" fmla="*/ 90 h 91"/>
            </a:gdLst>
            <a:ahLst/>
            <a:cxnLst>
              <a:cxn ang="0">
                <a:pos x="T0" y="T1"/>
              </a:cxn>
              <a:cxn ang="0">
                <a:pos x="T2" y="T3"/>
              </a:cxn>
              <a:cxn ang="0">
                <a:pos x="T4" y="T5"/>
              </a:cxn>
              <a:cxn ang="0">
                <a:pos x="T6" y="T7"/>
              </a:cxn>
              <a:cxn ang="0">
                <a:pos x="T8" y="T9"/>
              </a:cxn>
            </a:cxnLst>
            <a:rect l="0" t="0" r="r" b="b"/>
            <a:pathLst>
              <a:path w="85" h="91">
                <a:moveTo>
                  <a:pt x="84" y="90"/>
                </a:moveTo>
                <a:lnTo>
                  <a:pt x="0" y="91"/>
                </a:lnTo>
                <a:lnTo>
                  <a:pt x="1" y="1"/>
                </a:lnTo>
                <a:lnTo>
                  <a:pt x="85" y="0"/>
                </a:lnTo>
                <a:lnTo>
                  <a:pt x="84" y="9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8" name="Freeform 138"/>
          <p:cNvSpPr/>
          <p:nvPr userDrawn="1">
            <p:custDataLst>
              <p:tags r:id="rId5"/>
            </p:custDataLst>
          </p:nvPr>
        </p:nvSpPr>
        <p:spPr bwMode="auto">
          <a:xfrm>
            <a:off x="767042" y="4211241"/>
            <a:ext cx="102394" cy="197644"/>
          </a:xfrm>
          <a:custGeom>
            <a:avLst/>
            <a:gdLst>
              <a:gd name="T0" fmla="*/ 84 w 86"/>
              <a:gd name="T1" fmla="*/ 164 h 166"/>
              <a:gd name="T2" fmla="*/ 0 w 86"/>
              <a:gd name="T3" fmla="*/ 166 h 166"/>
              <a:gd name="T4" fmla="*/ 2 w 86"/>
              <a:gd name="T5" fmla="*/ 1 h 166"/>
              <a:gd name="T6" fmla="*/ 86 w 86"/>
              <a:gd name="T7" fmla="*/ 0 h 166"/>
              <a:gd name="T8" fmla="*/ 84 w 86"/>
              <a:gd name="T9" fmla="*/ 164 h 166"/>
            </a:gdLst>
            <a:ahLst/>
            <a:cxnLst>
              <a:cxn ang="0">
                <a:pos x="T0" y="T1"/>
              </a:cxn>
              <a:cxn ang="0">
                <a:pos x="T2" y="T3"/>
              </a:cxn>
              <a:cxn ang="0">
                <a:pos x="T4" y="T5"/>
              </a:cxn>
              <a:cxn ang="0">
                <a:pos x="T6" y="T7"/>
              </a:cxn>
              <a:cxn ang="0">
                <a:pos x="T8" y="T9"/>
              </a:cxn>
            </a:cxnLst>
            <a:rect l="0" t="0" r="r" b="b"/>
            <a:pathLst>
              <a:path w="86" h="166">
                <a:moveTo>
                  <a:pt x="84" y="164"/>
                </a:moveTo>
                <a:lnTo>
                  <a:pt x="0" y="166"/>
                </a:lnTo>
                <a:lnTo>
                  <a:pt x="2" y="1"/>
                </a:lnTo>
                <a:lnTo>
                  <a:pt x="86" y="0"/>
                </a:lnTo>
                <a:lnTo>
                  <a:pt x="84" y="16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9" name="Freeform 139"/>
          <p:cNvSpPr/>
          <p:nvPr userDrawn="1">
            <p:custDataLst>
              <p:tags r:id="rId6"/>
            </p:custDataLst>
          </p:nvPr>
        </p:nvSpPr>
        <p:spPr bwMode="auto">
          <a:xfrm>
            <a:off x="913488" y="4076700"/>
            <a:ext cx="103585" cy="328613"/>
          </a:xfrm>
          <a:custGeom>
            <a:avLst/>
            <a:gdLst>
              <a:gd name="T0" fmla="*/ 84 w 87"/>
              <a:gd name="T1" fmla="*/ 276 h 276"/>
              <a:gd name="T2" fmla="*/ 0 w 87"/>
              <a:gd name="T3" fmla="*/ 276 h 276"/>
              <a:gd name="T4" fmla="*/ 3 w 87"/>
              <a:gd name="T5" fmla="*/ 2 h 276"/>
              <a:gd name="T6" fmla="*/ 87 w 87"/>
              <a:gd name="T7" fmla="*/ 0 h 276"/>
              <a:gd name="T8" fmla="*/ 84 w 87"/>
              <a:gd name="T9" fmla="*/ 276 h 276"/>
            </a:gdLst>
            <a:ahLst/>
            <a:cxnLst>
              <a:cxn ang="0">
                <a:pos x="T0" y="T1"/>
              </a:cxn>
              <a:cxn ang="0">
                <a:pos x="T2" y="T3"/>
              </a:cxn>
              <a:cxn ang="0">
                <a:pos x="T4" y="T5"/>
              </a:cxn>
              <a:cxn ang="0">
                <a:pos x="T6" y="T7"/>
              </a:cxn>
              <a:cxn ang="0">
                <a:pos x="T8" y="T9"/>
              </a:cxn>
            </a:cxnLst>
            <a:rect l="0" t="0" r="r" b="b"/>
            <a:pathLst>
              <a:path w="87" h="276">
                <a:moveTo>
                  <a:pt x="84" y="276"/>
                </a:moveTo>
                <a:lnTo>
                  <a:pt x="0" y="276"/>
                </a:lnTo>
                <a:lnTo>
                  <a:pt x="3" y="2"/>
                </a:lnTo>
                <a:lnTo>
                  <a:pt x="87" y="0"/>
                </a:lnTo>
                <a:lnTo>
                  <a:pt x="84" y="27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801" name="副标题 2"/>
          <p:cNvSpPr>
            <a:spLocks noGrp="1"/>
          </p:cNvSpPr>
          <p:nvPr>
            <p:ph type="subTitle" idx="1" hasCustomPrompt="1"/>
            <p:custDataLst>
              <p:tags r:id="rId7"/>
            </p:custDataLst>
          </p:nvPr>
        </p:nvSpPr>
        <p:spPr>
          <a:xfrm>
            <a:off x="445771" y="2002530"/>
            <a:ext cx="4516755" cy="419099"/>
          </a:xfrm>
        </p:spPr>
        <p:txBody>
          <a:bodyPr bIns="46800" anchor="t">
            <a:normAutofit/>
          </a:bodyPr>
          <a:lstStyle>
            <a:lvl1pPr marL="0" indent="0" algn="l">
              <a:buNone/>
              <a:defRPr sz="1500" baseline="0">
                <a:solidFill>
                  <a:schemeClr val="tx1">
                    <a:lumMod val="85000"/>
                    <a:lumOff val="15000"/>
                  </a:schemeClr>
                </a:solidFill>
                <a:latin typeface="Arial" panose="020B0604020202020204" pitchFamily="34" charset="0"/>
                <a:ea typeface="微软雅黑" panose="020B0503020204020204" pitchFamily="34" charset="-122"/>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单击此处编辑副标题</a:t>
            </a:r>
            <a:endParaRPr lang="en-US" dirty="0"/>
          </a:p>
        </p:txBody>
      </p:sp>
      <p:sp>
        <p:nvSpPr>
          <p:cNvPr id="9802" name="标题 1"/>
          <p:cNvSpPr>
            <a:spLocks noGrp="1"/>
          </p:cNvSpPr>
          <p:nvPr>
            <p:ph type="ctrTitle" hasCustomPrompt="1"/>
            <p:custDataLst>
              <p:tags r:id="rId8"/>
            </p:custDataLst>
          </p:nvPr>
        </p:nvSpPr>
        <p:spPr>
          <a:xfrm>
            <a:off x="441266" y="916358"/>
            <a:ext cx="4516755" cy="1022576"/>
          </a:xfrm>
        </p:spPr>
        <p:txBody>
          <a:bodyPr bIns="46800" anchor="b">
            <a:normAutofit/>
          </a:bodyPr>
          <a:lstStyle>
            <a:lvl1pPr algn="l">
              <a:defRPr sz="4050" baseline="0">
                <a:solidFill>
                  <a:schemeClr val="tx1">
                    <a:lumMod val="85000"/>
                    <a:lumOff val="15000"/>
                  </a:schemeClr>
                </a:solidFill>
                <a:latin typeface="Arial" panose="020B0604020202020204" pitchFamily="34" charset="0"/>
                <a:ea typeface="汉仪旗黑-85S" panose="00020600040101010101" pitchFamily="18" charset="-122"/>
                <a:cs typeface="Arial" panose="020B0604020202020204" pitchFamily="34" charset="0"/>
              </a:defRPr>
            </a:lvl1pPr>
          </a:lstStyle>
          <a:p>
            <a:r>
              <a:rPr lang="zh-CN" altLang="en-US" dirty="0"/>
              <a:t>单击此处编辑标题</a:t>
            </a:r>
          </a:p>
        </p:txBody>
      </p:sp>
      <p:sp>
        <p:nvSpPr>
          <p:cNvPr id="12" name="文本占位符 13"/>
          <p:cNvSpPr>
            <a:spLocks noGrp="1"/>
          </p:cNvSpPr>
          <p:nvPr>
            <p:ph type="body" sz="quarter" idx="10" hasCustomPrompt="1"/>
            <p:custDataLst>
              <p:tags r:id="rId9"/>
            </p:custDataLst>
          </p:nvPr>
        </p:nvSpPr>
        <p:spPr>
          <a:xfrm>
            <a:off x="441695" y="2994539"/>
            <a:ext cx="1755000" cy="310500"/>
          </a:xfrm>
          <a:prstGeom prst="roundRect">
            <a:avLst>
              <a:gd name="adj" fmla="val 50000"/>
            </a:avLst>
          </a:prstGeom>
          <a:solidFill>
            <a:schemeClr val="accent1"/>
          </a:solidFill>
        </p:spPr>
        <p:txBody>
          <a:bodyPr vert="horz" bIns="46800" anchor="ctr">
            <a:normAutofit/>
          </a:bodyPr>
          <a:lstStyle>
            <a:lvl1pPr marL="0" indent="0" algn="l">
              <a:buNone/>
              <a:defRPr sz="1125" b="0" baseline="0">
                <a:solidFill>
                  <a:schemeClr val="bg1"/>
                </a:solidFill>
                <a:latin typeface="Arial" panose="020B0604020202020204" pitchFamily="34" charset="0"/>
                <a:ea typeface="微软雅黑" panose="020B0503020204020204" pitchFamily="34" charset="-122"/>
              </a:defRPr>
            </a:lvl1pPr>
            <a:lvl2pPr marL="342900" indent="0">
              <a:buNone/>
              <a:defRPr/>
            </a:lvl2pPr>
            <a:lvl3pPr marL="685800" indent="0">
              <a:buNone/>
              <a:defRPr/>
            </a:lvl3pPr>
            <a:lvl4pPr marL="1028700" indent="0">
              <a:buNone/>
              <a:defRPr/>
            </a:lvl4pPr>
            <a:lvl5pPr marL="1371600" indent="0">
              <a:buNone/>
              <a:defRPr/>
            </a:lvl5pPr>
          </a:lstStyle>
          <a:p>
            <a:pPr lvl="0"/>
            <a:r>
              <a:rPr lang="zh-CN" altLang="en-US" dirty="0"/>
              <a:t>编辑文本</a:t>
            </a:r>
            <a:endParaRPr lang="en-US" altLang="zh-CN" dirty="0"/>
          </a:p>
        </p:txBody>
      </p:sp>
      <p:sp>
        <p:nvSpPr>
          <p:cNvPr id="13" name="文本占位符 13"/>
          <p:cNvSpPr>
            <a:spLocks noGrp="1"/>
          </p:cNvSpPr>
          <p:nvPr>
            <p:ph type="body" sz="quarter" idx="11" hasCustomPrompt="1"/>
            <p:custDataLst>
              <p:tags r:id="rId10"/>
            </p:custDataLst>
          </p:nvPr>
        </p:nvSpPr>
        <p:spPr>
          <a:xfrm>
            <a:off x="441695" y="3322100"/>
            <a:ext cx="1755000" cy="310500"/>
          </a:xfrm>
          <a:prstGeom prst="roundRect">
            <a:avLst>
              <a:gd name="adj" fmla="val 50000"/>
            </a:avLst>
          </a:prstGeom>
          <a:ln w="19050">
            <a:solidFill>
              <a:schemeClr val="tx2"/>
            </a:solidFill>
          </a:ln>
        </p:spPr>
        <p:txBody>
          <a:bodyPr vert="horz" bIns="46800" anchor="ctr">
            <a:normAutofit/>
          </a:bodyPr>
          <a:lstStyle>
            <a:lvl1pPr marL="0" indent="0" algn="l">
              <a:buNone/>
              <a:defRPr sz="1125" b="0" baseline="0">
                <a:solidFill>
                  <a:schemeClr val="accent1"/>
                </a:solidFill>
                <a:latin typeface="Arial" panose="020B0604020202020204" pitchFamily="34" charset="0"/>
                <a:ea typeface="微软雅黑" panose="020B0503020204020204" pitchFamily="34" charset="-122"/>
              </a:defRPr>
            </a:lvl1pPr>
            <a:lvl2pPr marL="342900" indent="0">
              <a:buNone/>
              <a:defRPr/>
            </a:lvl2pPr>
            <a:lvl3pPr marL="685800" indent="0">
              <a:buNone/>
              <a:defRPr/>
            </a:lvl3pPr>
            <a:lvl4pPr marL="1028700" indent="0">
              <a:buNone/>
              <a:defRPr/>
            </a:lvl4pPr>
            <a:lvl5pPr marL="1371600" indent="0">
              <a:buNone/>
              <a:defRPr/>
            </a:lvl5pPr>
          </a:lstStyle>
          <a:p>
            <a:pPr lvl="0"/>
            <a:r>
              <a:rPr lang="zh-CN" altLang="en-US" dirty="0"/>
              <a:t>编辑文本</a:t>
            </a:r>
          </a:p>
        </p:txBody>
      </p:sp>
      <p:sp>
        <p:nvSpPr>
          <p:cNvPr id="2" name="日期占位符 1"/>
          <p:cNvSpPr>
            <a:spLocks noGrp="1"/>
          </p:cNvSpPr>
          <p:nvPr>
            <p:ph type="dt" sz="half" idx="12"/>
            <p:custDataLst>
              <p:tags r:id="rId11"/>
            </p:custDataLst>
          </p:nvPr>
        </p:nvSpPr>
        <p:spPr/>
        <p:txBody>
          <a:bodyPr/>
          <a:lstStyle/>
          <a:p>
            <a:fld id="{760FBDFE-C587-4B4C-A407-44438C67B59E}" type="datetimeFigureOut">
              <a:rPr lang="zh-CN" altLang="en-US" smtClean="0"/>
              <a:t>2023/9/5</a:t>
            </a:fld>
            <a:endParaRPr lang="zh-CN" altLang="en-US"/>
          </a:p>
        </p:txBody>
      </p:sp>
      <p:sp>
        <p:nvSpPr>
          <p:cNvPr id="3" name="页脚占位符 2"/>
          <p:cNvSpPr>
            <a:spLocks noGrp="1"/>
          </p:cNvSpPr>
          <p:nvPr>
            <p:ph type="ftr" sz="quarter" idx="13"/>
            <p:custDataLst>
              <p:tags r:id="rId12"/>
            </p:custDataLst>
          </p:nvPr>
        </p:nvSpPr>
        <p:spPr/>
        <p:txBody>
          <a:bodyPr/>
          <a:lstStyle/>
          <a:p>
            <a:endParaRPr lang="zh-CN" altLang="en-US" dirty="0"/>
          </a:p>
        </p:txBody>
      </p:sp>
      <p:sp>
        <p:nvSpPr>
          <p:cNvPr id="4" name="灯片编号占位符 3"/>
          <p:cNvSpPr>
            <a:spLocks noGrp="1"/>
          </p:cNvSpPr>
          <p:nvPr>
            <p:ph type="sldNum" sz="quarter" idx="14"/>
            <p:custDataLst>
              <p:tags r:id="rId13"/>
            </p:custDataLst>
          </p:nvPr>
        </p:nvSpPr>
        <p:spPr/>
        <p:txBody>
          <a:bodyPr/>
          <a:lstStyle/>
          <a:p>
            <a:fld id="{49AE70B2-8BF9-45C0-BB95-33D1B9D3A854}" type="slidenum">
              <a:rPr lang="zh-CN" altLang="en-US" smtClean="0"/>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3" name="任意多边形 2"/>
          <p:cNvSpPr/>
          <p:nvPr userDrawn="1"/>
        </p:nvSpPr>
        <p:spPr>
          <a:xfrm>
            <a:off x="198700" y="186399"/>
            <a:ext cx="8763000" cy="4767565"/>
          </a:xfrm>
          <a:custGeom>
            <a:avLst/>
            <a:gdLst>
              <a:gd name="connsiteX0" fmla="*/ 0 w 8763000"/>
              <a:gd name="connsiteY0" fmla="*/ 3802844 h 4767565"/>
              <a:gd name="connsiteX1" fmla="*/ 17211 w 8763000"/>
              <a:gd name="connsiteY1" fmla="*/ 3802844 h 4767565"/>
              <a:gd name="connsiteX2" fmla="*/ 17211 w 8763000"/>
              <a:gd name="connsiteY2" fmla="*/ 4750354 h 4767565"/>
              <a:gd name="connsiteX3" fmla="*/ 8745789 w 8763000"/>
              <a:gd name="connsiteY3" fmla="*/ 4750354 h 4767565"/>
              <a:gd name="connsiteX4" fmla="*/ 8745789 w 8763000"/>
              <a:gd name="connsiteY4" fmla="*/ 3885723 h 4767565"/>
              <a:gd name="connsiteX5" fmla="*/ 8763000 w 8763000"/>
              <a:gd name="connsiteY5" fmla="*/ 3885723 h 4767565"/>
              <a:gd name="connsiteX6" fmla="*/ 8763000 w 8763000"/>
              <a:gd name="connsiteY6" fmla="*/ 4767565 h 4767565"/>
              <a:gd name="connsiteX7" fmla="*/ 0 w 8763000"/>
              <a:gd name="connsiteY7" fmla="*/ 4767565 h 4767565"/>
              <a:gd name="connsiteX8" fmla="*/ 0 w 8763000"/>
              <a:gd name="connsiteY8" fmla="*/ 0 h 4767565"/>
              <a:gd name="connsiteX9" fmla="*/ 8763000 w 8763000"/>
              <a:gd name="connsiteY9" fmla="*/ 0 h 4767565"/>
              <a:gd name="connsiteX10" fmla="*/ 8763000 w 8763000"/>
              <a:gd name="connsiteY10" fmla="*/ 1241548 h 4767565"/>
              <a:gd name="connsiteX11" fmla="*/ 8745789 w 8763000"/>
              <a:gd name="connsiteY11" fmla="*/ 1241548 h 4767565"/>
              <a:gd name="connsiteX12" fmla="*/ 8745789 w 8763000"/>
              <a:gd name="connsiteY12" fmla="*/ 17211 h 4767565"/>
              <a:gd name="connsiteX13" fmla="*/ 17211 w 8763000"/>
              <a:gd name="connsiteY13" fmla="*/ 17211 h 4767565"/>
              <a:gd name="connsiteX14" fmla="*/ 17211 w 8763000"/>
              <a:gd name="connsiteY14" fmla="*/ 1158669 h 4767565"/>
              <a:gd name="connsiteX15" fmla="*/ 0 w 8763000"/>
              <a:gd name="connsiteY15" fmla="*/ 1158669 h 476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763000" h="4767565">
                <a:moveTo>
                  <a:pt x="0" y="3802844"/>
                </a:moveTo>
                <a:lnTo>
                  <a:pt x="17211" y="3802844"/>
                </a:lnTo>
                <a:lnTo>
                  <a:pt x="17211" y="4750354"/>
                </a:lnTo>
                <a:lnTo>
                  <a:pt x="8745789" y="4750354"/>
                </a:lnTo>
                <a:lnTo>
                  <a:pt x="8745789" y="3885723"/>
                </a:lnTo>
                <a:lnTo>
                  <a:pt x="8763000" y="3885723"/>
                </a:lnTo>
                <a:lnTo>
                  <a:pt x="8763000" y="4767565"/>
                </a:lnTo>
                <a:lnTo>
                  <a:pt x="0" y="4767565"/>
                </a:lnTo>
                <a:close/>
                <a:moveTo>
                  <a:pt x="0" y="0"/>
                </a:moveTo>
                <a:lnTo>
                  <a:pt x="8763000" y="0"/>
                </a:lnTo>
                <a:lnTo>
                  <a:pt x="8763000" y="1241548"/>
                </a:lnTo>
                <a:lnTo>
                  <a:pt x="8745789" y="1241548"/>
                </a:lnTo>
                <a:lnTo>
                  <a:pt x="8745789" y="17211"/>
                </a:lnTo>
                <a:lnTo>
                  <a:pt x="17211" y="17211"/>
                </a:lnTo>
                <a:lnTo>
                  <a:pt x="17211" y="1158669"/>
                </a:lnTo>
                <a:lnTo>
                  <a:pt x="0" y="1158669"/>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字魂35号-经典雅黑" panose="020000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3" name="任意多边形 2"/>
          <p:cNvSpPr/>
          <p:nvPr userDrawn="1"/>
        </p:nvSpPr>
        <p:spPr>
          <a:xfrm>
            <a:off x="198700" y="186399"/>
            <a:ext cx="8763000" cy="4767565"/>
          </a:xfrm>
          <a:custGeom>
            <a:avLst/>
            <a:gdLst>
              <a:gd name="connsiteX0" fmla="*/ 0 w 8763000"/>
              <a:gd name="connsiteY0" fmla="*/ 3802844 h 4767565"/>
              <a:gd name="connsiteX1" fmla="*/ 17211 w 8763000"/>
              <a:gd name="connsiteY1" fmla="*/ 3802844 h 4767565"/>
              <a:gd name="connsiteX2" fmla="*/ 17211 w 8763000"/>
              <a:gd name="connsiteY2" fmla="*/ 4750354 h 4767565"/>
              <a:gd name="connsiteX3" fmla="*/ 8745789 w 8763000"/>
              <a:gd name="connsiteY3" fmla="*/ 4750354 h 4767565"/>
              <a:gd name="connsiteX4" fmla="*/ 8745789 w 8763000"/>
              <a:gd name="connsiteY4" fmla="*/ 3885723 h 4767565"/>
              <a:gd name="connsiteX5" fmla="*/ 8763000 w 8763000"/>
              <a:gd name="connsiteY5" fmla="*/ 3885723 h 4767565"/>
              <a:gd name="connsiteX6" fmla="*/ 8763000 w 8763000"/>
              <a:gd name="connsiteY6" fmla="*/ 4767565 h 4767565"/>
              <a:gd name="connsiteX7" fmla="*/ 0 w 8763000"/>
              <a:gd name="connsiteY7" fmla="*/ 4767565 h 4767565"/>
              <a:gd name="connsiteX8" fmla="*/ 0 w 8763000"/>
              <a:gd name="connsiteY8" fmla="*/ 0 h 4767565"/>
              <a:gd name="connsiteX9" fmla="*/ 8763000 w 8763000"/>
              <a:gd name="connsiteY9" fmla="*/ 0 h 4767565"/>
              <a:gd name="connsiteX10" fmla="*/ 8763000 w 8763000"/>
              <a:gd name="connsiteY10" fmla="*/ 1241548 h 4767565"/>
              <a:gd name="connsiteX11" fmla="*/ 8745789 w 8763000"/>
              <a:gd name="connsiteY11" fmla="*/ 1241548 h 4767565"/>
              <a:gd name="connsiteX12" fmla="*/ 8745789 w 8763000"/>
              <a:gd name="connsiteY12" fmla="*/ 17211 h 4767565"/>
              <a:gd name="connsiteX13" fmla="*/ 17211 w 8763000"/>
              <a:gd name="connsiteY13" fmla="*/ 17211 h 4767565"/>
              <a:gd name="connsiteX14" fmla="*/ 17211 w 8763000"/>
              <a:gd name="connsiteY14" fmla="*/ 1158669 h 4767565"/>
              <a:gd name="connsiteX15" fmla="*/ 0 w 8763000"/>
              <a:gd name="connsiteY15" fmla="*/ 1158669 h 476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763000" h="4767565">
                <a:moveTo>
                  <a:pt x="0" y="3802844"/>
                </a:moveTo>
                <a:lnTo>
                  <a:pt x="17211" y="3802844"/>
                </a:lnTo>
                <a:lnTo>
                  <a:pt x="17211" y="4750354"/>
                </a:lnTo>
                <a:lnTo>
                  <a:pt x="8745789" y="4750354"/>
                </a:lnTo>
                <a:lnTo>
                  <a:pt x="8745789" y="3885723"/>
                </a:lnTo>
                <a:lnTo>
                  <a:pt x="8763000" y="3885723"/>
                </a:lnTo>
                <a:lnTo>
                  <a:pt x="8763000" y="4767565"/>
                </a:lnTo>
                <a:lnTo>
                  <a:pt x="0" y="4767565"/>
                </a:lnTo>
                <a:close/>
                <a:moveTo>
                  <a:pt x="0" y="0"/>
                </a:moveTo>
                <a:lnTo>
                  <a:pt x="8763000" y="0"/>
                </a:lnTo>
                <a:lnTo>
                  <a:pt x="8763000" y="1241548"/>
                </a:lnTo>
                <a:lnTo>
                  <a:pt x="8745789" y="1241548"/>
                </a:lnTo>
                <a:lnTo>
                  <a:pt x="8745789" y="17211"/>
                </a:lnTo>
                <a:lnTo>
                  <a:pt x="17211" y="17211"/>
                </a:lnTo>
                <a:lnTo>
                  <a:pt x="17211" y="1158669"/>
                </a:lnTo>
                <a:lnTo>
                  <a:pt x="0" y="1158669"/>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字魂35号-经典雅黑" panose="020000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1"/>
        </a:solidFill>
        <a:effectLst/>
      </p:bgPr>
    </p:bg>
    <p:spTree>
      <p:nvGrpSpPr>
        <p:cNvPr id="1" name=""/>
        <p:cNvGrpSpPr/>
        <p:nvPr/>
      </p:nvGrpSpPr>
      <p:grpSpPr>
        <a:xfrm>
          <a:off x="0" y="0"/>
          <a:ext cx="0" cy="0"/>
          <a:chOff x="0" y="0"/>
          <a:chExt cx="0" cy="0"/>
        </a:xfrm>
      </p:grpSpPr>
      <p:grpSp>
        <p:nvGrpSpPr>
          <p:cNvPr id="20" name="组合 19"/>
          <p:cNvGrpSpPr/>
          <p:nvPr userDrawn="1"/>
        </p:nvGrpSpPr>
        <p:grpSpPr>
          <a:xfrm>
            <a:off x="179992" y="263859"/>
            <a:ext cx="387996" cy="260713"/>
            <a:chOff x="2667000" y="209550"/>
            <a:chExt cx="549644" cy="369332"/>
          </a:xfrm>
        </p:grpSpPr>
        <p:sp>
          <p:nvSpPr>
            <p:cNvPr id="2" name="菱形 1"/>
            <p:cNvSpPr/>
            <p:nvPr userDrawn="1"/>
          </p:nvSpPr>
          <p:spPr>
            <a:xfrm>
              <a:off x="2667000" y="209550"/>
              <a:ext cx="369332" cy="369332"/>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字魂35号-经典雅黑" panose="02000000000000000000" pitchFamily="2" charset="-122"/>
              </a:endParaRPr>
            </a:p>
          </p:txBody>
        </p:sp>
        <p:sp>
          <p:nvSpPr>
            <p:cNvPr id="19" name="菱形 18"/>
            <p:cNvSpPr/>
            <p:nvPr userDrawn="1"/>
          </p:nvSpPr>
          <p:spPr>
            <a:xfrm>
              <a:off x="2847312" y="209550"/>
              <a:ext cx="369332" cy="36933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字魂35号-经典雅黑" panose="02000000000000000000" pitchFamily="2"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节标题">
    <p:bg>
      <p:bgPr>
        <a:solidFill>
          <a:schemeClr val="bg1"/>
        </a:solidFill>
        <a:effectLst/>
      </p:bgPr>
    </p:bg>
    <p:spTree>
      <p:nvGrpSpPr>
        <p:cNvPr id="1" name=""/>
        <p:cNvGrpSpPr/>
        <p:nvPr/>
      </p:nvGrpSpPr>
      <p:grpSpPr>
        <a:xfrm>
          <a:off x="0" y="0"/>
          <a:ext cx="0" cy="0"/>
          <a:chOff x="0" y="0"/>
          <a:chExt cx="0" cy="0"/>
        </a:xfrm>
      </p:grpSpPr>
      <p:sp>
        <p:nvSpPr>
          <p:cNvPr id="7" name="文本框 6"/>
          <p:cNvSpPr txBox="1"/>
          <p:nvPr userDrawn="1"/>
        </p:nvSpPr>
        <p:spPr>
          <a:xfrm>
            <a:off x="487740" y="209550"/>
            <a:ext cx="1569660" cy="369332"/>
          </a:xfrm>
          <a:prstGeom prst="rect">
            <a:avLst/>
          </a:prstGeom>
          <a:noFill/>
        </p:spPr>
        <p:txBody>
          <a:bodyPr wrap="none" rtlCol="0">
            <a:spAutoFit/>
          </a:bodyPr>
          <a:lstStyle/>
          <a:p>
            <a:r>
              <a:rPr lang="zh-CN" altLang="en-US" sz="1800" dirty="0">
                <a:solidFill>
                  <a:schemeClr val="tx1">
                    <a:lumMod val="75000"/>
                    <a:lumOff val="25000"/>
                  </a:schemeClr>
                </a:solidFill>
                <a:latin typeface="字魂35号-经典雅黑" panose="02000000000000000000" pitchFamily="2" charset="-122"/>
              </a:rPr>
              <a:t>主要工作进度</a:t>
            </a:r>
          </a:p>
        </p:txBody>
      </p:sp>
      <p:grpSp>
        <p:nvGrpSpPr>
          <p:cNvPr id="20" name="组合 19"/>
          <p:cNvGrpSpPr/>
          <p:nvPr userDrawn="1"/>
        </p:nvGrpSpPr>
        <p:grpSpPr>
          <a:xfrm>
            <a:off x="179992" y="263859"/>
            <a:ext cx="387996" cy="260713"/>
            <a:chOff x="2667000" y="209550"/>
            <a:chExt cx="549644" cy="369332"/>
          </a:xfrm>
        </p:grpSpPr>
        <p:sp>
          <p:nvSpPr>
            <p:cNvPr id="2" name="菱形 1"/>
            <p:cNvSpPr/>
            <p:nvPr userDrawn="1"/>
          </p:nvSpPr>
          <p:spPr>
            <a:xfrm>
              <a:off x="2667000" y="209550"/>
              <a:ext cx="369332" cy="369332"/>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字魂35号-经典雅黑" panose="02000000000000000000" pitchFamily="2" charset="-122"/>
              </a:endParaRPr>
            </a:p>
          </p:txBody>
        </p:sp>
        <p:sp>
          <p:nvSpPr>
            <p:cNvPr id="19" name="菱形 18"/>
            <p:cNvSpPr/>
            <p:nvPr userDrawn="1"/>
          </p:nvSpPr>
          <p:spPr>
            <a:xfrm>
              <a:off x="2847312" y="209550"/>
              <a:ext cx="369332" cy="36933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字魂35号-经典雅黑" panose="02000000000000000000" pitchFamily="2"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节标题">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节标题">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节标题">
    <p:bg>
      <p:bgPr>
        <a:solidFill>
          <a:schemeClr val="bg1"/>
        </a:solidFill>
        <a:effectLst/>
      </p:bgPr>
    </p:bg>
    <p:spTree>
      <p:nvGrpSpPr>
        <p:cNvPr id="1" name=""/>
        <p:cNvGrpSpPr/>
        <p:nvPr/>
      </p:nvGrpSpPr>
      <p:grpSpPr>
        <a:xfrm>
          <a:off x="0" y="0"/>
          <a:ext cx="0" cy="0"/>
          <a:chOff x="0" y="0"/>
          <a:chExt cx="0" cy="0"/>
        </a:xfrm>
      </p:grpSpPr>
      <p:sp>
        <p:nvSpPr>
          <p:cNvPr id="7" name="文本框 6"/>
          <p:cNvSpPr txBox="1"/>
          <p:nvPr userDrawn="1"/>
        </p:nvSpPr>
        <p:spPr>
          <a:xfrm>
            <a:off x="487740" y="209550"/>
            <a:ext cx="1569660" cy="369332"/>
          </a:xfrm>
          <a:prstGeom prst="rect">
            <a:avLst/>
          </a:prstGeom>
          <a:noFill/>
        </p:spPr>
        <p:txBody>
          <a:bodyPr wrap="none" rtlCol="0">
            <a:spAutoFit/>
          </a:bodyPr>
          <a:lstStyle/>
          <a:p>
            <a:r>
              <a:rPr lang="zh-CN" altLang="en-US" sz="1800" dirty="0">
                <a:solidFill>
                  <a:schemeClr val="tx1">
                    <a:lumMod val="75000"/>
                    <a:lumOff val="25000"/>
                  </a:schemeClr>
                </a:solidFill>
                <a:latin typeface="字魂35号-经典雅黑" panose="02000000000000000000" pitchFamily="2" charset="-122"/>
              </a:rPr>
              <a:t>未来工作计划</a:t>
            </a:r>
          </a:p>
        </p:txBody>
      </p:sp>
      <p:grpSp>
        <p:nvGrpSpPr>
          <p:cNvPr id="20" name="组合 19"/>
          <p:cNvGrpSpPr/>
          <p:nvPr userDrawn="1"/>
        </p:nvGrpSpPr>
        <p:grpSpPr>
          <a:xfrm>
            <a:off x="179992" y="263859"/>
            <a:ext cx="387996" cy="260713"/>
            <a:chOff x="2667000" y="209550"/>
            <a:chExt cx="549644" cy="369332"/>
          </a:xfrm>
        </p:grpSpPr>
        <p:sp>
          <p:nvSpPr>
            <p:cNvPr id="2" name="菱形 1"/>
            <p:cNvSpPr/>
            <p:nvPr userDrawn="1"/>
          </p:nvSpPr>
          <p:spPr>
            <a:xfrm>
              <a:off x="2667000" y="209550"/>
              <a:ext cx="369332" cy="369332"/>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字魂35号-经典雅黑" panose="02000000000000000000" pitchFamily="2" charset="-122"/>
              </a:endParaRPr>
            </a:p>
          </p:txBody>
        </p:sp>
        <p:sp>
          <p:nvSpPr>
            <p:cNvPr id="19" name="菱形 18"/>
            <p:cNvSpPr/>
            <p:nvPr userDrawn="1"/>
          </p:nvSpPr>
          <p:spPr>
            <a:xfrm>
              <a:off x="2847312" y="209550"/>
              <a:ext cx="369332" cy="36933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字魂35号-经典雅黑" panose="02000000000000000000" pitchFamily="2"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Rectangle 13"/>
          <p:cNvSpPr>
            <a:spLocks noChangeArrowheads="1"/>
          </p:cNvSpPr>
          <p:nvPr>
            <p:custDataLst>
              <p:tags r:id="rId1"/>
            </p:custDataLst>
          </p:nvPr>
        </p:nvSpPr>
        <p:spPr bwMode="auto">
          <a:xfrm>
            <a:off x="0" y="3757613"/>
            <a:ext cx="9145191" cy="1385888"/>
          </a:xfrm>
          <a:prstGeom prst="rect">
            <a:avLst/>
          </a:prstGeom>
          <a:solidFill>
            <a:schemeClr val="accent1"/>
          </a:solidFill>
          <a:ln>
            <a:noFill/>
          </a:ln>
        </p:spPr>
        <p:txBody>
          <a:bodyPr vert="horz" wrap="square" lIns="91440" tIns="45720" rIns="91440" bIns="45720" numCol="1" anchor="t" anchorCtr="0" compatLnSpc="1"/>
          <a:lstStyle/>
          <a:p>
            <a:endParaRPr lang="zh-CN" altLang="en-US"/>
          </a:p>
        </p:txBody>
      </p:sp>
      <p:sp>
        <p:nvSpPr>
          <p:cNvPr id="8" name="Rectangle 14"/>
          <p:cNvSpPr>
            <a:spLocks noChangeArrowheads="1"/>
          </p:cNvSpPr>
          <p:nvPr>
            <p:custDataLst>
              <p:tags r:id="rId2"/>
            </p:custDataLst>
          </p:nvPr>
        </p:nvSpPr>
        <p:spPr bwMode="auto">
          <a:xfrm>
            <a:off x="0" y="3757613"/>
            <a:ext cx="9145191"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grpSp>
        <p:nvGrpSpPr>
          <p:cNvPr id="5" name="组合 4"/>
          <p:cNvGrpSpPr/>
          <p:nvPr userDrawn="1">
            <p:custDataLst>
              <p:tags r:id="rId3"/>
            </p:custDataLst>
          </p:nvPr>
        </p:nvGrpSpPr>
        <p:grpSpPr>
          <a:xfrm>
            <a:off x="2634854" y="327422"/>
            <a:ext cx="6211490" cy="4600575"/>
            <a:chOff x="3513138" y="436563"/>
            <a:chExt cx="8281987" cy="6134100"/>
          </a:xfrm>
        </p:grpSpPr>
        <p:sp>
          <p:nvSpPr>
            <p:cNvPr id="11" name="Oval 17"/>
            <p:cNvSpPr>
              <a:spLocks noChangeArrowheads="1"/>
            </p:cNvSpPr>
            <p:nvPr>
              <p:custDataLst>
                <p:tags r:id="rId14"/>
              </p:custDataLst>
            </p:nvPr>
          </p:nvSpPr>
          <p:spPr bwMode="auto">
            <a:xfrm>
              <a:off x="11664950" y="503238"/>
              <a:ext cx="79375" cy="84138"/>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14" name="Oval 18"/>
            <p:cNvSpPr>
              <a:spLocks noChangeArrowheads="1"/>
            </p:cNvSpPr>
            <p:nvPr>
              <p:custDataLst>
                <p:tags r:id="rId15"/>
              </p:custDataLst>
            </p:nvPr>
          </p:nvSpPr>
          <p:spPr bwMode="auto">
            <a:xfrm>
              <a:off x="10515600" y="436563"/>
              <a:ext cx="79375" cy="84138"/>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9" name="Oval 15"/>
            <p:cNvSpPr>
              <a:spLocks noChangeArrowheads="1"/>
            </p:cNvSpPr>
            <p:nvPr>
              <p:custDataLst>
                <p:tags r:id="rId16"/>
              </p:custDataLst>
            </p:nvPr>
          </p:nvSpPr>
          <p:spPr bwMode="auto">
            <a:xfrm>
              <a:off x="4919663" y="2586038"/>
              <a:ext cx="79375" cy="85725"/>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10" name="Oval 16"/>
            <p:cNvSpPr>
              <a:spLocks noChangeArrowheads="1"/>
            </p:cNvSpPr>
            <p:nvPr>
              <p:custDataLst>
                <p:tags r:id="rId17"/>
              </p:custDataLst>
            </p:nvPr>
          </p:nvSpPr>
          <p:spPr bwMode="auto">
            <a:xfrm>
              <a:off x="5575300" y="2809875"/>
              <a:ext cx="79375" cy="85725"/>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15" name="Oval 19"/>
            <p:cNvSpPr>
              <a:spLocks noChangeArrowheads="1"/>
            </p:cNvSpPr>
            <p:nvPr>
              <p:custDataLst>
                <p:tags r:id="rId18"/>
              </p:custDataLst>
            </p:nvPr>
          </p:nvSpPr>
          <p:spPr bwMode="auto">
            <a:xfrm>
              <a:off x="11245850" y="2284413"/>
              <a:ext cx="79375" cy="85725"/>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16" name="Oval 20"/>
            <p:cNvSpPr>
              <a:spLocks noChangeArrowheads="1"/>
            </p:cNvSpPr>
            <p:nvPr>
              <p:custDataLst>
                <p:tags r:id="rId19"/>
              </p:custDataLst>
            </p:nvPr>
          </p:nvSpPr>
          <p:spPr bwMode="auto">
            <a:xfrm>
              <a:off x="11250613" y="809625"/>
              <a:ext cx="80963" cy="84138"/>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17" name="Oval 21"/>
            <p:cNvSpPr>
              <a:spLocks noChangeArrowheads="1"/>
            </p:cNvSpPr>
            <p:nvPr>
              <p:custDataLst>
                <p:tags r:id="rId20"/>
              </p:custDataLst>
            </p:nvPr>
          </p:nvSpPr>
          <p:spPr bwMode="auto">
            <a:xfrm>
              <a:off x="8562975" y="771525"/>
              <a:ext cx="79375" cy="85725"/>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18" name="Oval 22"/>
            <p:cNvSpPr>
              <a:spLocks noChangeArrowheads="1"/>
            </p:cNvSpPr>
            <p:nvPr>
              <p:custDataLst>
                <p:tags r:id="rId21"/>
              </p:custDataLst>
            </p:nvPr>
          </p:nvSpPr>
          <p:spPr bwMode="auto">
            <a:xfrm>
              <a:off x="5265738" y="3357563"/>
              <a:ext cx="80963" cy="84138"/>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19" name="Oval 23"/>
            <p:cNvSpPr>
              <a:spLocks noChangeArrowheads="1"/>
            </p:cNvSpPr>
            <p:nvPr>
              <p:custDataLst>
                <p:tags r:id="rId22"/>
              </p:custDataLst>
            </p:nvPr>
          </p:nvSpPr>
          <p:spPr bwMode="auto">
            <a:xfrm>
              <a:off x="3513138" y="4232275"/>
              <a:ext cx="80963" cy="82550"/>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20" name="Oval 24"/>
            <p:cNvSpPr>
              <a:spLocks noChangeArrowheads="1"/>
            </p:cNvSpPr>
            <p:nvPr>
              <p:custDataLst>
                <p:tags r:id="rId23"/>
              </p:custDataLst>
            </p:nvPr>
          </p:nvSpPr>
          <p:spPr bwMode="auto">
            <a:xfrm>
              <a:off x="6319838" y="4406900"/>
              <a:ext cx="80963" cy="85725"/>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21" name="Oval 25"/>
            <p:cNvSpPr>
              <a:spLocks noChangeArrowheads="1"/>
            </p:cNvSpPr>
            <p:nvPr>
              <p:custDataLst>
                <p:tags r:id="rId24"/>
              </p:custDataLst>
            </p:nvPr>
          </p:nvSpPr>
          <p:spPr bwMode="auto">
            <a:xfrm>
              <a:off x="5840413" y="4041775"/>
              <a:ext cx="79375" cy="84138"/>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22" name="Oval 26"/>
            <p:cNvSpPr>
              <a:spLocks noChangeArrowheads="1"/>
            </p:cNvSpPr>
            <p:nvPr>
              <p:custDataLst>
                <p:tags r:id="rId25"/>
              </p:custDataLst>
            </p:nvPr>
          </p:nvSpPr>
          <p:spPr bwMode="auto">
            <a:xfrm>
              <a:off x="11458575" y="4291013"/>
              <a:ext cx="79375" cy="85725"/>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23" name="Oval 27"/>
            <p:cNvSpPr>
              <a:spLocks noChangeArrowheads="1"/>
            </p:cNvSpPr>
            <p:nvPr>
              <p:custDataLst>
                <p:tags r:id="rId26"/>
              </p:custDataLst>
            </p:nvPr>
          </p:nvSpPr>
          <p:spPr bwMode="auto">
            <a:xfrm>
              <a:off x="11715750" y="3781425"/>
              <a:ext cx="79375" cy="82550"/>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24" name="Oval 28"/>
            <p:cNvSpPr>
              <a:spLocks noChangeArrowheads="1"/>
            </p:cNvSpPr>
            <p:nvPr>
              <p:custDataLst>
                <p:tags r:id="rId27"/>
              </p:custDataLst>
            </p:nvPr>
          </p:nvSpPr>
          <p:spPr bwMode="auto">
            <a:xfrm>
              <a:off x="9496425" y="4206875"/>
              <a:ext cx="79375" cy="84138"/>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25" name="Oval 29"/>
            <p:cNvSpPr>
              <a:spLocks noChangeArrowheads="1"/>
            </p:cNvSpPr>
            <p:nvPr>
              <p:custDataLst>
                <p:tags r:id="rId28"/>
              </p:custDataLst>
            </p:nvPr>
          </p:nvSpPr>
          <p:spPr bwMode="auto">
            <a:xfrm>
              <a:off x="10896600" y="4011613"/>
              <a:ext cx="79375" cy="82550"/>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26" name="Oval 30"/>
            <p:cNvSpPr>
              <a:spLocks noChangeArrowheads="1"/>
            </p:cNvSpPr>
            <p:nvPr>
              <p:custDataLst>
                <p:tags r:id="rId29"/>
              </p:custDataLst>
            </p:nvPr>
          </p:nvSpPr>
          <p:spPr bwMode="auto">
            <a:xfrm>
              <a:off x="11049000" y="4762500"/>
              <a:ext cx="79375" cy="85725"/>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27" name="Oval 31"/>
            <p:cNvSpPr>
              <a:spLocks noChangeArrowheads="1"/>
            </p:cNvSpPr>
            <p:nvPr>
              <p:custDataLst>
                <p:tags r:id="rId30"/>
              </p:custDataLst>
            </p:nvPr>
          </p:nvSpPr>
          <p:spPr bwMode="auto">
            <a:xfrm>
              <a:off x="5795963" y="2409825"/>
              <a:ext cx="79375" cy="84138"/>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28" name="Oval 32"/>
            <p:cNvSpPr>
              <a:spLocks noChangeArrowheads="1"/>
            </p:cNvSpPr>
            <p:nvPr>
              <p:custDataLst>
                <p:tags r:id="rId31"/>
              </p:custDataLst>
            </p:nvPr>
          </p:nvSpPr>
          <p:spPr bwMode="auto">
            <a:xfrm>
              <a:off x="6507163" y="6224588"/>
              <a:ext cx="1831975" cy="109538"/>
            </a:xfrm>
            <a:prstGeom prst="ellipse">
              <a:avLst/>
            </a:prstGeom>
            <a:solidFill>
              <a:schemeClr val="tx2">
                <a:alpha val="70000"/>
              </a:schemeClr>
            </a:solidFill>
            <a:ln>
              <a:noFill/>
            </a:ln>
          </p:spPr>
          <p:txBody>
            <a:bodyPr vert="horz" wrap="square" lIns="91440" tIns="45720" rIns="91440" bIns="45720" numCol="1" anchor="t" anchorCtr="0" compatLnSpc="1"/>
            <a:lstStyle/>
            <a:p>
              <a:endParaRPr lang="zh-CN" altLang="en-US"/>
            </a:p>
          </p:txBody>
        </p:sp>
        <p:sp>
          <p:nvSpPr>
            <p:cNvPr id="29" name="Oval 33"/>
            <p:cNvSpPr>
              <a:spLocks noChangeArrowheads="1"/>
            </p:cNvSpPr>
            <p:nvPr>
              <p:custDataLst>
                <p:tags r:id="rId32"/>
              </p:custDataLst>
            </p:nvPr>
          </p:nvSpPr>
          <p:spPr bwMode="auto">
            <a:xfrm>
              <a:off x="9201150" y="6210300"/>
              <a:ext cx="1831975" cy="111125"/>
            </a:xfrm>
            <a:prstGeom prst="ellipse">
              <a:avLst/>
            </a:prstGeom>
            <a:solidFill>
              <a:schemeClr val="tx2">
                <a:alpha val="70000"/>
              </a:schemeClr>
            </a:solidFill>
            <a:ln>
              <a:noFill/>
            </a:ln>
          </p:spPr>
          <p:txBody>
            <a:bodyPr vert="horz" wrap="square" lIns="91440" tIns="45720" rIns="91440" bIns="45720" numCol="1" anchor="t" anchorCtr="0" compatLnSpc="1"/>
            <a:lstStyle/>
            <a:p>
              <a:endParaRPr lang="zh-CN" altLang="en-US"/>
            </a:p>
          </p:txBody>
        </p:sp>
        <p:sp>
          <p:nvSpPr>
            <p:cNvPr id="30" name="Freeform 34"/>
            <p:cNvSpPr/>
            <p:nvPr>
              <p:custDataLst>
                <p:tags r:id="rId33"/>
              </p:custDataLst>
            </p:nvPr>
          </p:nvSpPr>
          <p:spPr bwMode="auto">
            <a:xfrm>
              <a:off x="5875338" y="6007100"/>
              <a:ext cx="92075" cy="146050"/>
            </a:xfrm>
            <a:custGeom>
              <a:avLst/>
              <a:gdLst>
                <a:gd name="T0" fmla="*/ 44 w 48"/>
                <a:gd name="T1" fmla="*/ 77 h 77"/>
                <a:gd name="T2" fmla="*/ 7 w 48"/>
                <a:gd name="T3" fmla="*/ 0 h 77"/>
                <a:gd name="T4" fmla="*/ 44 w 48"/>
                <a:gd name="T5" fmla="*/ 77 h 77"/>
              </a:gdLst>
              <a:ahLst/>
              <a:cxnLst>
                <a:cxn ang="0">
                  <a:pos x="T0" y="T1"/>
                </a:cxn>
                <a:cxn ang="0">
                  <a:pos x="T2" y="T3"/>
                </a:cxn>
                <a:cxn ang="0">
                  <a:pos x="T4" y="T5"/>
                </a:cxn>
              </a:cxnLst>
              <a:rect l="0" t="0" r="r" b="b"/>
              <a:pathLst>
                <a:path w="48" h="77">
                  <a:moveTo>
                    <a:pt x="44" y="77"/>
                  </a:moveTo>
                  <a:cubicBezTo>
                    <a:pt x="44" y="77"/>
                    <a:pt x="0" y="64"/>
                    <a:pt x="7" y="0"/>
                  </a:cubicBezTo>
                  <a:cubicBezTo>
                    <a:pt x="7" y="0"/>
                    <a:pt x="48" y="21"/>
                    <a:pt x="44" y="7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35"/>
            <p:cNvSpPr/>
            <p:nvPr>
              <p:custDataLst>
                <p:tags r:id="rId34"/>
              </p:custDataLst>
            </p:nvPr>
          </p:nvSpPr>
          <p:spPr bwMode="auto">
            <a:xfrm>
              <a:off x="5951538" y="6008688"/>
              <a:ext cx="92075" cy="144463"/>
            </a:xfrm>
            <a:custGeom>
              <a:avLst/>
              <a:gdLst>
                <a:gd name="T0" fmla="*/ 4 w 48"/>
                <a:gd name="T1" fmla="*/ 76 h 76"/>
                <a:gd name="T2" fmla="*/ 42 w 48"/>
                <a:gd name="T3" fmla="*/ 0 h 76"/>
                <a:gd name="T4" fmla="*/ 4 w 48"/>
                <a:gd name="T5" fmla="*/ 76 h 76"/>
              </a:gdLst>
              <a:ahLst/>
              <a:cxnLst>
                <a:cxn ang="0">
                  <a:pos x="T0" y="T1"/>
                </a:cxn>
                <a:cxn ang="0">
                  <a:pos x="T2" y="T3"/>
                </a:cxn>
                <a:cxn ang="0">
                  <a:pos x="T4" y="T5"/>
                </a:cxn>
              </a:cxnLst>
              <a:rect l="0" t="0" r="r" b="b"/>
              <a:pathLst>
                <a:path w="48" h="76">
                  <a:moveTo>
                    <a:pt x="4" y="76"/>
                  </a:moveTo>
                  <a:cubicBezTo>
                    <a:pt x="4" y="76"/>
                    <a:pt x="48" y="64"/>
                    <a:pt x="42" y="0"/>
                  </a:cubicBezTo>
                  <a:cubicBezTo>
                    <a:pt x="42" y="0"/>
                    <a:pt x="0" y="20"/>
                    <a:pt x="4" y="7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49" name="Freeform 36"/>
            <p:cNvSpPr/>
            <p:nvPr>
              <p:custDataLst>
                <p:tags r:id="rId35"/>
              </p:custDataLst>
            </p:nvPr>
          </p:nvSpPr>
          <p:spPr bwMode="auto">
            <a:xfrm>
              <a:off x="5903913" y="5932488"/>
              <a:ext cx="117475" cy="163513"/>
            </a:xfrm>
            <a:custGeom>
              <a:avLst/>
              <a:gdLst>
                <a:gd name="T0" fmla="*/ 28 w 61"/>
                <a:gd name="T1" fmla="*/ 86 h 86"/>
                <a:gd name="T2" fmla="*/ 27 w 61"/>
                <a:gd name="T3" fmla="*/ 0 h 86"/>
                <a:gd name="T4" fmla="*/ 28 w 61"/>
                <a:gd name="T5" fmla="*/ 86 h 86"/>
              </a:gdLst>
              <a:ahLst/>
              <a:cxnLst>
                <a:cxn ang="0">
                  <a:pos x="T0" y="T1"/>
                </a:cxn>
                <a:cxn ang="0">
                  <a:pos x="T2" y="T3"/>
                </a:cxn>
                <a:cxn ang="0">
                  <a:pos x="T4" y="T5"/>
                </a:cxn>
              </a:cxnLst>
              <a:rect l="0" t="0" r="r" b="b"/>
              <a:pathLst>
                <a:path w="61" h="86">
                  <a:moveTo>
                    <a:pt x="28" y="86"/>
                  </a:moveTo>
                  <a:cubicBezTo>
                    <a:pt x="28" y="86"/>
                    <a:pt x="61" y="54"/>
                    <a:pt x="27" y="0"/>
                  </a:cubicBezTo>
                  <a:cubicBezTo>
                    <a:pt x="27" y="0"/>
                    <a:pt x="0" y="40"/>
                    <a:pt x="28" y="8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53" name="Freeform 37"/>
            <p:cNvSpPr/>
            <p:nvPr>
              <p:custDataLst>
                <p:tags r:id="rId36"/>
              </p:custDataLst>
            </p:nvPr>
          </p:nvSpPr>
          <p:spPr bwMode="auto">
            <a:xfrm>
              <a:off x="6651625" y="6453188"/>
              <a:ext cx="74613" cy="117475"/>
            </a:xfrm>
            <a:custGeom>
              <a:avLst/>
              <a:gdLst>
                <a:gd name="T0" fmla="*/ 35 w 39"/>
                <a:gd name="T1" fmla="*/ 62 h 62"/>
                <a:gd name="T2" fmla="*/ 5 w 39"/>
                <a:gd name="T3" fmla="*/ 0 h 62"/>
                <a:gd name="T4" fmla="*/ 35 w 39"/>
                <a:gd name="T5" fmla="*/ 62 h 62"/>
              </a:gdLst>
              <a:ahLst/>
              <a:cxnLst>
                <a:cxn ang="0">
                  <a:pos x="T0" y="T1"/>
                </a:cxn>
                <a:cxn ang="0">
                  <a:pos x="T2" y="T3"/>
                </a:cxn>
                <a:cxn ang="0">
                  <a:pos x="T4" y="T5"/>
                </a:cxn>
              </a:cxnLst>
              <a:rect l="0" t="0" r="r" b="b"/>
              <a:pathLst>
                <a:path w="39" h="62">
                  <a:moveTo>
                    <a:pt x="35" y="62"/>
                  </a:moveTo>
                  <a:cubicBezTo>
                    <a:pt x="35" y="62"/>
                    <a:pt x="0" y="52"/>
                    <a:pt x="5" y="0"/>
                  </a:cubicBezTo>
                  <a:cubicBezTo>
                    <a:pt x="5" y="0"/>
                    <a:pt x="39" y="17"/>
                    <a:pt x="35" y="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91" name="Freeform 38"/>
            <p:cNvSpPr/>
            <p:nvPr>
              <p:custDataLst>
                <p:tags r:id="rId37"/>
              </p:custDataLst>
            </p:nvPr>
          </p:nvSpPr>
          <p:spPr bwMode="auto">
            <a:xfrm>
              <a:off x="6711950" y="6454775"/>
              <a:ext cx="73025" cy="115888"/>
            </a:xfrm>
            <a:custGeom>
              <a:avLst/>
              <a:gdLst>
                <a:gd name="T0" fmla="*/ 3 w 38"/>
                <a:gd name="T1" fmla="*/ 61 h 61"/>
                <a:gd name="T2" fmla="*/ 34 w 38"/>
                <a:gd name="T3" fmla="*/ 0 h 61"/>
                <a:gd name="T4" fmla="*/ 3 w 38"/>
                <a:gd name="T5" fmla="*/ 61 h 61"/>
              </a:gdLst>
              <a:ahLst/>
              <a:cxnLst>
                <a:cxn ang="0">
                  <a:pos x="T0" y="T1"/>
                </a:cxn>
                <a:cxn ang="0">
                  <a:pos x="T2" y="T3"/>
                </a:cxn>
                <a:cxn ang="0">
                  <a:pos x="T4" y="T5"/>
                </a:cxn>
              </a:cxnLst>
              <a:rect l="0" t="0" r="r" b="b"/>
              <a:pathLst>
                <a:path w="38" h="61">
                  <a:moveTo>
                    <a:pt x="3" y="61"/>
                  </a:moveTo>
                  <a:cubicBezTo>
                    <a:pt x="3" y="61"/>
                    <a:pt x="38" y="52"/>
                    <a:pt x="34" y="0"/>
                  </a:cubicBezTo>
                  <a:cubicBezTo>
                    <a:pt x="34" y="0"/>
                    <a:pt x="0" y="16"/>
                    <a:pt x="3" y="6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92" name="Freeform 39"/>
            <p:cNvSpPr/>
            <p:nvPr>
              <p:custDataLst>
                <p:tags r:id="rId38"/>
              </p:custDataLst>
            </p:nvPr>
          </p:nvSpPr>
          <p:spPr bwMode="auto">
            <a:xfrm>
              <a:off x="6672263" y="6394450"/>
              <a:ext cx="95250" cy="130175"/>
            </a:xfrm>
            <a:custGeom>
              <a:avLst/>
              <a:gdLst>
                <a:gd name="T0" fmla="*/ 24 w 50"/>
                <a:gd name="T1" fmla="*/ 69 h 69"/>
                <a:gd name="T2" fmla="*/ 22 w 50"/>
                <a:gd name="T3" fmla="*/ 0 h 69"/>
                <a:gd name="T4" fmla="*/ 24 w 50"/>
                <a:gd name="T5" fmla="*/ 69 h 69"/>
              </a:gdLst>
              <a:ahLst/>
              <a:cxnLst>
                <a:cxn ang="0">
                  <a:pos x="T0" y="T1"/>
                </a:cxn>
                <a:cxn ang="0">
                  <a:pos x="T2" y="T3"/>
                </a:cxn>
                <a:cxn ang="0">
                  <a:pos x="T4" y="T5"/>
                </a:cxn>
              </a:cxnLst>
              <a:rect l="0" t="0" r="r" b="b"/>
              <a:pathLst>
                <a:path w="50" h="69">
                  <a:moveTo>
                    <a:pt x="24" y="69"/>
                  </a:moveTo>
                  <a:cubicBezTo>
                    <a:pt x="24" y="69"/>
                    <a:pt x="50" y="43"/>
                    <a:pt x="22" y="0"/>
                  </a:cubicBezTo>
                  <a:cubicBezTo>
                    <a:pt x="22" y="0"/>
                    <a:pt x="0" y="32"/>
                    <a:pt x="24" y="6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93" name="Freeform 40"/>
            <p:cNvSpPr/>
            <p:nvPr>
              <p:custDataLst>
                <p:tags r:id="rId39"/>
              </p:custDataLst>
            </p:nvPr>
          </p:nvSpPr>
          <p:spPr bwMode="auto">
            <a:xfrm>
              <a:off x="9780588" y="6389688"/>
              <a:ext cx="73025" cy="117475"/>
            </a:xfrm>
            <a:custGeom>
              <a:avLst/>
              <a:gdLst>
                <a:gd name="T0" fmla="*/ 35 w 39"/>
                <a:gd name="T1" fmla="*/ 62 h 62"/>
                <a:gd name="T2" fmla="*/ 5 w 39"/>
                <a:gd name="T3" fmla="*/ 0 h 62"/>
                <a:gd name="T4" fmla="*/ 35 w 39"/>
                <a:gd name="T5" fmla="*/ 62 h 62"/>
              </a:gdLst>
              <a:ahLst/>
              <a:cxnLst>
                <a:cxn ang="0">
                  <a:pos x="T0" y="T1"/>
                </a:cxn>
                <a:cxn ang="0">
                  <a:pos x="T2" y="T3"/>
                </a:cxn>
                <a:cxn ang="0">
                  <a:pos x="T4" y="T5"/>
                </a:cxn>
              </a:cxnLst>
              <a:rect l="0" t="0" r="r" b="b"/>
              <a:pathLst>
                <a:path w="39" h="62">
                  <a:moveTo>
                    <a:pt x="35" y="62"/>
                  </a:moveTo>
                  <a:cubicBezTo>
                    <a:pt x="35" y="62"/>
                    <a:pt x="0" y="52"/>
                    <a:pt x="5" y="0"/>
                  </a:cubicBezTo>
                  <a:cubicBezTo>
                    <a:pt x="5" y="0"/>
                    <a:pt x="39" y="17"/>
                    <a:pt x="35" y="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94" name="Freeform 41"/>
            <p:cNvSpPr/>
            <p:nvPr>
              <p:custDataLst>
                <p:tags r:id="rId40"/>
              </p:custDataLst>
            </p:nvPr>
          </p:nvSpPr>
          <p:spPr bwMode="auto">
            <a:xfrm>
              <a:off x="9840913" y="6389688"/>
              <a:ext cx="74613" cy="117475"/>
            </a:xfrm>
            <a:custGeom>
              <a:avLst/>
              <a:gdLst>
                <a:gd name="T0" fmla="*/ 3 w 39"/>
                <a:gd name="T1" fmla="*/ 62 h 62"/>
                <a:gd name="T2" fmla="*/ 34 w 39"/>
                <a:gd name="T3" fmla="*/ 0 h 62"/>
                <a:gd name="T4" fmla="*/ 3 w 39"/>
                <a:gd name="T5" fmla="*/ 62 h 62"/>
              </a:gdLst>
              <a:ahLst/>
              <a:cxnLst>
                <a:cxn ang="0">
                  <a:pos x="T0" y="T1"/>
                </a:cxn>
                <a:cxn ang="0">
                  <a:pos x="T2" y="T3"/>
                </a:cxn>
                <a:cxn ang="0">
                  <a:pos x="T4" y="T5"/>
                </a:cxn>
              </a:cxnLst>
              <a:rect l="0" t="0" r="r" b="b"/>
              <a:pathLst>
                <a:path w="39" h="62">
                  <a:moveTo>
                    <a:pt x="3" y="62"/>
                  </a:moveTo>
                  <a:cubicBezTo>
                    <a:pt x="3" y="62"/>
                    <a:pt x="39" y="52"/>
                    <a:pt x="34" y="0"/>
                  </a:cubicBezTo>
                  <a:cubicBezTo>
                    <a:pt x="34" y="0"/>
                    <a:pt x="0" y="17"/>
                    <a:pt x="3" y="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95" name="Freeform 42"/>
            <p:cNvSpPr/>
            <p:nvPr>
              <p:custDataLst>
                <p:tags r:id="rId41"/>
              </p:custDataLst>
            </p:nvPr>
          </p:nvSpPr>
          <p:spPr bwMode="auto">
            <a:xfrm>
              <a:off x="9802813" y="6330950"/>
              <a:ext cx="95250" cy="131763"/>
            </a:xfrm>
            <a:custGeom>
              <a:avLst/>
              <a:gdLst>
                <a:gd name="T0" fmla="*/ 23 w 50"/>
                <a:gd name="T1" fmla="*/ 69 h 69"/>
                <a:gd name="T2" fmla="*/ 22 w 50"/>
                <a:gd name="T3" fmla="*/ 0 h 69"/>
                <a:gd name="T4" fmla="*/ 23 w 50"/>
                <a:gd name="T5" fmla="*/ 69 h 69"/>
              </a:gdLst>
              <a:ahLst/>
              <a:cxnLst>
                <a:cxn ang="0">
                  <a:pos x="T0" y="T1"/>
                </a:cxn>
                <a:cxn ang="0">
                  <a:pos x="T2" y="T3"/>
                </a:cxn>
                <a:cxn ang="0">
                  <a:pos x="T4" y="T5"/>
                </a:cxn>
              </a:cxnLst>
              <a:rect l="0" t="0" r="r" b="b"/>
              <a:pathLst>
                <a:path w="50" h="69">
                  <a:moveTo>
                    <a:pt x="23" y="69"/>
                  </a:moveTo>
                  <a:cubicBezTo>
                    <a:pt x="23" y="69"/>
                    <a:pt x="50" y="43"/>
                    <a:pt x="22" y="0"/>
                  </a:cubicBezTo>
                  <a:cubicBezTo>
                    <a:pt x="22" y="0"/>
                    <a:pt x="0" y="32"/>
                    <a:pt x="23" y="6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96" name="Freeform 43"/>
            <p:cNvSpPr/>
            <p:nvPr>
              <p:custDataLst>
                <p:tags r:id="rId42"/>
              </p:custDataLst>
            </p:nvPr>
          </p:nvSpPr>
          <p:spPr bwMode="auto">
            <a:xfrm>
              <a:off x="8364538" y="6008688"/>
              <a:ext cx="87313" cy="138113"/>
            </a:xfrm>
            <a:custGeom>
              <a:avLst/>
              <a:gdLst>
                <a:gd name="T0" fmla="*/ 41 w 46"/>
                <a:gd name="T1" fmla="*/ 72 h 72"/>
                <a:gd name="T2" fmla="*/ 6 w 46"/>
                <a:gd name="T3" fmla="*/ 0 h 72"/>
                <a:gd name="T4" fmla="*/ 41 w 46"/>
                <a:gd name="T5" fmla="*/ 72 h 72"/>
              </a:gdLst>
              <a:ahLst/>
              <a:cxnLst>
                <a:cxn ang="0">
                  <a:pos x="T0" y="T1"/>
                </a:cxn>
                <a:cxn ang="0">
                  <a:pos x="T2" y="T3"/>
                </a:cxn>
                <a:cxn ang="0">
                  <a:pos x="T4" y="T5"/>
                </a:cxn>
              </a:cxnLst>
              <a:rect l="0" t="0" r="r" b="b"/>
              <a:pathLst>
                <a:path w="46" h="72">
                  <a:moveTo>
                    <a:pt x="41" y="72"/>
                  </a:moveTo>
                  <a:cubicBezTo>
                    <a:pt x="41" y="72"/>
                    <a:pt x="0" y="61"/>
                    <a:pt x="6" y="0"/>
                  </a:cubicBezTo>
                  <a:cubicBezTo>
                    <a:pt x="6" y="0"/>
                    <a:pt x="46" y="20"/>
                    <a:pt x="41" y="7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98" name="Freeform 44"/>
            <p:cNvSpPr/>
            <p:nvPr>
              <p:custDataLst>
                <p:tags r:id="rId43"/>
              </p:custDataLst>
            </p:nvPr>
          </p:nvSpPr>
          <p:spPr bwMode="auto">
            <a:xfrm>
              <a:off x="8434388" y="6011863"/>
              <a:ext cx="88900" cy="134938"/>
            </a:xfrm>
            <a:custGeom>
              <a:avLst/>
              <a:gdLst>
                <a:gd name="T0" fmla="*/ 4 w 46"/>
                <a:gd name="T1" fmla="*/ 71 h 71"/>
                <a:gd name="T2" fmla="*/ 40 w 46"/>
                <a:gd name="T3" fmla="*/ 0 h 71"/>
                <a:gd name="T4" fmla="*/ 4 w 46"/>
                <a:gd name="T5" fmla="*/ 71 h 71"/>
              </a:gdLst>
              <a:ahLst/>
              <a:cxnLst>
                <a:cxn ang="0">
                  <a:pos x="T0" y="T1"/>
                </a:cxn>
                <a:cxn ang="0">
                  <a:pos x="T2" y="T3"/>
                </a:cxn>
                <a:cxn ang="0">
                  <a:pos x="T4" y="T5"/>
                </a:cxn>
              </a:cxnLst>
              <a:rect l="0" t="0" r="r" b="b"/>
              <a:pathLst>
                <a:path w="46" h="71">
                  <a:moveTo>
                    <a:pt x="4" y="71"/>
                  </a:moveTo>
                  <a:cubicBezTo>
                    <a:pt x="4" y="71"/>
                    <a:pt x="46" y="60"/>
                    <a:pt x="40" y="0"/>
                  </a:cubicBezTo>
                  <a:cubicBezTo>
                    <a:pt x="40" y="0"/>
                    <a:pt x="0" y="19"/>
                    <a:pt x="4" y="7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99" name="Freeform 45"/>
            <p:cNvSpPr/>
            <p:nvPr>
              <p:custDataLst>
                <p:tags r:id="rId44"/>
              </p:custDataLst>
            </p:nvPr>
          </p:nvSpPr>
          <p:spPr bwMode="auto">
            <a:xfrm>
              <a:off x="8391525" y="5940425"/>
              <a:ext cx="109538" cy="153988"/>
            </a:xfrm>
            <a:custGeom>
              <a:avLst/>
              <a:gdLst>
                <a:gd name="T0" fmla="*/ 27 w 58"/>
                <a:gd name="T1" fmla="*/ 81 h 81"/>
                <a:gd name="T2" fmla="*/ 26 w 58"/>
                <a:gd name="T3" fmla="*/ 0 h 81"/>
                <a:gd name="T4" fmla="*/ 27 w 58"/>
                <a:gd name="T5" fmla="*/ 81 h 81"/>
              </a:gdLst>
              <a:ahLst/>
              <a:cxnLst>
                <a:cxn ang="0">
                  <a:pos x="T0" y="T1"/>
                </a:cxn>
                <a:cxn ang="0">
                  <a:pos x="T2" y="T3"/>
                </a:cxn>
                <a:cxn ang="0">
                  <a:pos x="T4" y="T5"/>
                </a:cxn>
              </a:cxnLst>
              <a:rect l="0" t="0" r="r" b="b"/>
              <a:pathLst>
                <a:path w="58" h="81">
                  <a:moveTo>
                    <a:pt x="27" y="81"/>
                  </a:moveTo>
                  <a:cubicBezTo>
                    <a:pt x="27" y="81"/>
                    <a:pt x="58" y="50"/>
                    <a:pt x="26" y="0"/>
                  </a:cubicBezTo>
                  <a:cubicBezTo>
                    <a:pt x="26" y="0"/>
                    <a:pt x="0" y="37"/>
                    <a:pt x="27" y="8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00" name="Freeform 46"/>
            <p:cNvSpPr/>
            <p:nvPr>
              <p:custDataLst>
                <p:tags r:id="rId45"/>
              </p:custDataLst>
            </p:nvPr>
          </p:nvSpPr>
          <p:spPr bwMode="auto">
            <a:xfrm>
              <a:off x="10642600" y="6045200"/>
              <a:ext cx="88900" cy="139700"/>
            </a:xfrm>
            <a:custGeom>
              <a:avLst/>
              <a:gdLst>
                <a:gd name="T0" fmla="*/ 41 w 46"/>
                <a:gd name="T1" fmla="*/ 73 h 73"/>
                <a:gd name="T2" fmla="*/ 6 w 46"/>
                <a:gd name="T3" fmla="*/ 0 h 73"/>
                <a:gd name="T4" fmla="*/ 41 w 46"/>
                <a:gd name="T5" fmla="*/ 73 h 73"/>
              </a:gdLst>
              <a:ahLst/>
              <a:cxnLst>
                <a:cxn ang="0">
                  <a:pos x="T0" y="T1"/>
                </a:cxn>
                <a:cxn ang="0">
                  <a:pos x="T2" y="T3"/>
                </a:cxn>
                <a:cxn ang="0">
                  <a:pos x="T4" y="T5"/>
                </a:cxn>
              </a:cxnLst>
              <a:rect l="0" t="0" r="r" b="b"/>
              <a:pathLst>
                <a:path w="46" h="73">
                  <a:moveTo>
                    <a:pt x="41" y="73"/>
                  </a:moveTo>
                  <a:cubicBezTo>
                    <a:pt x="41" y="73"/>
                    <a:pt x="0" y="61"/>
                    <a:pt x="6" y="0"/>
                  </a:cubicBezTo>
                  <a:cubicBezTo>
                    <a:pt x="6" y="0"/>
                    <a:pt x="46" y="20"/>
                    <a:pt x="41" y="7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01" name="Freeform 47"/>
            <p:cNvSpPr/>
            <p:nvPr>
              <p:custDataLst>
                <p:tags r:id="rId46"/>
              </p:custDataLst>
            </p:nvPr>
          </p:nvSpPr>
          <p:spPr bwMode="auto">
            <a:xfrm>
              <a:off x="10714038" y="6045200"/>
              <a:ext cx="87313" cy="139700"/>
            </a:xfrm>
            <a:custGeom>
              <a:avLst/>
              <a:gdLst>
                <a:gd name="T0" fmla="*/ 4 w 46"/>
                <a:gd name="T1" fmla="*/ 73 h 73"/>
                <a:gd name="T2" fmla="*/ 41 w 46"/>
                <a:gd name="T3" fmla="*/ 0 h 73"/>
                <a:gd name="T4" fmla="*/ 4 w 46"/>
                <a:gd name="T5" fmla="*/ 73 h 73"/>
              </a:gdLst>
              <a:ahLst/>
              <a:cxnLst>
                <a:cxn ang="0">
                  <a:pos x="T0" y="T1"/>
                </a:cxn>
                <a:cxn ang="0">
                  <a:pos x="T2" y="T3"/>
                </a:cxn>
                <a:cxn ang="0">
                  <a:pos x="T4" y="T5"/>
                </a:cxn>
              </a:cxnLst>
              <a:rect l="0" t="0" r="r" b="b"/>
              <a:pathLst>
                <a:path w="46" h="73">
                  <a:moveTo>
                    <a:pt x="4" y="73"/>
                  </a:moveTo>
                  <a:cubicBezTo>
                    <a:pt x="4" y="73"/>
                    <a:pt x="46" y="61"/>
                    <a:pt x="41" y="0"/>
                  </a:cubicBezTo>
                  <a:cubicBezTo>
                    <a:pt x="41" y="0"/>
                    <a:pt x="0" y="20"/>
                    <a:pt x="4" y="7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02" name="Freeform 48"/>
            <p:cNvSpPr/>
            <p:nvPr>
              <p:custDataLst>
                <p:tags r:id="rId47"/>
              </p:custDataLst>
            </p:nvPr>
          </p:nvSpPr>
          <p:spPr bwMode="auto">
            <a:xfrm>
              <a:off x="10668000" y="5975350"/>
              <a:ext cx="112713" cy="155575"/>
            </a:xfrm>
            <a:custGeom>
              <a:avLst/>
              <a:gdLst>
                <a:gd name="T0" fmla="*/ 28 w 59"/>
                <a:gd name="T1" fmla="*/ 82 h 82"/>
                <a:gd name="T2" fmla="*/ 27 w 59"/>
                <a:gd name="T3" fmla="*/ 0 h 82"/>
                <a:gd name="T4" fmla="*/ 28 w 59"/>
                <a:gd name="T5" fmla="*/ 82 h 82"/>
              </a:gdLst>
              <a:ahLst/>
              <a:cxnLst>
                <a:cxn ang="0">
                  <a:pos x="T0" y="T1"/>
                </a:cxn>
                <a:cxn ang="0">
                  <a:pos x="T2" y="T3"/>
                </a:cxn>
                <a:cxn ang="0">
                  <a:pos x="T4" y="T5"/>
                </a:cxn>
              </a:cxnLst>
              <a:rect l="0" t="0" r="r" b="b"/>
              <a:pathLst>
                <a:path w="59" h="82">
                  <a:moveTo>
                    <a:pt x="28" y="82"/>
                  </a:moveTo>
                  <a:cubicBezTo>
                    <a:pt x="28" y="82"/>
                    <a:pt x="59" y="51"/>
                    <a:pt x="27" y="0"/>
                  </a:cubicBezTo>
                  <a:cubicBezTo>
                    <a:pt x="27" y="0"/>
                    <a:pt x="0" y="37"/>
                    <a:pt x="28" y="8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03" name="Freeform 49"/>
            <p:cNvSpPr/>
            <p:nvPr>
              <p:custDataLst>
                <p:tags r:id="rId48"/>
              </p:custDataLst>
            </p:nvPr>
          </p:nvSpPr>
          <p:spPr bwMode="auto">
            <a:xfrm>
              <a:off x="6091238" y="1143000"/>
              <a:ext cx="4940300" cy="2841625"/>
            </a:xfrm>
            <a:custGeom>
              <a:avLst/>
              <a:gdLst>
                <a:gd name="T0" fmla="*/ 2551 w 2593"/>
                <a:gd name="T1" fmla="*/ 1493 h 1493"/>
                <a:gd name="T2" fmla="*/ 41 w 2593"/>
                <a:gd name="T3" fmla="*/ 1493 h 1493"/>
                <a:gd name="T4" fmla="*/ 0 w 2593"/>
                <a:gd name="T5" fmla="*/ 1451 h 1493"/>
                <a:gd name="T6" fmla="*/ 0 w 2593"/>
                <a:gd name="T7" fmla="*/ 41 h 1493"/>
                <a:gd name="T8" fmla="*/ 41 w 2593"/>
                <a:gd name="T9" fmla="*/ 0 h 1493"/>
                <a:gd name="T10" fmla="*/ 2551 w 2593"/>
                <a:gd name="T11" fmla="*/ 0 h 1493"/>
                <a:gd name="T12" fmla="*/ 2593 w 2593"/>
                <a:gd name="T13" fmla="*/ 41 h 1493"/>
                <a:gd name="T14" fmla="*/ 2593 w 2593"/>
                <a:gd name="T15" fmla="*/ 1451 h 1493"/>
                <a:gd name="T16" fmla="*/ 2551 w 2593"/>
                <a:gd name="T17" fmla="*/ 1493 h 1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93" h="1493">
                  <a:moveTo>
                    <a:pt x="2551" y="1493"/>
                  </a:moveTo>
                  <a:cubicBezTo>
                    <a:pt x="41" y="1493"/>
                    <a:pt x="41" y="1493"/>
                    <a:pt x="41" y="1493"/>
                  </a:cubicBezTo>
                  <a:cubicBezTo>
                    <a:pt x="19" y="1493"/>
                    <a:pt x="0" y="1474"/>
                    <a:pt x="0" y="1451"/>
                  </a:cubicBezTo>
                  <a:cubicBezTo>
                    <a:pt x="0" y="41"/>
                    <a:pt x="0" y="41"/>
                    <a:pt x="0" y="41"/>
                  </a:cubicBezTo>
                  <a:cubicBezTo>
                    <a:pt x="0" y="18"/>
                    <a:pt x="19" y="0"/>
                    <a:pt x="41" y="0"/>
                  </a:cubicBezTo>
                  <a:cubicBezTo>
                    <a:pt x="2551" y="0"/>
                    <a:pt x="2551" y="0"/>
                    <a:pt x="2551" y="0"/>
                  </a:cubicBezTo>
                  <a:cubicBezTo>
                    <a:pt x="2574" y="0"/>
                    <a:pt x="2593" y="18"/>
                    <a:pt x="2593" y="41"/>
                  </a:cubicBezTo>
                  <a:cubicBezTo>
                    <a:pt x="2593" y="1451"/>
                    <a:pt x="2593" y="1451"/>
                    <a:pt x="2593" y="1451"/>
                  </a:cubicBezTo>
                  <a:cubicBezTo>
                    <a:pt x="2593" y="1474"/>
                    <a:pt x="2574" y="1493"/>
                    <a:pt x="2551" y="1493"/>
                  </a:cubicBezTo>
                  <a:close/>
                </a:path>
              </a:pathLst>
            </a:custGeom>
            <a:solidFill>
              <a:srgbClr val="FADD7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04" name="Freeform 50"/>
            <p:cNvSpPr/>
            <p:nvPr>
              <p:custDataLst>
                <p:tags r:id="rId49"/>
              </p:custDataLst>
            </p:nvPr>
          </p:nvSpPr>
          <p:spPr bwMode="auto">
            <a:xfrm>
              <a:off x="6091238" y="1409700"/>
              <a:ext cx="1646238" cy="2574925"/>
            </a:xfrm>
            <a:custGeom>
              <a:avLst/>
              <a:gdLst>
                <a:gd name="T0" fmla="*/ 864 w 864"/>
                <a:gd name="T1" fmla="*/ 1353 h 1353"/>
                <a:gd name="T2" fmla="*/ 24 w 864"/>
                <a:gd name="T3" fmla="*/ 1353 h 1353"/>
                <a:gd name="T4" fmla="*/ 0 w 864"/>
                <a:gd name="T5" fmla="*/ 1329 h 1353"/>
                <a:gd name="T6" fmla="*/ 0 w 864"/>
                <a:gd name="T7" fmla="*/ 0 h 1353"/>
                <a:gd name="T8" fmla="*/ 864 w 864"/>
                <a:gd name="T9" fmla="*/ 0 h 1353"/>
                <a:gd name="T10" fmla="*/ 864 w 864"/>
                <a:gd name="T11" fmla="*/ 1353 h 1353"/>
              </a:gdLst>
              <a:ahLst/>
              <a:cxnLst>
                <a:cxn ang="0">
                  <a:pos x="T0" y="T1"/>
                </a:cxn>
                <a:cxn ang="0">
                  <a:pos x="T2" y="T3"/>
                </a:cxn>
                <a:cxn ang="0">
                  <a:pos x="T4" y="T5"/>
                </a:cxn>
                <a:cxn ang="0">
                  <a:pos x="T6" y="T7"/>
                </a:cxn>
                <a:cxn ang="0">
                  <a:pos x="T8" y="T9"/>
                </a:cxn>
                <a:cxn ang="0">
                  <a:pos x="T10" y="T11"/>
                </a:cxn>
              </a:cxnLst>
              <a:rect l="0" t="0" r="r" b="b"/>
              <a:pathLst>
                <a:path w="864" h="1353">
                  <a:moveTo>
                    <a:pt x="864" y="1353"/>
                  </a:moveTo>
                  <a:cubicBezTo>
                    <a:pt x="24" y="1353"/>
                    <a:pt x="24" y="1353"/>
                    <a:pt x="24" y="1353"/>
                  </a:cubicBezTo>
                  <a:cubicBezTo>
                    <a:pt x="11" y="1353"/>
                    <a:pt x="0" y="1342"/>
                    <a:pt x="0" y="1329"/>
                  </a:cubicBezTo>
                  <a:cubicBezTo>
                    <a:pt x="0" y="0"/>
                    <a:pt x="0" y="0"/>
                    <a:pt x="0" y="0"/>
                  </a:cubicBezTo>
                  <a:cubicBezTo>
                    <a:pt x="864" y="0"/>
                    <a:pt x="864" y="0"/>
                    <a:pt x="864" y="0"/>
                  </a:cubicBezTo>
                  <a:lnTo>
                    <a:pt x="864" y="135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05" name="Freeform 51"/>
            <p:cNvSpPr/>
            <p:nvPr>
              <p:custDataLst>
                <p:tags r:id="rId50"/>
              </p:custDataLst>
            </p:nvPr>
          </p:nvSpPr>
          <p:spPr bwMode="auto">
            <a:xfrm>
              <a:off x="9383713" y="1409700"/>
              <a:ext cx="1647825" cy="2574925"/>
            </a:xfrm>
            <a:custGeom>
              <a:avLst/>
              <a:gdLst>
                <a:gd name="T0" fmla="*/ 825 w 865"/>
                <a:gd name="T1" fmla="*/ 1353 h 1353"/>
                <a:gd name="T2" fmla="*/ 0 w 865"/>
                <a:gd name="T3" fmla="*/ 1353 h 1353"/>
                <a:gd name="T4" fmla="*/ 0 w 865"/>
                <a:gd name="T5" fmla="*/ 0 h 1353"/>
                <a:gd name="T6" fmla="*/ 865 w 865"/>
                <a:gd name="T7" fmla="*/ 0 h 1353"/>
                <a:gd name="T8" fmla="*/ 865 w 865"/>
                <a:gd name="T9" fmla="*/ 1313 h 1353"/>
                <a:gd name="T10" fmla="*/ 825 w 865"/>
                <a:gd name="T11" fmla="*/ 1353 h 1353"/>
              </a:gdLst>
              <a:ahLst/>
              <a:cxnLst>
                <a:cxn ang="0">
                  <a:pos x="T0" y="T1"/>
                </a:cxn>
                <a:cxn ang="0">
                  <a:pos x="T2" y="T3"/>
                </a:cxn>
                <a:cxn ang="0">
                  <a:pos x="T4" y="T5"/>
                </a:cxn>
                <a:cxn ang="0">
                  <a:pos x="T6" y="T7"/>
                </a:cxn>
                <a:cxn ang="0">
                  <a:pos x="T8" y="T9"/>
                </a:cxn>
                <a:cxn ang="0">
                  <a:pos x="T10" y="T11"/>
                </a:cxn>
              </a:cxnLst>
              <a:rect l="0" t="0" r="r" b="b"/>
              <a:pathLst>
                <a:path w="865" h="1353">
                  <a:moveTo>
                    <a:pt x="825" y="1353"/>
                  </a:moveTo>
                  <a:cubicBezTo>
                    <a:pt x="0" y="1353"/>
                    <a:pt x="0" y="1353"/>
                    <a:pt x="0" y="1353"/>
                  </a:cubicBezTo>
                  <a:cubicBezTo>
                    <a:pt x="0" y="0"/>
                    <a:pt x="0" y="0"/>
                    <a:pt x="0" y="0"/>
                  </a:cubicBezTo>
                  <a:cubicBezTo>
                    <a:pt x="865" y="0"/>
                    <a:pt x="865" y="0"/>
                    <a:pt x="865" y="0"/>
                  </a:cubicBezTo>
                  <a:cubicBezTo>
                    <a:pt x="865" y="1313"/>
                    <a:pt x="865" y="1313"/>
                    <a:pt x="865" y="1313"/>
                  </a:cubicBezTo>
                  <a:cubicBezTo>
                    <a:pt x="865" y="1335"/>
                    <a:pt x="847" y="1353"/>
                    <a:pt x="825" y="135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06" name="Freeform 52"/>
            <p:cNvSpPr/>
            <p:nvPr>
              <p:custDataLst>
                <p:tags r:id="rId51"/>
              </p:custDataLst>
            </p:nvPr>
          </p:nvSpPr>
          <p:spPr bwMode="auto">
            <a:xfrm>
              <a:off x="6081713" y="1136650"/>
              <a:ext cx="4954588" cy="273050"/>
            </a:xfrm>
            <a:custGeom>
              <a:avLst/>
              <a:gdLst>
                <a:gd name="T0" fmla="*/ 5 w 2600"/>
                <a:gd name="T1" fmla="*/ 143 h 143"/>
                <a:gd name="T2" fmla="*/ 2598 w 2600"/>
                <a:gd name="T3" fmla="*/ 143 h 143"/>
                <a:gd name="T4" fmla="*/ 2598 w 2600"/>
                <a:gd name="T5" fmla="*/ 93 h 143"/>
                <a:gd name="T6" fmla="*/ 2569 w 2600"/>
                <a:gd name="T7" fmla="*/ 27 h 143"/>
                <a:gd name="T8" fmla="*/ 2504 w 2600"/>
                <a:gd name="T9" fmla="*/ 3 h 143"/>
                <a:gd name="T10" fmla="*/ 103 w 2600"/>
                <a:gd name="T11" fmla="*/ 3 h 143"/>
                <a:gd name="T12" fmla="*/ 34 w 2600"/>
                <a:gd name="T13" fmla="*/ 29 h 143"/>
                <a:gd name="T14" fmla="*/ 5 w 2600"/>
                <a:gd name="T15" fmla="*/ 104 h 143"/>
                <a:gd name="T16" fmla="*/ 5 w 2600"/>
                <a:gd name="T17" fmla="*/ 14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00" h="143">
                  <a:moveTo>
                    <a:pt x="5" y="143"/>
                  </a:moveTo>
                  <a:cubicBezTo>
                    <a:pt x="2598" y="143"/>
                    <a:pt x="2598" y="143"/>
                    <a:pt x="2598" y="143"/>
                  </a:cubicBezTo>
                  <a:cubicBezTo>
                    <a:pt x="2598" y="93"/>
                    <a:pt x="2598" y="93"/>
                    <a:pt x="2598" y="93"/>
                  </a:cubicBezTo>
                  <a:cubicBezTo>
                    <a:pt x="2598" y="93"/>
                    <a:pt x="2600" y="52"/>
                    <a:pt x="2569" y="27"/>
                  </a:cubicBezTo>
                  <a:cubicBezTo>
                    <a:pt x="2538" y="3"/>
                    <a:pt x="2511" y="3"/>
                    <a:pt x="2504" y="3"/>
                  </a:cubicBezTo>
                  <a:cubicBezTo>
                    <a:pt x="2498" y="3"/>
                    <a:pt x="103" y="3"/>
                    <a:pt x="103" y="3"/>
                  </a:cubicBezTo>
                  <a:cubicBezTo>
                    <a:pt x="103" y="3"/>
                    <a:pt x="68" y="0"/>
                    <a:pt x="34" y="29"/>
                  </a:cubicBezTo>
                  <a:cubicBezTo>
                    <a:pt x="0" y="58"/>
                    <a:pt x="5" y="104"/>
                    <a:pt x="5" y="104"/>
                  </a:cubicBezTo>
                  <a:lnTo>
                    <a:pt x="5" y="143"/>
                  </a:lnTo>
                  <a:close/>
                </a:path>
              </a:pathLst>
            </a:custGeom>
            <a:solidFill>
              <a:srgbClr val="34525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07" name="Oval 53"/>
            <p:cNvSpPr>
              <a:spLocks noChangeArrowheads="1"/>
            </p:cNvSpPr>
            <p:nvPr>
              <p:custDataLst>
                <p:tags r:id="rId52"/>
              </p:custDataLst>
            </p:nvPr>
          </p:nvSpPr>
          <p:spPr bwMode="auto">
            <a:xfrm>
              <a:off x="6324600" y="1230313"/>
              <a:ext cx="98425" cy="92075"/>
            </a:xfrm>
            <a:prstGeom prst="ellipse">
              <a:avLst/>
            </a:pr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08" name="Oval 54"/>
            <p:cNvSpPr>
              <a:spLocks noChangeArrowheads="1"/>
            </p:cNvSpPr>
            <p:nvPr>
              <p:custDataLst>
                <p:tags r:id="rId53"/>
              </p:custDataLst>
            </p:nvPr>
          </p:nvSpPr>
          <p:spPr bwMode="auto">
            <a:xfrm>
              <a:off x="6607175" y="1230313"/>
              <a:ext cx="101600" cy="92075"/>
            </a:xfrm>
            <a:prstGeom prst="ellipse">
              <a:avLst/>
            </a:prstGeom>
            <a:solidFill>
              <a:srgbClr val="74C8D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09" name="Oval 55"/>
            <p:cNvSpPr>
              <a:spLocks noChangeArrowheads="1"/>
            </p:cNvSpPr>
            <p:nvPr>
              <p:custDataLst>
                <p:tags r:id="rId54"/>
              </p:custDataLst>
            </p:nvPr>
          </p:nvSpPr>
          <p:spPr bwMode="auto">
            <a:xfrm>
              <a:off x="6892925" y="1230313"/>
              <a:ext cx="100013" cy="92075"/>
            </a:xfrm>
            <a:prstGeom prst="ellipse">
              <a:avLst/>
            </a:prstGeom>
            <a:solidFill>
              <a:srgbClr val="FADD7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10" name="Freeform 56"/>
            <p:cNvSpPr/>
            <p:nvPr>
              <p:custDataLst>
                <p:tags r:id="rId55"/>
              </p:custDataLst>
            </p:nvPr>
          </p:nvSpPr>
          <p:spPr bwMode="auto">
            <a:xfrm>
              <a:off x="7175500" y="1206500"/>
              <a:ext cx="3327400" cy="144463"/>
            </a:xfrm>
            <a:custGeom>
              <a:avLst/>
              <a:gdLst>
                <a:gd name="T0" fmla="*/ 1738 w 1746"/>
                <a:gd name="T1" fmla="*/ 76 h 76"/>
                <a:gd name="T2" fmla="*/ 8 w 1746"/>
                <a:gd name="T3" fmla="*/ 76 h 76"/>
                <a:gd name="T4" fmla="*/ 0 w 1746"/>
                <a:gd name="T5" fmla="*/ 67 h 76"/>
                <a:gd name="T6" fmla="*/ 0 w 1746"/>
                <a:gd name="T7" fmla="*/ 8 h 76"/>
                <a:gd name="T8" fmla="*/ 8 w 1746"/>
                <a:gd name="T9" fmla="*/ 0 h 76"/>
                <a:gd name="T10" fmla="*/ 1738 w 1746"/>
                <a:gd name="T11" fmla="*/ 0 h 76"/>
                <a:gd name="T12" fmla="*/ 1746 w 1746"/>
                <a:gd name="T13" fmla="*/ 8 h 76"/>
                <a:gd name="T14" fmla="*/ 1746 w 1746"/>
                <a:gd name="T15" fmla="*/ 67 h 76"/>
                <a:gd name="T16" fmla="*/ 1738 w 1746"/>
                <a:gd name="T17" fmla="*/ 76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46" h="76">
                  <a:moveTo>
                    <a:pt x="1738" y="76"/>
                  </a:moveTo>
                  <a:cubicBezTo>
                    <a:pt x="8" y="76"/>
                    <a:pt x="8" y="76"/>
                    <a:pt x="8" y="76"/>
                  </a:cubicBezTo>
                  <a:cubicBezTo>
                    <a:pt x="3" y="76"/>
                    <a:pt x="0" y="72"/>
                    <a:pt x="0" y="67"/>
                  </a:cubicBezTo>
                  <a:cubicBezTo>
                    <a:pt x="0" y="8"/>
                    <a:pt x="0" y="8"/>
                    <a:pt x="0" y="8"/>
                  </a:cubicBezTo>
                  <a:cubicBezTo>
                    <a:pt x="0" y="4"/>
                    <a:pt x="3" y="0"/>
                    <a:pt x="8" y="0"/>
                  </a:cubicBezTo>
                  <a:cubicBezTo>
                    <a:pt x="1738" y="0"/>
                    <a:pt x="1738" y="0"/>
                    <a:pt x="1738" y="0"/>
                  </a:cubicBezTo>
                  <a:cubicBezTo>
                    <a:pt x="1742" y="0"/>
                    <a:pt x="1746" y="4"/>
                    <a:pt x="1746" y="8"/>
                  </a:cubicBezTo>
                  <a:cubicBezTo>
                    <a:pt x="1746" y="67"/>
                    <a:pt x="1746" y="67"/>
                    <a:pt x="1746" y="67"/>
                  </a:cubicBezTo>
                  <a:cubicBezTo>
                    <a:pt x="1746" y="72"/>
                    <a:pt x="1742" y="76"/>
                    <a:pt x="1738" y="7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11" name="Freeform 57"/>
            <p:cNvSpPr/>
            <p:nvPr>
              <p:custDataLst>
                <p:tags r:id="rId56"/>
              </p:custDataLst>
            </p:nvPr>
          </p:nvSpPr>
          <p:spPr bwMode="auto">
            <a:xfrm>
              <a:off x="6289675" y="2874963"/>
              <a:ext cx="1284288" cy="765175"/>
            </a:xfrm>
            <a:custGeom>
              <a:avLst/>
              <a:gdLst>
                <a:gd name="T0" fmla="*/ 660 w 674"/>
                <a:gd name="T1" fmla="*/ 402 h 402"/>
                <a:gd name="T2" fmla="*/ 14 w 674"/>
                <a:gd name="T3" fmla="*/ 402 h 402"/>
                <a:gd name="T4" fmla="*/ 0 w 674"/>
                <a:gd name="T5" fmla="*/ 388 h 402"/>
                <a:gd name="T6" fmla="*/ 0 w 674"/>
                <a:gd name="T7" fmla="*/ 15 h 402"/>
                <a:gd name="T8" fmla="*/ 14 w 674"/>
                <a:gd name="T9" fmla="*/ 0 h 402"/>
                <a:gd name="T10" fmla="*/ 660 w 674"/>
                <a:gd name="T11" fmla="*/ 0 h 402"/>
                <a:gd name="T12" fmla="*/ 674 w 674"/>
                <a:gd name="T13" fmla="*/ 15 h 402"/>
                <a:gd name="T14" fmla="*/ 674 w 674"/>
                <a:gd name="T15" fmla="*/ 388 h 402"/>
                <a:gd name="T16" fmla="*/ 660 w 674"/>
                <a:gd name="T17" fmla="*/ 402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4" h="402">
                  <a:moveTo>
                    <a:pt x="660" y="402"/>
                  </a:moveTo>
                  <a:cubicBezTo>
                    <a:pt x="14" y="402"/>
                    <a:pt x="14" y="402"/>
                    <a:pt x="14" y="402"/>
                  </a:cubicBezTo>
                  <a:cubicBezTo>
                    <a:pt x="6" y="402"/>
                    <a:pt x="0" y="396"/>
                    <a:pt x="0" y="388"/>
                  </a:cubicBezTo>
                  <a:cubicBezTo>
                    <a:pt x="0" y="15"/>
                    <a:pt x="0" y="15"/>
                    <a:pt x="0" y="15"/>
                  </a:cubicBezTo>
                  <a:cubicBezTo>
                    <a:pt x="0" y="7"/>
                    <a:pt x="6" y="0"/>
                    <a:pt x="14" y="0"/>
                  </a:cubicBezTo>
                  <a:cubicBezTo>
                    <a:pt x="660" y="0"/>
                    <a:pt x="660" y="0"/>
                    <a:pt x="660" y="0"/>
                  </a:cubicBezTo>
                  <a:cubicBezTo>
                    <a:pt x="668" y="0"/>
                    <a:pt x="674" y="7"/>
                    <a:pt x="674" y="15"/>
                  </a:cubicBezTo>
                  <a:cubicBezTo>
                    <a:pt x="674" y="388"/>
                    <a:pt x="674" y="388"/>
                    <a:pt x="674" y="388"/>
                  </a:cubicBezTo>
                  <a:cubicBezTo>
                    <a:pt x="674" y="396"/>
                    <a:pt x="668" y="402"/>
                    <a:pt x="660" y="402"/>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76" name="Rectangle 58"/>
            <p:cNvSpPr>
              <a:spLocks noChangeArrowheads="1"/>
            </p:cNvSpPr>
            <p:nvPr>
              <p:custDataLst>
                <p:tags r:id="rId57"/>
              </p:custDataLst>
            </p:nvPr>
          </p:nvSpPr>
          <p:spPr bwMode="auto">
            <a:xfrm>
              <a:off x="6375400" y="3257550"/>
              <a:ext cx="682625" cy="84138"/>
            </a:xfrm>
            <a:prstGeom prst="rect">
              <a:avLst/>
            </a:prstGeom>
            <a:solidFill>
              <a:srgbClr val="E6332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77" name="Rectangle 59"/>
            <p:cNvSpPr>
              <a:spLocks noChangeArrowheads="1"/>
            </p:cNvSpPr>
            <p:nvPr>
              <p:custDataLst>
                <p:tags r:id="rId58"/>
              </p:custDataLst>
            </p:nvPr>
          </p:nvSpPr>
          <p:spPr bwMode="auto">
            <a:xfrm>
              <a:off x="6375400" y="3508375"/>
              <a:ext cx="1055688" cy="84138"/>
            </a:xfrm>
            <a:prstGeom prst="rect">
              <a:avLst/>
            </a:prstGeom>
            <a:solidFill>
              <a:srgbClr val="FADD7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78" name="Rectangle 60"/>
            <p:cNvSpPr>
              <a:spLocks noChangeArrowheads="1"/>
            </p:cNvSpPr>
            <p:nvPr>
              <p:custDataLst>
                <p:tags r:id="rId59"/>
              </p:custDataLst>
            </p:nvPr>
          </p:nvSpPr>
          <p:spPr bwMode="auto">
            <a:xfrm>
              <a:off x="6375400" y="3386138"/>
              <a:ext cx="590550" cy="841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79" name="Rectangle 61"/>
            <p:cNvSpPr>
              <a:spLocks noChangeArrowheads="1"/>
            </p:cNvSpPr>
            <p:nvPr>
              <p:custDataLst>
                <p:tags r:id="rId60"/>
              </p:custDataLst>
            </p:nvPr>
          </p:nvSpPr>
          <p:spPr bwMode="auto">
            <a:xfrm>
              <a:off x="6369050" y="2944813"/>
              <a:ext cx="327025" cy="268288"/>
            </a:xfrm>
            <a:prstGeom prst="rect">
              <a:avLst/>
            </a:prstGeom>
            <a:solidFill>
              <a:srgbClr val="00DDF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80" name="Rectangle 62"/>
            <p:cNvSpPr>
              <a:spLocks noChangeArrowheads="1"/>
            </p:cNvSpPr>
            <p:nvPr>
              <p:custDataLst>
                <p:tags r:id="rId61"/>
              </p:custDataLst>
            </p:nvPr>
          </p:nvSpPr>
          <p:spPr bwMode="auto">
            <a:xfrm>
              <a:off x="6756400" y="2944813"/>
              <a:ext cx="325438" cy="268288"/>
            </a:xfrm>
            <a:prstGeom prst="rect">
              <a:avLst/>
            </a:prstGeom>
            <a:solidFill>
              <a:srgbClr val="FADD7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81" name="Rectangle 63"/>
            <p:cNvSpPr>
              <a:spLocks noChangeArrowheads="1"/>
            </p:cNvSpPr>
            <p:nvPr>
              <p:custDataLst>
                <p:tags r:id="rId62"/>
              </p:custDataLst>
            </p:nvPr>
          </p:nvSpPr>
          <p:spPr bwMode="auto">
            <a:xfrm>
              <a:off x="7143750" y="2944813"/>
              <a:ext cx="325438" cy="268288"/>
            </a:xfrm>
            <a:prstGeom prst="rect">
              <a:avLst/>
            </a:prstGeom>
            <a:solidFill>
              <a:srgbClr val="3452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82" name="Freeform 64"/>
            <p:cNvSpPr/>
            <p:nvPr>
              <p:custDataLst>
                <p:tags r:id="rId63"/>
              </p:custDataLst>
            </p:nvPr>
          </p:nvSpPr>
          <p:spPr bwMode="auto">
            <a:xfrm>
              <a:off x="9566275" y="1562100"/>
              <a:ext cx="1285875" cy="762000"/>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83" name="Rectangle 65"/>
            <p:cNvSpPr>
              <a:spLocks noChangeArrowheads="1"/>
            </p:cNvSpPr>
            <p:nvPr>
              <p:custDataLst>
                <p:tags r:id="rId64"/>
              </p:custDataLst>
            </p:nvPr>
          </p:nvSpPr>
          <p:spPr bwMode="auto">
            <a:xfrm>
              <a:off x="9653588" y="1941513"/>
              <a:ext cx="682625" cy="84138"/>
            </a:xfrm>
            <a:prstGeom prst="rect">
              <a:avLst/>
            </a:prstGeom>
            <a:solidFill>
              <a:srgbClr val="E6332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84" name="Rectangle 66"/>
            <p:cNvSpPr>
              <a:spLocks noChangeArrowheads="1"/>
            </p:cNvSpPr>
            <p:nvPr>
              <p:custDataLst>
                <p:tags r:id="rId65"/>
              </p:custDataLst>
            </p:nvPr>
          </p:nvSpPr>
          <p:spPr bwMode="auto">
            <a:xfrm>
              <a:off x="9653588" y="2193925"/>
              <a:ext cx="1054100" cy="82550"/>
            </a:xfrm>
            <a:prstGeom prst="rect">
              <a:avLst/>
            </a:prstGeom>
            <a:solidFill>
              <a:srgbClr val="FADD7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85" name="Rectangle 67"/>
            <p:cNvSpPr>
              <a:spLocks noChangeArrowheads="1"/>
            </p:cNvSpPr>
            <p:nvPr>
              <p:custDataLst>
                <p:tags r:id="rId66"/>
              </p:custDataLst>
            </p:nvPr>
          </p:nvSpPr>
          <p:spPr bwMode="auto">
            <a:xfrm>
              <a:off x="9653588" y="2071688"/>
              <a:ext cx="592138" cy="841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86" name="Rectangle 68"/>
            <p:cNvSpPr>
              <a:spLocks noChangeArrowheads="1"/>
            </p:cNvSpPr>
            <p:nvPr>
              <p:custDataLst>
                <p:tags r:id="rId67"/>
              </p:custDataLst>
            </p:nvPr>
          </p:nvSpPr>
          <p:spPr bwMode="auto">
            <a:xfrm>
              <a:off x="9648825" y="1631950"/>
              <a:ext cx="323850" cy="266700"/>
            </a:xfrm>
            <a:prstGeom prst="rect">
              <a:avLst/>
            </a:prstGeom>
            <a:solidFill>
              <a:srgbClr val="00DDF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87" name="Rectangle 69"/>
            <p:cNvSpPr>
              <a:spLocks noChangeArrowheads="1"/>
            </p:cNvSpPr>
            <p:nvPr>
              <p:custDataLst>
                <p:tags r:id="rId68"/>
              </p:custDataLst>
            </p:nvPr>
          </p:nvSpPr>
          <p:spPr bwMode="auto">
            <a:xfrm>
              <a:off x="10034588" y="1631950"/>
              <a:ext cx="325438" cy="266700"/>
            </a:xfrm>
            <a:prstGeom prst="rect">
              <a:avLst/>
            </a:prstGeom>
            <a:solidFill>
              <a:srgbClr val="FADD7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89" name="Rectangle 70"/>
            <p:cNvSpPr>
              <a:spLocks noChangeArrowheads="1"/>
            </p:cNvSpPr>
            <p:nvPr>
              <p:custDataLst>
                <p:tags r:id="rId69"/>
              </p:custDataLst>
            </p:nvPr>
          </p:nvSpPr>
          <p:spPr bwMode="auto">
            <a:xfrm>
              <a:off x="10421938" y="1631950"/>
              <a:ext cx="323850" cy="266700"/>
            </a:xfrm>
            <a:prstGeom prst="rect">
              <a:avLst/>
            </a:prstGeom>
            <a:solidFill>
              <a:srgbClr val="3452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91" name="Freeform 71"/>
            <p:cNvSpPr/>
            <p:nvPr>
              <p:custDataLst>
                <p:tags r:id="rId70"/>
              </p:custDataLst>
            </p:nvPr>
          </p:nvSpPr>
          <p:spPr bwMode="auto">
            <a:xfrm>
              <a:off x="8016875" y="3190875"/>
              <a:ext cx="436563" cy="652463"/>
            </a:xfrm>
            <a:custGeom>
              <a:avLst/>
              <a:gdLst>
                <a:gd name="T0" fmla="*/ 0 w 275"/>
                <a:gd name="T1" fmla="*/ 319 h 411"/>
                <a:gd name="T2" fmla="*/ 113 w 275"/>
                <a:gd name="T3" fmla="*/ 253 h 411"/>
                <a:gd name="T4" fmla="*/ 230 w 275"/>
                <a:gd name="T5" fmla="*/ 0 h 411"/>
                <a:gd name="T6" fmla="*/ 275 w 275"/>
                <a:gd name="T7" fmla="*/ 11 h 411"/>
                <a:gd name="T8" fmla="*/ 177 w 275"/>
                <a:gd name="T9" fmla="*/ 283 h 411"/>
                <a:gd name="T10" fmla="*/ 50 w 275"/>
                <a:gd name="T11" fmla="*/ 411 h 411"/>
                <a:gd name="T12" fmla="*/ 0 w 275"/>
                <a:gd name="T13" fmla="*/ 319 h 411"/>
              </a:gdLst>
              <a:ahLst/>
              <a:cxnLst>
                <a:cxn ang="0">
                  <a:pos x="T0" y="T1"/>
                </a:cxn>
                <a:cxn ang="0">
                  <a:pos x="T2" y="T3"/>
                </a:cxn>
                <a:cxn ang="0">
                  <a:pos x="T4" y="T5"/>
                </a:cxn>
                <a:cxn ang="0">
                  <a:pos x="T6" y="T7"/>
                </a:cxn>
                <a:cxn ang="0">
                  <a:pos x="T8" y="T9"/>
                </a:cxn>
                <a:cxn ang="0">
                  <a:pos x="T10" y="T11"/>
                </a:cxn>
                <a:cxn ang="0">
                  <a:pos x="T12" y="T13"/>
                </a:cxn>
              </a:cxnLst>
              <a:rect l="0" t="0" r="r" b="b"/>
              <a:pathLst>
                <a:path w="275" h="411">
                  <a:moveTo>
                    <a:pt x="0" y="319"/>
                  </a:moveTo>
                  <a:lnTo>
                    <a:pt x="113" y="253"/>
                  </a:lnTo>
                  <a:lnTo>
                    <a:pt x="230" y="0"/>
                  </a:lnTo>
                  <a:lnTo>
                    <a:pt x="275" y="11"/>
                  </a:lnTo>
                  <a:lnTo>
                    <a:pt x="177" y="283"/>
                  </a:lnTo>
                  <a:lnTo>
                    <a:pt x="50" y="411"/>
                  </a:lnTo>
                  <a:lnTo>
                    <a:pt x="0" y="319"/>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2" name="Freeform 72"/>
            <p:cNvSpPr/>
            <p:nvPr>
              <p:custDataLst>
                <p:tags r:id="rId71"/>
              </p:custDataLst>
            </p:nvPr>
          </p:nvSpPr>
          <p:spPr bwMode="auto">
            <a:xfrm>
              <a:off x="7669213" y="1638300"/>
              <a:ext cx="1455738" cy="1565275"/>
            </a:xfrm>
            <a:custGeom>
              <a:avLst/>
              <a:gdLst>
                <a:gd name="T0" fmla="*/ 650 w 764"/>
                <a:gd name="T1" fmla="*/ 822 h 823"/>
                <a:gd name="T2" fmla="*/ 12 w 764"/>
                <a:gd name="T3" fmla="*/ 749 h 823"/>
                <a:gd name="T4" fmla="*/ 1 w 764"/>
                <a:gd name="T5" fmla="*/ 735 h 823"/>
                <a:gd name="T6" fmla="*/ 99 w 764"/>
                <a:gd name="T7" fmla="*/ 12 h 823"/>
                <a:gd name="T8" fmla="*/ 115 w 764"/>
                <a:gd name="T9" fmla="*/ 1 h 823"/>
                <a:gd name="T10" fmla="*/ 752 w 764"/>
                <a:gd name="T11" fmla="*/ 74 h 823"/>
                <a:gd name="T12" fmla="*/ 763 w 764"/>
                <a:gd name="T13" fmla="*/ 88 h 823"/>
                <a:gd name="T14" fmla="*/ 665 w 764"/>
                <a:gd name="T15" fmla="*/ 811 h 823"/>
                <a:gd name="T16" fmla="*/ 650 w 764"/>
                <a:gd name="T17" fmla="*/ 822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4" h="823">
                  <a:moveTo>
                    <a:pt x="650" y="822"/>
                  </a:moveTo>
                  <a:cubicBezTo>
                    <a:pt x="12" y="749"/>
                    <a:pt x="12" y="749"/>
                    <a:pt x="12" y="749"/>
                  </a:cubicBezTo>
                  <a:cubicBezTo>
                    <a:pt x="5" y="748"/>
                    <a:pt x="0" y="742"/>
                    <a:pt x="1" y="735"/>
                  </a:cubicBezTo>
                  <a:cubicBezTo>
                    <a:pt x="99" y="12"/>
                    <a:pt x="99" y="12"/>
                    <a:pt x="99" y="12"/>
                  </a:cubicBezTo>
                  <a:cubicBezTo>
                    <a:pt x="100" y="5"/>
                    <a:pt x="107" y="0"/>
                    <a:pt x="115" y="1"/>
                  </a:cubicBezTo>
                  <a:cubicBezTo>
                    <a:pt x="752" y="74"/>
                    <a:pt x="752" y="74"/>
                    <a:pt x="752" y="74"/>
                  </a:cubicBezTo>
                  <a:cubicBezTo>
                    <a:pt x="759" y="75"/>
                    <a:pt x="764" y="82"/>
                    <a:pt x="763" y="88"/>
                  </a:cubicBezTo>
                  <a:cubicBezTo>
                    <a:pt x="665" y="811"/>
                    <a:pt x="665" y="811"/>
                    <a:pt x="665" y="811"/>
                  </a:cubicBezTo>
                  <a:cubicBezTo>
                    <a:pt x="664" y="818"/>
                    <a:pt x="657" y="823"/>
                    <a:pt x="650" y="82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3" name="Freeform 73"/>
            <p:cNvSpPr/>
            <p:nvPr>
              <p:custDataLst>
                <p:tags r:id="rId72"/>
              </p:custDataLst>
            </p:nvPr>
          </p:nvSpPr>
          <p:spPr bwMode="auto">
            <a:xfrm>
              <a:off x="7878763" y="2238375"/>
              <a:ext cx="1057275" cy="207963"/>
            </a:xfrm>
            <a:custGeom>
              <a:avLst/>
              <a:gdLst>
                <a:gd name="T0" fmla="*/ 659 w 666"/>
                <a:gd name="T1" fmla="*/ 131 h 131"/>
                <a:gd name="T2" fmla="*/ 0 w 666"/>
                <a:gd name="T3" fmla="*/ 52 h 131"/>
                <a:gd name="T4" fmla="*/ 8 w 666"/>
                <a:gd name="T5" fmla="*/ 0 h 131"/>
                <a:gd name="T6" fmla="*/ 666 w 666"/>
                <a:gd name="T7" fmla="*/ 80 h 131"/>
                <a:gd name="T8" fmla="*/ 659 w 666"/>
                <a:gd name="T9" fmla="*/ 131 h 131"/>
              </a:gdLst>
              <a:ahLst/>
              <a:cxnLst>
                <a:cxn ang="0">
                  <a:pos x="T0" y="T1"/>
                </a:cxn>
                <a:cxn ang="0">
                  <a:pos x="T2" y="T3"/>
                </a:cxn>
                <a:cxn ang="0">
                  <a:pos x="T4" y="T5"/>
                </a:cxn>
                <a:cxn ang="0">
                  <a:pos x="T6" y="T7"/>
                </a:cxn>
                <a:cxn ang="0">
                  <a:pos x="T8" y="T9"/>
                </a:cxn>
              </a:cxnLst>
              <a:rect l="0" t="0" r="r" b="b"/>
              <a:pathLst>
                <a:path w="666" h="131">
                  <a:moveTo>
                    <a:pt x="659" y="131"/>
                  </a:moveTo>
                  <a:lnTo>
                    <a:pt x="0" y="52"/>
                  </a:lnTo>
                  <a:lnTo>
                    <a:pt x="8" y="0"/>
                  </a:lnTo>
                  <a:lnTo>
                    <a:pt x="666" y="80"/>
                  </a:lnTo>
                  <a:lnTo>
                    <a:pt x="659" y="131"/>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4" name="Freeform 74"/>
            <p:cNvSpPr/>
            <p:nvPr>
              <p:custDataLst>
                <p:tags r:id="rId73"/>
              </p:custDataLst>
            </p:nvPr>
          </p:nvSpPr>
          <p:spPr bwMode="auto">
            <a:xfrm>
              <a:off x="7858125" y="2390775"/>
              <a:ext cx="509588" cy="142875"/>
            </a:xfrm>
            <a:custGeom>
              <a:avLst/>
              <a:gdLst>
                <a:gd name="T0" fmla="*/ 314 w 321"/>
                <a:gd name="T1" fmla="*/ 90 h 90"/>
                <a:gd name="T2" fmla="*/ 0 w 321"/>
                <a:gd name="T3" fmla="*/ 52 h 90"/>
                <a:gd name="T4" fmla="*/ 7 w 321"/>
                <a:gd name="T5" fmla="*/ 0 h 90"/>
                <a:gd name="T6" fmla="*/ 321 w 321"/>
                <a:gd name="T7" fmla="*/ 39 h 90"/>
                <a:gd name="T8" fmla="*/ 314 w 321"/>
                <a:gd name="T9" fmla="*/ 90 h 90"/>
              </a:gdLst>
              <a:ahLst/>
              <a:cxnLst>
                <a:cxn ang="0">
                  <a:pos x="T0" y="T1"/>
                </a:cxn>
                <a:cxn ang="0">
                  <a:pos x="T2" y="T3"/>
                </a:cxn>
                <a:cxn ang="0">
                  <a:pos x="T4" y="T5"/>
                </a:cxn>
                <a:cxn ang="0">
                  <a:pos x="T6" y="T7"/>
                </a:cxn>
                <a:cxn ang="0">
                  <a:pos x="T8" y="T9"/>
                </a:cxn>
              </a:cxnLst>
              <a:rect l="0" t="0" r="r" b="b"/>
              <a:pathLst>
                <a:path w="321" h="90">
                  <a:moveTo>
                    <a:pt x="314" y="90"/>
                  </a:moveTo>
                  <a:lnTo>
                    <a:pt x="0" y="52"/>
                  </a:lnTo>
                  <a:lnTo>
                    <a:pt x="7" y="0"/>
                  </a:lnTo>
                  <a:lnTo>
                    <a:pt x="321" y="39"/>
                  </a:lnTo>
                  <a:lnTo>
                    <a:pt x="314" y="90"/>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5" name="Freeform 75"/>
            <p:cNvSpPr/>
            <p:nvPr>
              <p:custDataLst>
                <p:tags r:id="rId74"/>
              </p:custDataLst>
            </p:nvPr>
          </p:nvSpPr>
          <p:spPr bwMode="auto">
            <a:xfrm>
              <a:off x="7834313" y="2543175"/>
              <a:ext cx="1060450" cy="209550"/>
            </a:xfrm>
            <a:custGeom>
              <a:avLst/>
              <a:gdLst>
                <a:gd name="T0" fmla="*/ 659 w 668"/>
                <a:gd name="T1" fmla="*/ 132 h 132"/>
                <a:gd name="T2" fmla="*/ 0 w 668"/>
                <a:gd name="T3" fmla="*/ 53 h 132"/>
                <a:gd name="T4" fmla="*/ 9 w 668"/>
                <a:gd name="T5" fmla="*/ 0 h 132"/>
                <a:gd name="T6" fmla="*/ 668 w 668"/>
                <a:gd name="T7" fmla="*/ 79 h 132"/>
                <a:gd name="T8" fmla="*/ 659 w 668"/>
                <a:gd name="T9" fmla="*/ 132 h 132"/>
              </a:gdLst>
              <a:ahLst/>
              <a:cxnLst>
                <a:cxn ang="0">
                  <a:pos x="T0" y="T1"/>
                </a:cxn>
                <a:cxn ang="0">
                  <a:pos x="T2" y="T3"/>
                </a:cxn>
                <a:cxn ang="0">
                  <a:pos x="T4" y="T5"/>
                </a:cxn>
                <a:cxn ang="0">
                  <a:pos x="T6" y="T7"/>
                </a:cxn>
                <a:cxn ang="0">
                  <a:pos x="T8" y="T9"/>
                </a:cxn>
              </a:cxnLst>
              <a:rect l="0" t="0" r="r" b="b"/>
              <a:pathLst>
                <a:path w="668" h="132">
                  <a:moveTo>
                    <a:pt x="659" y="132"/>
                  </a:moveTo>
                  <a:lnTo>
                    <a:pt x="0" y="53"/>
                  </a:lnTo>
                  <a:lnTo>
                    <a:pt x="9" y="0"/>
                  </a:lnTo>
                  <a:lnTo>
                    <a:pt x="668" y="79"/>
                  </a:lnTo>
                  <a:lnTo>
                    <a:pt x="659" y="132"/>
                  </a:lnTo>
                  <a:close/>
                </a:path>
              </a:pathLst>
            </a:custGeom>
            <a:solidFill>
              <a:srgbClr val="FADD7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6" name="Freeform 76"/>
            <p:cNvSpPr/>
            <p:nvPr>
              <p:custDataLst>
                <p:tags r:id="rId75"/>
              </p:custDataLst>
            </p:nvPr>
          </p:nvSpPr>
          <p:spPr bwMode="auto">
            <a:xfrm>
              <a:off x="7813675" y="2697163"/>
              <a:ext cx="1057275" cy="207963"/>
            </a:xfrm>
            <a:custGeom>
              <a:avLst/>
              <a:gdLst>
                <a:gd name="T0" fmla="*/ 659 w 666"/>
                <a:gd name="T1" fmla="*/ 131 h 131"/>
                <a:gd name="T2" fmla="*/ 0 w 666"/>
                <a:gd name="T3" fmla="*/ 52 h 131"/>
                <a:gd name="T4" fmla="*/ 7 w 666"/>
                <a:gd name="T5" fmla="*/ 0 h 131"/>
                <a:gd name="T6" fmla="*/ 666 w 666"/>
                <a:gd name="T7" fmla="*/ 80 h 131"/>
                <a:gd name="T8" fmla="*/ 659 w 666"/>
                <a:gd name="T9" fmla="*/ 131 h 131"/>
              </a:gdLst>
              <a:ahLst/>
              <a:cxnLst>
                <a:cxn ang="0">
                  <a:pos x="T0" y="T1"/>
                </a:cxn>
                <a:cxn ang="0">
                  <a:pos x="T2" y="T3"/>
                </a:cxn>
                <a:cxn ang="0">
                  <a:pos x="T4" y="T5"/>
                </a:cxn>
                <a:cxn ang="0">
                  <a:pos x="T6" y="T7"/>
                </a:cxn>
                <a:cxn ang="0">
                  <a:pos x="T8" y="T9"/>
                </a:cxn>
              </a:cxnLst>
              <a:rect l="0" t="0" r="r" b="b"/>
              <a:pathLst>
                <a:path w="666" h="131">
                  <a:moveTo>
                    <a:pt x="659" y="131"/>
                  </a:moveTo>
                  <a:lnTo>
                    <a:pt x="0" y="52"/>
                  </a:lnTo>
                  <a:lnTo>
                    <a:pt x="7" y="0"/>
                  </a:lnTo>
                  <a:lnTo>
                    <a:pt x="666" y="80"/>
                  </a:lnTo>
                  <a:lnTo>
                    <a:pt x="659" y="131"/>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7" name="Freeform 77"/>
            <p:cNvSpPr/>
            <p:nvPr>
              <p:custDataLst>
                <p:tags r:id="rId76"/>
              </p:custDataLst>
            </p:nvPr>
          </p:nvSpPr>
          <p:spPr bwMode="auto">
            <a:xfrm>
              <a:off x="7793038" y="2849563"/>
              <a:ext cx="669925" cy="161925"/>
            </a:xfrm>
            <a:custGeom>
              <a:avLst/>
              <a:gdLst>
                <a:gd name="T0" fmla="*/ 415 w 422"/>
                <a:gd name="T1" fmla="*/ 102 h 102"/>
                <a:gd name="T2" fmla="*/ 0 w 422"/>
                <a:gd name="T3" fmla="*/ 52 h 102"/>
                <a:gd name="T4" fmla="*/ 7 w 422"/>
                <a:gd name="T5" fmla="*/ 0 h 102"/>
                <a:gd name="T6" fmla="*/ 422 w 422"/>
                <a:gd name="T7" fmla="*/ 51 h 102"/>
                <a:gd name="T8" fmla="*/ 415 w 422"/>
                <a:gd name="T9" fmla="*/ 102 h 102"/>
              </a:gdLst>
              <a:ahLst/>
              <a:cxnLst>
                <a:cxn ang="0">
                  <a:pos x="T0" y="T1"/>
                </a:cxn>
                <a:cxn ang="0">
                  <a:pos x="T2" y="T3"/>
                </a:cxn>
                <a:cxn ang="0">
                  <a:pos x="T4" y="T5"/>
                </a:cxn>
                <a:cxn ang="0">
                  <a:pos x="T6" y="T7"/>
                </a:cxn>
                <a:cxn ang="0">
                  <a:pos x="T8" y="T9"/>
                </a:cxn>
              </a:cxnLst>
              <a:rect l="0" t="0" r="r" b="b"/>
              <a:pathLst>
                <a:path w="422" h="102">
                  <a:moveTo>
                    <a:pt x="415" y="102"/>
                  </a:moveTo>
                  <a:lnTo>
                    <a:pt x="0" y="52"/>
                  </a:lnTo>
                  <a:lnTo>
                    <a:pt x="7" y="0"/>
                  </a:lnTo>
                  <a:lnTo>
                    <a:pt x="422" y="51"/>
                  </a:lnTo>
                  <a:lnTo>
                    <a:pt x="415" y="102"/>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8" name="Freeform 78"/>
            <p:cNvSpPr/>
            <p:nvPr>
              <p:custDataLst>
                <p:tags r:id="rId77"/>
              </p:custDataLst>
            </p:nvPr>
          </p:nvSpPr>
          <p:spPr bwMode="auto">
            <a:xfrm>
              <a:off x="7975600" y="2049463"/>
              <a:ext cx="163513" cy="125413"/>
            </a:xfrm>
            <a:custGeom>
              <a:avLst/>
              <a:gdLst>
                <a:gd name="T0" fmla="*/ 94 w 103"/>
                <a:gd name="T1" fmla="*/ 79 h 79"/>
                <a:gd name="T2" fmla="*/ 0 w 103"/>
                <a:gd name="T3" fmla="*/ 67 h 79"/>
                <a:gd name="T4" fmla="*/ 10 w 103"/>
                <a:gd name="T5" fmla="*/ 0 h 79"/>
                <a:gd name="T6" fmla="*/ 103 w 103"/>
                <a:gd name="T7" fmla="*/ 12 h 79"/>
                <a:gd name="T8" fmla="*/ 94 w 103"/>
                <a:gd name="T9" fmla="*/ 79 h 79"/>
              </a:gdLst>
              <a:ahLst/>
              <a:cxnLst>
                <a:cxn ang="0">
                  <a:pos x="T0" y="T1"/>
                </a:cxn>
                <a:cxn ang="0">
                  <a:pos x="T2" y="T3"/>
                </a:cxn>
                <a:cxn ang="0">
                  <a:pos x="T4" y="T5"/>
                </a:cxn>
                <a:cxn ang="0">
                  <a:pos x="T6" y="T7"/>
                </a:cxn>
                <a:cxn ang="0">
                  <a:pos x="T8" y="T9"/>
                </a:cxn>
              </a:cxnLst>
              <a:rect l="0" t="0" r="r" b="b"/>
              <a:pathLst>
                <a:path w="103" h="79">
                  <a:moveTo>
                    <a:pt x="94" y="79"/>
                  </a:moveTo>
                  <a:lnTo>
                    <a:pt x="0" y="67"/>
                  </a:lnTo>
                  <a:lnTo>
                    <a:pt x="10" y="0"/>
                  </a:lnTo>
                  <a:lnTo>
                    <a:pt x="103" y="12"/>
                  </a:lnTo>
                  <a:lnTo>
                    <a:pt x="94" y="79"/>
                  </a:lnTo>
                  <a:close/>
                </a:path>
              </a:pathLst>
            </a:cu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9" name="Freeform 79"/>
            <p:cNvSpPr/>
            <p:nvPr>
              <p:custDataLst>
                <p:tags r:id="rId78"/>
              </p:custDataLst>
            </p:nvPr>
          </p:nvSpPr>
          <p:spPr bwMode="auto">
            <a:xfrm>
              <a:off x="8228013" y="1992313"/>
              <a:ext cx="174625" cy="212725"/>
            </a:xfrm>
            <a:custGeom>
              <a:avLst/>
              <a:gdLst>
                <a:gd name="T0" fmla="*/ 93 w 110"/>
                <a:gd name="T1" fmla="*/ 134 h 134"/>
                <a:gd name="T2" fmla="*/ 0 w 110"/>
                <a:gd name="T3" fmla="*/ 122 h 134"/>
                <a:gd name="T4" fmla="*/ 18 w 110"/>
                <a:gd name="T5" fmla="*/ 0 h 134"/>
                <a:gd name="T6" fmla="*/ 110 w 110"/>
                <a:gd name="T7" fmla="*/ 12 h 134"/>
                <a:gd name="T8" fmla="*/ 93 w 110"/>
                <a:gd name="T9" fmla="*/ 134 h 134"/>
              </a:gdLst>
              <a:ahLst/>
              <a:cxnLst>
                <a:cxn ang="0">
                  <a:pos x="T0" y="T1"/>
                </a:cxn>
                <a:cxn ang="0">
                  <a:pos x="T2" y="T3"/>
                </a:cxn>
                <a:cxn ang="0">
                  <a:pos x="T4" y="T5"/>
                </a:cxn>
                <a:cxn ang="0">
                  <a:pos x="T6" y="T7"/>
                </a:cxn>
                <a:cxn ang="0">
                  <a:pos x="T8" y="T9"/>
                </a:cxn>
              </a:cxnLst>
              <a:rect l="0" t="0" r="r" b="b"/>
              <a:pathLst>
                <a:path w="110" h="134">
                  <a:moveTo>
                    <a:pt x="93" y="134"/>
                  </a:moveTo>
                  <a:lnTo>
                    <a:pt x="0" y="122"/>
                  </a:lnTo>
                  <a:lnTo>
                    <a:pt x="18" y="0"/>
                  </a:lnTo>
                  <a:lnTo>
                    <a:pt x="110" y="12"/>
                  </a:lnTo>
                  <a:lnTo>
                    <a:pt x="93" y="134"/>
                  </a:lnTo>
                  <a:close/>
                </a:path>
              </a:pathLst>
            </a:cu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0" name="Freeform 80"/>
            <p:cNvSpPr/>
            <p:nvPr>
              <p:custDataLst>
                <p:tags r:id="rId79"/>
              </p:custDataLst>
            </p:nvPr>
          </p:nvSpPr>
          <p:spPr bwMode="auto">
            <a:xfrm>
              <a:off x="8478838" y="1890713"/>
              <a:ext cx="193675" cy="342900"/>
            </a:xfrm>
            <a:custGeom>
              <a:avLst/>
              <a:gdLst>
                <a:gd name="T0" fmla="*/ 94 w 122"/>
                <a:gd name="T1" fmla="*/ 216 h 216"/>
                <a:gd name="T2" fmla="*/ 0 w 122"/>
                <a:gd name="T3" fmla="*/ 205 h 216"/>
                <a:gd name="T4" fmla="*/ 29 w 122"/>
                <a:gd name="T5" fmla="*/ 0 h 216"/>
                <a:gd name="T6" fmla="*/ 122 w 122"/>
                <a:gd name="T7" fmla="*/ 11 h 216"/>
                <a:gd name="T8" fmla="*/ 94 w 122"/>
                <a:gd name="T9" fmla="*/ 216 h 216"/>
              </a:gdLst>
              <a:ahLst/>
              <a:cxnLst>
                <a:cxn ang="0">
                  <a:pos x="T0" y="T1"/>
                </a:cxn>
                <a:cxn ang="0">
                  <a:pos x="T2" y="T3"/>
                </a:cxn>
                <a:cxn ang="0">
                  <a:pos x="T4" y="T5"/>
                </a:cxn>
                <a:cxn ang="0">
                  <a:pos x="T6" y="T7"/>
                </a:cxn>
                <a:cxn ang="0">
                  <a:pos x="T8" y="T9"/>
                </a:cxn>
              </a:cxnLst>
              <a:rect l="0" t="0" r="r" b="b"/>
              <a:pathLst>
                <a:path w="122" h="216">
                  <a:moveTo>
                    <a:pt x="94" y="216"/>
                  </a:moveTo>
                  <a:lnTo>
                    <a:pt x="0" y="205"/>
                  </a:lnTo>
                  <a:lnTo>
                    <a:pt x="29" y="0"/>
                  </a:lnTo>
                  <a:lnTo>
                    <a:pt x="122" y="11"/>
                  </a:lnTo>
                  <a:lnTo>
                    <a:pt x="94" y="216"/>
                  </a:lnTo>
                  <a:close/>
                </a:path>
              </a:pathLst>
            </a:cu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1" name="Freeform 81"/>
            <p:cNvSpPr/>
            <p:nvPr>
              <p:custDataLst>
                <p:tags r:id="rId80"/>
              </p:custDataLst>
            </p:nvPr>
          </p:nvSpPr>
          <p:spPr bwMode="auto">
            <a:xfrm>
              <a:off x="8729663" y="1858963"/>
              <a:ext cx="203200" cy="404813"/>
            </a:xfrm>
            <a:custGeom>
              <a:avLst/>
              <a:gdLst>
                <a:gd name="T0" fmla="*/ 93 w 128"/>
                <a:gd name="T1" fmla="*/ 255 h 255"/>
                <a:gd name="T2" fmla="*/ 0 w 128"/>
                <a:gd name="T3" fmla="*/ 244 h 255"/>
                <a:gd name="T4" fmla="*/ 35 w 128"/>
                <a:gd name="T5" fmla="*/ 0 h 255"/>
                <a:gd name="T6" fmla="*/ 128 w 128"/>
                <a:gd name="T7" fmla="*/ 10 h 255"/>
                <a:gd name="T8" fmla="*/ 93 w 128"/>
                <a:gd name="T9" fmla="*/ 255 h 255"/>
              </a:gdLst>
              <a:ahLst/>
              <a:cxnLst>
                <a:cxn ang="0">
                  <a:pos x="T0" y="T1"/>
                </a:cxn>
                <a:cxn ang="0">
                  <a:pos x="T2" y="T3"/>
                </a:cxn>
                <a:cxn ang="0">
                  <a:pos x="T4" y="T5"/>
                </a:cxn>
                <a:cxn ang="0">
                  <a:pos x="T6" y="T7"/>
                </a:cxn>
                <a:cxn ang="0">
                  <a:pos x="T8" y="T9"/>
                </a:cxn>
              </a:cxnLst>
              <a:rect l="0" t="0" r="r" b="b"/>
              <a:pathLst>
                <a:path w="128" h="255">
                  <a:moveTo>
                    <a:pt x="93" y="255"/>
                  </a:moveTo>
                  <a:lnTo>
                    <a:pt x="0" y="244"/>
                  </a:lnTo>
                  <a:lnTo>
                    <a:pt x="35" y="0"/>
                  </a:lnTo>
                  <a:lnTo>
                    <a:pt x="128" y="10"/>
                  </a:lnTo>
                  <a:lnTo>
                    <a:pt x="93" y="255"/>
                  </a:lnTo>
                  <a:close/>
                </a:path>
              </a:pathLst>
            </a:cu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2" name="Freeform 82"/>
            <p:cNvSpPr/>
            <p:nvPr>
              <p:custDataLst>
                <p:tags r:id="rId81"/>
              </p:custDataLst>
            </p:nvPr>
          </p:nvSpPr>
          <p:spPr bwMode="auto">
            <a:xfrm>
              <a:off x="8323263" y="3070225"/>
              <a:ext cx="171450" cy="157163"/>
            </a:xfrm>
            <a:custGeom>
              <a:avLst/>
              <a:gdLst>
                <a:gd name="T0" fmla="*/ 31 w 90"/>
                <a:gd name="T1" fmla="*/ 63 h 82"/>
                <a:gd name="T2" fmla="*/ 10 w 90"/>
                <a:gd name="T3" fmla="*/ 5 h 82"/>
                <a:gd name="T4" fmla="*/ 28 w 90"/>
                <a:gd name="T5" fmla="*/ 21 h 82"/>
                <a:gd name="T6" fmla="*/ 56 w 90"/>
                <a:gd name="T7" fmla="*/ 40 h 82"/>
                <a:gd name="T8" fmla="*/ 90 w 90"/>
                <a:gd name="T9" fmla="*/ 44 h 82"/>
                <a:gd name="T10" fmla="*/ 69 w 90"/>
                <a:gd name="T11" fmla="*/ 72 h 82"/>
                <a:gd name="T12" fmla="*/ 31 w 90"/>
                <a:gd name="T13" fmla="*/ 63 h 82"/>
              </a:gdLst>
              <a:ahLst/>
              <a:cxnLst>
                <a:cxn ang="0">
                  <a:pos x="T0" y="T1"/>
                </a:cxn>
                <a:cxn ang="0">
                  <a:pos x="T2" y="T3"/>
                </a:cxn>
                <a:cxn ang="0">
                  <a:pos x="T4" y="T5"/>
                </a:cxn>
                <a:cxn ang="0">
                  <a:pos x="T6" y="T7"/>
                </a:cxn>
                <a:cxn ang="0">
                  <a:pos x="T8" y="T9"/>
                </a:cxn>
                <a:cxn ang="0">
                  <a:pos x="T10" y="T11"/>
                </a:cxn>
                <a:cxn ang="0">
                  <a:pos x="T12" y="T13"/>
                </a:cxn>
              </a:cxnLst>
              <a:rect l="0" t="0" r="r" b="b"/>
              <a:pathLst>
                <a:path w="90" h="82">
                  <a:moveTo>
                    <a:pt x="31" y="63"/>
                  </a:moveTo>
                  <a:cubicBezTo>
                    <a:pt x="31" y="63"/>
                    <a:pt x="0" y="14"/>
                    <a:pt x="10" y="5"/>
                  </a:cubicBezTo>
                  <a:cubicBezTo>
                    <a:pt x="15" y="0"/>
                    <a:pt x="22" y="9"/>
                    <a:pt x="28" y="21"/>
                  </a:cubicBezTo>
                  <a:cubicBezTo>
                    <a:pt x="33" y="31"/>
                    <a:pt x="44" y="39"/>
                    <a:pt x="56" y="40"/>
                  </a:cubicBezTo>
                  <a:cubicBezTo>
                    <a:pt x="90" y="44"/>
                    <a:pt x="90" y="44"/>
                    <a:pt x="90" y="44"/>
                  </a:cubicBezTo>
                  <a:cubicBezTo>
                    <a:pt x="90" y="44"/>
                    <a:pt x="81" y="62"/>
                    <a:pt x="69" y="72"/>
                  </a:cubicBezTo>
                  <a:cubicBezTo>
                    <a:pt x="57" y="82"/>
                    <a:pt x="31" y="63"/>
                    <a:pt x="31" y="63"/>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3" name="Freeform 83"/>
            <p:cNvSpPr/>
            <p:nvPr>
              <p:custDataLst>
                <p:tags r:id="rId82"/>
              </p:custDataLst>
            </p:nvPr>
          </p:nvSpPr>
          <p:spPr bwMode="auto">
            <a:xfrm>
              <a:off x="6650038" y="4167188"/>
              <a:ext cx="461963" cy="636588"/>
            </a:xfrm>
            <a:custGeom>
              <a:avLst/>
              <a:gdLst>
                <a:gd name="T0" fmla="*/ 291 w 291"/>
                <a:gd name="T1" fmla="*/ 93 h 401"/>
                <a:gd name="T2" fmla="*/ 175 w 291"/>
                <a:gd name="T3" fmla="*/ 155 h 401"/>
                <a:gd name="T4" fmla="*/ 45 w 291"/>
                <a:gd name="T5" fmla="*/ 401 h 401"/>
                <a:gd name="T6" fmla="*/ 0 w 291"/>
                <a:gd name="T7" fmla="*/ 388 h 401"/>
                <a:gd name="T8" fmla="*/ 114 w 291"/>
                <a:gd name="T9" fmla="*/ 122 h 401"/>
                <a:gd name="T10" fmla="*/ 248 w 291"/>
                <a:gd name="T11" fmla="*/ 0 h 401"/>
                <a:gd name="T12" fmla="*/ 291 w 291"/>
                <a:gd name="T13" fmla="*/ 93 h 401"/>
              </a:gdLst>
              <a:ahLst/>
              <a:cxnLst>
                <a:cxn ang="0">
                  <a:pos x="T0" y="T1"/>
                </a:cxn>
                <a:cxn ang="0">
                  <a:pos x="T2" y="T3"/>
                </a:cxn>
                <a:cxn ang="0">
                  <a:pos x="T4" y="T5"/>
                </a:cxn>
                <a:cxn ang="0">
                  <a:pos x="T6" y="T7"/>
                </a:cxn>
                <a:cxn ang="0">
                  <a:pos x="T8" y="T9"/>
                </a:cxn>
                <a:cxn ang="0">
                  <a:pos x="T10" y="T11"/>
                </a:cxn>
                <a:cxn ang="0">
                  <a:pos x="T12" y="T13"/>
                </a:cxn>
              </a:cxnLst>
              <a:rect l="0" t="0" r="r" b="b"/>
              <a:pathLst>
                <a:path w="291" h="401">
                  <a:moveTo>
                    <a:pt x="291" y="93"/>
                  </a:moveTo>
                  <a:lnTo>
                    <a:pt x="175" y="155"/>
                  </a:lnTo>
                  <a:lnTo>
                    <a:pt x="45" y="401"/>
                  </a:lnTo>
                  <a:lnTo>
                    <a:pt x="0" y="388"/>
                  </a:lnTo>
                  <a:lnTo>
                    <a:pt x="114" y="122"/>
                  </a:lnTo>
                  <a:lnTo>
                    <a:pt x="248" y="0"/>
                  </a:lnTo>
                  <a:lnTo>
                    <a:pt x="291" y="93"/>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4" name="Freeform 84"/>
            <p:cNvSpPr/>
            <p:nvPr>
              <p:custDataLst>
                <p:tags r:id="rId83"/>
              </p:custDataLst>
            </p:nvPr>
          </p:nvSpPr>
          <p:spPr bwMode="auto">
            <a:xfrm>
              <a:off x="7262813" y="4040188"/>
              <a:ext cx="776288" cy="801688"/>
            </a:xfrm>
            <a:custGeom>
              <a:avLst/>
              <a:gdLst>
                <a:gd name="T0" fmla="*/ 0 w 489"/>
                <a:gd name="T1" fmla="*/ 446 h 505"/>
                <a:gd name="T2" fmla="*/ 13 w 489"/>
                <a:gd name="T3" fmla="*/ 81 h 505"/>
                <a:gd name="T4" fmla="*/ 411 w 489"/>
                <a:gd name="T5" fmla="*/ 0 h 505"/>
                <a:gd name="T6" fmla="*/ 489 w 489"/>
                <a:gd name="T7" fmla="*/ 505 h 505"/>
                <a:gd name="T8" fmla="*/ 309 w 489"/>
                <a:gd name="T9" fmla="*/ 477 h 505"/>
                <a:gd name="T10" fmla="*/ 0 w 489"/>
                <a:gd name="T11" fmla="*/ 446 h 505"/>
              </a:gdLst>
              <a:ahLst/>
              <a:cxnLst>
                <a:cxn ang="0">
                  <a:pos x="T0" y="T1"/>
                </a:cxn>
                <a:cxn ang="0">
                  <a:pos x="T2" y="T3"/>
                </a:cxn>
                <a:cxn ang="0">
                  <a:pos x="T4" y="T5"/>
                </a:cxn>
                <a:cxn ang="0">
                  <a:pos x="T6" y="T7"/>
                </a:cxn>
                <a:cxn ang="0">
                  <a:pos x="T8" y="T9"/>
                </a:cxn>
                <a:cxn ang="0">
                  <a:pos x="T10" y="T11"/>
                </a:cxn>
              </a:cxnLst>
              <a:rect l="0" t="0" r="r" b="b"/>
              <a:pathLst>
                <a:path w="489" h="505">
                  <a:moveTo>
                    <a:pt x="0" y="446"/>
                  </a:moveTo>
                  <a:lnTo>
                    <a:pt x="13" y="81"/>
                  </a:lnTo>
                  <a:lnTo>
                    <a:pt x="411" y="0"/>
                  </a:lnTo>
                  <a:lnTo>
                    <a:pt x="489" y="505"/>
                  </a:lnTo>
                  <a:lnTo>
                    <a:pt x="309" y="477"/>
                  </a:lnTo>
                  <a:lnTo>
                    <a:pt x="0" y="446"/>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1405" name="Freeform 85"/>
            <p:cNvSpPr/>
            <p:nvPr>
              <p:custDataLst>
                <p:tags r:id="rId84"/>
              </p:custDataLst>
            </p:nvPr>
          </p:nvSpPr>
          <p:spPr bwMode="auto">
            <a:xfrm>
              <a:off x="6929438" y="3648075"/>
              <a:ext cx="1247775" cy="796925"/>
            </a:xfrm>
            <a:custGeom>
              <a:avLst/>
              <a:gdLst>
                <a:gd name="T0" fmla="*/ 517 w 655"/>
                <a:gd name="T1" fmla="*/ 206 h 419"/>
                <a:gd name="T2" fmla="*/ 192 w 655"/>
                <a:gd name="T3" fmla="*/ 294 h 419"/>
                <a:gd name="T4" fmla="*/ 54 w 655"/>
                <a:gd name="T5" fmla="*/ 419 h 419"/>
                <a:gd name="T6" fmla="*/ 0 w 655"/>
                <a:gd name="T7" fmla="*/ 306 h 419"/>
                <a:gd name="T8" fmla="*/ 148 w 655"/>
                <a:gd name="T9" fmla="*/ 144 h 419"/>
                <a:gd name="T10" fmla="*/ 255 w 655"/>
                <a:gd name="T11" fmla="*/ 120 h 419"/>
                <a:gd name="T12" fmla="*/ 409 w 655"/>
                <a:gd name="T13" fmla="*/ 99 h 419"/>
                <a:gd name="T14" fmla="*/ 457 w 655"/>
                <a:gd name="T15" fmla="*/ 103 h 419"/>
                <a:gd name="T16" fmla="*/ 564 w 655"/>
                <a:gd name="T17" fmla="*/ 11 h 419"/>
                <a:gd name="T18" fmla="*/ 576 w 655"/>
                <a:gd name="T19" fmla="*/ 0 h 419"/>
                <a:gd name="T20" fmla="*/ 655 w 655"/>
                <a:gd name="T21" fmla="*/ 82 h 419"/>
                <a:gd name="T22" fmla="*/ 517 w 655"/>
                <a:gd name="T23" fmla="*/ 206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55" h="419">
                  <a:moveTo>
                    <a:pt x="517" y="206"/>
                  </a:moveTo>
                  <a:cubicBezTo>
                    <a:pt x="192" y="294"/>
                    <a:pt x="192" y="294"/>
                    <a:pt x="192" y="294"/>
                  </a:cubicBezTo>
                  <a:cubicBezTo>
                    <a:pt x="54" y="419"/>
                    <a:pt x="54" y="419"/>
                    <a:pt x="54" y="419"/>
                  </a:cubicBezTo>
                  <a:cubicBezTo>
                    <a:pt x="0" y="306"/>
                    <a:pt x="0" y="306"/>
                    <a:pt x="0" y="306"/>
                  </a:cubicBezTo>
                  <a:cubicBezTo>
                    <a:pt x="148" y="144"/>
                    <a:pt x="148" y="144"/>
                    <a:pt x="148" y="144"/>
                  </a:cubicBezTo>
                  <a:cubicBezTo>
                    <a:pt x="155" y="138"/>
                    <a:pt x="255" y="120"/>
                    <a:pt x="255" y="120"/>
                  </a:cubicBezTo>
                  <a:cubicBezTo>
                    <a:pt x="308" y="133"/>
                    <a:pt x="363" y="125"/>
                    <a:pt x="409" y="99"/>
                  </a:cubicBezTo>
                  <a:cubicBezTo>
                    <a:pt x="457" y="103"/>
                    <a:pt x="457" y="103"/>
                    <a:pt x="457" y="103"/>
                  </a:cubicBezTo>
                  <a:cubicBezTo>
                    <a:pt x="564" y="11"/>
                    <a:pt x="564" y="11"/>
                    <a:pt x="564" y="11"/>
                  </a:cubicBezTo>
                  <a:cubicBezTo>
                    <a:pt x="576" y="0"/>
                    <a:pt x="576" y="0"/>
                    <a:pt x="576" y="0"/>
                  </a:cubicBezTo>
                  <a:cubicBezTo>
                    <a:pt x="655" y="82"/>
                    <a:pt x="655" y="82"/>
                    <a:pt x="655" y="82"/>
                  </a:cubicBezTo>
                  <a:lnTo>
                    <a:pt x="517" y="206"/>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1406" name="Freeform 86"/>
            <p:cNvSpPr/>
            <p:nvPr>
              <p:custDataLst>
                <p:tags r:id="rId85"/>
              </p:custDataLst>
            </p:nvPr>
          </p:nvSpPr>
          <p:spPr bwMode="auto">
            <a:xfrm>
              <a:off x="7424738" y="3625850"/>
              <a:ext cx="204788" cy="357188"/>
            </a:xfrm>
            <a:custGeom>
              <a:avLst/>
              <a:gdLst>
                <a:gd name="T0" fmla="*/ 17 w 107"/>
                <a:gd name="T1" fmla="*/ 22 h 187"/>
                <a:gd name="T2" fmla="*/ 29 w 107"/>
                <a:gd name="T3" fmla="*/ 90 h 187"/>
                <a:gd name="T4" fmla="*/ 4 w 107"/>
                <a:gd name="T5" fmla="*/ 130 h 187"/>
                <a:gd name="T6" fmla="*/ 0 w 107"/>
                <a:gd name="T7" fmla="*/ 131 h 187"/>
                <a:gd name="T8" fmla="*/ 87 w 107"/>
                <a:gd name="T9" fmla="*/ 185 h 187"/>
                <a:gd name="T10" fmla="*/ 107 w 107"/>
                <a:gd name="T11" fmla="*/ 175 h 187"/>
                <a:gd name="T12" fmla="*/ 39 w 107"/>
                <a:gd name="T13" fmla="*/ 12 h 187"/>
                <a:gd name="T14" fmla="*/ 34 w 107"/>
                <a:gd name="T15" fmla="*/ 0 h 187"/>
                <a:gd name="T16" fmla="*/ 24 w 107"/>
                <a:gd name="T17" fmla="*/ 8 h 187"/>
                <a:gd name="T18" fmla="*/ 17 w 107"/>
                <a:gd name="T19" fmla="*/ 22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7" h="187">
                  <a:moveTo>
                    <a:pt x="17" y="22"/>
                  </a:moveTo>
                  <a:cubicBezTo>
                    <a:pt x="29" y="90"/>
                    <a:pt x="29" y="90"/>
                    <a:pt x="29" y="90"/>
                  </a:cubicBezTo>
                  <a:cubicBezTo>
                    <a:pt x="32" y="107"/>
                    <a:pt x="22" y="124"/>
                    <a:pt x="4" y="130"/>
                  </a:cubicBezTo>
                  <a:cubicBezTo>
                    <a:pt x="0" y="131"/>
                    <a:pt x="0" y="131"/>
                    <a:pt x="0" y="131"/>
                  </a:cubicBezTo>
                  <a:cubicBezTo>
                    <a:pt x="0" y="131"/>
                    <a:pt x="82" y="187"/>
                    <a:pt x="87" y="185"/>
                  </a:cubicBezTo>
                  <a:cubicBezTo>
                    <a:pt x="92" y="184"/>
                    <a:pt x="107" y="175"/>
                    <a:pt x="107" y="175"/>
                  </a:cubicBezTo>
                  <a:cubicBezTo>
                    <a:pt x="39" y="12"/>
                    <a:pt x="39" y="12"/>
                    <a:pt x="39" y="12"/>
                  </a:cubicBezTo>
                  <a:cubicBezTo>
                    <a:pt x="34" y="0"/>
                    <a:pt x="34" y="0"/>
                    <a:pt x="34" y="0"/>
                  </a:cubicBezTo>
                  <a:cubicBezTo>
                    <a:pt x="24" y="8"/>
                    <a:pt x="24" y="8"/>
                    <a:pt x="24" y="8"/>
                  </a:cubicBezTo>
                  <a:lnTo>
                    <a:pt x="17" y="22"/>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7" name="Freeform 87"/>
            <p:cNvSpPr/>
            <p:nvPr>
              <p:custDataLst>
                <p:tags r:id="rId86"/>
              </p:custDataLst>
            </p:nvPr>
          </p:nvSpPr>
          <p:spPr bwMode="auto">
            <a:xfrm>
              <a:off x="7299325" y="3436938"/>
              <a:ext cx="92075" cy="120650"/>
            </a:xfrm>
            <a:custGeom>
              <a:avLst/>
              <a:gdLst>
                <a:gd name="T0" fmla="*/ 0 w 58"/>
                <a:gd name="T1" fmla="*/ 19 h 76"/>
                <a:gd name="T2" fmla="*/ 26 w 58"/>
                <a:gd name="T3" fmla="*/ 67 h 76"/>
                <a:gd name="T4" fmla="*/ 58 w 58"/>
                <a:gd name="T5" fmla="*/ 76 h 76"/>
                <a:gd name="T6" fmla="*/ 58 w 58"/>
                <a:gd name="T7" fmla="*/ 0 h 76"/>
                <a:gd name="T8" fmla="*/ 0 w 58"/>
                <a:gd name="T9" fmla="*/ 19 h 76"/>
              </a:gdLst>
              <a:ahLst/>
              <a:cxnLst>
                <a:cxn ang="0">
                  <a:pos x="T0" y="T1"/>
                </a:cxn>
                <a:cxn ang="0">
                  <a:pos x="T2" y="T3"/>
                </a:cxn>
                <a:cxn ang="0">
                  <a:pos x="T4" y="T5"/>
                </a:cxn>
                <a:cxn ang="0">
                  <a:pos x="T6" y="T7"/>
                </a:cxn>
                <a:cxn ang="0">
                  <a:pos x="T8" y="T9"/>
                </a:cxn>
              </a:cxnLst>
              <a:rect l="0" t="0" r="r" b="b"/>
              <a:pathLst>
                <a:path w="58" h="76">
                  <a:moveTo>
                    <a:pt x="0" y="19"/>
                  </a:moveTo>
                  <a:lnTo>
                    <a:pt x="26" y="67"/>
                  </a:lnTo>
                  <a:lnTo>
                    <a:pt x="58" y="76"/>
                  </a:lnTo>
                  <a:lnTo>
                    <a:pt x="58" y="0"/>
                  </a:lnTo>
                  <a:lnTo>
                    <a:pt x="0" y="19"/>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20" name="Freeform 88"/>
            <p:cNvSpPr/>
            <p:nvPr>
              <p:custDataLst>
                <p:tags r:id="rId87"/>
              </p:custDataLst>
            </p:nvPr>
          </p:nvSpPr>
          <p:spPr bwMode="auto">
            <a:xfrm>
              <a:off x="7281863" y="3262313"/>
              <a:ext cx="615950" cy="577850"/>
            </a:xfrm>
            <a:custGeom>
              <a:avLst/>
              <a:gdLst>
                <a:gd name="T0" fmla="*/ 228 w 323"/>
                <a:gd name="T1" fmla="*/ 93 h 303"/>
                <a:gd name="T2" fmla="*/ 323 w 323"/>
                <a:gd name="T3" fmla="*/ 259 h 303"/>
                <a:gd name="T4" fmla="*/ 138 w 323"/>
                <a:gd name="T5" fmla="*/ 303 h 303"/>
                <a:gd name="T6" fmla="*/ 86 w 323"/>
                <a:gd name="T7" fmla="*/ 201 h 303"/>
                <a:gd name="T8" fmla="*/ 53 w 323"/>
                <a:gd name="T9" fmla="*/ 217 h 303"/>
                <a:gd name="T10" fmla="*/ 4 w 323"/>
                <a:gd name="T11" fmla="*/ 138 h 303"/>
                <a:gd name="T12" fmla="*/ 38 w 323"/>
                <a:gd name="T13" fmla="*/ 147 h 303"/>
                <a:gd name="T14" fmla="*/ 52 w 323"/>
                <a:gd name="T15" fmla="*/ 46 h 303"/>
                <a:gd name="T16" fmla="*/ 182 w 323"/>
                <a:gd name="T17" fmla="*/ 0 h 303"/>
                <a:gd name="T18" fmla="*/ 228 w 323"/>
                <a:gd name="T19" fmla="*/ 93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3" h="303">
                  <a:moveTo>
                    <a:pt x="228" y="93"/>
                  </a:moveTo>
                  <a:cubicBezTo>
                    <a:pt x="323" y="259"/>
                    <a:pt x="323" y="259"/>
                    <a:pt x="323" y="259"/>
                  </a:cubicBezTo>
                  <a:cubicBezTo>
                    <a:pt x="138" y="303"/>
                    <a:pt x="138" y="303"/>
                    <a:pt x="138" y="303"/>
                  </a:cubicBezTo>
                  <a:cubicBezTo>
                    <a:pt x="86" y="201"/>
                    <a:pt x="86" y="201"/>
                    <a:pt x="86" y="201"/>
                  </a:cubicBezTo>
                  <a:cubicBezTo>
                    <a:pt x="86" y="201"/>
                    <a:pt x="77" y="218"/>
                    <a:pt x="53" y="217"/>
                  </a:cubicBezTo>
                  <a:cubicBezTo>
                    <a:pt x="27" y="216"/>
                    <a:pt x="0" y="152"/>
                    <a:pt x="4" y="138"/>
                  </a:cubicBezTo>
                  <a:cubicBezTo>
                    <a:pt x="7" y="124"/>
                    <a:pt x="38" y="147"/>
                    <a:pt x="38" y="147"/>
                  </a:cubicBezTo>
                  <a:cubicBezTo>
                    <a:pt x="38" y="147"/>
                    <a:pt x="29" y="61"/>
                    <a:pt x="52" y="46"/>
                  </a:cubicBezTo>
                  <a:cubicBezTo>
                    <a:pt x="74" y="32"/>
                    <a:pt x="182" y="0"/>
                    <a:pt x="182" y="0"/>
                  </a:cubicBezTo>
                  <a:lnTo>
                    <a:pt x="228" y="93"/>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21" name="Freeform 89"/>
            <p:cNvSpPr/>
            <p:nvPr>
              <p:custDataLst>
                <p:tags r:id="rId88"/>
              </p:custDataLst>
            </p:nvPr>
          </p:nvSpPr>
          <p:spPr bwMode="auto">
            <a:xfrm>
              <a:off x="7367588" y="3500438"/>
              <a:ext cx="558800" cy="609600"/>
            </a:xfrm>
            <a:custGeom>
              <a:avLst/>
              <a:gdLst>
                <a:gd name="T0" fmla="*/ 220 w 293"/>
                <a:gd name="T1" fmla="*/ 14 h 320"/>
                <a:gd name="T2" fmla="*/ 283 w 293"/>
                <a:gd name="T3" fmla="*/ 86 h 320"/>
                <a:gd name="T4" fmla="*/ 290 w 293"/>
                <a:gd name="T5" fmla="*/ 98 h 320"/>
                <a:gd name="T6" fmla="*/ 293 w 293"/>
                <a:gd name="T7" fmla="*/ 267 h 320"/>
                <a:gd name="T8" fmla="*/ 288 w 293"/>
                <a:gd name="T9" fmla="*/ 277 h 320"/>
                <a:gd name="T10" fmla="*/ 263 w 293"/>
                <a:gd name="T11" fmla="*/ 297 h 320"/>
                <a:gd name="T12" fmla="*/ 178 w 293"/>
                <a:gd name="T13" fmla="*/ 307 h 320"/>
                <a:gd name="T14" fmla="*/ 114 w 293"/>
                <a:gd name="T15" fmla="*/ 266 h 320"/>
                <a:gd name="T16" fmla="*/ 74 w 293"/>
                <a:gd name="T17" fmla="*/ 172 h 320"/>
                <a:gd name="T18" fmla="*/ 41 w 293"/>
                <a:gd name="T19" fmla="*/ 77 h 320"/>
                <a:gd name="T20" fmla="*/ 41 w 293"/>
                <a:gd name="T21" fmla="*/ 75 h 320"/>
                <a:gd name="T22" fmla="*/ 4 w 293"/>
                <a:gd name="T23" fmla="*/ 7 h 320"/>
                <a:gd name="T24" fmla="*/ 22 w 293"/>
                <a:gd name="T25" fmla="*/ 7 h 320"/>
                <a:gd name="T26" fmla="*/ 30 w 293"/>
                <a:gd name="T27" fmla="*/ 6 h 320"/>
                <a:gd name="T28" fmla="*/ 35 w 293"/>
                <a:gd name="T29" fmla="*/ 6 h 320"/>
                <a:gd name="T30" fmla="*/ 69 w 293"/>
                <a:gd name="T31" fmla="*/ 72 h 320"/>
                <a:gd name="T32" fmla="*/ 80 w 293"/>
                <a:gd name="T33" fmla="*/ 79 h 320"/>
                <a:gd name="T34" fmla="*/ 131 w 293"/>
                <a:gd name="T35" fmla="*/ 83 h 320"/>
                <a:gd name="T36" fmla="*/ 138 w 293"/>
                <a:gd name="T37" fmla="*/ 81 h 320"/>
                <a:gd name="T38" fmla="*/ 188 w 293"/>
                <a:gd name="T39" fmla="*/ 59 h 320"/>
                <a:gd name="T40" fmla="*/ 196 w 293"/>
                <a:gd name="T41" fmla="*/ 22 h 320"/>
                <a:gd name="T42" fmla="*/ 220 w 293"/>
                <a:gd name="T43" fmla="*/ 1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93" h="320">
                  <a:moveTo>
                    <a:pt x="220" y="14"/>
                  </a:moveTo>
                  <a:cubicBezTo>
                    <a:pt x="283" y="86"/>
                    <a:pt x="283" y="86"/>
                    <a:pt x="283" y="86"/>
                  </a:cubicBezTo>
                  <a:cubicBezTo>
                    <a:pt x="289" y="93"/>
                    <a:pt x="290" y="96"/>
                    <a:pt x="290" y="98"/>
                  </a:cubicBezTo>
                  <a:cubicBezTo>
                    <a:pt x="293" y="267"/>
                    <a:pt x="293" y="267"/>
                    <a:pt x="293" y="267"/>
                  </a:cubicBezTo>
                  <a:cubicBezTo>
                    <a:pt x="293" y="271"/>
                    <a:pt x="291" y="274"/>
                    <a:pt x="288" y="277"/>
                  </a:cubicBezTo>
                  <a:cubicBezTo>
                    <a:pt x="263" y="297"/>
                    <a:pt x="263" y="297"/>
                    <a:pt x="263" y="297"/>
                  </a:cubicBezTo>
                  <a:cubicBezTo>
                    <a:pt x="240" y="316"/>
                    <a:pt x="206" y="320"/>
                    <a:pt x="178" y="307"/>
                  </a:cubicBezTo>
                  <a:cubicBezTo>
                    <a:pt x="153" y="296"/>
                    <a:pt x="125" y="282"/>
                    <a:pt x="114" y="266"/>
                  </a:cubicBezTo>
                  <a:cubicBezTo>
                    <a:pt x="80" y="219"/>
                    <a:pt x="74" y="172"/>
                    <a:pt x="74" y="172"/>
                  </a:cubicBezTo>
                  <a:cubicBezTo>
                    <a:pt x="41" y="77"/>
                    <a:pt x="41" y="77"/>
                    <a:pt x="41" y="77"/>
                  </a:cubicBezTo>
                  <a:cubicBezTo>
                    <a:pt x="41" y="76"/>
                    <a:pt x="41" y="76"/>
                    <a:pt x="41" y="75"/>
                  </a:cubicBezTo>
                  <a:cubicBezTo>
                    <a:pt x="4" y="7"/>
                    <a:pt x="4" y="7"/>
                    <a:pt x="4" y="7"/>
                  </a:cubicBezTo>
                  <a:cubicBezTo>
                    <a:pt x="0" y="0"/>
                    <a:pt x="15" y="9"/>
                    <a:pt x="22" y="7"/>
                  </a:cubicBezTo>
                  <a:cubicBezTo>
                    <a:pt x="30" y="6"/>
                    <a:pt x="30" y="6"/>
                    <a:pt x="30" y="6"/>
                  </a:cubicBezTo>
                  <a:cubicBezTo>
                    <a:pt x="36" y="4"/>
                    <a:pt x="32" y="0"/>
                    <a:pt x="35" y="6"/>
                  </a:cubicBezTo>
                  <a:cubicBezTo>
                    <a:pt x="69" y="72"/>
                    <a:pt x="69" y="72"/>
                    <a:pt x="69" y="72"/>
                  </a:cubicBezTo>
                  <a:cubicBezTo>
                    <a:pt x="71" y="76"/>
                    <a:pt x="75" y="79"/>
                    <a:pt x="80" y="79"/>
                  </a:cubicBezTo>
                  <a:cubicBezTo>
                    <a:pt x="131" y="83"/>
                    <a:pt x="131" y="83"/>
                    <a:pt x="131" y="83"/>
                  </a:cubicBezTo>
                  <a:cubicBezTo>
                    <a:pt x="134" y="83"/>
                    <a:pt x="136" y="82"/>
                    <a:pt x="138" y="81"/>
                  </a:cubicBezTo>
                  <a:cubicBezTo>
                    <a:pt x="188" y="59"/>
                    <a:pt x="188" y="59"/>
                    <a:pt x="188" y="59"/>
                  </a:cubicBezTo>
                  <a:cubicBezTo>
                    <a:pt x="188" y="59"/>
                    <a:pt x="199" y="55"/>
                    <a:pt x="196" y="22"/>
                  </a:cubicBezTo>
                  <a:cubicBezTo>
                    <a:pt x="195" y="10"/>
                    <a:pt x="212" y="4"/>
                    <a:pt x="220" y="14"/>
                  </a:cubicBezTo>
                  <a:close/>
                </a:path>
              </a:pathLst>
            </a:custGeom>
            <a:solidFill>
              <a:srgbClr val="350C0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22" name="Freeform 90"/>
            <p:cNvSpPr/>
            <p:nvPr>
              <p:custDataLst>
                <p:tags r:id="rId89"/>
              </p:custDataLst>
            </p:nvPr>
          </p:nvSpPr>
          <p:spPr bwMode="auto">
            <a:xfrm>
              <a:off x="7567613" y="3663950"/>
              <a:ext cx="234950" cy="128588"/>
            </a:xfrm>
            <a:custGeom>
              <a:avLst/>
              <a:gdLst>
                <a:gd name="T0" fmla="*/ 69 w 123"/>
                <a:gd name="T1" fmla="*/ 15 h 67"/>
                <a:gd name="T2" fmla="*/ 90 w 123"/>
                <a:gd name="T3" fmla="*/ 3 h 67"/>
                <a:gd name="T4" fmla="*/ 117 w 123"/>
                <a:gd name="T5" fmla="*/ 13 h 67"/>
                <a:gd name="T6" fmla="*/ 99 w 123"/>
                <a:gd name="T7" fmla="*/ 47 h 67"/>
                <a:gd name="T8" fmla="*/ 43 w 123"/>
                <a:gd name="T9" fmla="*/ 64 h 67"/>
                <a:gd name="T10" fmla="*/ 7 w 123"/>
                <a:gd name="T11" fmla="*/ 48 h 67"/>
                <a:gd name="T12" fmla="*/ 13 w 123"/>
                <a:gd name="T13" fmla="*/ 20 h 67"/>
                <a:gd name="T14" fmla="*/ 37 w 123"/>
                <a:gd name="T15" fmla="*/ 18 h 67"/>
                <a:gd name="T16" fmla="*/ 69 w 123"/>
                <a:gd name="T17" fmla="*/ 15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3" h="67">
                  <a:moveTo>
                    <a:pt x="69" y="15"/>
                  </a:moveTo>
                  <a:cubicBezTo>
                    <a:pt x="69" y="15"/>
                    <a:pt x="79" y="6"/>
                    <a:pt x="90" y="3"/>
                  </a:cubicBezTo>
                  <a:cubicBezTo>
                    <a:pt x="100" y="0"/>
                    <a:pt x="111" y="1"/>
                    <a:pt x="117" y="13"/>
                  </a:cubicBezTo>
                  <a:cubicBezTo>
                    <a:pt x="123" y="24"/>
                    <a:pt x="113" y="36"/>
                    <a:pt x="99" y="47"/>
                  </a:cubicBezTo>
                  <a:cubicBezTo>
                    <a:pt x="91" y="54"/>
                    <a:pt x="62" y="67"/>
                    <a:pt x="43" y="64"/>
                  </a:cubicBezTo>
                  <a:cubicBezTo>
                    <a:pt x="24" y="61"/>
                    <a:pt x="13" y="57"/>
                    <a:pt x="7" y="48"/>
                  </a:cubicBezTo>
                  <a:cubicBezTo>
                    <a:pt x="0" y="38"/>
                    <a:pt x="5" y="25"/>
                    <a:pt x="13" y="20"/>
                  </a:cubicBezTo>
                  <a:cubicBezTo>
                    <a:pt x="21" y="15"/>
                    <a:pt x="32" y="16"/>
                    <a:pt x="37" y="18"/>
                  </a:cubicBezTo>
                  <a:cubicBezTo>
                    <a:pt x="42" y="20"/>
                    <a:pt x="55" y="25"/>
                    <a:pt x="69" y="1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23" name="Freeform 91"/>
            <p:cNvSpPr/>
            <p:nvPr>
              <p:custDataLst>
                <p:tags r:id="rId90"/>
              </p:custDataLst>
            </p:nvPr>
          </p:nvSpPr>
          <p:spPr bwMode="auto">
            <a:xfrm>
              <a:off x="7539038" y="3455988"/>
              <a:ext cx="38100" cy="58738"/>
            </a:xfrm>
            <a:custGeom>
              <a:avLst/>
              <a:gdLst>
                <a:gd name="T0" fmla="*/ 4 w 20"/>
                <a:gd name="T1" fmla="*/ 18 h 31"/>
                <a:gd name="T2" fmla="*/ 16 w 20"/>
                <a:gd name="T3" fmla="*/ 30 h 31"/>
                <a:gd name="T4" fmla="*/ 17 w 20"/>
                <a:gd name="T5" fmla="*/ 13 h 31"/>
                <a:gd name="T6" fmla="*/ 5 w 20"/>
                <a:gd name="T7" fmla="*/ 1 h 31"/>
                <a:gd name="T8" fmla="*/ 4 w 20"/>
                <a:gd name="T9" fmla="*/ 18 h 31"/>
              </a:gdLst>
              <a:ahLst/>
              <a:cxnLst>
                <a:cxn ang="0">
                  <a:pos x="T0" y="T1"/>
                </a:cxn>
                <a:cxn ang="0">
                  <a:pos x="T2" y="T3"/>
                </a:cxn>
                <a:cxn ang="0">
                  <a:pos x="T4" y="T5"/>
                </a:cxn>
                <a:cxn ang="0">
                  <a:pos x="T6" y="T7"/>
                </a:cxn>
                <a:cxn ang="0">
                  <a:pos x="T8" y="T9"/>
                </a:cxn>
              </a:cxnLst>
              <a:rect l="0" t="0" r="r" b="b"/>
              <a:pathLst>
                <a:path w="20" h="31">
                  <a:moveTo>
                    <a:pt x="4" y="18"/>
                  </a:moveTo>
                  <a:cubicBezTo>
                    <a:pt x="7" y="26"/>
                    <a:pt x="12" y="31"/>
                    <a:pt x="16" y="30"/>
                  </a:cubicBezTo>
                  <a:cubicBezTo>
                    <a:pt x="20" y="29"/>
                    <a:pt x="20" y="21"/>
                    <a:pt x="17" y="13"/>
                  </a:cubicBezTo>
                  <a:cubicBezTo>
                    <a:pt x="14" y="5"/>
                    <a:pt x="8" y="0"/>
                    <a:pt x="5" y="1"/>
                  </a:cubicBezTo>
                  <a:cubicBezTo>
                    <a:pt x="1" y="2"/>
                    <a:pt x="0" y="10"/>
                    <a:pt x="4" y="18"/>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24" name="Freeform 92"/>
            <p:cNvSpPr/>
            <p:nvPr>
              <p:custDataLst>
                <p:tags r:id="rId91"/>
              </p:custDataLst>
            </p:nvPr>
          </p:nvSpPr>
          <p:spPr bwMode="auto">
            <a:xfrm>
              <a:off x="7640638" y="3411538"/>
              <a:ext cx="36513" cy="58738"/>
            </a:xfrm>
            <a:custGeom>
              <a:avLst/>
              <a:gdLst>
                <a:gd name="T0" fmla="*/ 3 w 19"/>
                <a:gd name="T1" fmla="*/ 18 h 31"/>
                <a:gd name="T2" fmla="*/ 15 w 19"/>
                <a:gd name="T3" fmla="*/ 30 h 31"/>
                <a:gd name="T4" fmla="*/ 16 w 19"/>
                <a:gd name="T5" fmla="*/ 14 h 31"/>
                <a:gd name="T6" fmla="*/ 4 w 19"/>
                <a:gd name="T7" fmla="*/ 1 h 31"/>
                <a:gd name="T8" fmla="*/ 3 w 19"/>
                <a:gd name="T9" fmla="*/ 18 h 31"/>
              </a:gdLst>
              <a:ahLst/>
              <a:cxnLst>
                <a:cxn ang="0">
                  <a:pos x="T0" y="T1"/>
                </a:cxn>
                <a:cxn ang="0">
                  <a:pos x="T2" y="T3"/>
                </a:cxn>
                <a:cxn ang="0">
                  <a:pos x="T4" y="T5"/>
                </a:cxn>
                <a:cxn ang="0">
                  <a:pos x="T6" y="T7"/>
                </a:cxn>
                <a:cxn ang="0">
                  <a:pos x="T8" y="T9"/>
                </a:cxn>
              </a:cxnLst>
              <a:rect l="0" t="0" r="r" b="b"/>
              <a:pathLst>
                <a:path w="19" h="31">
                  <a:moveTo>
                    <a:pt x="3" y="18"/>
                  </a:moveTo>
                  <a:cubicBezTo>
                    <a:pt x="6" y="26"/>
                    <a:pt x="12" y="31"/>
                    <a:pt x="15" y="30"/>
                  </a:cubicBezTo>
                  <a:cubicBezTo>
                    <a:pt x="19" y="29"/>
                    <a:pt x="19" y="22"/>
                    <a:pt x="16" y="14"/>
                  </a:cubicBezTo>
                  <a:cubicBezTo>
                    <a:pt x="13" y="6"/>
                    <a:pt x="7" y="0"/>
                    <a:pt x="4" y="1"/>
                  </a:cubicBezTo>
                  <a:cubicBezTo>
                    <a:pt x="0" y="3"/>
                    <a:pt x="0" y="10"/>
                    <a:pt x="3" y="18"/>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25" name="Freeform 93"/>
            <p:cNvSpPr>
              <a:spLocks noEditPoints="1"/>
            </p:cNvSpPr>
            <p:nvPr>
              <p:custDataLst>
                <p:tags r:id="rId92"/>
              </p:custDataLst>
            </p:nvPr>
          </p:nvSpPr>
          <p:spPr bwMode="auto">
            <a:xfrm>
              <a:off x="7450138" y="3398838"/>
              <a:ext cx="184150" cy="211138"/>
            </a:xfrm>
            <a:custGeom>
              <a:avLst/>
              <a:gdLst>
                <a:gd name="T0" fmla="*/ 69 w 97"/>
                <a:gd name="T1" fmla="*/ 104 h 111"/>
                <a:gd name="T2" fmla="*/ 12 w 97"/>
                <a:gd name="T3" fmla="*/ 68 h 111"/>
                <a:gd name="T4" fmla="*/ 28 w 97"/>
                <a:gd name="T5" fmla="*/ 7 h 111"/>
                <a:gd name="T6" fmla="*/ 86 w 97"/>
                <a:gd name="T7" fmla="*/ 42 h 111"/>
                <a:gd name="T8" fmla="*/ 69 w 97"/>
                <a:gd name="T9" fmla="*/ 104 h 111"/>
                <a:gd name="T10" fmla="*/ 33 w 97"/>
                <a:gd name="T11" fmla="*/ 17 h 111"/>
                <a:gd name="T12" fmla="*/ 23 w 97"/>
                <a:gd name="T13" fmla="*/ 64 h 111"/>
                <a:gd name="T14" fmla="*/ 65 w 97"/>
                <a:gd name="T15" fmla="*/ 93 h 111"/>
                <a:gd name="T16" fmla="*/ 74 w 97"/>
                <a:gd name="T17" fmla="*/ 46 h 111"/>
                <a:gd name="T18" fmla="*/ 33 w 97"/>
                <a:gd name="T19" fmla="*/ 17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7" h="111">
                  <a:moveTo>
                    <a:pt x="69" y="104"/>
                  </a:moveTo>
                  <a:cubicBezTo>
                    <a:pt x="48" y="111"/>
                    <a:pt x="23" y="95"/>
                    <a:pt x="12" y="68"/>
                  </a:cubicBezTo>
                  <a:cubicBezTo>
                    <a:pt x="0" y="41"/>
                    <a:pt x="8" y="14"/>
                    <a:pt x="28" y="7"/>
                  </a:cubicBezTo>
                  <a:cubicBezTo>
                    <a:pt x="49" y="0"/>
                    <a:pt x="74" y="15"/>
                    <a:pt x="86" y="42"/>
                  </a:cubicBezTo>
                  <a:cubicBezTo>
                    <a:pt x="97" y="69"/>
                    <a:pt x="89" y="96"/>
                    <a:pt x="69" y="104"/>
                  </a:cubicBezTo>
                  <a:close/>
                  <a:moveTo>
                    <a:pt x="33" y="17"/>
                  </a:moveTo>
                  <a:cubicBezTo>
                    <a:pt x="19" y="22"/>
                    <a:pt x="14" y="44"/>
                    <a:pt x="23" y="64"/>
                  </a:cubicBezTo>
                  <a:cubicBezTo>
                    <a:pt x="32" y="85"/>
                    <a:pt x="51" y="98"/>
                    <a:pt x="65" y="93"/>
                  </a:cubicBezTo>
                  <a:cubicBezTo>
                    <a:pt x="78" y="88"/>
                    <a:pt x="83" y="67"/>
                    <a:pt x="74" y="46"/>
                  </a:cubicBezTo>
                  <a:cubicBezTo>
                    <a:pt x="66" y="26"/>
                    <a:pt x="47" y="12"/>
                    <a:pt x="33" y="17"/>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26" name="Freeform 94"/>
            <p:cNvSpPr>
              <a:spLocks noEditPoints="1"/>
            </p:cNvSpPr>
            <p:nvPr>
              <p:custDataLst>
                <p:tags r:id="rId93"/>
              </p:custDataLst>
            </p:nvPr>
          </p:nvSpPr>
          <p:spPr bwMode="auto">
            <a:xfrm>
              <a:off x="7586663" y="3348038"/>
              <a:ext cx="182563" cy="214313"/>
            </a:xfrm>
            <a:custGeom>
              <a:avLst/>
              <a:gdLst>
                <a:gd name="T0" fmla="*/ 68 w 96"/>
                <a:gd name="T1" fmla="*/ 104 h 112"/>
                <a:gd name="T2" fmla="*/ 11 w 96"/>
                <a:gd name="T3" fmla="*/ 69 h 112"/>
                <a:gd name="T4" fmla="*/ 28 w 96"/>
                <a:gd name="T5" fmla="*/ 8 h 112"/>
                <a:gd name="T6" fmla="*/ 85 w 96"/>
                <a:gd name="T7" fmla="*/ 43 h 112"/>
                <a:gd name="T8" fmla="*/ 68 w 96"/>
                <a:gd name="T9" fmla="*/ 104 h 112"/>
                <a:gd name="T10" fmla="*/ 32 w 96"/>
                <a:gd name="T11" fmla="*/ 18 h 112"/>
                <a:gd name="T12" fmla="*/ 23 w 96"/>
                <a:gd name="T13" fmla="*/ 65 h 112"/>
                <a:gd name="T14" fmla="*/ 64 w 96"/>
                <a:gd name="T15" fmla="*/ 94 h 112"/>
                <a:gd name="T16" fmla="*/ 74 w 96"/>
                <a:gd name="T17" fmla="*/ 47 h 112"/>
                <a:gd name="T18" fmla="*/ 32 w 96"/>
                <a:gd name="T19" fmla="*/ 1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112">
                  <a:moveTo>
                    <a:pt x="68" y="104"/>
                  </a:moveTo>
                  <a:cubicBezTo>
                    <a:pt x="48" y="112"/>
                    <a:pt x="23" y="96"/>
                    <a:pt x="11" y="69"/>
                  </a:cubicBezTo>
                  <a:cubicBezTo>
                    <a:pt x="0" y="42"/>
                    <a:pt x="7" y="15"/>
                    <a:pt x="28" y="8"/>
                  </a:cubicBezTo>
                  <a:cubicBezTo>
                    <a:pt x="49" y="0"/>
                    <a:pt x="74" y="16"/>
                    <a:pt x="85" y="43"/>
                  </a:cubicBezTo>
                  <a:cubicBezTo>
                    <a:pt x="96" y="70"/>
                    <a:pt x="89" y="97"/>
                    <a:pt x="68" y="104"/>
                  </a:cubicBezTo>
                  <a:close/>
                  <a:moveTo>
                    <a:pt x="32" y="18"/>
                  </a:moveTo>
                  <a:cubicBezTo>
                    <a:pt x="18" y="23"/>
                    <a:pt x="14" y="44"/>
                    <a:pt x="23" y="65"/>
                  </a:cubicBezTo>
                  <a:cubicBezTo>
                    <a:pt x="31" y="86"/>
                    <a:pt x="50" y="99"/>
                    <a:pt x="64" y="94"/>
                  </a:cubicBezTo>
                  <a:cubicBezTo>
                    <a:pt x="78" y="89"/>
                    <a:pt x="82" y="68"/>
                    <a:pt x="74" y="47"/>
                  </a:cubicBezTo>
                  <a:cubicBezTo>
                    <a:pt x="65" y="26"/>
                    <a:pt x="46" y="13"/>
                    <a:pt x="32" y="18"/>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27" name="Freeform 95"/>
            <p:cNvSpPr/>
            <p:nvPr>
              <p:custDataLst>
                <p:tags r:id="rId94"/>
              </p:custDataLst>
            </p:nvPr>
          </p:nvSpPr>
          <p:spPr bwMode="auto">
            <a:xfrm>
              <a:off x="7588250" y="3433763"/>
              <a:ext cx="177800" cy="153988"/>
            </a:xfrm>
            <a:custGeom>
              <a:avLst/>
              <a:gdLst>
                <a:gd name="T0" fmla="*/ 0 w 112"/>
                <a:gd name="T1" fmla="*/ 0 h 97"/>
                <a:gd name="T2" fmla="*/ 112 w 112"/>
                <a:gd name="T3" fmla="*/ 79 h 97"/>
                <a:gd name="T4" fmla="*/ 42 w 112"/>
                <a:gd name="T5" fmla="*/ 97 h 97"/>
                <a:gd name="T6" fmla="*/ 0 w 112"/>
                <a:gd name="T7" fmla="*/ 0 h 97"/>
              </a:gdLst>
              <a:ahLst/>
              <a:cxnLst>
                <a:cxn ang="0">
                  <a:pos x="T0" y="T1"/>
                </a:cxn>
                <a:cxn ang="0">
                  <a:pos x="T2" y="T3"/>
                </a:cxn>
                <a:cxn ang="0">
                  <a:pos x="T4" y="T5"/>
                </a:cxn>
                <a:cxn ang="0">
                  <a:pos x="T6" y="T7"/>
                </a:cxn>
              </a:cxnLst>
              <a:rect l="0" t="0" r="r" b="b"/>
              <a:pathLst>
                <a:path w="112" h="97">
                  <a:moveTo>
                    <a:pt x="0" y="0"/>
                  </a:moveTo>
                  <a:lnTo>
                    <a:pt x="112" y="79"/>
                  </a:lnTo>
                  <a:lnTo>
                    <a:pt x="42" y="97"/>
                  </a:lnTo>
                  <a:lnTo>
                    <a:pt x="0" y="0"/>
                  </a:lnTo>
                  <a:close/>
                </a:path>
              </a:pathLst>
            </a:custGeom>
            <a:solidFill>
              <a:srgbClr val="F9535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28" name="Freeform 96"/>
            <p:cNvSpPr/>
            <p:nvPr>
              <p:custDataLst>
                <p:tags r:id="rId95"/>
              </p:custDataLst>
            </p:nvPr>
          </p:nvSpPr>
          <p:spPr bwMode="auto">
            <a:xfrm>
              <a:off x="7327900" y="3495675"/>
              <a:ext cx="149225" cy="34925"/>
            </a:xfrm>
            <a:custGeom>
              <a:avLst/>
              <a:gdLst>
                <a:gd name="T0" fmla="*/ 94 w 94"/>
                <a:gd name="T1" fmla="*/ 13 h 22"/>
                <a:gd name="T2" fmla="*/ 2 w 94"/>
                <a:gd name="T3" fmla="*/ 22 h 22"/>
                <a:gd name="T4" fmla="*/ 0 w 94"/>
                <a:gd name="T5" fmla="*/ 9 h 22"/>
                <a:gd name="T6" fmla="*/ 91 w 94"/>
                <a:gd name="T7" fmla="*/ 0 h 22"/>
                <a:gd name="T8" fmla="*/ 94 w 94"/>
                <a:gd name="T9" fmla="*/ 13 h 22"/>
              </a:gdLst>
              <a:ahLst/>
              <a:cxnLst>
                <a:cxn ang="0">
                  <a:pos x="T0" y="T1"/>
                </a:cxn>
                <a:cxn ang="0">
                  <a:pos x="T2" y="T3"/>
                </a:cxn>
                <a:cxn ang="0">
                  <a:pos x="T4" y="T5"/>
                </a:cxn>
                <a:cxn ang="0">
                  <a:pos x="T6" y="T7"/>
                </a:cxn>
                <a:cxn ang="0">
                  <a:pos x="T8" y="T9"/>
                </a:cxn>
              </a:cxnLst>
              <a:rect l="0" t="0" r="r" b="b"/>
              <a:pathLst>
                <a:path w="94" h="22">
                  <a:moveTo>
                    <a:pt x="94" y="13"/>
                  </a:moveTo>
                  <a:lnTo>
                    <a:pt x="2" y="22"/>
                  </a:lnTo>
                  <a:lnTo>
                    <a:pt x="0" y="9"/>
                  </a:lnTo>
                  <a:lnTo>
                    <a:pt x="91" y="0"/>
                  </a:lnTo>
                  <a:lnTo>
                    <a:pt x="94" y="13"/>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29" name="Freeform 97"/>
            <p:cNvSpPr/>
            <p:nvPr>
              <p:custDataLst>
                <p:tags r:id="rId96"/>
              </p:custDataLst>
            </p:nvPr>
          </p:nvSpPr>
          <p:spPr bwMode="auto">
            <a:xfrm>
              <a:off x="7212013" y="3076575"/>
              <a:ext cx="601663" cy="390525"/>
            </a:xfrm>
            <a:custGeom>
              <a:avLst/>
              <a:gdLst>
                <a:gd name="T0" fmla="*/ 108 w 316"/>
                <a:gd name="T1" fmla="*/ 185 h 205"/>
                <a:gd name="T2" fmla="*/ 206 w 316"/>
                <a:gd name="T3" fmla="*/ 131 h 205"/>
                <a:gd name="T4" fmla="*/ 268 w 316"/>
                <a:gd name="T5" fmla="*/ 29 h 205"/>
                <a:gd name="T6" fmla="*/ 188 w 316"/>
                <a:gd name="T7" fmla="*/ 50 h 205"/>
                <a:gd name="T8" fmla="*/ 46 w 316"/>
                <a:gd name="T9" fmla="*/ 205 h 205"/>
                <a:gd name="T10" fmla="*/ 108 w 316"/>
                <a:gd name="T11" fmla="*/ 185 h 205"/>
              </a:gdLst>
              <a:ahLst/>
              <a:cxnLst>
                <a:cxn ang="0">
                  <a:pos x="T0" y="T1"/>
                </a:cxn>
                <a:cxn ang="0">
                  <a:pos x="T2" y="T3"/>
                </a:cxn>
                <a:cxn ang="0">
                  <a:pos x="T4" y="T5"/>
                </a:cxn>
                <a:cxn ang="0">
                  <a:pos x="T6" y="T7"/>
                </a:cxn>
                <a:cxn ang="0">
                  <a:pos x="T8" y="T9"/>
                </a:cxn>
                <a:cxn ang="0">
                  <a:pos x="T10" y="T11"/>
                </a:cxn>
              </a:cxnLst>
              <a:rect l="0" t="0" r="r" b="b"/>
              <a:pathLst>
                <a:path w="316" h="205">
                  <a:moveTo>
                    <a:pt x="108" y="185"/>
                  </a:moveTo>
                  <a:cubicBezTo>
                    <a:pt x="108" y="185"/>
                    <a:pt x="114" y="122"/>
                    <a:pt x="206" y="131"/>
                  </a:cubicBezTo>
                  <a:cubicBezTo>
                    <a:pt x="298" y="140"/>
                    <a:pt x="316" y="58"/>
                    <a:pt x="268" y="29"/>
                  </a:cubicBezTo>
                  <a:cubicBezTo>
                    <a:pt x="220" y="0"/>
                    <a:pt x="188" y="50"/>
                    <a:pt x="188" y="50"/>
                  </a:cubicBezTo>
                  <a:cubicBezTo>
                    <a:pt x="188" y="50"/>
                    <a:pt x="0" y="98"/>
                    <a:pt x="46" y="205"/>
                  </a:cubicBezTo>
                  <a:lnTo>
                    <a:pt x="108" y="185"/>
                  </a:lnTo>
                  <a:close/>
                </a:path>
              </a:pathLst>
            </a:custGeom>
            <a:solidFill>
              <a:srgbClr val="350C0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30" name="Freeform 98"/>
            <p:cNvSpPr/>
            <p:nvPr>
              <p:custDataLst>
                <p:tags r:id="rId97"/>
              </p:custDataLst>
            </p:nvPr>
          </p:nvSpPr>
          <p:spPr bwMode="auto">
            <a:xfrm>
              <a:off x="7234238" y="4627563"/>
              <a:ext cx="808038" cy="260350"/>
            </a:xfrm>
            <a:custGeom>
              <a:avLst/>
              <a:gdLst>
                <a:gd name="T0" fmla="*/ 386 w 424"/>
                <a:gd name="T1" fmla="*/ 137 h 137"/>
                <a:gd name="T2" fmla="*/ 422 w 424"/>
                <a:gd name="T3" fmla="*/ 111 h 137"/>
                <a:gd name="T4" fmla="*/ 392 w 424"/>
                <a:gd name="T5" fmla="*/ 62 h 137"/>
                <a:gd name="T6" fmla="*/ 190 w 424"/>
                <a:gd name="T7" fmla="*/ 45 h 137"/>
                <a:gd name="T8" fmla="*/ 50 w 424"/>
                <a:gd name="T9" fmla="*/ 9 h 137"/>
                <a:gd name="T10" fmla="*/ 26 w 424"/>
                <a:gd name="T11" fmla="*/ 85 h 137"/>
                <a:gd name="T12" fmla="*/ 89 w 424"/>
                <a:gd name="T13" fmla="*/ 126 h 137"/>
                <a:gd name="T14" fmla="*/ 386 w 424"/>
                <a:gd name="T15" fmla="*/ 137 h 1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4" h="137">
                  <a:moveTo>
                    <a:pt x="386" y="137"/>
                  </a:moveTo>
                  <a:cubicBezTo>
                    <a:pt x="403" y="137"/>
                    <a:pt x="419" y="127"/>
                    <a:pt x="422" y="111"/>
                  </a:cubicBezTo>
                  <a:cubicBezTo>
                    <a:pt x="424" y="96"/>
                    <a:pt x="420" y="77"/>
                    <a:pt x="392" y="62"/>
                  </a:cubicBezTo>
                  <a:cubicBezTo>
                    <a:pt x="335" y="31"/>
                    <a:pt x="246" y="35"/>
                    <a:pt x="190" y="45"/>
                  </a:cubicBezTo>
                  <a:cubicBezTo>
                    <a:pt x="137" y="54"/>
                    <a:pt x="98" y="0"/>
                    <a:pt x="50" y="9"/>
                  </a:cubicBezTo>
                  <a:cubicBezTo>
                    <a:pt x="21" y="14"/>
                    <a:pt x="0" y="55"/>
                    <a:pt x="26" y="85"/>
                  </a:cubicBezTo>
                  <a:cubicBezTo>
                    <a:pt x="53" y="114"/>
                    <a:pt x="89" y="126"/>
                    <a:pt x="89" y="126"/>
                  </a:cubicBezTo>
                  <a:lnTo>
                    <a:pt x="386" y="137"/>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11531" name="Freeform 99"/>
            <p:cNvSpPr/>
            <p:nvPr>
              <p:custDataLst>
                <p:tags r:id="rId98"/>
              </p:custDataLst>
            </p:nvPr>
          </p:nvSpPr>
          <p:spPr bwMode="auto">
            <a:xfrm>
              <a:off x="7739063" y="5959475"/>
              <a:ext cx="125413" cy="115888"/>
            </a:xfrm>
            <a:custGeom>
              <a:avLst/>
              <a:gdLst>
                <a:gd name="T0" fmla="*/ 79 w 79"/>
                <a:gd name="T1" fmla="*/ 15 h 73"/>
                <a:gd name="T2" fmla="*/ 70 w 79"/>
                <a:gd name="T3" fmla="*/ 73 h 73"/>
                <a:gd name="T4" fmla="*/ 0 w 79"/>
                <a:gd name="T5" fmla="*/ 72 h 73"/>
                <a:gd name="T6" fmla="*/ 13 w 79"/>
                <a:gd name="T7" fmla="*/ 0 h 73"/>
                <a:gd name="T8" fmla="*/ 79 w 79"/>
                <a:gd name="T9" fmla="*/ 15 h 73"/>
              </a:gdLst>
              <a:ahLst/>
              <a:cxnLst>
                <a:cxn ang="0">
                  <a:pos x="T0" y="T1"/>
                </a:cxn>
                <a:cxn ang="0">
                  <a:pos x="T2" y="T3"/>
                </a:cxn>
                <a:cxn ang="0">
                  <a:pos x="T4" y="T5"/>
                </a:cxn>
                <a:cxn ang="0">
                  <a:pos x="T6" y="T7"/>
                </a:cxn>
                <a:cxn ang="0">
                  <a:pos x="T8" y="T9"/>
                </a:cxn>
              </a:cxnLst>
              <a:rect l="0" t="0" r="r" b="b"/>
              <a:pathLst>
                <a:path w="79" h="73">
                  <a:moveTo>
                    <a:pt x="79" y="15"/>
                  </a:moveTo>
                  <a:lnTo>
                    <a:pt x="70" y="73"/>
                  </a:lnTo>
                  <a:lnTo>
                    <a:pt x="0" y="72"/>
                  </a:lnTo>
                  <a:lnTo>
                    <a:pt x="13" y="0"/>
                  </a:lnTo>
                  <a:lnTo>
                    <a:pt x="79" y="15"/>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32" name="Freeform 100"/>
            <p:cNvSpPr/>
            <p:nvPr>
              <p:custDataLst>
                <p:tags r:id="rId99"/>
              </p:custDataLst>
            </p:nvPr>
          </p:nvSpPr>
          <p:spPr bwMode="auto">
            <a:xfrm>
              <a:off x="7729538" y="6018213"/>
              <a:ext cx="144463" cy="58738"/>
            </a:xfrm>
            <a:custGeom>
              <a:avLst/>
              <a:gdLst>
                <a:gd name="T0" fmla="*/ 79 w 91"/>
                <a:gd name="T1" fmla="*/ 37 h 37"/>
                <a:gd name="T2" fmla="*/ 91 w 91"/>
                <a:gd name="T3" fmla="*/ 0 h 37"/>
                <a:gd name="T4" fmla="*/ 6 w 91"/>
                <a:gd name="T5" fmla="*/ 0 h 37"/>
                <a:gd name="T6" fmla="*/ 0 w 91"/>
                <a:gd name="T7" fmla="*/ 35 h 37"/>
                <a:gd name="T8" fmla="*/ 79 w 91"/>
                <a:gd name="T9" fmla="*/ 37 h 37"/>
              </a:gdLst>
              <a:ahLst/>
              <a:cxnLst>
                <a:cxn ang="0">
                  <a:pos x="T0" y="T1"/>
                </a:cxn>
                <a:cxn ang="0">
                  <a:pos x="T2" y="T3"/>
                </a:cxn>
                <a:cxn ang="0">
                  <a:pos x="T4" y="T5"/>
                </a:cxn>
                <a:cxn ang="0">
                  <a:pos x="T6" y="T7"/>
                </a:cxn>
                <a:cxn ang="0">
                  <a:pos x="T8" y="T9"/>
                </a:cxn>
              </a:cxnLst>
              <a:rect l="0" t="0" r="r" b="b"/>
              <a:pathLst>
                <a:path w="91" h="37">
                  <a:moveTo>
                    <a:pt x="79" y="37"/>
                  </a:moveTo>
                  <a:lnTo>
                    <a:pt x="91" y="0"/>
                  </a:lnTo>
                  <a:lnTo>
                    <a:pt x="6" y="0"/>
                  </a:lnTo>
                  <a:lnTo>
                    <a:pt x="0" y="35"/>
                  </a:lnTo>
                  <a:lnTo>
                    <a:pt x="79" y="37"/>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33" name="Freeform 101"/>
            <p:cNvSpPr/>
            <p:nvPr>
              <p:custDataLst>
                <p:tags r:id="rId100"/>
              </p:custDataLst>
            </p:nvPr>
          </p:nvSpPr>
          <p:spPr bwMode="auto">
            <a:xfrm>
              <a:off x="7645400" y="6069013"/>
              <a:ext cx="622300" cy="233363"/>
            </a:xfrm>
            <a:custGeom>
              <a:avLst/>
              <a:gdLst>
                <a:gd name="T0" fmla="*/ 118 w 326"/>
                <a:gd name="T1" fmla="*/ 5 h 123"/>
                <a:gd name="T2" fmla="*/ 161 w 326"/>
                <a:gd name="T3" fmla="*/ 65 h 123"/>
                <a:gd name="T4" fmla="*/ 312 w 326"/>
                <a:gd name="T5" fmla="*/ 100 h 123"/>
                <a:gd name="T6" fmla="*/ 309 w 326"/>
                <a:gd name="T7" fmla="*/ 121 h 123"/>
                <a:gd name="T8" fmla="*/ 115 w 326"/>
                <a:gd name="T9" fmla="*/ 123 h 123"/>
                <a:gd name="T10" fmla="*/ 59 w 326"/>
                <a:gd name="T11" fmla="*/ 96 h 123"/>
                <a:gd name="T12" fmla="*/ 44 w 326"/>
                <a:gd name="T13" fmla="*/ 107 h 123"/>
                <a:gd name="T14" fmla="*/ 0 w 326"/>
                <a:gd name="T15" fmla="*/ 91 h 123"/>
                <a:gd name="T16" fmla="*/ 39 w 326"/>
                <a:gd name="T17" fmla="*/ 0 h 123"/>
                <a:gd name="T18" fmla="*/ 118 w 326"/>
                <a:gd name="T19" fmla="*/ 5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6" h="123">
                  <a:moveTo>
                    <a:pt x="118" y="5"/>
                  </a:moveTo>
                  <a:cubicBezTo>
                    <a:pt x="161" y="65"/>
                    <a:pt x="161" y="65"/>
                    <a:pt x="161" y="65"/>
                  </a:cubicBezTo>
                  <a:cubicBezTo>
                    <a:pt x="312" y="100"/>
                    <a:pt x="312" y="100"/>
                    <a:pt x="312" y="100"/>
                  </a:cubicBezTo>
                  <a:cubicBezTo>
                    <a:pt x="326" y="103"/>
                    <a:pt x="324" y="121"/>
                    <a:pt x="309" y="121"/>
                  </a:cubicBezTo>
                  <a:cubicBezTo>
                    <a:pt x="115" y="123"/>
                    <a:pt x="115" y="123"/>
                    <a:pt x="115" y="123"/>
                  </a:cubicBezTo>
                  <a:cubicBezTo>
                    <a:pt x="59" y="96"/>
                    <a:pt x="59" y="96"/>
                    <a:pt x="59" y="96"/>
                  </a:cubicBezTo>
                  <a:cubicBezTo>
                    <a:pt x="44" y="107"/>
                    <a:pt x="44" y="107"/>
                    <a:pt x="44" y="107"/>
                  </a:cubicBezTo>
                  <a:cubicBezTo>
                    <a:pt x="0" y="91"/>
                    <a:pt x="0" y="91"/>
                    <a:pt x="0" y="91"/>
                  </a:cubicBezTo>
                  <a:cubicBezTo>
                    <a:pt x="39" y="0"/>
                    <a:pt x="39" y="0"/>
                    <a:pt x="39" y="0"/>
                  </a:cubicBezTo>
                  <a:lnTo>
                    <a:pt x="118" y="5"/>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34" name="Freeform 102"/>
            <p:cNvSpPr/>
            <p:nvPr>
              <p:custDataLst>
                <p:tags r:id="rId101"/>
              </p:custDataLst>
            </p:nvPr>
          </p:nvSpPr>
          <p:spPr bwMode="auto">
            <a:xfrm>
              <a:off x="6816725" y="5546725"/>
              <a:ext cx="155575" cy="134938"/>
            </a:xfrm>
            <a:custGeom>
              <a:avLst/>
              <a:gdLst>
                <a:gd name="T0" fmla="*/ 98 w 98"/>
                <a:gd name="T1" fmla="*/ 58 h 85"/>
                <a:gd name="T2" fmla="*/ 39 w 98"/>
                <a:gd name="T3" fmla="*/ 85 h 85"/>
                <a:gd name="T4" fmla="*/ 0 w 98"/>
                <a:gd name="T5" fmla="*/ 34 h 85"/>
                <a:gd name="T6" fmla="*/ 71 w 98"/>
                <a:gd name="T7" fmla="*/ 0 h 85"/>
                <a:gd name="T8" fmla="*/ 98 w 98"/>
                <a:gd name="T9" fmla="*/ 58 h 85"/>
              </a:gdLst>
              <a:ahLst/>
              <a:cxnLst>
                <a:cxn ang="0">
                  <a:pos x="T0" y="T1"/>
                </a:cxn>
                <a:cxn ang="0">
                  <a:pos x="T2" y="T3"/>
                </a:cxn>
                <a:cxn ang="0">
                  <a:pos x="T4" y="T5"/>
                </a:cxn>
                <a:cxn ang="0">
                  <a:pos x="T6" y="T7"/>
                </a:cxn>
                <a:cxn ang="0">
                  <a:pos x="T8" y="T9"/>
                </a:cxn>
              </a:cxnLst>
              <a:rect l="0" t="0" r="r" b="b"/>
              <a:pathLst>
                <a:path w="98" h="85">
                  <a:moveTo>
                    <a:pt x="98" y="58"/>
                  </a:moveTo>
                  <a:lnTo>
                    <a:pt x="39" y="85"/>
                  </a:lnTo>
                  <a:lnTo>
                    <a:pt x="0" y="34"/>
                  </a:lnTo>
                  <a:lnTo>
                    <a:pt x="71" y="0"/>
                  </a:lnTo>
                  <a:lnTo>
                    <a:pt x="98" y="58"/>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35" name="Freeform 103"/>
            <p:cNvSpPr/>
            <p:nvPr>
              <p:custDataLst>
                <p:tags r:id="rId102"/>
              </p:custDataLst>
            </p:nvPr>
          </p:nvSpPr>
          <p:spPr bwMode="auto">
            <a:xfrm>
              <a:off x="6811963" y="5567363"/>
              <a:ext cx="133350" cy="120650"/>
            </a:xfrm>
            <a:custGeom>
              <a:avLst/>
              <a:gdLst>
                <a:gd name="T0" fmla="*/ 45 w 84"/>
                <a:gd name="T1" fmla="*/ 76 h 76"/>
                <a:gd name="T2" fmla="*/ 84 w 84"/>
                <a:gd name="T3" fmla="*/ 63 h 76"/>
                <a:gd name="T4" fmla="*/ 33 w 84"/>
                <a:gd name="T5" fmla="*/ 0 h 76"/>
                <a:gd name="T6" fmla="*/ 0 w 84"/>
                <a:gd name="T7" fmla="*/ 16 h 76"/>
                <a:gd name="T8" fmla="*/ 45 w 84"/>
                <a:gd name="T9" fmla="*/ 76 h 76"/>
              </a:gdLst>
              <a:ahLst/>
              <a:cxnLst>
                <a:cxn ang="0">
                  <a:pos x="T0" y="T1"/>
                </a:cxn>
                <a:cxn ang="0">
                  <a:pos x="T2" y="T3"/>
                </a:cxn>
                <a:cxn ang="0">
                  <a:pos x="T4" y="T5"/>
                </a:cxn>
                <a:cxn ang="0">
                  <a:pos x="T6" y="T7"/>
                </a:cxn>
                <a:cxn ang="0">
                  <a:pos x="T8" y="T9"/>
                </a:cxn>
              </a:cxnLst>
              <a:rect l="0" t="0" r="r" b="b"/>
              <a:pathLst>
                <a:path w="84" h="76">
                  <a:moveTo>
                    <a:pt x="45" y="76"/>
                  </a:moveTo>
                  <a:lnTo>
                    <a:pt x="84" y="63"/>
                  </a:lnTo>
                  <a:lnTo>
                    <a:pt x="33" y="0"/>
                  </a:lnTo>
                  <a:lnTo>
                    <a:pt x="0" y="16"/>
                  </a:lnTo>
                  <a:lnTo>
                    <a:pt x="45" y="76"/>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36" name="Freeform 104"/>
            <p:cNvSpPr/>
            <p:nvPr>
              <p:custDataLst>
                <p:tags r:id="rId103"/>
              </p:custDataLst>
            </p:nvPr>
          </p:nvSpPr>
          <p:spPr bwMode="auto">
            <a:xfrm>
              <a:off x="6613525" y="5583238"/>
              <a:ext cx="350838" cy="536575"/>
            </a:xfrm>
            <a:custGeom>
              <a:avLst/>
              <a:gdLst>
                <a:gd name="T0" fmla="*/ 146 w 184"/>
                <a:gd name="T1" fmla="*/ 61 h 282"/>
                <a:gd name="T2" fmla="*/ 118 w 184"/>
                <a:gd name="T3" fmla="*/ 128 h 282"/>
                <a:gd name="T4" fmla="*/ 178 w 184"/>
                <a:gd name="T5" fmla="*/ 261 h 282"/>
                <a:gd name="T6" fmla="*/ 158 w 184"/>
                <a:gd name="T7" fmla="*/ 272 h 282"/>
                <a:gd name="T8" fmla="*/ 40 w 184"/>
                <a:gd name="T9" fmla="*/ 129 h 282"/>
                <a:gd name="T10" fmla="*/ 31 w 184"/>
                <a:gd name="T11" fmla="*/ 72 h 282"/>
                <a:gd name="T12" fmla="*/ 13 w 184"/>
                <a:gd name="T13" fmla="*/ 67 h 282"/>
                <a:gd name="T14" fmla="*/ 0 w 184"/>
                <a:gd name="T15" fmla="*/ 25 h 282"/>
                <a:gd name="T16" fmla="*/ 104 w 184"/>
                <a:gd name="T17" fmla="*/ 0 h 282"/>
                <a:gd name="T18" fmla="*/ 146 w 184"/>
                <a:gd name="T19" fmla="*/ 61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4" h="282">
                  <a:moveTo>
                    <a:pt x="146" y="61"/>
                  </a:moveTo>
                  <a:cubicBezTo>
                    <a:pt x="118" y="128"/>
                    <a:pt x="118" y="128"/>
                    <a:pt x="118" y="128"/>
                  </a:cubicBezTo>
                  <a:cubicBezTo>
                    <a:pt x="178" y="261"/>
                    <a:pt x="178" y="261"/>
                    <a:pt x="178" y="261"/>
                  </a:cubicBezTo>
                  <a:cubicBezTo>
                    <a:pt x="184" y="273"/>
                    <a:pt x="166" y="282"/>
                    <a:pt x="158" y="272"/>
                  </a:cubicBezTo>
                  <a:cubicBezTo>
                    <a:pt x="40" y="129"/>
                    <a:pt x="40" y="129"/>
                    <a:pt x="40" y="129"/>
                  </a:cubicBezTo>
                  <a:cubicBezTo>
                    <a:pt x="31" y="72"/>
                    <a:pt x="31" y="72"/>
                    <a:pt x="31" y="72"/>
                  </a:cubicBezTo>
                  <a:cubicBezTo>
                    <a:pt x="13" y="67"/>
                    <a:pt x="13" y="67"/>
                    <a:pt x="13" y="67"/>
                  </a:cubicBezTo>
                  <a:cubicBezTo>
                    <a:pt x="0" y="25"/>
                    <a:pt x="0" y="25"/>
                    <a:pt x="0" y="25"/>
                  </a:cubicBezTo>
                  <a:cubicBezTo>
                    <a:pt x="104" y="0"/>
                    <a:pt x="104" y="0"/>
                    <a:pt x="104" y="0"/>
                  </a:cubicBezTo>
                  <a:lnTo>
                    <a:pt x="146" y="61"/>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37" name="Freeform 105"/>
            <p:cNvSpPr/>
            <p:nvPr>
              <p:custDataLst>
                <p:tags r:id="rId104"/>
              </p:custDataLst>
            </p:nvPr>
          </p:nvSpPr>
          <p:spPr bwMode="auto">
            <a:xfrm>
              <a:off x="7440613" y="4676775"/>
              <a:ext cx="552450" cy="122238"/>
            </a:xfrm>
            <a:custGeom>
              <a:avLst/>
              <a:gdLst>
                <a:gd name="T0" fmla="*/ 290 w 290"/>
                <a:gd name="T1" fmla="*/ 64 h 64"/>
                <a:gd name="T2" fmla="*/ 283 w 290"/>
                <a:gd name="T3" fmla="*/ 36 h 64"/>
                <a:gd name="T4" fmla="*/ 137 w 290"/>
                <a:gd name="T5" fmla="*/ 12 h 64"/>
                <a:gd name="T6" fmla="*/ 88 w 290"/>
                <a:gd name="T7" fmla="*/ 18 h 64"/>
                <a:gd name="T8" fmla="*/ 60 w 290"/>
                <a:gd name="T9" fmla="*/ 19 h 64"/>
                <a:gd name="T10" fmla="*/ 34 w 290"/>
                <a:gd name="T11" fmla="*/ 12 h 64"/>
                <a:gd name="T12" fmla="*/ 8 w 290"/>
                <a:gd name="T13" fmla="*/ 0 h 64"/>
                <a:gd name="T14" fmla="*/ 0 w 290"/>
                <a:gd name="T15" fmla="*/ 44 h 64"/>
                <a:gd name="T16" fmla="*/ 290 w 290"/>
                <a:gd name="T17"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0" h="64">
                  <a:moveTo>
                    <a:pt x="290" y="64"/>
                  </a:moveTo>
                  <a:cubicBezTo>
                    <a:pt x="283" y="36"/>
                    <a:pt x="283" y="36"/>
                    <a:pt x="283" y="36"/>
                  </a:cubicBezTo>
                  <a:cubicBezTo>
                    <a:pt x="283" y="36"/>
                    <a:pt x="236" y="6"/>
                    <a:pt x="137" y="12"/>
                  </a:cubicBezTo>
                  <a:cubicBezTo>
                    <a:pt x="137" y="12"/>
                    <a:pt x="93" y="17"/>
                    <a:pt x="88" y="18"/>
                  </a:cubicBezTo>
                  <a:cubicBezTo>
                    <a:pt x="82" y="19"/>
                    <a:pt x="69" y="21"/>
                    <a:pt x="60" y="19"/>
                  </a:cubicBezTo>
                  <a:cubicBezTo>
                    <a:pt x="52" y="18"/>
                    <a:pt x="39" y="14"/>
                    <a:pt x="34" y="12"/>
                  </a:cubicBezTo>
                  <a:cubicBezTo>
                    <a:pt x="8" y="0"/>
                    <a:pt x="8" y="0"/>
                    <a:pt x="8" y="0"/>
                  </a:cubicBezTo>
                  <a:cubicBezTo>
                    <a:pt x="0" y="44"/>
                    <a:pt x="0" y="44"/>
                    <a:pt x="0" y="44"/>
                  </a:cubicBezTo>
                  <a:lnTo>
                    <a:pt x="290" y="64"/>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38" name="Freeform 106"/>
            <p:cNvSpPr/>
            <p:nvPr>
              <p:custDataLst>
                <p:tags r:id="rId105"/>
              </p:custDataLst>
            </p:nvPr>
          </p:nvSpPr>
          <p:spPr bwMode="auto">
            <a:xfrm>
              <a:off x="6888163" y="4760913"/>
              <a:ext cx="1104900" cy="1233488"/>
            </a:xfrm>
            <a:custGeom>
              <a:avLst/>
              <a:gdLst>
                <a:gd name="T0" fmla="*/ 696 w 696"/>
                <a:gd name="T1" fmla="*/ 24 h 777"/>
                <a:gd name="T2" fmla="*/ 636 w 696"/>
                <a:gd name="T3" fmla="*/ 777 h 777"/>
                <a:gd name="T4" fmla="*/ 541 w 696"/>
                <a:gd name="T5" fmla="*/ 777 h 777"/>
                <a:gd name="T6" fmla="*/ 522 w 696"/>
                <a:gd name="T7" fmla="*/ 164 h 777"/>
                <a:gd name="T8" fmla="*/ 374 w 696"/>
                <a:gd name="T9" fmla="*/ 397 h 777"/>
                <a:gd name="T10" fmla="*/ 43 w 696"/>
                <a:gd name="T11" fmla="*/ 571 h 777"/>
                <a:gd name="T12" fmla="*/ 0 w 696"/>
                <a:gd name="T13" fmla="*/ 499 h 777"/>
                <a:gd name="T14" fmla="*/ 306 w 696"/>
                <a:gd name="T15" fmla="*/ 310 h 777"/>
                <a:gd name="T16" fmla="*/ 348 w 696"/>
                <a:gd name="T17" fmla="*/ 0 h 777"/>
                <a:gd name="T18" fmla="*/ 696 w 696"/>
                <a:gd name="T19" fmla="*/ 24 h 7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6" h="777">
                  <a:moveTo>
                    <a:pt x="696" y="24"/>
                  </a:moveTo>
                  <a:lnTo>
                    <a:pt x="636" y="777"/>
                  </a:lnTo>
                  <a:lnTo>
                    <a:pt x="541" y="777"/>
                  </a:lnTo>
                  <a:lnTo>
                    <a:pt x="522" y="164"/>
                  </a:lnTo>
                  <a:lnTo>
                    <a:pt x="374" y="397"/>
                  </a:lnTo>
                  <a:lnTo>
                    <a:pt x="43" y="571"/>
                  </a:lnTo>
                  <a:lnTo>
                    <a:pt x="0" y="499"/>
                  </a:lnTo>
                  <a:lnTo>
                    <a:pt x="306" y="310"/>
                  </a:lnTo>
                  <a:lnTo>
                    <a:pt x="348" y="0"/>
                  </a:lnTo>
                  <a:lnTo>
                    <a:pt x="696" y="24"/>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39" name="Freeform 107"/>
            <p:cNvSpPr/>
            <p:nvPr>
              <p:custDataLst>
                <p:tags r:id="rId106"/>
              </p:custDataLst>
            </p:nvPr>
          </p:nvSpPr>
          <p:spPr bwMode="auto">
            <a:xfrm>
              <a:off x="6764338" y="5764213"/>
              <a:ext cx="76200" cy="71438"/>
            </a:xfrm>
            <a:custGeom>
              <a:avLst/>
              <a:gdLst>
                <a:gd name="T0" fmla="*/ 38 w 48"/>
                <a:gd name="T1" fmla="*/ 45 h 45"/>
                <a:gd name="T2" fmla="*/ 0 w 48"/>
                <a:gd name="T3" fmla="*/ 33 h 45"/>
                <a:gd name="T4" fmla="*/ 5 w 48"/>
                <a:gd name="T5" fmla="*/ 0 h 45"/>
                <a:gd name="T6" fmla="*/ 48 w 48"/>
                <a:gd name="T7" fmla="*/ 12 h 45"/>
                <a:gd name="T8" fmla="*/ 47 w 48"/>
                <a:gd name="T9" fmla="*/ 15 h 45"/>
                <a:gd name="T10" fmla="*/ 9 w 48"/>
                <a:gd name="T11" fmla="*/ 6 h 45"/>
                <a:gd name="T12" fmla="*/ 5 w 48"/>
                <a:gd name="T13" fmla="*/ 31 h 45"/>
                <a:gd name="T14" fmla="*/ 39 w 48"/>
                <a:gd name="T15" fmla="*/ 42 h 45"/>
                <a:gd name="T16" fmla="*/ 38 w 48"/>
                <a:gd name="T17"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45">
                  <a:moveTo>
                    <a:pt x="38" y="45"/>
                  </a:moveTo>
                  <a:lnTo>
                    <a:pt x="0" y="33"/>
                  </a:lnTo>
                  <a:lnTo>
                    <a:pt x="5" y="0"/>
                  </a:lnTo>
                  <a:lnTo>
                    <a:pt x="48" y="12"/>
                  </a:lnTo>
                  <a:lnTo>
                    <a:pt x="47" y="15"/>
                  </a:lnTo>
                  <a:lnTo>
                    <a:pt x="9" y="6"/>
                  </a:lnTo>
                  <a:lnTo>
                    <a:pt x="5" y="31"/>
                  </a:lnTo>
                  <a:lnTo>
                    <a:pt x="39" y="42"/>
                  </a:lnTo>
                  <a:lnTo>
                    <a:pt x="38" y="45"/>
                  </a:lnTo>
                  <a:close/>
                </a:path>
              </a:pathLst>
            </a:custGeom>
            <a:solidFill>
              <a:srgbClr val="B2B2B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68" name="Freeform 108"/>
            <p:cNvSpPr/>
            <p:nvPr>
              <p:custDataLst>
                <p:tags r:id="rId107"/>
              </p:custDataLst>
            </p:nvPr>
          </p:nvSpPr>
          <p:spPr bwMode="auto">
            <a:xfrm>
              <a:off x="6496050" y="4735513"/>
              <a:ext cx="233363" cy="334963"/>
            </a:xfrm>
            <a:custGeom>
              <a:avLst/>
              <a:gdLst>
                <a:gd name="T0" fmla="*/ 101 w 123"/>
                <a:gd name="T1" fmla="*/ 75 h 176"/>
                <a:gd name="T2" fmla="*/ 53 w 123"/>
                <a:gd name="T3" fmla="*/ 170 h 176"/>
                <a:gd name="T4" fmla="*/ 46 w 123"/>
                <a:gd name="T5" fmla="*/ 153 h 176"/>
                <a:gd name="T6" fmla="*/ 73 w 123"/>
                <a:gd name="T7" fmla="*/ 91 h 176"/>
                <a:gd name="T8" fmla="*/ 25 w 123"/>
                <a:gd name="T9" fmla="*/ 165 h 176"/>
                <a:gd name="T10" fmla="*/ 20 w 123"/>
                <a:gd name="T11" fmla="*/ 151 h 176"/>
                <a:gd name="T12" fmla="*/ 52 w 123"/>
                <a:gd name="T13" fmla="*/ 91 h 176"/>
                <a:gd name="T14" fmla="*/ 13 w 123"/>
                <a:gd name="T15" fmla="*/ 137 h 176"/>
                <a:gd name="T16" fmla="*/ 13 w 123"/>
                <a:gd name="T17" fmla="*/ 121 h 176"/>
                <a:gd name="T18" fmla="*/ 45 w 123"/>
                <a:gd name="T19" fmla="*/ 79 h 176"/>
                <a:gd name="T20" fmla="*/ 6 w 123"/>
                <a:gd name="T21" fmla="*/ 102 h 176"/>
                <a:gd name="T22" fmla="*/ 4 w 123"/>
                <a:gd name="T23" fmla="*/ 94 h 176"/>
                <a:gd name="T24" fmla="*/ 44 w 123"/>
                <a:gd name="T25" fmla="*/ 65 h 176"/>
                <a:gd name="T26" fmla="*/ 86 w 123"/>
                <a:gd name="T27" fmla="*/ 20 h 176"/>
                <a:gd name="T28" fmla="*/ 122 w 123"/>
                <a:gd name="T29" fmla="*/ 31 h 176"/>
                <a:gd name="T30" fmla="*/ 115 w 123"/>
                <a:gd name="T31" fmla="*/ 119 h 176"/>
                <a:gd name="T32" fmla="*/ 99 w 123"/>
                <a:gd name="T33" fmla="*/ 102 h 176"/>
                <a:gd name="T34" fmla="*/ 101 w 123"/>
                <a:gd name="T35" fmla="*/ 75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3" h="176">
                  <a:moveTo>
                    <a:pt x="101" y="75"/>
                  </a:moveTo>
                  <a:cubicBezTo>
                    <a:pt x="101" y="75"/>
                    <a:pt x="60" y="164"/>
                    <a:pt x="53" y="170"/>
                  </a:cubicBezTo>
                  <a:cubicBezTo>
                    <a:pt x="46" y="176"/>
                    <a:pt x="38" y="168"/>
                    <a:pt x="46" y="153"/>
                  </a:cubicBezTo>
                  <a:cubicBezTo>
                    <a:pt x="54" y="138"/>
                    <a:pt x="73" y="91"/>
                    <a:pt x="73" y="91"/>
                  </a:cubicBezTo>
                  <a:cubicBezTo>
                    <a:pt x="73" y="91"/>
                    <a:pt x="31" y="164"/>
                    <a:pt x="25" y="165"/>
                  </a:cubicBezTo>
                  <a:cubicBezTo>
                    <a:pt x="19" y="166"/>
                    <a:pt x="13" y="160"/>
                    <a:pt x="20" y="151"/>
                  </a:cubicBezTo>
                  <a:cubicBezTo>
                    <a:pt x="27" y="141"/>
                    <a:pt x="52" y="91"/>
                    <a:pt x="52" y="91"/>
                  </a:cubicBezTo>
                  <a:cubicBezTo>
                    <a:pt x="52" y="91"/>
                    <a:pt x="22" y="130"/>
                    <a:pt x="13" y="137"/>
                  </a:cubicBezTo>
                  <a:cubicBezTo>
                    <a:pt x="4" y="144"/>
                    <a:pt x="6" y="129"/>
                    <a:pt x="13" y="121"/>
                  </a:cubicBezTo>
                  <a:cubicBezTo>
                    <a:pt x="20" y="112"/>
                    <a:pt x="45" y="79"/>
                    <a:pt x="45" y="79"/>
                  </a:cubicBezTo>
                  <a:cubicBezTo>
                    <a:pt x="45" y="79"/>
                    <a:pt x="13" y="102"/>
                    <a:pt x="6" y="102"/>
                  </a:cubicBezTo>
                  <a:cubicBezTo>
                    <a:pt x="0" y="103"/>
                    <a:pt x="1" y="98"/>
                    <a:pt x="4" y="94"/>
                  </a:cubicBezTo>
                  <a:cubicBezTo>
                    <a:pt x="7" y="91"/>
                    <a:pt x="44" y="65"/>
                    <a:pt x="44" y="65"/>
                  </a:cubicBezTo>
                  <a:cubicBezTo>
                    <a:pt x="44" y="65"/>
                    <a:pt x="53" y="56"/>
                    <a:pt x="86" y="20"/>
                  </a:cubicBezTo>
                  <a:cubicBezTo>
                    <a:pt x="105" y="0"/>
                    <a:pt x="123" y="26"/>
                    <a:pt x="122" y="31"/>
                  </a:cubicBezTo>
                  <a:cubicBezTo>
                    <a:pt x="122" y="35"/>
                    <a:pt x="119" y="109"/>
                    <a:pt x="115" y="119"/>
                  </a:cubicBezTo>
                  <a:cubicBezTo>
                    <a:pt x="110" y="130"/>
                    <a:pt x="96" y="121"/>
                    <a:pt x="99" y="102"/>
                  </a:cubicBezTo>
                  <a:cubicBezTo>
                    <a:pt x="102" y="84"/>
                    <a:pt x="107" y="72"/>
                    <a:pt x="101" y="75"/>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 name="Freeform 109"/>
            <p:cNvSpPr/>
            <p:nvPr>
              <p:custDataLst>
                <p:tags r:id="rId108"/>
              </p:custDataLst>
            </p:nvPr>
          </p:nvSpPr>
          <p:spPr bwMode="auto">
            <a:xfrm>
              <a:off x="10220325" y="5959475"/>
              <a:ext cx="125413" cy="115888"/>
            </a:xfrm>
            <a:custGeom>
              <a:avLst/>
              <a:gdLst>
                <a:gd name="T0" fmla="*/ 79 w 79"/>
                <a:gd name="T1" fmla="*/ 15 h 73"/>
                <a:gd name="T2" fmla="*/ 68 w 79"/>
                <a:gd name="T3" fmla="*/ 73 h 73"/>
                <a:gd name="T4" fmla="*/ 0 w 79"/>
                <a:gd name="T5" fmla="*/ 72 h 73"/>
                <a:gd name="T6" fmla="*/ 13 w 79"/>
                <a:gd name="T7" fmla="*/ 0 h 73"/>
                <a:gd name="T8" fmla="*/ 79 w 79"/>
                <a:gd name="T9" fmla="*/ 15 h 73"/>
              </a:gdLst>
              <a:ahLst/>
              <a:cxnLst>
                <a:cxn ang="0">
                  <a:pos x="T0" y="T1"/>
                </a:cxn>
                <a:cxn ang="0">
                  <a:pos x="T2" y="T3"/>
                </a:cxn>
                <a:cxn ang="0">
                  <a:pos x="T4" y="T5"/>
                </a:cxn>
                <a:cxn ang="0">
                  <a:pos x="T6" y="T7"/>
                </a:cxn>
                <a:cxn ang="0">
                  <a:pos x="T8" y="T9"/>
                </a:cxn>
              </a:cxnLst>
              <a:rect l="0" t="0" r="r" b="b"/>
              <a:pathLst>
                <a:path w="79" h="73">
                  <a:moveTo>
                    <a:pt x="79" y="15"/>
                  </a:moveTo>
                  <a:lnTo>
                    <a:pt x="68" y="73"/>
                  </a:lnTo>
                  <a:lnTo>
                    <a:pt x="0" y="72"/>
                  </a:lnTo>
                  <a:lnTo>
                    <a:pt x="13" y="0"/>
                  </a:lnTo>
                  <a:lnTo>
                    <a:pt x="79" y="15"/>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9" name="Freeform 110"/>
            <p:cNvSpPr/>
            <p:nvPr>
              <p:custDataLst>
                <p:tags r:id="rId109"/>
              </p:custDataLst>
            </p:nvPr>
          </p:nvSpPr>
          <p:spPr bwMode="auto">
            <a:xfrm>
              <a:off x="10210800" y="6018213"/>
              <a:ext cx="144463" cy="58738"/>
            </a:xfrm>
            <a:custGeom>
              <a:avLst/>
              <a:gdLst>
                <a:gd name="T0" fmla="*/ 79 w 91"/>
                <a:gd name="T1" fmla="*/ 37 h 37"/>
                <a:gd name="T2" fmla="*/ 91 w 91"/>
                <a:gd name="T3" fmla="*/ 0 h 37"/>
                <a:gd name="T4" fmla="*/ 6 w 91"/>
                <a:gd name="T5" fmla="*/ 0 h 37"/>
                <a:gd name="T6" fmla="*/ 0 w 91"/>
                <a:gd name="T7" fmla="*/ 35 h 37"/>
                <a:gd name="T8" fmla="*/ 79 w 91"/>
                <a:gd name="T9" fmla="*/ 37 h 37"/>
              </a:gdLst>
              <a:ahLst/>
              <a:cxnLst>
                <a:cxn ang="0">
                  <a:pos x="T0" y="T1"/>
                </a:cxn>
                <a:cxn ang="0">
                  <a:pos x="T2" y="T3"/>
                </a:cxn>
                <a:cxn ang="0">
                  <a:pos x="T4" y="T5"/>
                </a:cxn>
                <a:cxn ang="0">
                  <a:pos x="T6" y="T7"/>
                </a:cxn>
                <a:cxn ang="0">
                  <a:pos x="T8" y="T9"/>
                </a:cxn>
              </a:cxnLst>
              <a:rect l="0" t="0" r="r" b="b"/>
              <a:pathLst>
                <a:path w="91" h="37">
                  <a:moveTo>
                    <a:pt x="79" y="37"/>
                  </a:moveTo>
                  <a:lnTo>
                    <a:pt x="91" y="0"/>
                  </a:lnTo>
                  <a:lnTo>
                    <a:pt x="6" y="0"/>
                  </a:lnTo>
                  <a:lnTo>
                    <a:pt x="0" y="35"/>
                  </a:lnTo>
                  <a:lnTo>
                    <a:pt x="79" y="37"/>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 name="Freeform 111"/>
            <p:cNvSpPr/>
            <p:nvPr>
              <p:custDataLst>
                <p:tags r:id="rId110"/>
              </p:custDataLst>
            </p:nvPr>
          </p:nvSpPr>
          <p:spPr bwMode="auto">
            <a:xfrm>
              <a:off x="10125075" y="6069013"/>
              <a:ext cx="428625" cy="233363"/>
            </a:xfrm>
            <a:custGeom>
              <a:avLst/>
              <a:gdLst>
                <a:gd name="T0" fmla="*/ 119 w 225"/>
                <a:gd name="T1" fmla="*/ 5 h 123"/>
                <a:gd name="T2" fmla="*/ 137 w 225"/>
                <a:gd name="T3" fmla="*/ 75 h 123"/>
                <a:gd name="T4" fmla="*/ 212 w 225"/>
                <a:gd name="T5" fmla="*/ 100 h 123"/>
                <a:gd name="T6" fmla="*/ 209 w 225"/>
                <a:gd name="T7" fmla="*/ 121 h 123"/>
                <a:gd name="T8" fmla="*/ 115 w 225"/>
                <a:gd name="T9" fmla="*/ 123 h 123"/>
                <a:gd name="T10" fmla="*/ 60 w 225"/>
                <a:gd name="T11" fmla="*/ 96 h 123"/>
                <a:gd name="T12" fmla="*/ 45 w 225"/>
                <a:gd name="T13" fmla="*/ 107 h 123"/>
                <a:gd name="T14" fmla="*/ 0 w 225"/>
                <a:gd name="T15" fmla="*/ 91 h 123"/>
                <a:gd name="T16" fmla="*/ 40 w 225"/>
                <a:gd name="T17" fmla="*/ 0 h 123"/>
                <a:gd name="T18" fmla="*/ 119 w 225"/>
                <a:gd name="T19" fmla="*/ 5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5" h="123">
                  <a:moveTo>
                    <a:pt x="119" y="5"/>
                  </a:moveTo>
                  <a:cubicBezTo>
                    <a:pt x="137" y="75"/>
                    <a:pt x="137" y="75"/>
                    <a:pt x="137" y="75"/>
                  </a:cubicBezTo>
                  <a:cubicBezTo>
                    <a:pt x="212" y="100"/>
                    <a:pt x="212" y="100"/>
                    <a:pt x="212" y="100"/>
                  </a:cubicBezTo>
                  <a:cubicBezTo>
                    <a:pt x="225" y="103"/>
                    <a:pt x="223" y="121"/>
                    <a:pt x="209" y="121"/>
                  </a:cubicBezTo>
                  <a:cubicBezTo>
                    <a:pt x="115" y="123"/>
                    <a:pt x="115" y="123"/>
                    <a:pt x="115" y="123"/>
                  </a:cubicBezTo>
                  <a:cubicBezTo>
                    <a:pt x="60" y="96"/>
                    <a:pt x="60" y="96"/>
                    <a:pt x="60" y="96"/>
                  </a:cubicBezTo>
                  <a:cubicBezTo>
                    <a:pt x="45" y="107"/>
                    <a:pt x="45" y="107"/>
                    <a:pt x="45" y="107"/>
                  </a:cubicBezTo>
                  <a:cubicBezTo>
                    <a:pt x="0" y="91"/>
                    <a:pt x="0" y="91"/>
                    <a:pt x="0" y="91"/>
                  </a:cubicBezTo>
                  <a:cubicBezTo>
                    <a:pt x="40" y="0"/>
                    <a:pt x="40" y="0"/>
                    <a:pt x="40" y="0"/>
                  </a:cubicBezTo>
                  <a:lnTo>
                    <a:pt x="119" y="5"/>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1" name="Freeform 112"/>
            <p:cNvSpPr/>
            <p:nvPr>
              <p:custDataLst>
                <p:tags r:id="rId111"/>
              </p:custDataLst>
            </p:nvPr>
          </p:nvSpPr>
          <p:spPr bwMode="auto">
            <a:xfrm>
              <a:off x="9829800" y="5967413"/>
              <a:ext cx="117475" cy="115888"/>
            </a:xfrm>
            <a:custGeom>
              <a:avLst/>
              <a:gdLst>
                <a:gd name="T0" fmla="*/ 6 w 74"/>
                <a:gd name="T1" fmla="*/ 0 h 73"/>
                <a:gd name="T2" fmla="*/ 0 w 74"/>
                <a:gd name="T3" fmla="*/ 60 h 73"/>
                <a:gd name="T4" fmla="*/ 67 w 74"/>
                <a:gd name="T5" fmla="*/ 73 h 73"/>
                <a:gd name="T6" fmla="*/ 74 w 74"/>
                <a:gd name="T7" fmla="*/ 1 h 73"/>
                <a:gd name="T8" fmla="*/ 6 w 74"/>
                <a:gd name="T9" fmla="*/ 0 h 73"/>
              </a:gdLst>
              <a:ahLst/>
              <a:cxnLst>
                <a:cxn ang="0">
                  <a:pos x="T0" y="T1"/>
                </a:cxn>
                <a:cxn ang="0">
                  <a:pos x="T2" y="T3"/>
                </a:cxn>
                <a:cxn ang="0">
                  <a:pos x="T4" y="T5"/>
                </a:cxn>
                <a:cxn ang="0">
                  <a:pos x="T6" y="T7"/>
                </a:cxn>
                <a:cxn ang="0">
                  <a:pos x="T8" y="T9"/>
                </a:cxn>
              </a:cxnLst>
              <a:rect l="0" t="0" r="r" b="b"/>
              <a:pathLst>
                <a:path w="74" h="73">
                  <a:moveTo>
                    <a:pt x="6" y="0"/>
                  </a:moveTo>
                  <a:lnTo>
                    <a:pt x="0" y="60"/>
                  </a:lnTo>
                  <a:lnTo>
                    <a:pt x="67" y="73"/>
                  </a:lnTo>
                  <a:lnTo>
                    <a:pt x="74" y="1"/>
                  </a:lnTo>
                  <a:lnTo>
                    <a:pt x="6" y="0"/>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2" name="Freeform 113"/>
            <p:cNvSpPr/>
            <p:nvPr>
              <p:custDataLst>
                <p:tags r:id="rId112"/>
              </p:custDataLst>
            </p:nvPr>
          </p:nvSpPr>
          <p:spPr bwMode="auto">
            <a:xfrm>
              <a:off x="9820275" y="6002338"/>
              <a:ext cx="131763" cy="82550"/>
            </a:xfrm>
            <a:custGeom>
              <a:avLst/>
              <a:gdLst>
                <a:gd name="T0" fmla="*/ 2 w 83"/>
                <a:gd name="T1" fmla="*/ 38 h 52"/>
                <a:gd name="T2" fmla="*/ 0 w 83"/>
                <a:gd name="T3" fmla="*/ 0 h 52"/>
                <a:gd name="T4" fmla="*/ 83 w 83"/>
                <a:gd name="T5" fmla="*/ 19 h 52"/>
                <a:gd name="T6" fmla="*/ 79 w 83"/>
                <a:gd name="T7" fmla="*/ 52 h 52"/>
                <a:gd name="T8" fmla="*/ 2 w 83"/>
                <a:gd name="T9" fmla="*/ 38 h 52"/>
              </a:gdLst>
              <a:ahLst/>
              <a:cxnLst>
                <a:cxn ang="0">
                  <a:pos x="T0" y="T1"/>
                </a:cxn>
                <a:cxn ang="0">
                  <a:pos x="T2" y="T3"/>
                </a:cxn>
                <a:cxn ang="0">
                  <a:pos x="T4" y="T5"/>
                </a:cxn>
                <a:cxn ang="0">
                  <a:pos x="T6" y="T7"/>
                </a:cxn>
                <a:cxn ang="0">
                  <a:pos x="T8" y="T9"/>
                </a:cxn>
              </a:cxnLst>
              <a:rect l="0" t="0" r="r" b="b"/>
              <a:pathLst>
                <a:path w="83" h="52">
                  <a:moveTo>
                    <a:pt x="2" y="38"/>
                  </a:moveTo>
                  <a:lnTo>
                    <a:pt x="0" y="0"/>
                  </a:lnTo>
                  <a:lnTo>
                    <a:pt x="83" y="19"/>
                  </a:lnTo>
                  <a:lnTo>
                    <a:pt x="79" y="52"/>
                  </a:lnTo>
                  <a:lnTo>
                    <a:pt x="2" y="38"/>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3" name="Freeform 114"/>
            <p:cNvSpPr/>
            <p:nvPr>
              <p:custDataLst>
                <p:tags r:id="rId113"/>
              </p:custDataLst>
            </p:nvPr>
          </p:nvSpPr>
          <p:spPr bwMode="auto">
            <a:xfrm>
              <a:off x="9545638" y="6059488"/>
              <a:ext cx="438150" cy="220663"/>
            </a:xfrm>
            <a:custGeom>
              <a:avLst/>
              <a:gdLst>
                <a:gd name="T0" fmla="*/ 138 w 230"/>
                <a:gd name="T1" fmla="*/ 0 h 116"/>
                <a:gd name="T2" fmla="*/ 117 w 230"/>
                <a:gd name="T3" fmla="*/ 58 h 116"/>
                <a:gd name="T4" fmla="*/ 17 w 230"/>
                <a:gd name="T5" fmla="*/ 94 h 116"/>
                <a:gd name="T6" fmla="*/ 14 w 230"/>
                <a:gd name="T7" fmla="*/ 116 h 116"/>
                <a:gd name="T8" fmla="*/ 110 w 230"/>
                <a:gd name="T9" fmla="*/ 116 h 116"/>
                <a:gd name="T10" fmla="*/ 171 w 230"/>
                <a:gd name="T11" fmla="*/ 102 h 116"/>
                <a:gd name="T12" fmla="*/ 182 w 230"/>
                <a:gd name="T13" fmla="*/ 116 h 116"/>
                <a:gd name="T14" fmla="*/ 230 w 230"/>
                <a:gd name="T15" fmla="*/ 110 h 116"/>
                <a:gd name="T16" fmla="*/ 215 w 230"/>
                <a:gd name="T17" fmla="*/ 13 h 116"/>
                <a:gd name="T18" fmla="*/ 138 w 230"/>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0" h="116">
                  <a:moveTo>
                    <a:pt x="138" y="0"/>
                  </a:moveTo>
                  <a:cubicBezTo>
                    <a:pt x="117" y="58"/>
                    <a:pt x="117" y="58"/>
                    <a:pt x="117" y="58"/>
                  </a:cubicBezTo>
                  <a:cubicBezTo>
                    <a:pt x="17" y="94"/>
                    <a:pt x="17" y="94"/>
                    <a:pt x="17" y="94"/>
                  </a:cubicBezTo>
                  <a:cubicBezTo>
                    <a:pt x="2" y="94"/>
                    <a:pt x="0" y="113"/>
                    <a:pt x="14" y="116"/>
                  </a:cubicBezTo>
                  <a:cubicBezTo>
                    <a:pt x="110" y="116"/>
                    <a:pt x="110" y="116"/>
                    <a:pt x="110" y="116"/>
                  </a:cubicBezTo>
                  <a:cubicBezTo>
                    <a:pt x="171" y="102"/>
                    <a:pt x="171" y="102"/>
                    <a:pt x="171" y="102"/>
                  </a:cubicBezTo>
                  <a:cubicBezTo>
                    <a:pt x="182" y="116"/>
                    <a:pt x="182" y="116"/>
                    <a:pt x="182" y="116"/>
                  </a:cubicBezTo>
                  <a:cubicBezTo>
                    <a:pt x="230" y="110"/>
                    <a:pt x="230" y="110"/>
                    <a:pt x="230" y="110"/>
                  </a:cubicBezTo>
                  <a:cubicBezTo>
                    <a:pt x="215" y="13"/>
                    <a:pt x="215" y="13"/>
                    <a:pt x="215" y="13"/>
                  </a:cubicBezTo>
                  <a:lnTo>
                    <a:pt x="138" y="0"/>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4" name="Freeform 115"/>
            <p:cNvSpPr/>
            <p:nvPr>
              <p:custDataLst>
                <p:tags r:id="rId114"/>
              </p:custDataLst>
            </p:nvPr>
          </p:nvSpPr>
          <p:spPr bwMode="auto">
            <a:xfrm>
              <a:off x="10088563" y="3511550"/>
              <a:ext cx="377825" cy="169863"/>
            </a:xfrm>
            <a:custGeom>
              <a:avLst/>
              <a:gdLst>
                <a:gd name="T0" fmla="*/ 58 w 198"/>
                <a:gd name="T1" fmla="*/ 11 h 89"/>
                <a:gd name="T2" fmla="*/ 56 w 198"/>
                <a:gd name="T3" fmla="*/ 35 h 89"/>
                <a:gd name="T4" fmla="*/ 11 w 198"/>
                <a:gd name="T5" fmla="*/ 86 h 89"/>
                <a:gd name="T6" fmla="*/ 0 w 198"/>
                <a:gd name="T7" fmla="*/ 89 h 89"/>
                <a:gd name="T8" fmla="*/ 198 w 198"/>
                <a:gd name="T9" fmla="*/ 89 h 89"/>
                <a:gd name="T10" fmla="*/ 172 w 198"/>
                <a:gd name="T11" fmla="*/ 88 h 89"/>
                <a:gd name="T12" fmla="*/ 132 w 198"/>
                <a:gd name="T13" fmla="*/ 29 h 89"/>
                <a:gd name="T14" fmla="*/ 135 w 198"/>
                <a:gd name="T15" fmla="*/ 0 h 89"/>
                <a:gd name="T16" fmla="*/ 58 w 198"/>
                <a:gd name="T17" fmla="*/ 11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8" h="89">
                  <a:moveTo>
                    <a:pt x="58" y="11"/>
                  </a:moveTo>
                  <a:cubicBezTo>
                    <a:pt x="56" y="35"/>
                    <a:pt x="56" y="35"/>
                    <a:pt x="56" y="35"/>
                  </a:cubicBezTo>
                  <a:cubicBezTo>
                    <a:pt x="53" y="59"/>
                    <a:pt x="36" y="79"/>
                    <a:pt x="11" y="86"/>
                  </a:cubicBezTo>
                  <a:cubicBezTo>
                    <a:pt x="0" y="89"/>
                    <a:pt x="0" y="89"/>
                    <a:pt x="0" y="89"/>
                  </a:cubicBezTo>
                  <a:cubicBezTo>
                    <a:pt x="198" y="89"/>
                    <a:pt x="198" y="89"/>
                    <a:pt x="198" y="89"/>
                  </a:cubicBezTo>
                  <a:cubicBezTo>
                    <a:pt x="172" y="88"/>
                    <a:pt x="172" y="88"/>
                    <a:pt x="172" y="88"/>
                  </a:cubicBezTo>
                  <a:cubicBezTo>
                    <a:pt x="146" y="79"/>
                    <a:pt x="130" y="55"/>
                    <a:pt x="132" y="29"/>
                  </a:cubicBezTo>
                  <a:cubicBezTo>
                    <a:pt x="135" y="0"/>
                    <a:pt x="135" y="0"/>
                    <a:pt x="135" y="0"/>
                  </a:cubicBezTo>
                  <a:lnTo>
                    <a:pt x="58" y="11"/>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5" name="Freeform 116"/>
            <p:cNvSpPr/>
            <p:nvPr>
              <p:custDataLst>
                <p:tags r:id="rId115"/>
              </p:custDataLst>
            </p:nvPr>
          </p:nvSpPr>
          <p:spPr bwMode="auto">
            <a:xfrm>
              <a:off x="9785350" y="4703763"/>
              <a:ext cx="693738" cy="1276350"/>
            </a:xfrm>
            <a:custGeom>
              <a:avLst/>
              <a:gdLst>
                <a:gd name="T0" fmla="*/ 364 w 364"/>
                <a:gd name="T1" fmla="*/ 42 h 671"/>
                <a:gd name="T2" fmla="*/ 314 w 364"/>
                <a:gd name="T3" fmla="*/ 671 h 671"/>
                <a:gd name="T4" fmla="*/ 235 w 364"/>
                <a:gd name="T5" fmla="*/ 671 h 671"/>
                <a:gd name="T6" fmla="*/ 219 w 364"/>
                <a:gd name="T7" fmla="*/ 159 h 671"/>
                <a:gd name="T8" fmla="*/ 145 w 364"/>
                <a:gd name="T9" fmla="*/ 372 h 671"/>
                <a:gd name="T10" fmla="*/ 88 w 364"/>
                <a:gd name="T11" fmla="*/ 671 h 671"/>
                <a:gd name="T12" fmla="*/ 0 w 364"/>
                <a:gd name="T13" fmla="*/ 671 h 671"/>
                <a:gd name="T14" fmla="*/ 48 w 364"/>
                <a:gd name="T15" fmla="*/ 329 h 671"/>
                <a:gd name="T16" fmla="*/ 75 w 364"/>
                <a:gd name="T17" fmla="*/ 25 h 671"/>
                <a:gd name="T18" fmla="*/ 344 w 364"/>
                <a:gd name="T19" fmla="*/ 34 h 671"/>
                <a:gd name="T20" fmla="*/ 364 w 364"/>
                <a:gd name="T21" fmla="*/ 42 h 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671">
                  <a:moveTo>
                    <a:pt x="364" y="42"/>
                  </a:moveTo>
                  <a:cubicBezTo>
                    <a:pt x="314" y="671"/>
                    <a:pt x="314" y="671"/>
                    <a:pt x="314" y="671"/>
                  </a:cubicBezTo>
                  <a:cubicBezTo>
                    <a:pt x="235" y="671"/>
                    <a:pt x="235" y="671"/>
                    <a:pt x="235" y="671"/>
                  </a:cubicBezTo>
                  <a:cubicBezTo>
                    <a:pt x="219" y="159"/>
                    <a:pt x="219" y="159"/>
                    <a:pt x="219" y="159"/>
                  </a:cubicBezTo>
                  <a:cubicBezTo>
                    <a:pt x="145" y="372"/>
                    <a:pt x="145" y="372"/>
                    <a:pt x="145" y="372"/>
                  </a:cubicBezTo>
                  <a:cubicBezTo>
                    <a:pt x="88" y="671"/>
                    <a:pt x="88" y="671"/>
                    <a:pt x="88" y="671"/>
                  </a:cubicBezTo>
                  <a:cubicBezTo>
                    <a:pt x="0" y="671"/>
                    <a:pt x="0" y="671"/>
                    <a:pt x="0" y="671"/>
                  </a:cubicBezTo>
                  <a:cubicBezTo>
                    <a:pt x="48" y="329"/>
                    <a:pt x="48" y="329"/>
                    <a:pt x="48" y="329"/>
                  </a:cubicBezTo>
                  <a:cubicBezTo>
                    <a:pt x="75" y="25"/>
                    <a:pt x="75" y="25"/>
                    <a:pt x="75" y="25"/>
                  </a:cubicBezTo>
                  <a:cubicBezTo>
                    <a:pt x="163" y="0"/>
                    <a:pt x="258" y="3"/>
                    <a:pt x="344" y="34"/>
                  </a:cubicBezTo>
                  <a:lnTo>
                    <a:pt x="364" y="42"/>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6" name="Freeform 117"/>
            <p:cNvSpPr/>
            <p:nvPr>
              <p:custDataLst>
                <p:tags r:id="rId116"/>
              </p:custDataLst>
            </p:nvPr>
          </p:nvSpPr>
          <p:spPr bwMode="auto">
            <a:xfrm>
              <a:off x="9958388" y="3051175"/>
              <a:ext cx="509588" cy="549275"/>
            </a:xfrm>
            <a:custGeom>
              <a:avLst/>
              <a:gdLst>
                <a:gd name="T0" fmla="*/ 0 w 267"/>
                <a:gd name="T1" fmla="*/ 21 h 288"/>
                <a:gd name="T2" fmla="*/ 86 w 267"/>
                <a:gd name="T3" fmla="*/ 239 h 288"/>
                <a:gd name="T4" fmla="*/ 257 w 267"/>
                <a:gd name="T5" fmla="*/ 204 h 288"/>
                <a:gd name="T6" fmla="*/ 236 w 267"/>
                <a:gd name="T7" fmla="*/ 0 h 288"/>
                <a:gd name="T8" fmla="*/ 0 w 267"/>
                <a:gd name="T9" fmla="*/ 21 h 288"/>
              </a:gdLst>
              <a:ahLst/>
              <a:cxnLst>
                <a:cxn ang="0">
                  <a:pos x="T0" y="T1"/>
                </a:cxn>
                <a:cxn ang="0">
                  <a:pos x="T2" y="T3"/>
                </a:cxn>
                <a:cxn ang="0">
                  <a:pos x="T4" y="T5"/>
                </a:cxn>
                <a:cxn ang="0">
                  <a:pos x="T6" y="T7"/>
                </a:cxn>
                <a:cxn ang="0">
                  <a:pos x="T8" y="T9"/>
                </a:cxn>
              </a:cxnLst>
              <a:rect l="0" t="0" r="r" b="b"/>
              <a:pathLst>
                <a:path w="267" h="288">
                  <a:moveTo>
                    <a:pt x="0" y="21"/>
                  </a:moveTo>
                  <a:cubicBezTo>
                    <a:pt x="0" y="21"/>
                    <a:pt x="26" y="190"/>
                    <a:pt x="86" y="239"/>
                  </a:cubicBezTo>
                  <a:cubicBezTo>
                    <a:pt x="147" y="288"/>
                    <a:pt x="248" y="240"/>
                    <a:pt x="257" y="204"/>
                  </a:cubicBezTo>
                  <a:cubicBezTo>
                    <a:pt x="267" y="168"/>
                    <a:pt x="236" y="0"/>
                    <a:pt x="236" y="0"/>
                  </a:cubicBezTo>
                  <a:lnTo>
                    <a:pt x="0" y="21"/>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7" name="Freeform 118"/>
            <p:cNvSpPr/>
            <p:nvPr>
              <p:custDataLst>
                <p:tags r:id="rId117"/>
              </p:custDataLst>
            </p:nvPr>
          </p:nvSpPr>
          <p:spPr bwMode="auto">
            <a:xfrm>
              <a:off x="10431463" y="3195638"/>
              <a:ext cx="80963" cy="169863"/>
            </a:xfrm>
            <a:custGeom>
              <a:avLst/>
              <a:gdLst>
                <a:gd name="T0" fmla="*/ 11 w 42"/>
                <a:gd name="T1" fmla="*/ 89 h 89"/>
                <a:gd name="T2" fmla="*/ 18 w 42"/>
                <a:gd name="T3" fmla="*/ 87 h 89"/>
                <a:gd name="T4" fmla="*/ 25 w 42"/>
                <a:gd name="T5" fmla="*/ 32 h 89"/>
                <a:gd name="T6" fmla="*/ 0 w 42"/>
                <a:gd name="T7" fmla="*/ 0 h 89"/>
                <a:gd name="T8" fmla="*/ 11 w 42"/>
                <a:gd name="T9" fmla="*/ 89 h 89"/>
              </a:gdLst>
              <a:ahLst/>
              <a:cxnLst>
                <a:cxn ang="0">
                  <a:pos x="T0" y="T1"/>
                </a:cxn>
                <a:cxn ang="0">
                  <a:pos x="T2" y="T3"/>
                </a:cxn>
                <a:cxn ang="0">
                  <a:pos x="T4" y="T5"/>
                </a:cxn>
                <a:cxn ang="0">
                  <a:pos x="T6" y="T7"/>
                </a:cxn>
                <a:cxn ang="0">
                  <a:pos x="T8" y="T9"/>
                </a:cxn>
              </a:cxnLst>
              <a:rect l="0" t="0" r="r" b="b"/>
              <a:pathLst>
                <a:path w="42" h="89">
                  <a:moveTo>
                    <a:pt x="11" y="89"/>
                  </a:moveTo>
                  <a:cubicBezTo>
                    <a:pt x="13" y="89"/>
                    <a:pt x="15" y="88"/>
                    <a:pt x="18" y="87"/>
                  </a:cubicBezTo>
                  <a:cubicBezTo>
                    <a:pt x="42" y="76"/>
                    <a:pt x="37" y="54"/>
                    <a:pt x="25" y="32"/>
                  </a:cubicBezTo>
                  <a:cubicBezTo>
                    <a:pt x="17" y="17"/>
                    <a:pt x="17" y="2"/>
                    <a:pt x="0" y="0"/>
                  </a:cubicBezTo>
                  <a:lnTo>
                    <a:pt x="11" y="89"/>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8" name="Freeform 119"/>
            <p:cNvSpPr/>
            <p:nvPr>
              <p:custDataLst>
                <p:tags r:id="rId118"/>
              </p:custDataLst>
            </p:nvPr>
          </p:nvSpPr>
          <p:spPr bwMode="auto">
            <a:xfrm>
              <a:off x="9947275" y="2828925"/>
              <a:ext cx="631825" cy="403225"/>
            </a:xfrm>
            <a:custGeom>
              <a:avLst/>
              <a:gdLst>
                <a:gd name="T0" fmla="*/ 47 w 331"/>
                <a:gd name="T1" fmla="*/ 191 h 212"/>
                <a:gd name="T2" fmla="*/ 6 w 331"/>
                <a:gd name="T3" fmla="*/ 128 h 212"/>
                <a:gd name="T4" fmla="*/ 60 w 331"/>
                <a:gd name="T5" fmla="*/ 50 h 212"/>
                <a:gd name="T6" fmla="*/ 189 w 331"/>
                <a:gd name="T7" fmla="*/ 36 h 212"/>
                <a:gd name="T8" fmla="*/ 241 w 331"/>
                <a:gd name="T9" fmla="*/ 16 h 212"/>
                <a:gd name="T10" fmla="*/ 314 w 331"/>
                <a:gd name="T11" fmla="*/ 41 h 212"/>
                <a:gd name="T12" fmla="*/ 290 w 331"/>
                <a:gd name="T13" fmla="*/ 151 h 212"/>
                <a:gd name="T14" fmla="*/ 98 w 331"/>
                <a:gd name="T15" fmla="*/ 201 h 212"/>
                <a:gd name="T16" fmla="*/ 47 w 331"/>
                <a:gd name="T17" fmla="*/ 191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1" h="212">
                  <a:moveTo>
                    <a:pt x="47" y="191"/>
                  </a:moveTo>
                  <a:cubicBezTo>
                    <a:pt x="18" y="183"/>
                    <a:pt x="0" y="155"/>
                    <a:pt x="6" y="128"/>
                  </a:cubicBezTo>
                  <a:cubicBezTo>
                    <a:pt x="12" y="105"/>
                    <a:pt x="20" y="67"/>
                    <a:pt x="60" y="50"/>
                  </a:cubicBezTo>
                  <a:cubicBezTo>
                    <a:pt x="136" y="18"/>
                    <a:pt x="164" y="36"/>
                    <a:pt x="189" y="36"/>
                  </a:cubicBezTo>
                  <a:cubicBezTo>
                    <a:pt x="214" y="36"/>
                    <a:pt x="227" y="22"/>
                    <a:pt x="241" y="16"/>
                  </a:cubicBezTo>
                  <a:cubicBezTo>
                    <a:pt x="274" y="0"/>
                    <a:pt x="304" y="27"/>
                    <a:pt x="314" y="41"/>
                  </a:cubicBezTo>
                  <a:cubicBezTo>
                    <a:pt x="324" y="55"/>
                    <a:pt x="331" y="123"/>
                    <a:pt x="290" y="151"/>
                  </a:cubicBezTo>
                  <a:cubicBezTo>
                    <a:pt x="249" y="179"/>
                    <a:pt x="171" y="212"/>
                    <a:pt x="98" y="201"/>
                  </a:cubicBezTo>
                  <a:cubicBezTo>
                    <a:pt x="76" y="198"/>
                    <a:pt x="59" y="195"/>
                    <a:pt x="47" y="191"/>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 name="Freeform 120"/>
            <p:cNvSpPr/>
            <p:nvPr>
              <p:custDataLst>
                <p:tags r:id="rId119"/>
              </p:custDataLst>
            </p:nvPr>
          </p:nvSpPr>
          <p:spPr bwMode="auto">
            <a:xfrm>
              <a:off x="9967913" y="3265488"/>
              <a:ext cx="98425" cy="173038"/>
            </a:xfrm>
            <a:custGeom>
              <a:avLst/>
              <a:gdLst>
                <a:gd name="T0" fmla="*/ 51 w 51"/>
                <a:gd name="T1" fmla="*/ 91 h 91"/>
                <a:gd name="T2" fmla="*/ 43 w 51"/>
                <a:gd name="T3" fmla="*/ 91 h 91"/>
                <a:gd name="T4" fmla="*/ 11 w 51"/>
                <a:gd name="T5" fmla="*/ 46 h 91"/>
                <a:gd name="T6" fmla="*/ 15 w 51"/>
                <a:gd name="T7" fmla="*/ 0 h 91"/>
                <a:gd name="T8" fmla="*/ 51 w 51"/>
                <a:gd name="T9" fmla="*/ 91 h 91"/>
              </a:gdLst>
              <a:ahLst/>
              <a:cxnLst>
                <a:cxn ang="0">
                  <a:pos x="T0" y="T1"/>
                </a:cxn>
                <a:cxn ang="0">
                  <a:pos x="T2" y="T3"/>
                </a:cxn>
                <a:cxn ang="0">
                  <a:pos x="T4" y="T5"/>
                </a:cxn>
                <a:cxn ang="0">
                  <a:pos x="T6" y="T7"/>
                </a:cxn>
                <a:cxn ang="0">
                  <a:pos x="T8" y="T9"/>
                </a:cxn>
              </a:cxnLst>
              <a:rect l="0" t="0" r="r" b="b"/>
              <a:pathLst>
                <a:path w="51" h="91">
                  <a:moveTo>
                    <a:pt x="51" y="91"/>
                  </a:moveTo>
                  <a:cubicBezTo>
                    <a:pt x="48" y="91"/>
                    <a:pt x="46" y="91"/>
                    <a:pt x="43" y="91"/>
                  </a:cubicBezTo>
                  <a:cubicBezTo>
                    <a:pt x="14" y="91"/>
                    <a:pt x="11" y="73"/>
                    <a:pt x="11" y="46"/>
                  </a:cubicBezTo>
                  <a:cubicBezTo>
                    <a:pt x="11" y="28"/>
                    <a:pt x="0" y="9"/>
                    <a:pt x="15" y="0"/>
                  </a:cubicBezTo>
                  <a:lnTo>
                    <a:pt x="51" y="91"/>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 name="Freeform 121"/>
            <p:cNvSpPr/>
            <p:nvPr>
              <p:custDataLst>
                <p:tags r:id="rId120"/>
              </p:custDataLst>
            </p:nvPr>
          </p:nvSpPr>
          <p:spPr bwMode="auto">
            <a:xfrm>
              <a:off x="10571163" y="2892425"/>
              <a:ext cx="228600" cy="712788"/>
            </a:xfrm>
            <a:custGeom>
              <a:avLst/>
              <a:gdLst>
                <a:gd name="T0" fmla="*/ 0 w 144"/>
                <a:gd name="T1" fmla="*/ 384 h 449"/>
                <a:gd name="T2" fmla="*/ 72 w 144"/>
                <a:gd name="T3" fmla="*/ 281 h 449"/>
                <a:gd name="T4" fmla="*/ 63 w 144"/>
                <a:gd name="T5" fmla="*/ 7 h 449"/>
                <a:gd name="T6" fmla="*/ 110 w 144"/>
                <a:gd name="T7" fmla="*/ 0 h 449"/>
                <a:gd name="T8" fmla="*/ 144 w 144"/>
                <a:gd name="T9" fmla="*/ 284 h 449"/>
                <a:gd name="T10" fmla="*/ 86 w 144"/>
                <a:gd name="T11" fmla="*/ 449 h 449"/>
                <a:gd name="T12" fmla="*/ 0 w 144"/>
                <a:gd name="T13" fmla="*/ 384 h 449"/>
              </a:gdLst>
              <a:ahLst/>
              <a:cxnLst>
                <a:cxn ang="0">
                  <a:pos x="T0" y="T1"/>
                </a:cxn>
                <a:cxn ang="0">
                  <a:pos x="T2" y="T3"/>
                </a:cxn>
                <a:cxn ang="0">
                  <a:pos x="T4" y="T5"/>
                </a:cxn>
                <a:cxn ang="0">
                  <a:pos x="T6" y="T7"/>
                </a:cxn>
                <a:cxn ang="0">
                  <a:pos x="T8" y="T9"/>
                </a:cxn>
                <a:cxn ang="0">
                  <a:pos x="T10" y="T11"/>
                </a:cxn>
                <a:cxn ang="0">
                  <a:pos x="T12" y="T13"/>
                </a:cxn>
              </a:cxnLst>
              <a:rect l="0" t="0" r="r" b="b"/>
              <a:pathLst>
                <a:path w="144" h="449">
                  <a:moveTo>
                    <a:pt x="0" y="384"/>
                  </a:moveTo>
                  <a:lnTo>
                    <a:pt x="72" y="281"/>
                  </a:lnTo>
                  <a:lnTo>
                    <a:pt x="63" y="7"/>
                  </a:lnTo>
                  <a:lnTo>
                    <a:pt x="110" y="0"/>
                  </a:lnTo>
                  <a:lnTo>
                    <a:pt x="144" y="284"/>
                  </a:lnTo>
                  <a:lnTo>
                    <a:pt x="86" y="449"/>
                  </a:lnTo>
                  <a:lnTo>
                    <a:pt x="0" y="384"/>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1" name="Freeform 122"/>
            <p:cNvSpPr/>
            <p:nvPr>
              <p:custDataLst>
                <p:tags r:id="rId121"/>
              </p:custDataLst>
            </p:nvPr>
          </p:nvSpPr>
          <p:spPr bwMode="auto">
            <a:xfrm>
              <a:off x="9659938" y="2908300"/>
              <a:ext cx="228600" cy="714375"/>
            </a:xfrm>
            <a:custGeom>
              <a:avLst/>
              <a:gdLst>
                <a:gd name="T0" fmla="*/ 144 w 144"/>
                <a:gd name="T1" fmla="*/ 385 h 450"/>
                <a:gd name="T2" fmla="*/ 72 w 144"/>
                <a:gd name="T3" fmla="*/ 282 h 450"/>
                <a:gd name="T4" fmla="*/ 80 w 144"/>
                <a:gd name="T5" fmla="*/ 8 h 450"/>
                <a:gd name="T6" fmla="*/ 34 w 144"/>
                <a:gd name="T7" fmla="*/ 0 h 450"/>
                <a:gd name="T8" fmla="*/ 0 w 144"/>
                <a:gd name="T9" fmla="*/ 285 h 450"/>
                <a:gd name="T10" fmla="*/ 58 w 144"/>
                <a:gd name="T11" fmla="*/ 450 h 450"/>
                <a:gd name="T12" fmla="*/ 144 w 144"/>
                <a:gd name="T13" fmla="*/ 385 h 450"/>
              </a:gdLst>
              <a:ahLst/>
              <a:cxnLst>
                <a:cxn ang="0">
                  <a:pos x="T0" y="T1"/>
                </a:cxn>
                <a:cxn ang="0">
                  <a:pos x="T2" y="T3"/>
                </a:cxn>
                <a:cxn ang="0">
                  <a:pos x="T4" y="T5"/>
                </a:cxn>
                <a:cxn ang="0">
                  <a:pos x="T6" y="T7"/>
                </a:cxn>
                <a:cxn ang="0">
                  <a:pos x="T8" y="T9"/>
                </a:cxn>
                <a:cxn ang="0">
                  <a:pos x="T10" y="T11"/>
                </a:cxn>
                <a:cxn ang="0">
                  <a:pos x="T12" y="T13"/>
                </a:cxn>
              </a:cxnLst>
              <a:rect l="0" t="0" r="r" b="b"/>
              <a:pathLst>
                <a:path w="144" h="450">
                  <a:moveTo>
                    <a:pt x="144" y="385"/>
                  </a:moveTo>
                  <a:lnTo>
                    <a:pt x="72" y="282"/>
                  </a:lnTo>
                  <a:lnTo>
                    <a:pt x="80" y="8"/>
                  </a:lnTo>
                  <a:lnTo>
                    <a:pt x="34" y="0"/>
                  </a:lnTo>
                  <a:lnTo>
                    <a:pt x="0" y="285"/>
                  </a:lnTo>
                  <a:lnTo>
                    <a:pt x="58" y="450"/>
                  </a:lnTo>
                  <a:lnTo>
                    <a:pt x="144" y="385"/>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2" name="Freeform 123"/>
            <p:cNvSpPr/>
            <p:nvPr>
              <p:custDataLst>
                <p:tags r:id="rId122"/>
              </p:custDataLst>
            </p:nvPr>
          </p:nvSpPr>
          <p:spPr bwMode="auto">
            <a:xfrm>
              <a:off x="9894888" y="3951288"/>
              <a:ext cx="727075" cy="890588"/>
            </a:xfrm>
            <a:custGeom>
              <a:avLst/>
              <a:gdLst>
                <a:gd name="T0" fmla="*/ 350 w 382"/>
                <a:gd name="T1" fmla="*/ 34 h 468"/>
                <a:gd name="T2" fmla="*/ 55 w 382"/>
                <a:gd name="T3" fmla="*/ 0 h 468"/>
                <a:gd name="T4" fmla="*/ 0 w 382"/>
                <a:gd name="T5" fmla="*/ 445 h 468"/>
                <a:gd name="T6" fmla="*/ 10 w 382"/>
                <a:gd name="T7" fmla="*/ 446 h 468"/>
                <a:gd name="T8" fmla="*/ 48 w 382"/>
                <a:gd name="T9" fmla="*/ 421 h 468"/>
                <a:gd name="T10" fmla="*/ 76 w 382"/>
                <a:gd name="T11" fmla="*/ 414 h 468"/>
                <a:gd name="T12" fmla="*/ 119 w 382"/>
                <a:gd name="T13" fmla="*/ 404 h 468"/>
                <a:gd name="T14" fmla="*/ 163 w 382"/>
                <a:gd name="T15" fmla="*/ 405 h 468"/>
                <a:gd name="T16" fmla="*/ 259 w 382"/>
                <a:gd name="T17" fmla="*/ 422 h 468"/>
                <a:gd name="T18" fmla="*/ 271 w 382"/>
                <a:gd name="T19" fmla="*/ 427 h 468"/>
                <a:gd name="T20" fmla="*/ 274 w 382"/>
                <a:gd name="T21" fmla="*/ 427 h 468"/>
                <a:gd name="T22" fmla="*/ 320 w 382"/>
                <a:gd name="T23" fmla="*/ 464 h 468"/>
                <a:gd name="T24" fmla="*/ 382 w 382"/>
                <a:gd name="T25" fmla="*/ 468 h 468"/>
                <a:gd name="T26" fmla="*/ 350 w 382"/>
                <a:gd name="T27" fmla="*/ 34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82" h="468">
                  <a:moveTo>
                    <a:pt x="350" y="34"/>
                  </a:moveTo>
                  <a:cubicBezTo>
                    <a:pt x="55" y="0"/>
                    <a:pt x="55" y="0"/>
                    <a:pt x="55" y="0"/>
                  </a:cubicBezTo>
                  <a:cubicBezTo>
                    <a:pt x="0" y="445"/>
                    <a:pt x="0" y="445"/>
                    <a:pt x="0" y="445"/>
                  </a:cubicBezTo>
                  <a:cubicBezTo>
                    <a:pt x="10" y="446"/>
                    <a:pt x="10" y="446"/>
                    <a:pt x="10" y="446"/>
                  </a:cubicBezTo>
                  <a:cubicBezTo>
                    <a:pt x="16" y="433"/>
                    <a:pt x="29" y="422"/>
                    <a:pt x="48" y="421"/>
                  </a:cubicBezTo>
                  <a:cubicBezTo>
                    <a:pt x="55" y="416"/>
                    <a:pt x="64" y="413"/>
                    <a:pt x="76" y="414"/>
                  </a:cubicBezTo>
                  <a:cubicBezTo>
                    <a:pt x="91" y="414"/>
                    <a:pt x="103" y="404"/>
                    <a:pt x="119" y="404"/>
                  </a:cubicBezTo>
                  <a:cubicBezTo>
                    <a:pt x="134" y="404"/>
                    <a:pt x="149" y="405"/>
                    <a:pt x="163" y="405"/>
                  </a:cubicBezTo>
                  <a:cubicBezTo>
                    <a:pt x="195" y="406"/>
                    <a:pt x="228" y="413"/>
                    <a:pt x="259" y="422"/>
                  </a:cubicBezTo>
                  <a:cubicBezTo>
                    <a:pt x="263" y="423"/>
                    <a:pt x="268" y="425"/>
                    <a:pt x="271" y="427"/>
                  </a:cubicBezTo>
                  <a:cubicBezTo>
                    <a:pt x="272" y="427"/>
                    <a:pt x="273" y="427"/>
                    <a:pt x="274" y="427"/>
                  </a:cubicBezTo>
                  <a:cubicBezTo>
                    <a:pt x="304" y="425"/>
                    <a:pt x="319" y="443"/>
                    <a:pt x="320" y="464"/>
                  </a:cubicBezTo>
                  <a:cubicBezTo>
                    <a:pt x="382" y="468"/>
                    <a:pt x="382" y="468"/>
                    <a:pt x="382" y="468"/>
                  </a:cubicBezTo>
                  <a:lnTo>
                    <a:pt x="350" y="34"/>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143" name="Freeform 124"/>
            <p:cNvSpPr/>
            <p:nvPr>
              <p:custDataLst>
                <p:tags r:id="rId123"/>
              </p:custDataLst>
            </p:nvPr>
          </p:nvSpPr>
          <p:spPr bwMode="auto">
            <a:xfrm>
              <a:off x="9739313" y="3460750"/>
              <a:ext cx="995363" cy="669925"/>
            </a:xfrm>
            <a:custGeom>
              <a:avLst/>
              <a:gdLst>
                <a:gd name="T0" fmla="*/ 0 w 522"/>
                <a:gd name="T1" fmla="*/ 85 h 352"/>
                <a:gd name="T2" fmla="*/ 127 w 522"/>
                <a:gd name="T3" fmla="*/ 331 h 352"/>
                <a:gd name="T4" fmla="*/ 435 w 522"/>
                <a:gd name="T5" fmla="*/ 352 h 352"/>
                <a:gd name="T6" fmla="*/ 522 w 522"/>
                <a:gd name="T7" fmla="*/ 67 h 352"/>
                <a:gd name="T8" fmla="*/ 431 w 522"/>
                <a:gd name="T9" fmla="*/ 0 h 352"/>
                <a:gd name="T10" fmla="*/ 380 w 522"/>
                <a:gd name="T11" fmla="*/ 75 h 352"/>
                <a:gd name="T12" fmla="*/ 309 w 522"/>
                <a:gd name="T13" fmla="*/ 112 h 352"/>
                <a:gd name="T14" fmla="*/ 221 w 522"/>
                <a:gd name="T15" fmla="*/ 112 h 352"/>
                <a:gd name="T16" fmla="*/ 168 w 522"/>
                <a:gd name="T17" fmla="*/ 95 h 352"/>
                <a:gd name="T18" fmla="*/ 81 w 522"/>
                <a:gd name="T19" fmla="*/ 19 h 352"/>
                <a:gd name="T20" fmla="*/ 0 w 522"/>
                <a:gd name="T21" fmla="*/ 85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2" h="352">
                  <a:moveTo>
                    <a:pt x="0" y="85"/>
                  </a:moveTo>
                  <a:cubicBezTo>
                    <a:pt x="127" y="331"/>
                    <a:pt x="127" y="331"/>
                    <a:pt x="127" y="331"/>
                  </a:cubicBezTo>
                  <a:cubicBezTo>
                    <a:pt x="435" y="352"/>
                    <a:pt x="435" y="352"/>
                    <a:pt x="435" y="352"/>
                  </a:cubicBezTo>
                  <a:cubicBezTo>
                    <a:pt x="522" y="67"/>
                    <a:pt x="522" y="67"/>
                    <a:pt x="522" y="67"/>
                  </a:cubicBezTo>
                  <a:cubicBezTo>
                    <a:pt x="431" y="0"/>
                    <a:pt x="431" y="0"/>
                    <a:pt x="431" y="0"/>
                  </a:cubicBezTo>
                  <a:cubicBezTo>
                    <a:pt x="380" y="75"/>
                    <a:pt x="380" y="75"/>
                    <a:pt x="380" y="75"/>
                  </a:cubicBezTo>
                  <a:cubicBezTo>
                    <a:pt x="365" y="98"/>
                    <a:pt x="338" y="112"/>
                    <a:pt x="309" y="112"/>
                  </a:cubicBezTo>
                  <a:cubicBezTo>
                    <a:pt x="221" y="112"/>
                    <a:pt x="221" y="112"/>
                    <a:pt x="221" y="112"/>
                  </a:cubicBezTo>
                  <a:cubicBezTo>
                    <a:pt x="202" y="112"/>
                    <a:pt x="183" y="106"/>
                    <a:pt x="168" y="95"/>
                  </a:cubicBezTo>
                  <a:cubicBezTo>
                    <a:pt x="81" y="19"/>
                    <a:pt x="81" y="19"/>
                    <a:pt x="81" y="19"/>
                  </a:cubicBezTo>
                  <a:lnTo>
                    <a:pt x="0" y="85"/>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144" name="Freeform 125"/>
            <p:cNvSpPr/>
            <p:nvPr>
              <p:custDataLst>
                <p:tags r:id="rId124"/>
              </p:custDataLst>
            </p:nvPr>
          </p:nvSpPr>
          <p:spPr bwMode="auto">
            <a:xfrm>
              <a:off x="9894888" y="4681538"/>
              <a:ext cx="736600" cy="203200"/>
            </a:xfrm>
            <a:custGeom>
              <a:avLst/>
              <a:gdLst>
                <a:gd name="T0" fmla="*/ 0 w 387"/>
                <a:gd name="T1" fmla="*/ 62 h 107"/>
                <a:gd name="T2" fmla="*/ 200 w 387"/>
                <a:gd name="T3" fmla="*/ 27 h 107"/>
                <a:gd name="T4" fmla="*/ 382 w 387"/>
                <a:gd name="T5" fmla="*/ 85 h 107"/>
                <a:gd name="T6" fmla="*/ 303 w 387"/>
                <a:gd name="T7" fmla="*/ 107 h 107"/>
                <a:gd name="T8" fmla="*/ 307 w 387"/>
                <a:gd name="T9" fmla="*/ 61 h 107"/>
                <a:gd name="T10" fmla="*/ 27 w 387"/>
                <a:gd name="T11" fmla="*/ 47 h 107"/>
                <a:gd name="T12" fmla="*/ 18 w 387"/>
                <a:gd name="T13" fmla="*/ 51 h 107"/>
                <a:gd name="T14" fmla="*/ 14 w 387"/>
                <a:gd name="T15" fmla="*/ 78 h 107"/>
                <a:gd name="T16" fmla="*/ 0 w 387"/>
                <a:gd name="T17" fmla="*/ 62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107">
                  <a:moveTo>
                    <a:pt x="0" y="62"/>
                  </a:moveTo>
                  <a:cubicBezTo>
                    <a:pt x="0" y="62"/>
                    <a:pt x="38" y="0"/>
                    <a:pt x="200" y="27"/>
                  </a:cubicBezTo>
                  <a:cubicBezTo>
                    <a:pt x="363" y="55"/>
                    <a:pt x="387" y="67"/>
                    <a:pt x="382" y="85"/>
                  </a:cubicBezTo>
                  <a:cubicBezTo>
                    <a:pt x="378" y="103"/>
                    <a:pt x="303" y="107"/>
                    <a:pt x="303" y="107"/>
                  </a:cubicBezTo>
                  <a:cubicBezTo>
                    <a:pt x="307" y="61"/>
                    <a:pt x="307" y="61"/>
                    <a:pt x="307" y="61"/>
                  </a:cubicBezTo>
                  <a:cubicBezTo>
                    <a:pt x="221" y="14"/>
                    <a:pt x="117" y="9"/>
                    <a:pt x="27" y="47"/>
                  </a:cubicBezTo>
                  <a:cubicBezTo>
                    <a:pt x="18" y="51"/>
                    <a:pt x="18" y="51"/>
                    <a:pt x="18" y="51"/>
                  </a:cubicBezTo>
                  <a:cubicBezTo>
                    <a:pt x="14" y="78"/>
                    <a:pt x="14" y="78"/>
                    <a:pt x="14" y="78"/>
                  </a:cubicBezTo>
                  <a:cubicBezTo>
                    <a:pt x="14" y="78"/>
                    <a:pt x="2" y="74"/>
                    <a:pt x="0" y="62"/>
                  </a:cubicBez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145" name="Freeform 126"/>
            <p:cNvSpPr/>
            <p:nvPr>
              <p:custDataLst>
                <p:tags r:id="rId125"/>
              </p:custDataLst>
            </p:nvPr>
          </p:nvSpPr>
          <p:spPr bwMode="auto">
            <a:xfrm>
              <a:off x="9529763" y="2322513"/>
              <a:ext cx="1355725" cy="525463"/>
            </a:xfrm>
            <a:custGeom>
              <a:avLst/>
              <a:gdLst>
                <a:gd name="T0" fmla="*/ 698 w 711"/>
                <a:gd name="T1" fmla="*/ 236 h 276"/>
                <a:gd name="T2" fmla="*/ 29 w 711"/>
                <a:gd name="T3" fmla="*/ 276 h 276"/>
                <a:gd name="T4" fmla="*/ 15 w 711"/>
                <a:gd name="T5" fmla="*/ 264 h 276"/>
                <a:gd name="T6" fmla="*/ 0 w 711"/>
                <a:gd name="T7" fmla="*/ 54 h 276"/>
                <a:gd name="T8" fmla="*/ 13 w 711"/>
                <a:gd name="T9" fmla="*/ 41 h 276"/>
                <a:gd name="T10" fmla="*/ 681 w 711"/>
                <a:gd name="T11" fmla="*/ 1 h 276"/>
                <a:gd name="T12" fmla="*/ 696 w 711"/>
                <a:gd name="T13" fmla="*/ 12 h 276"/>
                <a:gd name="T14" fmla="*/ 711 w 711"/>
                <a:gd name="T15" fmla="*/ 222 h 276"/>
                <a:gd name="T16" fmla="*/ 698 w 711"/>
                <a:gd name="T17" fmla="*/ 23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1" h="276">
                  <a:moveTo>
                    <a:pt x="698" y="236"/>
                  </a:moveTo>
                  <a:cubicBezTo>
                    <a:pt x="29" y="276"/>
                    <a:pt x="29" y="276"/>
                    <a:pt x="29" y="276"/>
                  </a:cubicBezTo>
                  <a:cubicBezTo>
                    <a:pt x="22" y="276"/>
                    <a:pt x="16" y="271"/>
                    <a:pt x="15" y="264"/>
                  </a:cubicBezTo>
                  <a:cubicBezTo>
                    <a:pt x="0" y="54"/>
                    <a:pt x="0" y="54"/>
                    <a:pt x="0" y="54"/>
                  </a:cubicBezTo>
                  <a:cubicBezTo>
                    <a:pt x="0" y="48"/>
                    <a:pt x="5" y="42"/>
                    <a:pt x="13" y="41"/>
                  </a:cubicBezTo>
                  <a:cubicBezTo>
                    <a:pt x="681" y="1"/>
                    <a:pt x="681" y="1"/>
                    <a:pt x="681" y="1"/>
                  </a:cubicBezTo>
                  <a:cubicBezTo>
                    <a:pt x="689" y="0"/>
                    <a:pt x="695" y="6"/>
                    <a:pt x="696" y="12"/>
                  </a:cubicBezTo>
                  <a:cubicBezTo>
                    <a:pt x="711" y="222"/>
                    <a:pt x="711" y="222"/>
                    <a:pt x="711" y="222"/>
                  </a:cubicBezTo>
                  <a:cubicBezTo>
                    <a:pt x="711" y="229"/>
                    <a:pt x="706" y="235"/>
                    <a:pt x="698" y="236"/>
                  </a:cubicBezTo>
                  <a:close/>
                </a:path>
              </a:pathLst>
            </a:custGeom>
            <a:solidFill>
              <a:srgbClr val="00D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6" name="Freeform 127"/>
            <p:cNvSpPr/>
            <p:nvPr>
              <p:custDataLst>
                <p:tags r:id="rId126"/>
              </p:custDataLst>
            </p:nvPr>
          </p:nvSpPr>
          <p:spPr bwMode="auto">
            <a:xfrm>
              <a:off x="9671050" y="2422525"/>
              <a:ext cx="1060450" cy="146050"/>
            </a:xfrm>
            <a:custGeom>
              <a:avLst/>
              <a:gdLst>
                <a:gd name="T0" fmla="*/ 668 w 668"/>
                <a:gd name="T1" fmla="*/ 52 h 92"/>
                <a:gd name="T2" fmla="*/ 4 w 668"/>
                <a:gd name="T3" fmla="*/ 92 h 92"/>
                <a:gd name="T4" fmla="*/ 0 w 668"/>
                <a:gd name="T5" fmla="*/ 39 h 92"/>
                <a:gd name="T6" fmla="*/ 664 w 668"/>
                <a:gd name="T7" fmla="*/ 0 h 92"/>
                <a:gd name="T8" fmla="*/ 668 w 668"/>
                <a:gd name="T9" fmla="*/ 52 h 92"/>
              </a:gdLst>
              <a:ahLst/>
              <a:cxnLst>
                <a:cxn ang="0">
                  <a:pos x="T0" y="T1"/>
                </a:cxn>
                <a:cxn ang="0">
                  <a:pos x="T2" y="T3"/>
                </a:cxn>
                <a:cxn ang="0">
                  <a:pos x="T4" y="T5"/>
                </a:cxn>
                <a:cxn ang="0">
                  <a:pos x="T6" y="T7"/>
                </a:cxn>
                <a:cxn ang="0">
                  <a:pos x="T8" y="T9"/>
                </a:cxn>
              </a:cxnLst>
              <a:rect l="0" t="0" r="r" b="b"/>
              <a:pathLst>
                <a:path w="668" h="92">
                  <a:moveTo>
                    <a:pt x="668" y="52"/>
                  </a:moveTo>
                  <a:lnTo>
                    <a:pt x="4" y="92"/>
                  </a:lnTo>
                  <a:lnTo>
                    <a:pt x="0" y="39"/>
                  </a:lnTo>
                  <a:lnTo>
                    <a:pt x="664" y="0"/>
                  </a:lnTo>
                  <a:lnTo>
                    <a:pt x="668" y="5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7" name="Freeform 128"/>
            <p:cNvSpPr/>
            <p:nvPr>
              <p:custDataLst>
                <p:tags r:id="rId127"/>
              </p:custDataLst>
            </p:nvPr>
          </p:nvSpPr>
          <p:spPr bwMode="auto">
            <a:xfrm>
              <a:off x="9682163" y="2598738"/>
              <a:ext cx="671513" cy="123825"/>
            </a:xfrm>
            <a:custGeom>
              <a:avLst/>
              <a:gdLst>
                <a:gd name="T0" fmla="*/ 423 w 423"/>
                <a:gd name="T1" fmla="*/ 53 h 78"/>
                <a:gd name="T2" fmla="*/ 4 w 423"/>
                <a:gd name="T3" fmla="*/ 78 h 78"/>
                <a:gd name="T4" fmla="*/ 0 w 423"/>
                <a:gd name="T5" fmla="*/ 25 h 78"/>
                <a:gd name="T6" fmla="*/ 419 w 423"/>
                <a:gd name="T7" fmla="*/ 0 h 78"/>
                <a:gd name="T8" fmla="*/ 423 w 423"/>
                <a:gd name="T9" fmla="*/ 53 h 78"/>
              </a:gdLst>
              <a:ahLst/>
              <a:cxnLst>
                <a:cxn ang="0">
                  <a:pos x="T0" y="T1"/>
                </a:cxn>
                <a:cxn ang="0">
                  <a:pos x="T2" y="T3"/>
                </a:cxn>
                <a:cxn ang="0">
                  <a:pos x="T4" y="T5"/>
                </a:cxn>
                <a:cxn ang="0">
                  <a:pos x="T6" y="T7"/>
                </a:cxn>
                <a:cxn ang="0">
                  <a:pos x="T8" y="T9"/>
                </a:cxn>
              </a:cxnLst>
              <a:rect l="0" t="0" r="r" b="b"/>
              <a:pathLst>
                <a:path w="423" h="78">
                  <a:moveTo>
                    <a:pt x="423" y="53"/>
                  </a:moveTo>
                  <a:lnTo>
                    <a:pt x="4" y="78"/>
                  </a:lnTo>
                  <a:lnTo>
                    <a:pt x="0" y="25"/>
                  </a:lnTo>
                  <a:lnTo>
                    <a:pt x="419" y="0"/>
                  </a:lnTo>
                  <a:lnTo>
                    <a:pt x="423" y="5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8" name="Freeform 129"/>
            <p:cNvSpPr/>
            <p:nvPr>
              <p:custDataLst>
                <p:tags r:id="rId128"/>
              </p:custDataLst>
            </p:nvPr>
          </p:nvSpPr>
          <p:spPr bwMode="auto">
            <a:xfrm>
              <a:off x="10574338" y="2608263"/>
              <a:ext cx="195263" cy="338138"/>
            </a:xfrm>
            <a:custGeom>
              <a:avLst/>
              <a:gdLst>
                <a:gd name="T0" fmla="*/ 33 w 102"/>
                <a:gd name="T1" fmla="*/ 101 h 178"/>
                <a:gd name="T2" fmla="*/ 12 w 102"/>
                <a:gd name="T3" fmla="*/ 16 h 178"/>
                <a:gd name="T4" fmla="*/ 29 w 102"/>
                <a:gd name="T5" fmla="*/ 25 h 178"/>
                <a:gd name="T6" fmla="*/ 50 w 102"/>
                <a:gd name="T7" fmla="*/ 90 h 178"/>
                <a:gd name="T8" fmla="*/ 37 w 102"/>
                <a:gd name="T9" fmla="*/ 4 h 178"/>
                <a:gd name="T10" fmla="*/ 51 w 102"/>
                <a:gd name="T11" fmla="*/ 12 h 178"/>
                <a:gd name="T12" fmla="*/ 67 w 102"/>
                <a:gd name="T13" fmla="*/ 77 h 178"/>
                <a:gd name="T14" fmla="*/ 65 w 102"/>
                <a:gd name="T15" fmla="*/ 19 h 178"/>
                <a:gd name="T16" fmla="*/ 77 w 102"/>
                <a:gd name="T17" fmla="*/ 31 h 178"/>
                <a:gd name="T18" fmla="*/ 81 w 102"/>
                <a:gd name="T19" fmla="*/ 82 h 178"/>
                <a:gd name="T20" fmla="*/ 94 w 102"/>
                <a:gd name="T21" fmla="*/ 42 h 178"/>
                <a:gd name="T22" fmla="*/ 102 w 102"/>
                <a:gd name="T23" fmla="*/ 47 h 178"/>
                <a:gd name="T24" fmla="*/ 91 w 102"/>
                <a:gd name="T25" fmla="*/ 93 h 178"/>
                <a:gd name="T26" fmla="*/ 89 w 102"/>
                <a:gd name="T27" fmla="*/ 152 h 178"/>
                <a:gd name="T28" fmla="*/ 54 w 102"/>
                <a:gd name="T29" fmla="*/ 165 h 178"/>
                <a:gd name="T30" fmla="*/ 0 w 102"/>
                <a:gd name="T31" fmla="*/ 95 h 178"/>
                <a:gd name="T32" fmla="*/ 23 w 102"/>
                <a:gd name="T33" fmla="*/ 93 h 178"/>
                <a:gd name="T34" fmla="*/ 33 w 102"/>
                <a:gd name="T35" fmla="*/ 101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2" h="178">
                  <a:moveTo>
                    <a:pt x="33" y="101"/>
                  </a:moveTo>
                  <a:cubicBezTo>
                    <a:pt x="33" y="101"/>
                    <a:pt x="10" y="25"/>
                    <a:pt x="12" y="16"/>
                  </a:cubicBezTo>
                  <a:cubicBezTo>
                    <a:pt x="13" y="7"/>
                    <a:pt x="24" y="9"/>
                    <a:pt x="29" y="25"/>
                  </a:cubicBezTo>
                  <a:cubicBezTo>
                    <a:pt x="33" y="41"/>
                    <a:pt x="50" y="90"/>
                    <a:pt x="50" y="90"/>
                  </a:cubicBezTo>
                  <a:cubicBezTo>
                    <a:pt x="50" y="90"/>
                    <a:pt x="33" y="9"/>
                    <a:pt x="37" y="4"/>
                  </a:cubicBezTo>
                  <a:cubicBezTo>
                    <a:pt x="41" y="0"/>
                    <a:pt x="50" y="1"/>
                    <a:pt x="51" y="12"/>
                  </a:cubicBezTo>
                  <a:cubicBezTo>
                    <a:pt x="52" y="24"/>
                    <a:pt x="67" y="77"/>
                    <a:pt x="67" y="77"/>
                  </a:cubicBezTo>
                  <a:cubicBezTo>
                    <a:pt x="67" y="77"/>
                    <a:pt x="63" y="29"/>
                    <a:pt x="65" y="19"/>
                  </a:cubicBezTo>
                  <a:cubicBezTo>
                    <a:pt x="67" y="8"/>
                    <a:pt x="77" y="21"/>
                    <a:pt x="77" y="31"/>
                  </a:cubicBezTo>
                  <a:cubicBezTo>
                    <a:pt x="77" y="42"/>
                    <a:pt x="81" y="82"/>
                    <a:pt x="81" y="82"/>
                  </a:cubicBezTo>
                  <a:cubicBezTo>
                    <a:pt x="81" y="82"/>
                    <a:pt x="90" y="46"/>
                    <a:pt x="94" y="42"/>
                  </a:cubicBezTo>
                  <a:cubicBezTo>
                    <a:pt x="99" y="38"/>
                    <a:pt x="102" y="42"/>
                    <a:pt x="102" y="47"/>
                  </a:cubicBezTo>
                  <a:cubicBezTo>
                    <a:pt x="102" y="51"/>
                    <a:pt x="91" y="93"/>
                    <a:pt x="91" y="93"/>
                  </a:cubicBezTo>
                  <a:cubicBezTo>
                    <a:pt x="91" y="93"/>
                    <a:pt x="90" y="105"/>
                    <a:pt x="89" y="152"/>
                  </a:cubicBezTo>
                  <a:cubicBezTo>
                    <a:pt x="89" y="178"/>
                    <a:pt x="57" y="168"/>
                    <a:pt x="54" y="165"/>
                  </a:cubicBezTo>
                  <a:cubicBezTo>
                    <a:pt x="51" y="161"/>
                    <a:pt x="4" y="105"/>
                    <a:pt x="0" y="95"/>
                  </a:cubicBezTo>
                  <a:cubicBezTo>
                    <a:pt x="23" y="93"/>
                    <a:pt x="23" y="93"/>
                    <a:pt x="23" y="93"/>
                  </a:cubicBezTo>
                  <a:cubicBezTo>
                    <a:pt x="33" y="109"/>
                    <a:pt x="34" y="105"/>
                    <a:pt x="33" y="101"/>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9" name="Freeform 130"/>
            <p:cNvSpPr/>
            <p:nvPr>
              <p:custDataLst>
                <p:tags r:id="rId129"/>
              </p:custDataLst>
            </p:nvPr>
          </p:nvSpPr>
          <p:spPr bwMode="auto">
            <a:xfrm>
              <a:off x="9688513" y="2636838"/>
              <a:ext cx="187325" cy="341313"/>
            </a:xfrm>
            <a:custGeom>
              <a:avLst/>
              <a:gdLst>
                <a:gd name="T0" fmla="*/ 69 w 98"/>
                <a:gd name="T1" fmla="*/ 101 h 179"/>
                <a:gd name="T2" fmla="*/ 91 w 98"/>
                <a:gd name="T3" fmla="*/ 17 h 179"/>
                <a:gd name="T4" fmla="*/ 74 w 98"/>
                <a:gd name="T5" fmla="*/ 26 h 179"/>
                <a:gd name="T6" fmla="*/ 52 w 98"/>
                <a:gd name="T7" fmla="*/ 90 h 179"/>
                <a:gd name="T8" fmla="*/ 66 w 98"/>
                <a:gd name="T9" fmla="*/ 5 h 179"/>
                <a:gd name="T10" fmla="*/ 52 w 98"/>
                <a:gd name="T11" fmla="*/ 13 h 179"/>
                <a:gd name="T12" fmla="*/ 35 w 98"/>
                <a:gd name="T13" fmla="*/ 77 h 179"/>
                <a:gd name="T14" fmla="*/ 37 w 98"/>
                <a:gd name="T15" fmla="*/ 19 h 179"/>
                <a:gd name="T16" fmla="*/ 26 w 98"/>
                <a:gd name="T17" fmla="*/ 32 h 179"/>
                <a:gd name="T18" fmla="*/ 21 w 98"/>
                <a:gd name="T19" fmla="*/ 83 h 179"/>
                <a:gd name="T20" fmla="*/ 8 w 98"/>
                <a:gd name="T21" fmla="*/ 43 h 179"/>
                <a:gd name="T22" fmla="*/ 0 w 98"/>
                <a:gd name="T23" fmla="*/ 47 h 179"/>
                <a:gd name="T24" fmla="*/ 11 w 98"/>
                <a:gd name="T25" fmla="*/ 93 h 179"/>
                <a:gd name="T26" fmla="*/ 13 w 98"/>
                <a:gd name="T27" fmla="*/ 152 h 179"/>
                <a:gd name="T28" fmla="*/ 48 w 98"/>
                <a:gd name="T29" fmla="*/ 165 h 179"/>
                <a:gd name="T30" fmla="*/ 98 w 98"/>
                <a:gd name="T31" fmla="*/ 102 h 179"/>
                <a:gd name="T32" fmla="*/ 72 w 98"/>
                <a:gd name="T33" fmla="*/ 103 h 179"/>
                <a:gd name="T34" fmla="*/ 69 w 98"/>
                <a:gd name="T35" fmla="*/ 101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8" h="179">
                  <a:moveTo>
                    <a:pt x="69" y="101"/>
                  </a:moveTo>
                  <a:cubicBezTo>
                    <a:pt x="69" y="101"/>
                    <a:pt x="92" y="26"/>
                    <a:pt x="91" y="17"/>
                  </a:cubicBezTo>
                  <a:cubicBezTo>
                    <a:pt x="90" y="8"/>
                    <a:pt x="78" y="9"/>
                    <a:pt x="74" y="26"/>
                  </a:cubicBezTo>
                  <a:cubicBezTo>
                    <a:pt x="69" y="42"/>
                    <a:pt x="52" y="90"/>
                    <a:pt x="52" y="90"/>
                  </a:cubicBezTo>
                  <a:cubicBezTo>
                    <a:pt x="52" y="90"/>
                    <a:pt x="70" y="10"/>
                    <a:pt x="66" y="5"/>
                  </a:cubicBezTo>
                  <a:cubicBezTo>
                    <a:pt x="62" y="0"/>
                    <a:pt x="53" y="2"/>
                    <a:pt x="52" y="13"/>
                  </a:cubicBezTo>
                  <a:cubicBezTo>
                    <a:pt x="50" y="24"/>
                    <a:pt x="35" y="77"/>
                    <a:pt x="35" y="77"/>
                  </a:cubicBezTo>
                  <a:cubicBezTo>
                    <a:pt x="35" y="77"/>
                    <a:pt x="39" y="30"/>
                    <a:pt x="37" y="19"/>
                  </a:cubicBezTo>
                  <a:cubicBezTo>
                    <a:pt x="35" y="9"/>
                    <a:pt x="26" y="22"/>
                    <a:pt x="26" y="32"/>
                  </a:cubicBezTo>
                  <a:cubicBezTo>
                    <a:pt x="25" y="43"/>
                    <a:pt x="21" y="83"/>
                    <a:pt x="21" y="83"/>
                  </a:cubicBezTo>
                  <a:cubicBezTo>
                    <a:pt x="21" y="83"/>
                    <a:pt x="13" y="47"/>
                    <a:pt x="8" y="43"/>
                  </a:cubicBezTo>
                  <a:cubicBezTo>
                    <a:pt x="3" y="39"/>
                    <a:pt x="0" y="43"/>
                    <a:pt x="0" y="47"/>
                  </a:cubicBezTo>
                  <a:cubicBezTo>
                    <a:pt x="1" y="52"/>
                    <a:pt x="11" y="93"/>
                    <a:pt x="11" y="93"/>
                  </a:cubicBezTo>
                  <a:cubicBezTo>
                    <a:pt x="11" y="93"/>
                    <a:pt x="12" y="106"/>
                    <a:pt x="13" y="152"/>
                  </a:cubicBezTo>
                  <a:cubicBezTo>
                    <a:pt x="14" y="179"/>
                    <a:pt x="46" y="169"/>
                    <a:pt x="48" y="165"/>
                  </a:cubicBezTo>
                  <a:cubicBezTo>
                    <a:pt x="51" y="162"/>
                    <a:pt x="94" y="113"/>
                    <a:pt x="98" y="102"/>
                  </a:cubicBezTo>
                  <a:cubicBezTo>
                    <a:pt x="72" y="103"/>
                    <a:pt x="72" y="103"/>
                    <a:pt x="72" y="103"/>
                  </a:cubicBezTo>
                  <a:cubicBezTo>
                    <a:pt x="71" y="106"/>
                    <a:pt x="69" y="105"/>
                    <a:pt x="69" y="101"/>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0" name="Freeform 131"/>
            <p:cNvSpPr/>
            <p:nvPr>
              <p:custDataLst>
                <p:tags r:id="rId130"/>
              </p:custDataLst>
            </p:nvPr>
          </p:nvSpPr>
          <p:spPr bwMode="auto">
            <a:xfrm>
              <a:off x="6178550" y="1490663"/>
              <a:ext cx="1473200" cy="1192213"/>
            </a:xfrm>
            <a:custGeom>
              <a:avLst/>
              <a:gdLst>
                <a:gd name="T0" fmla="*/ 646 w 773"/>
                <a:gd name="T1" fmla="*/ 624 h 626"/>
                <a:gd name="T2" fmla="*/ 12 w 773"/>
                <a:gd name="T3" fmla="*/ 502 h 626"/>
                <a:gd name="T4" fmla="*/ 2 w 773"/>
                <a:gd name="T5" fmla="*/ 487 h 626"/>
                <a:gd name="T6" fmla="*/ 112 w 773"/>
                <a:gd name="T7" fmla="*/ 11 h 626"/>
                <a:gd name="T8" fmla="*/ 128 w 773"/>
                <a:gd name="T9" fmla="*/ 1 h 626"/>
                <a:gd name="T10" fmla="*/ 761 w 773"/>
                <a:gd name="T11" fmla="*/ 124 h 626"/>
                <a:gd name="T12" fmla="*/ 772 w 773"/>
                <a:gd name="T13" fmla="*/ 138 h 626"/>
                <a:gd name="T14" fmla="*/ 662 w 773"/>
                <a:gd name="T15" fmla="*/ 615 h 626"/>
                <a:gd name="T16" fmla="*/ 646 w 773"/>
                <a:gd name="T17" fmla="*/ 624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73" h="626">
                  <a:moveTo>
                    <a:pt x="646" y="624"/>
                  </a:moveTo>
                  <a:cubicBezTo>
                    <a:pt x="12" y="502"/>
                    <a:pt x="12" y="502"/>
                    <a:pt x="12" y="502"/>
                  </a:cubicBezTo>
                  <a:cubicBezTo>
                    <a:pt x="5" y="500"/>
                    <a:pt x="0" y="494"/>
                    <a:pt x="2" y="487"/>
                  </a:cubicBezTo>
                  <a:cubicBezTo>
                    <a:pt x="112" y="11"/>
                    <a:pt x="112" y="11"/>
                    <a:pt x="112" y="11"/>
                  </a:cubicBezTo>
                  <a:cubicBezTo>
                    <a:pt x="113" y="4"/>
                    <a:pt x="120" y="0"/>
                    <a:pt x="128" y="1"/>
                  </a:cubicBezTo>
                  <a:cubicBezTo>
                    <a:pt x="761" y="124"/>
                    <a:pt x="761" y="124"/>
                    <a:pt x="761" y="124"/>
                  </a:cubicBezTo>
                  <a:cubicBezTo>
                    <a:pt x="768" y="125"/>
                    <a:pt x="773" y="132"/>
                    <a:pt x="772" y="138"/>
                  </a:cubicBezTo>
                  <a:cubicBezTo>
                    <a:pt x="662" y="615"/>
                    <a:pt x="662" y="615"/>
                    <a:pt x="662" y="615"/>
                  </a:cubicBezTo>
                  <a:cubicBezTo>
                    <a:pt x="660" y="622"/>
                    <a:pt x="653" y="626"/>
                    <a:pt x="646" y="624"/>
                  </a:cubicBezTo>
                  <a:close/>
                </a:path>
              </a:pathLst>
            </a:custGeom>
            <a:solidFill>
              <a:srgbClr val="FADD7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1" name="Freeform 132"/>
            <p:cNvSpPr/>
            <p:nvPr>
              <p:custDataLst>
                <p:tags r:id="rId131"/>
              </p:custDataLst>
            </p:nvPr>
          </p:nvSpPr>
          <p:spPr bwMode="auto">
            <a:xfrm>
              <a:off x="6442075" y="1639888"/>
              <a:ext cx="1050925" cy="280988"/>
            </a:xfrm>
            <a:custGeom>
              <a:avLst/>
              <a:gdLst>
                <a:gd name="T0" fmla="*/ 650 w 662"/>
                <a:gd name="T1" fmla="*/ 177 h 177"/>
                <a:gd name="T2" fmla="*/ 0 w 662"/>
                <a:gd name="T3" fmla="*/ 51 h 177"/>
                <a:gd name="T4" fmla="*/ 12 w 662"/>
                <a:gd name="T5" fmla="*/ 0 h 177"/>
                <a:gd name="T6" fmla="*/ 662 w 662"/>
                <a:gd name="T7" fmla="*/ 126 h 177"/>
                <a:gd name="T8" fmla="*/ 650 w 662"/>
                <a:gd name="T9" fmla="*/ 177 h 177"/>
              </a:gdLst>
              <a:ahLst/>
              <a:cxnLst>
                <a:cxn ang="0">
                  <a:pos x="T0" y="T1"/>
                </a:cxn>
                <a:cxn ang="0">
                  <a:pos x="T2" y="T3"/>
                </a:cxn>
                <a:cxn ang="0">
                  <a:pos x="T4" y="T5"/>
                </a:cxn>
                <a:cxn ang="0">
                  <a:pos x="T6" y="T7"/>
                </a:cxn>
                <a:cxn ang="0">
                  <a:pos x="T8" y="T9"/>
                </a:cxn>
              </a:cxnLst>
              <a:rect l="0" t="0" r="r" b="b"/>
              <a:pathLst>
                <a:path w="662" h="177">
                  <a:moveTo>
                    <a:pt x="650" y="177"/>
                  </a:moveTo>
                  <a:lnTo>
                    <a:pt x="0" y="51"/>
                  </a:lnTo>
                  <a:lnTo>
                    <a:pt x="12" y="0"/>
                  </a:lnTo>
                  <a:lnTo>
                    <a:pt x="662" y="126"/>
                  </a:lnTo>
                  <a:lnTo>
                    <a:pt x="650" y="177"/>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2" name="Freeform 133"/>
            <p:cNvSpPr/>
            <p:nvPr>
              <p:custDataLst>
                <p:tags r:id="rId132"/>
              </p:custDataLst>
            </p:nvPr>
          </p:nvSpPr>
          <p:spPr bwMode="auto">
            <a:xfrm>
              <a:off x="6407150" y="1792288"/>
              <a:ext cx="1050925" cy="280988"/>
            </a:xfrm>
            <a:custGeom>
              <a:avLst/>
              <a:gdLst>
                <a:gd name="T0" fmla="*/ 650 w 662"/>
                <a:gd name="T1" fmla="*/ 177 h 177"/>
                <a:gd name="T2" fmla="*/ 0 w 662"/>
                <a:gd name="T3" fmla="*/ 51 h 177"/>
                <a:gd name="T4" fmla="*/ 12 w 662"/>
                <a:gd name="T5" fmla="*/ 0 h 177"/>
                <a:gd name="T6" fmla="*/ 662 w 662"/>
                <a:gd name="T7" fmla="*/ 126 h 177"/>
                <a:gd name="T8" fmla="*/ 650 w 662"/>
                <a:gd name="T9" fmla="*/ 177 h 177"/>
              </a:gdLst>
              <a:ahLst/>
              <a:cxnLst>
                <a:cxn ang="0">
                  <a:pos x="T0" y="T1"/>
                </a:cxn>
                <a:cxn ang="0">
                  <a:pos x="T2" y="T3"/>
                </a:cxn>
                <a:cxn ang="0">
                  <a:pos x="T4" y="T5"/>
                </a:cxn>
                <a:cxn ang="0">
                  <a:pos x="T6" y="T7"/>
                </a:cxn>
                <a:cxn ang="0">
                  <a:pos x="T8" y="T9"/>
                </a:cxn>
              </a:cxnLst>
              <a:rect l="0" t="0" r="r" b="b"/>
              <a:pathLst>
                <a:path w="662" h="177">
                  <a:moveTo>
                    <a:pt x="650" y="177"/>
                  </a:moveTo>
                  <a:lnTo>
                    <a:pt x="0" y="51"/>
                  </a:lnTo>
                  <a:lnTo>
                    <a:pt x="12" y="0"/>
                  </a:lnTo>
                  <a:lnTo>
                    <a:pt x="662" y="126"/>
                  </a:lnTo>
                  <a:lnTo>
                    <a:pt x="650" y="17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3" name="Freeform 134"/>
            <p:cNvSpPr/>
            <p:nvPr>
              <p:custDataLst>
                <p:tags r:id="rId133"/>
              </p:custDataLst>
            </p:nvPr>
          </p:nvSpPr>
          <p:spPr bwMode="auto">
            <a:xfrm>
              <a:off x="6372225" y="1941513"/>
              <a:ext cx="457200" cy="168275"/>
            </a:xfrm>
            <a:custGeom>
              <a:avLst/>
              <a:gdLst>
                <a:gd name="T0" fmla="*/ 276 w 288"/>
                <a:gd name="T1" fmla="*/ 106 h 106"/>
                <a:gd name="T2" fmla="*/ 0 w 288"/>
                <a:gd name="T3" fmla="*/ 52 h 106"/>
                <a:gd name="T4" fmla="*/ 12 w 288"/>
                <a:gd name="T5" fmla="*/ 0 h 106"/>
                <a:gd name="T6" fmla="*/ 288 w 288"/>
                <a:gd name="T7" fmla="*/ 54 h 106"/>
                <a:gd name="T8" fmla="*/ 276 w 288"/>
                <a:gd name="T9" fmla="*/ 106 h 106"/>
              </a:gdLst>
              <a:ahLst/>
              <a:cxnLst>
                <a:cxn ang="0">
                  <a:pos x="T0" y="T1"/>
                </a:cxn>
                <a:cxn ang="0">
                  <a:pos x="T2" y="T3"/>
                </a:cxn>
                <a:cxn ang="0">
                  <a:pos x="T4" y="T5"/>
                </a:cxn>
                <a:cxn ang="0">
                  <a:pos x="T6" y="T7"/>
                </a:cxn>
                <a:cxn ang="0">
                  <a:pos x="T8" y="T9"/>
                </a:cxn>
              </a:cxnLst>
              <a:rect l="0" t="0" r="r" b="b"/>
              <a:pathLst>
                <a:path w="288" h="106">
                  <a:moveTo>
                    <a:pt x="276" y="106"/>
                  </a:moveTo>
                  <a:lnTo>
                    <a:pt x="0" y="52"/>
                  </a:lnTo>
                  <a:lnTo>
                    <a:pt x="12" y="0"/>
                  </a:lnTo>
                  <a:lnTo>
                    <a:pt x="288" y="54"/>
                  </a:lnTo>
                  <a:lnTo>
                    <a:pt x="276" y="10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4" name="Freeform 135"/>
            <p:cNvSpPr/>
            <p:nvPr>
              <p:custDataLst>
                <p:tags r:id="rId134"/>
              </p:custDataLst>
            </p:nvPr>
          </p:nvSpPr>
          <p:spPr bwMode="auto">
            <a:xfrm>
              <a:off x="6337300" y="2093913"/>
              <a:ext cx="1050925" cy="282575"/>
            </a:xfrm>
            <a:custGeom>
              <a:avLst/>
              <a:gdLst>
                <a:gd name="T0" fmla="*/ 650 w 662"/>
                <a:gd name="T1" fmla="*/ 178 h 178"/>
                <a:gd name="T2" fmla="*/ 0 w 662"/>
                <a:gd name="T3" fmla="*/ 52 h 178"/>
                <a:gd name="T4" fmla="*/ 12 w 662"/>
                <a:gd name="T5" fmla="*/ 0 h 178"/>
                <a:gd name="T6" fmla="*/ 662 w 662"/>
                <a:gd name="T7" fmla="*/ 126 h 178"/>
                <a:gd name="T8" fmla="*/ 650 w 662"/>
                <a:gd name="T9" fmla="*/ 178 h 178"/>
              </a:gdLst>
              <a:ahLst/>
              <a:cxnLst>
                <a:cxn ang="0">
                  <a:pos x="T0" y="T1"/>
                </a:cxn>
                <a:cxn ang="0">
                  <a:pos x="T2" y="T3"/>
                </a:cxn>
                <a:cxn ang="0">
                  <a:pos x="T4" y="T5"/>
                </a:cxn>
                <a:cxn ang="0">
                  <a:pos x="T6" y="T7"/>
                </a:cxn>
                <a:cxn ang="0">
                  <a:pos x="T8" y="T9"/>
                </a:cxn>
              </a:cxnLst>
              <a:rect l="0" t="0" r="r" b="b"/>
              <a:pathLst>
                <a:path w="662" h="178">
                  <a:moveTo>
                    <a:pt x="650" y="178"/>
                  </a:moveTo>
                  <a:lnTo>
                    <a:pt x="0" y="52"/>
                  </a:lnTo>
                  <a:lnTo>
                    <a:pt x="12" y="0"/>
                  </a:lnTo>
                  <a:lnTo>
                    <a:pt x="662" y="126"/>
                  </a:lnTo>
                  <a:lnTo>
                    <a:pt x="650" y="17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5" name="Freeform 136"/>
            <p:cNvSpPr/>
            <p:nvPr>
              <p:custDataLst>
                <p:tags r:id="rId135"/>
              </p:custDataLst>
            </p:nvPr>
          </p:nvSpPr>
          <p:spPr bwMode="auto">
            <a:xfrm>
              <a:off x="6302375" y="2246313"/>
              <a:ext cx="1050925" cy="279400"/>
            </a:xfrm>
            <a:custGeom>
              <a:avLst/>
              <a:gdLst>
                <a:gd name="T0" fmla="*/ 650 w 662"/>
                <a:gd name="T1" fmla="*/ 176 h 176"/>
                <a:gd name="T2" fmla="*/ 0 w 662"/>
                <a:gd name="T3" fmla="*/ 51 h 176"/>
                <a:gd name="T4" fmla="*/ 12 w 662"/>
                <a:gd name="T5" fmla="*/ 0 h 176"/>
                <a:gd name="T6" fmla="*/ 662 w 662"/>
                <a:gd name="T7" fmla="*/ 126 h 176"/>
                <a:gd name="T8" fmla="*/ 650 w 662"/>
                <a:gd name="T9" fmla="*/ 176 h 176"/>
              </a:gdLst>
              <a:ahLst/>
              <a:cxnLst>
                <a:cxn ang="0">
                  <a:pos x="T0" y="T1"/>
                </a:cxn>
                <a:cxn ang="0">
                  <a:pos x="T2" y="T3"/>
                </a:cxn>
                <a:cxn ang="0">
                  <a:pos x="T4" y="T5"/>
                </a:cxn>
                <a:cxn ang="0">
                  <a:pos x="T6" y="T7"/>
                </a:cxn>
                <a:cxn ang="0">
                  <a:pos x="T8" y="T9"/>
                </a:cxn>
              </a:cxnLst>
              <a:rect l="0" t="0" r="r" b="b"/>
              <a:pathLst>
                <a:path w="662" h="176">
                  <a:moveTo>
                    <a:pt x="650" y="176"/>
                  </a:moveTo>
                  <a:lnTo>
                    <a:pt x="0" y="51"/>
                  </a:lnTo>
                  <a:lnTo>
                    <a:pt x="12" y="0"/>
                  </a:lnTo>
                  <a:lnTo>
                    <a:pt x="662" y="126"/>
                  </a:lnTo>
                  <a:lnTo>
                    <a:pt x="650" y="17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157" name="Freeform 137"/>
          <p:cNvSpPr/>
          <p:nvPr>
            <p:custDataLst>
              <p:tags r:id="rId4"/>
            </p:custDataLst>
          </p:nvPr>
        </p:nvSpPr>
        <p:spPr bwMode="auto">
          <a:xfrm>
            <a:off x="620594" y="4301729"/>
            <a:ext cx="101204" cy="108347"/>
          </a:xfrm>
          <a:custGeom>
            <a:avLst/>
            <a:gdLst>
              <a:gd name="T0" fmla="*/ 84 w 85"/>
              <a:gd name="T1" fmla="*/ 90 h 91"/>
              <a:gd name="T2" fmla="*/ 0 w 85"/>
              <a:gd name="T3" fmla="*/ 91 h 91"/>
              <a:gd name="T4" fmla="*/ 1 w 85"/>
              <a:gd name="T5" fmla="*/ 1 h 91"/>
              <a:gd name="T6" fmla="*/ 85 w 85"/>
              <a:gd name="T7" fmla="*/ 0 h 91"/>
              <a:gd name="T8" fmla="*/ 84 w 85"/>
              <a:gd name="T9" fmla="*/ 90 h 91"/>
            </a:gdLst>
            <a:ahLst/>
            <a:cxnLst>
              <a:cxn ang="0">
                <a:pos x="T0" y="T1"/>
              </a:cxn>
              <a:cxn ang="0">
                <a:pos x="T2" y="T3"/>
              </a:cxn>
              <a:cxn ang="0">
                <a:pos x="T4" y="T5"/>
              </a:cxn>
              <a:cxn ang="0">
                <a:pos x="T6" y="T7"/>
              </a:cxn>
              <a:cxn ang="0">
                <a:pos x="T8" y="T9"/>
              </a:cxn>
            </a:cxnLst>
            <a:rect l="0" t="0" r="r" b="b"/>
            <a:pathLst>
              <a:path w="85" h="91">
                <a:moveTo>
                  <a:pt x="84" y="90"/>
                </a:moveTo>
                <a:lnTo>
                  <a:pt x="0" y="91"/>
                </a:lnTo>
                <a:lnTo>
                  <a:pt x="1" y="1"/>
                </a:lnTo>
                <a:lnTo>
                  <a:pt x="85" y="0"/>
                </a:lnTo>
                <a:lnTo>
                  <a:pt x="84" y="9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8" name="Freeform 138"/>
          <p:cNvSpPr/>
          <p:nvPr>
            <p:custDataLst>
              <p:tags r:id="rId5"/>
            </p:custDataLst>
          </p:nvPr>
        </p:nvSpPr>
        <p:spPr bwMode="auto">
          <a:xfrm>
            <a:off x="767042" y="4211241"/>
            <a:ext cx="102394" cy="197644"/>
          </a:xfrm>
          <a:custGeom>
            <a:avLst/>
            <a:gdLst>
              <a:gd name="T0" fmla="*/ 84 w 86"/>
              <a:gd name="T1" fmla="*/ 164 h 166"/>
              <a:gd name="T2" fmla="*/ 0 w 86"/>
              <a:gd name="T3" fmla="*/ 166 h 166"/>
              <a:gd name="T4" fmla="*/ 2 w 86"/>
              <a:gd name="T5" fmla="*/ 1 h 166"/>
              <a:gd name="T6" fmla="*/ 86 w 86"/>
              <a:gd name="T7" fmla="*/ 0 h 166"/>
              <a:gd name="T8" fmla="*/ 84 w 86"/>
              <a:gd name="T9" fmla="*/ 164 h 166"/>
            </a:gdLst>
            <a:ahLst/>
            <a:cxnLst>
              <a:cxn ang="0">
                <a:pos x="T0" y="T1"/>
              </a:cxn>
              <a:cxn ang="0">
                <a:pos x="T2" y="T3"/>
              </a:cxn>
              <a:cxn ang="0">
                <a:pos x="T4" y="T5"/>
              </a:cxn>
              <a:cxn ang="0">
                <a:pos x="T6" y="T7"/>
              </a:cxn>
              <a:cxn ang="0">
                <a:pos x="T8" y="T9"/>
              </a:cxn>
            </a:cxnLst>
            <a:rect l="0" t="0" r="r" b="b"/>
            <a:pathLst>
              <a:path w="86" h="166">
                <a:moveTo>
                  <a:pt x="84" y="164"/>
                </a:moveTo>
                <a:lnTo>
                  <a:pt x="0" y="166"/>
                </a:lnTo>
                <a:lnTo>
                  <a:pt x="2" y="1"/>
                </a:lnTo>
                <a:lnTo>
                  <a:pt x="86" y="0"/>
                </a:lnTo>
                <a:lnTo>
                  <a:pt x="84" y="16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9" name="Freeform 139"/>
          <p:cNvSpPr/>
          <p:nvPr>
            <p:custDataLst>
              <p:tags r:id="rId6"/>
            </p:custDataLst>
          </p:nvPr>
        </p:nvSpPr>
        <p:spPr bwMode="auto">
          <a:xfrm>
            <a:off x="913488" y="4076700"/>
            <a:ext cx="103585" cy="328613"/>
          </a:xfrm>
          <a:custGeom>
            <a:avLst/>
            <a:gdLst>
              <a:gd name="T0" fmla="*/ 84 w 87"/>
              <a:gd name="T1" fmla="*/ 276 h 276"/>
              <a:gd name="T2" fmla="*/ 0 w 87"/>
              <a:gd name="T3" fmla="*/ 276 h 276"/>
              <a:gd name="T4" fmla="*/ 3 w 87"/>
              <a:gd name="T5" fmla="*/ 2 h 276"/>
              <a:gd name="T6" fmla="*/ 87 w 87"/>
              <a:gd name="T7" fmla="*/ 0 h 276"/>
              <a:gd name="T8" fmla="*/ 84 w 87"/>
              <a:gd name="T9" fmla="*/ 276 h 276"/>
            </a:gdLst>
            <a:ahLst/>
            <a:cxnLst>
              <a:cxn ang="0">
                <a:pos x="T0" y="T1"/>
              </a:cxn>
              <a:cxn ang="0">
                <a:pos x="T2" y="T3"/>
              </a:cxn>
              <a:cxn ang="0">
                <a:pos x="T4" y="T5"/>
              </a:cxn>
              <a:cxn ang="0">
                <a:pos x="T6" y="T7"/>
              </a:cxn>
              <a:cxn ang="0">
                <a:pos x="T8" y="T9"/>
              </a:cxn>
            </a:cxnLst>
            <a:rect l="0" t="0" r="r" b="b"/>
            <a:pathLst>
              <a:path w="87" h="276">
                <a:moveTo>
                  <a:pt x="84" y="276"/>
                </a:moveTo>
                <a:lnTo>
                  <a:pt x="0" y="276"/>
                </a:lnTo>
                <a:lnTo>
                  <a:pt x="3" y="2"/>
                </a:lnTo>
                <a:lnTo>
                  <a:pt x="87" y="0"/>
                </a:lnTo>
                <a:lnTo>
                  <a:pt x="84" y="27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801" name="副标题 2"/>
          <p:cNvSpPr>
            <a:spLocks noGrp="1"/>
          </p:cNvSpPr>
          <p:nvPr>
            <p:ph type="subTitle" idx="1" hasCustomPrompt="1"/>
            <p:custDataLst>
              <p:tags r:id="rId7"/>
            </p:custDataLst>
          </p:nvPr>
        </p:nvSpPr>
        <p:spPr>
          <a:xfrm>
            <a:off x="445771" y="2002530"/>
            <a:ext cx="4516755" cy="419099"/>
          </a:xfrm>
        </p:spPr>
        <p:txBody>
          <a:bodyPr bIns="46800" anchor="t">
            <a:normAutofit/>
          </a:bodyPr>
          <a:lstStyle>
            <a:lvl1pPr marL="0" indent="0" algn="l">
              <a:buNone/>
              <a:defRPr sz="1500" baseline="0">
                <a:solidFill>
                  <a:schemeClr val="tx1">
                    <a:lumMod val="85000"/>
                    <a:lumOff val="15000"/>
                  </a:schemeClr>
                </a:solidFill>
                <a:latin typeface="Arial" panose="020B0604020202020204" pitchFamily="34" charset="0"/>
                <a:ea typeface="微软雅黑" panose="020B0503020204020204" pitchFamily="34" charset="-122"/>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单击此处编辑副标题</a:t>
            </a:r>
            <a:endParaRPr lang="en-US" dirty="0"/>
          </a:p>
        </p:txBody>
      </p:sp>
      <p:sp>
        <p:nvSpPr>
          <p:cNvPr id="9802" name="标题 1"/>
          <p:cNvSpPr>
            <a:spLocks noGrp="1"/>
          </p:cNvSpPr>
          <p:nvPr>
            <p:ph type="ctrTitle" hasCustomPrompt="1"/>
            <p:custDataLst>
              <p:tags r:id="rId8"/>
            </p:custDataLst>
          </p:nvPr>
        </p:nvSpPr>
        <p:spPr>
          <a:xfrm>
            <a:off x="441266" y="916358"/>
            <a:ext cx="4516755" cy="1022576"/>
          </a:xfrm>
        </p:spPr>
        <p:txBody>
          <a:bodyPr bIns="46800" anchor="b">
            <a:normAutofit/>
          </a:bodyPr>
          <a:lstStyle>
            <a:lvl1pPr algn="l">
              <a:defRPr sz="4050" baseline="0">
                <a:solidFill>
                  <a:schemeClr val="tx1">
                    <a:lumMod val="85000"/>
                    <a:lumOff val="15000"/>
                  </a:schemeClr>
                </a:solidFill>
                <a:latin typeface="Arial" panose="020B0604020202020204" pitchFamily="34" charset="0"/>
                <a:ea typeface="汉仪旗黑-85S" panose="00020600040101010101" pitchFamily="18" charset="-122"/>
                <a:cs typeface="Arial" panose="020B0604020202020204" pitchFamily="34" charset="0"/>
              </a:defRPr>
            </a:lvl1pPr>
          </a:lstStyle>
          <a:p>
            <a:r>
              <a:rPr lang="zh-CN" altLang="en-US" dirty="0"/>
              <a:t>单击此处编辑标题</a:t>
            </a:r>
          </a:p>
        </p:txBody>
      </p:sp>
      <p:sp>
        <p:nvSpPr>
          <p:cNvPr id="12" name="文本占位符 13"/>
          <p:cNvSpPr>
            <a:spLocks noGrp="1"/>
          </p:cNvSpPr>
          <p:nvPr>
            <p:ph type="body" sz="quarter" idx="10" hasCustomPrompt="1"/>
            <p:custDataLst>
              <p:tags r:id="rId9"/>
            </p:custDataLst>
          </p:nvPr>
        </p:nvSpPr>
        <p:spPr>
          <a:xfrm>
            <a:off x="441695" y="2994539"/>
            <a:ext cx="1755000" cy="310500"/>
          </a:xfrm>
          <a:prstGeom prst="roundRect">
            <a:avLst>
              <a:gd name="adj" fmla="val 50000"/>
            </a:avLst>
          </a:prstGeom>
          <a:solidFill>
            <a:schemeClr val="accent1"/>
          </a:solidFill>
        </p:spPr>
        <p:txBody>
          <a:bodyPr vert="horz" bIns="46800" anchor="ctr">
            <a:normAutofit/>
          </a:bodyPr>
          <a:lstStyle>
            <a:lvl1pPr marL="0" indent="0" algn="l">
              <a:buNone/>
              <a:defRPr sz="1125" b="0" baseline="0">
                <a:solidFill>
                  <a:schemeClr val="bg1"/>
                </a:solidFill>
                <a:latin typeface="Arial" panose="020B0604020202020204" pitchFamily="34" charset="0"/>
                <a:ea typeface="微软雅黑" panose="020B0503020204020204" pitchFamily="34" charset="-122"/>
              </a:defRPr>
            </a:lvl1pPr>
            <a:lvl2pPr marL="342900" indent="0">
              <a:buNone/>
              <a:defRPr/>
            </a:lvl2pPr>
            <a:lvl3pPr marL="685800" indent="0">
              <a:buNone/>
              <a:defRPr/>
            </a:lvl3pPr>
            <a:lvl4pPr marL="1028700" indent="0">
              <a:buNone/>
              <a:defRPr/>
            </a:lvl4pPr>
            <a:lvl5pPr marL="1371600" indent="0">
              <a:buNone/>
              <a:defRPr/>
            </a:lvl5pPr>
          </a:lstStyle>
          <a:p>
            <a:pPr lvl="0"/>
            <a:r>
              <a:rPr lang="zh-CN" altLang="en-US" dirty="0"/>
              <a:t>编辑文本</a:t>
            </a:r>
            <a:endParaRPr lang="en-US" altLang="zh-CN" dirty="0"/>
          </a:p>
        </p:txBody>
      </p:sp>
      <p:sp>
        <p:nvSpPr>
          <p:cNvPr id="13" name="文本占位符 13"/>
          <p:cNvSpPr>
            <a:spLocks noGrp="1"/>
          </p:cNvSpPr>
          <p:nvPr>
            <p:ph type="body" sz="quarter" idx="11" hasCustomPrompt="1"/>
            <p:custDataLst>
              <p:tags r:id="rId10"/>
            </p:custDataLst>
          </p:nvPr>
        </p:nvSpPr>
        <p:spPr>
          <a:xfrm>
            <a:off x="441695" y="3322100"/>
            <a:ext cx="1755000" cy="310500"/>
          </a:xfrm>
          <a:prstGeom prst="roundRect">
            <a:avLst>
              <a:gd name="adj" fmla="val 50000"/>
            </a:avLst>
          </a:prstGeom>
          <a:ln w="19050">
            <a:solidFill>
              <a:schemeClr val="tx2"/>
            </a:solidFill>
          </a:ln>
        </p:spPr>
        <p:txBody>
          <a:bodyPr vert="horz" bIns="46800" anchor="ctr">
            <a:normAutofit/>
          </a:bodyPr>
          <a:lstStyle>
            <a:lvl1pPr marL="0" indent="0" algn="l">
              <a:buNone/>
              <a:defRPr sz="1125" b="0" baseline="0">
                <a:solidFill>
                  <a:schemeClr val="accent1"/>
                </a:solidFill>
                <a:latin typeface="Arial" panose="020B0604020202020204" pitchFamily="34" charset="0"/>
                <a:ea typeface="微软雅黑" panose="020B0503020204020204" pitchFamily="34" charset="-122"/>
              </a:defRPr>
            </a:lvl1pPr>
            <a:lvl2pPr marL="342900" indent="0">
              <a:buNone/>
              <a:defRPr/>
            </a:lvl2pPr>
            <a:lvl3pPr marL="685800" indent="0">
              <a:buNone/>
              <a:defRPr/>
            </a:lvl3pPr>
            <a:lvl4pPr marL="1028700" indent="0">
              <a:buNone/>
              <a:defRPr/>
            </a:lvl4pPr>
            <a:lvl5pPr marL="1371600" indent="0">
              <a:buNone/>
              <a:defRPr/>
            </a:lvl5pPr>
          </a:lstStyle>
          <a:p>
            <a:pPr lvl="0"/>
            <a:r>
              <a:rPr lang="zh-CN" altLang="en-US" dirty="0"/>
              <a:t>编辑文本</a:t>
            </a:r>
          </a:p>
        </p:txBody>
      </p:sp>
      <p:sp>
        <p:nvSpPr>
          <p:cNvPr id="2" name="日期占位符 1"/>
          <p:cNvSpPr>
            <a:spLocks noGrp="1"/>
          </p:cNvSpPr>
          <p:nvPr>
            <p:ph type="dt" sz="half" idx="12"/>
            <p:custDataLst>
              <p:tags r:id="rId11"/>
            </p:custDataLst>
          </p:nvPr>
        </p:nvSpPr>
        <p:spPr/>
        <p:txBody>
          <a:bodyPr/>
          <a:lstStyle/>
          <a:p>
            <a:fld id="{760FBDFE-C587-4B4C-A407-44438C67B59E}" type="datetimeFigureOut">
              <a:rPr lang="zh-CN" altLang="en-US" smtClean="0"/>
              <a:t>2023/9/5</a:t>
            </a:fld>
            <a:endParaRPr lang="zh-CN" altLang="en-US"/>
          </a:p>
        </p:txBody>
      </p:sp>
      <p:sp>
        <p:nvSpPr>
          <p:cNvPr id="3" name="页脚占位符 2"/>
          <p:cNvSpPr>
            <a:spLocks noGrp="1"/>
          </p:cNvSpPr>
          <p:nvPr>
            <p:ph type="ftr" sz="quarter" idx="13"/>
            <p:custDataLst>
              <p:tags r:id="rId12"/>
            </p:custDataLst>
          </p:nvPr>
        </p:nvSpPr>
        <p:spPr/>
        <p:txBody>
          <a:bodyPr/>
          <a:lstStyle/>
          <a:p>
            <a:endParaRPr lang="zh-CN" altLang="en-US" dirty="0"/>
          </a:p>
        </p:txBody>
      </p:sp>
      <p:sp>
        <p:nvSpPr>
          <p:cNvPr id="4" name="灯片编号占位符 3"/>
          <p:cNvSpPr>
            <a:spLocks noGrp="1"/>
          </p:cNvSpPr>
          <p:nvPr>
            <p:ph type="sldNum" sz="quarter" idx="14"/>
            <p:custDataLst>
              <p:tags r:id="rId13"/>
            </p:custDataLst>
          </p:nvPr>
        </p:nvSpPr>
        <p:spPr/>
        <p:txBody>
          <a:bodyPr/>
          <a:lstStyle/>
          <a:p>
            <a:fld id="{49AE70B2-8BF9-45C0-BB95-33D1B9D3A854}" type="slidenum">
              <a:rPr lang="zh-CN" altLang="en-US" smtClean="0"/>
              <a:t>‹#›</a:t>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pic>
        <p:nvPicPr>
          <p:cNvPr id="41" name="图片 40"/>
          <p:cNvPicPr>
            <a:picLocks noChangeAspect="1"/>
          </p:cNvPicPr>
          <p:nvPr userDrawn="1">
            <p:custDataLst>
              <p:tags r:id="rId1"/>
            </p:custDataLst>
          </p:nvPr>
        </p:nvPicPr>
        <p:blipFill>
          <a:blip r:embed="rId8">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
        <p:nvSpPr>
          <p:cNvPr id="2" name="标题 1"/>
          <p:cNvSpPr>
            <a:spLocks noGrp="1"/>
          </p:cNvSpPr>
          <p:nvPr>
            <p:ph type="title"/>
            <p:custDataLst>
              <p:tags r:id="rId2"/>
            </p:custDataLst>
          </p:nvPr>
        </p:nvSpPr>
        <p:spPr>
          <a:xfrm>
            <a:off x="502412" y="332426"/>
            <a:ext cx="8139178" cy="331473"/>
          </a:xfrm>
        </p:spPr>
        <p:txBody>
          <a:bodyPr vert="horz" lIns="90000" tIns="46800" rIns="90000" bIns="46800" rtlCol="0" anchor="t" anchorCtr="0">
            <a:noAutofit/>
          </a:bodyPr>
          <a:lstStyle>
            <a:lvl1pPr marL="0" marR="0" algn="l" defTabSz="914400" rtl="0" eaLnBrk="1" fontAlgn="auto" latinLnBrk="0" hangingPunct="1">
              <a:lnSpc>
                <a:spcPct val="12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3"/>
            </p:custDataLst>
          </p:nvPr>
        </p:nvSpPr>
        <p:spPr>
          <a:xfrm>
            <a:off x="502412" y="714381"/>
            <a:ext cx="8139178" cy="4041680"/>
          </a:xfrm>
        </p:spPr>
        <p:txBody>
          <a:bodyPr vert="horz" lIns="90000" tIns="46800" rIns="90000" bIns="46800" rtlCol="0">
            <a:normAutofit/>
          </a:bodyPr>
          <a:lstStyle>
            <a:lvl1pPr marL="0" marR="0" lvl="0" indent="0" algn="l" defTabSz="914400" rtl="0" eaLnBrk="1" fontAlgn="auto" latinLnBrk="0" hangingPunct="1">
              <a:lnSpc>
                <a:spcPct val="12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342900" marR="0" lvl="1" indent="0" algn="l" defTabSz="914400" rtl="0" eaLnBrk="1" fontAlgn="auto" latinLnBrk="0" hangingPunct="1">
              <a:lnSpc>
                <a:spcPct val="120000"/>
              </a:lnSpc>
              <a:spcBef>
                <a:spcPts val="0"/>
              </a:spcBef>
              <a:spcAft>
                <a:spcPts val="1000"/>
              </a:spcAft>
              <a:buFont typeface="Arial" panose="020B0604020202020204" pitchFamily="34" charset="0"/>
              <a:buNone/>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685800" marR="0" lvl="2" indent="0" algn="l" defTabSz="914400" rtl="0" eaLnBrk="1" fontAlgn="auto" latinLnBrk="0" hangingPunct="1">
              <a:lnSpc>
                <a:spcPct val="12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028700" marR="0" lvl="3" indent="0" algn="l" defTabSz="914400" rtl="0" eaLnBrk="1" fontAlgn="auto" latinLnBrk="0" hangingPunct="1">
              <a:lnSpc>
                <a:spcPct val="12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371600" marR="0" lvl="4" indent="0" algn="l" defTabSz="914400" rtl="0" eaLnBrk="1" fontAlgn="auto" latinLnBrk="0" hangingPunct="1">
              <a:lnSpc>
                <a:spcPct val="12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4"/>
            </p:custDataLst>
          </p:nvPr>
        </p:nvSpPr>
        <p:spPr/>
        <p:txBody>
          <a:bodyPr/>
          <a:lstStyle>
            <a:lvl1pPr>
              <a:lnSpc>
                <a:spcPct val="120000"/>
              </a:lnSpc>
              <a:defRPr/>
            </a:lvl1pPr>
          </a:lstStyle>
          <a:p>
            <a:fld id="{760FBDFE-C587-4B4C-A407-44438C67B59E}" type="datetimeFigureOut">
              <a:rPr lang="zh-CN" altLang="en-US" smtClean="0"/>
              <a:t>2023/9/5</a:t>
            </a:fld>
            <a:endParaRPr lang="zh-CN" altLang="en-US"/>
          </a:p>
        </p:txBody>
      </p:sp>
      <p:sp>
        <p:nvSpPr>
          <p:cNvPr id="5" name="页脚占位符 4"/>
          <p:cNvSpPr>
            <a:spLocks noGrp="1"/>
          </p:cNvSpPr>
          <p:nvPr>
            <p:ph type="ftr" sz="quarter" idx="11"/>
            <p:custDataLst>
              <p:tags r:id="rId5"/>
            </p:custDataLst>
          </p:nvPr>
        </p:nvSpPr>
        <p:spPr/>
        <p:txBody>
          <a:bodyPr/>
          <a:lstStyle>
            <a:lvl1pPr>
              <a:lnSpc>
                <a:spcPct val="120000"/>
              </a:lnSpc>
              <a:defRPr/>
            </a:lvl1pPr>
          </a:lstStyle>
          <a:p>
            <a:endParaRPr lang="zh-CN" altLang="en-US"/>
          </a:p>
        </p:txBody>
      </p:sp>
      <p:sp>
        <p:nvSpPr>
          <p:cNvPr id="6" name="灯片编号占位符 5"/>
          <p:cNvSpPr>
            <a:spLocks noGrp="1"/>
          </p:cNvSpPr>
          <p:nvPr>
            <p:ph type="sldNum" sz="quarter" idx="12"/>
            <p:custDataLst>
              <p:tags r:id="rId6"/>
            </p:custDataLst>
          </p:nvPr>
        </p:nvSpPr>
        <p:spPr/>
        <p:txBody>
          <a:bodyPr/>
          <a:lstStyle>
            <a:lvl1pPr>
              <a:lnSpc>
                <a:spcPct val="120000"/>
              </a:lnSpc>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userDrawn="1">
  <p:cSld name="节标题">
    <p:bg>
      <p:bgPr>
        <a:solidFill>
          <a:schemeClr val="bg2"/>
        </a:solidFill>
        <a:effectLst/>
      </p:bgPr>
    </p:bg>
    <p:spTree>
      <p:nvGrpSpPr>
        <p:cNvPr id="1" name=""/>
        <p:cNvGrpSpPr/>
        <p:nvPr/>
      </p:nvGrpSpPr>
      <p:grpSpPr>
        <a:xfrm>
          <a:off x="0" y="0"/>
          <a:ext cx="0" cy="0"/>
          <a:chOff x="0" y="0"/>
          <a:chExt cx="0" cy="0"/>
        </a:xfrm>
      </p:grpSpPr>
      <p:grpSp>
        <p:nvGrpSpPr>
          <p:cNvPr id="5" name="组合 4"/>
          <p:cNvGrpSpPr/>
          <p:nvPr userDrawn="1">
            <p:custDataLst>
              <p:tags r:id="rId1"/>
            </p:custDataLst>
          </p:nvPr>
        </p:nvGrpSpPr>
        <p:grpSpPr>
          <a:xfrm>
            <a:off x="775811" y="1023461"/>
            <a:ext cx="3293745" cy="3468053"/>
            <a:chOff x="1034415" y="1364615"/>
            <a:chExt cx="4391660" cy="4624070"/>
          </a:xfrm>
        </p:grpSpPr>
        <p:sp>
          <p:nvSpPr>
            <p:cNvPr id="155" name="Freeform 34"/>
            <p:cNvSpPr/>
            <p:nvPr>
              <p:custDataLst>
                <p:tags r:id="rId8"/>
              </p:custDataLst>
            </p:nvPr>
          </p:nvSpPr>
          <p:spPr bwMode="auto">
            <a:xfrm>
              <a:off x="1034415" y="5509260"/>
              <a:ext cx="78105" cy="124460"/>
            </a:xfrm>
            <a:custGeom>
              <a:avLst/>
              <a:gdLst>
                <a:gd name="T0" fmla="*/ 44 w 48"/>
                <a:gd name="T1" fmla="*/ 77 h 77"/>
                <a:gd name="T2" fmla="*/ 7 w 48"/>
                <a:gd name="T3" fmla="*/ 0 h 77"/>
                <a:gd name="T4" fmla="*/ 44 w 48"/>
                <a:gd name="T5" fmla="*/ 77 h 77"/>
              </a:gdLst>
              <a:ahLst/>
              <a:cxnLst>
                <a:cxn ang="0">
                  <a:pos x="T0" y="T1"/>
                </a:cxn>
                <a:cxn ang="0">
                  <a:pos x="T2" y="T3"/>
                </a:cxn>
                <a:cxn ang="0">
                  <a:pos x="T4" y="T5"/>
                </a:cxn>
              </a:cxnLst>
              <a:rect l="0" t="0" r="r" b="b"/>
              <a:pathLst>
                <a:path w="48" h="77">
                  <a:moveTo>
                    <a:pt x="44" y="77"/>
                  </a:moveTo>
                  <a:cubicBezTo>
                    <a:pt x="44" y="77"/>
                    <a:pt x="0" y="64"/>
                    <a:pt x="7" y="0"/>
                  </a:cubicBezTo>
                  <a:cubicBezTo>
                    <a:pt x="7" y="0"/>
                    <a:pt x="48" y="21"/>
                    <a:pt x="44" y="7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7" name="Freeform 35"/>
            <p:cNvSpPr/>
            <p:nvPr>
              <p:custDataLst>
                <p:tags r:id="rId9"/>
              </p:custDataLst>
            </p:nvPr>
          </p:nvSpPr>
          <p:spPr bwMode="auto">
            <a:xfrm>
              <a:off x="1099185" y="5510530"/>
              <a:ext cx="78105" cy="123190"/>
            </a:xfrm>
            <a:custGeom>
              <a:avLst/>
              <a:gdLst>
                <a:gd name="T0" fmla="*/ 4 w 48"/>
                <a:gd name="T1" fmla="*/ 76 h 76"/>
                <a:gd name="T2" fmla="*/ 42 w 48"/>
                <a:gd name="T3" fmla="*/ 0 h 76"/>
                <a:gd name="T4" fmla="*/ 4 w 48"/>
                <a:gd name="T5" fmla="*/ 76 h 76"/>
              </a:gdLst>
              <a:ahLst/>
              <a:cxnLst>
                <a:cxn ang="0">
                  <a:pos x="T0" y="T1"/>
                </a:cxn>
                <a:cxn ang="0">
                  <a:pos x="T2" y="T3"/>
                </a:cxn>
                <a:cxn ang="0">
                  <a:pos x="T4" y="T5"/>
                </a:cxn>
              </a:cxnLst>
              <a:rect l="0" t="0" r="r" b="b"/>
              <a:pathLst>
                <a:path w="48" h="76">
                  <a:moveTo>
                    <a:pt x="4" y="76"/>
                  </a:moveTo>
                  <a:cubicBezTo>
                    <a:pt x="4" y="76"/>
                    <a:pt x="48" y="64"/>
                    <a:pt x="42" y="0"/>
                  </a:cubicBezTo>
                  <a:cubicBezTo>
                    <a:pt x="42" y="0"/>
                    <a:pt x="0" y="20"/>
                    <a:pt x="4" y="7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8" name="Freeform 36"/>
            <p:cNvSpPr/>
            <p:nvPr>
              <p:custDataLst>
                <p:tags r:id="rId10"/>
              </p:custDataLst>
            </p:nvPr>
          </p:nvSpPr>
          <p:spPr bwMode="auto">
            <a:xfrm>
              <a:off x="1058545" y="5445760"/>
              <a:ext cx="99695" cy="139065"/>
            </a:xfrm>
            <a:custGeom>
              <a:avLst/>
              <a:gdLst>
                <a:gd name="T0" fmla="*/ 28 w 61"/>
                <a:gd name="T1" fmla="*/ 86 h 86"/>
                <a:gd name="T2" fmla="*/ 27 w 61"/>
                <a:gd name="T3" fmla="*/ 0 h 86"/>
                <a:gd name="T4" fmla="*/ 28 w 61"/>
                <a:gd name="T5" fmla="*/ 86 h 86"/>
              </a:gdLst>
              <a:ahLst/>
              <a:cxnLst>
                <a:cxn ang="0">
                  <a:pos x="T0" y="T1"/>
                </a:cxn>
                <a:cxn ang="0">
                  <a:pos x="T2" y="T3"/>
                </a:cxn>
                <a:cxn ang="0">
                  <a:pos x="T4" y="T5"/>
                </a:cxn>
              </a:cxnLst>
              <a:rect l="0" t="0" r="r" b="b"/>
              <a:pathLst>
                <a:path w="61" h="86">
                  <a:moveTo>
                    <a:pt x="28" y="86"/>
                  </a:moveTo>
                  <a:cubicBezTo>
                    <a:pt x="28" y="86"/>
                    <a:pt x="61" y="54"/>
                    <a:pt x="27" y="0"/>
                  </a:cubicBezTo>
                  <a:cubicBezTo>
                    <a:pt x="27" y="0"/>
                    <a:pt x="0" y="40"/>
                    <a:pt x="28" y="8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9" name="Freeform 37"/>
            <p:cNvSpPr/>
            <p:nvPr>
              <p:custDataLst>
                <p:tags r:id="rId11"/>
              </p:custDataLst>
            </p:nvPr>
          </p:nvSpPr>
          <p:spPr bwMode="auto">
            <a:xfrm>
              <a:off x="1694815" y="5888990"/>
              <a:ext cx="63500" cy="99695"/>
            </a:xfrm>
            <a:custGeom>
              <a:avLst/>
              <a:gdLst>
                <a:gd name="T0" fmla="*/ 35 w 39"/>
                <a:gd name="T1" fmla="*/ 62 h 62"/>
                <a:gd name="T2" fmla="*/ 5 w 39"/>
                <a:gd name="T3" fmla="*/ 0 h 62"/>
                <a:gd name="T4" fmla="*/ 35 w 39"/>
                <a:gd name="T5" fmla="*/ 62 h 62"/>
              </a:gdLst>
              <a:ahLst/>
              <a:cxnLst>
                <a:cxn ang="0">
                  <a:pos x="T0" y="T1"/>
                </a:cxn>
                <a:cxn ang="0">
                  <a:pos x="T2" y="T3"/>
                </a:cxn>
                <a:cxn ang="0">
                  <a:pos x="T4" y="T5"/>
                </a:cxn>
              </a:cxnLst>
              <a:rect l="0" t="0" r="r" b="b"/>
              <a:pathLst>
                <a:path w="39" h="62">
                  <a:moveTo>
                    <a:pt x="35" y="62"/>
                  </a:moveTo>
                  <a:cubicBezTo>
                    <a:pt x="35" y="62"/>
                    <a:pt x="0" y="52"/>
                    <a:pt x="5" y="0"/>
                  </a:cubicBezTo>
                  <a:cubicBezTo>
                    <a:pt x="5" y="0"/>
                    <a:pt x="39" y="17"/>
                    <a:pt x="35" y="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0" name="Freeform 38"/>
            <p:cNvSpPr/>
            <p:nvPr>
              <p:custDataLst>
                <p:tags r:id="rId12"/>
              </p:custDataLst>
            </p:nvPr>
          </p:nvSpPr>
          <p:spPr bwMode="auto">
            <a:xfrm>
              <a:off x="1746250" y="5890260"/>
              <a:ext cx="62230" cy="98425"/>
            </a:xfrm>
            <a:custGeom>
              <a:avLst/>
              <a:gdLst>
                <a:gd name="T0" fmla="*/ 3 w 38"/>
                <a:gd name="T1" fmla="*/ 61 h 61"/>
                <a:gd name="T2" fmla="*/ 34 w 38"/>
                <a:gd name="T3" fmla="*/ 0 h 61"/>
                <a:gd name="T4" fmla="*/ 3 w 38"/>
                <a:gd name="T5" fmla="*/ 61 h 61"/>
              </a:gdLst>
              <a:ahLst/>
              <a:cxnLst>
                <a:cxn ang="0">
                  <a:pos x="T0" y="T1"/>
                </a:cxn>
                <a:cxn ang="0">
                  <a:pos x="T2" y="T3"/>
                </a:cxn>
                <a:cxn ang="0">
                  <a:pos x="T4" y="T5"/>
                </a:cxn>
              </a:cxnLst>
              <a:rect l="0" t="0" r="r" b="b"/>
              <a:pathLst>
                <a:path w="38" h="61">
                  <a:moveTo>
                    <a:pt x="3" y="61"/>
                  </a:moveTo>
                  <a:cubicBezTo>
                    <a:pt x="3" y="61"/>
                    <a:pt x="38" y="52"/>
                    <a:pt x="34" y="0"/>
                  </a:cubicBezTo>
                  <a:cubicBezTo>
                    <a:pt x="34" y="0"/>
                    <a:pt x="0" y="16"/>
                    <a:pt x="3" y="6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1" name="Freeform 39"/>
            <p:cNvSpPr/>
            <p:nvPr>
              <p:custDataLst>
                <p:tags r:id="rId13"/>
              </p:custDataLst>
            </p:nvPr>
          </p:nvSpPr>
          <p:spPr bwMode="auto">
            <a:xfrm>
              <a:off x="1712595" y="5838825"/>
              <a:ext cx="81280" cy="110490"/>
            </a:xfrm>
            <a:custGeom>
              <a:avLst/>
              <a:gdLst>
                <a:gd name="T0" fmla="*/ 24 w 50"/>
                <a:gd name="T1" fmla="*/ 69 h 69"/>
                <a:gd name="T2" fmla="*/ 22 w 50"/>
                <a:gd name="T3" fmla="*/ 0 h 69"/>
                <a:gd name="T4" fmla="*/ 24 w 50"/>
                <a:gd name="T5" fmla="*/ 69 h 69"/>
              </a:gdLst>
              <a:ahLst/>
              <a:cxnLst>
                <a:cxn ang="0">
                  <a:pos x="T0" y="T1"/>
                </a:cxn>
                <a:cxn ang="0">
                  <a:pos x="T2" y="T3"/>
                </a:cxn>
                <a:cxn ang="0">
                  <a:pos x="T4" y="T5"/>
                </a:cxn>
              </a:cxnLst>
              <a:rect l="0" t="0" r="r" b="b"/>
              <a:pathLst>
                <a:path w="50" h="69">
                  <a:moveTo>
                    <a:pt x="24" y="69"/>
                  </a:moveTo>
                  <a:cubicBezTo>
                    <a:pt x="24" y="69"/>
                    <a:pt x="50" y="43"/>
                    <a:pt x="22" y="0"/>
                  </a:cubicBezTo>
                  <a:cubicBezTo>
                    <a:pt x="22" y="0"/>
                    <a:pt x="0" y="32"/>
                    <a:pt x="24" y="6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2" name="Freeform 40"/>
            <p:cNvSpPr/>
            <p:nvPr>
              <p:custDataLst>
                <p:tags r:id="rId14"/>
              </p:custDataLst>
            </p:nvPr>
          </p:nvSpPr>
          <p:spPr bwMode="auto">
            <a:xfrm>
              <a:off x="4357370" y="5834380"/>
              <a:ext cx="62230" cy="99695"/>
            </a:xfrm>
            <a:custGeom>
              <a:avLst/>
              <a:gdLst>
                <a:gd name="T0" fmla="*/ 35 w 39"/>
                <a:gd name="T1" fmla="*/ 62 h 62"/>
                <a:gd name="T2" fmla="*/ 5 w 39"/>
                <a:gd name="T3" fmla="*/ 0 h 62"/>
                <a:gd name="T4" fmla="*/ 35 w 39"/>
                <a:gd name="T5" fmla="*/ 62 h 62"/>
              </a:gdLst>
              <a:ahLst/>
              <a:cxnLst>
                <a:cxn ang="0">
                  <a:pos x="T0" y="T1"/>
                </a:cxn>
                <a:cxn ang="0">
                  <a:pos x="T2" y="T3"/>
                </a:cxn>
                <a:cxn ang="0">
                  <a:pos x="T4" y="T5"/>
                </a:cxn>
              </a:cxnLst>
              <a:rect l="0" t="0" r="r" b="b"/>
              <a:pathLst>
                <a:path w="39" h="62">
                  <a:moveTo>
                    <a:pt x="35" y="62"/>
                  </a:moveTo>
                  <a:cubicBezTo>
                    <a:pt x="35" y="62"/>
                    <a:pt x="0" y="52"/>
                    <a:pt x="5" y="0"/>
                  </a:cubicBezTo>
                  <a:cubicBezTo>
                    <a:pt x="5" y="0"/>
                    <a:pt x="39" y="17"/>
                    <a:pt x="35" y="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3" name="Freeform 41"/>
            <p:cNvSpPr/>
            <p:nvPr>
              <p:custDataLst>
                <p:tags r:id="rId15"/>
              </p:custDataLst>
            </p:nvPr>
          </p:nvSpPr>
          <p:spPr bwMode="auto">
            <a:xfrm>
              <a:off x="4408805" y="5834380"/>
              <a:ext cx="63500" cy="99695"/>
            </a:xfrm>
            <a:custGeom>
              <a:avLst/>
              <a:gdLst>
                <a:gd name="T0" fmla="*/ 3 w 39"/>
                <a:gd name="T1" fmla="*/ 62 h 62"/>
                <a:gd name="T2" fmla="*/ 34 w 39"/>
                <a:gd name="T3" fmla="*/ 0 h 62"/>
                <a:gd name="T4" fmla="*/ 3 w 39"/>
                <a:gd name="T5" fmla="*/ 62 h 62"/>
              </a:gdLst>
              <a:ahLst/>
              <a:cxnLst>
                <a:cxn ang="0">
                  <a:pos x="T0" y="T1"/>
                </a:cxn>
                <a:cxn ang="0">
                  <a:pos x="T2" y="T3"/>
                </a:cxn>
                <a:cxn ang="0">
                  <a:pos x="T4" y="T5"/>
                </a:cxn>
              </a:cxnLst>
              <a:rect l="0" t="0" r="r" b="b"/>
              <a:pathLst>
                <a:path w="39" h="62">
                  <a:moveTo>
                    <a:pt x="3" y="62"/>
                  </a:moveTo>
                  <a:cubicBezTo>
                    <a:pt x="3" y="62"/>
                    <a:pt x="39" y="52"/>
                    <a:pt x="34" y="0"/>
                  </a:cubicBezTo>
                  <a:cubicBezTo>
                    <a:pt x="34" y="0"/>
                    <a:pt x="0" y="17"/>
                    <a:pt x="3" y="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4" name="Freeform 42"/>
            <p:cNvSpPr/>
            <p:nvPr>
              <p:custDataLst>
                <p:tags r:id="rId16"/>
              </p:custDataLst>
            </p:nvPr>
          </p:nvSpPr>
          <p:spPr bwMode="auto">
            <a:xfrm>
              <a:off x="4376420" y="5784850"/>
              <a:ext cx="81280" cy="112395"/>
            </a:xfrm>
            <a:custGeom>
              <a:avLst/>
              <a:gdLst>
                <a:gd name="T0" fmla="*/ 23 w 50"/>
                <a:gd name="T1" fmla="*/ 69 h 69"/>
                <a:gd name="T2" fmla="*/ 22 w 50"/>
                <a:gd name="T3" fmla="*/ 0 h 69"/>
                <a:gd name="T4" fmla="*/ 23 w 50"/>
                <a:gd name="T5" fmla="*/ 69 h 69"/>
              </a:gdLst>
              <a:ahLst/>
              <a:cxnLst>
                <a:cxn ang="0">
                  <a:pos x="T0" y="T1"/>
                </a:cxn>
                <a:cxn ang="0">
                  <a:pos x="T2" y="T3"/>
                </a:cxn>
                <a:cxn ang="0">
                  <a:pos x="T4" y="T5"/>
                </a:cxn>
              </a:cxnLst>
              <a:rect l="0" t="0" r="r" b="b"/>
              <a:pathLst>
                <a:path w="50" h="69">
                  <a:moveTo>
                    <a:pt x="23" y="69"/>
                  </a:moveTo>
                  <a:cubicBezTo>
                    <a:pt x="23" y="69"/>
                    <a:pt x="50" y="43"/>
                    <a:pt x="22" y="0"/>
                  </a:cubicBezTo>
                  <a:cubicBezTo>
                    <a:pt x="22" y="0"/>
                    <a:pt x="0" y="32"/>
                    <a:pt x="23" y="6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5" name="Freeform 49"/>
            <p:cNvSpPr/>
            <p:nvPr>
              <p:custDataLst>
                <p:tags r:id="rId17"/>
              </p:custDataLst>
            </p:nvPr>
          </p:nvSpPr>
          <p:spPr bwMode="auto">
            <a:xfrm>
              <a:off x="1217930" y="1370330"/>
              <a:ext cx="4204335" cy="2418080"/>
            </a:xfrm>
            <a:custGeom>
              <a:avLst/>
              <a:gdLst>
                <a:gd name="T0" fmla="*/ 2551 w 2593"/>
                <a:gd name="T1" fmla="*/ 1493 h 1493"/>
                <a:gd name="T2" fmla="*/ 41 w 2593"/>
                <a:gd name="T3" fmla="*/ 1493 h 1493"/>
                <a:gd name="T4" fmla="*/ 0 w 2593"/>
                <a:gd name="T5" fmla="*/ 1451 h 1493"/>
                <a:gd name="T6" fmla="*/ 0 w 2593"/>
                <a:gd name="T7" fmla="*/ 41 h 1493"/>
                <a:gd name="T8" fmla="*/ 41 w 2593"/>
                <a:gd name="T9" fmla="*/ 0 h 1493"/>
                <a:gd name="T10" fmla="*/ 2551 w 2593"/>
                <a:gd name="T11" fmla="*/ 0 h 1493"/>
                <a:gd name="T12" fmla="*/ 2593 w 2593"/>
                <a:gd name="T13" fmla="*/ 41 h 1493"/>
                <a:gd name="T14" fmla="*/ 2593 w 2593"/>
                <a:gd name="T15" fmla="*/ 1451 h 1493"/>
                <a:gd name="T16" fmla="*/ 2551 w 2593"/>
                <a:gd name="T17" fmla="*/ 1493 h 1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93" h="1493">
                  <a:moveTo>
                    <a:pt x="2551" y="1493"/>
                  </a:moveTo>
                  <a:cubicBezTo>
                    <a:pt x="41" y="1493"/>
                    <a:pt x="41" y="1493"/>
                    <a:pt x="41" y="1493"/>
                  </a:cubicBezTo>
                  <a:cubicBezTo>
                    <a:pt x="19" y="1493"/>
                    <a:pt x="0" y="1474"/>
                    <a:pt x="0" y="1451"/>
                  </a:cubicBezTo>
                  <a:cubicBezTo>
                    <a:pt x="0" y="41"/>
                    <a:pt x="0" y="41"/>
                    <a:pt x="0" y="41"/>
                  </a:cubicBezTo>
                  <a:cubicBezTo>
                    <a:pt x="0" y="18"/>
                    <a:pt x="19" y="0"/>
                    <a:pt x="41" y="0"/>
                  </a:cubicBezTo>
                  <a:cubicBezTo>
                    <a:pt x="2551" y="0"/>
                    <a:pt x="2551" y="0"/>
                    <a:pt x="2551" y="0"/>
                  </a:cubicBezTo>
                  <a:cubicBezTo>
                    <a:pt x="2574" y="0"/>
                    <a:pt x="2593" y="18"/>
                    <a:pt x="2593" y="41"/>
                  </a:cubicBezTo>
                  <a:cubicBezTo>
                    <a:pt x="2593" y="1451"/>
                    <a:pt x="2593" y="1451"/>
                    <a:pt x="2593" y="1451"/>
                  </a:cubicBezTo>
                  <a:cubicBezTo>
                    <a:pt x="2593" y="1474"/>
                    <a:pt x="2574" y="1493"/>
                    <a:pt x="2551" y="1493"/>
                  </a:cubicBezTo>
                  <a:close/>
                </a:path>
              </a:pathLst>
            </a:custGeom>
            <a:solidFill>
              <a:srgbClr val="FADD7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6" name="Freeform 50"/>
            <p:cNvSpPr/>
            <p:nvPr>
              <p:custDataLst>
                <p:tags r:id="rId18"/>
              </p:custDataLst>
            </p:nvPr>
          </p:nvSpPr>
          <p:spPr bwMode="auto">
            <a:xfrm>
              <a:off x="1217930" y="1597025"/>
              <a:ext cx="1400810" cy="2191385"/>
            </a:xfrm>
            <a:custGeom>
              <a:avLst/>
              <a:gdLst>
                <a:gd name="T0" fmla="*/ 864 w 864"/>
                <a:gd name="T1" fmla="*/ 1353 h 1353"/>
                <a:gd name="T2" fmla="*/ 24 w 864"/>
                <a:gd name="T3" fmla="*/ 1353 h 1353"/>
                <a:gd name="T4" fmla="*/ 0 w 864"/>
                <a:gd name="T5" fmla="*/ 1329 h 1353"/>
                <a:gd name="T6" fmla="*/ 0 w 864"/>
                <a:gd name="T7" fmla="*/ 0 h 1353"/>
                <a:gd name="T8" fmla="*/ 864 w 864"/>
                <a:gd name="T9" fmla="*/ 0 h 1353"/>
                <a:gd name="T10" fmla="*/ 864 w 864"/>
                <a:gd name="T11" fmla="*/ 1353 h 1353"/>
              </a:gdLst>
              <a:ahLst/>
              <a:cxnLst>
                <a:cxn ang="0">
                  <a:pos x="T0" y="T1"/>
                </a:cxn>
                <a:cxn ang="0">
                  <a:pos x="T2" y="T3"/>
                </a:cxn>
                <a:cxn ang="0">
                  <a:pos x="T4" y="T5"/>
                </a:cxn>
                <a:cxn ang="0">
                  <a:pos x="T6" y="T7"/>
                </a:cxn>
                <a:cxn ang="0">
                  <a:pos x="T8" y="T9"/>
                </a:cxn>
                <a:cxn ang="0">
                  <a:pos x="T10" y="T11"/>
                </a:cxn>
              </a:cxnLst>
              <a:rect l="0" t="0" r="r" b="b"/>
              <a:pathLst>
                <a:path w="864" h="1353">
                  <a:moveTo>
                    <a:pt x="864" y="1353"/>
                  </a:moveTo>
                  <a:cubicBezTo>
                    <a:pt x="24" y="1353"/>
                    <a:pt x="24" y="1353"/>
                    <a:pt x="24" y="1353"/>
                  </a:cubicBezTo>
                  <a:cubicBezTo>
                    <a:pt x="11" y="1353"/>
                    <a:pt x="0" y="1342"/>
                    <a:pt x="0" y="1329"/>
                  </a:cubicBezTo>
                  <a:cubicBezTo>
                    <a:pt x="0" y="0"/>
                    <a:pt x="0" y="0"/>
                    <a:pt x="0" y="0"/>
                  </a:cubicBezTo>
                  <a:cubicBezTo>
                    <a:pt x="864" y="0"/>
                    <a:pt x="864" y="0"/>
                    <a:pt x="864" y="0"/>
                  </a:cubicBezTo>
                  <a:lnTo>
                    <a:pt x="864" y="135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7" name="Freeform 52"/>
            <p:cNvSpPr/>
            <p:nvPr>
              <p:custDataLst>
                <p:tags r:id="rId19"/>
              </p:custDataLst>
            </p:nvPr>
          </p:nvSpPr>
          <p:spPr bwMode="auto">
            <a:xfrm>
              <a:off x="1209675" y="1364615"/>
              <a:ext cx="4216400" cy="232410"/>
            </a:xfrm>
            <a:custGeom>
              <a:avLst/>
              <a:gdLst>
                <a:gd name="T0" fmla="*/ 5 w 2600"/>
                <a:gd name="T1" fmla="*/ 143 h 143"/>
                <a:gd name="T2" fmla="*/ 2598 w 2600"/>
                <a:gd name="T3" fmla="*/ 143 h 143"/>
                <a:gd name="T4" fmla="*/ 2598 w 2600"/>
                <a:gd name="T5" fmla="*/ 93 h 143"/>
                <a:gd name="T6" fmla="*/ 2569 w 2600"/>
                <a:gd name="T7" fmla="*/ 27 h 143"/>
                <a:gd name="T8" fmla="*/ 2504 w 2600"/>
                <a:gd name="T9" fmla="*/ 3 h 143"/>
                <a:gd name="T10" fmla="*/ 103 w 2600"/>
                <a:gd name="T11" fmla="*/ 3 h 143"/>
                <a:gd name="T12" fmla="*/ 34 w 2600"/>
                <a:gd name="T13" fmla="*/ 29 h 143"/>
                <a:gd name="T14" fmla="*/ 5 w 2600"/>
                <a:gd name="T15" fmla="*/ 104 h 143"/>
                <a:gd name="T16" fmla="*/ 5 w 2600"/>
                <a:gd name="T17" fmla="*/ 14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00" h="143">
                  <a:moveTo>
                    <a:pt x="5" y="143"/>
                  </a:moveTo>
                  <a:cubicBezTo>
                    <a:pt x="2598" y="143"/>
                    <a:pt x="2598" y="143"/>
                    <a:pt x="2598" y="143"/>
                  </a:cubicBezTo>
                  <a:cubicBezTo>
                    <a:pt x="2598" y="93"/>
                    <a:pt x="2598" y="93"/>
                    <a:pt x="2598" y="93"/>
                  </a:cubicBezTo>
                  <a:cubicBezTo>
                    <a:pt x="2598" y="93"/>
                    <a:pt x="2600" y="52"/>
                    <a:pt x="2569" y="27"/>
                  </a:cubicBezTo>
                  <a:cubicBezTo>
                    <a:pt x="2538" y="3"/>
                    <a:pt x="2511" y="3"/>
                    <a:pt x="2504" y="3"/>
                  </a:cubicBezTo>
                  <a:cubicBezTo>
                    <a:pt x="2498" y="3"/>
                    <a:pt x="103" y="3"/>
                    <a:pt x="103" y="3"/>
                  </a:cubicBezTo>
                  <a:cubicBezTo>
                    <a:pt x="103" y="3"/>
                    <a:pt x="68" y="0"/>
                    <a:pt x="34" y="29"/>
                  </a:cubicBezTo>
                  <a:cubicBezTo>
                    <a:pt x="0" y="58"/>
                    <a:pt x="5" y="104"/>
                    <a:pt x="5" y="104"/>
                  </a:cubicBezTo>
                  <a:lnTo>
                    <a:pt x="5" y="143"/>
                  </a:lnTo>
                  <a:close/>
                </a:path>
              </a:pathLst>
            </a:custGeom>
            <a:solidFill>
              <a:srgbClr val="34525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8" name="Freeform 131"/>
            <p:cNvSpPr/>
            <p:nvPr>
              <p:custDataLst>
                <p:tags r:id="rId20"/>
              </p:custDataLst>
            </p:nvPr>
          </p:nvSpPr>
          <p:spPr bwMode="auto">
            <a:xfrm>
              <a:off x="1292225" y="1665605"/>
              <a:ext cx="1253490" cy="1014730"/>
            </a:xfrm>
            <a:custGeom>
              <a:avLst/>
              <a:gdLst>
                <a:gd name="T0" fmla="*/ 646 w 773"/>
                <a:gd name="T1" fmla="*/ 624 h 626"/>
                <a:gd name="T2" fmla="*/ 12 w 773"/>
                <a:gd name="T3" fmla="*/ 502 h 626"/>
                <a:gd name="T4" fmla="*/ 2 w 773"/>
                <a:gd name="T5" fmla="*/ 487 h 626"/>
                <a:gd name="T6" fmla="*/ 112 w 773"/>
                <a:gd name="T7" fmla="*/ 11 h 626"/>
                <a:gd name="T8" fmla="*/ 128 w 773"/>
                <a:gd name="T9" fmla="*/ 1 h 626"/>
                <a:gd name="T10" fmla="*/ 761 w 773"/>
                <a:gd name="T11" fmla="*/ 124 h 626"/>
                <a:gd name="T12" fmla="*/ 772 w 773"/>
                <a:gd name="T13" fmla="*/ 138 h 626"/>
                <a:gd name="T14" fmla="*/ 662 w 773"/>
                <a:gd name="T15" fmla="*/ 615 h 626"/>
                <a:gd name="T16" fmla="*/ 646 w 773"/>
                <a:gd name="T17" fmla="*/ 624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73" h="626">
                  <a:moveTo>
                    <a:pt x="646" y="624"/>
                  </a:moveTo>
                  <a:cubicBezTo>
                    <a:pt x="12" y="502"/>
                    <a:pt x="12" y="502"/>
                    <a:pt x="12" y="502"/>
                  </a:cubicBezTo>
                  <a:cubicBezTo>
                    <a:pt x="5" y="500"/>
                    <a:pt x="0" y="494"/>
                    <a:pt x="2" y="487"/>
                  </a:cubicBezTo>
                  <a:cubicBezTo>
                    <a:pt x="112" y="11"/>
                    <a:pt x="112" y="11"/>
                    <a:pt x="112" y="11"/>
                  </a:cubicBezTo>
                  <a:cubicBezTo>
                    <a:pt x="113" y="4"/>
                    <a:pt x="120" y="0"/>
                    <a:pt x="128" y="1"/>
                  </a:cubicBezTo>
                  <a:cubicBezTo>
                    <a:pt x="761" y="124"/>
                    <a:pt x="761" y="124"/>
                    <a:pt x="761" y="124"/>
                  </a:cubicBezTo>
                  <a:cubicBezTo>
                    <a:pt x="768" y="125"/>
                    <a:pt x="773" y="132"/>
                    <a:pt x="772" y="138"/>
                  </a:cubicBezTo>
                  <a:cubicBezTo>
                    <a:pt x="662" y="615"/>
                    <a:pt x="662" y="615"/>
                    <a:pt x="662" y="615"/>
                  </a:cubicBezTo>
                  <a:cubicBezTo>
                    <a:pt x="660" y="622"/>
                    <a:pt x="653" y="626"/>
                    <a:pt x="646" y="624"/>
                  </a:cubicBezTo>
                  <a:close/>
                </a:path>
              </a:pathLst>
            </a:custGeom>
            <a:solidFill>
              <a:srgbClr val="FADD7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9" name="Freeform 43"/>
            <p:cNvSpPr/>
            <p:nvPr>
              <p:custDataLst>
                <p:tags r:id="rId21"/>
              </p:custDataLst>
            </p:nvPr>
          </p:nvSpPr>
          <p:spPr bwMode="auto">
            <a:xfrm>
              <a:off x="3152775" y="5510530"/>
              <a:ext cx="74295" cy="117475"/>
            </a:xfrm>
            <a:custGeom>
              <a:avLst/>
              <a:gdLst>
                <a:gd name="T0" fmla="*/ 41 w 46"/>
                <a:gd name="T1" fmla="*/ 72 h 72"/>
                <a:gd name="T2" fmla="*/ 6 w 46"/>
                <a:gd name="T3" fmla="*/ 0 h 72"/>
                <a:gd name="T4" fmla="*/ 41 w 46"/>
                <a:gd name="T5" fmla="*/ 72 h 72"/>
              </a:gdLst>
              <a:ahLst/>
              <a:cxnLst>
                <a:cxn ang="0">
                  <a:pos x="T0" y="T1"/>
                </a:cxn>
                <a:cxn ang="0">
                  <a:pos x="T2" y="T3"/>
                </a:cxn>
                <a:cxn ang="0">
                  <a:pos x="T4" y="T5"/>
                </a:cxn>
              </a:cxnLst>
              <a:rect l="0" t="0" r="r" b="b"/>
              <a:pathLst>
                <a:path w="46" h="72">
                  <a:moveTo>
                    <a:pt x="41" y="72"/>
                  </a:moveTo>
                  <a:cubicBezTo>
                    <a:pt x="41" y="72"/>
                    <a:pt x="0" y="61"/>
                    <a:pt x="6" y="0"/>
                  </a:cubicBezTo>
                  <a:cubicBezTo>
                    <a:pt x="6" y="0"/>
                    <a:pt x="46" y="20"/>
                    <a:pt x="41" y="7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0" name="Freeform 44"/>
            <p:cNvSpPr/>
            <p:nvPr>
              <p:custDataLst>
                <p:tags r:id="rId22"/>
              </p:custDataLst>
            </p:nvPr>
          </p:nvSpPr>
          <p:spPr bwMode="auto">
            <a:xfrm>
              <a:off x="3211830" y="5513070"/>
              <a:ext cx="75565" cy="114935"/>
            </a:xfrm>
            <a:custGeom>
              <a:avLst/>
              <a:gdLst>
                <a:gd name="T0" fmla="*/ 4 w 46"/>
                <a:gd name="T1" fmla="*/ 71 h 71"/>
                <a:gd name="T2" fmla="*/ 40 w 46"/>
                <a:gd name="T3" fmla="*/ 0 h 71"/>
                <a:gd name="T4" fmla="*/ 4 w 46"/>
                <a:gd name="T5" fmla="*/ 71 h 71"/>
              </a:gdLst>
              <a:ahLst/>
              <a:cxnLst>
                <a:cxn ang="0">
                  <a:pos x="T0" y="T1"/>
                </a:cxn>
                <a:cxn ang="0">
                  <a:pos x="T2" y="T3"/>
                </a:cxn>
                <a:cxn ang="0">
                  <a:pos x="T4" y="T5"/>
                </a:cxn>
              </a:cxnLst>
              <a:rect l="0" t="0" r="r" b="b"/>
              <a:pathLst>
                <a:path w="46" h="71">
                  <a:moveTo>
                    <a:pt x="4" y="71"/>
                  </a:moveTo>
                  <a:cubicBezTo>
                    <a:pt x="4" y="71"/>
                    <a:pt x="46" y="60"/>
                    <a:pt x="40" y="0"/>
                  </a:cubicBezTo>
                  <a:cubicBezTo>
                    <a:pt x="40" y="0"/>
                    <a:pt x="0" y="19"/>
                    <a:pt x="4" y="7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1" name="Freeform 45"/>
            <p:cNvSpPr/>
            <p:nvPr>
              <p:custDataLst>
                <p:tags r:id="rId23"/>
              </p:custDataLst>
            </p:nvPr>
          </p:nvSpPr>
          <p:spPr bwMode="auto">
            <a:xfrm>
              <a:off x="3175635" y="5452110"/>
              <a:ext cx="93345" cy="130810"/>
            </a:xfrm>
            <a:custGeom>
              <a:avLst/>
              <a:gdLst>
                <a:gd name="T0" fmla="*/ 27 w 58"/>
                <a:gd name="T1" fmla="*/ 81 h 81"/>
                <a:gd name="T2" fmla="*/ 26 w 58"/>
                <a:gd name="T3" fmla="*/ 0 h 81"/>
                <a:gd name="T4" fmla="*/ 27 w 58"/>
                <a:gd name="T5" fmla="*/ 81 h 81"/>
              </a:gdLst>
              <a:ahLst/>
              <a:cxnLst>
                <a:cxn ang="0">
                  <a:pos x="T0" y="T1"/>
                </a:cxn>
                <a:cxn ang="0">
                  <a:pos x="T2" y="T3"/>
                </a:cxn>
                <a:cxn ang="0">
                  <a:pos x="T4" y="T5"/>
                </a:cxn>
              </a:cxnLst>
              <a:rect l="0" t="0" r="r" b="b"/>
              <a:pathLst>
                <a:path w="58" h="81">
                  <a:moveTo>
                    <a:pt x="27" y="81"/>
                  </a:moveTo>
                  <a:cubicBezTo>
                    <a:pt x="27" y="81"/>
                    <a:pt x="58" y="50"/>
                    <a:pt x="26" y="0"/>
                  </a:cubicBezTo>
                  <a:cubicBezTo>
                    <a:pt x="26" y="0"/>
                    <a:pt x="0" y="37"/>
                    <a:pt x="27" y="8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2" name="Freeform 46"/>
            <p:cNvSpPr/>
            <p:nvPr>
              <p:custDataLst>
                <p:tags r:id="rId24"/>
              </p:custDataLst>
            </p:nvPr>
          </p:nvSpPr>
          <p:spPr bwMode="auto">
            <a:xfrm>
              <a:off x="5090795" y="5541645"/>
              <a:ext cx="75565" cy="118745"/>
            </a:xfrm>
            <a:custGeom>
              <a:avLst/>
              <a:gdLst>
                <a:gd name="T0" fmla="*/ 41 w 46"/>
                <a:gd name="T1" fmla="*/ 73 h 73"/>
                <a:gd name="T2" fmla="*/ 6 w 46"/>
                <a:gd name="T3" fmla="*/ 0 h 73"/>
                <a:gd name="T4" fmla="*/ 41 w 46"/>
                <a:gd name="T5" fmla="*/ 73 h 73"/>
              </a:gdLst>
              <a:ahLst/>
              <a:cxnLst>
                <a:cxn ang="0">
                  <a:pos x="T0" y="T1"/>
                </a:cxn>
                <a:cxn ang="0">
                  <a:pos x="T2" y="T3"/>
                </a:cxn>
                <a:cxn ang="0">
                  <a:pos x="T4" y="T5"/>
                </a:cxn>
              </a:cxnLst>
              <a:rect l="0" t="0" r="r" b="b"/>
              <a:pathLst>
                <a:path w="46" h="73">
                  <a:moveTo>
                    <a:pt x="41" y="73"/>
                  </a:moveTo>
                  <a:cubicBezTo>
                    <a:pt x="41" y="73"/>
                    <a:pt x="0" y="61"/>
                    <a:pt x="6" y="0"/>
                  </a:cubicBezTo>
                  <a:cubicBezTo>
                    <a:pt x="6" y="0"/>
                    <a:pt x="46" y="20"/>
                    <a:pt x="41" y="7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3" name="Freeform 47"/>
            <p:cNvSpPr/>
            <p:nvPr>
              <p:custDataLst>
                <p:tags r:id="rId25"/>
              </p:custDataLst>
            </p:nvPr>
          </p:nvSpPr>
          <p:spPr bwMode="auto">
            <a:xfrm>
              <a:off x="5151755" y="5541645"/>
              <a:ext cx="74295" cy="118745"/>
            </a:xfrm>
            <a:custGeom>
              <a:avLst/>
              <a:gdLst>
                <a:gd name="T0" fmla="*/ 4 w 46"/>
                <a:gd name="T1" fmla="*/ 73 h 73"/>
                <a:gd name="T2" fmla="*/ 41 w 46"/>
                <a:gd name="T3" fmla="*/ 0 h 73"/>
                <a:gd name="T4" fmla="*/ 4 w 46"/>
                <a:gd name="T5" fmla="*/ 73 h 73"/>
              </a:gdLst>
              <a:ahLst/>
              <a:cxnLst>
                <a:cxn ang="0">
                  <a:pos x="T0" y="T1"/>
                </a:cxn>
                <a:cxn ang="0">
                  <a:pos x="T2" y="T3"/>
                </a:cxn>
                <a:cxn ang="0">
                  <a:pos x="T4" y="T5"/>
                </a:cxn>
              </a:cxnLst>
              <a:rect l="0" t="0" r="r" b="b"/>
              <a:pathLst>
                <a:path w="46" h="73">
                  <a:moveTo>
                    <a:pt x="4" y="73"/>
                  </a:moveTo>
                  <a:cubicBezTo>
                    <a:pt x="4" y="73"/>
                    <a:pt x="46" y="61"/>
                    <a:pt x="41" y="0"/>
                  </a:cubicBezTo>
                  <a:cubicBezTo>
                    <a:pt x="41" y="0"/>
                    <a:pt x="0" y="20"/>
                    <a:pt x="4" y="7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4" name="Freeform 48"/>
            <p:cNvSpPr/>
            <p:nvPr>
              <p:custDataLst>
                <p:tags r:id="rId26"/>
              </p:custDataLst>
            </p:nvPr>
          </p:nvSpPr>
          <p:spPr bwMode="auto">
            <a:xfrm>
              <a:off x="5112385" y="5481955"/>
              <a:ext cx="95885" cy="132080"/>
            </a:xfrm>
            <a:custGeom>
              <a:avLst/>
              <a:gdLst>
                <a:gd name="T0" fmla="*/ 28 w 59"/>
                <a:gd name="T1" fmla="*/ 82 h 82"/>
                <a:gd name="T2" fmla="*/ 27 w 59"/>
                <a:gd name="T3" fmla="*/ 0 h 82"/>
                <a:gd name="T4" fmla="*/ 28 w 59"/>
                <a:gd name="T5" fmla="*/ 82 h 82"/>
              </a:gdLst>
              <a:ahLst/>
              <a:cxnLst>
                <a:cxn ang="0">
                  <a:pos x="T0" y="T1"/>
                </a:cxn>
                <a:cxn ang="0">
                  <a:pos x="T2" y="T3"/>
                </a:cxn>
                <a:cxn ang="0">
                  <a:pos x="T4" y="T5"/>
                </a:cxn>
              </a:cxnLst>
              <a:rect l="0" t="0" r="r" b="b"/>
              <a:pathLst>
                <a:path w="59" h="82">
                  <a:moveTo>
                    <a:pt x="28" y="82"/>
                  </a:moveTo>
                  <a:cubicBezTo>
                    <a:pt x="28" y="82"/>
                    <a:pt x="59" y="51"/>
                    <a:pt x="27" y="0"/>
                  </a:cubicBezTo>
                  <a:cubicBezTo>
                    <a:pt x="27" y="0"/>
                    <a:pt x="0" y="37"/>
                    <a:pt x="28" y="8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5" name="Oval 32"/>
            <p:cNvSpPr>
              <a:spLocks noChangeArrowheads="1"/>
            </p:cNvSpPr>
            <p:nvPr>
              <p:custDataLst>
                <p:tags r:id="rId27"/>
              </p:custDataLst>
            </p:nvPr>
          </p:nvSpPr>
          <p:spPr bwMode="auto">
            <a:xfrm>
              <a:off x="1571625" y="5694045"/>
              <a:ext cx="1558925" cy="93345"/>
            </a:xfrm>
            <a:prstGeom prst="ellipse">
              <a:avLst/>
            </a:prstGeom>
            <a:solidFill>
              <a:schemeClr val="tx2"/>
            </a:solidFill>
            <a:ln>
              <a:noFill/>
            </a:ln>
          </p:spPr>
          <p:txBody>
            <a:bodyPr vert="horz" wrap="square" lIns="91440" tIns="45720" rIns="91440" bIns="45720" numCol="1" anchor="t" anchorCtr="0" compatLnSpc="1"/>
            <a:lstStyle/>
            <a:p>
              <a:endParaRPr lang="zh-CN" altLang="en-US"/>
            </a:p>
          </p:txBody>
        </p:sp>
        <p:sp>
          <p:nvSpPr>
            <p:cNvPr id="176" name="Oval 33"/>
            <p:cNvSpPr>
              <a:spLocks noChangeArrowheads="1"/>
            </p:cNvSpPr>
            <p:nvPr>
              <p:custDataLst>
                <p:tags r:id="rId28"/>
              </p:custDataLst>
            </p:nvPr>
          </p:nvSpPr>
          <p:spPr bwMode="auto">
            <a:xfrm>
              <a:off x="3864610" y="5681980"/>
              <a:ext cx="1558925" cy="94615"/>
            </a:xfrm>
            <a:prstGeom prst="ellipse">
              <a:avLst/>
            </a:prstGeom>
            <a:solidFill>
              <a:schemeClr val="tx2"/>
            </a:solidFill>
            <a:ln>
              <a:noFill/>
            </a:ln>
          </p:spPr>
          <p:txBody>
            <a:bodyPr vert="horz" wrap="square" lIns="91440" tIns="45720" rIns="91440" bIns="45720" numCol="1" anchor="t" anchorCtr="0" compatLnSpc="1"/>
            <a:lstStyle/>
            <a:p>
              <a:endParaRPr lang="zh-CN" altLang="en-US"/>
            </a:p>
          </p:txBody>
        </p:sp>
        <p:sp>
          <p:nvSpPr>
            <p:cNvPr id="177" name="Freeform 51"/>
            <p:cNvSpPr/>
            <p:nvPr>
              <p:custDataLst>
                <p:tags r:id="rId29"/>
              </p:custDataLst>
            </p:nvPr>
          </p:nvSpPr>
          <p:spPr bwMode="auto">
            <a:xfrm>
              <a:off x="4019550" y="1597025"/>
              <a:ext cx="1402080" cy="2191385"/>
            </a:xfrm>
            <a:custGeom>
              <a:avLst/>
              <a:gdLst>
                <a:gd name="T0" fmla="*/ 825 w 865"/>
                <a:gd name="T1" fmla="*/ 1353 h 1353"/>
                <a:gd name="T2" fmla="*/ 0 w 865"/>
                <a:gd name="T3" fmla="*/ 1353 h 1353"/>
                <a:gd name="T4" fmla="*/ 0 w 865"/>
                <a:gd name="T5" fmla="*/ 0 h 1353"/>
                <a:gd name="T6" fmla="*/ 865 w 865"/>
                <a:gd name="T7" fmla="*/ 0 h 1353"/>
                <a:gd name="T8" fmla="*/ 865 w 865"/>
                <a:gd name="T9" fmla="*/ 1313 h 1353"/>
                <a:gd name="T10" fmla="*/ 825 w 865"/>
                <a:gd name="T11" fmla="*/ 1353 h 1353"/>
              </a:gdLst>
              <a:ahLst/>
              <a:cxnLst>
                <a:cxn ang="0">
                  <a:pos x="T0" y="T1"/>
                </a:cxn>
                <a:cxn ang="0">
                  <a:pos x="T2" y="T3"/>
                </a:cxn>
                <a:cxn ang="0">
                  <a:pos x="T4" y="T5"/>
                </a:cxn>
                <a:cxn ang="0">
                  <a:pos x="T6" y="T7"/>
                </a:cxn>
                <a:cxn ang="0">
                  <a:pos x="T8" y="T9"/>
                </a:cxn>
                <a:cxn ang="0">
                  <a:pos x="T10" y="T11"/>
                </a:cxn>
              </a:cxnLst>
              <a:rect l="0" t="0" r="r" b="b"/>
              <a:pathLst>
                <a:path w="865" h="1353">
                  <a:moveTo>
                    <a:pt x="825" y="1353"/>
                  </a:moveTo>
                  <a:cubicBezTo>
                    <a:pt x="0" y="1353"/>
                    <a:pt x="0" y="1353"/>
                    <a:pt x="0" y="1353"/>
                  </a:cubicBezTo>
                  <a:cubicBezTo>
                    <a:pt x="0" y="0"/>
                    <a:pt x="0" y="0"/>
                    <a:pt x="0" y="0"/>
                  </a:cubicBezTo>
                  <a:cubicBezTo>
                    <a:pt x="865" y="0"/>
                    <a:pt x="865" y="0"/>
                    <a:pt x="865" y="0"/>
                  </a:cubicBezTo>
                  <a:cubicBezTo>
                    <a:pt x="865" y="1313"/>
                    <a:pt x="865" y="1313"/>
                    <a:pt x="865" y="1313"/>
                  </a:cubicBezTo>
                  <a:cubicBezTo>
                    <a:pt x="865" y="1335"/>
                    <a:pt x="847" y="1353"/>
                    <a:pt x="825" y="135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8" name="Oval 53"/>
            <p:cNvSpPr>
              <a:spLocks noChangeArrowheads="1"/>
            </p:cNvSpPr>
            <p:nvPr>
              <p:custDataLst>
                <p:tags r:id="rId30"/>
              </p:custDataLst>
            </p:nvPr>
          </p:nvSpPr>
          <p:spPr bwMode="auto">
            <a:xfrm>
              <a:off x="1416685" y="1444625"/>
              <a:ext cx="83820" cy="78105"/>
            </a:xfrm>
            <a:prstGeom prst="ellipse">
              <a:avLst/>
            </a:pr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9" name="Oval 54"/>
            <p:cNvSpPr>
              <a:spLocks noChangeArrowheads="1"/>
            </p:cNvSpPr>
            <p:nvPr>
              <p:custDataLst>
                <p:tags r:id="rId31"/>
              </p:custDataLst>
            </p:nvPr>
          </p:nvSpPr>
          <p:spPr bwMode="auto">
            <a:xfrm>
              <a:off x="1656715" y="1444625"/>
              <a:ext cx="86360" cy="78105"/>
            </a:xfrm>
            <a:prstGeom prst="ellipse">
              <a:avLst/>
            </a:prstGeom>
            <a:solidFill>
              <a:srgbClr val="74C8D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0" name="Oval 55"/>
            <p:cNvSpPr>
              <a:spLocks noChangeArrowheads="1"/>
            </p:cNvSpPr>
            <p:nvPr>
              <p:custDataLst>
                <p:tags r:id="rId32"/>
              </p:custDataLst>
            </p:nvPr>
          </p:nvSpPr>
          <p:spPr bwMode="auto">
            <a:xfrm>
              <a:off x="1899920" y="1444625"/>
              <a:ext cx="85090" cy="78105"/>
            </a:xfrm>
            <a:prstGeom prst="ellipse">
              <a:avLst/>
            </a:prstGeom>
            <a:solidFill>
              <a:srgbClr val="FADD7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1" name="Freeform 56"/>
            <p:cNvSpPr/>
            <p:nvPr>
              <p:custDataLst>
                <p:tags r:id="rId33"/>
              </p:custDataLst>
            </p:nvPr>
          </p:nvSpPr>
          <p:spPr bwMode="auto">
            <a:xfrm>
              <a:off x="2140585" y="1424305"/>
              <a:ext cx="2831465" cy="123190"/>
            </a:xfrm>
            <a:custGeom>
              <a:avLst/>
              <a:gdLst>
                <a:gd name="T0" fmla="*/ 1738 w 1746"/>
                <a:gd name="T1" fmla="*/ 76 h 76"/>
                <a:gd name="T2" fmla="*/ 8 w 1746"/>
                <a:gd name="T3" fmla="*/ 76 h 76"/>
                <a:gd name="T4" fmla="*/ 0 w 1746"/>
                <a:gd name="T5" fmla="*/ 67 h 76"/>
                <a:gd name="T6" fmla="*/ 0 w 1746"/>
                <a:gd name="T7" fmla="*/ 8 h 76"/>
                <a:gd name="T8" fmla="*/ 8 w 1746"/>
                <a:gd name="T9" fmla="*/ 0 h 76"/>
                <a:gd name="T10" fmla="*/ 1738 w 1746"/>
                <a:gd name="T11" fmla="*/ 0 h 76"/>
                <a:gd name="T12" fmla="*/ 1746 w 1746"/>
                <a:gd name="T13" fmla="*/ 8 h 76"/>
                <a:gd name="T14" fmla="*/ 1746 w 1746"/>
                <a:gd name="T15" fmla="*/ 67 h 76"/>
                <a:gd name="T16" fmla="*/ 1738 w 1746"/>
                <a:gd name="T17" fmla="*/ 76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46" h="76">
                  <a:moveTo>
                    <a:pt x="1738" y="76"/>
                  </a:moveTo>
                  <a:cubicBezTo>
                    <a:pt x="8" y="76"/>
                    <a:pt x="8" y="76"/>
                    <a:pt x="8" y="76"/>
                  </a:cubicBezTo>
                  <a:cubicBezTo>
                    <a:pt x="3" y="76"/>
                    <a:pt x="0" y="72"/>
                    <a:pt x="0" y="67"/>
                  </a:cubicBezTo>
                  <a:cubicBezTo>
                    <a:pt x="0" y="8"/>
                    <a:pt x="0" y="8"/>
                    <a:pt x="0" y="8"/>
                  </a:cubicBezTo>
                  <a:cubicBezTo>
                    <a:pt x="0" y="4"/>
                    <a:pt x="3" y="0"/>
                    <a:pt x="8" y="0"/>
                  </a:cubicBezTo>
                  <a:cubicBezTo>
                    <a:pt x="1738" y="0"/>
                    <a:pt x="1738" y="0"/>
                    <a:pt x="1738" y="0"/>
                  </a:cubicBezTo>
                  <a:cubicBezTo>
                    <a:pt x="1742" y="0"/>
                    <a:pt x="1746" y="4"/>
                    <a:pt x="1746" y="8"/>
                  </a:cubicBezTo>
                  <a:cubicBezTo>
                    <a:pt x="1746" y="67"/>
                    <a:pt x="1746" y="67"/>
                    <a:pt x="1746" y="67"/>
                  </a:cubicBezTo>
                  <a:cubicBezTo>
                    <a:pt x="1746" y="72"/>
                    <a:pt x="1742" y="76"/>
                    <a:pt x="1738" y="7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2" name="Freeform 57"/>
            <p:cNvSpPr/>
            <p:nvPr>
              <p:custDataLst>
                <p:tags r:id="rId34"/>
              </p:custDataLst>
            </p:nvPr>
          </p:nvSpPr>
          <p:spPr bwMode="auto">
            <a:xfrm>
              <a:off x="1386840" y="2843530"/>
              <a:ext cx="1092835" cy="650875"/>
            </a:xfrm>
            <a:custGeom>
              <a:avLst/>
              <a:gdLst>
                <a:gd name="T0" fmla="*/ 660 w 674"/>
                <a:gd name="T1" fmla="*/ 402 h 402"/>
                <a:gd name="T2" fmla="*/ 14 w 674"/>
                <a:gd name="T3" fmla="*/ 402 h 402"/>
                <a:gd name="T4" fmla="*/ 0 w 674"/>
                <a:gd name="T5" fmla="*/ 388 h 402"/>
                <a:gd name="T6" fmla="*/ 0 w 674"/>
                <a:gd name="T7" fmla="*/ 15 h 402"/>
                <a:gd name="T8" fmla="*/ 14 w 674"/>
                <a:gd name="T9" fmla="*/ 0 h 402"/>
                <a:gd name="T10" fmla="*/ 660 w 674"/>
                <a:gd name="T11" fmla="*/ 0 h 402"/>
                <a:gd name="T12" fmla="*/ 674 w 674"/>
                <a:gd name="T13" fmla="*/ 15 h 402"/>
                <a:gd name="T14" fmla="*/ 674 w 674"/>
                <a:gd name="T15" fmla="*/ 388 h 402"/>
                <a:gd name="T16" fmla="*/ 660 w 674"/>
                <a:gd name="T17" fmla="*/ 402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4" h="402">
                  <a:moveTo>
                    <a:pt x="660" y="402"/>
                  </a:moveTo>
                  <a:cubicBezTo>
                    <a:pt x="14" y="402"/>
                    <a:pt x="14" y="402"/>
                    <a:pt x="14" y="402"/>
                  </a:cubicBezTo>
                  <a:cubicBezTo>
                    <a:pt x="6" y="402"/>
                    <a:pt x="0" y="396"/>
                    <a:pt x="0" y="388"/>
                  </a:cubicBezTo>
                  <a:cubicBezTo>
                    <a:pt x="0" y="15"/>
                    <a:pt x="0" y="15"/>
                    <a:pt x="0" y="15"/>
                  </a:cubicBezTo>
                  <a:cubicBezTo>
                    <a:pt x="0" y="7"/>
                    <a:pt x="6" y="0"/>
                    <a:pt x="14" y="0"/>
                  </a:cubicBezTo>
                  <a:cubicBezTo>
                    <a:pt x="660" y="0"/>
                    <a:pt x="660" y="0"/>
                    <a:pt x="660" y="0"/>
                  </a:cubicBezTo>
                  <a:cubicBezTo>
                    <a:pt x="668" y="0"/>
                    <a:pt x="674" y="7"/>
                    <a:pt x="674" y="15"/>
                  </a:cubicBezTo>
                  <a:cubicBezTo>
                    <a:pt x="674" y="388"/>
                    <a:pt x="674" y="388"/>
                    <a:pt x="674" y="388"/>
                  </a:cubicBezTo>
                  <a:cubicBezTo>
                    <a:pt x="674" y="396"/>
                    <a:pt x="668" y="402"/>
                    <a:pt x="660" y="402"/>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3" name="Rectangle 58"/>
            <p:cNvSpPr>
              <a:spLocks noChangeArrowheads="1"/>
            </p:cNvSpPr>
            <p:nvPr>
              <p:custDataLst>
                <p:tags r:id="rId35"/>
              </p:custDataLst>
            </p:nvPr>
          </p:nvSpPr>
          <p:spPr bwMode="auto">
            <a:xfrm>
              <a:off x="1459865" y="3169285"/>
              <a:ext cx="581025" cy="71755"/>
            </a:xfrm>
            <a:prstGeom prst="rect">
              <a:avLst/>
            </a:prstGeom>
            <a:solidFill>
              <a:srgbClr val="E6332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84" name="Rectangle 59"/>
            <p:cNvSpPr>
              <a:spLocks noChangeArrowheads="1"/>
            </p:cNvSpPr>
            <p:nvPr>
              <p:custDataLst>
                <p:tags r:id="rId36"/>
              </p:custDataLst>
            </p:nvPr>
          </p:nvSpPr>
          <p:spPr bwMode="auto">
            <a:xfrm>
              <a:off x="1459865" y="3382645"/>
              <a:ext cx="898525" cy="71755"/>
            </a:xfrm>
            <a:prstGeom prst="rect">
              <a:avLst/>
            </a:prstGeom>
            <a:solidFill>
              <a:srgbClr val="FADD7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85" name="Rectangle 60"/>
            <p:cNvSpPr>
              <a:spLocks noChangeArrowheads="1"/>
            </p:cNvSpPr>
            <p:nvPr>
              <p:custDataLst>
                <p:tags r:id="rId37"/>
              </p:custDataLst>
            </p:nvPr>
          </p:nvSpPr>
          <p:spPr bwMode="auto">
            <a:xfrm>
              <a:off x="1459865" y="3278505"/>
              <a:ext cx="502285" cy="717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86" name="Rectangle 61"/>
            <p:cNvSpPr>
              <a:spLocks noChangeArrowheads="1"/>
            </p:cNvSpPr>
            <p:nvPr>
              <p:custDataLst>
                <p:tags r:id="rId38"/>
              </p:custDataLst>
            </p:nvPr>
          </p:nvSpPr>
          <p:spPr bwMode="auto">
            <a:xfrm>
              <a:off x="1454150" y="2903220"/>
              <a:ext cx="278130" cy="228600"/>
            </a:xfrm>
            <a:prstGeom prst="rect">
              <a:avLst/>
            </a:prstGeom>
            <a:solidFill>
              <a:srgbClr val="00DDF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87" name="Rectangle 62"/>
            <p:cNvSpPr>
              <a:spLocks noChangeArrowheads="1"/>
            </p:cNvSpPr>
            <p:nvPr>
              <p:custDataLst>
                <p:tags r:id="rId39"/>
              </p:custDataLst>
            </p:nvPr>
          </p:nvSpPr>
          <p:spPr bwMode="auto">
            <a:xfrm>
              <a:off x="1783715" y="2903220"/>
              <a:ext cx="276860" cy="228600"/>
            </a:xfrm>
            <a:prstGeom prst="rect">
              <a:avLst/>
            </a:prstGeom>
            <a:solidFill>
              <a:srgbClr val="FADD7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88" name="Rectangle 63"/>
            <p:cNvSpPr>
              <a:spLocks noChangeArrowheads="1"/>
            </p:cNvSpPr>
            <p:nvPr>
              <p:custDataLst>
                <p:tags r:id="rId40"/>
              </p:custDataLst>
            </p:nvPr>
          </p:nvSpPr>
          <p:spPr bwMode="auto">
            <a:xfrm>
              <a:off x="2113915" y="2903220"/>
              <a:ext cx="276860" cy="228600"/>
            </a:xfrm>
            <a:prstGeom prst="rect">
              <a:avLst/>
            </a:prstGeom>
            <a:solidFill>
              <a:srgbClr val="3452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89" name="Freeform 64"/>
            <p:cNvSpPr/>
            <p:nvPr>
              <p:custDataLst>
                <p:tags r:id="rId41"/>
              </p:custDataLst>
            </p:nvPr>
          </p:nvSpPr>
          <p:spPr bwMode="auto">
            <a:xfrm>
              <a:off x="4175125" y="1726565"/>
              <a:ext cx="1094105" cy="648335"/>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0" name="Rectangle 65"/>
            <p:cNvSpPr>
              <a:spLocks noChangeArrowheads="1"/>
            </p:cNvSpPr>
            <p:nvPr>
              <p:custDataLst>
                <p:tags r:id="rId42"/>
              </p:custDataLst>
            </p:nvPr>
          </p:nvSpPr>
          <p:spPr bwMode="auto">
            <a:xfrm>
              <a:off x="4249420" y="2049780"/>
              <a:ext cx="581025" cy="71755"/>
            </a:xfrm>
            <a:prstGeom prst="rect">
              <a:avLst/>
            </a:prstGeom>
            <a:solidFill>
              <a:srgbClr val="E6332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91" name="Rectangle 66"/>
            <p:cNvSpPr>
              <a:spLocks noChangeArrowheads="1"/>
            </p:cNvSpPr>
            <p:nvPr>
              <p:custDataLst>
                <p:tags r:id="rId43"/>
              </p:custDataLst>
            </p:nvPr>
          </p:nvSpPr>
          <p:spPr bwMode="auto">
            <a:xfrm>
              <a:off x="4249420" y="2264410"/>
              <a:ext cx="897255" cy="70485"/>
            </a:xfrm>
            <a:prstGeom prst="rect">
              <a:avLst/>
            </a:prstGeom>
            <a:solidFill>
              <a:srgbClr val="FADD7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92" name="Rectangle 67"/>
            <p:cNvSpPr>
              <a:spLocks noChangeArrowheads="1"/>
            </p:cNvSpPr>
            <p:nvPr>
              <p:custDataLst>
                <p:tags r:id="rId44"/>
              </p:custDataLst>
            </p:nvPr>
          </p:nvSpPr>
          <p:spPr bwMode="auto">
            <a:xfrm>
              <a:off x="4249420" y="2160270"/>
              <a:ext cx="504190" cy="717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93" name="Rectangle 68"/>
            <p:cNvSpPr>
              <a:spLocks noChangeArrowheads="1"/>
            </p:cNvSpPr>
            <p:nvPr>
              <p:custDataLst>
                <p:tags r:id="rId45"/>
              </p:custDataLst>
            </p:nvPr>
          </p:nvSpPr>
          <p:spPr bwMode="auto">
            <a:xfrm>
              <a:off x="4245610" y="1786255"/>
              <a:ext cx="275590" cy="226695"/>
            </a:xfrm>
            <a:prstGeom prst="rect">
              <a:avLst/>
            </a:prstGeom>
            <a:solidFill>
              <a:srgbClr val="00DDF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94" name="Rectangle 69"/>
            <p:cNvSpPr>
              <a:spLocks noChangeArrowheads="1"/>
            </p:cNvSpPr>
            <p:nvPr>
              <p:custDataLst>
                <p:tags r:id="rId46"/>
              </p:custDataLst>
            </p:nvPr>
          </p:nvSpPr>
          <p:spPr bwMode="auto">
            <a:xfrm>
              <a:off x="4573905" y="1786255"/>
              <a:ext cx="276860" cy="226695"/>
            </a:xfrm>
            <a:prstGeom prst="rect">
              <a:avLst/>
            </a:prstGeom>
            <a:solidFill>
              <a:srgbClr val="FADD7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95" name="Rectangle 70"/>
            <p:cNvSpPr>
              <a:spLocks noChangeArrowheads="1"/>
            </p:cNvSpPr>
            <p:nvPr>
              <p:custDataLst>
                <p:tags r:id="rId47"/>
              </p:custDataLst>
            </p:nvPr>
          </p:nvSpPr>
          <p:spPr bwMode="auto">
            <a:xfrm>
              <a:off x="4903470" y="1786255"/>
              <a:ext cx="275590" cy="226695"/>
            </a:xfrm>
            <a:prstGeom prst="rect">
              <a:avLst/>
            </a:prstGeom>
            <a:solidFill>
              <a:srgbClr val="3452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96" name="Freeform 71"/>
            <p:cNvSpPr/>
            <p:nvPr>
              <p:custDataLst>
                <p:tags r:id="rId48"/>
              </p:custDataLst>
            </p:nvPr>
          </p:nvSpPr>
          <p:spPr bwMode="auto">
            <a:xfrm>
              <a:off x="2856865" y="3112770"/>
              <a:ext cx="371475" cy="554990"/>
            </a:xfrm>
            <a:custGeom>
              <a:avLst/>
              <a:gdLst>
                <a:gd name="T0" fmla="*/ 0 w 275"/>
                <a:gd name="T1" fmla="*/ 319 h 411"/>
                <a:gd name="T2" fmla="*/ 113 w 275"/>
                <a:gd name="T3" fmla="*/ 253 h 411"/>
                <a:gd name="T4" fmla="*/ 230 w 275"/>
                <a:gd name="T5" fmla="*/ 0 h 411"/>
                <a:gd name="T6" fmla="*/ 275 w 275"/>
                <a:gd name="T7" fmla="*/ 11 h 411"/>
                <a:gd name="T8" fmla="*/ 177 w 275"/>
                <a:gd name="T9" fmla="*/ 283 h 411"/>
                <a:gd name="T10" fmla="*/ 50 w 275"/>
                <a:gd name="T11" fmla="*/ 411 h 411"/>
                <a:gd name="T12" fmla="*/ 0 w 275"/>
                <a:gd name="T13" fmla="*/ 319 h 411"/>
              </a:gdLst>
              <a:ahLst/>
              <a:cxnLst>
                <a:cxn ang="0">
                  <a:pos x="T0" y="T1"/>
                </a:cxn>
                <a:cxn ang="0">
                  <a:pos x="T2" y="T3"/>
                </a:cxn>
                <a:cxn ang="0">
                  <a:pos x="T4" y="T5"/>
                </a:cxn>
                <a:cxn ang="0">
                  <a:pos x="T6" y="T7"/>
                </a:cxn>
                <a:cxn ang="0">
                  <a:pos x="T8" y="T9"/>
                </a:cxn>
                <a:cxn ang="0">
                  <a:pos x="T10" y="T11"/>
                </a:cxn>
                <a:cxn ang="0">
                  <a:pos x="T12" y="T13"/>
                </a:cxn>
              </a:cxnLst>
              <a:rect l="0" t="0" r="r" b="b"/>
              <a:pathLst>
                <a:path w="275" h="411">
                  <a:moveTo>
                    <a:pt x="0" y="319"/>
                  </a:moveTo>
                  <a:lnTo>
                    <a:pt x="113" y="253"/>
                  </a:lnTo>
                  <a:lnTo>
                    <a:pt x="230" y="0"/>
                  </a:lnTo>
                  <a:lnTo>
                    <a:pt x="275" y="11"/>
                  </a:lnTo>
                  <a:lnTo>
                    <a:pt x="177" y="283"/>
                  </a:lnTo>
                  <a:lnTo>
                    <a:pt x="50" y="411"/>
                  </a:lnTo>
                  <a:lnTo>
                    <a:pt x="0" y="319"/>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7" name="Freeform 72"/>
            <p:cNvSpPr/>
            <p:nvPr>
              <p:custDataLst>
                <p:tags r:id="rId49"/>
              </p:custDataLst>
            </p:nvPr>
          </p:nvSpPr>
          <p:spPr bwMode="auto">
            <a:xfrm>
              <a:off x="2560955" y="1791335"/>
              <a:ext cx="1238885" cy="1332230"/>
            </a:xfrm>
            <a:custGeom>
              <a:avLst/>
              <a:gdLst>
                <a:gd name="T0" fmla="*/ 650 w 764"/>
                <a:gd name="T1" fmla="*/ 822 h 823"/>
                <a:gd name="T2" fmla="*/ 12 w 764"/>
                <a:gd name="T3" fmla="*/ 749 h 823"/>
                <a:gd name="T4" fmla="*/ 1 w 764"/>
                <a:gd name="T5" fmla="*/ 735 h 823"/>
                <a:gd name="T6" fmla="*/ 99 w 764"/>
                <a:gd name="T7" fmla="*/ 12 h 823"/>
                <a:gd name="T8" fmla="*/ 115 w 764"/>
                <a:gd name="T9" fmla="*/ 1 h 823"/>
                <a:gd name="T10" fmla="*/ 752 w 764"/>
                <a:gd name="T11" fmla="*/ 74 h 823"/>
                <a:gd name="T12" fmla="*/ 763 w 764"/>
                <a:gd name="T13" fmla="*/ 88 h 823"/>
                <a:gd name="T14" fmla="*/ 665 w 764"/>
                <a:gd name="T15" fmla="*/ 811 h 823"/>
                <a:gd name="T16" fmla="*/ 650 w 764"/>
                <a:gd name="T17" fmla="*/ 822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4" h="823">
                  <a:moveTo>
                    <a:pt x="650" y="822"/>
                  </a:moveTo>
                  <a:cubicBezTo>
                    <a:pt x="12" y="749"/>
                    <a:pt x="12" y="749"/>
                    <a:pt x="12" y="749"/>
                  </a:cubicBezTo>
                  <a:cubicBezTo>
                    <a:pt x="5" y="748"/>
                    <a:pt x="0" y="742"/>
                    <a:pt x="1" y="735"/>
                  </a:cubicBezTo>
                  <a:cubicBezTo>
                    <a:pt x="99" y="12"/>
                    <a:pt x="99" y="12"/>
                    <a:pt x="99" y="12"/>
                  </a:cubicBezTo>
                  <a:cubicBezTo>
                    <a:pt x="100" y="5"/>
                    <a:pt x="107" y="0"/>
                    <a:pt x="115" y="1"/>
                  </a:cubicBezTo>
                  <a:cubicBezTo>
                    <a:pt x="752" y="74"/>
                    <a:pt x="752" y="74"/>
                    <a:pt x="752" y="74"/>
                  </a:cubicBezTo>
                  <a:cubicBezTo>
                    <a:pt x="759" y="75"/>
                    <a:pt x="764" y="82"/>
                    <a:pt x="763" y="88"/>
                  </a:cubicBezTo>
                  <a:cubicBezTo>
                    <a:pt x="665" y="811"/>
                    <a:pt x="665" y="811"/>
                    <a:pt x="665" y="811"/>
                  </a:cubicBezTo>
                  <a:cubicBezTo>
                    <a:pt x="664" y="818"/>
                    <a:pt x="657" y="823"/>
                    <a:pt x="650" y="82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8" name="Freeform 73"/>
            <p:cNvSpPr/>
            <p:nvPr>
              <p:custDataLst>
                <p:tags r:id="rId50"/>
              </p:custDataLst>
            </p:nvPr>
          </p:nvSpPr>
          <p:spPr bwMode="auto">
            <a:xfrm>
              <a:off x="2739390" y="2301875"/>
              <a:ext cx="899795" cy="177165"/>
            </a:xfrm>
            <a:custGeom>
              <a:avLst/>
              <a:gdLst>
                <a:gd name="T0" fmla="*/ 659 w 666"/>
                <a:gd name="T1" fmla="*/ 131 h 131"/>
                <a:gd name="T2" fmla="*/ 0 w 666"/>
                <a:gd name="T3" fmla="*/ 52 h 131"/>
                <a:gd name="T4" fmla="*/ 8 w 666"/>
                <a:gd name="T5" fmla="*/ 0 h 131"/>
                <a:gd name="T6" fmla="*/ 666 w 666"/>
                <a:gd name="T7" fmla="*/ 80 h 131"/>
                <a:gd name="T8" fmla="*/ 659 w 666"/>
                <a:gd name="T9" fmla="*/ 131 h 131"/>
              </a:gdLst>
              <a:ahLst/>
              <a:cxnLst>
                <a:cxn ang="0">
                  <a:pos x="T0" y="T1"/>
                </a:cxn>
                <a:cxn ang="0">
                  <a:pos x="T2" y="T3"/>
                </a:cxn>
                <a:cxn ang="0">
                  <a:pos x="T4" y="T5"/>
                </a:cxn>
                <a:cxn ang="0">
                  <a:pos x="T6" y="T7"/>
                </a:cxn>
                <a:cxn ang="0">
                  <a:pos x="T8" y="T9"/>
                </a:cxn>
              </a:cxnLst>
              <a:rect l="0" t="0" r="r" b="b"/>
              <a:pathLst>
                <a:path w="666" h="131">
                  <a:moveTo>
                    <a:pt x="659" y="131"/>
                  </a:moveTo>
                  <a:lnTo>
                    <a:pt x="0" y="52"/>
                  </a:lnTo>
                  <a:lnTo>
                    <a:pt x="8" y="0"/>
                  </a:lnTo>
                  <a:lnTo>
                    <a:pt x="666" y="80"/>
                  </a:lnTo>
                  <a:lnTo>
                    <a:pt x="659" y="131"/>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9" name="Freeform 74"/>
            <p:cNvSpPr/>
            <p:nvPr>
              <p:custDataLst>
                <p:tags r:id="rId51"/>
              </p:custDataLst>
            </p:nvPr>
          </p:nvSpPr>
          <p:spPr bwMode="auto">
            <a:xfrm>
              <a:off x="2721610" y="2432050"/>
              <a:ext cx="433705" cy="121285"/>
            </a:xfrm>
            <a:custGeom>
              <a:avLst/>
              <a:gdLst>
                <a:gd name="T0" fmla="*/ 314 w 321"/>
                <a:gd name="T1" fmla="*/ 90 h 90"/>
                <a:gd name="T2" fmla="*/ 0 w 321"/>
                <a:gd name="T3" fmla="*/ 52 h 90"/>
                <a:gd name="T4" fmla="*/ 7 w 321"/>
                <a:gd name="T5" fmla="*/ 0 h 90"/>
                <a:gd name="T6" fmla="*/ 321 w 321"/>
                <a:gd name="T7" fmla="*/ 39 h 90"/>
                <a:gd name="T8" fmla="*/ 314 w 321"/>
                <a:gd name="T9" fmla="*/ 90 h 90"/>
              </a:gdLst>
              <a:ahLst/>
              <a:cxnLst>
                <a:cxn ang="0">
                  <a:pos x="T0" y="T1"/>
                </a:cxn>
                <a:cxn ang="0">
                  <a:pos x="T2" y="T3"/>
                </a:cxn>
                <a:cxn ang="0">
                  <a:pos x="T4" y="T5"/>
                </a:cxn>
                <a:cxn ang="0">
                  <a:pos x="T6" y="T7"/>
                </a:cxn>
                <a:cxn ang="0">
                  <a:pos x="T8" y="T9"/>
                </a:cxn>
              </a:cxnLst>
              <a:rect l="0" t="0" r="r" b="b"/>
              <a:pathLst>
                <a:path w="321" h="90">
                  <a:moveTo>
                    <a:pt x="314" y="90"/>
                  </a:moveTo>
                  <a:lnTo>
                    <a:pt x="0" y="52"/>
                  </a:lnTo>
                  <a:lnTo>
                    <a:pt x="7" y="0"/>
                  </a:lnTo>
                  <a:lnTo>
                    <a:pt x="321" y="39"/>
                  </a:lnTo>
                  <a:lnTo>
                    <a:pt x="314" y="90"/>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0" name="Freeform 75"/>
            <p:cNvSpPr/>
            <p:nvPr>
              <p:custDataLst>
                <p:tags r:id="rId52"/>
              </p:custDataLst>
            </p:nvPr>
          </p:nvSpPr>
          <p:spPr bwMode="auto">
            <a:xfrm>
              <a:off x="2701290" y="2561590"/>
              <a:ext cx="902335" cy="178435"/>
            </a:xfrm>
            <a:custGeom>
              <a:avLst/>
              <a:gdLst>
                <a:gd name="T0" fmla="*/ 659 w 668"/>
                <a:gd name="T1" fmla="*/ 132 h 132"/>
                <a:gd name="T2" fmla="*/ 0 w 668"/>
                <a:gd name="T3" fmla="*/ 53 h 132"/>
                <a:gd name="T4" fmla="*/ 9 w 668"/>
                <a:gd name="T5" fmla="*/ 0 h 132"/>
                <a:gd name="T6" fmla="*/ 668 w 668"/>
                <a:gd name="T7" fmla="*/ 79 h 132"/>
                <a:gd name="T8" fmla="*/ 659 w 668"/>
                <a:gd name="T9" fmla="*/ 132 h 132"/>
              </a:gdLst>
              <a:ahLst/>
              <a:cxnLst>
                <a:cxn ang="0">
                  <a:pos x="T0" y="T1"/>
                </a:cxn>
                <a:cxn ang="0">
                  <a:pos x="T2" y="T3"/>
                </a:cxn>
                <a:cxn ang="0">
                  <a:pos x="T4" y="T5"/>
                </a:cxn>
                <a:cxn ang="0">
                  <a:pos x="T6" y="T7"/>
                </a:cxn>
                <a:cxn ang="0">
                  <a:pos x="T8" y="T9"/>
                </a:cxn>
              </a:cxnLst>
              <a:rect l="0" t="0" r="r" b="b"/>
              <a:pathLst>
                <a:path w="668" h="132">
                  <a:moveTo>
                    <a:pt x="659" y="132"/>
                  </a:moveTo>
                  <a:lnTo>
                    <a:pt x="0" y="53"/>
                  </a:lnTo>
                  <a:lnTo>
                    <a:pt x="9" y="0"/>
                  </a:lnTo>
                  <a:lnTo>
                    <a:pt x="668" y="79"/>
                  </a:lnTo>
                  <a:lnTo>
                    <a:pt x="659" y="132"/>
                  </a:lnTo>
                  <a:close/>
                </a:path>
              </a:pathLst>
            </a:custGeom>
            <a:solidFill>
              <a:srgbClr val="FADD7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1" name="Freeform 76"/>
            <p:cNvSpPr/>
            <p:nvPr>
              <p:custDataLst>
                <p:tags r:id="rId53"/>
              </p:custDataLst>
            </p:nvPr>
          </p:nvSpPr>
          <p:spPr bwMode="auto">
            <a:xfrm>
              <a:off x="2683510" y="2692400"/>
              <a:ext cx="899795" cy="177165"/>
            </a:xfrm>
            <a:custGeom>
              <a:avLst/>
              <a:gdLst>
                <a:gd name="T0" fmla="*/ 659 w 666"/>
                <a:gd name="T1" fmla="*/ 131 h 131"/>
                <a:gd name="T2" fmla="*/ 0 w 666"/>
                <a:gd name="T3" fmla="*/ 52 h 131"/>
                <a:gd name="T4" fmla="*/ 7 w 666"/>
                <a:gd name="T5" fmla="*/ 0 h 131"/>
                <a:gd name="T6" fmla="*/ 666 w 666"/>
                <a:gd name="T7" fmla="*/ 80 h 131"/>
                <a:gd name="T8" fmla="*/ 659 w 666"/>
                <a:gd name="T9" fmla="*/ 131 h 131"/>
              </a:gdLst>
              <a:ahLst/>
              <a:cxnLst>
                <a:cxn ang="0">
                  <a:pos x="T0" y="T1"/>
                </a:cxn>
                <a:cxn ang="0">
                  <a:pos x="T2" y="T3"/>
                </a:cxn>
                <a:cxn ang="0">
                  <a:pos x="T4" y="T5"/>
                </a:cxn>
                <a:cxn ang="0">
                  <a:pos x="T6" y="T7"/>
                </a:cxn>
                <a:cxn ang="0">
                  <a:pos x="T8" y="T9"/>
                </a:cxn>
              </a:cxnLst>
              <a:rect l="0" t="0" r="r" b="b"/>
              <a:pathLst>
                <a:path w="666" h="131">
                  <a:moveTo>
                    <a:pt x="659" y="131"/>
                  </a:moveTo>
                  <a:lnTo>
                    <a:pt x="0" y="52"/>
                  </a:lnTo>
                  <a:lnTo>
                    <a:pt x="7" y="0"/>
                  </a:lnTo>
                  <a:lnTo>
                    <a:pt x="666" y="80"/>
                  </a:lnTo>
                  <a:lnTo>
                    <a:pt x="659" y="131"/>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2" name="Freeform 77"/>
            <p:cNvSpPr/>
            <p:nvPr>
              <p:custDataLst>
                <p:tags r:id="rId54"/>
              </p:custDataLst>
            </p:nvPr>
          </p:nvSpPr>
          <p:spPr bwMode="auto">
            <a:xfrm>
              <a:off x="2666365" y="2821940"/>
              <a:ext cx="570230" cy="137795"/>
            </a:xfrm>
            <a:custGeom>
              <a:avLst/>
              <a:gdLst>
                <a:gd name="T0" fmla="*/ 415 w 422"/>
                <a:gd name="T1" fmla="*/ 102 h 102"/>
                <a:gd name="T2" fmla="*/ 0 w 422"/>
                <a:gd name="T3" fmla="*/ 52 h 102"/>
                <a:gd name="T4" fmla="*/ 7 w 422"/>
                <a:gd name="T5" fmla="*/ 0 h 102"/>
                <a:gd name="T6" fmla="*/ 422 w 422"/>
                <a:gd name="T7" fmla="*/ 51 h 102"/>
                <a:gd name="T8" fmla="*/ 415 w 422"/>
                <a:gd name="T9" fmla="*/ 102 h 102"/>
              </a:gdLst>
              <a:ahLst/>
              <a:cxnLst>
                <a:cxn ang="0">
                  <a:pos x="T0" y="T1"/>
                </a:cxn>
                <a:cxn ang="0">
                  <a:pos x="T2" y="T3"/>
                </a:cxn>
                <a:cxn ang="0">
                  <a:pos x="T4" y="T5"/>
                </a:cxn>
                <a:cxn ang="0">
                  <a:pos x="T6" y="T7"/>
                </a:cxn>
                <a:cxn ang="0">
                  <a:pos x="T8" y="T9"/>
                </a:cxn>
              </a:cxnLst>
              <a:rect l="0" t="0" r="r" b="b"/>
              <a:pathLst>
                <a:path w="422" h="102">
                  <a:moveTo>
                    <a:pt x="415" y="102"/>
                  </a:moveTo>
                  <a:lnTo>
                    <a:pt x="0" y="52"/>
                  </a:lnTo>
                  <a:lnTo>
                    <a:pt x="7" y="0"/>
                  </a:lnTo>
                  <a:lnTo>
                    <a:pt x="422" y="51"/>
                  </a:lnTo>
                  <a:lnTo>
                    <a:pt x="415" y="102"/>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3" name="Freeform 78"/>
            <p:cNvSpPr/>
            <p:nvPr>
              <p:custDataLst>
                <p:tags r:id="rId55"/>
              </p:custDataLst>
            </p:nvPr>
          </p:nvSpPr>
          <p:spPr bwMode="auto">
            <a:xfrm>
              <a:off x="2821305" y="2141220"/>
              <a:ext cx="139065" cy="106680"/>
            </a:xfrm>
            <a:custGeom>
              <a:avLst/>
              <a:gdLst>
                <a:gd name="T0" fmla="*/ 94 w 103"/>
                <a:gd name="T1" fmla="*/ 79 h 79"/>
                <a:gd name="T2" fmla="*/ 0 w 103"/>
                <a:gd name="T3" fmla="*/ 67 h 79"/>
                <a:gd name="T4" fmla="*/ 10 w 103"/>
                <a:gd name="T5" fmla="*/ 0 h 79"/>
                <a:gd name="T6" fmla="*/ 103 w 103"/>
                <a:gd name="T7" fmla="*/ 12 h 79"/>
                <a:gd name="T8" fmla="*/ 94 w 103"/>
                <a:gd name="T9" fmla="*/ 79 h 79"/>
              </a:gdLst>
              <a:ahLst/>
              <a:cxnLst>
                <a:cxn ang="0">
                  <a:pos x="T0" y="T1"/>
                </a:cxn>
                <a:cxn ang="0">
                  <a:pos x="T2" y="T3"/>
                </a:cxn>
                <a:cxn ang="0">
                  <a:pos x="T4" y="T5"/>
                </a:cxn>
                <a:cxn ang="0">
                  <a:pos x="T6" y="T7"/>
                </a:cxn>
                <a:cxn ang="0">
                  <a:pos x="T8" y="T9"/>
                </a:cxn>
              </a:cxnLst>
              <a:rect l="0" t="0" r="r" b="b"/>
              <a:pathLst>
                <a:path w="103" h="79">
                  <a:moveTo>
                    <a:pt x="94" y="79"/>
                  </a:moveTo>
                  <a:lnTo>
                    <a:pt x="0" y="67"/>
                  </a:lnTo>
                  <a:lnTo>
                    <a:pt x="10" y="0"/>
                  </a:lnTo>
                  <a:lnTo>
                    <a:pt x="103" y="12"/>
                  </a:lnTo>
                  <a:lnTo>
                    <a:pt x="94" y="79"/>
                  </a:lnTo>
                  <a:close/>
                </a:path>
              </a:pathLst>
            </a:cu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4" name="Freeform 79"/>
            <p:cNvSpPr/>
            <p:nvPr>
              <p:custDataLst>
                <p:tags r:id="rId56"/>
              </p:custDataLst>
            </p:nvPr>
          </p:nvSpPr>
          <p:spPr bwMode="auto">
            <a:xfrm>
              <a:off x="3036570" y="2092960"/>
              <a:ext cx="148590" cy="180975"/>
            </a:xfrm>
            <a:custGeom>
              <a:avLst/>
              <a:gdLst>
                <a:gd name="T0" fmla="*/ 93 w 110"/>
                <a:gd name="T1" fmla="*/ 134 h 134"/>
                <a:gd name="T2" fmla="*/ 0 w 110"/>
                <a:gd name="T3" fmla="*/ 122 h 134"/>
                <a:gd name="T4" fmla="*/ 18 w 110"/>
                <a:gd name="T5" fmla="*/ 0 h 134"/>
                <a:gd name="T6" fmla="*/ 110 w 110"/>
                <a:gd name="T7" fmla="*/ 12 h 134"/>
                <a:gd name="T8" fmla="*/ 93 w 110"/>
                <a:gd name="T9" fmla="*/ 134 h 134"/>
              </a:gdLst>
              <a:ahLst/>
              <a:cxnLst>
                <a:cxn ang="0">
                  <a:pos x="T0" y="T1"/>
                </a:cxn>
                <a:cxn ang="0">
                  <a:pos x="T2" y="T3"/>
                </a:cxn>
                <a:cxn ang="0">
                  <a:pos x="T4" y="T5"/>
                </a:cxn>
                <a:cxn ang="0">
                  <a:pos x="T6" y="T7"/>
                </a:cxn>
                <a:cxn ang="0">
                  <a:pos x="T8" y="T9"/>
                </a:cxn>
              </a:cxnLst>
              <a:rect l="0" t="0" r="r" b="b"/>
              <a:pathLst>
                <a:path w="110" h="134">
                  <a:moveTo>
                    <a:pt x="93" y="134"/>
                  </a:moveTo>
                  <a:lnTo>
                    <a:pt x="0" y="122"/>
                  </a:lnTo>
                  <a:lnTo>
                    <a:pt x="18" y="0"/>
                  </a:lnTo>
                  <a:lnTo>
                    <a:pt x="110" y="12"/>
                  </a:lnTo>
                  <a:lnTo>
                    <a:pt x="93" y="134"/>
                  </a:lnTo>
                  <a:close/>
                </a:path>
              </a:pathLst>
            </a:cu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5" name="Freeform 80"/>
            <p:cNvSpPr/>
            <p:nvPr>
              <p:custDataLst>
                <p:tags r:id="rId57"/>
              </p:custDataLst>
            </p:nvPr>
          </p:nvSpPr>
          <p:spPr bwMode="auto">
            <a:xfrm>
              <a:off x="3249930" y="2006600"/>
              <a:ext cx="165100" cy="292100"/>
            </a:xfrm>
            <a:custGeom>
              <a:avLst/>
              <a:gdLst>
                <a:gd name="T0" fmla="*/ 94 w 122"/>
                <a:gd name="T1" fmla="*/ 216 h 216"/>
                <a:gd name="T2" fmla="*/ 0 w 122"/>
                <a:gd name="T3" fmla="*/ 205 h 216"/>
                <a:gd name="T4" fmla="*/ 29 w 122"/>
                <a:gd name="T5" fmla="*/ 0 h 216"/>
                <a:gd name="T6" fmla="*/ 122 w 122"/>
                <a:gd name="T7" fmla="*/ 11 h 216"/>
                <a:gd name="T8" fmla="*/ 94 w 122"/>
                <a:gd name="T9" fmla="*/ 216 h 216"/>
              </a:gdLst>
              <a:ahLst/>
              <a:cxnLst>
                <a:cxn ang="0">
                  <a:pos x="T0" y="T1"/>
                </a:cxn>
                <a:cxn ang="0">
                  <a:pos x="T2" y="T3"/>
                </a:cxn>
                <a:cxn ang="0">
                  <a:pos x="T4" y="T5"/>
                </a:cxn>
                <a:cxn ang="0">
                  <a:pos x="T6" y="T7"/>
                </a:cxn>
                <a:cxn ang="0">
                  <a:pos x="T8" y="T9"/>
                </a:cxn>
              </a:cxnLst>
              <a:rect l="0" t="0" r="r" b="b"/>
              <a:pathLst>
                <a:path w="122" h="216">
                  <a:moveTo>
                    <a:pt x="94" y="216"/>
                  </a:moveTo>
                  <a:lnTo>
                    <a:pt x="0" y="205"/>
                  </a:lnTo>
                  <a:lnTo>
                    <a:pt x="29" y="0"/>
                  </a:lnTo>
                  <a:lnTo>
                    <a:pt x="122" y="11"/>
                  </a:lnTo>
                  <a:lnTo>
                    <a:pt x="94" y="216"/>
                  </a:lnTo>
                  <a:close/>
                </a:path>
              </a:pathLst>
            </a:cu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6" name="Freeform 81"/>
            <p:cNvSpPr/>
            <p:nvPr>
              <p:custDataLst>
                <p:tags r:id="rId58"/>
              </p:custDataLst>
            </p:nvPr>
          </p:nvSpPr>
          <p:spPr bwMode="auto">
            <a:xfrm>
              <a:off x="3463290" y="1979295"/>
              <a:ext cx="172720" cy="344170"/>
            </a:xfrm>
            <a:custGeom>
              <a:avLst/>
              <a:gdLst>
                <a:gd name="T0" fmla="*/ 93 w 128"/>
                <a:gd name="T1" fmla="*/ 255 h 255"/>
                <a:gd name="T2" fmla="*/ 0 w 128"/>
                <a:gd name="T3" fmla="*/ 244 h 255"/>
                <a:gd name="T4" fmla="*/ 35 w 128"/>
                <a:gd name="T5" fmla="*/ 0 h 255"/>
                <a:gd name="T6" fmla="*/ 128 w 128"/>
                <a:gd name="T7" fmla="*/ 10 h 255"/>
                <a:gd name="T8" fmla="*/ 93 w 128"/>
                <a:gd name="T9" fmla="*/ 255 h 255"/>
              </a:gdLst>
              <a:ahLst/>
              <a:cxnLst>
                <a:cxn ang="0">
                  <a:pos x="T0" y="T1"/>
                </a:cxn>
                <a:cxn ang="0">
                  <a:pos x="T2" y="T3"/>
                </a:cxn>
                <a:cxn ang="0">
                  <a:pos x="T4" y="T5"/>
                </a:cxn>
                <a:cxn ang="0">
                  <a:pos x="T6" y="T7"/>
                </a:cxn>
                <a:cxn ang="0">
                  <a:pos x="T8" y="T9"/>
                </a:cxn>
              </a:cxnLst>
              <a:rect l="0" t="0" r="r" b="b"/>
              <a:pathLst>
                <a:path w="128" h="255">
                  <a:moveTo>
                    <a:pt x="93" y="255"/>
                  </a:moveTo>
                  <a:lnTo>
                    <a:pt x="0" y="244"/>
                  </a:lnTo>
                  <a:lnTo>
                    <a:pt x="35" y="0"/>
                  </a:lnTo>
                  <a:lnTo>
                    <a:pt x="128" y="10"/>
                  </a:lnTo>
                  <a:lnTo>
                    <a:pt x="93" y="255"/>
                  </a:lnTo>
                  <a:close/>
                </a:path>
              </a:pathLst>
            </a:cu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7" name="Freeform 82"/>
            <p:cNvSpPr/>
            <p:nvPr>
              <p:custDataLst>
                <p:tags r:id="rId59"/>
              </p:custDataLst>
            </p:nvPr>
          </p:nvSpPr>
          <p:spPr bwMode="auto">
            <a:xfrm>
              <a:off x="3117215" y="3009900"/>
              <a:ext cx="146050" cy="133985"/>
            </a:xfrm>
            <a:custGeom>
              <a:avLst/>
              <a:gdLst>
                <a:gd name="T0" fmla="*/ 31 w 90"/>
                <a:gd name="T1" fmla="*/ 63 h 82"/>
                <a:gd name="T2" fmla="*/ 10 w 90"/>
                <a:gd name="T3" fmla="*/ 5 h 82"/>
                <a:gd name="T4" fmla="*/ 28 w 90"/>
                <a:gd name="T5" fmla="*/ 21 h 82"/>
                <a:gd name="T6" fmla="*/ 56 w 90"/>
                <a:gd name="T7" fmla="*/ 40 h 82"/>
                <a:gd name="T8" fmla="*/ 90 w 90"/>
                <a:gd name="T9" fmla="*/ 44 h 82"/>
                <a:gd name="T10" fmla="*/ 69 w 90"/>
                <a:gd name="T11" fmla="*/ 72 h 82"/>
                <a:gd name="T12" fmla="*/ 31 w 90"/>
                <a:gd name="T13" fmla="*/ 63 h 82"/>
              </a:gdLst>
              <a:ahLst/>
              <a:cxnLst>
                <a:cxn ang="0">
                  <a:pos x="T0" y="T1"/>
                </a:cxn>
                <a:cxn ang="0">
                  <a:pos x="T2" y="T3"/>
                </a:cxn>
                <a:cxn ang="0">
                  <a:pos x="T4" y="T5"/>
                </a:cxn>
                <a:cxn ang="0">
                  <a:pos x="T6" y="T7"/>
                </a:cxn>
                <a:cxn ang="0">
                  <a:pos x="T8" y="T9"/>
                </a:cxn>
                <a:cxn ang="0">
                  <a:pos x="T10" y="T11"/>
                </a:cxn>
                <a:cxn ang="0">
                  <a:pos x="T12" y="T13"/>
                </a:cxn>
              </a:cxnLst>
              <a:rect l="0" t="0" r="r" b="b"/>
              <a:pathLst>
                <a:path w="90" h="82">
                  <a:moveTo>
                    <a:pt x="31" y="63"/>
                  </a:moveTo>
                  <a:cubicBezTo>
                    <a:pt x="31" y="63"/>
                    <a:pt x="0" y="14"/>
                    <a:pt x="10" y="5"/>
                  </a:cubicBezTo>
                  <a:cubicBezTo>
                    <a:pt x="15" y="0"/>
                    <a:pt x="22" y="9"/>
                    <a:pt x="28" y="21"/>
                  </a:cubicBezTo>
                  <a:cubicBezTo>
                    <a:pt x="33" y="31"/>
                    <a:pt x="44" y="39"/>
                    <a:pt x="56" y="40"/>
                  </a:cubicBezTo>
                  <a:cubicBezTo>
                    <a:pt x="90" y="44"/>
                    <a:pt x="90" y="44"/>
                    <a:pt x="90" y="44"/>
                  </a:cubicBezTo>
                  <a:cubicBezTo>
                    <a:pt x="90" y="44"/>
                    <a:pt x="81" y="62"/>
                    <a:pt x="69" y="72"/>
                  </a:cubicBezTo>
                  <a:cubicBezTo>
                    <a:pt x="57" y="82"/>
                    <a:pt x="31" y="63"/>
                    <a:pt x="31" y="63"/>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8" name="Freeform 83"/>
            <p:cNvSpPr/>
            <p:nvPr>
              <p:custDataLst>
                <p:tags r:id="rId60"/>
              </p:custDataLst>
            </p:nvPr>
          </p:nvSpPr>
          <p:spPr bwMode="auto">
            <a:xfrm>
              <a:off x="1693545" y="3943350"/>
              <a:ext cx="393065" cy="541655"/>
            </a:xfrm>
            <a:custGeom>
              <a:avLst/>
              <a:gdLst>
                <a:gd name="T0" fmla="*/ 291 w 291"/>
                <a:gd name="T1" fmla="*/ 93 h 401"/>
                <a:gd name="T2" fmla="*/ 175 w 291"/>
                <a:gd name="T3" fmla="*/ 155 h 401"/>
                <a:gd name="T4" fmla="*/ 45 w 291"/>
                <a:gd name="T5" fmla="*/ 401 h 401"/>
                <a:gd name="T6" fmla="*/ 0 w 291"/>
                <a:gd name="T7" fmla="*/ 388 h 401"/>
                <a:gd name="T8" fmla="*/ 114 w 291"/>
                <a:gd name="T9" fmla="*/ 122 h 401"/>
                <a:gd name="T10" fmla="*/ 248 w 291"/>
                <a:gd name="T11" fmla="*/ 0 h 401"/>
                <a:gd name="T12" fmla="*/ 291 w 291"/>
                <a:gd name="T13" fmla="*/ 93 h 401"/>
              </a:gdLst>
              <a:ahLst/>
              <a:cxnLst>
                <a:cxn ang="0">
                  <a:pos x="T0" y="T1"/>
                </a:cxn>
                <a:cxn ang="0">
                  <a:pos x="T2" y="T3"/>
                </a:cxn>
                <a:cxn ang="0">
                  <a:pos x="T4" y="T5"/>
                </a:cxn>
                <a:cxn ang="0">
                  <a:pos x="T6" y="T7"/>
                </a:cxn>
                <a:cxn ang="0">
                  <a:pos x="T8" y="T9"/>
                </a:cxn>
                <a:cxn ang="0">
                  <a:pos x="T10" y="T11"/>
                </a:cxn>
                <a:cxn ang="0">
                  <a:pos x="T12" y="T13"/>
                </a:cxn>
              </a:cxnLst>
              <a:rect l="0" t="0" r="r" b="b"/>
              <a:pathLst>
                <a:path w="291" h="401">
                  <a:moveTo>
                    <a:pt x="291" y="93"/>
                  </a:moveTo>
                  <a:lnTo>
                    <a:pt x="175" y="155"/>
                  </a:lnTo>
                  <a:lnTo>
                    <a:pt x="45" y="401"/>
                  </a:lnTo>
                  <a:lnTo>
                    <a:pt x="0" y="388"/>
                  </a:lnTo>
                  <a:lnTo>
                    <a:pt x="114" y="122"/>
                  </a:lnTo>
                  <a:lnTo>
                    <a:pt x="248" y="0"/>
                  </a:lnTo>
                  <a:lnTo>
                    <a:pt x="291" y="93"/>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9" name="Freeform 84"/>
            <p:cNvSpPr/>
            <p:nvPr>
              <p:custDataLst>
                <p:tags r:id="rId61"/>
              </p:custDataLst>
            </p:nvPr>
          </p:nvSpPr>
          <p:spPr bwMode="auto">
            <a:xfrm>
              <a:off x="2214880" y="3835400"/>
              <a:ext cx="660400" cy="681990"/>
            </a:xfrm>
            <a:custGeom>
              <a:avLst/>
              <a:gdLst>
                <a:gd name="T0" fmla="*/ 0 w 489"/>
                <a:gd name="T1" fmla="*/ 446 h 505"/>
                <a:gd name="T2" fmla="*/ 13 w 489"/>
                <a:gd name="T3" fmla="*/ 81 h 505"/>
                <a:gd name="T4" fmla="*/ 411 w 489"/>
                <a:gd name="T5" fmla="*/ 0 h 505"/>
                <a:gd name="T6" fmla="*/ 489 w 489"/>
                <a:gd name="T7" fmla="*/ 505 h 505"/>
                <a:gd name="T8" fmla="*/ 309 w 489"/>
                <a:gd name="T9" fmla="*/ 477 h 505"/>
                <a:gd name="T10" fmla="*/ 0 w 489"/>
                <a:gd name="T11" fmla="*/ 446 h 505"/>
              </a:gdLst>
              <a:ahLst/>
              <a:cxnLst>
                <a:cxn ang="0">
                  <a:pos x="T0" y="T1"/>
                </a:cxn>
                <a:cxn ang="0">
                  <a:pos x="T2" y="T3"/>
                </a:cxn>
                <a:cxn ang="0">
                  <a:pos x="T4" y="T5"/>
                </a:cxn>
                <a:cxn ang="0">
                  <a:pos x="T6" y="T7"/>
                </a:cxn>
                <a:cxn ang="0">
                  <a:pos x="T8" y="T9"/>
                </a:cxn>
                <a:cxn ang="0">
                  <a:pos x="T10" y="T11"/>
                </a:cxn>
              </a:cxnLst>
              <a:rect l="0" t="0" r="r" b="b"/>
              <a:pathLst>
                <a:path w="489" h="505">
                  <a:moveTo>
                    <a:pt x="0" y="446"/>
                  </a:moveTo>
                  <a:lnTo>
                    <a:pt x="13" y="81"/>
                  </a:lnTo>
                  <a:lnTo>
                    <a:pt x="411" y="0"/>
                  </a:lnTo>
                  <a:lnTo>
                    <a:pt x="489" y="505"/>
                  </a:lnTo>
                  <a:lnTo>
                    <a:pt x="309" y="477"/>
                  </a:lnTo>
                  <a:lnTo>
                    <a:pt x="0" y="446"/>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210" name="Freeform 85"/>
            <p:cNvSpPr/>
            <p:nvPr>
              <p:custDataLst>
                <p:tags r:id="rId62"/>
              </p:custDataLst>
            </p:nvPr>
          </p:nvSpPr>
          <p:spPr bwMode="auto">
            <a:xfrm>
              <a:off x="1931035" y="3502025"/>
              <a:ext cx="1061720" cy="678180"/>
            </a:xfrm>
            <a:custGeom>
              <a:avLst/>
              <a:gdLst>
                <a:gd name="T0" fmla="*/ 517 w 655"/>
                <a:gd name="T1" fmla="*/ 206 h 419"/>
                <a:gd name="T2" fmla="*/ 192 w 655"/>
                <a:gd name="T3" fmla="*/ 294 h 419"/>
                <a:gd name="T4" fmla="*/ 54 w 655"/>
                <a:gd name="T5" fmla="*/ 419 h 419"/>
                <a:gd name="T6" fmla="*/ 0 w 655"/>
                <a:gd name="T7" fmla="*/ 306 h 419"/>
                <a:gd name="T8" fmla="*/ 148 w 655"/>
                <a:gd name="T9" fmla="*/ 144 h 419"/>
                <a:gd name="T10" fmla="*/ 255 w 655"/>
                <a:gd name="T11" fmla="*/ 120 h 419"/>
                <a:gd name="T12" fmla="*/ 409 w 655"/>
                <a:gd name="T13" fmla="*/ 99 h 419"/>
                <a:gd name="T14" fmla="*/ 457 w 655"/>
                <a:gd name="T15" fmla="*/ 103 h 419"/>
                <a:gd name="T16" fmla="*/ 564 w 655"/>
                <a:gd name="T17" fmla="*/ 11 h 419"/>
                <a:gd name="T18" fmla="*/ 576 w 655"/>
                <a:gd name="T19" fmla="*/ 0 h 419"/>
                <a:gd name="T20" fmla="*/ 655 w 655"/>
                <a:gd name="T21" fmla="*/ 82 h 419"/>
                <a:gd name="T22" fmla="*/ 517 w 655"/>
                <a:gd name="T23" fmla="*/ 206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55" h="419">
                  <a:moveTo>
                    <a:pt x="517" y="206"/>
                  </a:moveTo>
                  <a:cubicBezTo>
                    <a:pt x="192" y="294"/>
                    <a:pt x="192" y="294"/>
                    <a:pt x="192" y="294"/>
                  </a:cubicBezTo>
                  <a:cubicBezTo>
                    <a:pt x="54" y="419"/>
                    <a:pt x="54" y="419"/>
                    <a:pt x="54" y="419"/>
                  </a:cubicBezTo>
                  <a:cubicBezTo>
                    <a:pt x="0" y="306"/>
                    <a:pt x="0" y="306"/>
                    <a:pt x="0" y="306"/>
                  </a:cubicBezTo>
                  <a:cubicBezTo>
                    <a:pt x="148" y="144"/>
                    <a:pt x="148" y="144"/>
                    <a:pt x="148" y="144"/>
                  </a:cubicBezTo>
                  <a:cubicBezTo>
                    <a:pt x="155" y="138"/>
                    <a:pt x="255" y="120"/>
                    <a:pt x="255" y="120"/>
                  </a:cubicBezTo>
                  <a:cubicBezTo>
                    <a:pt x="308" y="133"/>
                    <a:pt x="363" y="125"/>
                    <a:pt x="409" y="99"/>
                  </a:cubicBezTo>
                  <a:cubicBezTo>
                    <a:pt x="457" y="103"/>
                    <a:pt x="457" y="103"/>
                    <a:pt x="457" y="103"/>
                  </a:cubicBezTo>
                  <a:cubicBezTo>
                    <a:pt x="564" y="11"/>
                    <a:pt x="564" y="11"/>
                    <a:pt x="564" y="11"/>
                  </a:cubicBezTo>
                  <a:cubicBezTo>
                    <a:pt x="576" y="0"/>
                    <a:pt x="576" y="0"/>
                    <a:pt x="576" y="0"/>
                  </a:cubicBezTo>
                  <a:cubicBezTo>
                    <a:pt x="655" y="82"/>
                    <a:pt x="655" y="82"/>
                    <a:pt x="655" y="82"/>
                  </a:cubicBezTo>
                  <a:lnTo>
                    <a:pt x="517" y="206"/>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211" name="Freeform 86"/>
            <p:cNvSpPr/>
            <p:nvPr>
              <p:custDataLst>
                <p:tags r:id="rId63"/>
              </p:custDataLst>
            </p:nvPr>
          </p:nvSpPr>
          <p:spPr bwMode="auto">
            <a:xfrm>
              <a:off x="2352675" y="3482975"/>
              <a:ext cx="173990" cy="304165"/>
            </a:xfrm>
            <a:custGeom>
              <a:avLst/>
              <a:gdLst>
                <a:gd name="T0" fmla="*/ 17 w 107"/>
                <a:gd name="T1" fmla="*/ 22 h 187"/>
                <a:gd name="T2" fmla="*/ 29 w 107"/>
                <a:gd name="T3" fmla="*/ 90 h 187"/>
                <a:gd name="T4" fmla="*/ 4 w 107"/>
                <a:gd name="T5" fmla="*/ 130 h 187"/>
                <a:gd name="T6" fmla="*/ 0 w 107"/>
                <a:gd name="T7" fmla="*/ 131 h 187"/>
                <a:gd name="T8" fmla="*/ 87 w 107"/>
                <a:gd name="T9" fmla="*/ 185 h 187"/>
                <a:gd name="T10" fmla="*/ 107 w 107"/>
                <a:gd name="T11" fmla="*/ 175 h 187"/>
                <a:gd name="T12" fmla="*/ 39 w 107"/>
                <a:gd name="T13" fmla="*/ 12 h 187"/>
                <a:gd name="T14" fmla="*/ 34 w 107"/>
                <a:gd name="T15" fmla="*/ 0 h 187"/>
                <a:gd name="T16" fmla="*/ 24 w 107"/>
                <a:gd name="T17" fmla="*/ 8 h 187"/>
                <a:gd name="T18" fmla="*/ 17 w 107"/>
                <a:gd name="T19" fmla="*/ 22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7" h="187">
                  <a:moveTo>
                    <a:pt x="17" y="22"/>
                  </a:moveTo>
                  <a:cubicBezTo>
                    <a:pt x="29" y="90"/>
                    <a:pt x="29" y="90"/>
                    <a:pt x="29" y="90"/>
                  </a:cubicBezTo>
                  <a:cubicBezTo>
                    <a:pt x="32" y="107"/>
                    <a:pt x="22" y="124"/>
                    <a:pt x="4" y="130"/>
                  </a:cubicBezTo>
                  <a:cubicBezTo>
                    <a:pt x="0" y="131"/>
                    <a:pt x="0" y="131"/>
                    <a:pt x="0" y="131"/>
                  </a:cubicBezTo>
                  <a:cubicBezTo>
                    <a:pt x="0" y="131"/>
                    <a:pt x="82" y="187"/>
                    <a:pt x="87" y="185"/>
                  </a:cubicBezTo>
                  <a:cubicBezTo>
                    <a:pt x="92" y="184"/>
                    <a:pt x="107" y="175"/>
                    <a:pt x="107" y="175"/>
                  </a:cubicBezTo>
                  <a:cubicBezTo>
                    <a:pt x="39" y="12"/>
                    <a:pt x="39" y="12"/>
                    <a:pt x="39" y="12"/>
                  </a:cubicBezTo>
                  <a:cubicBezTo>
                    <a:pt x="34" y="0"/>
                    <a:pt x="34" y="0"/>
                    <a:pt x="34" y="0"/>
                  </a:cubicBezTo>
                  <a:cubicBezTo>
                    <a:pt x="24" y="8"/>
                    <a:pt x="24" y="8"/>
                    <a:pt x="24" y="8"/>
                  </a:cubicBezTo>
                  <a:lnTo>
                    <a:pt x="17" y="22"/>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2" name="Freeform 87"/>
            <p:cNvSpPr/>
            <p:nvPr>
              <p:custDataLst>
                <p:tags r:id="rId64"/>
              </p:custDataLst>
            </p:nvPr>
          </p:nvSpPr>
          <p:spPr bwMode="auto">
            <a:xfrm>
              <a:off x="2245995" y="3322320"/>
              <a:ext cx="78105" cy="102870"/>
            </a:xfrm>
            <a:custGeom>
              <a:avLst/>
              <a:gdLst>
                <a:gd name="T0" fmla="*/ 0 w 58"/>
                <a:gd name="T1" fmla="*/ 19 h 76"/>
                <a:gd name="T2" fmla="*/ 26 w 58"/>
                <a:gd name="T3" fmla="*/ 67 h 76"/>
                <a:gd name="T4" fmla="*/ 58 w 58"/>
                <a:gd name="T5" fmla="*/ 76 h 76"/>
                <a:gd name="T6" fmla="*/ 58 w 58"/>
                <a:gd name="T7" fmla="*/ 0 h 76"/>
                <a:gd name="T8" fmla="*/ 0 w 58"/>
                <a:gd name="T9" fmla="*/ 19 h 76"/>
              </a:gdLst>
              <a:ahLst/>
              <a:cxnLst>
                <a:cxn ang="0">
                  <a:pos x="T0" y="T1"/>
                </a:cxn>
                <a:cxn ang="0">
                  <a:pos x="T2" y="T3"/>
                </a:cxn>
                <a:cxn ang="0">
                  <a:pos x="T4" y="T5"/>
                </a:cxn>
                <a:cxn ang="0">
                  <a:pos x="T6" y="T7"/>
                </a:cxn>
                <a:cxn ang="0">
                  <a:pos x="T8" y="T9"/>
                </a:cxn>
              </a:cxnLst>
              <a:rect l="0" t="0" r="r" b="b"/>
              <a:pathLst>
                <a:path w="58" h="76">
                  <a:moveTo>
                    <a:pt x="0" y="19"/>
                  </a:moveTo>
                  <a:lnTo>
                    <a:pt x="26" y="67"/>
                  </a:lnTo>
                  <a:lnTo>
                    <a:pt x="58" y="76"/>
                  </a:lnTo>
                  <a:lnTo>
                    <a:pt x="58" y="0"/>
                  </a:lnTo>
                  <a:lnTo>
                    <a:pt x="0" y="19"/>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3" name="Freeform 88"/>
            <p:cNvSpPr/>
            <p:nvPr>
              <p:custDataLst>
                <p:tags r:id="rId65"/>
              </p:custDataLst>
            </p:nvPr>
          </p:nvSpPr>
          <p:spPr bwMode="auto">
            <a:xfrm>
              <a:off x="2231390" y="3173730"/>
              <a:ext cx="523875" cy="491490"/>
            </a:xfrm>
            <a:custGeom>
              <a:avLst/>
              <a:gdLst>
                <a:gd name="T0" fmla="*/ 228 w 323"/>
                <a:gd name="T1" fmla="*/ 93 h 303"/>
                <a:gd name="T2" fmla="*/ 323 w 323"/>
                <a:gd name="T3" fmla="*/ 259 h 303"/>
                <a:gd name="T4" fmla="*/ 138 w 323"/>
                <a:gd name="T5" fmla="*/ 303 h 303"/>
                <a:gd name="T6" fmla="*/ 86 w 323"/>
                <a:gd name="T7" fmla="*/ 201 h 303"/>
                <a:gd name="T8" fmla="*/ 53 w 323"/>
                <a:gd name="T9" fmla="*/ 217 h 303"/>
                <a:gd name="T10" fmla="*/ 4 w 323"/>
                <a:gd name="T11" fmla="*/ 138 h 303"/>
                <a:gd name="T12" fmla="*/ 38 w 323"/>
                <a:gd name="T13" fmla="*/ 147 h 303"/>
                <a:gd name="T14" fmla="*/ 52 w 323"/>
                <a:gd name="T15" fmla="*/ 46 h 303"/>
                <a:gd name="T16" fmla="*/ 182 w 323"/>
                <a:gd name="T17" fmla="*/ 0 h 303"/>
                <a:gd name="T18" fmla="*/ 228 w 323"/>
                <a:gd name="T19" fmla="*/ 93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3" h="303">
                  <a:moveTo>
                    <a:pt x="228" y="93"/>
                  </a:moveTo>
                  <a:cubicBezTo>
                    <a:pt x="323" y="259"/>
                    <a:pt x="323" y="259"/>
                    <a:pt x="323" y="259"/>
                  </a:cubicBezTo>
                  <a:cubicBezTo>
                    <a:pt x="138" y="303"/>
                    <a:pt x="138" y="303"/>
                    <a:pt x="138" y="303"/>
                  </a:cubicBezTo>
                  <a:cubicBezTo>
                    <a:pt x="86" y="201"/>
                    <a:pt x="86" y="201"/>
                    <a:pt x="86" y="201"/>
                  </a:cubicBezTo>
                  <a:cubicBezTo>
                    <a:pt x="86" y="201"/>
                    <a:pt x="77" y="218"/>
                    <a:pt x="53" y="217"/>
                  </a:cubicBezTo>
                  <a:cubicBezTo>
                    <a:pt x="27" y="216"/>
                    <a:pt x="0" y="152"/>
                    <a:pt x="4" y="138"/>
                  </a:cubicBezTo>
                  <a:cubicBezTo>
                    <a:pt x="7" y="124"/>
                    <a:pt x="38" y="147"/>
                    <a:pt x="38" y="147"/>
                  </a:cubicBezTo>
                  <a:cubicBezTo>
                    <a:pt x="38" y="147"/>
                    <a:pt x="29" y="61"/>
                    <a:pt x="52" y="46"/>
                  </a:cubicBezTo>
                  <a:cubicBezTo>
                    <a:pt x="74" y="32"/>
                    <a:pt x="182" y="0"/>
                    <a:pt x="182" y="0"/>
                  </a:cubicBezTo>
                  <a:lnTo>
                    <a:pt x="228" y="93"/>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4" name="Freeform 89"/>
            <p:cNvSpPr/>
            <p:nvPr>
              <p:custDataLst>
                <p:tags r:id="rId66"/>
              </p:custDataLst>
            </p:nvPr>
          </p:nvSpPr>
          <p:spPr bwMode="auto">
            <a:xfrm>
              <a:off x="2303780" y="3376295"/>
              <a:ext cx="475615" cy="518795"/>
            </a:xfrm>
            <a:custGeom>
              <a:avLst/>
              <a:gdLst>
                <a:gd name="T0" fmla="*/ 220 w 293"/>
                <a:gd name="T1" fmla="*/ 14 h 320"/>
                <a:gd name="T2" fmla="*/ 283 w 293"/>
                <a:gd name="T3" fmla="*/ 86 h 320"/>
                <a:gd name="T4" fmla="*/ 290 w 293"/>
                <a:gd name="T5" fmla="*/ 98 h 320"/>
                <a:gd name="T6" fmla="*/ 293 w 293"/>
                <a:gd name="T7" fmla="*/ 267 h 320"/>
                <a:gd name="T8" fmla="*/ 288 w 293"/>
                <a:gd name="T9" fmla="*/ 277 h 320"/>
                <a:gd name="T10" fmla="*/ 263 w 293"/>
                <a:gd name="T11" fmla="*/ 297 h 320"/>
                <a:gd name="T12" fmla="*/ 178 w 293"/>
                <a:gd name="T13" fmla="*/ 307 h 320"/>
                <a:gd name="T14" fmla="*/ 114 w 293"/>
                <a:gd name="T15" fmla="*/ 266 h 320"/>
                <a:gd name="T16" fmla="*/ 74 w 293"/>
                <a:gd name="T17" fmla="*/ 172 h 320"/>
                <a:gd name="T18" fmla="*/ 41 w 293"/>
                <a:gd name="T19" fmla="*/ 77 h 320"/>
                <a:gd name="T20" fmla="*/ 41 w 293"/>
                <a:gd name="T21" fmla="*/ 75 h 320"/>
                <a:gd name="T22" fmla="*/ 4 w 293"/>
                <a:gd name="T23" fmla="*/ 7 h 320"/>
                <a:gd name="T24" fmla="*/ 22 w 293"/>
                <a:gd name="T25" fmla="*/ 7 h 320"/>
                <a:gd name="T26" fmla="*/ 30 w 293"/>
                <a:gd name="T27" fmla="*/ 6 h 320"/>
                <a:gd name="T28" fmla="*/ 35 w 293"/>
                <a:gd name="T29" fmla="*/ 6 h 320"/>
                <a:gd name="T30" fmla="*/ 69 w 293"/>
                <a:gd name="T31" fmla="*/ 72 h 320"/>
                <a:gd name="T32" fmla="*/ 80 w 293"/>
                <a:gd name="T33" fmla="*/ 79 h 320"/>
                <a:gd name="T34" fmla="*/ 131 w 293"/>
                <a:gd name="T35" fmla="*/ 83 h 320"/>
                <a:gd name="T36" fmla="*/ 138 w 293"/>
                <a:gd name="T37" fmla="*/ 81 h 320"/>
                <a:gd name="T38" fmla="*/ 188 w 293"/>
                <a:gd name="T39" fmla="*/ 59 h 320"/>
                <a:gd name="T40" fmla="*/ 196 w 293"/>
                <a:gd name="T41" fmla="*/ 22 h 320"/>
                <a:gd name="T42" fmla="*/ 220 w 293"/>
                <a:gd name="T43" fmla="*/ 1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93" h="320">
                  <a:moveTo>
                    <a:pt x="220" y="14"/>
                  </a:moveTo>
                  <a:cubicBezTo>
                    <a:pt x="283" y="86"/>
                    <a:pt x="283" y="86"/>
                    <a:pt x="283" y="86"/>
                  </a:cubicBezTo>
                  <a:cubicBezTo>
                    <a:pt x="289" y="93"/>
                    <a:pt x="290" y="96"/>
                    <a:pt x="290" y="98"/>
                  </a:cubicBezTo>
                  <a:cubicBezTo>
                    <a:pt x="293" y="267"/>
                    <a:pt x="293" y="267"/>
                    <a:pt x="293" y="267"/>
                  </a:cubicBezTo>
                  <a:cubicBezTo>
                    <a:pt x="293" y="271"/>
                    <a:pt x="291" y="274"/>
                    <a:pt x="288" y="277"/>
                  </a:cubicBezTo>
                  <a:cubicBezTo>
                    <a:pt x="263" y="297"/>
                    <a:pt x="263" y="297"/>
                    <a:pt x="263" y="297"/>
                  </a:cubicBezTo>
                  <a:cubicBezTo>
                    <a:pt x="240" y="316"/>
                    <a:pt x="206" y="320"/>
                    <a:pt x="178" y="307"/>
                  </a:cubicBezTo>
                  <a:cubicBezTo>
                    <a:pt x="153" y="296"/>
                    <a:pt x="125" y="282"/>
                    <a:pt x="114" y="266"/>
                  </a:cubicBezTo>
                  <a:cubicBezTo>
                    <a:pt x="80" y="219"/>
                    <a:pt x="74" y="172"/>
                    <a:pt x="74" y="172"/>
                  </a:cubicBezTo>
                  <a:cubicBezTo>
                    <a:pt x="41" y="77"/>
                    <a:pt x="41" y="77"/>
                    <a:pt x="41" y="77"/>
                  </a:cubicBezTo>
                  <a:cubicBezTo>
                    <a:pt x="41" y="76"/>
                    <a:pt x="41" y="76"/>
                    <a:pt x="41" y="75"/>
                  </a:cubicBezTo>
                  <a:cubicBezTo>
                    <a:pt x="4" y="7"/>
                    <a:pt x="4" y="7"/>
                    <a:pt x="4" y="7"/>
                  </a:cubicBezTo>
                  <a:cubicBezTo>
                    <a:pt x="0" y="0"/>
                    <a:pt x="15" y="9"/>
                    <a:pt x="22" y="7"/>
                  </a:cubicBezTo>
                  <a:cubicBezTo>
                    <a:pt x="30" y="6"/>
                    <a:pt x="30" y="6"/>
                    <a:pt x="30" y="6"/>
                  </a:cubicBezTo>
                  <a:cubicBezTo>
                    <a:pt x="36" y="4"/>
                    <a:pt x="32" y="0"/>
                    <a:pt x="35" y="6"/>
                  </a:cubicBezTo>
                  <a:cubicBezTo>
                    <a:pt x="69" y="72"/>
                    <a:pt x="69" y="72"/>
                    <a:pt x="69" y="72"/>
                  </a:cubicBezTo>
                  <a:cubicBezTo>
                    <a:pt x="71" y="76"/>
                    <a:pt x="75" y="79"/>
                    <a:pt x="80" y="79"/>
                  </a:cubicBezTo>
                  <a:cubicBezTo>
                    <a:pt x="131" y="83"/>
                    <a:pt x="131" y="83"/>
                    <a:pt x="131" y="83"/>
                  </a:cubicBezTo>
                  <a:cubicBezTo>
                    <a:pt x="134" y="83"/>
                    <a:pt x="136" y="82"/>
                    <a:pt x="138" y="81"/>
                  </a:cubicBezTo>
                  <a:cubicBezTo>
                    <a:pt x="188" y="59"/>
                    <a:pt x="188" y="59"/>
                    <a:pt x="188" y="59"/>
                  </a:cubicBezTo>
                  <a:cubicBezTo>
                    <a:pt x="188" y="59"/>
                    <a:pt x="199" y="55"/>
                    <a:pt x="196" y="22"/>
                  </a:cubicBezTo>
                  <a:cubicBezTo>
                    <a:pt x="195" y="10"/>
                    <a:pt x="212" y="4"/>
                    <a:pt x="220" y="14"/>
                  </a:cubicBezTo>
                  <a:close/>
                </a:path>
              </a:pathLst>
            </a:custGeom>
            <a:solidFill>
              <a:srgbClr val="350C0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5" name="Freeform 90"/>
            <p:cNvSpPr/>
            <p:nvPr>
              <p:custDataLst>
                <p:tags r:id="rId67"/>
              </p:custDataLst>
            </p:nvPr>
          </p:nvSpPr>
          <p:spPr bwMode="auto">
            <a:xfrm>
              <a:off x="2474595" y="3515360"/>
              <a:ext cx="200025" cy="109220"/>
            </a:xfrm>
            <a:custGeom>
              <a:avLst/>
              <a:gdLst>
                <a:gd name="T0" fmla="*/ 69 w 123"/>
                <a:gd name="T1" fmla="*/ 15 h 67"/>
                <a:gd name="T2" fmla="*/ 90 w 123"/>
                <a:gd name="T3" fmla="*/ 3 h 67"/>
                <a:gd name="T4" fmla="*/ 117 w 123"/>
                <a:gd name="T5" fmla="*/ 13 h 67"/>
                <a:gd name="T6" fmla="*/ 99 w 123"/>
                <a:gd name="T7" fmla="*/ 47 h 67"/>
                <a:gd name="T8" fmla="*/ 43 w 123"/>
                <a:gd name="T9" fmla="*/ 64 h 67"/>
                <a:gd name="T10" fmla="*/ 7 w 123"/>
                <a:gd name="T11" fmla="*/ 48 h 67"/>
                <a:gd name="T12" fmla="*/ 13 w 123"/>
                <a:gd name="T13" fmla="*/ 20 h 67"/>
                <a:gd name="T14" fmla="*/ 37 w 123"/>
                <a:gd name="T15" fmla="*/ 18 h 67"/>
                <a:gd name="T16" fmla="*/ 69 w 123"/>
                <a:gd name="T17" fmla="*/ 15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3" h="67">
                  <a:moveTo>
                    <a:pt x="69" y="15"/>
                  </a:moveTo>
                  <a:cubicBezTo>
                    <a:pt x="69" y="15"/>
                    <a:pt x="79" y="6"/>
                    <a:pt x="90" y="3"/>
                  </a:cubicBezTo>
                  <a:cubicBezTo>
                    <a:pt x="100" y="0"/>
                    <a:pt x="111" y="1"/>
                    <a:pt x="117" y="13"/>
                  </a:cubicBezTo>
                  <a:cubicBezTo>
                    <a:pt x="123" y="24"/>
                    <a:pt x="113" y="36"/>
                    <a:pt x="99" y="47"/>
                  </a:cubicBezTo>
                  <a:cubicBezTo>
                    <a:pt x="91" y="54"/>
                    <a:pt x="62" y="67"/>
                    <a:pt x="43" y="64"/>
                  </a:cubicBezTo>
                  <a:cubicBezTo>
                    <a:pt x="24" y="61"/>
                    <a:pt x="13" y="57"/>
                    <a:pt x="7" y="48"/>
                  </a:cubicBezTo>
                  <a:cubicBezTo>
                    <a:pt x="0" y="38"/>
                    <a:pt x="5" y="25"/>
                    <a:pt x="13" y="20"/>
                  </a:cubicBezTo>
                  <a:cubicBezTo>
                    <a:pt x="21" y="15"/>
                    <a:pt x="32" y="16"/>
                    <a:pt x="37" y="18"/>
                  </a:cubicBezTo>
                  <a:cubicBezTo>
                    <a:pt x="42" y="20"/>
                    <a:pt x="55" y="25"/>
                    <a:pt x="69" y="1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6" name="Freeform 91"/>
            <p:cNvSpPr/>
            <p:nvPr>
              <p:custDataLst>
                <p:tags r:id="rId68"/>
              </p:custDataLst>
            </p:nvPr>
          </p:nvSpPr>
          <p:spPr bwMode="auto">
            <a:xfrm>
              <a:off x="2449830" y="3338195"/>
              <a:ext cx="32385" cy="50165"/>
            </a:xfrm>
            <a:custGeom>
              <a:avLst/>
              <a:gdLst>
                <a:gd name="T0" fmla="*/ 4 w 20"/>
                <a:gd name="T1" fmla="*/ 18 h 31"/>
                <a:gd name="T2" fmla="*/ 16 w 20"/>
                <a:gd name="T3" fmla="*/ 30 h 31"/>
                <a:gd name="T4" fmla="*/ 17 w 20"/>
                <a:gd name="T5" fmla="*/ 13 h 31"/>
                <a:gd name="T6" fmla="*/ 5 w 20"/>
                <a:gd name="T7" fmla="*/ 1 h 31"/>
                <a:gd name="T8" fmla="*/ 4 w 20"/>
                <a:gd name="T9" fmla="*/ 18 h 31"/>
              </a:gdLst>
              <a:ahLst/>
              <a:cxnLst>
                <a:cxn ang="0">
                  <a:pos x="T0" y="T1"/>
                </a:cxn>
                <a:cxn ang="0">
                  <a:pos x="T2" y="T3"/>
                </a:cxn>
                <a:cxn ang="0">
                  <a:pos x="T4" y="T5"/>
                </a:cxn>
                <a:cxn ang="0">
                  <a:pos x="T6" y="T7"/>
                </a:cxn>
                <a:cxn ang="0">
                  <a:pos x="T8" y="T9"/>
                </a:cxn>
              </a:cxnLst>
              <a:rect l="0" t="0" r="r" b="b"/>
              <a:pathLst>
                <a:path w="20" h="31">
                  <a:moveTo>
                    <a:pt x="4" y="18"/>
                  </a:moveTo>
                  <a:cubicBezTo>
                    <a:pt x="7" y="26"/>
                    <a:pt x="12" y="31"/>
                    <a:pt x="16" y="30"/>
                  </a:cubicBezTo>
                  <a:cubicBezTo>
                    <a:pt x="20" y="29"/>
                    <a:pt x="20" y="21"/>
                    <a:pt x="17" y="13"/>
                  </a:cubicBezTo>
                  <a:cubicBezTo>
                    <a:pt x="14" y="5"/>
                    <a:pt x="8" y="0"/>
                    <a:pt x="5" y="1"/>
                  </a:cubicBezTo>
                  <a:cubicBezTo>
                    <a:pt x="1" y="2"/>
                    <a:pt x="0" y="10"/>
                    <a:pt x="4" y="18"/>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7" name="Freeform 92"/>
            <p:cNvSpPr/>
            <p:nvPr>
              <p:custDataLst>
                <p:tags r:id="rId69"/>
              </p:custDataLst>
            </p:nvPr>
          </p:nvSpPr>
          <p:spPr bwMode="auto">
            <a:xfrm>
              <a:off x="2536190" y="3300730"/>
              <a:ext cx="31115" cy="50165"/>
            </a:xfrm>
            <a:custGeom>
              <a:avLst/>
              <a:gdLst>
                <a:gd name="T0" fmla="*/ 3 w 19"/>
                <a:gd name="T1" fmla="*/ 18 h 31"/>
                <a:gd name="T2" fmla="*/ 15 w 19"/>
                <a:gd name="T3" fmla="*/ 30 h 31"/>
                <a:gd name="T4" fmla="*/ 16 w 19"/>
                <a:gd name="T5" fmla="*/ 14 h 31"/>
                <a:gd name="T6" fmla="*/ 4 w 19"/>
                <a:gd name="T7" fmla="*/ 1 h 31"/>
                <a:gd name="T8" fmla="*/ 3 w 19"/>
                <a:gd name="T9" fmla="*/ 18 h 31"/>
              </a:gdLst>
              <a:ahLst/>
              <a:cxnLst>
                <a:cxn ang="0">
                  <a:pos x="T0" y="T1"/>
                </a:cxn>
                <a:cxn ang="0">
                  <a:pos x="T2" y="T3"/>
                </a:cxn>
                <a:cxn ang="0">
                  <a:pos x="T4" y="T5"/>
                </a:cxn>
                <a:cxn ang="0">
                  <a:pos x="T6" y="T7"/>
                </a:cxn>
                <a:cxn ang="0">
                  <a:pos x="T8" y="T9"/>
                </a:cxn>
              </a:cxnLst>
              <a:rect l="0" t="0" r="r" b="b"/>
              <a:pathLst>
                <a:path w="19" h="31">
                  <a:moveTo>
                    <a:pt x="3" y="18"/>
                  </a:moveTo>
                  <a:cubicBezTo>
                    <a:pt x="6" y="26"/>
                    <a:pt x="12" y="31"/>
                    <a:pt x="15" y="30"/>
                  </a:cubicBezTo>
                  <a:cubicBezTo>
                    <a:pt x="19" y="29"/>
                    <a:pt x="19" y="22"/>
                    <a:pt x="16" y="14"/>
                  </a:cubicBezTo>
                  <a:cubicBezTo>
                    <a:pt x="13" y="6"/>
                    <a:pt x="7" y="0"/>
                    <a:pt x="4" y="1"/>
                  </a:cubicBezTo>
                  <a:cubicBezTo>
                    <a:pt x="0" y="3"/>
                    <a:pt x="0" y="10"/>
                    <a:pt x="3" y="18"/>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8" name="Freeform 93"/>
            <p:cNvSpPr>
              <a:spLocks noEditPoints="1"/>
            </p:cNvSpPr>
            <p:nvPr>
              <p:custDataLst>
                <p:tags r:id="rId70"/>
              </p:custDataLst>
            </p:nvPr>
          </p:nvSpPr>
          <p:spPr bwMode="auto">
            <a:xfrm>
              <a:off x="2374265" y="3289935"/>
              <a:ext cx="156845" cy="179705"/>
            </a:xfrm>
            <a:custGeom>
              <a:avLst/>
              <a:gdLst>
                <a:gd name="T0" fmla="*/ 69 w 97"/>
                <a:gd name="T1" fmla="*/ 104 h 111"/>
                <a:gd name="T2" fmla="*/ 12 w 97"/>
                <a:gd name="T3" fmla="*/ 68 h 111"/>
                <a:gd name="T4" fmla="*/ 28 w 97"/>
                <a:gd name="T5" fmla="*/ 7 h 111"/>
                <a:gd name="T6" fmla="*/ 86 w 97"/>
                <a:gd name="T7" fmla="*/ 42 h 111"/>
                <a:gd name="T8" fmla="*/ 69 w 97"/>
                <a:gd name="T9" fmla="*/ 104 h 111"/>
                <a:gd name="T10" fmla="*/ 33 w 97"/>
                <a:gd name="T11" fmla="*/ 17 h 111"/>
                <a:gd name="T12" fmla="*/ 23 w 97"/>
                <a:gd name="T13" fmla="*/ 64 h 111"/>
                <a:gd name="T14" fmla="*/ 65 w 97"/>
                <a:gd name="T15" fmla="*/ 93 h 111"/>
                <a:gd name="T16" fmla="*/ 74 w 97"/>
                <a:gd name="T17" fmla="*/ 46 h 111"/>
                <a:gd name="T18" fmla="*/ 33 w 97"/>
                <a:gd name="T19" fmla="*/ 17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7" h="111">
                  <a:moveTo>
                    <a:pt x="69" y="104"/>
                  </a:moveTo>
                  <a:cubicBezTo>
                    <a:pt x="48" y="111"/>
                    <a:pt x="23" y="95"/>
                    <a:pt x="12" y="68"/>
                  </a:cubicBezTo>
                  <a:cubicBezTo>
                    <a:pt x="0" y="41"/>
                    <a:pt x="8" y="14"/>
                    <a:pt x="28" y="7"/>
                  </a:cubicBezTo>
                  <a:cubicBezTo>
                    <a:pt x="49" y="0"/>
                    <a:pt x="74" y="15"/>
                    <a:pt x="86" y="42"/>
                  </a:cubicBezTo>
                  <a:cubicBezTo>
                    <a:pt x="97" y="69"/>
                    <a:pt x="89" y="96"/>
                    <a:pt x="69" y="104"/>
                  </a:cubicBezTo>
                  <a:close/>
                  <a:moveTo>
                    <a:pt x="33" y="17"/>
                  </a:moveTo>
                  <a:cubicBezTo>
                    <a:pt x="19" y="22"/>
                    <a:pt x="14" y="44"/>
                    <a:pt x="23" y="64"/>
                  </a:cubicBezTo>
                  <a:cubicBezTo>
                    <a:pt x="32" y="85"/>
                    <a:pt x="51" y="98"/>
                    <a:pt x="65" y="93"/>
                  </a:cubicBezTo>
                  <a:cubicBezTo>
                    <a:pt x="78" y="88"/>
                    <a:pt x="83" y="67"/>
                    <a:pt x="74" y="46"/>
                  </a:cubicBezTo>
                  <a:cubicBezTo>
                    <a:pt x="66" y="26"/>
                    <a:pt x="47" y="12"/>
                    <a:pt x="33" y="17"/>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9" name="Freeform 94"/>
            <p:cNvSpPr>
              <a:spLocks noEditPoints="1"/>
            </p:cNvSpPr>
            <p:nvPr>
              <p:custDataLst>
                <p:tags r:id="rId71"/>
              </p:custDataLst>
            </p:nvPr>
          </p:nvSpPr>
          <p:spPr bwMode="auto">
            <a:xfrm>
              <a:off x="2490470" y="3246120"/>
              <a:ext cx="155575" cy="182245"/>
            </a:xfrm>
            <a:custGeom>
              <a:avLst/>
              <a:gdLst>
                <a:gd name="T0" fmla="*/ 68 w 96"/>
                <a:gd name="T1" fmla="*/ 104 h 112"/>
                <a:gd name="T2" fmla="*/ 11 w 96"/>
                <a:gd name="T3" fmla="*/ 69 h 112"/>
                <a:gd name="T4" fmla="*/ 28 w 96"/>
                <a:gd name="T5" fmla="*/ 8 h 112"/>
                <a:gd name="T6" fmla="*/ 85 w 96"/>
                <a:gd name="T7" fmla="*/ 43 h 112"/>
                <a:gd name="T8" fmla="*/ 68 w 96"/>
                <a:gd name="T9" fmla="*/ 104 h 112"/>
                <a:gd name="T10" fmla="*/ 32 w 96"/>
                <a:gd name="T11" fmla="*/ 18 h 112"/>
                <a:gd name="T12" fmla="*/ 23 w 96"/>
                <a:gd name="T13" fmla="*/ 65 h 112"/>
                <a:gd name="T14" fmla="*/ 64 w 96"/>
                <a:gd name="T15" fmla="*/ 94 h 112"/>
                <a:gd name="T16" fmla="*/ 74 w 96"/>
                <a:gd name="T17" fmla="*/ 47 h 112"/>
                <a:gd name="T18" fmla="*/ 32 w 96"/>
                <a:gd name="T19" fmla="*/ 1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112">
                  <a:moveTo>
                    <a:pt x="68" y="104"/>
                  </a:moveTo>
                  <a:cubicBezTo>
                    <a:pt x="48" y="112"/>
                    <a:pt x="23" y="96"/>
                    <a:pt x="11" y="69"/>
                  </a:cubicBezTo>
                  <a:cubicBezTo>
                    <a:pt x="0" y="42"/>
                    <a:pt x="7" y="15"/>
                    <a:pt x="28" y="8"/>
                  </a:cubicBezTo>
                  <a:cubicBezTo>
                    <a:pt x="49" y="0"/>
                    <a:pt x="74" y="16"/>
                    <a:pt x="85" y="43"/>
                  </a:cubicBezTo>
                  <a:cubicBezTo>
                    <a:pt x="96" y="70"/>
                    <a:pt x="89" y="97"/>
                    <a:pt x="68" y="104"/>
                  </a:cubicBezTo>
                  <a:close/>
                  <a:moveTo>
                    <a:pt x="32" y="18"/>
                  </a:moveTo>
                  <a:cubicBezTo>
                    <a:pt x="18" y="23"/>
                    <a:pt x="14" y="44"/>
                    <a:pt x="23" y="65"/>
                  </a:cubicBezTo>
                  <a:cubicBezTo>
                    <a:pt x="31" y="86"/>
                    <a:pt x="50" y="99"/>
                    <a:pt x="64" y="94"/>
                  </a:cubicBezTo>
                  <a:cubicBezTo>
                    <a:pt x="78" y="89"/>
                    <a:pt x="82" y="68"/>
                    <a:pt x="74" y="47"/>
                  </a:cubicBezTo>
                  <a:cubicBezTo>
                    <a:pt x="65" y="26"/>
                    <a:pt x="46" y="13"/>
                    <a:pt x="32" y="18"/>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0" name="Freeform 95"/>
            <p:cNvSpPr/>
            <p:nvPr>
              <p:custDataLst>
                <p:tags r:id="rId72"/>
              </p:custDataLst>
            </p:nvPr>
          </p:nvSpPr>
          <p:spPr bwMode="auto">
            <a:xfrm>
              <a:off x="2491740" y="3319145"/>
              <a:ext cx="151130" cy="130810"/>
            </a:xfrm>
            <a:custGeom>
              <a:avLst/>
              <a:gdLst>
                <a:gd name="T0" fmla="*/ 0 w 112"/>
                <a:gd name="T1" fmla="*/ 0 h 97"/>
                <a:gd name="T2" fmla="*/ 112 w 112"/>
                <a:gd name="T3" fmla="*/ 79 h 97"/>
                <a:gd name="T4" fmla="*/ 42 w 112"/>
                <a:gd name="T5" fmla="*/ 97 h 97"/>
                <a:gd name="T6" fmla="*/ 0 w 112"/>
                <a:gd name="T7" fmla="*/ 0 h 97"/>
              </a:gdLst>
              <a:ahLst/>
              <a:cxnLst>
                <a:cxn ang="0">
                  <a:pos x="T0" y="T1"/>
                </a:cxn>
                <a:cxn ang="0">
                  <a:pos x="T2" y="T3"/>
                </a:cxn>
                <a:cxn ang="0">
                  <a:pos x="T4" y="T5"/>
                </a:cxn>
                <a:cxn ang="0">
                  <a:pos x="T6" y="T7"/>
                </a:cxn>
              </a:cxnLst>
              <a:rect l="0" t="0" r="r" b="b"/>
              <a:pathLst>
                <a:path w="112" h="97">
                  <a:moveTo>
                    <a:pt x="0" y="0"/>
                  </a:moveTo>
                  <a:lnTo>
                    <a:pt x="112" y="79"/>
                  </a:lnTo>
                  <a:lnTo>
                    <a:pt x="42" y="97"/>
                  </a:lnTo>
                  <a:lnTo>
                    <a:pt x="0" y="0"/>
                  </a:lnTo>
                  <a:close/>
                </a:path>
              </a:pathLst>
            </a:custGeom>
            <a:solidFill>
              <a:srgbClr val="F9535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1" name="Freeform 96"/>
            <p:cNvSpPr/>
            <p:nvPr>
              <p:custDataLst>
                <p:tags r:id="rId73"/>
              </p:custDataLst>
            </p:nvPr>
          </p:nvSpPr>
          <p:spPr bwMode="auto">
            <a:xfrm>
              <a:off x="2270125" y="3371850"/>
              <a:ext cx="127000" cy="29845"/>
            </a:xfrm>
            <a:custGeom>
              <a:avLst/>
              <a:gdLst>
                <a:gd name="T0" fmla="*/ 94 w 94"/>
                <a:gd name="T1" fmla="*/ 13 h 22"/>
                <a:gd name="T2" fmla="*/ 2 w 94"/>
                <a:gd name="T3" fmla="*/ 22 h 22"/>
                <a:gd name="T4" fmla="*/ 0 w 94"/>
                <a:gd name="T5" fmla="*/ 9 h 22"/>
                <a:gd name="T6" fmla="*/ 91 w 94"/>
                <a:gd name="T7" fmla="*/ 0 h 22"/>
                <a:gd name="T8" fmla="*/ 94 w 94"/>
                <a:gd name="T9" fmla="*/ 13 h 22"/>
              </a:gdLst>
              <a:ahLst/>
              <a:cxnLst>
                <a:cxn ang="0">
                  <a:pos x="T0" y="T1"/>
                </a:cxn>
                <a:cxn ang="0">
                  <a:pos x="T2" y="T3"/>
                </a:cxn>
                <a:cxn ang="0">
                  <a:pos x="T4" y="T5"/>
                </a:cxn>
                <a:cxn ang="0">
                  <a:pos x="T6" y="T7"/>
                </a:cxn>
                <a:cxn ang="0">
                  <a:pos x="T8" y="T9"/>
                </a:cxn>
              </a:cxnLst>
              <a:rect l="0" t="0" r="r" b="b"/>
              <a:pathLst>
                <a:path w="94" h="22">
                  <a:moveTo>
                    <a:pt x="94" y="13"/>
                  </a:moveTo>
                  <a:lnTo>
                    <a:pt x="2" y="22"/>
                  </a:lnTo>
                  <a:lnTo>
                    <a:pt x="0" y="9"/>
                  </a:lnTo>
                  <a:lnTo>
                    <a:pt x="91" y="0"/>
                  </a:lnTo>
                  <a:lnTo>
                    <a:pt x="94" y="13"/>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2" name="Freeform 97"/>
            <p:cNvSpPr/>
            <p:nvPr>
              <p:custDataLst>
                <p:tags r:id="rId74"/>
              </p:custDataLst>
            </p:nvPr>
          </p:nvSpPr>
          <p:spPr bwMode="auto">
            <a:xfrm>
              <a:off x="2171700" y="3015615"/>
              <a:ext cx="511810" cy="332105"/>
            </a:xfrm>
            <a:custGeom>
              <a:avLst/>
              <a:gdLst>
                <a:gd name="T0" fmla="*/ 108 w 316"/>
                <a:gd name="T1" fmla="*/ 185 h 205"/>
                <a:gd name="T2" fmla="*/ 206 w 316"/>
                <a:gd name="T3" fmla="*/ 131 h 205"/>
                <a:gd name="T4" fmla="*/ 268 w 316"/>
                <a:gd name="T5" fmla="*/ 29 h 205"/>
                <a:gd name="T6" fmla="*/ 188 w 316"/>
                <a:gd name="T7" fmla="*/ 50 h 205"/>
                <a:gd name="T8" fmla="*/ 46 w 316"/>
                <a:gd name="T9" fmla="*/ 205 h 205"/>
                <a:gd name="T10" fmla="*/ 108 w 316"/>
                <a:gd name="T11" fmla="*/ 185 h 205"/>
              </a:gdLst>
              <a:ahLst/>
              <a:cxnLst>
                <a:cxn ang="0">
                  <a:pos x="T0" y="T1"/>
                </a:cxn>
                <a:cxn ang="0">
                  <a:pos x="T2" y="T3"/>
                </a:cxn>
                <a:cxn ang="0">
                  <a:pos x="T4" y="T5"/>
                </a:cxn>
                <a:cxn ang="0">
                  <a:pos x="T6" y="T7"/>
                </a:cxn>
                <a:cxn ang="0">
                  <a:pos x="T8" y="T9"/>
                </a:cxn>
                <a:cxn ang="0">
                  <a:pos x="T10" y="T11"/>
                </a:cxn>
              </a:cxnLst>
              <a:rect l="0" t="0" r="r" b="b"/>
              <a:pathLst>
                <a:path w="316" h="205">
                  <a:moveTo>
                    <a:pt x="108" y="185"/>
                  </a:moveTo>
                  <a:cubicBezTo>
                    <a:pt x="108" y="185"/>
                    <a:pt x="114" y="122"/>
                    <a:pt x="206" y="131"/>
                  </a:cubicBezTo>
                  <a:cubicBezTo>
                    <a:pt x="298" y="140"/>
                    <a:pt x="316" y="58"/>
                    <a:pt x="268" y="29"/>
                  </a:cubicBezTo>
                  <a:cubicBezTo>
                    <a:pt x="220" y="0"/>
                    <a:pt x="188" y="50"/>
                    <a:pt x="188" y="50"/>
                  </a:cubicBezTo>
                  <a:cubicBezTo>
                    <a:pt x="188" y="50"/>
                    <a:pt x="0" y="98"/>
                    <a:pt x="46" y="205"/>
                  </a:cubicBezTo>
                  <a:lnTo>
                    <a:pt x="108" y="185"/>
                  </a:lnTo>
                  <a:close/>
                </a:path>
              </a:pathLst>
            </a:custGeom>
            <a:solidFill>
              <a:srgbClr val="350C0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3" name="Freeform 98"/>
            <p:cNvSpPr/>
            <p:nvPr>
              <p:custDataLst>
                <p:tags r:id="rId75"/>
              </p:custDataLst>
            </p:nvPr>
          </p:nvSpPr>
          <p:spPr bwMode="auto">
            <a:xfrm>
              <a:off x="2190750" y="4335145"/>
              <a:ext cx="687705" cy="221615"/>
            </a:xfrm>
            <a:custGeom>
              <a:avLst/>
              <a:gdLst>
                <a:gd name="T0" fmla="*/ 386 w 424"/>
                <a:gd name="T1" fmla="*/ 137 h 137"/>
                <a:gd name="T2" fmla="*/ 422 w 424"/>
                <a:gd name="T3" fmla="*/ 111 h 137"/>
                <a:gd name="T4" fmla="*/ 392 w 424"/>
                <a:gd name="T5" fmla="*/ 62 h 137"/>
                <a:gd name="T6" fmla="*/ 190 w 424"/>
                <a:gd name="T7" fmla="*/ 45 h 137"/>
                <a:gd name="T8" fmla="*/ 50 w 424"/>
                <a:gd name="T9" fmla="*/ 9 h 137"/>
                <a:gd name="T10" fmla="*/ 26 w 424"/>
                <a:gd name="T11" fmla="*/ 85 h 137"/>
                <a:gd name="T12" fmla="*/ 89 w 424"/>
                <a:gd name="T13" fmla="*/ 126 h 137"/>
                <a:gd name="T14" fmla="*/ 386 w 424"/>
                <a:gd name="T15" fmla="*/ 137 h 1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4" h="137">
                  <a:moveTo>
                    <a:pt x="386" y="137"/>
                  </a:moveTo>
                  <a:cubicBezTo>
                    <a:pt x="403" y="137"/>
                    <a:pt x="419" y="127"/>
                    <a:pt x="422" y="111"/>
                  </a:cubicBezTo>
                  <a:cubicBezTo>
                    <a:pt x="424" y="96"/>
                    <a:pt x="420" y="77"/>
                    <a:pt x="392" y="62"/>
                  </a:cubicBezTo>
                  <a:cubicBezTo>
                    <a:pt x="335" y="31"/>
                    <a:pt x="246" y="35"/>
                    <a:pt x="190" y="45"/>
                  </a:cubicBezTo>
                  <a:cubicBezTo>
                    <a:pt x="137" y="54"/>
                    <a:pt x="98" y="0"/>
                    <a:pt x="50" y="9"/>
                  </a:cubicBezTo>
                  <a:cubicBezTo>
                    <a:pt x="21" y="14"/>
                    <a:pt x="0" y="55"/>
                    <a:pt x="26" y="85"/>
                  </a:cubicBezTo>
                  <a:cubicBezTo>
                    <a:pt x="53" y="114"/>
                    <a:pt x="89" y="126"/>
                    <a:pt x="89" y="126"/>
                  </a:cubicBezTo>
                  <a:lnTo>
                    <a:pt x="386" y="137"/>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224" name="Freeform 99"/>
            <p:cNvSpPr/>
            <p:nvPr>
              <p:custDataLst>
                <p:tags r:id="rId76"/>
              </p:custDataLst>
            </p:nvPr>
          </p:nvSpPr>
          <p:spPr bwMode="auto">
            <a:xfrm>
              <a:off x="2620010" y="5468620"/>
              <a:ext cx="106680" cy="98425"/>
            </a:xfrm>
            <a:custGeom>
              <a:avLst/>
              <a:gdLst>
                <a:gd name="T0" fmla="*/ 79 w 79"/>
                <a:gd name="T1" fmla="*/ 15 h 73"/>
                <a:gd name="T2" fmla="*/ 70 w 79"/>
                <a:gd name="T3" fmla="*/ 73 h 73"/>
                <a:gd name="T4" fmla="*/ 0 w 79"/>
                <a:gd name="T5" fmla="*/ 72 h 73"/>
                <a:gd name="T6" fmla="*/ 13 w 79"/>
                <a:gd name="T7" fmla="*/ 0 h 73"/>
                <a:gd name="T8" fmla="*/ 79 w 79"/>
                <a:gd name="T9" fmla="*/ 15 h 73"/>
              </a:gdLst>
              <a:ahLst/>
              <a:cxnLst>
                <a:cxn ang="0">
                  <a:pos x="T0" y="T1"/>
                </a:cxn>
                <a:cxn ang="0">
                  <a:pos x="T2" y="T3"/>
                </a:cxn>
                <a:cxn ang="0">
                  <a:pos x="T4" y="T5"/>
                </a:cxn>
                <a:cxn ang="0">
                  <a:pos x="T6" y="T7"/>
                </a:cxn>
                <a:cxn ang="0">
                  <a:pos x="T8" y="T9"/>
                </a:cxn>
              </a:cxnLst>
              <a:rect l="0" t="0" r="r" b="b"/>
              <a:pathLst>
                <a:path w="79" h="73">
                  <a:moveTo>
                    <a:pt x="79" y="15"/>
                  </a:moveTo>
                  <a:lnTo>
                    <a:pt x="70" y="73"/>
                  </a:lnTo>
                  <a:lnTo>
                    <a:pt x="0" y="72"/>
                  </a:lnTo>
                  <a:lnTo>
                    <a:pt x="13" y="0"/>
                  </a:lnTo>
                  <a:lnTo>
                    <a:pt x="79" y="15"/>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5" name="Freeform 100"/>
            <p:cNvSpPr/>
            <p:nvPr>
              <p:custDataLst>
                <p:tags r:id="rId77"/>
              </p:custDataLst>
            </p:nvPr>
          </p:nvSpPr>
          <p:spPr bwMode="auto">
            <a:xfrm>
              <a:off x="2612390" y="5518785"/>
              <a:ext cx="123190" cy="50165"/>
            </a:xfrm>
            <a:custGeom>
              <a:avLst/>
              <a:gdLst>
                <a:gd name="T0" fmla="*/ 79 w 91"/>
                <a:gd name="T1" fmla="*/ 37 h 37"/>
                <a:gd name="T2" fmla="*/ 91 w 91"/>
                <a:gd name="T3" fmla="*/ 0 h 37"/>
                <a:gd name="T4" fmla="*/ 6 w 91"/>
                <a:gd name="T5" fmla="*/ 0 h 37"/>
                <a:gd name="T6" fmla="*/ 0 w 91"/>
                <a:gd name="T7" fmla="*/ 35 h 37"/>
                <a:gd name="T8" fmla="*/ 79 w 91"/>
                <a:gd name="T9" fmla="*/ 37 h 37"/>
              </a:gdLst>
              <a:ahLst/>
              <a:cxnLst>
                <a:cxn ang="0">
                  <a:pos x="T0" y="T1"/>
                </a:cxn>
                <a:cxn ang="0">
                  <a:pos x="T2" y="T3"/>
                </a:cxn>
                <a:cxn ang="0">
                  <a:pos x="T4" y="T5"/>
                </a:cxn>
                <a:cxn ang="0">
                  <a:pos x="T6" y="T7"/>
                </a:cxn>
                <a:cxn ang="0">
                  <a:pos x="T8" y="T9"/>
                </a:cxn>
              </a:cxnLst>
              <a:rect l="0" t="0" r="r" b="b"/>
              <a:pathLst>
                <a:path w="91" h="37">
                  <a:moveTo>
                    <a:pt x="79" y="37"/>
                  </a:moveTo>
                  <a:lnTo>
                    <a:pt x="91" y="0"/>
                  </a:lnTo>
                  <a:lnTo>
                    <a:pt x="6" y="0"/>
                  </a:lnTo>
                  <a:lnTo>
                    <a:pt x="0" y="35"/>
                  </a:lnTo>
                  <a:lnTo>
                    <a:pt x="79" y="37"/>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6" name="Freeform 101"/>
            <p:cNvSpPr/>
            <p:nvPr>
              <p:custDataLst>
                <p:tags r:id="rId78"/>
              </p:custDataLst>
            </p:nvPr>
          </p:nvSpPr>
          <p:spPr bwMode="auto">
            <a:xfrm>
              <a:off x="2540635" y="5561965"/>
              <a:ext cx="529590" cy="198755"/>
            </a:xfrm>
            <a:custGeom>
              <a:avLst/>
              <a:gdLst>
                <a:gd name="T0" fmla="*/ 118 w 326"/>
                <a:gd name="T1" fmla="*/ 5 h 123"/>
                <a:gd name="T2" fmla="*/ 161 w 326"/>
                <a:gd name="T3" fmla="*/ 65 h 123"/>
                <a:gd name="T4" fmla="*/ 312 w 326"/>
                <a:gd name="T5" fmla="*/ 100 h 123"/>
                <a:gd name="T6" fmla="*/ 309 w 326"/>
                <a:gd name="T7" fmla="*/ 121 h 123"/>
                <a:gd name="T8" fmla="*/ 115 w 326"/>
                <a:gd name="T9" fmla="*/ 123 h 123"/>
                <a:gd name="T10" fmla="*/ 59 w 326"/>
                <a:gd name="T11" fmla="*/ 96 h 123"/>
                <a:gd name="T12" fmla="*/ 44 w 326"/>
                <a:gd name="T13" fmla="*/ 107 h 123"/>
                <a:gd name="T14" fmla="*/ 0 w 326"/>
                <a:gd name="T15" fmla="*/ 91 h 123"/>
                <a:gd name="T16" fmla="*/ 39 w 326"/>
                <a:gd name="T17" fmla="*/ 0 h 123"/>
                <a:gd name="T18" fmla="*/ 118 w 326"/>
                <a:gd name="T19" fmla="*/ 5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6" h="123">
                  <a:moveTo>
                    <a:pt x="118" y="5"/>
                  </a:moveTo>
                  <a:cubicBezTo>
                    <a:pt x="161" y="65"/>
                    <a:pt x="161" y="65"/>
                    <a:pt x="161" y="65"/>
                  </a:cubicBezTo>
                  <a:cubicBezTo>
                    <a:pt x="312" y="100"/>
                    <a:pt x="312" y="100"/>
                    <a:pt x="312" y="100"/>
                  </a:cubicBezTo>
                  <a:cubicBezTo>
                    <a:pt x="326" y="103"/>
                    <a:pt x="324" y="121"/>
                    <a:pt x="309" y="121"/>
                  </a:cubicBezTo>
                  <a:cubicBezTo>
                    <a:pt x="115" y="123"/>
                    <a:pt x="115" y="123"/>
                    <a:pt x="115" y="123"/>
                  </a:cubicBezTo>
                  <a:cubicBezTo>
                    <a:pt x="59" y="96"/>
                    <a:pt x="59" y="96"/>
                    <a:pt x="59" y="96"/>
                  </a:cubicBezTo>
                  <a:cubicBezTo>
                    <a:pt x="44" y="107"/>
                    <a:pt x="44" y="107"/>
                    <a:pt x="44" y="107"/>
                  </a:cubicBezTo>
                  <a:cubicBezTo>
                    <a:pt x="0" y="91"/>
                    <a:pt x="0" y="91"/>
                    <a:pt x="0" y="91"/>
                  </a:cubicBezTo>
                  <a:cubicBezTo>
                    <a:pt x="39" y="0"/>
                    <a:pt x="39" y="0"/>
                    <a:pt x="39" y="0"/>
                  </a:cubicBezTo>
                  <a:lnTo>
                    <a:pt x="118" y="5"/>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7" name="Freeform 102"/>
            <p:cNvSpPr/>
            <p:nvPr>
              <p:custDataLst>
                <p:tags r:id="rId79"/>
              </p:custDataLst>
            </p:nvPr>
          </p:nvSpPr>
          <p:spPr bwMode="auto">
            <a:xfrm>
              <a:off x="1835150" y="5117465"/>
              <a:ext cx="132080" cy="114935"/>
            </a:xfrm>
            <a:custGeom>
              <a:avLst/>
              <a:gdLst>
                <a:gd name="T0" fmla="*/ 98 w 98"/>
                <a:gd name="T1" fmla="*/ 58 h 85"/>
                <a:gd name="T2" fmla="*/ 39 w 98"/>
                <a:gd name="T3" fmla="*/ 85 h 85"/>
                <a:gd name="T4" fmla="*/ 0 w 98"/>
                <a:gd name="T5" fmla="*/ 34 h 85"/>
                <a:gd name="T6" fmla="*/ 71 w 98"/>
                <a:gd name="T7" fmla="*/ 0 h 85"/>
                <a:gd name="T8" fmla="*/ 98 w 98"/>
                <a:gd name="T9" fmla="*/ 58 h 85"/>
              </a:gdLst>
              <a:ahLst/>
              <a:cxnLst>
                <a:cxn ang="0">
                  <a:pos x="T0" y="T1"/>
                </a:cxn>
                <a:cxn ang="0">
                  <a:pos x="T2" y="T3"/>
                </a:cxn>
                <a:cxn ang="0">
                  <a:pos x="T4" y="T5"/>
                </a:cxn>
                <a:cxn ang="0">
                  <a:pos x="T6" y="T7"/>
                </a:cxn>
                <a:cxn ang="0">
                  <a:pos x="T8" y="T9"/>
                </a:cxn>
              </a:cxnLst>
              <a:rect l="0" t="0" r="r" b="b"/>
              <a:pathLst>
                <a:path w="98" h="85">
                  <a:moveTo>
                    <a:pt x="98" y="58"/>
                  </a:moveTo>
                  <a:lnTo>
                    <a:pt x="39" y="85"/>
                  </a:lnTo>
                  <a:lnTo>
                    <a:pt x="0" y="34"/>
                  </a:lnTo>
                  <a:lnTo>
                    <a:pt x="71" y="0"/>
                  </a:lnTo>
                  <a:lnTo>
                    <a:pt x="98" y="58"/>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8" name="Freeform 103"/>
            <p:cNvSpPr/>
            <p:nvPr>
              <p:custDataLst>
                <p:tags r:id="rId80"/>
              </p:custDataLst>
            </p:nvPr>
          </p:nvSpPr>
          <p:spPr bwMode="auto">
            <a:xfrm>
              <a:off x="1831340" y="5134610"/>
              <a:ext cx="113665" cy="102870"/>
            </a:xfrm>
            <a:custGeom>
              <a:avLst/>
              <a:gdLst>
                <a:gd name="T0" fmla="*/ 45 w 84"/>
                <a:gd name="T1" fmla="*/ 76 h 76"/>
                <a:gd name="T2" fmla="*/ 84 w 84"/>
                <a:gd name="T3" fmla="*/ 63 h 76"/>
                <a:gd name="T4" fmla="*/ 33 w 84"/>
                <a:gd name="T5" fmla="*/ 0 h 76"/>
                <a:gd name="T6" fmla="*/ 0 w 84"/>
                <a:gd name="T7" fmla="*/ 16 h 76"/>
                <a:gd name="T8" fmla="*/ 45 w 84"/>
                <a:gd name="T9" fmla="*/ 76 h 76"/>
              </a:gdLst>
              <a:ahLst/>
              <a:cxnLst>
                <a:cxn ang="0">
                  <a:pos x="T0" y="T1"/>
                </a:cxn>
                <a:cxn ang="0">
                  <a:pos x="T2" y="T3"/>
                </a:cxn>
                <a:cxn ang="0">
                  <a:pos x="T4" y="T5"/>
                </a:cxn>
                <a:cxn ang="0">
                  <a:pos x="T6" y="T7"/>
                </a:cxn>
                <a:cxn ang="0">
                  <a:pos x="T8" y="T9"/>
                </a:cxn>
              </a:cxnLst>
              <a:rect l="0" t="0" r="r" b="b"/>
              <a:pathLst>
                <a:path w="84" h="76">
                  <a:moveTo>
                    <a:pt x="45" y="76"/>
                  </a:moveTo>
                  <a:lnTo>
                    <a:pt x="84" y="63"/>
                  </a:lnTo>
                  <a:lnTo>
                    <a:pt x="33" y="0"/>
                  </a:lnTo>
                  <a:lnTo>
                    <a:pt x="0" y="16"/>
                  </a:lnTo>
                  <a:lnTo>
                    <a:pt x="45" y="76"/>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9" name="Freeform 104"/>
            <p:cNvSpPr/>
            <p:nvPr>
              <p:custDataLst>
                <p:tags r:id="rId81"/>
              </p:custDataLst>
            </p:nvPr>
          </p:nvSpPr>
          <p:spPr bwMode="auto">
            <a:xfrm>
              <a:off x="1662430" y="5148580"/>
              <a:ext cx="298450" cy="456565"/>
            </a:xfrm>
            <a:custGeom>
              <a:avLst/>
              <a:gdLst>
                <a:gd name="T0" fmla="*/ 146 w 184"/>
                <a:gd name="T1" fmla="*/ 61 h 282"/>
                <a:gd name="T2" fmla="*/ 118 w 184"/>
                <a:gd name="T3" fmla="*/ 128 h 282"/>
                <a:gd name="T4" fmla="*/ 178 w 184"/>
                <a:gd name="T5" fmla="*/ 261 h 282"/>
                <a:gd name="T6" fmla="*/ 158 w 184"/>
                <a:gd name="T7" fmla="*/ 272 h 282"/>
                <a:gd name="T8" fmla="*/ 40 w 184"/>
                <a:gd name="T9" fmla="*/ 129 h 282"/>
                <a:gd name="T10" fmla="*/ 31 w 184"/>
                <a:gd name="T11" fmla="*/ 72 h 282"/>
                <a:gd name="T12" fmla="*/ 13 w 184"/>
                <a:gd name="T13" fmla="*/ 67 h 282"/>
                <a:gd name="T14" fmla="*/ 0 w 184"/>
                <a:gd name="T15" fmla="*/ 25 h 282"/>
                <a:gd name="T16" fmla="*/ 104 w 184"/>
                <a:gd name="T17" fmla="*/ 0 h 282"/>
                <a:gd name="T18" fmla="*/ 146 w 184"/>
                <a:gd name="T19" fmla="*/ 61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4" h="282">
                  <a:moveTo>
                    <a:pt x="146" y="61"/>
                  </a:moveTo>
                  <a:cubicBezTo>
                    <a:pt x="118" y="128"/>
                    <a:pt x="118" y="128"/>
                    <a:pt x="118" y="128"/>
                  </a:cubicBezTo>
                  <a:cubicBezTo>
                    <a:pt x="178" y="261"/>
                    <a:pt x="178" y="261"/>
                    <a:pt x="178" y="261"/>
                  </a:cubicBezTo>
                  <a:cubicBezTo>
                    <a:pt x="184" y="273"/>
                    <a:pt x="166" y="282"/>
                    <a:pt x="158" y="272"/>
                  </a:cubicBezTo>
                  <a:cubicBezTo>
                    <a:pt x="40" y="129"/>
                    <a:pt x="40" y="129"/>
                    <a:pt x="40" y="129"/>
                  </a:cubicBezTo>
                  <a:cubicBezTo>
                    <a:pt x="31" y="72"/>
                    <a:pt x="31" y="72"/>
                    <a:pt x="31" y="72"/>
                  </a:cubicBezTo>
                  <a:cubicBezTo>
                    <a:pt x="13" y="67"/>
                    <a:pt x="13" y="67"/>
                    <a:pt x="13" y="67"/>
                  </a:cubicBezTo>
                  <a:cubicBezTo>
                    <a:pt x="0" y="25"/>
                    <a:pt x="0" y="25"/>
                    <a:pt x="0" y="25"/>
                  </a:cubicBezTo>
                  <a:cubicBezTo>
                    <a:pt x="104" y="0"/>
                    <a:pt x="104" y="0"/>
                    <a:pt x="104" y="0"/>
                  </a:cubicBezTo>
                  <a:lnTo>
                    <a:pt x="146" y="61"/>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0" name="Freeform 105"/>
            <p:cNvSpPr/>
            <p:nvPr>
              <p:custDataLst>
                <p:tags r:id="rId82"/>
              </p:custDataLst>
            </p:nvPr>
          </p:nvSpPr>
          <p:spPr bwMode="auto">
            <a:xfrm>
              <a:off x="2366010" y="4377055"/>
              <a:ext cx="469900" cy="104140"/>
            </a:xfrm>
            <a:custGeom>
              <a:avLst/>
              <a:gdLst>
                <a:gd name="T0" fmla="*/ 290 w 290"/>
                <a:gd name="T1" fmla="*/ 64 h 64"/>
                <a:gd name="T2" fmla="*/ 283 w 290"/>
                <a:gd name="T3" fmla="*/ 36 h 64"/>
                <a:gd name="T4" fmla="*/ 137 w 290"/>
                <a:gd name="T5" fmla="*/ 12 h 64"/>
                <a:gd name="T6" fmla="*/ 88 w 290"/>
                <a:gd name="T7" fmla="*/ 18 h 64"/>
                <a:gd name="T8" fmla="*/ 60 w 290"/>
                <a:gd name="T9" fmla="*/ 19 h 64"/>
                <a:gd name="T10" fmla="*/ 34 w 290"/>
                <a:gd name="T11" fmla="*/ 12 h 64"/>
                <a:gd name="T12" fmla="*/ 8 w 290"/>
                <a:gd name="T13" fmla="*/ 0 h 64"/>
                <a:gd name="T14" fmla="*/ 0 w 290"/>
                <a:gd name="T15" fmla="*/ 44 h 64"/>
                <a:gd name="T16" fmla="*/ 290 w 290"/>
                <a:gd name="T17"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0" h="64">
                  <a:moveTo>
                    <a:pt x="290" y="64"/>
                  </a:moveTo>
                  <a:cubicBezTo>
                    <a:pt x="283" y="36"/>
                    <a:pt x="283" y="36"/>
                    <a:pt x="283" y="36"/>
                  </a:cubicBezTo>
                  <a:cubicBezTo>
                    <a:pt x="283" y="36"/>
                    <a:pt x="236" y="6"/>
                    <a:pt x="137" y="12"/>
                  </a:cubicBezTo>
                  <a:cubicBezTo>
                    <a:pt x="137" y="12"/>
                    <a:pt x="93" y="17"/>
                    <a:pt x="88" y="18"/>
                  </a:cubicBezTo>
                  <a:cubicBezTo>
                    <a:pt x="82" y="19"/>
                    <a:pt x="69" y="21"/>
                    <a:pt x="60" y="19"/>
                  </a:cubicBezTo>
                  <a:cubicBezTo>
                    <a:pt x="52" y="18"/>
                    <a:pt x="39" y="14"/>
                    <a:pt x="34" y="12"/>
                  </a:cubicBezTo>
                  <a:cubicBezTo>
                    <a:pt x="8" y="0"/>
                    <a:pt x="8" y="0"/>
                    <a:pt x="8" y="0"/>
                  </a:cubicBezTo>
                  <a:cubicBezTo>
                    <a:pt x="0" y="44"/>
                    <a:pt x="0" y="44"/>
                    <a:pt x="0" y="44"/>
                  </a:cubicBezTo>
                  <a:lnTo>
                    <a:pt x="290" y="64"/>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1" name="Freeform 106"/>
            <p:cNvSpPr/>
            <p:nvPr>
              <p:custDataLst>
                <p:tags r:id="rId83"/>
              </p:custDataLst>
            </p:nvPr>
          </p:nvSpPr>
          <p:spPr bwMode="auto">
            <a:xfrm>
              <a:off x="1896110" y="4448810"/>
              <a:ext cx="940435" cy="1049655"/>
            </a:xfrm>
            <a:custGeom>
              <a:avLst/>
              <a:gdLst>
                <a:gd name="T0" fmla="*/ 696 w 696"/>
                <a:gd name="T1" fmla="*/ 24 h 777"/>
                <a:gd name="T2" fmla="*/ 636 w 696"/>
                <a:gd name="T3" fmla="*/ 777 h 777"/>
                <a:gd name="T4" fmla="*/ 541 w 696"/>
                <a:gd name="T5" fmla="*/ 777 h 777"/>
                <a:gd name="T6" fmla="*/ 522 w 696"/>
                <a:gd name="T7" fmla="*/ 164 h 777"/>
                <a:gd name="T8" fmla="*/ 374 w 696"/>
                <a:gd name="T9" fmla="*/ 397 h 777"/>
                <a:gd name="T10" fmla="*/ 43 w 696"/>
                <a:gd name="T11" fmla="*/ 571 h 777"/>
                <a:gd name="T12" fmla="*/ 0 w 696"/>
                <a:gd name="T13" fmla="*/ 499 h 777"/>
                <a:gd name="T14" fmla="*/ 306 w 696"/>
                <a:gd name="T15" fmla="*/ 310 h 777"/>
                <a:gd name="T16" fmla="*/ 348 w 696"/>
                <a:gd name="T17" fmla="*/ 0 h 777"/>
                <a:gd name="T18" fmla="*/ 696 w 696"/>
                <a:gd name="T19" fmla="*/ 24 h 7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6" h="777">
                  <a:moveTo>
                    <a:pt x="696" y="24"/>
                  </a:moveTo>
                  <a:lnTo>
                    <a:pt x="636" y="777"/>
                  </a:lnTo>
                  <a:lnTo>
                    <a:pt x="541" y="777"/>
                  </a:lnTo>
                  <a:lnTo>
                    <a:pt x="522" y="164"/>
                  </a:lnTo>
                  <a:lnTo>
                    <a:pt x="374" y="397"/>
                  </a:lnTo>
                  <a:lnTo>
                    <a:pt x="43" y="571"/>
                  </a:lnTo>
                  <a:lnTo>
                    <a:pt x="0" y="499"/>
                  </a:lnTo>
                  <a:lnTo>
                    <a:pt x="306" y="310"/>
                  </a:lnTo>
                  <a:lnTo>
                    <a:pt x="348" y="0"/>
                  </a:lnTo>
                  <a:lnTo>
                    <a:pt x="696" y="24"/>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2" name="Freeform 107"/>
            <p:cNvSpPr/>
            <p:nvPr>
              <p:custDataLst>
                <p:tags r:id="rId84"/>
              </p:custDataLst>
            </p:nvPr>
          </p:nvSpPr>
          <p:spPr bwMode="auto">
            <a:xfrm>
              <a:off x="1790700" y="5302250"/>
              <a:ext cx="64770" cy="60960"/>
            </a:xfrm>
            <a:custGeom>
              <a:avLst/>
              <a:gdLst>
                <a:gd name="T0" fmla="*/ 38 w 48"/>
                <a:gd name="T1" fmla="*/ 45 h 45"/>
                <a:gd name="T2" fmla="*/ 0 w 48"/>
                <a:gd name="T3" fmla="*/ 33 h 45"/>
                <a:gd name="T4" fmla="*/ 5 w 48"/>
                <a:gd name="T5" fmla="*/ 0 h 45"/>
                <a:gd name="T6" fmla="*/ 48 w 48"/>
                <a:gd name="T7" fmla="*/ 12 h 45"/>
                <a:gd name="T8" fmla="*/ 47 w 48"/>
                <a:gd name="T9" fmla="*/ 15 h 45"/>
                <a:gd name="T10" fmla="*/ 9 w 48"/>
                <a:gd name="T11" fmla="*/ 6 h 45"/>
                <a:gd name="T12" fmla="*/ 5 w 48"/>
                <a:gd name="T13" fmla="*/ 31 h 45"/>
                <a:gd name="T14" fmla="*/ 39 w 48"/>
                <a:gd name="T15" fmla="*/ 42 h 45"/>
                <a:gd name="T16" fmla="*/ 38 w 48"/>
                <a:gd name="T17"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45">
                  <a:moveTo>
                    <a:pt x="38" y="45"/>
                  </a:moveTo>
                  <a:lnTo>
                    <a:pt x="0" y="33"/>
                  </a:lnTo>
                  <a:lnTo>
                    <a:pt x="5" y="0"/>
                  </a:lnTo>
                  <a:lnTo>
                    <a:pt x="48" y="12"/>
                  </a:lnTo>
                  <a:lnTo>
                    <a:pt x="47" y="15"/>
                  </a:lnTo>
                  <a:lnTo>
                    <a:pt x="9" y="6"/>
                  </a:lnTo>
                  <a:lnTo>
                    <a:pt x="5" y="31"/>
                  </a:lnTo>
                  <a:lnTo>
                    <a:pt x="39" y="42"/>
                  </a:lnTo>
                  <a:lnTo>
                    <a:pt x="38" y="45"/>
                  </a:lnTo>
                  <a:close/>
                </a:path>
              </a:pathLst>
            </a:custGeom>
            <a:solidFill>
              <a:srgbClr val="B2B2B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3" name="Freeform 108"/>
            <p:cNvSpPr/>
            <p:nvPr>
              <p:custDataLst>
                <p:tags r:id="rId85"/>
              </p:custDataLst>
            </p:nvPr>
          </p:nvSpPr>
          <p:spPr bwMode="auto">
            <a:xfrm>
              <a:off x="1562735" y="4427220"/>
              <a:ext cx="198755" cy="285115"/>
            </a:xfrm>
            <a:custGeom>
              <a:avLst/>
              <a:gdLst>
                <a:gd name="T0" fmla="*/ 101 w 123"/>
                <a:gd name="T1" fmla="*/ 75 h 176"/>
                <a:gd name="T2" fmla="*/ 53 w 123"/>
                <a:gd name="T3" fmla="*/ 170 h 176"/>
                <a:gd name="T4" fmla="*/ 46 w 123"/>
                <a:gd name="T5" fmla="*/ 153 h 176"/>
                <a:gd name="T6" fmla="*/ 73 w 123"/>
                <a:gd name="T7" fmla="*/ 91 h 176"/>
                <a:gd name="T8" fmla="*/ 25 w 123"/>
                <a:gd name="T9" fmla="*/ 165 h 176"/>
                <a:gd name="T10" fmla="*/ 20 w 123"/>
                <a:gd name="T11" fmla="*/ 151 h 176"/>
                <a:gd name="T12" fmla="*/ 52 w 123"/>
                <a:gd name="T13" fmla="*/ 91 h 176"/>
                <a:gd name="T14" fmla="*/ 13 w 123"/>
                <a:gd name="T15" fmla="*/ 137 h 176"/>
                <a:gd name="T16" fmla="*/ 13 w 123"/>
                <a:gd name="T17" fmla="*/ 121 h 176"/>
                <a:gd name="T18" fmla="*/ 45 w 123"/>
                <a:gd name="T19" fmla="*/ 79 h 176"/>
                <a:gd name="T20" fmla="*/ 6 w 123"/>
                <a:gd name="T21" fmla="*/ 102 h 176"/>
                <a:gd name="T22" fmla="*/ 4 w 123"/>
                <a:gd name="T23" fmla="*/ 94 h 176"/>
                <a:gd name="T24" fmla="*/ 44 w 123"/>
                <a:gd name="T25" fmla="*/ 65 h 176"/>
                <a:gd name="T26" fmla="*/ 86 w 123"/>
                <a:gd name="T27" fmla="*/ 20 h 176"/>
                <a:gd name="T28" fmla="*/ 122 w 123"/>
                <a:gd name="T29" fmla="*/ 31 h 176"/>
                <a:gd name="T30" fmla="*/ 115 w 123"/>
                <a:gd name="T31" fmla="*/ 119 h 176"/>
                <a:gd name="T32" fmla="*/ 99 w 123"/>
                <a:gd name="T33" fmla="*/ 102 h 176"/>
                <a:gd name="T34" fmla="*/ 101 w 123"/>
                <a:gd name="T35" fmla="*/ 75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3" h="176">
                  <a:moveTo>
                    <a:pt x="101" y="75"/>
                  </a:moveTo>
                  <a:cubicBezTo>
                    <a:pt x="101" y="75"/>
                    <a:pt x="60" y="164"/>
                    <a:pt x="53" y="170"/>
                  </a:cubicBezTo>
                  <a:cubicBezTo>
                    <a:pt x="46" y="176"/>
                    <a:pt x="38" y="168"/>
                    <a:pt x="46" y="153"/>
                  </a:cubicBezTo>
                  <a:cubicBezTo>
                    <a:pt x="54" y="138"/>
                    <a:pt x="73" y="91"/>
                    <a:pt x="73" y="91"/>
                  </a:cubicBezTo>
                  <a:cubicBezTo>
                    <a:pt x="73" y="91"/>
                    <a:pt x="31" y="164"/>
                    <a:pt x="25" y="165"/>
                  </a:cubicBezTo>
                  <a:cubicBezTo>
                    <a:pt x="19" y="166"/>
                    <a:pt x="13" y="160"/>
                    <a:pt x="20" y="151"/>
                  </a:cubicBezTo>
                  <a:cubicBezTo>
                    <a:pt x="27" y="141"/>
                    <a:pt x="52" y="91"/>
                    <a:pt x="52" y="91"/>
                  </a:cubicBezTo>
                  <a:cubicBezTo>
                    <a:pt x="52" y="91"/>
                    <a:pt x="22" y="130"/>
                    <a:pt x="13" y="137"/>
                  </a:cubicBezTo>
                  <a:cubicBezTo>
                    <a:pt x="4" y="144"/>
                    <a:pt x="6" y="129"/>
                    <a:pt x="13" y="121"/>
                  </a:cubicBezTo>
                  <a:cubicBezTo>
                    <a:pt x="20" y="112"/>
                    <a:pt x="45" y="79"/>
                    <a:pt x="45" y="79"/>
                  </a:cubicBezTo>
                  <a:cubicBezTo>
                    <a:pt x="45" y="79"/>
                    <a:pt x="13" y="102"/>
                    <a:pt x="6" y="102"/>
                  </a:cubicBezTo>
                  <a:cubicBezTo>
                    <a:pt x="0" y="103"/>
                    <a:pt x="1" y="98"/>
                    <a:pt x="4" y="94"/>
                  </a:cubicBezTo>
                  <a:cubicBezTo>
                    <a:pt x="7" y="91"/>
                    <a:pt x="44" y="65"/>
                    <a:pt x="44" y="65"/>
                  </a:cubicBezTo>
                  <a:cubicBezTo>
                    <a:pt x="44" y="65"/>
                    <a:pt x="53" y="56"/>
                    <a:pt x="86" y="20"/>
                  </a:cubicBezTo>
                  <a:cubicBezTo>
                    <a:pt x="105" y="0"/>
                    <a:pt x="123" y="26"/>
                    <a:pt x="122" y="31"/>
                  </a:cubicBezTo>
                  <a:cubicBezTo>
                    <a:pt x="122" y="35"/>
                    <a:pt x="119" y="109"/>
                    <a:pt x="115" y="119"/>
                  </a:cubicBezTo>
                  <a:cubicBezTo>
                    <a:pt x="110" y="130"/>
                    <a:pt x="96" y="121"/>
                    <a:pt x="99" y="102"/>
                  </a:cubicBezTo>
                  <a:cubicBezTo>
                    <a:pt x="102" y="84"/>
                    <a:pt x="107" y="72"/>
                    <a:pt x="101" y="75"/>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4" name="Freeform 109"/>
            <p:cNvSpPr/>
            <p:nvPr>
              <p:custDataLst>
                <p:tags r:id="rId86"/>
              </p:custDataLst>
            </p:nvPr>
          </p:nvSpPr>
          <p:spPr bwMode="auto">
            <a:xfrm>
              <a:off x="4731385" y="5468620"/>
              <a:ext cx="106680" cy="98425"/>
            </a:xfrm>
            <a:custGeom>
              <a:avLst/>
              <a:gdLst>
                <a:gd name="T0" fmla="*/ 79 w 79"/>
                <a:gd name="T1" fmla="*/ 15 h 73"/>
                <a:gd name="T2" fmla="*/ 68 w 79"/>
                <a:gd name="T3" fmla="*/ 73 h 73"/>
                <a:gd name="T4" fmla="*/ 0 w 79"/>
                <a:gd name="T5" fmla="*/ 72 h 73"/>
                <a:gd name="T6" fmla="*/ 13 w 79"/>
                <a:gd name="T7" fmla="*/ 0 h 73"/>
                <a:gd name="T8" fmla="*/ 79 w 79"/>
                <a:gd name="T9" fmla="*/ 15 h 73"/>
              </a:gdLst>
              <a:ahLst/>
              <a:cxnLst>
                <a:cxn ang="0">
                  <a:pos x="T0" y="T1"/>
                </a:cxn>
                <a:cxn ang="0">
                  <a:pos x="T2" y="T3"/>
                </a:cxn>
                <a:cxn ang="0">
                  <a:pos x="T4" y="T5"/>
                </a:cxn>
                <a:cxn ang="0">
                  <a:pos x="T6" y="T7"/>
                </a:cxn>
                <a:cxn ang="0">
                  <a:pos x="T8" y="T9"/>
                </a:cxn>
              </a:cxnLst>
              <a:rect l="0" t="0" r="r" b="b"/>
              <a:pathLst>
                <a:path w="79" h="73">
                  <a:moveTo>
                    <a:pt x="79" y="15"/>
                  </a:moveTo>
                  <a:lnTo>
                    <a:pt x="68" y="73"/>
                  </a:lnTo>
                  <a:lnTo>
                    <a:pt x="0" y="72"/>
                  </a:lnTo>
                  <a:lnTo>
                    <a:pt x="13" y="0"/>
                  </a:lnTo>
                  <a:lnTo>
                    <a:pt x="79" y="15"/>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5" name="Freeform 110"/>
            <p:cNvSpPr/>
            <p:nvPr>
              <p:custDataLst>
                <p:tags r:id="rId87"/>
              </p:custDataLst>
            </p:nvPr>
          </p:nvSpPr>
          <p:spPr bwMode="auto">
            <a:xfrm>
              <a:off x="4723765" y="5518785"/>
              <a:ext cx="123190" cy="50165"/>
            </a:xfrm>
            <a:custGeom>
              <a:avLst/>
              <a:gdLst>
                <a:gd name="T0" fmla="*/ 79 w 91"/>
                <a:gd name="T1" fmla="*/ 37 h 37"/>
                <a:gd name="T2" fmla="*/ 91 w 91"/>
                <a:gd name="T3" fmla="*/ 0 h 37"/>
                <a:gd name="T4" fmla="*/ 6 w 91"/>
                <a:gd name="T5" fmla="*/ 0 h 37"/>
                <a:gd name="T6" fmla="*/ 0 w 91"/>
                <a:gd name="T7" fmla="*/ 35 h 37"/>
                <a:gd name="T8" fmla="*/ 79 w 91"/>
                <a:gd name="T9" fmla="*/ 37 h 37"/>
              </a:gdLst>
              <a:ahLst/>
              <a:cxnLst>
                <a:cxn ang="0">
                  <a:pos x="T0" y="T1"/>
                </a:cxn>
                <a:cxn ang="0">
                  <a:pos x="T2" y="T3"/>
                </a:cxn>
                <a:cxn ang="0">
                  <a:pos x="T4" y="T5"/>
                </a:cxn>
                <a:cxn ang="0">
                  <a:pos x="T6" y="T7"/>
                </a:cxn>
                <a:cxn ang="0">
                  <a:pos x="T8" y="T9"/>
                </a:cxn>
              </a:cxnLst>
              <a:rect l="0" t="0" r="r" b="b"/>
              <a:pathLst>
                <a:path w="91" h="37">
                  <a:moveTo>
                    <a:pt x="79" y="37"/>
                  </a:moveTo>
                  <a:lnTo>
                    <a:pt x="91" y="0"/>
                  </a:lnTo>
                  <a:lnTo>
                    <a:pt x="6" y="0"/>
                  </a:lnTo>
                  <a:lnTo>
                    <a:pt x="0" y="35"/>
                  </a:lnTo>
                  <a:lnTo>
                    <a:pt x="79" y="37"/>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6" name="Freeform 111"/>
            <p:cNvSpPr/>
            <p:nvPr>
              <p:custDataLst>
                <p:tags r:id="rId88"/>
              </p:custDataLst>
            </p:nvPr>
          </p:nvSpPr>
          <p:spPr bwMode="auto">
            <a:xfrm>
              <a:off x="4650740" y="5561965"/>
              <a:ext cx="364490" cy="198755"/>
            </a:xfrm>
            <a:custGeom>
              <a:avLst/>
              <a:gdLst>
                <a:gd name="T0" fmla="*/ 119 w 225"/>
                <a:gd name="T1" fmla="*/ 5 h 123"/>
                <a:gd name="T2" fmla="*/ 137 w 225"/>
                <a:gd name="T3" fmla="*/ 75 h 123"/>
                <a:gd name="T4" fmla="*/ 212 w 225"/>
                <a:gd name="T5" fmla="*/ 100 h 123"/>
                <a:gd name="T6" fmla="*/ 209 w 225"/>
                <a:gd name="T7" fmla="*/ 121 h 123"/>
                <a:gd name="T8" fmla="*/ 115 w 225"/>
                <a:gd name="T9" fmla="*/ 123 h 123"/>
                <a:gd name="T10" fmla="*/ 60 w 225"/>
                <a:gd name="T11" fmla="*/ 96 h 123"/>
                <a:gd name="T12" fmla="*/ 45 w 225"/>
                <a:gd name="T13" fmla="*/ 107 h 123"/>
                <a:gd name="T14" fmla="*/ 0 w 225"/>
                <a:gd name="T15" fmla="*/ 91 h 123"/>
                <a:gd name="T16" fmla="*/ 40 w 225"/>
                <a:gd name="T17" fmla="*/ 0 h 123"/>
                <a:gd name="T18" fmla="*/ 119 w 225"/>
                <a:gd name="T19" fmla="*/ 5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5" h="123">
                  <a:moveTo>
                    <a:pt x="119" y="5"/>
                  </a:moveTo>
                  <a:cubicBezTo>
                    <a:pt x="137" y="75"/>
                    <a:pt x="137" y="75"/>
                    <a:pt x="137" y="75"/>
                  </a:cubicBezTo>
                  <a:cubicBezTo>
                    <a:pt x="212" y="100"/>
                    <a:pt x="212" y="100"/>
                    <a:pt x="212" y="100"/>
                  </a:cubicBezTo>
                  <a:cubicBezTo>
                    <a:pt x="225" y="103"/>
                    <a:pt x="223" y="121"/>
                    <a:pt x="209" y="121"/>
                  </a:cubicBezTo>
                  <a:cubicBezTo>
                    <a:pt x="115" y="123"/>
                    <a:pt x="115" y="123"/>
                    <a:pt x="115" y="123"/>
                  </a:cubicBezTo>
                  <a:cubicBezTo>
                    <a:pt x="60" y="96"/>
                    <a:pt x="60" y="96"/>
                    <a:pt x="60" y="96"/>
                  </a:cubicBezTo>
                  <a:cubicBezTo>
                    <a:pt x="45" y="107"/>
                    <a:pt x="45" y="107"/>
                    <a:pt x="45" y="107"/>
                  </a:cubicBezTo>
                  <a:cubicBezTo>
                    <a:pt x="0" y="91"/>
                    <a:pt x="0" y="91"/>
                    <a:pt x="0" y="91"/>
                  </a:cubicBezTo>
                  <a:cubicBezTo>
                    <a:pt x="40" y="0"/>
                    <a:pt x="40" y="0"/>
                    <a:pt x="40" y="0"/>
                  </a:cubicBezTo>
                  <a:lnTo>
                    <a:pt x="119" y="5"/>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7" name="Freeform 112"/>
            <p:cNvSpPr/>
            <p:nvPr>
              <p:custDataLst>
                <p:tags r:id="rId89"/>
              </p:custDataLst>
            </p:nvPr>
          </p:nvSpPr>
          <p:spPr bwMode="auto">
            <a:xfrm>
              <a:off x="4399280" y="5475605"/>
              <a:ext cx="99695" cy="98425"/>
            </a:xfrm>
            <a:custGeom>
              <a:avLst/>
              <a:gdLst>
                <a:gd name="T0" fmla="*/ 6 w 74"/>
                <a:gd name="T1" fmla="*/ 0 h 73"/>
                <a:gd name="T2" fmla="*/ 0 w 74"/>
                <a:gd name="T3" fmla="*/ 60 h 73"/>
                <a:gd name="T4" fmla="*/ 67 w 74"/>
                <a:gd name="T5" fmla="*/ 73 h 73"/>
                <a:gd name="T6" fmla="*/ 74 w 74"/>
                <a:gd name="T7" fmla="*/ 1 h 73"/>
                <a:gd name="T8" fmla="*/ 6 w 74"/>
                <a:gd name="T9" fmla="*/ 0 h 73"/>
              </a:gdLst>
              <a:ahLst/>
              <a:cxnLst>
                <a:cxn ang="0">
                  <a:pos x="T0" y="T1"/>
                </a:cxn>
                <a:cxn ang="0">
                  <a:pos x="T2" y="T3"/>
                </a:cxn>
                <a:cxn ang="0">
                  <a:pos x="T4" y="T5"/>
                </a:cxn>
                <a:cxn ang="0">
                  <a:pos x="T6" y="T7"/>
                </a:cxn>
                <a:cxn ang="0">
                  <a:pos x="T8" y="T9"/>
                </a:cxn>
              </a:cxnLst>
              <a:rect l="0" t="0" r="r" b="b"/>
              <a:pathLst>
                <a:path w="74" h="73">
                  <a:moveTo>
                    <a:pt x="6" y="0"/>
                  </a:moveTo>
                  <a:lnTo>
                    <a:pt x="0" y="60"/>
                  </a:lnTo>
                  <a:lnTo>
                    <a:pt x="67" y="73"/>
                  </a:lnTo>
                  <a:lnTo>
                    <a:pt x="74" y="1"/>
                  </a:lnTo>
                  <a:lnTo>
                    <a:pt x="6" y="0"/>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8" name="Freeform 113"/>
            <p:cNvSpPr/>
            <p:nvPr>
              <p:custDataLst>
                <p:tags r:id="rId90"/>
              </p:custDataLst>
            </p:nvPr>
          </p:nvSpPr>
          <p:spPr bwMode="auto">
            <a:xfrm>
              <a:off x="4391025" y="5504815"/>
              <a:ext cx="112395" cy="70485"/>
            </a:xfrm>
            <a:custGeom>
              <a:avLst/>
              <a:gdLst>
                <a:gd name="T0" fmla="*/ 2 w 83"/>
                <a:gd name="T1" fmla="*/ 38 h 52"/>
                <a:gd name="T2" fmla="*/ 0 w 83"/>
                <a:gd name="T3" fmla="*/ 0 h 52"/>
                <a:gd name="T4" fmla="*/ 83 w 83"/>
                <a:gd name="T5" fmla="*/ 19 h 52"/>
                <a:gd name="T6" fmla="*/ 79 w 83"/>
                <a:gd name="T7" fmla="*/ 52 h 52"/>
                <a:gd name="T8" fmla="*/ 2 w 83"/>
                <a:gd name="T9" fmla="*/ 38 h 52"/>
              </a:gdLst>
              <a:ahLst/>
              <a:cxnLst>
                <a:cxn ang="0">
                  <a:pos x="T0" y="T1"/>
                </a:cxn>
                <a:cxn ang="0">
                  <a:pos x="T2" y="T3"/>
                </a:cxn>
                <a:cxn ang="0">
                  <a:pos x="T4" y="T5"/>
                </a:cxn>
                <a:cxn ang="0">
                  <a:pos x="T6" y="T7"/>
                </a:cxn>
                <a:cxn ang="0">
                  <a:pos x="T8" y="T9"/>
                </a:cxn>
              </a:cxnLst>
              <a:rect l="0" t="0" r="r" b="b"/>
              <a:pathLst>
                <a:path w="83" h="52">
                  <a:moveTo>
                    <a:pt x="2" y="38"/>
                  </a:moveTo>
                  <a:lnTo>
                    <a:pt x="0" y="0"/>
                  </a:lnTo>
                  <a:lnTo>
                    <a:pt x="83" y="19"/>
                  </a:lnTo>
                  <a:lnTo>
                    <a:pt x="79" y="52"/>
                  </a:lnTo>
                  <a:lnTo>
                    <a:pt x="2" y="38"/>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9" name="Freeform 114"/>
            <p:cNvSpPr/>
            <p:nvPr>
              <p:custDataLst>
                <p:tags r:id="rId91"/>
              </p:custDataLst>
            </p:nvPr>
          </p:nvSpPr>
          <p:spPr bwMode="auto">
            <a:xfrm>
              <a:off x="4157345" y="5553710"/>
              <a:ext cx="372745" cy="187960"/>
            </a:xfrm>
            <a:custGeom>
              <a:avLst/>
              <a:gdLst>
                <a:gd name="T0" fmla="*/ 138 w 230"/>
                <a:gd name="T1" fmla="*/ 0 h 116"/>
                <a:gd name="T2" fmla="*/ 117 w 230"/>
                <a:gd name="T3" fmla="*/ 58 h 116"/>
                <a:gd name="T4" fmla="*/ 17 w 230"/>
                <a:gd name="T5" fmla="*/ 94 h 116"/>
                <a:gd name="T6" fmla="*/ 14 w 230"/>
                <a:gd name="T7" fmla="*/ 116 h 116"/>
                <a:gd name="T8" fmla="*/ 110 w 230"/>
                <a:gd name="T9" fmla="*/ 116 h 116"/>
                <a:gd name="T10" fmla="*/ 171 w 230"/>
                <a:gd name="T11" fmla="*/ 102 h 116"/>
                <a:gd name="T12" fmla="*/ 182 w 230"/>
                <a:gd name="T13" fmla="*/ 116 h 116"/>
                <a:gd name="T14" fmla="*/ 230 w 230"/>
                <a:gd name="T15" fmla="*/ 110 h 116"/>
                <a:gd name="T16" fmla="*/ 215 w 230"/>
                <a:gd name="T17" fmla="*/ 13 h 116"/>
                <a:gd name="T18" fmla="*/ 138 w 230"/>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0" h="116">
                  <a:moveTo>
                    <a:pt x="138" y="0"/>
                  </a:moveTo>
                  <a:cubicBezTo>
                    <a:pt x="117" y="58"/>
                    <a:pt x="117" y="58"/>
                    <a:pt x="117" y="58"/>
                  </a:cubicBezTo>
                  <a:cubicBezTo>
                    <a:pt x="17" y="94"/>
                    <a:pt x="17" y="94"/>
                    <a:pt x="17" y="94"/>
                  </a:cubicBezTo>
                  <a:cubicBezTo>
                    <a:pt x="2" y="94"/>
                    <a:pt x="0" y="113"/>
                    <a:pt x="14" y="116"/>
                  </a:cubicBezTo>
                  <a:cubicBezTo>
                    <a:pt x="110" y="116"/>
                    <a:pt x="110" y="116"/>
                    <a:pt x="110" y="116"/>
                  </a:cubicBezTo>
                  <a:cubicBezTo>
                    <a:pt x="171" y="102"/>
                    <a:pt x="171" y="102"/>
                    <a:pt x="171" y="102"/>
                  </a:cubicBezTo>
                  <a:cubicBezTo>
                    <a:pt x="182" y="116"/>
                    <a:pt x="182" y="116"/>
                    <a:pt x="182" y="116"/>
                  </a:cubicBezTo>
                  <a:cubicBezTo>
                    <a:pt x="230" y="110"/>
                    <a:pt x="230" y="110"/>
                    <a:pt x="230" y="110"/>
                  </a:cubicBezTo>
                  <a:cubicBezTo>
                    <a:pt x="215" y="13"/>
                    <a:pt x="215" y="13"/>
                    <a:pt x="215" y="13"/>
                  </a:cubicBezTo>
                  <a:lnTo>
                    <a:pt x="138" y="0"/>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0" name="Freeform 115"/>
            <p:cNvSpPr/>
            <p:nvPr>
              <p:custDataLst>
                <p:tags r:id="rId92"/>
              </p:custDataLst>
            </p:nvPr>
          </p:nvSpPr>
          <p:spPr bwMode="auto">
            <a:xfrm>
              <a:off x="4619625" y="3385820"/>
              <a:ext cx="321310" cy="144780"/>
            </a:xfrm>
            <a:custGeom>
              <a:avLst/>
              <a:gdLst>
                <a:gd name="T0" fmla="*/ 58 w 198"/>
                <a:gd name="T1" fmla="*/ 11 h 89"/>
                <a:gd name="T2" fmla="*/ 56 w 198"/>
                <a:gd name="T3" fmla="*/ 35 h 89"/>
                <a:gd name="T4" fmla="*/ 11 w 198"/>
                <a:gd name="T5" fmla="*/ 86 h 89"/>
                <a:gd name="T6" fmla="*/ 0 w 198"/>
                <a:gd name="T7" fmla="*/ 89 h 89"/>
                <a:gd name="T8" fmla="*/ 198 w 198"/>
                <a:gd name="T9" fmla="*/ 89 h 89"/>
                <a:gd name="T10" fmla="*/ 172 w 198"/>
                <a:gd name="T11" fmla="*/ 88 h 89"/>
                <a:gd name="T12" fmla="*/ 132 w 198"/>
                <a:gd name="T13" fmla="*/ 29 h 89"/>
                <a:gd name="T14" fmla="*/ 135 w 198"/>
                <a:gd name="T15" fmla="*/ 0 h 89"/>
                <a:gd name="T16" fmla="*/ 58 w 198"/>
                <a:gd name="T17" fmla="*/ 11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8" h="89">
                  <a:moveTo>
                    <a:pt x="58" y="11"/>
                  </a:moveTo>
                  <a:cubicBezTo>
                    <a:pt x="56" y="35"/>
                    <a:pt x="56" y="35"/>
                    <a:pt x="56" y="35"/>
                  </a:cubicBezTo>
                  <a:cubicBezTo>
                    <a:pt x="53" y="59"/>
                    <a:pt x="36" y="79"/>
                    <a:pt x="11" y="86"/>
                  </a:cubicBezTo>
                  <a:cubicBezTo>
                    <a:pt x="0" y="89"/>
                    <a:pt x="0" y="89"/>
                    <a:pt x="0" y="89"/>
                  </a:cubicBezTo>
                  <a:cubicBezTo>
                    <a:pt x="198" y="89"/>
                    <a:pt x="198" y="89"/>
                    <a:pt x="198" y="89"/>
                  </a:cubicBezTo>
                  <a:cubicBezTo>
                    <a:pt x="172" y="88"/>
                    <a:pt x="172" y="88"/>
                    <a:pt x="172" y="88"/>
                  </a:cubicBezTo>
                  <a:cubicBezTo>
                    <a:pt x="146" y="79"/>
                    <a:pt x="130" y="55"/>
                    <a:pt x="132" y="29"/>
                  </a:cubicBezTo>
                  <a:cubicBezTo>
                    <a:pt x="135" y="0"/>
                    <a:pt x="135" y="0"/>
                    <a:pt x="135" y="0"/>
                  </a:cubicBezTo>
                  <a:lnTo>
                    <a:pt x="58" y="11"/>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1" name="Freeform 116"/>
            <p:cNvSpPr/>
            <p:nvPr>
              <p:custDataLst>
                <p:tags r:id="rId93"/>
              </p:custDataLst>
            </p:nvPr>
          </p:nvSpPr>
          <p:spPr bwMode="auto">
            <a:xfrm>
              <a:off x="4361815" y="4399915"/>
              <a:ext cx="590550" cy="1085850"/>
            </a:xfrm>
            <a:custGeom>
              <a:avLst/>
              <a:gdLst>
                <a:gd name="T0" fmla="*/ 364 w 364"/>
                <a:gd name="T1" fmla="*/ 42 h 671"/>
                <a:gd name="T2" fmla="*/ 314 w 364"/>
                <a:gd name="T3" fmla="*/ 671 h 671"/>
                <a:gd name="T4" fmla="*/ 235 w 364"/>
                <a:gd name="T5" fmla="*/ 671 h 671"/>
                <a:gd name="T6" fmla="*/ 219 w 364"/>
                <a:gd name="T7" fmla="*/ 159 h 671"/>
                <a:gd name="T8" fmla="*/ 145 w 364"/>
                <a:gd name="T9" fmla="*/ 372 h 671"/>
                <a:gd name="T10" fmla="*/ 88 w 364"/>
                <a:gd name="T11" fmla="*/ 671 h 671"/>
                <a:gd name="T12" fmla="*/ 0 w 364"/>
                <a:gd name="T13" fmla="*/ 671 h 671"/>
                <a:gd name="T14" fmla="*/ 48 w 364"/>
                <a:gd name="T15" fmla="*/ 329 h 671"/>
                <a:gd name="T16" fmla="*/ 75 w 364"/>
                <a:gd name="T17" fmla="*/ 25 h 671"/>
                <a:gd name="T18" fmla="*/ 344 w 364"/>
                <a:gd name="T19" fmla="*/ 34 h 671"/>
                <a:gd name="T20" fmla="*/ 364 w 364"/>
                <a:gd name="T21" fmla="*/ 42 h 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671">
                  <a:moveTo>
                    <a:pt x="364" y="42"/>
                  </a:moveTo>
                  <a:cubicBezTo>
                    <a:pt x="314" y="671"/>
                    <a:pt x="314" y="671"/>
                    <a:pt x="314" y="671"/>
                  </a:cubicBezTo>
                  <a:cubicBezTo>
                    <a:pt x="235" y="671"/>
                    <a:pt x="235" y="671"/>
                    <a:pt x="235" y="671"/>
                  </a:cubicBezTo>
                  <a:cubicBezTo>
                    <a:pt x="219" y="159"/>
                    <a:pt x="219" y="159"/>
                    <a:pt x="219" y="159"/>
                  </a:cubicBezTo>
                  <a:cubicBezTo>
                    <a:pt x="145" y="372"/>
                    <a:pt x="145" y="372"/>
                    <a:pt x="145" y="372"/>
                  </a:cubicBezTo>
                  <a:cubicBezTo>
                    <a:pt x="88" y="671"/>
                    <a:pt x="88" y="671"/>
                    <a:pt x="88" y="671"/>
                  </a:cubicBezTo>
                  <a:cubicBezTo>
                    <a:pt x="0" y="671"/>
                    <a:pt x="0" y="671"/>
                    <a:pt x="0" y="671"/>
                  </a:cubicBezTo>
                  <a:cubicBezTo>
                    <a:pt x="48" y="329"/>
                    <a:pt x="48" y="329"/>
                    <a:pt x="48" y="329"/>
                  </a:cubicBezTo>
                  <a:cubicBezTo>
                    <a:pt x="75" y="25"/>
                    <a:pt x="75" y="25"/>
                    <a:pt x="75" y="25"/>
                  </a:cubicBezTo>
                  <a:cubicBezTo>
                    <a:pt x="163" y="0"/>
                    <a:pt x="258" y="3"/>
                    <a:pt x="344" y="34"/>
                  </a:cubicBezTo>
                  <a:lnTo>
                    <a:pt x="364" y="42"/>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2" name="Freeform 117"/>
            <p:cNvSpPr/>
            <p:nvPr>
              <p:custDataLst>
                <p:tags r:id="rId94"/>
              </p:custDataLst>
            </p:nvPr>
          </p:nvSpPr>
          <p:spPr bwMode="auto">
            <a:xfrm>
              <a:off x="4508500" y="2994025"/>
              <a:ext cx="433705" cy="467360"/>
            </a:xfrm>
            <a:custGeom>
              <a:avLst/>
              <a:gdLst>
                <a:gd name="T0" fmla="*/ 0 w 267"/>
                <a:gd name="T1" fmla="*/ 21 h 288"/>
                <a:gd name="T2" fmla="*/ 86 w 267"/>
                <a:gd name="T3" fmla="*/ 239 h 288"/>
                <a:gd name="T4" fmla="*/ 257 w 267"/>
                <a:gd name="T5" fmla="*/ 204 h 288"/>
                <a:gd name="T6" fmla="*/ 236 w 267"/>
                <a:gd name="T7" fmla="*/ 0 h 288"/>
                <a:gd name="T8" fmla="*/ 0 w 267"/>
                <a:gd name="T9" fmla="*/ 21 h 288"/>
              </a:gdLst>
              <a:ahLst/>
              <a:cxnLst>
                <a:cxn ang="0">
                  <a:pos x="T0" y="T1"/>
                </a:cxn>
                <a:cxn ang="0">
                  <a:pos x="T2" y="T3"/>
                </a:cxn>
                <a:cxn ang="0">
                  <a:pos x="T4" y="T5"/>
                </a:cxn>
                <a:cxn ang="0">
                  <a:pos x="T6" y="T7"/>
                </a:cxn>
                <a:cxn ang="0">
                  <a:pos x="T8" y="T9"/>
                </a:cxn>
              </a:cxnLst>
              <a:rect l="0" t="0" r="r" b="b"/>
              <a:pathLst>
                <a:path w="267" h="288">
                  <a:moveTo>
                    <a:pt x="0" y="21"/>
                  </a:moveTo>
                  <a:cubicBezTo>
                    <a:pt x="0" y="21"/>
                    <a:pt x="26" y="190"/>
                    <a:pt x="86" y="239"/>
                  </a:cubicBezTo>
                  <a:cubicBezTo>
                    <a:pt x="147" y="288"/>
                    <a:pt x="248" y="240"/>
                    <a:pt x="257" y="204"/>
                  </a:cubicBezTo>
                  <a:cubicBezTo>
                    <a:pt x="267" y="168"/>
                    <a:pt x="236" y="0"/>
                    <a:pt x="236" y="0"/>
                  </a:cubicBezTo>
                  <a:lnTo>
                    <a:pt x="0" y="21"/>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3" name="Freeform 118"/>
            <p:cNvSpPr/>
            <p:nvPr>
              <p:custDataLst>
                <p:tags r:id="rId95"/>
              </p:custDataLst>
            </p:nvPr>
          </p:nvSpPr>
          <p:spPr bwMode="auto">
            <a:xfrm>
              <a:off x="4911090" y="3116580"/>
              <a:ext cx="68580" cy="144780"/>
            </a:xfrm>
            <a:custGeom>
              <a:avLst/>
              <a:gdLst>
                <a:gd name="T0" fmla="*/ 11 w 42"/>
                <a:gd name="T1" fmla="*/ 89 h 89"/>
                <a:gd name="T2" fmla="*/ 18 w 42"/>
                <a:gd name="T3" fmla="*/ 87 h 89"/>
                <a:gd name="T4" fmla="*/ 25 w 42"/>
                <a:gd name="T5" fmla="*/ 32 h 89"/>
                <a:gd name="T6" fmla="*/ 0 w 42"/>
                <a:gd name="T7" fmla="*/ 0 h 89"/>
                <a:gd name="T8" fmla="*/ 11 w 42"/>
                <a:gd name="T9" fmla="*/ 89 h 89"/>
              </a:gdLst>
              <a:ahLst/>
              <a:cxnLst>
                <a:cxn ang="0">
                  <a:pos x="T0" y="T1"/>
                </a:cxn>
                <a:cxn ang="0">
                  <a:pos x="T2" y="T3"/>
                </a:cxn>
                <a:cxn ang="0">
                  <a:pos x="T4" y="T5"/>
                </a:cxn>
                <a:cxn ang="0">
                  <a:pos x="T6" y="T7"/>
                </a:cxn>
                <a:cxn ang="0">
                  <a:pos x="T8" y="T9"/>
                </a:cxn>
              </a:cxnLst>
              <a:rect l="0" t="0" r="r" b="b"/>
              <a:pathLst>
                <a:path w="42" h="89">
                  <a:moveTo>
                    <a:pt x="11" y="89"/>
                  </a:moveTo>
                  <a:cubicBezTo>
                    <a:pt x="13" y="89"/>
                    <a:pt x="15" y="88"/>
                    <a:pt x="18" y="87"/>
                  </a:cubicBezTo>
                  <a:cubicBezTo>
                    <a:pt x="42" y="76"/>
                    <a:pt x="37" y="54"/>
                    <a:pt x="25" y="32"/>
                  </a:cubicBezTo>
                  <a:cubicBezTo>
                    <a:pt x="17" y="17"/>
                    <a:pt x="17" y="2"/>
                    <a:pt x="0" y="0"/>
                  </a:cubicBezTo>
                  <a:lnTo>
                    <a:pt x="11" y="89"/>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4" name="Freeform 119"/>
            <p:cNvSpPr/>
            <p:nvPr>
              <p:custDataLst>
                <p:tags r:id="rId96"/>
              </p:custDataLst>
            </p:nvPr>
          </p:nvSpPr>
          <p:spPr bwMode="auto">
            <a:xfrm>
              <a:off x="4499610" y="2804795"/>
              <a:ext cx="537845" cy="342900"/>
            </a:xfrm>
            <a:custGeom>
              <a:avLst/>
              <a:gdLst>
                <a:gd name="T0" fmla="*/ 47 w 331"/>
                <a:gd name="T1" fmla="*/ 191 h 212"/>
                <a:gd name="T2" fmla="*/ 6 w 331"/>
                <a:gd name="T3" fmla="*/ 128 h 212"/>
                <a:gd name="T4" fmla="*/ 60 w 331"/>
                <a:gd name="T5" fmla="*/ 50 h 212"/>
                <a:gd name="T6" fmla="*/ 189 w 331"/>
                <a:gd name="T7" fmla="*/ 36 h 212"/>
                <a:gd name="T8" fmla="*/ 241 w 331"/>
                <a:gd name="T9" fmla="*/ 16 h 212"/>
                <a:gd name="T10" fmla="*/ 314 w 331"/>
                <a:gd name="T11" fmla="*/ 41 h 212"/>
                <a:gd name="T12" fmla="*/ 290 w 331"/>
                <a:gd name="T13" fmla="*/ 151 h 212"/>
                <a:gd name="T14" fmla="*/ 98 w 331"/>
                <a:gd name="T15" fmla="*/ 201 h 212"/>
                <a:gd name="T16" fmla="*/ 47 w 331"/>
                <a:gd name="T17" fmla="*/ 191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1" h="212">
                  <a:moveTo>
                    <a:pt x="47" y="191"/>
                  </a:moveTo>
                  <a:cubicBezTo>
                    <a:pt x="18" y="183"/>
                    <a:pt x="0" y="155"/>
                    <a:pt x="6" y="128"/>
                  </a:cubicBezTo>
                  <a:cubicBezTo>
                    <a:pt x="12" y="105"/>
                    <a:pt x="20" y="67"/>
                    <a:pt x="60" y="50"/>
                  </a:cubicBezTo>
                  <a:cubicBezTo>
                    <a:pt x="136" y="18"/>
                    <a:pt x="164" y="36"/>
                    <a:pt x="189" y="36"/>
                  </a:cubicBezTo>
                  <a:cubicBezTo>
                    <a:pt x="214" y="36"/>
                    <a:pt x="227" y="22"/>
                    <a:pt x="241" y="16"/>
                  </a:cubicBezTo>
                  <a:cubicBezTo>
                    <a:pt x="274" y="0"/>
                    <a:pt x="304" y="27"/>
                    <a:pt x="314" y="41"/>
                  </a:cubicBezTo>
                  <a:cubicBezTo>
                    <a:pt x="324" y="55"/>
                    <a:pt x="331" y="123"/>
                    <a:pt x="290" y="151"/>
                  </a:cubicBezTo>
                  <a:cubicBezTo>
                    <a:pt x="249" y="179"/>
                    <a:pt x="171" y="212"/>
                    <a:pt x="98" y="201"/>
                  </a:cubicBezTo>
                  <a:cubicBezTo>
                    <a:pt x="76" y="198"/>
                    <a:pt x="59" y="195"/>
                    <a:pt x="47" y="191"/>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5" name="Freeform 120"/>
            <p:cNvSpPr/>
            <p:nvPr>
              <p:custDataLst>
                <p:tags r:id="rId97"/>
              </p:custDataLst>
            </p:nvPr>
          </p:nvSpPr>
          <p:spPr bwMode="auto">
            <a:xfrm>
              <a:off x="4516755" y="3176270"/>
              <a:ext cx="83820" cy="147320"/>
            </a:xfrm>
            <a:custGeom>
              <a:avLst/>
              <a:gdLst>
                <a:gd name="T0" fmla="*/ 51 w 51"/>
                <a:gd name="T1" fmla="*/ 91 h 91"/>
                <a:gd name="T2" fmla="*/ 43 w 51"/>
                <a:gd name="T3" fmla="*/ 91 h 91"/>
                <a:gd name="T4" fmla="*/ 11 w 51"/>
                <a:gd name="T5" fmla="*/ 46 h 91"/>
                <a:gd name="T6" fmla="*/ 15 w 51"/>
                <a:gd name="T7" fmla="*/ 0 h 91"/>
                <a:gd name="T8" fmla="*/ 51 w 51"/>
                <a:gd name="T9" fmla="*/ 91 h 91"/>
              </a:gdLst>
              <a:ahLst/>
              <a:cxnLst>
                <a:cxn ang="0">
                  <a:pos x="T0" y="T1"/>
                </a:cxn>
                <a:cxn ang="0">
                  <a:pos x="T2" y="T3"/>
                </a:cxn>
                <a:cxn ang="0">
                  <a:pos x="T4" y="T5"/>
                </a:cxn>
                <a:cxn ang="0">
                  <a:pos x="T6" y="T7"/>
                </a:cxn>
                <a:cxn ang="0">
                  <a:pos x="T8" y="T9"/>
                </a:cxn>
              </a:cxnLst>
              <a:rect l="0" t="0" r="r" b="b"/>
              <a:pathLst>
                <a:path w="51" h="91">
                  <a:moveTo>
                    <a:pt x="51" y="91"/>
                  </a:moveTo>
                  <a:cubicBezTo>
                    <a:pt x="48" y="91"/>
                    <a:pt x="46" y="91"/>
                    <a:pt x="43" y="91"/>
                  </a:cubicBezTo>
                  <a:cubicBezTo>
                    <a:pt x="14" y="91"/>
                    <a:pt x="11" y="73"/>
                    <a:pt x="11" y="46"/>
                  </a:cubicBezTo>
                  <a:cubicBezTo>
                    <a:pt x="11" y="28"/>
                    <a:pt x="0" y="9"/>
                    <a:pt x="15" y="0"/>
                  </a:cubicBezTo>
                  <a:lnTo>
                    <a:pt x="51" y="91"/>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6" name="Freeform 121"/>
            <p:cNvSpPr/>
            <p:nvPr>
              <p:custDataLst>
                <p:tags r:id="rId98"/>
              </p:custDataLst>
            </p:nvPr>
          </p:nvSpPr>
          <p:spPr bwMode="auto">
            <a:xfrm>
              <a:off x="5030470" y="2858770"/>
              <a:ext cx="194310" cy="606425"/>
            </a:xfrm>
            <a:custGeom>
              <a:avLst/>
              <a:gdLst>
                <a:gd name="T0" fmla="*/ 0 w 144"/>
                <a:gd name="T1" fmla="*/ 384 h 449"/>
                <a:gd name="T2" fmla="*/ 72 w 144"/>
                <a:gd name="T3" fmla="*/ 281 h 449"/>
                <a:gd name="T4" fmla="*/ 63 w 144"/>
                <a:gd name="T5" fmla="*/ 7 h 449"/>
                <a:gd name="T6" fmla="*/ 110 w 144"/>
                <a:gd name="T7" fmla="*/ 0 h 449"/>
                <a:gd name="T8" fmla="*/ 144 w 144"/>
                <a:gd name="T9" fmla="*/ 284 h 449"/>
                <a:gd name="T10" fmla="*/ 86 w 144"/>
                <a:gd name="T11" fmla="*/ 449 h 449"/>
                <a:gd name="T12" fmla="*/ 0 w 144"/>
                <a:gd name="T13" fmla="*/ 384 h 449"/>
              </a:gdLst>
              <a:ahLst/>
              <a:cxnLst>
                <a:cxn ang="0">
                  <a:pos x="T0" y="T1"/>
                </a:cxn>
                <a:cxn ang="0">
                  <a:pos x="T2" y="T3"/>
                </a:cxn>
                <a:cxn ang="0">
                  <a:pos x="T4" y="T5"/>
                </a:cxn>
                <a:cxn ang="0">
                  <a:pos x="T6" y="T7"/>
                </a:cxn>
                <a:cxn ang="0">
                  <a:pos x="T8" y="T9"/>
                </a:cxn>
                <a:cxn ang="0">
                  <a:pos x="T10" y="T11"/>
                </a:cxn>
                <a:cxn ang="0">
                  <a:pos x="T12" y="T13"/>
                </a:cxn>
              </a:cxnLst>
              <a:rect l="0" t="0" r="r" b="b"/>
              <a:pathLst>
                <a:path w="144" h="449">
                  <a:moveTo>
                    <a:pt x="0" y="384"/>
                  </a:moveTo>
                  <a:lnTo>
                    <a:pt x="72" y="281"/>
                  </a:lnTo>
                  <a:lnTo>
                    <a:pt x="63" y="7"/>
                  </a:lnTo>
                  <a:lnTo>
                    <a:pt x="110" y="0"/>
                  </a:lnTo>
                  <a:lnTo>
                    <a:pt x="144" y="284"/>
                  </a:lnTo>
                  <a:lnTo>
                    <a:pt x="86" y="449"/>
                  </a:lnTo>
                  <a:lnTo>
                    <a:pt x="0" y="384"/>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7" name="Freeform 122"/>
            <p:cNvSpPr/>
            <p:nvPr>
              <p:custDataLst>
                <p:tags r:id="rId99"/>
              </p:custDataLst>
            </p:nvPr>
          </p:nvSpPr>
          <p:spPr bwMode="auto">
            <a:xfrm>
              <a:off x="4255135" y="2872105"/>
              <a:ext cx="194310" cy="607695"/>
            </a:xfrm>
            <a:custGeom>
              <a:avLst/>
              <a:gdLst>
                <a:gd name="T0" fmla="*/ 144 w 144"/>
                <a:gd name="T1" fmla="*/ 385 h 450"/>
                <a:gd name="T2" fmla="*/ 72 w 144"/>
                <a:gd name="T3" fmla="*/ 282 h 450"/>
                <a:gd name="T4" fmla="*/ 80 w 144"/>
                <a:gd name="T5" fmla="*/ 8 h 450"/>
                <a:gd name="T6" fmla="*/ 34 w 144"/>
                <a:gd name="T7" fmla="*/ 0 h 450"/>
                <a:gd name="T8" fmla="*/ 0 w 144"/>
                <a:gd name="T9" fmla="*/ 285 h 450"/>
                <a:gd name="T10" fmla="*/ 58 w 144"/>
                <a:gd name="T11" fmla="*/ 450 h 450"/>
                <a:gd name="T12" fmla="*/ 144 w 144"/>
                <a:gd name="T13" fmla="*/ 385 h 450"/>
              </a:gdLst>
              <a:ahLst/>
              <a:cxnLst>
                <a:cxn ang="0">
                  <a:pos x="T0" y="T1"/>
                </a:cxn>
                <a:cxn ang="0">
                  <a:pos x="T2" y="T3"/>
                </a:cxn>
                <a:cxn ang="0">
                  <a:pos x="T4" y="T5"/>
                </a:cxn>
                <a:cxn ang="0">
                  <a:pos x="T6" y="T7"/>
                </a:cxn>
                <a:cxn ang="0">
                  <a:pos x="T8" y="T9"/>
                </a:cxn>
                <a:cxn ang="0">
                  <a:pos x="T10" y="T11"/>
                </a:cxn>
                <a:cxn ang="0">
                  <a:pos x="T12" y="T13"/>
                </a:cxn>
              </a:cxnLst>
              <a:rect l="0" t="0" r="r" b="b"/>
              <a:pathLst>
                <a:path w="144" h="450">
                  <a:moveTo>
                    <a:pt x="144" y="385"/>
                  </a:moveTo>
                  <a:lnTo>
                    <a:pt x="72" y="282"/>
                  </a:lnTo>
                  <a:lnTo>
                    <a:pt x="80" y="8"/>
                  </a:lnTo>
                  <a:lnTo>
                    <a:pt x="34" y="0"/>
                  </a:lnTo>
                  <a:lnTo>
                    <a:pt x="0" y="285"/>
                  </a:lnTo>
                  <a:lnTo>
                    <a:pt x="58" y="450"/>
                  </a:lnTo>
                  <a:lnTo>
                    <a:pt x="144" y="385"/>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8" name="Freeform 123"/>
            <p:cNvSpPr/>
            <p:nvPr>
              <p:custDataLst>
                <p:tags r:id="rId100"/>
              </p:custDataLst>
            </p:nvPr>
          </p:nvSpPr>
          <p:spPr bwMode="auto">
            <a:xfrm>
              <a:off x="4454525" y="3759835"/>
              <a:ext cx="618490" cy="757555"/>
            </a:xfrm>
            <a:custGeom>
              <a:avLst/>
              <a:gdLst>
                <a:gd name="T0" fmla="*/ 350 w 382"/>
                <a:gd name="T1" fmla="*/ 34 h 468"/>
                <a:gd name="T2" fmla="*/ 55 w 382"/>
                <a:gd name="T3" fmla="*/ 0 h 468"/>
                <a:gd name="T4" fmla="*/ 0 w 382"/>
                <a:gd name="T5" fmla="*/ 445 h 468"/>
                <a:gd name="T6" fmla="*/ 10 w 382"/>
                <a:gd name="T7" fmla="*/ 446 h 468"/>
                <a:gd name="T8" fmla="*/ 48 w 382"/>
                <a:gd name="T9" fmla="*/ 421 h 468"/>
                <a:gd name="T10" fmla="*/ 76 w 382"/>
                <a:gd name="T11" fmla="*/ 414 h 468"/>
                <a:gd name="T12" fmla="*/ 119 w 382"/>
                <a:gd name="T13" fmla="*/ 404 h 468"/>
                <a:gd name="T14" fmla="*/ 163 w 382"/>
                <a:gd name="T15" fmla="*/ 405 h 468"/>
                <a:gd name="T16" fmla="*/ 259 w 382"/>
                <a:gd name="T17" fmla="*/ 422 h 468"/>
                <a:gd name="T18" fmla="*/ 271 w 382"/>
                <a:gd name="T19" fmla="*/ 427 h 468"/>
                <a:gd name="T20" fmla="*/ 274 w 382"/>
                <a:gd name="T21" fmla="*/ 427 h 468"/>
                <a:gd name="T22" fmla="*/ 320 w 382"/>
                <a:gd name="T23" fmla="*/ 464 h 468"/>
                <a:gd name="T24" fmla="*/ 382 w 382"/>
                <a:gd name="T25" fmla="*/ 468 h 468"/>
                <a:gd name="T26" fmla="*/ 350 w 382"/>
                <a:gd name="T27" fmla="*/ 34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82" h="468">
                  <a:moveTo>
                    <a:pt x="350" y="34"/>
                  </a:moveTo>
                  <a:cubicBezTo>
                    <a:pt x="55" y="0"/>
                    <a:pt x="55" y="0"/>
                    <a:pt x="55" y="0"/>
                  </a:cubicBezTo>
                  <a:cubicBezTo>
                    <a:pt x="0" y="445"/>
                    <a:pt x="0" y="445"/>
                    <a:pt x="0" y="445"/>
                  </a:cubicBezTo>
                  <a:cubicBezTo>
                    <a:pt x="10" y="446"/>
                    <a:pt x="10" y="446"/>
                    <a:pt x="10" y="446"/>
                  </a:cubicBezTo>
                  <a:cubicBezTo>
                    <a:pt x="16" y="433"/>
                    <a:pt x="29" y="422"/>
                    <a:pt x="48" y="421"/>
                  </a:cubicBezTo>
                  <a:cubicBezTo>
                    <a:pt x="55" y="416"/>
                    <a:pt x="64" y="413"/>
                    <a:pt x="76" y="414"/>
                  </a:cubicBezTo>
                  <a:cubicBezTo>
                    <a:pt x="91" y="414"/>
                    <a:pt x="103" y="404"/>
                    <a:pt x="119" y="404"/>
                  </a:cubicBezTo>
                  <a:cubicBezTo>
                    <a:pt x="134" y="404"/>
                    <a:pt x="149" y="405"/>
                    <a:pt x="163" y="405"/>
                  </a:cubicBezTo>
                  <a:cubicBezTo>
                    <a:pt x="195" y="406"/>
                    <a:pt x="228" y="413"/>
                    <a:pt x="259" y="422"/>
                  </a:cubicBezTo>
                  <a:cubicBezTo>
                    <a:pt x="263" y="423"/>
                    <a:pt x="268" y="425"/>
                    <a:pt x="271" y="427"/>
                  </a:cubicBezTo>
                  <a:cubicBezTo>
                    <a:pt x="272" y="427"/>
                    <a:pt x="273" y="427"/>
                    <a:pt x="274" y="427"/>
                  </a:cubicBezTo>
                  <a:cubicBezTo>
                    <a:pt x="304" y="425"/>
                    <a:pt x="319" y="443"/>
                    <a:pt x="320" y="464"/>
                  </a:cubicBezTo>
                  <a:cubicBezTo>
                    <a:pt x="382" y="468"/>
                    <a:pt x="382" y="468"/>
                    <a:pt x="382" y="468"/>
                  </a:cubicBezTo>
                  <a:lnTo>
                    <a:pt x="350" y="34"/>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249" name="Freeform 124"/>
            <p:cNvSpPr/>
            <p:nvPr>
              <p:custDataLst>
                <p:tags r:id="rId101"/>
              </p:custDataLst>
            </p:nvPr>
          </p:nvSpPr>
          <p:spPr bwMode="auto">
            <a:xfrm>
              <a:off x="4322445" y="3342005"/>
              <a:ext cx="847090" cy="570230"/>
            </a:xfrm>
            <a:custGeom>
              <a:avLst/>
              <a:gdLst>
                <a:gd name="T0" fmla="*/ 0 w 522"/>
                <a:gd name="T1" fmla="*/ 85 h 352"/>
                <a:gd name="T2" fmla="*/ 127 w 522"/>
                <a:gd name="T3" fmla="*/ 331 h 352"/>
                <a:gd name="T4" fmla="*/ 435 w 522"/>
                <a:gd name="T5" fmla="*/ 352 h 352"/>
                <a:gd name="T6" fmla="*/ 522 w 522"/>
                <a:gd name="T7" fmla="*/ 67 h 352"/>
                <a:gd name="T8" fmla="*/ 431 w 522"/>
                <a:gd name="T9" fmla="*/ 0 h 352"/>
                <a:gd name="T10" fmla="*/ 380 w 522"/>
                <a:gd name="T11" fmla="*/ 75 h 352"/>
                <a:gd name="T12" fmla="*/ 309 w 522"/>
                <a:gd name="T13" fmla="*/ 112 h 352"/>
                <a:gd name="T14" fmla="*/ 221 w 522"/>
                <a:gd name="T15" fmla="*/ 112 h 352"/>
                <a:gd name="T16" fmla="*/ 168 w 522"/>
                <a:gd name="T17" fmla="*/ 95 h 352"/>
                <a:gd name="T18" fmla="*/ 81 w 522"/>
                <a:gd name="T19" fmla="*/ 19 h 352"/>
                <a:gd name="T20" fmla="*/ 0 w 522"/>
                <a:gd name="T21" fmla="*/ 85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2" h="352">
                  <a:moveTo>
                    <a:pt x="0" y="85"/>
                  </a:moveTo>
                  <a:cubicBezTo>
                    <a:pt x="127" y="331"/>
                    <a:pt x="127" y="331"/>
                    <a:pt x="127" y="331"/>
                  </a:cubicBezTo>
                  <a:cubicBezTo>
                    <a:pt x="435" y="352"/>
                    <a:pt x="435" y="352"/>
                    <a:pt x="435" y="352"/>
                  </a:cubicBezTo>
                  <a:cubicBezTo>
                    <a:pt x="522" y="67"/>
                    <a:pt x="522" y="67"/>
                    <a:pt x="522" y="67"/>
                  </a:cubicBezTo>
                  <a:cubicBezTo>
                    <a:pt x="431" y="0"/>
                    <a:pt x="431" y="0"/>
                    <a:pt x="431" y="0"/>
                  </a:cubicBezTo>
                  <a:cubicBezTo>
                    <a:pt x="380" y="75"/>
                    <a:pt x="380" y="75"/>
                    <a:pt x="380" y="75"/>
                  </a:cubicBezTo>
                  <a:cubicBezTo>
                    <a:pt x="365" y="98"/>
                    <a:pt x="338" y="112"/>
                    <a:pt x="309" y="112"/>
                  </a:cubicBezTo>
                  <a:cubicBezTo>
                    <a:pt x="221" y="112"/>
                    <a:pt x="221" y="112"/>
                    <a:pt x="221" y="112"/>
                  </a:cubicBezTo>
                  <a:cubicBezTo>
                    <a:pt x="202" y="112"/>
                    <a:pt x="183" y="106"/>
                    <a:pt x="168" y="95"/>
                  </a:cubicBezTo>
                  <a:cubicBezTo>
                    <a:pt x="81" y="19"/>
                    <a:pt x="81" y="19"/>
                    <a:pt x="81" y="19"/>
                  </a:cubicBezTo>
                  <a:lnTo>
                    <a:pt x="0" y="85"/>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250" name="Freeform 125"/>
            <p:cNvSpPr/>
            <p:nvPr>
              <p:custDataLst>
                <p:tags r:id="rId102"/>
              </p:custDataLst>
            </p:nvPr>
          </p:nvSpPr>
          <p:spPr bwMode="auto">
            <a:xfrm>
              <a:off x="4454525" y="4380865"/>
              <a:ext cx="626745" cy="172720"/>
            </a:xfrm>
            <a:custGeom>
              <a:avLst/>
              <a:gdLst>
                <a:gd name="T0" fmla="*/ 0 w 387"/>
                <a:gd name="T1" fmla="*/ 62 h 107"/>
                <a:gd name="T2" fmla="*/ 200 w 387"/>
                <a:gd name="T3" fmla="*/ 27 h 107"/>
                <a:gd name="T4" fmla="*/ 382 w 387"/>
                <a:gd name="T5" fmla="*/ 85 h 107"/>
                <a:gd name="T6" fmla="*/ 303 w 387"/>
                <a:gd name="T7" fmla="*/ 107 h 107"/>
                <a:gd name="T8" fmla="*/ 307 w 387"/>
                <a:gd name="T9" fmla="*/ 61 h 107"/>
                <a:gd name="T10" fmla="*/ 27 w 387"/>
                <a:gd name="T11" fmla="*/ 47 h 107"/>
                <a:gd name="T12" fmla="*/ 18 w 387"/>
                <a:gd name="T13" fmla="*/ 51 h 107"/>
                <a:gd name="T14" fmla="*/ 14 w 387"/>
                <a:gd name="T15" fmla="*/ 78 h 107"/>
                <a:gd name="T16" fmla="*/ 0 w 387"/>
                <a:gd name="T17" fmla="*/ 62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107">
                  <a:moveTo>
                    <a:pt x="0" y="62"/>
                  </a:moveTo>
                  <a:cubicBezTo>
                    <a:pt x="0" y="62"/>
                    <a:pt x="38" y="0"/>
                    <a:pt x="200" y="27"/>
                  </a:cubicBezTo>
                  <a:cubicBezTo>
                    <a:pt x="363" y="55"/>
                    <a:pt x="387" y="67"/>
                    <a:pt x="382" y="85"/>
                  </a:cubicBezTo>
                  <a:cubicBezTo>
                    <a:pt x="378" y="103"/>
                    <a:pt x="303" y="107"/>
                    <a:pt x="303" y="107"/>
                  </a:cubicBezTo>
                  <a:cubicBezTo>
                    <a:pt x="307" y="61"/>
                    <a:pt x="307" y="61"/>
                    <a:pt x="307" y="61"/>
                  </a:cubicBezTo>
                  <a:cubicBezTo>
                    <a:pt x="221" y="14"/>
                    <a:pt x="117" y="9"/>
                    <a:pt x="27" y="47"/>
                  </a:cubicBezTo>
                  <a:cubicBezTo>
                    <a:pt x="18" y="51"/>
                    <a:pt x="18" y="51"/>
                    <a:pt x="18" y="51"/>
                  </a:cubicBezTo>
                  <a:cubicBezTo>
                    <a:pt x="14" y="78"/>
                    <a:pt x="14" y="78"/>
                    <a:pt x="14" y="78"/>
                  </a:cubicBezTo>
                  <a:cubicBezTo>
                    <a:pt x="14" y="78"/>
                    <a:pt x="2" y="74"/>
                    <a:pt x="0" y="62"/>
                  </a:cubicBez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251" name="Freeform 126"/>
            <p:cNvSpPr/>
            <p:nvPr>
              <p:custDataLst>
                <p:tags r:id="rId103"/>
              </p:custDataLst>
            </p:nvPr>
          </p:nvSpPr>
          <p:spPr bwMode="auto">
            <a:xfrm>
              <a:off x="4144010" y="2373630"/>
              <a:ext cx="1153795" cy="447040"/>
            </a:xfrm>
            <a:custGeom>
              <a:avLst/>
              <a:gdLst>
                <a:gd name="T0" fmla="*/ 698 w 711"/>
                <a:gd name="T1" fmla="*/ 236 h 276"/>
                <a:gd name="T2" fmla="*/ 29 w 711"/>
                <a:gd name="T3" fmla="*/ 276 h 276"/>
                <a:gd name="T4" fmla="*/ 15 w 711"/>
                <a:gd name="T5" fmla="*/ 264 h 276"/>
                <a:gd name="T6" fmla="*/ 0 w 711"/>
                <a:gd name="T7" fmla="*/ 54 h 276"/>
                <a:gd name="T8" fmla="*/ 13 w 711"/>
                <a:gd name="T9" fmla="*/ 41 h 276"/>
                <a:gd name="T10" fmla="*/ 681 w 711"/>
                <a:gd name="T11" fmla="*/ 1 h 276"/>
                <a:gd name="T12" fmla="*/ 696 w 711"/>
                <a:gd name="T13" fmla="*/ 12 h 276"/>
                <a:gd name="T14" fmla="*/ 711 w 711"/>
                <a:gd name="T15" fmla="*/ 222 h 276"/>
                <a:gd name="T16" fmla="*/ 698 w 711"/>
                <a:gd name="T17" fmla="*/ 23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1" h="276">
                  <a:moveTo>
                    <a:pt x="698" y="236"/>
                  </a:moveTo>
                  <a:cubicBezTo>
                    <a:pt x="29" y="276"/>
                    <a:pt x="29" y="276"/>
                    <a:pt x="29" y="276"/>
                  </a:cubicBezTo>
                  <a:cubicBezTo>
                    <a:pt x="22" y="276"/>
                    <a:pt x="16" y="271"/>
                    <a:pt x="15" y="264"/>
                  </a:cubicBezTo>
                  <a:cubicBezTo>
                    <a:pt x="0" y="54"/>
                    <a:pt x="0" y="54"/>
                    <a:pt x="0" y="54"/>
                  </a:cubicBezTo>
                  <a:cubicBezTo>
                    <a:pt x="0" y="48"/>
                    <a:pt x="5" y="42"/>
                    <a:pt x="13" y="41"/>
                  </a:cubicBezTo>
                  <a:cubicBezTo>
                    <a:pt x="681" y="1"/>
                    <a:pt x="681" y="1"/>
                    <a:pt x="681" y="1"/>
                  </a:cubicBezTo>
                  <a:cubicBezTo>
                    <a:pt x="689" y="0"/>
                    <a:pt x="695" y="6"/>
                    <a:pt x="696" y="12"/>
                  </a:cubicBezTo>
                  <a:cubicBezTo>
                    <a:pt x="711" y="222"/>
                    <a:pt x="711" y="222"/>
                    <a:pt x="711" y="222"/>
                  </a:cubicBezTo>
                  <a:cubicBezTo>
                    <a:pt x="711" y="229"/>
                    <a:pt x="706" y="235"/>
                    <a:pt x="698" y="236"/>
                  </a:cubicBezTo>
                  <a:close/>
                </a:path>
              </a:pathLst>
            </a:custGeom>
            <a:solidFill>
              <a:srgbClr val="00D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2" name="Freeform 127"/>
            <p:cNvSpPr/>
            <p:nvPr>
              <p:custDataLst>
                <p:tags r:id="rId104"/>
              </p:custDataLst>
            </p:nvPr>
          </p:nvSpPr>
          <p:spPr bwMode="auto">
            <a:xfrm>
              <a:off x="4264025" y="2458720"/>
              <a:ext cx="902335" cy="124460"/>
            </a:xfrm>
            <a:custGeom>
              <a:avLst/>
              <a:gdLst>
                <a:gd name="T0" fmla="*/ 668 w 668"/>
                <a:gd name="T1" fmla="*/ 52 h 92"/>
                <a:gd name="T2" fmla="*/ 4 w 668"/>
                <a:gd name="T3" fmla="*/ 92 h 92"/>
                <a:gd name="T4" fmla="*/ 0 w 668"/>
                <a:gd name="T5" fmla="*/ 39 h 92"/>
                <a:gd name="T6" fmla="*/ 664 w 668"/>
                <a:gd name="T7" fmla="*/ 0 h 92"/>
                <a:gd name="T8" fmla="*/ 668 w 668"/>
                <a:gd name="T9" fmla="*/ 52 h 92"/>
              </a:gdLst>
              <a:ahLst/>
              <a:cxnLst>
                <a:cxn ang="0">
                  <a:pos x="T0" y="T1"/>
                </a:cxn>
                <a:cxn ang="0">
                  <a:pos x="T2" y="T3"/>
                </a:cxn>
                <a:cxn ang="0">
                  <a:pos x="T4" y="T5"/>
                </a:cxn>
                <a:cxn ang="0">
                  <a:pos x="T6" y="T7"/>
                </a:cxn>
                <a:cxn ang="0">
                  <a:pos x="T8" y="T9"/>
                </a:cxn>
              </a:cxnLst>
              <a:rect l="0" t="0" r="r" b="b"/>
              <a:pathLst>
                <a:path w="668" h="92">
                  <a:moveTo>
                    <a:pt x="668" y="52"/>
                  </a:moveTo>
                  <a:lnTo>
                    <a:pt x="4" y="92"/>
                  </a:lnTo>
                  <a:lnTo>
                    <a:pt x="0" y="39"/>
                  </a:lnTo>
                  <a:lnTo>
                    <a:pt x="664" y="0"/>
                  </a:lnTo>
                  <a:lnTo>
                    <a:pt x="668" y="5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3" name="Freeform 128"/>
            <p:cNvSpPr/>
            <p:nvPr>
              <p:custDataLst>
                <p:tags r:id="rId105"/>
              </p:custDataLst>
            </p:nvPr>
          </p:nvSpPr>
          <p:spPr bwMode="auto">
            <a:xfrm>
              <a:off x="4273550" y="2608580"/>
              <a:ext cx="571500" cy="105410"/>
            </a:xfrm>
            <a:custGeom>
              <a:avLst/>
              <a:gdLst>
                <a:gd name="T0" fmla="*/ 423 w 423"/>
                <a:gd name="T1" fmla="*/ 53 h 78"/>
                <a:gd name="T2" fmla="*/ 4 w 423"/>
                <a:gd name="T3" fmla="*/ 78 h 78"/>
                <a:gd name="T4" fmla="*/ 0 w 423"/>
                <a:gd name="T5" fmla="*/ 25 h 78"/>
                <a:gd name="T6" fmla="*/ 419 w 423"/>
                <a:gd name="T7" fmla="*/ 0 h 78"/>
                <a:gd name="T8" fmla="*/ 423 w 423"/>
                <a:gd name="T9" fmla="*/ 53 h 78"/>
              </a:gdLst>
              <a:ahLst/>
              <a:cxnLst>
                <a:cxn ang="0">
                  <a:pos x="T0" y="T1"/>
                </a:cxn>
                <a:cxn ang="0">
                  <a:pos x="T2" y="T3"/>
                </a:cxn>
                <a:cxn ang="0">
                  <a:pos x="T4" y="T5"/>
                </a:cxn>
                <a:cxn ang="0">
                  <a:pos x="T6" y="T7"/>
                </a:cxn>
                <a:cxn ang="0">
                  <a:pos x="T8" y="T9"/>
                </a:cxn>
              </a:cxnLst>
              <a:rect l="0" t="0" r="r" b="b"/>
              <a:pathLst>
                <a:path w="423" h="78">
                  <a:moveTo>
                    <a:pt x="423" y="53"/>
                  </a:moveTo>
                  <a:lnTo>
                    <a:pt x="4" y="78"/>
                  </a:lnTo>
                  <a:lnTo>
                    <a:pt x="0" y="25"/>
                  </a:lnTo>
                  <a:lnTo>
                    <a:pt x="419" y="0"/>
                  </a:lnTo>
                  <a:lnTo>
                    <a:pt x="423" y="5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4" name="Freeform 129"/>
            <p:cNvSpPr/>
            <p:nvPr>
              <p:custDataLst>
                <p:tags r:id="rId106"/>
              </p:custDataLst>
            </p:nvPr>
          </p:nvSpPr>
          <p:spPr bwMode="auto">
            <a:xfrm>
              <a:off x="5033010" y="2616835"/>
              <a:ext cx="166370" cy="287655"/>
            </a:xfrm>
            <a:custGeom>
              <a:avLst/>
              <a:gdLst>
                <a:gd name="T0" fmla="*/ 33 w 102"/>
                <a:gd name="T1" fmla="*/ 101 h 178"/>
                <a:gd name="T2" fmla="*/ 12 w 102"/>
                <a:gd name="T3" fmla="*/ 16 h 178"/>
                <a:gd name="T4" fmla="*/ 29 w 102"/>
                <a:gd name="T5" fmla="*/ 25 h 178"/>
                <a:gd name="T6" fmla="*/ 50 w 102"/>
                <a:gd name="T7" fmla="*/ 90 h 178"/>
                <a:gd name="T8" fmla="*/ 37 w 102"/>
                <a:gd name="T9" fmla="*/ 4 h 178"/>
                <a:gd name="T10" fmla="*/ 51 w 102"/>
                <a:gd name="T11" fmla="*/ 12 h 178"/>
                <a:gd name="T12" fmla="*/ 67 w 102"/>
                <a:gd name="T13" fmla="*/ 77 h 178"/>
                <a:gd name="T14" fmla="*/ 65 w 102"/>
                <a:gd name="T15" fmla="*/ 19 h 178"/>
                <a:gd name="T16" fmla="*/ 77 w 102"/>
                <a:gd name="T17" fmla="*/ 31 h 178"/>
                <a:gd name="T18" fmla="*/ 81 w 102"/>
                <a:gd name="T19" fmla="*/ 82 h 178"/>
                <a:gd name="T20" fmla="*/ 94 w 102"/>
                <a:gd name="T21" fmla="*/ 42 h 178"/>
                <a:gd name="T22" fmla="*/ 102 w 102"/>
                <a:gd name="T23" fmla="*/ 47 h 178"/>
                <a:gd name="T24" fmla="*/ 91 w 102"/>
                <a:gd name="T25" fmla="*/ 93 h 178"/>
                <a:gd name="T26" fmla="*/ 89 w 102"/>
                <a:gd name="T27" fmla="*/ 152 h 178"/>
                <a:gd name="T28" fmla="*/ 54 w 102"/>
                <a:gd name="T29" fmla="*/ 165 h 178"/>
                <a:gd name="T30" fmla="*/ 0 w 102"/>
                <a:gd name="T31" fmla="*/ 95 h 178"/>
                <a:gd name="T32" fmla="*/ 23 w 102"/>
                <a:gd name="T33" fmla="*/ 93 h 178"/>
                <a:gd name="T34" fmla="*/ 33 w 102"/>
                <a:gd name="T35" fmla="*/ 101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2" h="178">
                  <a:moveTo>
                    <a:pt x="33" y="101"/>
                  </a:moveTo>
                  <a:cubicBezTo>
                    <a:pt x="33" y="101"/>
                    <a:pt x="10" y="25"/>
                    <a:pt x="12" y="16"/>
                  </a:cubicBezTo>
                  <a:cubicBezTo>
                    <a:pt x="13" y="7"/>
                    <a:pt x="24" y="9"/>
                    <a:pt x="29" y="25"/>
                  </a:cubicBezTo>
                  <a:cubicBezTo>
                    <a:pt x="33" y="41"/>
                    <a:pt x="50" y="90"/>
                    <a:pt x="50" y="90"/>
                  </a:cubicBezTo>
                  <a:cubicBezTo>
                    <a:pt x="50" y="90"/>
                    <a:pt x="33" y="9"/>
                    <a:pt x="37" y="4"/>
                  </a:cubicBezTo>
                  <a:cubicBezTo>
                    <a:pt x="41" y="0"/>
                    <a:pt x="50" y="1"/>
                    <a:pt x="51" y="12"/>
                  </a:cubicBezTo>
                  <a:cubicBezTo>
                    <a:pt x="52" y="24"/>
                    <a:pt x="67" y="77"/>
                    <a:pt x="67" y="77"/>
                  </a:cubicBezTo>
                  <a:cubicBezTo>
                    <a:pt x="67" y="77"/>
                    <a:pt x="63" y="29"/>
                    <a:pt x="65" y="19"/>
                  </a:cubicBezTo>
                  <a:cubicBezTo>
                    <a:pt x="67" y="8"/>
                    <a:pt x="77" y="21"/>
                    <a:pt x="77" y="31"/>
                  </a:cubicBezTo>
                  <a:cubicBezTo>
                    <a:pt x="77" y="42"/>
                    <a:pt x="81" y="82"/>
                    <a:pt x="81" y="82"/>
                  </a:cubicBezTo>
                  <a:cubicBezTo>
                    <a:pt x="81" y="82"/>
                    <a:pt x="90" y="46"/>
                    <a:pt x="94" y="42"/>
                  </a:cubicBezTo>
                  <a:cubicBezTo>
                    <a:pt x="99" y="38"/>
                    <a:pt x="102" y="42"/>
                    <a:pt x="102" y="47"/>
                  </a:cubicBezTo>
                  <a:cubicBezTo>
                    <a:pt x="102" y="51"/>
                    <a:pt x="91" y="93"/>
                    <a:pt x="91" y="93"/>
                  </a:cubicBezTo>
                  <a:cubicBezTo>
                    <a:pt x="91" y="93"/>
                    <a:pt x="90" y="105"/>
                    <a:pt x="89" y="152"/>
                  </a:cubicBezTo>
                  <a:cubicBezTo>
                    <a:pt x="89" y="178"/>
                    <a:pt x="57" y="168"/>
                    <a:pt x="54" y="165"/>
                  </a:cubicBezTo>
                  <a:cubicBezTo>
                    <a:pt x="51" y="161"/>
                    <a:pt x="4" y="105"/>
                    <a:pt x="0" y="95"/>
                  </a:cubicBezTo>
                  <a:cubicBezTo>
                    <a:pt x="23" y="93"/>
                    <a:pt x="23" y="93"/>
                    <a:pt x="23" y="93"/>
                  </a:cubicBezTo>
                  <a:cubicBezTo>
                    <a:pt x="33" y="109"/>
                    <a:pt x="34" y="105"/>
                    <a:pt x="33" y="101"/>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5" name="Freeform 130"/>
            <p:cNvSpPr/>
            <p:nvPr>
              <p:custDataLst>
                <p:tags r:id="rId107"/>
              </p:custDataLst>
            </p:nvPr>
          </p:nvSpPr>
          <p:spPr bwMode="auto">
            <a:xfrm>
              <a:off x="4279265" y="2640965"/>
              <a:ext cx="159385" cy="290195"/>
            </a:xfrm>
            <a:custGeom>
              <a:avLst/>
              <a:gdLst>
                <a:gd name="T0" fmla="*/ 69 w 98"/>
                <a:gd name="T1" fmla="*/ 101 h 179"/>
                <a:gd name="T2" fmla="*/ 91 w 98"/>
                <a:gd name="T3" fmla="*/ 17 h 179"/>
                <a:gd name="T4" fmla="*/ 74 w 98"/>
                <a:gd name="T5" fmla="*/ 26 h 179"/>
                <a:gd name="T6" fmla="*/ 52 w 98"/>
                <a:gd name="T7" fmla="*/ 90 h 179"/>
                <a:gd name="T8" fmla="*/ 66 w 98"/>
                <a:gd name="T9" fmla="*/ 5 h 179"/>
                <a:gd name="T10" fmla="*/ 52 w 98"/>
                <a:gd name="T11" fmla="*/ 13 h 179"/>
                <a:gd name="T12" fmla="*/ 35 w 98"/>
                <a:gd name="T13" fmla="*/ 77 h 179"/>
                <a:gd name="T14" fmla="*/ 37 w 98"/>
                <a:gd name="T15" fmla="*/ 19 h 179"/>
                <a:gd name="T16" fmla="*/ 26 w 98"/>
                <a:gd name="T17" fmla="*/ 32 h 179"/>
                <a:gd name="T18" fmla="*/ 21 w 98"/>
                <a:gd name="T19" fmla="*/ 83 h 179"/>
                <a:gd name="T20" fmla="*/ 8 w 98"/>
                <a:gd name="T21" fmla="*/ 43 h 179"/>
                <a:gd name="T22" fmla="*/ 0 w 98"/>
                <a:gd name="T23" fmla="*/ 47 h 179"/>
                <a:gd name="T24" fmla="*/ 11 w 98"/>
                <a:gd name="T25" fmla="*/ 93 h 179"/>
                <a:gd name="T26" fmla="*/ 13 w 98"/>
                <a:gd name="T27" fmla="*/ 152 h 179"/>
                <a:gd name="T28" fmla="*/ 48 w 98"/>
                <a:gd name="T29" fmla="*/ 165 h 179"/>
                <a:gd name="T30" fmla="*/ 98 w 98"/>
                <a:gd name="T31" fmla="*/ 102 h 179"/>
                <a:gd name="T32" fmla="*/ 72 w 98"/>
                <a:gd name="T33" fmla="*/ 103 h 179"/>
                <a:gd name="T34" fmla="*/ 69 w 98"/>
                <a:gd name="T35" fmla="*/ 101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8" h="179">
                  <a:moveTo>
                    <a:pt x="69" y="101"/>
                  </a:moveTo>
                  <a:cubicBezTo>
                    <a:pt x="69" y="101"/>
                    <a:pt x="92" y="26"/>
                    <a:pt x="91" y="17"/>
                  </a:cubicBezTo>
                  <a:cubicBezTo>
                    <a:pt x="90" y="8"/>
                    <a:pt x="78" y="9"/>
                    <a:pt x="74" y="26"/>
                  </a:cubicBezTo>
                  <a:cubicBezTo>
                    <a:pt x="69" y="42"/>
                    <a:pt x="52" y="90"/>
                    <a:pt x="52" y="90"/>
                  </a:cubicBezTo>
                  <a:cubicBezTo>
                    <a:pt x="52" y="90"/>
                    <a:pt x="70" y="10"/>
                    <a:pt x="66" y="5"/>
                  </a:cubicBezTo>
                  <a:cubicBezTo>
                    <a:pt x="62" y="0"/>
                    <a:pt x="53" y="2"/>
                    <a:pt x="52" y="13"/>
                  </a:cubicBezTo>
                  <a:cubicBezTo>
                    <a:pt x="50" y="24"/>
                    <a:pt x="35" y="77"/>
                    <a:pt x="35" y="77"/>
                  </a:cubicBezTo>
                  <a:cubicBezTo>
                    <a:pt x="35" y="77"/>
                    <a:pt x="39" y="30"/>
                    <a:pt x="37" y="19"/>
                  </a:cubicBezTo>
                  <a:cubicBezTo>
                    <a:pt x="35" y="9"/>
                    <a:pt x="26" y="22"/>
                    <a:pt x="26" y="32"/>
                  </a:cubicBezTo>
                  <a:cubicBezTo>
                    <a:pt x="25" y="43"/>
                    <a:pt x="21" y="83"/>
                    <a:pt x="21" y="83"/>
                  </a:cubicBezTo>
                  <a:cubicBezTo>
                    <a:pt x="21" y="83"/>
                    <a:pt x="13" y="47"/>
                    <a:pt x="8" y="43"/>
                  </a:cubicBezTo>
                  <a:cubicBezTo>
                    <a:pt x="3" y="39"/>
                    <a:pt x="0" y="43"/>
                    <a:pt x="0" y="47"/>
                  </a:cubicBezTo>
                  <a:cubicBezTo>
                    <a:pt x="1" y="52"/>
                    <a:pt x="11" y="93"/>
                    <a:pt x="11" y="93"/>
                  </a:cubicBezTo>
                  <a:cubicBezTo>
                    <a:pt x="11" y="93"/>
                    <a:pt x="12" y="106"/>
                    <a:pt x="13" y="152"/>
                  </a:cubicBezTo>
                  <a:cubicBezTo>
                    <a:pt x="14" y="179"/>
                    <a:pt x="46" y="169"/>
                    <a:pt x="48" y="165"/>
                  </a:cubicBezTo>
                  <a:cubicBezTo>
                    <a:pt x="51" y="162"/>
                    <a:pt x="94" y="113"/>
                    <a:pt x="98" y="102"/>
                  </a:cubicBezTo>
                  <a:cubicBezTo>
                    <a:pt x="72" y="103"/>
                    <a:pt x="72" y="103"/>
                    <a:pt x="72" y="103"/>
                  </a:cubicBezTo>
                  <a:cubicBezTo>
                    <a:pt x="71" y="106"/>
                    <a:pt x="69" y="105"/>
                    <a:pt x="69" y="101"/>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6" name="Freeform 132"/>
            <p:cNvSpPr/>
            <p:nvPr>
              <p:custDataLst>
                <p:tags r:id="rId108"/>
              </p:custDataLst>
            </p:nvPr>
          </p:nvSpPr>
          <p:spPr bwMode="auto">
            <a:xfrm>
              <a:off x="1516380" y="1792605"/>
              <a:ext cx="894080" cy="239395"/>
            </a:xfrm>
            <a:custGeom>
              <a:avLst/>
              <a:gdLst>
                <a:gd name="T0" fmla="*/ 650 w 662"/>
                <a:gd name="T1" fmla="*/ 177 h 177"/>
                <a:gd name="T2" fmla="*/ 0 w 662"/>
                <a:gd name="T3" fmla="*/ 51 h 177"/>
                <a:gd name="T4" fmla="*/ 12 w 662"/>
                <a:gd name="T5" fmla="*/ 0 h 177"/>
                <a:gd name="T6" fmla="*/ 662 w 662"/>
                <a:gd name="T7" fmla="*/ 126 h 177"/>
                <a:gd name="T8" fmla="*/ 650 w 662"/>
                <a:gd name="T9" fmla="*/ 177 h 177"/>
              </a:gdLst>
              <a:ahLst/>
              <a:cxnLst>
                <a:cxn ang="0">
                  <a:pos x="T0" y="T1"/>
                </a:cxn>
                <a:cxn ang="0">
                  <a:pos x="T2" y="T3"/>
                </a:cxn>
                <a:cxn ang="0">
                  <a:pos x="T4" y="T5"/>
                </a:cxn>
                <a:cxn ang="0">
                  <a:pos x="T6" y="T7"/>
                </a:cxn>
                <a:cxn ang="0">
                  <a:pos x="T8" y="T9"/>
                </a:cxn>
              </a:cxnLst>
              <a:rect l="0" t="0" r="r" b="b"/>
              <a:pathLst>
                <a:path w="662" h="177">
                  <a:moveTo>
                    <a:pt x="650" y="177"/>
                  </a:moveTo>
                  <a:lnTo>
                    <a:pt x="0" y="51"/>
                  </a:lnTo>
                  <a:lnTo>
                    <a:pt x="12" y="0"/>
                  </a:lnTo>
                  <a:lnTo>
                    <a:pt x="662" y="126"/>
                  </a:lnTo>
                  <a:lnTo>
                    <a:pt x="650" y="177"/>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7" name="Freeform 133"/>
            <p:cNvSpPr/>
            <p:nvPr>
              <p:custDataLst>
                <p:tags r:id="rId109"/>
              </p:custDataLst>
            </p:nvPr>
          </p:nvSpPr>
          <p:spPr bwMode="auto">
            <a:xfrm>
              <a:off x="1486535" y="1922780"/>
              <a:ext cx="894080" cy="239395"/>
            </a:xfrm>
            <a:custGeom>
              <a:avLst/>
              <a:gdLst>
                <a:gd name="T0" fmla="*/ 650 w 662"/>
                <a:gd name="T1" fmla="*/ 177 h 177"/>
                <a:gd name="T2" fmla="*/ 0 w 662"/>
                <a:gd name="T3" fmla="*/ 51 h 177"/>
                <a:gd name="T4" fmla="*/ 12 w 662"/>
                <a:gd name="T5" fmla="*/ 0 h 177"/>
                <a:gd name="T6" fmla="*/ 662 w 662"/>
                <a:gd name="T7" fmla="*/ 126 h 177"/>
                <a:gd name="T8" fmla="*/ 650 w 662"/>
                <a:gd name="T9" fmla="*/ 177 h 177"/>
              </a:gdLst>
              <a:ahLst/>
              <a:cxnLst>
                <a:cxn ang="0">
                  <a:pos x="T0" y="T1"/>
                </a:cxn>
                <a:cxn ang="0">
                  <a:pos x="T2" y="T3"/>
                </a:cxn>
                <a:cxn ang="0">
                  <a:pos x="T4" y="T5"/>
                </a:cxn>
                <a:cxn ang="0">
                  <a:pos x="T6" y="T7"/>
                </a:cxn>
                <a:cxn ang="0">
                  <a:pos x="T8" y="T9"/>
                </a:cxn>
              </a:cxnLst>
              <a:rect l="0" t="0" r="r" b="b"/>
              <a:pathLst>
                <a:path w="662" h="177">
                  <a:moveTo>
                    <a:pt x="650" y="177"/>
                  </a:moveTo>
                  <a:lnTo>
                    <a:pt x="0" y="51"/>
                  </a:lnTo>
                  <a:lnTo>
                    <a:pt x="12" y="0"/>
                  </a:lnTo>
                  <a:lnTo>
                    <a:pt x="662" y="126"/>
                  </a:lnTo>
                  <a:lnTo>
                    <a:pt x="650" y="17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8" name="Freeform 134"/>
            <p:cNvSpPr/>
            <p:nvPr>
              <p:custDataLst>
                <p:tags r:id="rId110"/>
              </p:custDataLst>
            </p:nvPr>
          </p:nvSpPr>
          <p:spPr bwMode="auto">
            <a:xfrm>
              <a:off x="1457325" y="2049780"/>
              <a:ext cx="389255" cy="143510"/>
            </a:xfrm>
            <a:custGeom>
              <a:avLst/>
              <a:gdLst>
                <a:gd name="T0" fmla="*/ 276 w 288"/>
                <a:gd name="T1" fmla="*/ 106 h 106"/>
                <a:gd name="T2" fmla="*/ 0 w 288"/>
                <a:gd name="T3" fmla="*/ 52 h 106"/>
                <a:gd name="T4" fmla="*/ 12 w 288"/>
                <a:gd name="T5" fmla="*/ 0 h 106"/>
                <a:gd name="T6" fmla="*/ 288 w 288"/>
                <a:gd name="T7" fmla="*/ 54 h 106"/>
                <a:gd name="T8" fmla="*/ 276 w 288"/>
                <a:gd name="T9" fmla="*/ 106 h 106"/>
              </a:gdLst>
              <a:ahLst/>
              <a:cxnLst>
                <a:cxn ang="0">
                  <a:pos x="T0" y="T1"/>
                </a:cxn>
                <a:cxn ang="0">
                  <a:pos x="T2" y="T3"/>
                </a:cxn>
                <a:cxn ang="0">
                  <a:pos x="T4" y="T5"/>
                </a:cxn>
                <a:cxn ang="0">
                  <a:pos x="T6" y="T7"/>
                </a:cxn>
                <a:cxn ang="0">
                  <a:pos x="T8" y="T9"/>
                </a:cxn>
              </a:cxnLst>
              <a:rect l="0" t="0" r="r" b="b"/>
              <a:pathLst>
                <a:path w="288" h="106">
                  <a:moveTo>
                    <a:pt x="276" y="106"/>
                  </a:moveTo>
                  <a:lnTo>
                    <a:pt x="0" y="52"/>
                  </a:lnTo>
                  <a:lnTo>
                    <a:pt x="12" y="0"/>
                  </a:lnTo>
                  <a:lnTo>
                    <a:pt x="288" y="54"/>
                  </a:lnTo>
                  <a:lnTo>
                    <a:pt x="276" y="10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9" name="Freeform 135"/>
            <p:cNvSpPr/>
            <p:nvPr>
              <p:custDataLst>
                <p:tags r:id="rId111"/>
              </p:custDataLst>
            </p:nvPr>
          </p:nvSpPr>
          <p:spPr bwMode="auto">
            <a:xfrm>
              <a:off x="1427480" y="2179320"/>
              <a:ext cx="894080" cy="240665"/>
            </a:xfrm>
            <a:custGeom>
              <a:avLst/>
              <a:gdLst>
                <a:gd name="T0" fmla="*/ 650 w 662"/>
                <a:gd name="T1" fmla="*/ 178 h 178"/>
                <a:gd name="T2" fmla="*/ 0 w 662"/>
                <a:gd name="T3" fmla="*/ 52 h 178"/>
                <a:gd name="T4" fmla="*/ 12 w 662"/>
                <a:gd name="T5" fmla="*/ 0 h 178"/>
                <a:gd name="T6" fmla="*/ 662 w 662"/>
                <a:gd name="T7" fmla="*/ 126 h 178"/>
                <a:gd name="T8" fmla="*/ 650 w 662"/>
                <a:gd name="T9" fmla="*/ 178 h 178"/>
              </a:gdLst>
              <a:ahLst/>
              <a:cxnLst>
                <a:cxn ang="0">
                  <a:pos x="T0" y="T1"/>
                </a:cxn>
                <a:cxn ang="0">
                  <a:pos x="T2" y="T3"/>
                </a:cxn>
                <a:cxn ang="0">
                  <a:pos x="T4" y="T5"/>
                </a:cxn>
                <a:cxn ang="0">
                  <a:pos x="T6" y="T7"/>
                </a:cxn>
                <a:cxn ang="0">
                  <a:pos x="T8" y="T9"/>
                </a:cxn>
              </a:cxnLst>
              <a:rect l="0" t="0" r="r" b="b"/>
              <a:pathLst>
                <a:path w="662" h="178">
                  <a:moveTo>
                    <a:pt x="650" y="178"/>
                  </a:moveTo>
                  <a:lnTo>
                    <a:pt x="0" y="52"/>
                  </a:lnTo>
                  <a:lnTo>
                    <a:pt x="12" y="0"/>
                  </a:lnTo>
                  <a:lnTo>
                    <a:pt x="662" y="126"/>
                  </a:lnTo>
                  <a:lnTo>
                    <a:pt x="650" y="17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0" name="Freeform 136"/>
            <p:cNvSpPr/>
            <p:nvPr>
              <p:custDataLst>
                <p:tags r:id="rId112"/>
              </p:custDataLst>
            </p:nvPr>
          </p:nvSpPr>
          <p:spPr bwMode="auto">
            <a:xfrm>
              <a:off x="1397635" y="2308860"/>
              <a:ext cx="894080" cy="237490"/>
            </a:xfrm>
            <a:custGeom>
              <a:avLst/>
              <a:gdLst>
                <a:gd name="T0" fmla="*/ 650 w 662"/>
                <a:gd name="T1" fmla="*/ 176 h 176"/>
                <a:gd name="T2" fmla="*/ 0 w 662"/>
                <a:gd name="T3" fmla="*/ 51 h 176"/>
                <a:gd name="T4" fmla="*/ 12 w 662"/>
                <a:gd name="T5" fmla="*/ 0 h 176"/>
                <a:gd name="T6" fmla="*/ 662 w 662"/>
                <a:gd name="T7" fmla="*/ 126 h 176"/>
                <a:gd name="T8" fmla="*/ 650 w 662"/>
                <a:gd name="T9" fmla="*/ 176 h 176"/>
              </a:gdLst>
              <a:ahLst/>
              <a:cxnLst>
                <a:cxn ang="0">
                  <a:pos x="T0" y="T1"/>
                </a:cxn>
                <a:cxn ang="0">
                  <a:pos x="T2" y="T3"/>
                </a:cxn>
                <a:cxn ang="0">
                  <a:pos x="T4" y="T5"/>
                </a:cxn>
                <a:cxn ang="0">
                  <a:pos x="T6" y="T7"/>
                </a:cxn>
                <a:cxn ang="0">
                  <a:pos x="T8" y="T9"/>
                </a:cxn>
              </a:cxnLst>
              <a:rect l="0" t="0" r="r" b="b"/>
              <a:pathLst>
                <a:path w="662" h="176">
                  <a:moveTo>
                    <a:pt x="650" y="176"/>
                  </a:moveTo>
                  <a:lnTo>
                    <a:pt x="0" y="51"/>
                  </a:lnTo>
                  <a:lnTo>
                    <a:pt x="12" y="0"/>
                  </a:lnTo>
                  <a:lnTo>
                    <a:pt x="662" y="126"/>
                  </a:lnTo>
                  <a:lnTo>
                    <a:pt x="650" y="17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cxnSp>
        <p:nvCxnSpPr>
          <p:cNvPr id="114" name="直接连接符 113"/>
          <p:cNvCxnSpPr/>
          <p:nvPr>
            <p:custDataLst>
              <p:tags r:id="rId2"/>
            </p:custDataLst>
          </p:nvPr>
        </p:nvCxnSpPr>
        <p:spPr>
          <a:xfrm>
            <a:off x="4683340" y="2957348"/>
            <a:ext cx="297118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0" name="标题 1"/>
          <p:cNvSpPr>
            <a:spLocks noGrp="1"/>
          </p:cNvSpPr>
          <p:nvPr>
            <p:ph type="title" hasCustomPrompt="1"/>
            <p:custDataLst>
              <p:tags r:id="rId3"/>
            </p:custDataLst>
          </p:nvPr>
        </p:nvSpPr>
        <p:spPr>
          <a:xfrm>
            <a:off x="4615473" y="2322577"/>
            <a:ext cx="3751841" cy="671513"/>
          </a:xfrm>
        </p:spPr>
        <p:txBody>
          <a:bodyPr bIns="46800" anchor="b">
            <a:normAutofit/>
          </a:bodyPr>
          <a:lstStyle>
            <a:lvl1pPr algn="l">
              <a:defRPr sz="3300" b="1" baseline="0">
                <a:solidFill>
                  <a:schemeClr val="tx1">
                    <a:lumMod val="85000"/>
                    <a:lumOff val="15000"/>
                  </a:schemeClr>
                </a:solidFill>
                <a:latin typeface="Arial" panose="020B0604020202020204" pitchFamily="34" charset="0"/>
                <a:ea typeface="汉仪旗黑-85S" panose="00020600040101010101" pitchFamily="18" charset="-122"/>
                <a:cs typeface="Arial" panose="020B0604020202020204" pitchFamily="34" charset="0"/>
              </a:defRPr>
            </a:lvl1pPr>
          </a:lstStyle>
          <a:p>
            <a:r>
              <a:rPr lang="zh-CN" altLang="en-US" dirty="0"/>
              <a:t>单击此处编辑标题</a:t>
            </a:r>
          </a:p>
        </p:txBody>
      </p:sp>
      <p:sp>
        <p:nvSpPr>
          <p:cNvPr id="21" name="文本占位符 2"/>
          <p:cNvSpPr>
            <a:spLocks noGrp="1"/>
          </p:cNvSpPr>
          <p:nvPr>
            <p:ph type="body" idx="1" hasCustomPrompt="1"/>
            <p:custDataLst>
              <p:tags r:id="rId4"/>
            </p:custDataLst>
          </p:nvPr>
        </p:nvSpPr>
        <p:spPr>
          <a:xfrm>
            <a:off x="4616310" y="3032885"/>
            <a:ext cx="3751841" cy="761717"/>
          </a:xfrm>
        </p:spPr>
        <p:txBody>
          <a:bodyPr bIns="46800" anchor="t">
            <a:normAutofit/>
          </a:bodyPr>
          <a:lstStyle>
            <a:lvl1pPr marL="0" indent="0" algn="l">
              <a:lnSpc>
                <a:spcPct val="100000"/>
              </a:lnSpc>
              <a:buNone/>
              <a:defRPr sz="1500" baseline="0">
                <a:solidFill>
                  <a:schemeClr val="tx1">
                    <a:lumMod val="85000"/>
                    <a:lumOff val="15000"/>
                  </a:schemeClr>
                </a:solidFill>
                <a:latin typeface="Arial" panose="020B0604020202020204" pitchFamily="34" charset="0"/>
                <a:ea typeface="微软雅黑" panose="020B0503020204020204" pitchFamily="34" charset="-122"/>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单击此处编辑文本</a:t>
            </a:r>
            <a:endParaRPr lang="en-US" dirty="0"/>
          </a:p>
        </p:txBody>
      </p:sp>
      <p:sp>
        <p:nvSpPr>
          <p:cNvPr id="2" name="日期占位符 1"/>
          <p:cNvSpPr>
            <a:spLocks noGrp="1"/>
          </p:cNvSpPr>
          <p:nvPr>
            <p:ph type="dt" sz="half" idx="10"/>
            <p:custDataLst>
              <p:tags r:id="rId5"/>
            </p:custDataLst>
          </p:nvPr>
        </p:nvSpPr>
        <p:spPr/>
        <p:txBody>
          <a:bodyPr/>
          <a:lstStyle/>
          <a:p>
            <a:fld id="{760FBDFE-C587-4B4C-A407-44438C67B59E}" type="datetimeFigureOut">
              <a:rPr lang="zh-CN" altLang="en-US" smtClean="0"/>
              <a:t>2023/9/5</a:t>
            </a:fld>
            <a:endParaRPr lang="zh-CN" altLang="en-US"/>
          </a:p>
        </p:txBody>
      </p:sp>
      <p:sp>
        <p:nvSpPr>
          <p:cNvPr id="3" name="页脚占位符 2"/>
          <p:cNvSpPr>
            <a:spLocks noGrp="1"/>
          </p:cNvSpPr>
          <p:nvPr>
            <p:ph type="ftr" sz="quarter" idx="11"/>
            <p:custDataLst>
              <p:tags r:id="rId6"/>
            </p:custDataLst>
          </p:nvPr>
        </p:nvSpPr>
        <p:spPr/>
        <p:txBody>
          <a:bodyPr/>
          <a:lstStyle/>
          <a:p>
            <a:endParaRPr lang="zh-CN" altLang="en-US" dirty="0"/>
          </a:p>
        </p:txBody>
      </p:sp>
      <p:sp>
        <p:nvSpPr>
          <p:cNvPr id="4" name="灯片编号占位符 3"/>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pic>
        <p:nvPicPr>
          <p:cNvPr id="41" name="图片 40"/>
          <p:cNvPicPr>
            <a:picLocks noChangeAspect="1"/>
          </p:cNvPicPr>
          <p:nvPr userDrawn="1">
            <p:custDataLst>
              <p:tags r:id="rId1"/>
            </p:custDataLst>
          </p:nvPr>
        </p:nvPicPr>
        <p:blipFill>
          <a:blip r:embed="rId9">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
        <p:nvSpPr>
          <p:cNvPr id="2" name="标题 1"/>
          <p:cNvSpPr>
            <a:spLocks noGrp="1"/>
          </p:cNvSpPr>
          <p:nvPr>
            <p:ph type="title"/>
            <p:custDataLst>
              <p:tags r:id="rId2"/>
            </p:custDataLst>
          </p:nvPr>
        </p:nvSpPr>
        <p:spPr>
          <a:xfrm>
            <a:off x="502411" y="332426"/>
            <a:ext cx="8139178" cy="331473"/>
          </a:xfrm>
        </p:spPr>
        <p:txBody>
          <a:bodyPr vert="horz" lIns="101600" tIns="38100" rIns="76200" bIns="38100" rtlCol="0" anchor="t" anchorCtr="0">
            <a:noAutofit/>
          </a:bodyPr>
          <a:lstStyle>
            <a:lvl1pPr marL="0" marR="0" lvl="0" algn="l" defTabSz="914400" rtl="0" eaLnBrk="1" fontAlgn="auto" latinLnBrk="0" hangingPunct="1">
              <a:lnSpc>
                <a:spcPct val="12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3"/>
            </p:custDataLst>
          </p:nvPr>
        </p:nvSpPr>
        <p:spPr>
          <a:xfrm>
            <a:off x="502448" y="714381"/>
            <a:ext cx="3962432" cy="4041680"/>
          </a:xfrm>
        </p:spPr>
        <p:txBody>
          <a:bodyPr vert="horz" lIns="101600" tIns="0" rIns="82550" bIns="0" rtlCol="0">
            <a:noAutofit/>
          </a:bodyPr>
          <a:lstStyle>
            <a:lvl1pPr marL="171450" marR="0" lvl="0" indent="-171450" algn="l" defTabSz="914400" rtl="0" eaLnBrk="1" fontAlgn="auto" latinLnBrk="0" hangingPunct="1">
              <a:lnSpc>
                <a:spcPct val="12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2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2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2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2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内容占位符 3"/>
          <p:cNvSpPr>
            <a:spLocks noGrp="1"/>
          </p:cNvSpPr>
          <p:nvPr>
            <p:ph sz="half" idx="2"/>
            <p:custDataLst>
              <p:tags r:id="rId4"/>
            </p:custDataLst>
          </p:nvPr>
        </p:nvSpPr>
        <p:spPr>
          <a:xfrm>
            <a:off x="4679158" y="714381"/>
            <a:ext cx="3962432" cy="4041680"/>
          </a:xfrm>
        </p:spPr>
        <p:txBody>
          <a:bodyPr>
            <a:noAutofit/>
          </a:bodyPr>
          <a:lstStyle>
            <a:lvl1pPr>
              <a:lnSpc>
                <a:spcPct val="120000"/>
              </a:lnSpc>
              <a:defRPr sz="1200" baseline="0">
                <a:solidFill>
                  <a:schemeClr val="tx1">
                    <a:lumMod val="85000"/>
                    <a:lumOff val="15000"/>
                  </a:schemeClr>
                </a:solidFill>
                <a:latin typeface="Arial" panose="020B0604020202020204" pitchFamily="34" charset="0"/>
                <a:ea typeface="微软雅黑" panose="020B0503020204020204" pitchFamily="34" charset="-122"/>
              </a:defRPr>
            </a:lvl1pPr>
            <a:lvl2pPr>
              <a:lnSpc>
                <a:spcPct val="120000"/>
              </a:lnSpc>
              <a:defRPr sz="1200" baseline="0">
                <a:solidFill>
                  <a:schemeClr val="tx1">
                    <a:lumMod val="85000"/>
                    <a:lumOff val="15000"/>
                  </a:schemeClr>
                </a:solidFill>
                <a:latin typeface="Arial" panose="020B0604020202020204" pitchFamily="34" charset="0"/>
                <a:ea typeface="微软雅黑" panose="020B0503020204020204" pitchFamily="34" charset="-122"/>
              </a:defRPr>
            </a:lvl2pPr>
            <a:lvl3pPr>
              <a:lnSpc>
                <a:spcPct val="120000"/>
              </a:lnSpc>
              <a:defRPr sz="1200" baseline="0">
                <a:solidFill>
                  <a:schemeClr val="tx1">
                    <a:lumMod val="85000"/>
                    <a:lumOff val="15000"/>
                  </a:schemeClr>
                </a:solidFill>
                <a:latin typeface="Arial" panose="020B0604020202020204" pitchFamily="34" charset="0"/>
                <a:ea typeface="微软雅黑" panose="020B0503020204020204" pitchFamily="34" charset="-122"/>
              </a:defRPr>
            </a:lvl3pPr>
            <a:lvl4pPr>
              <a:lnSpc>
                <a:spcPct val="120000"/>
              </a:lnSpc>
              <a:defRPr sz="1200" baseline="0">
                <a:solidFill>
                  <a:schemeClr val="tx1">
                    <a:lumMod val="85000"/>
                    <a:lumOff val="15000"/>
                  </a:schemeClr>
                </a:solidFill>
                <a:latin typeface="Arial" panose="020B0604020202020204" pitchFamily="34" charset="0"/>
                <a:ea typeface="微软雅黑" panose="020B0503020204020204" pitchFamily="34" charset="-122"/>
              </a:defRPr>
            </a:lvl4pPr>
            <a:lvl5pPr>
              <a:lnSpc>
                <a:spcPct val="120000"/>
              </a:lnSpc>
              <a:defRPr sz="1200" baseline="0">
                <a:solidFill>
                  <a:schemeClr val="tx1">
                    <a:lumMod val="85000"/>
                    <a:lumOff val="1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5"/>
            </p:custDataLst>
          </p:nvPr>
        </p:nvSpPr>
        <p:spPr/>
        <p:txBody>
          <a:bodyPr/>
          <a:lstStyle>
            <a:lvl1pPr>
              <a:lnSpc>
                <a:spcPct val="120000"/>
              </a:lnSpc>
              <a:defRPr>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t>2023/9/5</a:t>
            </a:fld>
            <a:endParaRPr lang="zh-CN" altLang="en-US"/>
          </a:p>
        </p:txBody>
      </p:sp>
      <p:sp>
        <p:nvSpPr>
          <p:cNvPr id="6" name="页脚占位符 5"/>
          <p:cNvSpPr>
            <a:spLocks noGrp="1"/>
          </p:cNvSpPr>
          <p:nvPr>
            <p:ph type="ftr" sz="quarter" idx="11"/>
            <p:custDataLst>
              <p:tags r:id="rId6"/>
            </p:custDataLst>
          </p:nvPr>
        </p:nvSpPr>
        <p:spPr/>
        <p:txBody>
          <a:bodyPr/>
          <a:lstStyle>
            <a:lvl1pPr>
              <a:lnSpc>
                <a:spcPct val="120000"/>
              </a:lnSpc>
              <a:defRPr>
                <a:latin typeface="微软雅黑" panose="020B0503020204020204" pitchFamily="34" charset="-122"/>
                <a:ea typeface="微软雅黑" panose="020B0503020204020204" pitchFamily="34" charset="-122"/>
              </a:defRPr>
            </a:lvl1pPr>
          </a:lstStyle>
          <a:p>
            <a:endParaRPr lang="zh-CN" altLang="en-US"/>
          </a:p>
        </p:txBody>
      </p:sp>
      <p:sp>
        <p:nvSpPr>
          <p:cNvPr id="7" name="灯片编号占位符 6"/>
          <p:cNvSpPr>
            <a:spLocks noGrp="1"/>
          </p:cNvSpPr>
          <p:nvPr>
            <p:ph type="sldNum" sz="quarter" idx="12"/>
            <p:custDataLst>
              <p:tags r:id="rId7"/>
            </p:custDataLst>
          </p:nvPr>
        </p:nvSpPr>
        <p:spPr/>
        <p:txBody>
          <a:bodyPr/>
          <a:lstStyle>
            <a:lvl1pPr>
              <a:lnSpc>
                <a:spcPct val="120000"/>
              </a:lnSpc>
              <a:defRPr>
                <a:latin typeface="微软雅黑" panose="020B0503020204020204" pitchFamily="34" charset="-122"/>
                <a:ea typeface="微软雅黑" panose="020B0503020204020204" pitchFamily="3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pic>
        <p:nvPicPr>
          <p:cNvPr id="70" name="图片 69"/>
          <p:cNvPicPr>
            <a:picLocks noChangeAspect="1"/>
          </p:cNvPicPr>
          <p:nvPr userDrawn="1">
            <p:custDataLst>
              <p:tags r:id="rId1"/>
            </p:custDataLst>
          </p:nvPr>
        </p:nvPicPr>
        <p:blipFill>
          <a:blip r:embed="rId3">
            <a:extLst>
              <a:ext uri="{28A0092B-C50C-407E-A947-70E740481C1C}">
                <a14:useLocalDpi xmlns:a14="http://schemas.microsoft.com/office/drawing/2010/main" val="0"/>
              </a:ext>
            </a:extLst>
          </a:blip>
          <a:stretch>
            <a:fillRect/>
          </a:stretch>
        </p:blipFill>
        <p:spPr>
          <a:xfrm flipH="1">
            <a:off x="79566" y="3936897"/>
            <a:ext cx="1101947" cy="1188823"/>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grpSp>
        <p:nvGrpSpPr>
          <p:cNvPr id="83" name="组合 82"/>
          <p:cNvGrpSpPr/>
          <p:nvPr userDrawn="1">
            <p:custDataLst>
              <p:tags r:id="rId1"/>
            </p:custDataLst>
          </p:nvPr>
        </p:nvGrpSpPr>
        <p:grpSpPr>
          <a:xfrm>
            <a:off x="8435108" y="3376748"/>
            <a:ext cx="551168" cy="1700826"/>
            <a:chOff x="4144010" y="2373630"/>
            <a:chExt cx="1153795" cy="3560445"/>
          </a:xfrm>
        </p:grpSpPr>
        <p:sp>
          <p:nvSpPr>
            <p:cNvPr id="84" name="Freeform 40"/>
            <p:cNvSpPr/>
            <p:nvPr userDrawn="1">
              <p:custDataLst>
                <p:tags r:id="rId3"/>
              </p:custDataLst>
            </p:nvPr>
          </p:nvSpPr>
          <p:spPr bwMode="auto">
            <a:xfrm>
              <a:off x="4357370" y="5834380"/>
              <a:ext cx="62230" cy="99695"/>
            </a:xfrm>
            <a:custGeom>
              <a:avLst/>
              <a:gdLst>
                <a:gd name="T0" fmla="*/ 35 w 39"/>
                <a:gd name="T1" fmla="*/ 62 h 62"/>
                <a:gd name="T2" fmla="*/ 5 w 39"/>
                <a:gd name="T3" fmla="*/ 0 h 62"/>
                <a:gd name="T4" fmla="*/ 35 w 39"/>
                <a:gd name="T5" fmla="*/ 62 h 62"/>
              </a:gdLst>
              <a:ahLst/>
              <a:cxnLst>
                <a:cxn ang="0">
                  <a:pos x="T0" y="T1"/>
                </a:cxn>
                <a:cxn ang="0">
                  <a:pos x="T2" y="T3"/>
                </a:cxn>
                <a:cxn ang="0">
                  <a:pos x="T4" y="T5"/>
                </a:cxn>
              </a:cxnLst>
              <a:rect l="0" t="0" r="r" b="b"/>
              <a:pathLst>
                <a:path w="39" h="62">
                  <a:moveTo>
                    <a:pt x="35" y="62"/>
                  </a:moveTo>
                  <a:cubicBezTo>
                    <a:pt x="35" y="62"/>
                    <a:pt x="0" y="52"/>
                    <a:pt x="5" y="0"/>
                  </a:cubicBezTo>
                  <a:cubicBezTo>
                    <a:pt x="5" y="0"/>
                    <a:pt x="39" y="17"/>
                    <a:pt x="35" y="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85" name="Freeform 41"/>
            <p:cNvSpPr/>
            <p:nvPr userDrawn="1">
              <p:custDataLst>
                <p:tags r:id="rId4"/>
              </p:custDataLst>
            </p:nvPr>
          </p:nvSpPr>
          <p:spPr bwMode="auto">
            <a:xfrm>
              <a:off x="4408805" y="5834380"/>
              <a:ext cx="63500" cy="99695"/>
            </a:xfrm>
            <a:custGeom>
              <a:avLst/>
              <a:gdLst>
                <a:gd name="T0" fmla="*/ 3 w 39"/>
                <a:gd name="T1" fmla="*/ 62 h 62"/>
                <a:gd name="T2" fmla="*/ 34 w 39"/>
                <a:gd name="T3" fmla="*/ 0 h 62"/>
                <a:gd name="T4" fmla="*/ 3 w 39"/>
                <a:gd name="T5" fmla="*/ 62 h 62"/>
              </a:gdLst>
              <a:ahLst/>
              <a:cxnLst>
                <a:cxn ang="0">
                  <a:pos x="T0" y="T1"/>
                </a:cxn>
                <a:cxn ang="0">
                  <a:pos x="T2" y="T3"/>
                </a:cxn>
                <a:cxn ang="0">
                  <a:pos x="T4" y="T5"/>
                </a:cxn>
              </a:cxnLst>
              <a:rect l="0" t="0" r="r" b="b"/>
              <a:pathLst>
                <a:path w="39" h="62">
                  <a:moveTo>
                    <a:pt x="3" y="62"/>
                  </a:moveTo>
                  <a:cubicBezTo>
                    <a:pt x="3" y="62"/>
                    <a:pt x="39" y="52"/>
                    <a:pt x="34" y="0"/>
                  </a:cubicBezTo>
                  <a:cubicBezTo>
                    <a:pt x="34" y="0"/>
                    <a:pt x="0" y="17"/>
                    <a:pt x="3" y="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86" name="Freeform 42"/>
            <p:cNvSpPr/>
            <p:nvPr userDrawn="1">
              <p:custDataLst>
                <p:tags r:id="rId5"/>
              </p:custDataLst>
            </p:nvPr>
          </p:nvSpPr>
          <p:spPr bwMode="auto">
            <a:xfrm>
              <a:off x="4376420" y="5784850"/>
              <a:ext cx="81280" cy="112395"/>
            </a:xfrm>
            <a:custGeom>
              <a:avLst/>
              <a:gdLst>
                <a:gd name="T0" fmla="*/ 23 w 50"/>
                <a:gd name="T1" fmla="*/ 69 h 69"/>
                <a:gd name="T2" fmla="*/ 22 w 50"/>
                <a:gd name="T3" fmla="*/ 0 h 69"/>
                <a:gd name="T4" fmla="*/ 23 w 50"/>
                <a:gd name="T5" fmla="*/ 69 h 69"/>
              </a:gdLst>
              <a:ahLst/>
              <a:cxnLst>
                <a:cxn ang="0">
                  <a:pos x="T0" y="T1"/>
                </a:cxn>
                <a:cxn ang="0">
                  <a:pos x="T2" y="T3"/>
                </a:cxn>
                <a:cxn ang="0">
                  <a:pos x="T4" y="T5"/>
                </a:cxn>
              </a:cxnLst>
              <a:rect l="0" t="0" r="r" b="b"/>
              <a:pathLst>
                <a:path w="50" h="69">
                  <a:moveTo>
                    <a:pt x="23" y="69"/>
                  </a:moveTo>
                  <a:cubicBezTo>
                    <a:pt x="23" y="69"/>
                    <a:pt x="50" y="43"/>
                    <a:pt x="22" y="0"/>
                  </a:cubicBezTo>
                  <a:cubicBezTo>
                    <a:pt x="22" y="0"/>
                    <a:pt x="0" y="32"/>
                    <a:pt x="23" y="6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87" name="Freeform 46"/>
            <p:cNvSpPr/>
            <p:nvPr userDrawn="1">
              <p:custDataLst>
                <p:tags r:id="rId6"/>
              </p:custDataLst>
            </p:nvPr>
          </p:nvSpPr>
          <p:spPr bwMode="auto">
            <a:xfrm>
              <a:off x="5090795" y="5541645"/>
              <a:ext cx="75565" cy="118745"/>
            </a:xfrm>
            <a:custGeom>
              <a:avLst/>
              <a:gdLst>
                <a:gd name="T0" fmla="*/ 41 w 46"/>
                <a:gd name="T1" fmla="*/ 73 h 73"/>
                <a:gd name="T2" fmla="*/ 6 w 46"/>
                <a:gd name="T3" fmla="*/ 0 h 73"/>
                <a:gd name="T4" fmla="*/ 41 w 46"/>
                <a:gd name="T5" fmla="*/ 73 h 73"/>
              </a:gdLst>
              <a:ahLst/>
              <a:cxnLst>
                <a:cxn ang="0">
                  <a:pos x="T0" y="T1"/>
                </a:cxn>
                <a:cxn ang="0">
                  <a:pos x="T2" y="T3"/>
                </a:cxn>
                <a:cxn ang="0">
                  <a:pos x="T4" y="T5"/>
                </a:cxn>
              </a:cxnLst>
              <a:rect l="0" t="0" r="r" b="b"/>
              <a:pathLst>
                <a:path w="46" h="73">
                  <a:moveTo>
                    <a:pt x="41" y="73"/>
                  </a:moveTo>
                  <a:cubicBezTo>
                    <a:pt x="41" y="73"/>
                    <a:pt x="0" y="61"/>
                    <a:pt x="6" y="0"/>
                  </a:cubicBezTo>
                  <a:cubicBezTo>
                    <a:pt x="6" y="0"/>
                    <a:pt x="46" y="20"/>
                    <a:pt x="41" y="7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88" name="Freeform 47"/>
            <p:cNvSpPr/>
            <p:nvPr userDrawn="1">
              <p:custDataLst>
                <p:tags r:id="rId7"/>
              </p:custDataLst>
            </p:nvPr>
          </p:nvSpPr>
          <p:spPr bwMode="auto">
            <a:xfrm>
              <a:off x="5151755" y="5541645"/>
              <a:ext cx="74295" cy="118745"/>
            </a:xfrm>
            <a:custGeom>
              <a:avLst/>
              <a:gdLst>
                <a:gd name="T0" fmla="*/ 4 w 46"/>
                <a:gd name="T1" fmla="*/ 73 h 73"/>
                <a:gd name="T2" fmla="*/ 41 w 46"/>
                <a:gd name="T3" fmla="*/ 0 h 73"/>
                <a:gd name="T4" fmla="*/ 4 w 46"/>
                <a:gd name="T5" fmla="*/ 73 h 73"/>
              </a:gdLst>
              <a:ahLst/>
              <a:cxnLst>
                <a:cxn ang="0">
                  <a:pos x="T0" y="T1"/>
                </a:cxn>
                <a:cxn ang="0">
                  <a:pos x="T2" y="T3"/>
                </a:cxn>
                <a:cxn ang="0">
                  <a:pos x="T4" y="T5"/>
                </a:cxn>
              </a:cxnLst>
              <a:rect l="0" t="0" r="r" b="b"/>
              <a:pathLst>
                <a:path w="46" h="73">
                  <a:moveTo>
                    <a:pt x="4" y="73"/>
                  </a:moveTo>
                  <a:cubicBezTo>
                    <a:pt x="4" y="73"/>
                    <a:pt x="46" y="61"/>
                    <a:pt x="41" y="0"/>
                  </a:cubicBezTo>
                  <a:cubicBezTo>
                    <a:pt x="41" y="0"/>
                    <a:pt x="0" y="20"/>
                    <a:pt x="4" y="7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89" name="Freeform 48"/>
            <p:cNvSpPr/>
            <p:nvPr userDrawn="1">
              <p:custDataLst>
                <p:tags r:id="rId8"/>
              </p:custDataLst>
            </p:nvPr>
          </p:nvSpPr>
          <p:spPr bwMode="auto">
            <a:xfrm>
              <a:off x="5112385" y="5481955"/>
              <a:ext cx="95885" cy="132080"/>
            </a:xfrm>
            <a:custGeom>
              <a:avLst/>
              <a:gdLst>
                <a:gd name="T0" fmla="*/ 28 w 59"/>
                <a:gd name="T1" fmla="*/ 82 h 82"/>
                <a:gd name="T2" fmla="*/ 27 w 59"/>
                <a:gd name="T3" fmla="*/ 0 h 82"/>
                <a:gd name="T4" fmla="*/ 28 w 59"/>
                <a:gd name="T5" fmla="*/ 82 h 82"/>
              </a:gdLst>
              <a:ahLst/>
              <a:cxnLst>
                <a:cxn ang="0">
                  <a:pos x="T0" y="T1"/>
                </a:cxn>
                <a:cxn ang="0">
                  <a:pos x="T2" y="T3"/>
                </a:cxn>
                <a:cxn ang="0">
                  <a:pos x="T4" y="T5"/>
                </a:cxn>
              </a:cxnLst>
              <a:rect l="0" t="0" r="r" b="b"/>
              <a:pathLst>
                <a:path w="59" h="82">
                  <a:moveTo>
                    <a:pt x="28" y="82"/>
                  </a:moveTo>
                  <a:cubicBezTo>
                    <a:pt x="28" y="82"/>
                    <a:pt x="59" y="51"/>
                    <a:pt x="27" y="0"/>
                  </a:cubicBezTo>
                  <a:cubicBezTo>
                    <a:pt x="27" y="0"/>
                    <a:pt x="0" y="37"/>
                    <a:pt x="28" y="8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90" name="Freeform 109"/>
            <p:cNvSpPr/>
            <p:nvPr userDrawn="1">
              <p:custDataLst>
                <p:tags r:id="rId9"/>
              </p:custDataLst>
            </p:nvPr>
          </p:nvSpPr>
          <p:spPr bwMode="auto">
            <a:xfrm>
              <a:off x="4731385" y="5468620"/>
              <a:ext cx="106680" cy="98425"/>
            </a:xfrm>
            <a:custGeom>
              <a:avLst/>
              <a:gdLst>
                <a:gd name="T0" fmla="*/ 79 w 79"/>
                <a:gd name="T1" fmla="*/ 15 h 73"/>
                <a:gd name="T2" fmla="*/ 68 w 79"/>
                <a:gd name="T3" fmla="*/ 73 h 73"/>
                <a:gd name="T4" fmla="*/ 0 w 79"/>
                <a:gd name="T5" fmla="*/ 72 h 73"/>
                <a:gd name="T6" fmla="*/ 13 w 79"/>
                <a:gd name="T7" fmla="*/ 0 h 73"/>
                <a:gd name="T8" fmla="*/ 79 w 79"/>
                <a:gd name="T9" fmla="*/ 15 h 73"/>
              </a:gdLst>
              <a:ahLst/>
              <a:cxnLst>
                <a:cxn ang="0">
                  <a:pos x="T0" y="T1"/>
                </a:cxn>
                <a:cxn ang="0">
                  <a:pos x="T2" y="T3"/>
                </a:cxn>
                <a:cxn ang="0">
                  <a:pos x="T4" y="T5"/>
                </a:cxn>
                <a:cxn ang="0">
                  <a:pos x="T6" y="T7"/>
                </a:cxn>
                <a:cxn ang="0">
                  <a:pos x="T8" y="T9"/>
                </a:cxn>
              </a:cxnLst>
              <a:rect l="0" t="0" r="r" b="b"/>
              <a:pathLst>
                <a:path w="79" h="73">
                  <a:moveTo>
                    <a:pt x="79" y="15"/>
                  </a:moveTo>
                  <a:lnTo>
                    <a:pt x="68" y="73"/>
                  </a:lnTo>
                  <a:lnTo>
                    <a:pt x="0" y="72"/>
                  </a:lnTo>
                  <a:lnTo>
                    <a:pt x="13" y="0"/>
                  </a:lnTo>
                  <a:lnTo>
                    <a:pt x="79" y="15"/>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91" name="Freeform 110"/>
            <p:cNvSpPr/>
            <p:nvPr userDrawn="1">
              <p:custDataLst>
                <p:tags r:id="rId10"/>
              </p:custDataLst>
            </p:nvPr>
          </p:nvSpPr>
          <p:spPr bwMode="auto">
            <a:xfrm>
              <a:off x="4723765" y="5518785"/>
              <a:ext cx="123190" cy="50165"/>
            </a:xfrm>
            <a:custGeom>
              <a:avLst/>
              <a:gdLst>
                <a:gd name="T0" fmla="*/ 79 w 91"/>
                <a:gd name="T1" fmla="*/ 37 h 37"/>
                <a:gd name="T2" fmla="*/ 91 w 91"/>
                <a:gd name="T3" fmla="*/ 0 h 37"/>
                <a:gd name="T4" fmla="*/ 6 w 91"/>
                <a:gd name="T5" fmla="*/ 0 h 37"/>
                <a:gd name="T6" fmla="*/ 0 w 91"/>
                <a:gd name="T7" fmla="*/ 35 h 37"/>
                <a:gd name="T8" fmla="*/ 79 w 91"/>
                <a:gd name="T9" fmla="*/ 37 h 37"/>
              </a:gdLst>
              <a:ahLst/>
              <a:cxnLst>
                <a:cxn ang="0">
                  <a:pos x="T0" y="T1"/>
                </a:cxn>
                <a:cxn ang="0">
                  <a:pos x="T2" y="T3"/>
                </a:cxn>
                <a:cxn ang="0">
                  <a:pos x="T4" y="T5"/>
                </a:cxn>
                <a:cxn ang="0">
                  <a:pos x="T6" y="T7"/>
                </a:cxn>
                <a:cxn ang="0">
                  <a:pos x="T8" y="T9"/>
                </a:cxn>
              </a:cxnLst>
              <a:rect l="0" t="0" r="r" b="b"/>
              <a:pathLst>
                <a:path w="91" h="37">
                  <a:moveTo>
                    <a:pt x="79" y="37"/>
                  </a:moveTo>
                  <a:lnTo>
                    <a:pt x="91" y="0"/>
                  </a:lnTo>
                  <a:lnTo>
                    <a:pt x="6" y="0"/>
                  </a:lnTo>
                  <a:lnTo>
                    <a:pt x="0" y="35"/>
                  </a:lnTo>
                  <a:lnTo>
                    <a:pt x="79" y="37"/>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92" name="Freeform 111"/>
            <p:cNvSpPr/>
            <p:nvPr userDrawn="1">
              <p:custDataLst>
                <p:tags r:id="rId11"/>
              </p:custDataLst>
            </p:nvPr>
          </p:nvSpPr>
          <p:spPr bwMode="auto">
            <a:xfrm>
              <a:off x="4650740" y="5561965"/>
              <a:ext cx="364490" cy="198755"/>
            </a:xfrm>
            <a:custGeom>
              <a:avLst/>
              <a:gdLst>
                <a:gd name="T0" fmla="*/ 119 w 225"/>
                <a:gd name="T1" fmla="*/ 5 h 123"/>
                <a:gd name="T2" fmla="*/ 137 w 225"/>
                <a:gd name="T3" fmla="*/ 75 h 123"/>
                <a:gd name="T4" fmla="*/ 212 w 225"/>
                <a:gd name="T5" fmla="*/ 100 h 123"/>
                <a:gd name="T6" fmla="*/ 209 w 225"/>
                <a:gd name="T7" fmla="*/ 121 h 123"/>
                <a:gd name="T8" fmla="*/ 115 w 225"/>
                <a:gd name="T9" fmla="*/ 123 h 123"/>
                <a:gd name="T10" fmla="*/ 60 w 225"/>
                <a:gd name="T11" fmla="*/ 96 h 123"/>
                <a:gd name="T12" fmla="*/ 45 w 225"/>
                <a:gd name="T13" fmla="*/ 107 h 123"/>
                <a:gd name="T14" fmla="*/ 0 w 225"/>
                <a:gd name="T15" fmla="*/ 91 h 123"/>
                <a:gd name="T16" fmla="*/ 40 w 225"/>
                <a:gd name="T17" fmla="*/ 0 h 123"/>
                <a:gd name="T18" fmla="*/ 119 w 225"/>
                <a:gd name="T19" fmla="*/ 5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5" h="123">
                  <a:moveTo>
                    <a:pt x="119" y="5"/>
                  </a:moveTo>
                  <a:cubicBezTo>
                    <a:pt x="137" y="75"/>
                    <a:pt x="137" y="75"/>
                    <a:pt x="137" y="75"/>
                  </a:cubicBezTo>
                  <a:cubicBezTo>
                    <a:pt x="212" y="100"/>
                    <a:pt x="212" y="100"/>
                    <a:pt x="212" y="100"/>
                  </a:cubicBezTo>
                  <a:cubicBezTo>
                    <a:pt x="225" y="103"/>
                    <a:pt x="223" y="121"/>
                    <a:pt x="209" y="121"/>
                  </a:cubicBezTo>
                  <a:cubicBezTo>
                    <a:pt x="115" y="123"/>
                    <a:pt x="115" y="123"/>
                    <a:pt x="115" y="123"/>
                  </a:cubicBezTo>
                  <a:cubicBezTo>
                    <a:pt x="60" y="96"/>
                    <a:pt x="60" y="96"/>
                    <a:pt x="60" y="96"/>
                  </a:cubicBezTo>
                  <a:cubicBezTo>
                    <a:pt x="45" y="107"/>
                    <a:pt x="45" y="107"/>
                    <a:pt x="45" y="107"/>
                  </a:cubicBezTo>
                  <a:cubicBezTo>
                    <a:pt x="0" y="91"/>
                    <a:pt x="0" y="91"/>
                    <a:pt x="0" y="91"/>
                  </a:cubicBezTo>
                  <a:cubicBezTo>
                    <a:pt x="40" y="0"/>
                    <a:pt x="40" y="0"/>
                    <a:pt x="40" y="0"/>
                  </a:cubicBezTo>
                  <a:lnTo>
                    <a:pt x="119" y="5"/>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93" name="Freeform 112"/>
            <p:cNvSpPr/>
            <p:nvPr userDrawn="1">
              <p:custDataLst>
                <p:tags r:id="rId12"/>
              </p:custDataLst>
            </p:nvPr>
          </p:nvSpPr>
          <p:spPr bwMode="auto">
            <a:xfrm>
              <a:off x="4399280" y="5475605"/>
              <a:ext cx="99695" cy="98425"/>
            </a:xfrm>
            <a:custGeom>
              <a:avLst/>
              <a:gdLst>
                <a:gd name="T0" fmla="*/ 6 w 74"/>
                <a:gd name="T1" fmla="*/ 0 h 73"/>
                <a:gd name="T2" fmla="*/ 0 w 74"/>
                <a:gd name="T3" fmla="*/ 60 h 73"/>
                <a:gd name="T4" fmla="*/ 67 w 74"/>
                <a:gd name="T5" fmla="*/ 73 h 73"/>
                <a:gd name="T6" fmla="*/ 74 w 74"/>
                <a:gd name="T7" fmla="*/ 1 h 73"/>
                <a:gd name="T8" fmla="*/ 6 w 74"/>
                <a:gd name="T9" fmla="*/ 0 h 73"/>
              </a:gdLst>
              <a:ahLst/>
              <a:cxnLst>
                <a:cxn ang="0">
                  <a:pos x="T0" y="T1"/>
                </a:cxn>
                <a:cxn ang="0">
                  <a:pos x="T2" y="T3"/>
                </a:cxn>
                <a:cxn ang="0">
                  <a:pos x="T4" y="T5"/>
                </a:cxn>
                <a:cxn ang="0">
                  <a:pos x="T6" y="T7"/>
                </a:cxn>
                <a:cxn ang="0">
                  <a:pos x="T8" y="T9"/>
                </a:cxn>
              </a:cxnLst>
              <a:rect l="0" t="0" r="r" b="b"/>
              <a:pathLst>
                <a:path w="74" h="73">
                  <a:moveTo>
                    <a:pt x="6" y="0"/>
                  </a:moveTo>
                  <a:lnTo>
                    <a:pt x="0" y="60"/>
                  </a:lnTo>
                  <a:lnTo>
                    <a:pt x="67" y="73"/>
                  </a:lnTo>
                  <a:lnTo>
                    <a:pt x="74" y="1"/>
                  </a:lnTo>
                  <a:lnTo>
                    <a:pt x="6" y="0"/>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94" name="Freeform 113"/>
            <p:cNvSpPr/>
            <p:nvPr userDrawn="1">
              <p:custDataLst>
                <p:tags r:id="rId13"/>
              </p:custDataLst>
            </p:nvPr>
          </p:nvSpPr>
          <p:spPr bwMode="auto">
            <a:xfrm>
              <a:off x="4391025" y="5504815"/>
              <a:ext cx="112395" cy="70485"/>
            </a:xfrm>
            <a:custGeom>
              <a:avLst/>
              <a:gdLst>
                <a:gd name="T0" fmla="*/ 2 w 83"/>
                <a:gd name="T1" fmla="*/ 38 h 52"/>
                <a:gd name="T2" fmla="*/ 0 w 83"/>
                <a:gd name="T3" fmla="*/ 0 h 52"/>
                <a:gd name="T4" fmla="*/ 83 w 83"/>
                <a:gd name="T5" fmla="*/ 19 h 52"/>
                <a:gd name="T6" fmla="*/ 79 w 83"/>
                <a:gd name="T7" fmla="*/ 52 h 52"/>
                <a:gd name="T8" fmla="*/ 2 w 83"/>
                <a:gd name="T9" fmla="*/ 38 h 52"/>
              </a:gdLst>
              <a:ahLst/>
              <a:cxnLst>
                <a:cxn ang="0">
                  <a:pos x="T0" y="T1"/>
                </a:cxn>
                <a:cxn ang="0">
                  <a:pos x="T2" y="T3"/>
                </a:cxn>
                <a:cxn ang="0">
                  <a:pos x="T4" y="T5"/>
                </a:cxn>
                <a:cxn ang="0">
                  <a:pos x="T6" y="T7"/>
                </a:cxn>
                <a:cxn ang="0">
                  <a:pos x="T8" y="T9"/>
                </a:cxn>
              </a:cxnLst>
              <a:rect l="0" t="0" r="r" b="b"/>
              <a:pathLst>
                <a:path w="83" h="52">
                  <a:moveTo>
                    <a:pt x="2" y="38"/>
                  </a:moveTo>
                  <a:lnTo>
                    <a:pt x="0" y="0"/>
                  </a:lnTo>
                  <a:lnTo>
                    <a:pt x="83" y="19"/>
                  </a:lnTo>
                  <a:lnTo>
                    <a:pt x="79" y="52"/>
                  </a:lnTo>
                  <a:lnTo>
                    <a:pt x="2" y="38"/>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95" name="Freeform 114"/>
            <p:cNvSpPr/>
            <p:nvPr userDrawn="1">
              <p:custDataLst>
                <p:tags r:id="rId14"/>
              </p:custDataLst>
            </p:nvPr>
          </p:nvSpPr>
          <p:spPr bwMode="auto">
            <a:xfrm>
              <a:off x="4157345" y="5553710"/>
              <a:ext cx="372745" cy="187960"/>
            </a:xfrm>
            <a:custGeom>
              <a:avLst/>
              <a:gdLst>
                <a:gd name="T0" fmla="*/ 138 w 230"/>
                <a:gd name="T1" fmla="*/ 0 h 116"/>
                <a:gd name="T2" fmla="*/ 117 w 230"/>
                <a:gd name="T3" fmla="*/ 58 h 116"/>
                <a:gd name="T4" fmla="*/ 17 w 230"/>
                <a:gd name="T5" fmla="*/ 94 h 116"/>
                <a:gd name="T6" fmla="*/ 14 w 230"/>
                <a:gd name="T7" fmla="*/ 116 h 116"/>
                <a:gd name="T8" fmla="*/ 110 w 230"/>
                <a:gd name="T9" fmla="*/ 116 h 116"/>
                <a:gd name="T10" fmla="*/ 171 w 230"/>
                <a:gd name="T11" fmla="*/ 102 h 116"/>
                <a:gd name="T12" fmla="*/ 182 w 230"/>
                <a:gd name="T13" fmla="*/ 116 h 116"/>
                <a:gd name="T14" fmla="*/ 230 w 230"/>
                <a:gd name="T15" fmla="*/ 110 h 116"/>
                <a:gd name="T16" fmla="*/ 215 w 230"/>
                <a:gd name="T17" fmla="*/ 13 h 116"/>
                <a:gd name="T18" fmla="*/ 138 w 230"/>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0" h="116">
                  <a:moveTo>
                    <a:pt x="138" y="0"/>
                  </a:moveTo>
                  <a:cubicBezTo>
                    <a:pt x="117" y="58"/>
                    <a:pt x="117" y="58"/>
                    <a:pt x="117" y="58"/>
                  </a:cubicBezTo>
                  <a:cubicBezTo>
                    <a:pt x="17" y="94"/>
                    <a:pt x="17" y="94"/>
                    <a:pt x="17" y="94"/>
                  </a:cubicBezTo>
                  <a:cubicBezTo>
                    <a:pt x="2" y="94"/>
                    <a:pt x="0" y="113"/>
                    <a:pt x="14" y="116"/>
                  </a:cubicBezTo>
                  <a:cubicBezTo>
                    <a:pt x="110" y="116"/>
                    <a:pt x="110" y="116"/>
                    <a:pt x="110" y="116"/>
                  </a:cubicBezTo>
                  <a:cubicBezTo>
                    <a:pt x="171" y="102"/>
                    <a:pt x="171" y="102"/>
                    <a:pt x="171" y="102"/>
                  </a:cubicBezTo>
                  <a:cubicBezTo>
                    <a:pt x="182" y="116"/>
                    <a:pt x="182" y="116"/>
                    <a:pt x="182" y="116"/>
                  </a:cubicBezTo>
                  <a:cubicBezTo>
                    <a:pt x="230" y="110"/>
                    <a:pt x="230" y="110"/>
                    <a:pt x="230" y="110"/>
                  </a:cubicBezTo>
                  <a:cubicBezTo>
                    <a:pt x="215" y="13"/>
                    <a:pt x="215" y="13"/>
                    <a:pt x="215" y="13"/>
                  </a:cubicBezTo>
                  <a:lnTo>
                    <a:pt x="138" y="0"/>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96" name="Freeform 115"/>
            <p:cNvSpPr/>
            <p:nvPr userDrawn="1">
              <p:custDataLst>
                <p:tags r:id="rId15"/>
              </p:custDataLst>
            </p:nvPr>
          </p:nvSpPr>
          <p:spPr bwMode="auto">
            <a:xfrm>
              <a:off x="4619625" y="3385820"/>
              <a:ext cx="321310" cy="144780"/>
            </a:xfrm>
            <a:custGeom>
              <a:avLst/>
              <a:gdLst>
                <a:gd name="T0" fmla="*/ 58 w 198"/>
                <a:gd name="T1" fmla="*/ 11 h 89"/>
                <a:gd name="T2" fmla="*/ 56 w 198"/>
                <a:gd name="T3" fmla="*/ 35 h 89"/>
                <a:gd name="T4" fmla="*/ 11 w 198"/>
                <a:gd name="T5" fmla="*/ 86 h 89"/>
                <a:gd name="T6" fmla="*/ 0 w 198"/>
                <a:gd name="T7" fmla="*/ 89 h 89"/>
                <a:gd name="T8" fmla="*/ 198 w 198"/>
                <a:gd name="T9" fmla="*/ 89 h 89"/>
                <a:gd name="T10" fmla="*/ 172 w 198"/>
                <a:gd name="T11" fmla="*/ 88 h 89"/>
                <a:gd name="T12" fmla="*/ 132 w 198"/>
                <a:gd name="T13" fmla="*/ 29 h 89"/>
                <a:gd name="T14" fmla="*/ 135 w 198"/>
                <a:gd name="T15" fmla="*/ 0 h 89"/>
                <a:gd name="T16" fmla="*/ 58 w 198"/>
                <a:gd name="T17" fmla="*/ 11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8" h="89">
                  <a:moveTo>
                    <a:pt x="58" y="11"/>
                  </a:moveTo>
                  <a:cubicBezTo>
                    <a:pt x="56" y="35"/>
                    <a:pt x="56" y="35"/>
                    <a:pt x="56" y="35"/>
                  </a:cubicBezTo>
                  <a:cubicBezTo>
                    <a:pt x="53" y="59"/>
                    <a:pt x="36" y="79"/>
                    <a:pt x="11" y="86"/>
                  </a:cubicBezTo>
                  <a:cubicBezTo>
                    <a:pt x="0" y="89"/>
                    <a:pt x="0" y="89"/>
                    <a:pt x="0" y="89"/>
                  </a:cubicBezTo>
                  <a:cubicBezTo>
                    <a:pt x="198" y="89"/>
                    <a:pt x="198" y="89"/>
                    <a:pt x="198" y="89"/>
                  </a:cubicBezTo>
                  <a:cubicBezTo>
                    <a:pt x="172" y="88"/>
                    <a:pt x="172" y="88"/>
                    <a:pt x="172" y="88"/>
                  </a:cubicBezTo>
                  <a:cubicBezTo>
                    <a:pt x="146" y="79"/>
                    <a:pt x="130" y="55"/>
                    <a:pt x="132" y="29"/>
                  </a:cubicBezTo>
                  <a:cubicBezTo>
                    <a:pt x="135" y="0"/>
                    <a:pt x="135" y="0"/>
                    <a:pt x="135" y="0"/>
                  </a:cubicBezTo>
                  <a:lnTo>
                    <a:pt x="58" y="11"/>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97" name="Freeform 116"/>
            <p:cNvSpPr/>
            <p:nvPr userDrawn="1">
              <p:custDataLst>
                <p:tags r:id="rId16"/>
              </p:custDataLst>
            </p:nvPr>
          </p:nvSpPr>
          <p:spPr bwMode="auto">
            <a:xfrm>
              <a:off x="4361815" y="4399915"/>
              <a:ext cx="590550" cy="1085850"/>
            </a:xfrm>
            <a:custGeom>
              <a:avLst/>
              <a:gdLst>
                <a:gd name="T0" fmla="*/ 364 w 364"/>
                <a:gd name="T1" fmla="*/ 42 h 671"/>
                <a:gd name="T2" fmla="*/ 314 w 364"/>
                <a:gd name="T3" fmla="*/ 671 h 671"/>
                <a:gd name="T4" fmla="*/ 235 w 364"/>
                <a:gd name="T5" fmla="*/ 671 h 671"/>
                <a:gd name="T6" fmla="*/ 219 w 364"/>
                <a:gd name="T7" fmla="*/ 159 h 671"/>
                <a:gd name="T8" fmla="*/ 145 w 364"/>
                <a:gd name="T9" fmla="*/ 372 h 671"/>
                <a:gd name="T10" fmla="*/ 88 w 364"/>
                <a:gd name="T11" fmla="*/ 671 h 671"/>
                <a:gd name="T12" fmla="*/ 0 w 364"/>
                <a:gd name="T13" fmla="*/ 671 h 671"/>
                <a:gd name="T14" fmla="*/ 48 w 364"/>
                <a:gd name="T15" fmla="*/ 329 h 671"/>
                <a:gd name="T16" fmla="*/ 75 w 364"/>
                <a:gd name="T17" fmla="*/ 25 h 671"/>
                <a:gd name="T18" fmla="*/ 344 w 364"/>
                <a:gd name="T19" fmla="*/ 34 h 671"/>
                <a:gd name="T20" fmla="*/ 364 w 364"/>
                <a:gd name="T21" fmla="*/ 42 h 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671">
                  <a:moveTo>
                    <a:pt x="364" y="42"/>
                  </a:moveTo>
                  <a:cubicBezTo>
                    <a:pt x="314" y="671"/>
                    <a:pt x="314" y="671"/>
                    <a:pt x="314" y="671"/>
                  </a:cubicBezTo>
                  <a:cubicBezTo>
                    <a:pt x="235" y="671"/>
                    <a:pt x="235" y="671"/>
                    <a:pt x="235" y="671"/>
                  </a:cubicBezTo>
                  <a:cubicBezTo>
                    <a:pt x="219" y="159"/>
                    <a:pt x="219" y="159"/>
                    <a:pt x="219" y="159"/>
                  </a:cubicBezTo>
                  <a:cubicBezTo>
                    <a:pt x="145" y="372"/>
                    <a:pt x="145" y="372"/>
                    <a:pt x="145" y="372"/>
                  </a:cubicBezTo>
                  <a:cubicBezTo>
                    <a:pt x="88" y="671"/>
                    <a:pt x="88" y="671"/>
                    <a:pt x="88" y="671"/>
                  </a:cubicBezTo>
                  <a:cubicBezTo>
                    <a:pt x="0" y="671"/>
                    <a:pt x="0" y="671"/>
                    <a:pt x="0" y="671"/>
                  </a:cubicBezTo>
                  <a:cubicBezTo>
                    <a:pt x="48" y="329"/>
                    <a:pt x="48" y="329"/>
                    <a:pt x="48" y="329"/>
                  </a:cubicBezTo>
                  <a:cubicBezTo>
                    <a:pt x="75" y="25"/>
                    <a:pt x="75" y="25"/>
                    <a:pt x="75" y="25"/>
                  </a:cubicBezTo>
                  <a:cubicBezTo>
                    <a:pt x="163" y="0"/>
                    <a:pt x="258" y="3"/>
                    <a:pt x="344" y="34"/>
                  </a:cubicBezTo>
                  <a:lnTo>
                    <a:pt x="364" y="42"/>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98" name="Freeform 117"/>
            <p:cNvSpPr/>
            <p:nvPr userDrawn="1">
              <p:custDataLst>
                <p:tags r:id="rId17"/>
              </p:custDataLst>
            </p:nvPr>
          </p:nvSpPr>
          <p:spPr bwMode="auto">
            <a:xfrm>
              <a:off x="4508500" y="2994025"/>
              <a:ext cx="433705" cy="467360"/>
            </a:xfrm>
            <a:custGeom>
              <a:avLst/>
              <a:gdLst>
                <a:gd name="T0" fmla="*/ 0 w 267"/>
                <a:gd name="T1" fmla="*/ 21 h 288"/>
                <a:gd name="T2" fmla="*/ 86 w 267"/>
                <a:gd name="T3" fmla="*/ 239 h 288"/>
                <a:gd name="T4" fmla="*/ 257 w 267"/>
                <a:gd name="T5" fmla="*/ 204 h 288"/>
                <a:gd name="T6" fmla="*/ 236 w 267"/>
                <a:gd name="T7" fmla="*/ 0 h 288"/>
                <a:gd name="T8" fmla="*/ 0 w 267"/>
                <a:gd name="T9" fmla="*/ 21 h 288"/>
              </a:gdLst>
              <a:ahLst/>
              <a:cxnLst>
                <a:cxn ang="0">
                  <a:pos x="T0" y="T1"/>
                </a:cxn>
                <a:cxn ang="0">
                  <a:pos x="T2" y="T3"/>
                </a:cxn>
                <a:cxn ang="0">
                  <a:pos x="T4" y="T5"/>
                </a:cxn>
                <a:cxn ang="0">
                  <a:pos x="T6" y="T7"/>
                </a:cxn>
                <a:cxn ang="0">
                  <a:pos x="T8" y="T9"/>
                </a:cxn>
              </a:cxnLst>
              <a:rect l="0" t="0" r="r" b="b"/>
              <a:pathLst>
                <a:path w="267" h="288">
                  <a:moveTo>
                    <a:pt x="0" y="21"/>
                  </a:moveTo>
                  <a:cubicBezTo>
                    <a:pt x="0" y="21"/>
                    <a:pt x="26" y="190"/>
                    <a:pt x="86" y="239"/>
                  </a:cubicBezTo>
                  <a:cubicBezTo>
                    <a:pt x="147" y="288"/>
                    <a:pt x="248" y="240"/>
                    <a:pt x="257" y="204"/>
                  </a:cubicBezTo>
                  <a:cubicBezTo>
                    <a:pt x="267" y="168"/>
                    <a:pt x="236" y="0"/>
                    <a:pt x="236" y="0"/>
                  </a:cubicBezTo>
                  <a:lnTo>
                    <a:pt x="0" y="21"/>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99" name="Freeform 118"/>
            <p:cNvSpPr/>
            <p:nvPr userDrawn="1">
              <p:custDataLst>
                <p:tags r:id="rId18"/>
              </p:custDataLst>
            </p:nvPr>
          </p:nvSpPr>
          <p:spPr bwMode="auto">
            <a:xfrm>
              <a:off x="4911090" y="3116580"/>
              <a:ext cx="68580" cy="144780"/>
            </a:xfrm>
            <a:custGeom>
              <a:avLst/>
              <a:gdLst>
                <a:gd name="T0" fmla="*/ 11 w 42"/>
                <a:gd name="T1" fmla="*/ 89 h 89"/>
                <a:gd name="T2" fmla="*/ 18 w 42"/>
                <a:gd name="T3" fmla="*/ 87 h 89"/>
                <a:gd name="T4" fmla="*/ 25 w 42"/>
                <a:gd name="T5" fmla="*/ 32 h 89"/>
                <a:gd name="T6" fmla="*/ 0 w 42"/>
                <a:gd name="T7" fmla="*/ 0 h 89"/>
                <a:gd name="T8" fmla="*/ 11 w 42"/>
                <a:gd name="T9" fmla="*/ 89 h 89"/>
              </a:gdLst>
              <a:ahLst/>
              <a:cxnLst>
                <a:cxn ang="0">
                  <a:pos x="T0" y="T1"/>
                </a:cxn>
                <a:cxn ang="0">
                  <a:pos x="T2" y="T3"/>
                </a:cxn>
                <a:cxn ang="0">
                  <a:pos x="T4" y="T5"/>
                </a:cxn>
                <a:cxn ang="0">
                  <a:pos x="T6" y="T7"/>
                </a:cxn>
                <a:cxn ang="0">
                  <a:pos x="T8" y="T9"/>
                </a:cxn>
              </a:cxnLst>
              <a:rect l="0" t="0" r="r" b="b"/>
              <a:pathLst>
                <a:path w="42" h="89">
                  <a:moveTo>
                    <a:pt x="11" y="89"/>
                  </a:moveTo>
                  <a:cubicBezTo>
                    <a:pt x="13" y="89"/>
                    <a:pt x="15" y="88"/>
                    <a:pt x="18" y="87"/>
                  </a:cubicBezTo>
                  <a:cubicBezTo>
                    <a:pt x="42" y="76"/>
                    <a:pt x="37" y="54"/>
                    <a:pt x="25" y="32"/>
                  </a:cubicBezTo>
                  <a:cubicBezTo>
                    <a:pt x="17" y="17"/>
                    <a:pt x="17" y="2"/>
                    <a:pt x="0" y="0"/>
                  </a:cubicBezTo>
                  <a:lnTo>
                    <a:pt x="11" y="89"/>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00" name="Freeform 119"/>
            <p:cNvSpPr/>
            <p:nvPr userDrawn="1">
              <p:custDataLst>
                <p:tags r:id="rId19"/>
              </p:custDataLst>
            </p:nvPr>
          </p:nvSpPr>
          <p:spPr bwMode="auto">
            <a:xfrm>
              <a:off x="4499610" y="2804795"/>
              <a:ext cx="537845" cy="342900"/>
            </a:xfrm>
            <a:custGeom>
              <a:avLst/>
              <a:gdLst>
                <a:gd name="T0" fmla="*/ 47 w 331"/>
                <a:gd name="T1" fmla="*/ 191 h 212"/>
                <a:gd name="T2" fmla="*/ 6 w 331"/>
                <a:gd name="T3" fmla="*/ 128 h 212"/>
                <a:gd name="T4" fmla="*/ 60 w 331"/>
                <a:gd name="T5" fmla="*/ 50 h 212"/>
                <a:gd name="T6" fmla="*/ 189 w 331"/>
                <a:gd name="T7" fmla="*/ 36 h 212"/>
                <a:gd name="T8" fmla="*/ 241 w 331"/>
                <a:gd name="T9" fmla="*/ 16 h 212"/>
                <a:gd name="T10" fmla="*/ 314 w 331"/>
                <a:gd name="T11" fmla="*/ 41 h 212"/>
                <a:gd name="T12" fmla="*/ 290 w 331"/>
                <a:gd name="T13" fmla="*/ 151 h 212"/>
                <a:gd name="T14" fmla="*/ 98 w 331"/>
                <a:gd name="T15" fmla="*/ 201 h 212"/>
                <a:gd name="T16" fmla="*/ 47 w 331"/>
                <a:gd name="T17" fmla="*/ 191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1" h="212">
                  <a:moveTo>
                    <a:pt x="47" y="191"/>
                  </a:moveTo>
                  <a:cubicBezTo>
                    <a:pt x="18" y="183"/>
                    <a:pt x="0" y="155"/>
                    <a:pt x="6" y="128"/>
                  </a:cubicBezTo>
                  <a:cubicBezTo>
                    <a:pt x="12" y="105"/>
                    <a:pt x="20" y="67"/>
                    <a:pt x="60" y="50"/>
                  </a:cubicBezTo>
                  <a:cubicBezTo>
                    <a:pt x="136" y="18"/>
                    <a:pt x="164" y="36"/>
                    <a:pt x="189" y="36"/>
                  </a:cubicBezTo>
                  <a:cubicBezTo>
                    <a:pt x="214" y="36"/>
                    <a:pt x="227" y="22"/>
                    <a:pt x="241" y="16"/>
                  </a:cubicBezTo>
                  <a:cubicBezTo>
                    <a:pt x="274" y="0"/>
                    <a:pt x="304" y="27"/>
                    <a:pt x="314" y="41"/>
                  </a:cubicBezTo>
                  <a:cubicBezTo>
                    <a:pt x="324" y="55"/>
                    <a:pt x="331" y="123"/>
                    <a:pt x="290" y="151"/>
                  </a:cubicBezTo>
                  <a:cubicBezTo>
                    <a:pt x="249" y="179"/>
                    <a:pt x="171" y="212"/>
                    <a:pt x="98" y="201"/>
                  </a:cubicBezTo>
                  <a:cubicBezTo>
                    <a:pt x="76" y="198"/>
                    <a:pt x="59" y="195"/>
                    <a:pt x="47" y="191"/>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01" name="Freeform 120"/>
            <p:cNvSpPr/>
            <p:nvPr userDrawn="1">
              <p:custDataLst>
                <p:tags r:id="rId20"/>
              </p:custDataLst>
            </p:nvPr>
          </p:nvSpPr>
          <p:spPr bwMode="auto">
            <a:xfrm>
              <a:off x="4516755" y="3176270"/>
              <a:ext cx="83820" cy="147320"/>
            </a:xfrm>
            <a:custGeom>
              <a:avLst/>
              <a:gdLst>
                <a:gd name="T0" fmla="*/ 51 w 51"/>
                <a:gd name="T1" fmla="*/ 91 h 91"/>
                <a:gd name="T2" fmla="*/ 43 w 51"/>
                <a:gd name="T3" fmla="*/ 91 h 91"/>
                <a:gd name="T4" fmla="*/ 11 w 51"/>
                <a:gd name="T5" fmla="*/ 46 h 91"/>
                <a:gd name="T6" fmla="*/ 15 w 51"/>
                <a:gd name="T7" fmla="*/ 0 h 91"/>
                <a:gd name="T8" fmla="*/ 51 w 51"/>
                <a:gd name="T9" fmla="*/ 91 h 91"/>
              </a:gdLst>
              <a:ahLst/>
              <a:cxnLst>
                <a:cxn ang="0">
                  <a:pos x="T0" y="T1"/>
                </a:cxn>
                <a:cxn ang="0">
                  <a:pos x="T2" y="T3"/>
                </a:cxn>
                <a:cxn ang="0">
                  <a:pos x="T4" y="T5"/>
                </a:cxn>
                <a:cxn ang="0">
                  <a:pos x="T6" y="T7"/>
                </a:cxn>
                <a:cxn ang="0">
                  <a:pos x="T8" y="T9"/>
                </a:cxn>
              </a:cxnLst>
              <a:rect l="0" t="0" r="r" b="b"/>
              <a:pathLst>
                <a:path w="51" h="91">
                  <a:moveTo>
                    <a:pt x="51" y="91"/>
                  </a:moveTo>
                  <a:cubicBezTo>
                    <a:pt x="48" y="91"/>
                    <a:pt x="46" y="91"/>
                    <a:pt x="43" y="91"/>
                  </a:cubicBezTo>
                  <a:cubicBezTo>
                    <a:pt x="14" y="91"/>
                    <a:pt x="11" y="73"/>
                    <a:pt x="11" y="46"/>
                  </a:cubicBezTo>
                  <a:cubicBezTo>
                    <a:pt x="11" y="28"/>
                    <a:pt x="0" y="9"/>
                    <a:pt x="15" y="0"/>
                  </a:cubicBezTo>
                  <a:lnTo>
                    <a:pt x="51" y="91"/>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02" name="Freeform 121"/>
            <p:cNvSpPr/>
            <p:nvPr userDrawn="1">
              <p:custDataLst>
                <p:tags r:id="rId21"/>
              </p:custDataLst>
            </p:nvPr>
          </p:nvSpPr>
          <p:spPr bwMode="auto">
            <a:xfrm>
              <a:off x="5030470" y="2858770"/>
              <a:ext cx="194310" cy="606425"/>
            </a:xfrm>
            <a:custGeom>
              <a:avLst/>
              <a:gdLst>
                <a:gd name="T0" fmla="*/ 0 w 144"/>
                <a:gd name="T1" fmla="*/ 384 h 449"/>
                <a:gd name="T2" fmla="*/ 72 w 144"/>
                <a:gd name="T3" fmla="*/ 281 h 449"/>
                <a:gd name="T4" fmla="*/ 63 w 144"/>
                <a:gd name="T5" fmla="*/ 7 h 449"/>
                <a:gd name="T6" fmla="*/ 110 w 144"/>
                <a:gd name="T7" fmla="*/ 0 h 449"/>
                <a:gd name="T8" fmla="*/ 144 w 144"/>
                <a:gd name="T9" fmla="*/ 284 h 449"/>
                <a:gd name="T10" fmla="*/ 86 w 144"/>
                <a:gd name="T11" fmla="*/ 449 h 449"/>
                <a:gd name="T12" fmla="*/ 0 w 144"/>
                <a:gd name="T13" fmla="*/ 384 h 449"/>
              </a:gdLst>
              <a:ahLst/>
              <a:cxnLst>
                <a:cxn ang="0">
                  <a:pos x="T0" y="T1"/>
                </a:cxn>
                <a:cxn ang="0">
                  <a:pos x="T2" y="T3"/>
                </a:cxn>
                <a:cxn ang="0">
                  <a:pos x="T4" y="T5"/>
                </a:cxn>
                <a:cxn ang="0">
                  <a:pos x="T6" y="T7"/>
                </a:cxn>
                <a:cxn ang="0">
                  <a:pos x="T8" y="T9"/>
                </a:cxn>
                <a:cxn ang="0">
                  <a:pos x="T10" y="T11"/>
                </a:cxn>
                <a:cxn ang="0">
                  <a:pos x="T12" y="T13"/>
                </a:cxn>
              </a:cxnLst>
              <a:rect l="0" t="0" r="r" b="b"/>
              <a:pathLst>
                <a:path w="144" h="449">
                  <a:moveTo>
                    <a:pt x="0" y="384"/>
                  </a:moveTo>
                  <a:lnTo>
                    <a:pt x="72" y="281"/>
                  </a:lnTo>
                  <a:lnTo>
                    <a:pt x="63" y="7"/>
                  </a:lnTo>
                  <a:lnTo>
                    <a:pt x="110" y="0"/>
                  </a:lnTo>
                  <a:lnTo>
                    <a:pt x="144" y="284"/>
                  </a:lnTo>
                  <a:lnTo>
                    <a:pt x="86" y="449"/>
                  </a:lnTo>
                  <a:lnTo>
                    <a:pt x="0" y="384"/>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03" name="Freeform 122"/>
            <p:cNvSpPr/>
            <p:nvPr userDrawn="1">
              <p:custDataLst>
                <p:tags r:id="rId22"/>
              </p:custDataLst>
            </p:nvPr>
          </p:nvSpPr>
          <p:spPr bwMode="auto">
            <a:xfrm>
              <a:off x="4255135" y="2872105"/>
              <a:ext cx="194310" cy="607695"/>
            </a:xfrm>
            <a:custGeom>
              <a:avLst/>
              <a:gdLst>
                <a:gd name="T0" fmla="*/ 144 w 144"/>
                <a:gd name="T1" fmla="*/ 385 h 450"/>
                <a:gd name="T2" fmla="*/ 72 w 144"/>
                <a:gd name="T3" fmla="*/ 282 h 450"/>
                <a:gd name="T4" fmla="*/ 80 w 144"/>
                <a:gd name="T5" fmla="*/ 8 h 450"/>
                <a:gd name="T6" fmla="*/ 34 w 144"/>
                <a:gd name="T7" fmla="*/ 0 h 450"/>
                <a:gd name="T8" fmla="*/ 0 w 144"/>
                <a:gd name="T9" fmla="*/ 285 h 450"/>
                <a:gd name="T10" fmla="*/ 58 w 144"/>
                <a:gd name="T11" fmla="*/ 450 h 450"/>
                <a:gd name="T12" fmla="*/ 144 w 144"/>
                <a:gd name="T13" fmla="*/ 385 h 450"/>
              </a:gdLst>
              <a:ahLst/>
              <a:cxnLst>
                <a:cxn ang="0">
                  <a:pos x="T0" y="T1"/>
                </a:cxn>
                <a:cxn ang="0">
                  <a:pos x="T2" y="T3"/>
                </a:cxn>
                <a:cxn ang="0">
                  <a:pos x="T4" y="T5"/>
                </a:cxn>
                <a:cxn ang="0">
                  <a:pos x="T6" y="T7"/>
                </a:cxn>
                <a:cxn ang="0">
                  <a:pos x="T8" y="T9"/>
                </a:cxn>
                <a:cxn ang="0">
                  <a:pos x="T10" y="T11"/>
                </a:cxn>
                <a:cxn ang="0">
                  <a:pos x="T12" y="T13"/>
                </a:cxn>
              </a:cxnLst>
              <a:rect l="0" t="0" r="r" b="b"/>
              <a:pathLst>
                <a:path w="144" h="450">
                  <a:moveTo>
                    <a:pt x="144" y="385"/>
                  </a:moveTo>
                  <a:lnTo>
                    <a:pt x="72" y="282"/>
                  </a:lnTo>
                  <a:lnTo>
                    <a:pt x="80" y="8"/>
                  </a:lnTo>
                  <a:lnTo>
                    <a:pt x="34" y="0"/>
                  </a:lnTo>
                  <a:lnTo>
                    <a:pt x="0" y="285"/>
                  </a:lnTo>
                  <a:lnTo>
                    <a:pt x="58" y="450"/>
                  </a:lnTo>
                  <a:lnTo>
                    <a:pt x="144" y="385"/>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04" name="Freeform 123"/>
            <p:cNvSpPr/>
            <p:nvPr userDrawn="1">
              <p:custDataLst>
                <p:tags r:id="rId23"/>
              </p:custDataLst>
            </p:nvPr>
          </p:nvSpPr>
          <p:spPr bwMode="auto">
            <a:xfrm>
              <a:off x="4454525" y="3759835"/>
              <a:ext cx="618490" cy="757555"/>
            </a:xfrm>
            <a:custGeom>
              <a:avLst/>
              <a:gdLst>
                <a:gd name="T0" fmla="*/ 350 w 382"/>
                <a:gd name="T1" fmla="*/ 34 h 468"/>
                <a:gd name="T2" fmla="*/ 55 w 382"/>
                <a:gd name="T3" fmla="*/ 0 h 468"/>
                <a:gd name="T4" fmla="*/ 0 w 382"/>
                <a:gd name="T5" fmla="*/ 445 h 468"/>
                <a:gd name="T6" fmla="*/ 10 w 382"/>
                <a:gd name="T7" fmla="*/ 446 h 468"/>
                <a:gd name="T8" fmla="*/ 48 w 382"/>
                <a:gd name="T9" fmla="*/ 421 h 468"/>
                <a:gd name="T10" fmla="*/ 76 w 382"/>
                <a:gd name="T11" fmla="*/ 414 h 468"/>
                <a:gd name="T12" fmla="*/ 119 w 382"/>
                <a:gd name="T13" fmla="*/ 404 h 468"/>
                <a:gd name="T14" fmla="*/ 163 w 382"/>
                <a:gd name="T15" fmla="*/ 405 h 468"/>
                <a:gd name="T16" fmla="*/ 259 w 382"/>
                <a:gd name="T17" fmla="*/ 422 h 468"/>
                <a:gd name="T18" fmla="*/ 271 w 382"/>
                <a:gd name="T19" fmla="*/ 427 h 468"/>
                <a:gd name="T20" fmla="*/ 274 w 382"/>
                <a:gd name="T21" fmla="*/ 427 h 468"/>
                <a:gd name="T22" fmla="*/ 320 w 382"/>
                <a:gd name="T23" fmla="*/ 464 h 468"/>
                <a:gd name="T24" fmla="*/ 382 w 382"/>
                <a:gd name="T25" fmla="*/ 468 h 468"/>
                <a:gd name="T26" fmla="*/ 350 w 382"/>
                <a:gd name="T27" fmla="*/ 34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82" h="468">
                  <a:moveTo>
                    <a:pt x="350" y="34"/>
                  </a:moveTo>
                  <a:cubicBezTo>
                    <a:pt x="55" y="0"/>
                    <a:pt x="55" y="0"/>
                    <a:pt x="55" y="0"/>
                  </a:cubicBezTo>
                  <a:cubicBezTo>
                    <a:pt x="0" y="445"/>
                    <a:pt x="0" y="445"/>
                    <a:pt x="0" y="445"/>
                  </a:cubicBezTo>
                  <a:cubicBezTo>
                    <a:pt x="10" y="446"/>
                    <a:pt x="10" y="446"/>
                    <a:pt x="10" y="446"/>
                  </a:cubicBezTo>
                  <a:cubicBezTo>
                    <a:pt x="16" y="433"/>
                    <a:pt x="29" y="422"/>
                    <a:pt x="48" y="421"/>
                  </a:cubicBezTo>
                  <a:cubicBezTo>
                    <a:pt x="55" y="416"/>
                    <a:pt x="64" y="413"/>
                    <a:pt x="76" y="414"/>
                  </a:cubicBezTo>
                  <a:cubicBezTo>
                    <a:pt x="91" y="414"/>
                    <a:pt x="103" y="404"/>
                    <a:pt x="119" y="404"/>
                  </a:cubicBezTo>
                  <a:cubicBezTo>
                    <a:pt x="134" y="404"/>
                    <a:pt x="149" y="405"/>
                    <a:pt x="163" y="405"/>
                  </a:cubicBezTo>
                  <a:cubicBezTo>
                    <a:pt x="195" y="406"/>
                    <a:pt x="228" y="413"/>
                    <a:pt x="259" y="422"/>
                  </a:cubicBezTo>
                  <a:cubicBezTo>
                    <a:pt x="263" y="423"/>
                    <a:pt x="268" y="425"/>
                    <a:pt x="271" y="427"/>
                  </a:cubicBezTo>
                  <a:cubicBezTo>
                    <a:pt x="272" y="427"/>
                    <a:pt x="273" y="427"/>
                    <a:pt x="274" y="427"/>
                  </a:cubicBezTo>
                  <a:cubicBezTo>
                    <a:pt x="304" y="425"/>
                    <a:pt x="319" y="443"/>
                    <a:pt x="320" y="464"/>
                  </a:cubicBezTo>
                  <a:cubicBezTo>
                    <a:pt x="382" y="468"/>
                    <a:pt x="382" y="468"/>
                    <a:pt x="382" y="468"/>
                  </a:cubicBezTo>
                  <a:lnTo>
                    <a:pt x="350" y="34"/>
                  </a:lnTo>
                  <a:close/>
                </a:path>
              </a:pathLst>
            </a:custGeom>
            <a:solidFill>
              <a:schemeClr val="tx2"/>
            </a:solidFill>
            <a:ln>
              <a:noFill/>
            </a:ln>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05" name="Freeform 124"/>
            <p:cNvSpPr/>
            <p:nvPr userDrawn="1">
              <p:custDataLst>
                <p:tags r:id="rId24"/>
              </p:custDataLst>
            </p:nvPr>
          </p:nvSpPr>
          <p:spPr bwMode="auto">
            <a:xfrm>
              <a:off x="4322445" y="3342005"/>
              <a:ext cx="847090" cy="570230"/>
            </a:xfrm>
            <a:custGeom>
              <a:avLst/>
              <a:gdLst>
                <a:gd name="T0" fmla="*/ 0 w 522"/>
                <a:gd name="T1" fmla="*/ 85 h 352"/>
                <a:gd name="T2" fmla="*/ 127 w 522"/>
                <a:gd name="T3" fmla="*/ 331 h 352"/>
                <a:gd name="T4" fmla="*/ 435 w 522"/>
                <a:gd name="T5" fmla="*/ 352 h 352"/>
                <a:gd name="T6" fmla="*/ 522 w 522"/>
                <a:gd name="T7" fmla="*/ 67 h 352"/>
                <a:gd name="T8" fmla="*/ 431 w 522"/>
                <a:gd name="T9" fmla="*/ 0 h 352"/>
                <a:gd name="T10" fmla="*/ 380 w 522"/>
                <a:gd name="T11" fmla="*/ 75 h 352"/>
                <a:gd name="T12" fmla="*/ 309 w 522"/>
                <a:gd name="T13" fmla="*/ 112 h 352"/>
                <a:gd name="T14" fmla="*/ 221 w 522"/>
                <a:gd name="T15" fmla="*/ 112 h 352"/>
                <a:gd name="T16" fmla="*/ 168 w 522"/>
                <a:gd name="T17" fmla="*/ 95 h 352"/>
                <a:gd name="T18" fmla="*/ 81 w 522"/>
                <a:gd name="T19" fmla="*/ 19 h 352"/>
                <a:gd name="T20" fmla="*/ 0 w 522"/>
                <a:gd name="T21" fmla="*/ 85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2" h="352">
                  <a:moveTo>
                    <a:pt x="0" y="85"/>
                  </a:moveTo>
                  <a:cubicBezTo>
                    <a:pt x="127" y="331"/>
                    <a:pt x="127" y="331"/>
                    <a:pt x="127" y="331"/>
                  </a:cubicBezTo>
                  <a:cubicBezTo>
                    <a:pt x="435" y="352"/>
                    <a:pt x="435" y="352"/>
                    <a:pt x="435" y="352"/>
                  </a:cubicBezTo>
                  <a:cubicBezTo>
                    <a:pt x="522" y="67"/>
                    <a:pt x="522" y="67"/>
                    <a:pt x="522" y="67"/>
                  </a:cubicBezTo>
                  <a:cubicBezTo>
                    <a:pt x="431" y="0"/>
                    <a:pt x="431" y="0"/>
                    <a:pt x="431" y="0"/>
                  </a:cubicBezTo>
                  <a:cubicBezTo>
                    <a:pt x="380" y="75"/>
                    <a:pt x="380" y="75"/>
                    <a:pt x="380" y="75"/>
                  </a:cubicBezTo>
                  <a:cubicBezTo>
                    <a:pt x="365" y="98"/>
                    <a:pt x="338" y="112"/>
                    <a:pt x="309" y="112"/>
                  </a:cubicBezTo>
                  <a:cubicBezTo>
                    <a:pt x="221" y="112"/>
                    <a:pt x="221" y="112"/>
                    <a:pt x="221" y="112"/>
                  </a:cubicBezTo>
                  <a:cubicBezTo>
                    <a:pt x="202" y="112"/>
                    <a:pt x="183" y="106"/>
                    <a:pt x="168" y="95"/>
                  </a:cubicBezTo>
                  <a:cubicBezTo>
                    <a:pt x="81" y="19"/>
                    <a:pt x="81" y="19"/>
                    <a:pt x="81" y="19"/>
                  </a:cubicBezTo>
                  <a:lnTo>
                    <a:pt x="0" y="85"/>
                  </a:lnTo>
                  <a:close/>
                </a:path>
              </a:pathLst>
            </a:custGeom>
            <a:solidFill>
              <a:schemeClr val="tx2"/>
            </a:solidFill>
            <a:ln>
              <a:noFill/>
            </a:ln>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06" name="Freeform 125"/>
            <p:cNvSpPr/>
            <p:nvPr userDrawn="1">
              <p:custDataLst>
                <p:tags r:id="rId25"/>
              </p:custDataLst>
            </p:nvPr>
          </p:nvSpPr>
          <p:spPr bwMode="auto">
            <a:xfrm>
              <a:off x="4454525" y="4380865"/>
              <a:ext cx="626745" cy="172720"/>
            </a:xfrm>
            <a:custGeom>
              <a:avLst/>
              <a:gdLst>
                <a:gd name="T0" fmla="*/ 0 w 387"/>
                <a:gd name="T1" fmla="*/ 62 h 107"/>
                <a:gd name="T2" fmla="*/ 200 w 387"/>
                <a:gd name="T3" fmla="*/ 27 h 107"/>
                <a:gd name="T4" fmla="*/ 382 w 387"/>
                <a:gd name="T5" fmla="*/ 85 h 107"/>
                <a:gd name="T6" fmla="*/ 303 w 387"/>
                <a:gd name="T7" fmla="*/ 107 h 107"/>
                <a:gd name="T8" fmla="*/ 307 w 387"/>
                <a:gd name="T9" fmla="*/ 61 h 107"/>
                <a:gd name="T10" fmla="*/ 27 w 387"/>
                <a:gd name="T11" fmla="*/ 47 h 107"/>
                <a:gd name="T12" fmla="*/ 18 w 387"/>
                <a:gd name="T13" fmla="*/ 51 h 107"/>
                <a:gd name="T14" fmla="*/ 14 w 387"/>
                <a:gd name="T15" fmla="*/ 78 h 107"/>
                <a:gd name="T16" fmla="*/ 0 w 387"/>
                <a:gd name="T17" fmla="*/ 62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107">
                  <a:moveTo>
                    <a:pt x="0" y="62"/>
                  </a:moveTo>
                  <a:cubicBezTo>
                    <a:pt x="0" y="62"/>
                    <a:pt x="38" y="0"/>
                    <a:pt x="200" y="27"/>
                  </a:cubicBezTo>
                  <a:cubicBezTo>
                    <a:pt x="363" y="55"/>
                    <a:pt x="387" y="67"/>
                    <a:pt x="382" y="85"/>
                  </a:cubicBezTo>
                  <a:cubicBezTo>
                    <a:pt x="378" y="103"/>
                    <a:pt x="303" y="107"/>
                    <a:pt x="303" y="107"/>
                  </a:cubicBezTo>
                  <a:cubicBezTo>
                    <a:pt x="307" y="61"/>
                    <a:pt x="307" y="61"/>
                    <a:pt x="307" y="61"/>
                  </a:cubicBezTo>
                  <a:cubicBezTo>
                    <a:pt x="221" y="14"/>
                    <a:pt x="117" y="9"/>
                    <a:pt x="27" y="47"/>
                  </a:cubicBezTo>
                  <a:cubicBezTo>
                    <a:pt x="18" y="51"/>
                    <a:pt x="18" y="51"/>
                    <a:pt x="18" y="51"/>
                  </a:cubicBezTo>
                  <a:cubicBezTo>
                    <a:pt x="14" y="78"/>
                    <a:pt x="14" y="78"/>
                    <a:pt x="14" y="78"/>
                  </a:cubicBezTo>
                  <a:cubicBezTo>
                    <a:pt x="14" y="78"/>
                    <a:pt x="2" y="74"/>
                    <a:pt x="0" y="62"/>
                  </a:cubicBezTo>
                  <a:close/>
                </a:path>
              </a:pathLst>
            </a:custGeom>
            <a:solidFill>
              <a:schemeClr val="tx2"/>
            </a:solidFill>
            <a:ln>
              <a:noFill/>
            </a:ln>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07" name="Freeform 126"/>
            <p:cNvSpPr/>
            <p:nvPr userDrawn="1">
              <p:custDataLst>
                <p:tags r:id="rId26"/>
              </p:custDataLst>
            </p:nvPr>
          </p:nvSpPr>
          <p:spPr bwMode="auto">
            <a:xfrm>
              <a:off x="4144010" y="2373630"/>
              <a:ext cx="1153795" cy="447040"/>
            </a:xfrm>
            <a:custGeom>
              <a:avLst/>
              <a:gdLst>
                <a:gd name="T0" fmla="*/ 698 w 711"/>
                <a:gd name="T1" fmla="*/ 236 h 276"/>
                <a:gd name="T2" fmla="*/ 29 w 711"/>
                <a:gd name="T3" fmla="*/ 276 h 276"/>
                <a:gd name="T4" fmla="*/ 15 w 711"/>
                <a:gd name="T5" fmla="*/ 264 h 276"/>
                <a:gd name="T6" fmla="*/ 0 w 711"/>
                <a:gd name="T7" fmla="*/ 54 h 276"/>
                <a:gd name="T8" fmla="*/ 13 w 711"/>
                <a:gd name="T9" fmla="*/ 41 h 276"/>
                <a:gd name="T10" fmla="*/ 681 w 711"/>
                <a:gd name="T11" fmla="*/ 1 h 276"/>
                <a:gd name="T12" fmla="*/ 696 w 711"/>
                <a:gd name="T13" fmla="*/ 12 h 276"/>
                <a:gd name="T14" fmla="*/ 711 w 711"/>
                <a:gd name="T15" fmla="*/ 222 h 276"/>
                <a:gd name="T16" fmla="*/ 698 w 711"/>
                <a:gd name="T17" fmla="*/ 23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1" h="276">
                  <a:moveTo>
                    <a:pt x="698" y="236"/>
                  </a:moveTo>
                  <a:cubicBezTo>
                    <a:pt x="29" y="276"/>
                    <a:pt x="29" y="276"/>
                    <a:pt x="29" y="276"/>
                  </a:cubicBezTo>
                  <a:cubicBezTo>
                    <a:pt x="22" y="276"/>
                    <a:pt x="16" y="271"/>
                    <a:pt x="15" y="264"/>
                  </a:cubicBezTo>
                  <a:cubicBezTo>
                    <a:pt x="0" y="54"/>
                    <a:pt x="0" y="54"/>
                    <a:pt x="0" y="54"/>
                  </a:cubicBezTo>
                  <a:cubicBezTo>
                    <a:pt x="0" y="48"/>
                    <a:pt x="5" y="42"/>
                    <a:pt x="13" y="41"/>
                  </a:cubicBezTo>
                  <a:cubicBezTo>
                    <a:pt x="681" y="1"/>
                    <a:pt x="681" y="1"/>
                    <a:pt x="681" y="1"/>
                  </a:cubicBezTo>
                  <a:cubicBezTo>
                    <a:pt x="689" y="0"/>
                    <a:pt x="695" y="6"/>
                    <a:pt x="696" y="12"/>
                  </a:cubicBezTo>
                  <a:cubicBezTo>
                    <a:pt x="711" y="222"/>
                    <a:pt x="711" y="222"/>
                    <a:pt x="711" y="222"/>
                  </a:cubicBezTo>
                  <a:cubicBezTo>
                    <a:pt x="711" y="229"/>
                    <a:pt x="706" y="235"/>
                    <a:pt x="698" y="236"/>
                  </a:cubicBezTo>
                  <a:close/>
                </a:path>
              </a:pathLst>
            </a:custGeom>
            <a:solidFill>
              <a:srgbClr val="00D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08" name="Freeform 127"/>
            <p:cNvSpPr/>
            <p:nvPr userDrawn="1">
              <p:custDataLst>
                <p:tags r:id="rId27"/>
              </p:custDataLst>
            </p:nvPr>
          </p:nvSpPr>
          <p:spPr bwMode="auto">
            <a:xfrm>
              <a:off x="4264025" y="2458720"/>
              <a:ext cx="902335" cy="124460"/>
            </a:xfrm>
            <a:custGeom>
              <a:avLst/>
              <a:gdLst>
                <a:gd name="T0" fmla="*/ 668 w 668"/>
                <a:gd name="T1" fmla="*/ 52 h 92"/>
                <a:gd name="T2" fmla="*/ 4 w 668"/>
                <a:gd name="T3" fmla="*/ 92 h 92"/>
                <a:gd name="T4" fmla="*/ 0 w 668"/>
                <a:gd name="T5" fmla="*/ 39 h 92"/>
                <a:gd name="T6" fmla="*/ 664 w 668"/>
                <a:gd name="T7" fmla="*/ 0 h 92"/>
                <a:gd name="T8" fmla="*/ 668 w 668"/>
                <a:gd name="T9" fmla="*/ 52 h 92"/>
              </a:gdLst>
              <a:ahLst/>
              <a:cxnLst>
                <a:cxn ang="0">
                  <a:pos x="T0" y="T1"/>
                </a:cxn>
                <a:cxn ang="0">
                  <a:pos x="T2" y="T3"/>
                </a:cxn>
                <a:cxn ang="0">
                  <a:pos x="T4" y="T5"/>
                </a:cxn>
                <a:cxn ang="0">
                  <a:pos x="T6" y="T7"/>
                </a:cxn>
                <a:cxn ang="0">
                  <a:pos x="T8" y="T9"/>
                </a:cxn>
              </a:cxnLst>
              <a:rect l="0" t="0" r="r" b="b"/>
              <a:pathLst>
                <a:path w="668" h="92">
                  <a:moveTo>
                    <a:pt x="668" y="52"/>
                  </a:moveTo>
                  <a:lnTo>
                    <a:pt x="4" y="92"/>
                  </a:lnTo>
                  <a:lnTo>
                    <a:pt x="0" y="39"/>
                  </a:lnTo>
                  <a:lnTo>
                    <a:pt x="664" y="0"/>
                  </a:lnTo>
                  <a:lnTo>
                    <a:pt x="668" y="5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09" name="Freeform 128"/>
            <p:cNvSpPr/>
            <p:nvPr userDrawn="1">
              <p:custDataLst>
                <p:tags r:id="rId28"/>
              </p:custDataLst>
            </p:nvPr>
          </p:nvSpPr>
          <p:spPr bwMode="auto">
            <a:xfrm>
              <a:off x="4273550" y="2608580"/>
              <a:ext cx="571500" cy="105410"/>
            </a:xfrm>
            <a:custGeom>
              <a:avLst/>
              <a:gdLst>
                <a:gd name="T0" fmla="*/ 423 w 423"/>
                <a:gd name="T1" fmla="*/ 53 h 78"/>
                <a:gd name="T2" fmla="*/ 4 w 423"/>
                <a:gd name="T3" fmla="*/ 78 h 78"/>
                <a:gd name="T4" fmla="*/ 0 w 423"/>
                <a:gd name="T5" fmla="*/ 25 h 78"/>
                <a:gd name="T6" fmla="*/ 419 w 423"/>
                <a:gd name="T7" fmla="*/ 0 h 78"/>
                <a:gd name="T8" fmla="*/ 423 w 423"/>
                <a:gd name="T9" fmla="*/ 53 h 78"/>
              </a:gdLst>
              <a:ahLst/>
              <a:cxnLst>
                <a:cxn ang="0">
                  <a:pos x="T0" y="T1"/>
                </a:cxn>
                <a:cxn ang="0">
                  <a:pos x="T2" y="T3"/>
                </a:cxn>
                <a:cxn ang="0">
                  <a:pos x="T4" y="T5"/>
                </a:cxn>
                <a:cxn ang="0">
                  <a:pos x="T6" y="T7"/>
                </a:cxn>
                <a:cxn ang="0">
                  <a:pos x="T8" y="T9"/>
                </a:cxn>
              </a:cxnLst>
              <a:rect l="0" t="0" r="r" b="b"/>
              <a:pathLst>
                <a:path w="423" h="78">
                  <a:moveTo>
                    <a:pt x="423" y="53"/>
                  </a:moveTo>
                  <a:lnTo>
                    <a:pt x="4" y="78"/>
                  </a:lnTo>
                  <a:lnTo>
                    <a:pt x="0" y="25"/>
                  </a:lnTo>
                  <a:lnTo>
                    <a:pt x="419" y="0"/>
                  </a:lnTo>
                  <a:lnTo>
                    <a:pt x="423" y="5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10" name="Freeform 129"/>
            <p:cNvSpPr/>
            <p:nvPr userDrawn="1">
              <p:custDataLst>
                <p:tags r:id="rId29"/>
              </p:custDataLst>
            </p:nvPr>
          </p:nvSpPr>
          <p:spPr bwMode="auto">
            <a:xfrm>
              <a:off x="5033010" y="2616835"/>
              <a:ext cx="166370" cy="287655"/>
            </a:xfrm>
            <a:custGeom>
              <a:avLst/>
              <a:gdLst>
                <a:gd name="T0" fmla="*/ 33 w 102"/>
                <a:gd name="T1" fmla="*/ 101 h 178"/>
                <a:gd name="T2" fmla="*/ 12 w 102"/>
                <a:gd name="T3" fmla="*/ 16 h 178"/>
                <a:gd name="T4" fmla="*/ 29 w 102"/>
                <a:gd name="T5" fmla="*/ 25 h 178"/>
                <a:gd name="T6" fmla="*/ 50 w 102"/>
                <a:gd name="T7" fmla="*/ 90 h 178"/>
                <a:gd name="T8" fmla="*/ 37 w 102"/>
                <a:gd name="T9" fmla="*/ 4 h 178"/>
                <a:gd name="T10" fmla="*/ 51 w 102"/>
                <a:gd name="T11" fmla="*/ 12 h 178"/>
                <a:gd name="T12" fmla="*/ 67 w 102"/>
                <a:gd name="T13" fmla="*/ 77 h 178"/>
                <a:gd name="T14" fmla="*/ 65 w 102"/>
                <a:gd name="T15" fmla="*/ 19 h 178"/>
                <a:gd name="T16" fmla="*/ 77 w 102"/>
                <a:gd name="T17" fmla="*/ 31 h 178"/>
                <a:gd name="T18" fmla="*/ 81 w 102"/>
                <a:gd name="T19" fmla="*/ 82 h 178"/>
                <a:gd name="T20" fmla="*/ 94 w 102"/>
                <a:gd name="T21" fmla="*/ 42 h 178"/>
                <a:gd name="T22" fmla="*/ 102 w 102"/>
                <a:gd name="T23" fmla="*/ 47 h 178"/>
                <a:gd name="T24" fmla="*/ 91 w 102"/>
                <a:gd name="T25" fmla="*/ 93 h 178"/>
                <a:gd name="T26" fmla="*/ 89 w 102"/>
                <a:gd name="T27" fmla="*/ 152 h 178"/>
                <a:gd name="T28" fmla="*/ 54 w 102"/>
                <a:gd name="T29" fmla="*/ 165 h 178"/>
                <a:gd name="T30" fmla="*/ 0 w 102"/>
                <a:gd name="T31" fmla="*/ 95 h 178"/>
                <a:gd name="T32" fmla="*/ 23 w 102"/>
                <a:gd name="T33" fmla="*/ 93 h 178"/>
                <a:gd name="T34" fmla="*/ 33 w 102"/>
                <a:gd name="T35" fmla="*/ 101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2" h="178">
                  <a:moveTo>
                    <a:pt x="33" y="101"/>
                  </a:moveTo>
                  <a:cubicBezTo>
                    <a:pt x="33" y="101"/>
                    <a:pt x="10" y="25"/>
                    <a:pt x="12" y="16"/>
                  </a:cubicBezTo>
                  <a:cubicBezTo>
                    <a:pt x="13" y="7"/>
                    <a:pt x="24" y="9"/>
                    <a:pt x="29" y="25"/>
                  </a:cubicBezTo>
                  <a:cubicBezTo>
                    <a:pt x="33" y="41"/>
                    <a:pt x="50" y="90"/>
                    <a:pt x="50" y="90"/>
                  </a:cubicBezTo>
                  <a:cubicBezTo>
                    <a:pt x="50" y="90"/>
                    <a:pt x="33" y="9"/>
                    <a:pt x="37" y="4"/>
                  </a:cubicBezTo>
                  <a:cubicBezTo>
                    <a:pt x="41" y="0"/>
                    <a:pt x="50" y="1"/>
                    <a:pt x="51" y="12"/>
                  </a:cubicBezTo>
                  <a:cubicBezTo>
                    <a:pt x="52" y="24"/>
                    <a:pt x="67" y="77"/>
                    <a:pt x="67" y="77"/>
                  </a:cubicBezTo>
                  <a:cubicBezTo>
                    <a:pt x="67" y="77"/>
                    <a:pt x="63" y="29"/>
                    <a:pt x="65" y="19"/>
                  </a:cubicBezTo>
                  <a:cubicBezTo>
                    <a:pt x="67" y="8"/>
                    <a:pt x="77" y="21"/>
                    <a:pt x="77" y="31"/>
                  </a:cubicBezTo>
                  <a:cubicBezTo>
                    <a:pt x="77" y="42"/>
                    <a:pt x="81" y="82"/>
                    <a:pt x="81" y="82"/>
                  </a:cubicBezTo>
                  <a:cubicBezTo>
                    <a:pt x="81" y="82"/>
                    <a:pt x="90" y="46"/>
                    <a:pt x="94" y="42"/>
                  </a:cubicBezTo>
                  <a:cubicBezTo>
                    <a:pt x="99" y="38"/>
                    <a:pt x="102" y="42"/>
                    <a:pt x="102" y="47"/>
                  </a:cubicBezTo>
                  <a:cubicBezTo>
                    <a:pt x="102" y="51"/>
                    <a:pt x="91" y="93"/>
                    <a:pt x="91" y="93"/>
                  </a:cubicBezTo>
                  <a:cubicBezTo>
                    <a:pt x="91" y="93"/>
                    <a:pt x="90" y="105"/>
                    <a:pt x="89" y="152"/>
                  </a:cubicBezTo>
                  <a:cubicBezTo>
                    <a:pt x="89" y="178"/>
                    <a:pt x="57" y="168"/>
                    <a:pt x="54" y="165"/>
                  </a:cubicBezTo>
                  <a:cubicBezTo>
                    <a:pt x="51" y="161"/>
                    <a:pt x="4" y="105"/>
                    <a:pt x="0" y="95"/>
                  </a:cubicBezTo>
                  <a:cubicBezTo>
                    <a:pt x="23" y="93"/>
                    <a:pt x="23" y="93"/>
                    <a:pt x="23" y="93"/>
                  </a:cubicBezTo>
                  <a:cubicBezTo>
                    <a:pt x="33" y="109"/>
                    <a:pt x="34" y="105"/>
                    <a:pt x="33" y="101"/>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11" name="Freeform 130"/>
            <p:cNvSpPr/>
            <p:nvPr userDrawn="1">
              <p:custDataLst>
                <p:tags r:id="rId30"/>
              </p:custDataLst>
            </p:nvPr>
          </p:nvSpPr>
          <p:spPr bwMode="auto">
            <a:xfrm>
              <a:off x="4279265" y="2640965"/>
              <a:ext cx="159385" cy="290195"/>
            </a:xfrm>
            <a:custGeom>
              <a:avLst/>
              <a:gdLst>
                <a:gd name="T0" fmla="*/ 69 w 98"/>
                <a:gd name="T1" fmla="*/ 101 h 179"/>
                <a:gd name="T2" fmla="*/ 91 w 98"/>
                <a:gd name="T3" fmla="*/ 17 h 179"/>
                <a:gd name="T4" fmla="*/ 74 w 98"/>
                <a:gd name="T5" fmla="*/ 26 h 179"/>
                <a:gd name="T6" fmla="*/ 52 w 98"/>
                <a:gd name="T7" fmla="*/ 90 h 179"/>
                <a:gd name="T8" fmla="*/ 66 w 98"/>
                <a:gd name="T9" fmla="*/ 5 h 179"/>
                <a:gd name="T10" fmla="*/ 52 w 98"/>
                <a:gd name="T11" fmla="*/ 13 h 179"/>
                <a:gd name="T12" fmla="*/ 35 w 98"/>
                <a:gd name="T13" fmla="*/ 77 h 179"/>
                <a:gd name="T14" fmla="*/ 37 w 98"/>
                <a:gd name="T15" fmla="*/ 19 h 179"/>
                <a:gd name="T16" fmla="*/ 26 w 98"/>
                <a:gd name="T17" fmla="*/ 32 h 179"/>
                <a:gd name="T18" fmla="*/ 21 w 98"/>
                <a:gd name="T19" fmla="*/ 83 h 179"/>
                <a:gd name="T20" fmla="*/ 8 w 98"/>
                <a:gd name="T21" fmla="*/ 43 h 179"/>
                <a:gd name="T22" fmla="*/ 0 w 98"/>
                <a:gd name="T23" fmla="*/ 47 h 179"/>
                <a:gd name="T24" fmla="*/ 11 w 98"/>
                <a:gd name="T25" fmla="*/ 93 h 179"/>
                <a:gd name="T26" fmla="*/ 13 w 98"/>
                <a:gd name="T27" fmla="*/ 152 h 179"/>
                <a:gd name="T28" fmla="*/ 48 w 98"/>
                <a:gd name="T29" fmla="*/ 165 h 179"/>
                <a:gd name="T30" fmla="*/ 98 w 98"/>
                <a:gd name="T31" fmla="*/ 102 h 179"/>
                <a:gd name="T32" fmla="*/ 72 w 98"/>
                <a:gd name="T33" fmla="*/ 103 h 179"/>
                <a:gd name="T34" fmla="*/ 69 w 98"/>
                <a:gd name="T35" fmla="*/ 101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8" h="179">
                  <a:moveTo>
                    <a:pt x="69" y="101"/>
                  </a:moveTo>
                  <a:cubicBezTo>
                    <a:pt x="69" y="101"/>
                    <a:pt x="92" y="26"/>
                    <a:pt x="91" y="17"/>
                  </a:cubicBezTo>
                  <a:cubicBezTo>
                    <a:pt x="90" y="8"/>
                    <a:pt x="78" y="9"/>
                    <a:pt x="74" y="26"/>
                  </a:cubicBezTo>
                  <a:cubicBezTo>
                    <a:pt x="69" y="42"/>
                    <a:pt x="52" y="90"/>
                    <a:pt x="52" y="90"/>
                  </a:cubicBezTo>
                  <a:cubicBezTo>
                    <a:pt x="52" y="90"/>
                    <a:pt x="70" y="10"/>
                    <a:pt x="66" y="5"/>
                  </a:cubicBezTo>
                  <a:cubicBezTo>
                    <a:pt x="62" y="0"/>
                    <a:pt x="53" y="2"/>
                    <a:pt x="52" y="13"/>
                  </a:cubicBezTo>
                  <a:cubicBezTo>
                    <a:pt x="50" y="24"/>
                    <a:pt x="35" y="77"/>
                    <a:pt x="35" y="77"/>
                  </a:cubicBezTo>
                  <a:cubicBezTo>
                    <a:pt x="35" y="77"/>
                    <a:pt x="39" y="30"/>
                    <a:pt x="37" y="19"/>
                  </a:cubicBezTo>
                  <a:cubicBezTo>
                    <a:pt x="35" y="9"/>
                    <a:pt x="26" y="22"/>
                    <a:pt x="26" y="32"/>
                  </a:cubicBezTo>
                  <a:cubicBezTo>
                    <a:pt x="25" y="43"/>
                    <a:pt x="21" y="83"/>
                    <a:pt x="21" y="83"/>
                  </a:cubicBezTo>
                  <a:cubicBezTo>
                    <a:pt x="21" y="83"/>
                    <a:pt x="13" y="47"/>
                    <a:pt x="8" y="43"/>
                  </a:cubicBezTo>
                  <a:cubicBezTo>
                    <a:pt x="3" y="39"/>
                    <a:pt x="0" y="43"/>
                    <a:pt x="0" y="47"/>
                  </a:cubicBezTo>
                  <a:cubicBezTo>
                    <a:pt x="1" y="52"/>
                    <a:pt x="11" y="93"/>
                    <a:pt x="11" y="93"/>
                  </a:cubicBezTo>
                  <a:cubicBezTo>
                    <a:pt x="11" y="93"/>
                    <a:pt x="12" y="106"/>
                    <a:pt x="13" y="152"/>
                  </a:cubicBezTo>
                  <a:cubicBezTo>
                    <a:pt x="14" y="179"/>
                    <a:pt x="46" y="169"/>
                    <a:pt x="48" y="165"/>
                  </a:cubicBezTo>
                  <a:cubicBezTo>
                    <a:pt x="51" y="162"/>
                    <a:pt x="94" y="113"/>
                    <a:pt x="98" y="102"/>
                  </a:cubicBezTo>
                  <a:cubicBezTo>
                    <a:pt x="72" y="103"/>
                    <a:pt x="72" y="103"/>
                    <a:pt x="72" y="103"/>
                  </a:cubicBezTo>
                  <a:cubicBezTo>
                    <a:pt x="71" y="106"/>
                    <a:pt x="69" y="105"/>
                    <a:pt x="69" y="101"/>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grpSp>
      <p:sp>
        <p:nvSpPr>
          <p:cNvPr id="2" name="标题 1"/>
          <p:cNvSpPr>
            <a:spLocks noGrp="1"/>
          </p:cNvSpPr>
          <p:nvPr>
            <p:ph type="title"/>
            <p:custDataLst>
              <p:tags r:id="rId2"/>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2023/9/5</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pic>
        <p:nvPicPr>
          <p:cNvPr id="67" name="图片 66"/>
          <p:cNvPicPr>
            <a:picLocks noChangeAspect="1"/>
          </p:cNvPicPr>
          <p:nvPr userDrawn="1">
            <p:custDataLst>
              <p:tags r:id="rId1"/>
            </p:custDataLst>
          </p:nvPr>
        </p:nvPicPr>
        <p:blipFill>
          <a:blip r:embed="rId3">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tx2"/>
        </a:solidFill>
        <a:effectLst/>
      </p:bgPr>
    </p:bg>
    <p:spTree>
      <p:nvGrpSpPr>
        <p:cNvPr id="1" name=""/>
        <p:cNvGrpSpPr/>
        <p:nvPr/>
      </p:nvGrpSpPr>
      <p:grpSpPr>
        <a:xfrm>
          <a:off x="0" y="0"/>
          <a:ext cx="0" cy="0"/>
          <a:chOff x="0" y="0"/>
          <a:chExt cx="0" cy="0"/>
        </a:xfrm>
      </p:grpSpPr>
      <p:grpSp>
        <p:nvGrpSpPr>
          <p:cNvPr id="63" name="组合 62"/>
          <p:cNvGrpSpPr/>
          <p:nvPr userDrawn="1">
            <p:custDataLst>
              <p:tags r:id="rId1"/>
            </p:custDataLst>
          </p:nvPr>
        </p:nvGrpSpPr>
        <p:grpSpPr>
          <a:xfrm>
            <a:off x="0" y="228150"/>
            <a:ext cx="9144000" cy="4915350"/>
            <a:chOff x="0" y="304200"/>
            <a:chExt cx="12192000" cy="6553800"/>
          </a:xfrm>
        </p:grpSpPr>
        <p:grpSp>
          <p:nvGrpSpPr>
            <p:cNvPr id="64" name="组合 63"/>
            <p:cNvGrpSpPr/>
            <p:nvPr userDrawn="1"/>
          </p:nvGrpSpPr>
          <p:grpSpPr>
            <a:xfrm>
              <a:off x="0" y="304200"/>
              <a:ext cx="12192000" cy="6249600"/>
              <a:chOff x="0" y="304200"/>
              <a:chExt cx="12192000" cy="6249600"/>
            </a:xfrm>
          </p:grpSpPr>
          <p:sp>
            <p:nvSpPr>
              <p:cNvPr id="66" name="矩形 65"/>
              <p:cNvSpPr/>
              <p:nvPr userDrawn="1">
                <p:custDataLst>
                  <p:tags r:id="rId3"/>
                </p:custDataLst>
              </p:nvPr>
            </p:nvSpPr>
            <p:spPr>
              <a:xfrm>
                <a:off x="0" y="2123388"/>
                <a:ext cx="12192000" cy="26112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66"/>
              <p:cNvSpPr/>
              <p:nvPr userDrawn="1">
                <p:custDataLst>
                  <p:tags r:id="rId4"/>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pSp>
        <p:pic>
          <p:nvPicPr>
            <p:cNvPr id="65" name="图片 64"/>
            <p:cNvPicPr>
              <a:picLocks noChangeAspect="1"/>
            </p:cNvPicPr>
            <p:nvPr userDrawn="1">
              <p:custDataLst>
                <p:tags r:id="rId2"/>
              </p:custDataLst>
            </p:nvPr>
          </p:nvPicPr>
          <p:blipFill>
            <a:blip r:embed="rId6">
              <a:extLst>
                <a:ext uri="{28A0092B-C50C-407E-A947-70E740481C1C}">
                  <a14:useLocalDpi xmlns:a14="http://schemas.microsoft.com/office/drawing/2010/main" val="0"/>
                </a:ext>
              </a:extLst>
            </a:blip>
            <a:stretch>
              <a:fillRect/>
            </a:stretch>
          </p:blipFill>
          <p:spPr>
            <a:xfrm>
              <a:off x="10575968" y="5272903"/>
              <a:ext cx="1469263" cy="1585097"/>
            </a:xfrm>
            <a:prstGeom prst="rect">
              <a:avLst/>
            </a:prstGeom>
          </p:spPr>
        </p:pic>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tx2"/>
        </a:solidFill>
        <a:effectLst/>
      </p:bgPr>
    </p:bg>
    <p:spTree>
      <p:nvGrpSpPr>
        <p:cNvPr id="1" name=""/>
        <p:cNvGrpSpPr/>
        <p:nvPr/>
      </p:nvGrpSpPr>
      <p:grpSpPr>
        <a:xfrm>
          <a:off x="0" y="0"/>
          <a:ext cx="0" cy="0"/>
          <a:chOff x="0" y="0"/>
          <a:chExt cx="0" cy="0"/>
        </a:xfrm>
      </p:grpSpPr>
      <p:grpSp>
        <p:nvGrpSpPr>
          <p:cNvPr id="66" name="组合 65"/>
          <p:cNvGrpSpPr/>
          <p:nvPr userDrawn="1">
            <p:custDataLst>
              <p:tags r:id="rId1"/>
            </p:custDataLst>
          </p:nvPr>
        </p:nvGrpSpPr>
        <p:grpSpPr>
          <a:xfrm>
            <a:off x="0" y="228150"/>
            <a:ext cx="9144000" cy="4906460"/>
            <a:chOff x="0" y="304200"/>
            <a:chExt cx="12192000" cy="6541947"/>
          </a:xfrm>
        </p:grpSpPr>
        <p:grpSp>
          <p:nvGrpSpPr>
            <p:cNvPr id="67" name="组合 66"/>
            <p:cNvGrpSpPr/>
            <p:nvPr userDrawn="1"/>
          </p:nvGrpSpPr>
          <p:grpSpPr>
            <a:xfrm>
              <a:off x="0" y="304200"/>
              <a:ext cx="12192000" cy="6249600"/>
              <a:chOff x="0" y="304200"/>
              <a:chExt cx="12192000" cy="6249600"/>
            </a:xfrm>
          </p:grpSpPr>
          <p:sp>
            <p:nvSpPr>
              <p:cNvPr id="69" name="矩形 68"/>
              <p:cNvSpPr/>
              <p:nvPr userDrawn="1">
                <p:custDataLst>
                  <p:tags r:id="rId3"/>
                </p:custDataLst>
              </p:nvPr>
            </p:nvSpPr>
            <p:spPr>
              <a:xfrm>
                <a:off x="0" y="2123388"/>
                <a:ext cx="12192000" cy="26112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userDrawn="1">
                <p:custDataLst>
                  <p:tags r:id="rId4"/>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pSp>
        <p:pic>
          <p:nvPicPr>
            <p:cNvPr id="68" name="图片 67"/>
            <p:cNvPicPr>
              <a:picLocks noChangeAspect="1"/>
            </p:cNvPicPr>
            <p:nvPr userDrawn="1">
              <p:custDataLst>
                <p:tags r:id="rId2"/>
              </p:custDataLst>
            </p:nvPr>
          </p:nvPicPr>
          <p:blipFill>
            <a:blip r:embed="rId6">
              <a:extLst>
                <a:ext uri="{28A0092B-C50C-407E-A947-70E740481C1C}">
                  <a14:useLocalDpi xmlns:a14="http://schemas.microsoft.com/office/drawing/2010/main" val="0"/>
                </a:ext>
              </a:extLst>
            </a:blip>
            <a:stretch>
              <a:fillRect/>
            </a:stretch>
          </p:blipFill>
          <p:spPr>
            <a:xfrm flipH="1">
              <a:off x="93388" y="5261050"/>
              <a:ext cx="1469263" cy="1585097"/>
            </a:xfrm>
            <a:prstGeom prst="rect">
              <a:avLst/>
            </a:prstGeom>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277" name="Freeform 137"/>
          <p:cNvSpPr/>
          <p:nvPr>
            <p:custDataLst>
              <p:tags r:id="rId1"/>
            </p:custDataLst>
          </p:nvPr>
        </p:nvSpPr>
        <p:spPr bwMode="auto">
          <a:xfrm flipH="1">
            <a:off x="8415338" y="4367264"/>
            <a:ext cx="101204" cy="108347"/>
          </a:xfrm>
          <a:custGeom>
            <a:avLst/>
            <a:gdLst>
              <a:gd name="T0" fmla="*/ 84 w 85"/>
              <a:gd name="T1" fmla="*/ 90 h 91"/>
              <a:gd name="T2" fmla="*/ 0 w 85"/>
              <a:gd name="T3" fmla="*/ 91 h 91"/>
              <a:gd name="T4" fmla="*/ 1 w 85"/>
              <a:gd name="T5" fmla="*/ 1 h 91"/>
              <a:gd name="T6" fmla="*/ 85 w 85"/>
              <a:gd name="T7" fmla="*/ 0 h 91"/>
              <a:gd name="T8" fmla="*/ 84 w 85"/>
              <a:gd name="T9" fmla="*/ 90 h 91"/>
            </a:gdLst>
            <a:ahLst/>
            <a:cxnLst>
              <a:cxn ang="0">
                <a:pos x="T0" y="T1"/>
              </a:cxn>
              <a:cxn ang="0">
                <a:pos x="T2" y="T3"/>
              </a:cxn>
              <a:cxn ang="0">
                <a:pos x="T4" y="T5"/>
              </a:cxn>
              <a:cxn ang="0">
                <a:pos x="T6" y="T7"/>
              </a:cxn>
              <a:cxn ang="0">
                <a:pos x="T8" y="T9"/>
              </a:cxn>
            </a:cxnLst>
            <a:rect l="0" t="0" r="r" b="b"/>
            <a:pathLst>
              <a:path w="85" h="91">
                <a:moveTo>
                  <a:pt x="84" y="90"/>
                </a:moveTo>
                <a:lnTo>
                  <a:pt x="0" y="91"/>
                </a:lnTo>
                <a:lnTo>
                  <a:pt x="1" y="1"/>
                </a:lnTo>
                <a:lnTo>
                  <a:pt x="85" y="0"/>
                </a:lnTo>
                <a:lnTo>
                  <a:pt x="84" y="9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8" name="Freeform 138"/>
          <p:cNvSpPr/>
          <p:nvPr>
            <p:custDataLst>
              <p:tags r:id="rId2"/>
            </p:custDataLst>
          </p:nvPr>
        </p:nvSpPr>
        <p:spPr bwMode="auto">
          <a:xfrm flipH="1">
            <a:off x="8267701" y="4276777"/>
            <a:ext cx="102394" cy="197644"/>
          </a:xfrm>
          <a:custGeom>
            <a:avLst/>
            <a:gdLst>
              <a:gd name="T0" fmla="*/ 84 w 86"/>
              <a:gd name="T1" fmla="*/ 164 h 166"/>
              <a:gd name="T2" fmla="*/ 0 w 86"/>
              <a:gd name="T3" fmla="*/ 166 h 166"/>
              <a:gd name="T4" fmla="*/ 2 w 86"/>
              <a:gd name="T5" fmla="*/ 1 h 166"/>
              <a:gd name="T6" fmla="*/ 86 w 86"/>
              <a:gd name="T7" fmla="*/ 0 h 166"/>
              <a:gd name="T8" fmla="*/ 84 w 86"/>
              <a:gd name="T9" fmla="*/ 164 h 166"/>
            </a:gdLst>
            <a:ahLst/>
            <a:cxnLst>
              <a:cxn ang="0">
                <a:pos x="T0" y="T1"/>
              </a:cxn>
              <a:cxn ang="0">
                <a:pos x="T2" y="T3"/>
              </a:cxn>
              <a:cxn ang="0">
                <a:pos x="T4" y="T5"/>
              </a:cxn>
              <a:cxn ang="0">
                <a:pos x="T6" y="T7"/>
              </a:cxn>
              <a:cxn ang="0">
                <a:pos x="T8" y="T9"/>
              </a:cxn>
            </a:cxnLst>
            <a:rect l="0" t="0" r="r" b="b"/>
            <a:pathLst>
              <a:path w="86" h="166">
                <a:moveTo>
                  <a:pt x="84" y="164"/>
                </a:moveTo>
                <a:lnTo>
                  <a:pt x="0" y="166"/>
                </a:lnTo>
                <a:lnTo>
                  <a:pt x="2" y="1"/>
                </a:lnTo>
                <a:lnTo>
                  <a:pt x="86" y="0"/>
                </a:lnTo>
                <a:lnTo>
                  <a:pt x="84" y="16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9" name="Freeform 139"/>
          <p:cNvSpPr/>
          <p:nvPr>
            <p:custDataLst>
              <p:tags r:id="rId3"/>
            </p:custDataLst>
          </p:nvPr>
        </p:nvSpPr>
        <p:spPr bwMode="auto">
          <a:xfrm flipH="1">
            <a:off x="8120063" y="4142236"/>
            <a:ext cx="103585" cy="328613"/>
          </a:xfrm>
          <a:custGeom>
            <a:avLst/>
            <a:gdLst>
              <a:gd name="T0" fmla="*/ 84 w 87"/>
              <a:gd name="T1" fmla="*/ 276 h 276"/>
              <a:gd name="T2" fmla="*/ 0 w 87"/>
              <a:gd name="T3" fmla="*/ 276 h 276"/>
              <a:gd name="T4" fmla="*/ 3 w 87"/>
              <a:gd name="T5" fmla="*/ 2 h 276"/>
              <a:gd name="T6" fmla="*/ 87 w 87"/>
              <a:gd name="T7" fmla="*/ 0 h 276"/>
              <a:gd name="T8" fmla="*/ 84 w 87"/>
              <a:gd name="T9" fmla="*/ 276 h 276"/>
            </a:gdLst>
            <a:ahLst/>
            <a:cxnLst>
              <a:cxn ang="0">
                <a:pos x="T0" y="T1"/>
              </a:cxn>
              <a:cxn ang="0">
                <a:pos x="T2" y="T3"/>
              </a:cxn>
              <a:cxn ang="0">
                <a:pos x="T4" y="T5"/>
              </a:cxn>
              <a:cxn ang="0">
                <a:pos x="T6" y="T7"/>
              </a:cxn>
              <a:cxn ang="0">
                <a:pos x="T8" y="T9"/>
              </a:cxn>
            </a:cxnLst>
            <a:rect l="0" t="0" r="r" b="b"/>
            <a:pathLst>
              <a:path w="87" h="276">
                <a:moveTo>
                  <a:pt x="84" y="276"/>
                </a:moveTo>
                <a:lnTo>
                  <a:pt x="0" y="276"/>
                </a:lnTo>
                <a:lnTo>
                  <a:pt x="3" y="2"/>
                </a:lnTo>
                <a:lnTo>
                  <a:pt x="87" y="0"/>
                </a:lnTo>
                <a:lnTo>
                  <a:pt x="84" y="27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5" name="Rectangle 13"/>
          <p:cNvSpPr>
            <a:spLocks noChangeArrowheads="1"/>
          </p:cNvSpPr>
          <p:nvPr>
            <p:custDataLst>
              <p:tags r:id="rId4"/>
            </p:custDataLst>
          </p:nvPr>
        </p:nvSpPr>
        <p:spPr bwMode="auto">
          <a:xfrm flipH="1">
            <a:off x="0" y="3757613"/>
            <a:ext cx="9145191" cy="1385888"/>
          </a:xfrm>
          <a:prstGeom prst="rect">
            <a:avLst/>
          </a:prstGeom>
          <a:solidFill>
            <a:schemeClr val="accent1"/>
          </a:solidFill>
          <a:ln>
            <a:noFill/>
          </a:ln>
        </p:spPr>
        <p:txBody>
          <a:bodyPr vert="horz" wrap="square" lIns="91440" tIns="45720" rIns="91440" bIns="45720" numCol="1" anchor="t" anchorCtr="0" compatLnSpc="1"/>
          <a:lstStyle/>
          <a:p>
            <a:endParaRPr lang="zh-CN" altLang="en-US"/>
          </a:p>
        </p:txBody>
      </p:sp>
      <p:grpSp>
        <p:nvGrpSpPr>
          <p:cNvPr id="5" name="组合 4"/>
          <p:cNvGrpSpPr/>
          <p:nvPr userDrawn="1">
            <p:custDataLst>
              <p:tags r:id="rId5"/>
            </p:custDataLst>
          </p:nvPr>
        </p:nvGrpSpPr>
        <p:grpSpPr>
          <a:xfrm>
            <a:off x="701278" y="852488"/>
            <a:ext cx="3870722" cy="4075510"/>
            <a:chOff x="935037" y="1136650"/>
            <a:chExt cx="5160963" cy="5434013"/>
          </a:xfrm>
        </p:grpSpPr>
        <p:sp>
          <p:nvSpPr>
            <p:cNvPr id="168" name="Oval 28"/>
            <p:cNvSpPr>
              <a:spLocks noChangeArrowheads="1"/>
            </p:cNvSpPr>
            <p:nvPr>
              <p:custDataLst>
                <p:tags r:id="rId10"/>
              </p:custDataLst>
            </p:nvPr>
          </p:nvSpPr>
          <p:spPr bwMode="auto">
            <a:xfrm flipH="1">
              <a:off x="2617788" y="4206875"/>
              <a:ext cx="79375" cy="84138"/>
            </a:xfrm>
            <a:prstGeom prst="ellipse">
              <a:avLst/>
            </a:prstGeom>
            <a:solidFill>
              <a:schemeClr val="accent2">
                <a:lumMod val="60000"/>
                <a:lumOff val="40000"/>
              </a:schemeClr>
            </a:solidFill>
            <a:ln>
              <a:noFill/>
            </a:ln>
          </p:spPr>
          <p:txBody>
            <a:bodyPr vert="horz" wrap="square" lIns="91440" tIns="45720" rIns="91440" bIns="45720" numCol="1" anchor="t" anchorCtr="0" compatLnSpc="1"/>
            <a:lstStyle/>
            <a:p>
              <a:endParaRPr lang="zh-CN" altLang="en-US"/>
            </a:p>
          </p:txBody>
        </p:sp>
        <p:grpSp>
          <p:nvGrpSpPr>
            <p:cNvPr id="9" name="组合 8"/>
            <p:cNvGrpSpPr/>
            <p:nvPr>
              <p:custDataLst>
                <p:tags r:id="rId11"/>
              </p:custDataLst>
            </p:nvPr>
          </p:nvGrpSpPr>
          <p:grpSpPr>
            <a:xfrm flipH="1">
              <a:off x="935037" y="1136650"/>
              <a:ext cx="5160963" cy="5434013"/>
              <a:chOff x="1157287" y="1136650"/>
              <a:chExt cx="5160963" cy="5434013"/>
            </a:xfrm>
          </p:grpSpPr>
          <p:sp>
            <p:nvSpPr>
              <p:cNvPr id="174" name="Freeform 34"/>
              <p:cNvSpPr/>
              <p:nvPr>
                <p:custDataLst>
                  <p:tags r:id="rId12"/>
                </p:custDataLst>
              </p:nvPr>
            </p:nvSpPr>
            <p:spPr bwMode="auto">
              <a:xfrm flipH="1">
                <a:off x="6226175" y="6007100"/>
                <a:ext cx="92075" cy="146050"/>
              </a:xfrm>
              <a:custGeom>
                <a:avLst/>
                <a:gdLst>
                  <a:gd name="T0" fmla="*/ 44 w 48"/>
                  <a:gd name="T1" fmla="*/ 77 h 77"/>
                  <a:gd name="T2" fmla="*/ 7 w 48"/>
                  <a:gd name="T3" fmla="*/ 0 h 77"/>
                  <a:gd name="T4" fmla="*/ 44 w 48"/>
                  <a:gd name="T5" fmla="*/ 77 h 77"/>
                </a:gdLst>
                <a:ahLst/>
                <a:cxnLst>
                  <a:cxn ang="0">
                    <a:pos x="T0" y="T1"/>
                  </a:cxn>
                  <a:cxn ang="0">
                    <a:pos x="T2" y="T3"/>
                  </a:cxn>
                  <a:cxn ang="0">
                    <a:pos x="T4" y="T5"/>
                  </a:cxn>
                </a:cxnLst>
                <a:rect l="0" t="0" r="r" b="b"/>
                <a:pathLst>
                  <a:path w="48" h="77">
                    <a:moveTo>
                      <a:pt x="44" y="77"/>
                    </a:moveTo>
                    <a:cubicBezTo>
                      <a:pt x="44" y="77"/>
                      <a:pt x="0" y="64"/>
                      <a:pt x="7" y="0"/>
                    </a:cubicBezTo>
                    <a:cubicBezTo>
                      <a:pt x="7" y="0"/>
                      <a:pt x="48" y="21"/>
                      <a:pt x="44" y="7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nvGrpSpPr>
              <p:cNvPr id="8" name="组合 7"/>
              <p:cNvGrpSpPr/>
              <p:nvPr/>
            </p:nvGrpSpPr>
            <p:grpSpPr>
              <a:xfrm>
                <a:off x="1157287" y="1136650"/>
                <a:ext cx="5132388" cy="5434013"/>
                <a:chOff x="1157287" y="1136650"/>
                <a:chExt cx="5132388" cy="5434013"/>
              </a:xfrm>
            </p:grpSpPr>
            <p:sp>
              <p:nvSpPr>
                <p:cNvPr id="175" name="Freeform 35"/>
                <p:cNvSpPr/>
                <p:nvPr>
                  <p:custDataLst>
                    <p:tags r:id="rId13"/>
                  </p:custDataLst>
                </p:nvPr>
              </p:nvSpPr>
              <p:spPr bwMode="auto">
                <a:xfrm flipH="1">
                  <a:off x="6149975" y="6008688"/>
                  <a:ext cx="92075" cy="144463"/>
                </a:xfrm>
                <a:custGeom>
                  <a:avLst/>
                  <a:gdLst>
                    <a:gd name="T0" fmla="*/ 4 w 48"/>
                    <a:gd name="T1" fmla="*/ 76 h 76"/>
                    <a:gd name="T2" fmla="*/ 42 w 48"/>
                    <a:gd name="T3" fmla="*/ 0 h 76"/>
                    <a:gd name="T4" fmla="*/ 4 w 48"/>
                    <a:gd name="T5" fmla="*/ 76 h 76"/>
                  </a:gdLst>
                  <a:ahLst/>
                  <a:cxnLst>
                    <a:cxn ang="0">
                      <a:pos x="T0" y="T1"/>
                    </a:cxn>
                    <a:cxn ang="0">
                      <a:pos x="T2" y="T3"/>
                    </a:cxn>
                    <a:cxn ang="0">
                      <a:pos x="T4" y="T5"/>
                    </a:cxn>
                  </a:cxnLst>
                  <a:rect l="0" t="0" r="r" b="b"/>
                  <a:pathLst>
                    <a:path w="48" h="76">
                      <a:moveTo>
                        <a:pt x="4" y="76"/>
                      </a:moveTo>
                      <a:cubicBezTo>
                        <a:pt x="4" y="76"/>
                        <a:pt x="48" y="64"/>
                        <a:pt x="42" y="0"/>
                      </a:cubicBezTo>
                      <a:cubicBezTo>
                        <a:pt x="42" y="0"/>
                        <a:pt x="0" y="20"/>
                        <a:pt x="4" y="7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6" name="Freeform 36"/>
                <p:cNvSpPr/>
                <p:nvPr>
                  <p:custDataLst>
                    <p:tags r:id="rId14"/>
                  </p:custDataLst>
                </p:nvPr>
              </p:nvSpPr>
              <p:spPr bwMode="auto">
                <a:xfrm flipH="1">
                  <a:off x="6172200" y="5932488"/>
                  <a:ext cx="117475" cy="163513"/>
                </a:xfrm>
                <a:custGeom>
                  <a:avLst/>
                  <a:gdLst>
                    <a:gd name="T0" fmla="*/ 28 w 61"/>
                    <a:gd name="T1" fmla="*/ 86 h 86"/>
                    <a:gd name="T2" fmla="*/ 27 w 61"/>
                    <a:gd name="T3" fmla="*/ 0 h 86"/>
                    <a:gd name="T4" fmla="*/ 28 w 61"/>
                    <a:gd name="T5" fmla="*/ 86 h 86"/>
                  </a:gdLst>
                  <a:ahLst/>
                  <a:cxnLst>
                    <a:cxn ang="0">
                      <a:pos x="T0" y="T1"/>
                    </a:cxn>
                    <a:cxn ang="0">
                      <a:pos x="T2" y="T3"/>
                    </a:cxn>
                    <a:cxn ang="0">
                      <a:pos x="T4" y="T5"/>
                    </a:cxn>
                  </a:cxnLst>
                  <a:rect l="0" t="0" r="r" b="b"/>
                  <a:pathLst>
                    <a:path w="61" h="86">
                      <a:moveTo>
                        <a:pt x="28" y="86"/>
                      </a:moveTo>
                      <a:cubicBezTo>
                        <a:pt x="28" y="86"/>
                        <a:pt x="61" y="54"/>
                        <a:pt x="27" y="0"/>
                      </a:cubicBezTo>
                      <a:cubicBezTo>
                        <a:pt x="27" y="0"/>
                        <a:pt x="0" y="40"/>
                        <a:pt x="28" y="8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7" name="Freeform 37"/>
                <p:cNvSpPr/>
                <p:nvPr>
                  <p:custDataLst>
                    <p:tags r:id="rId15"/>
                  </p:custDataLst>
                </p:nvPr>
              </p:nvSpPr>
              <p:spPr bwMode="auto">
                <a:xfrm flipH="1">
                  <a:off x="5467350" y="6453188"/>
                  <a:ext cx="74613" cy="117475"/>
                </a:xfrm>
                <a:custGeom>
                  <a:avLst/>
                  <a:gdLst>
                    <a:gd name="T0" fmla="*/ 35 w 39"/>
                    <a:gd name="T1" fmla="*/ 62 h 62"/>
                    <a:gd name="T2" fmla="*/ 5 w 39"/>
                    <a:gd name="T3" fmla="*/ 0 h 62"/>
                    <a:gd name="T4" fmla="*/ 35 w 39"/>
                    <a:gd name="T5" fmla="*/ 62 h 62"/>
                  </a:gdLst>
                  <a:ahLst/>
                  <a:cxnLst>
                    <a:cxn ang="0">
                      <a:pos x="T0" y="T1"/>
                    </a:cxn>
                    <a:cxn ang="0">
                      <a:pos x="T2" y="T3"/>
                    </a:cxn>
                    <a:cxn ang="0">
                      <a:pos x="T4" y="T5"/>
                    </a:cxn>
                  </a:cxnLst>
                  <a:rect l="0" t="0" r="r" b="b"/>
                  <a:pathLst>
                    <a:path w="39" h="62">
                      <a:moveTo>
                        <a:pt x="35" y="62"/>
                      </a:moveTo>
                      <a:cubicBezTo>
                        <a:pt x="35" y="62"/>
                        <a:pt x="0" y="52"/>
                        <a:pt x="5" y="0"/>
                      </a:cubicBezTo>
                      <a:cubicBezTo>
                        <a:pt x="5" y="0"/>
                        <a:pt x="39" y="17"/>
                        <a:pt x="35" y="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8" name="Freeform 38"/>
                <p:cNvSpPr/>
                <p:nvPr>
                  <p:custDataLst>
                    <p:tags r:id="rId16"/>
                  </p:custDataLst>
                </p:nvPr>
              </p:nvSpPr>
              <p:spPr bwMode="auto">
                <a:xfrm flipH="1">
                  <a:off x="5408613" y="6454775"/>
                  <a:ext cx="73025" cy="115888"/>
                </a:xfrm>
                <a:custGeom>
                  <a:avLst/>
                  <a:gdLst>
                    <a:gd name="T0" fmla="*/ 3 w 38"/>
                    <a:gd name="T1" fmla="*/ 61 h 61"/>
                    <a:gd name="T2" fmla="*/ 34 w 38"/>
                    <a:gd name="T3" fmla="*/ 0 h 61"/>
                    <a:gd name="T4" fmla="*/ 3 w 38"/>
                    <a:gd name="T5" fmla="*/ 61 h 61"/>
                  </a:gdLst>
                  <a:ahLst/>
                  <a:cxnLst>
                    <a:cxn ang="0">
                      <a:pos x="T0" y="T1"/>
                    </a:cxn>
                    <a:cxn ang="0">
                      <a:pos x="T2" y="T3"/>
                    </a:cxn>
                    <a:cxn ang="0">
                      <a:pos x="T4" y="T5"/>
                    </a:cxn>
                  </a:cxnLst>
                  <a:rect l="0" t="0" r="r" b="b"/>
                  <a:pathLst>
                    <a:path w="38" h="61">
                      <a:moveTo>
                        <a:pt x="3" y="61"/>
                      </a:moveTo>
                      <a:cubicBezTo>
                        <a:pt x="3" y="61"/>
                        <a:pt x="38" y="52"/>
                        <a:pt x="34" y="0"/>
                      </a:cubicBezTo>
                      <a:cubicBezTo>
                        <a:pt x="34" y="0"/>
                        <a:pt x="0" y="16"/>
                        <a:pt x="3" y="6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9" name="Freeform 39"/>
                <p:cNvSpPr/>
                <p:nvPr>
                  <p:custDataLst>
                    <p:tags r:id="rId17"/>
                  </p:custDataLst>
                </p:nvPr>
              </p:nvSpPr>
              <p:spPr bwMode="auto">
                <a:xfrm flipH="1">
                  <a:off x="5426075" y="6394450"/>
                  <a:ext cx="95250" cy="130175"/>
                </a:xfrm>
                <a:custGeom>
                  <a:avLst/>
                  <a:gdLst>
                    <a:gd name="T0" fmla="*/ 24 w 50"/>
                    <a:gd name="T1" fmla="*/ 69 h 69"/>
                    <a:gd name="T2" fmla="*/ 22 w 50"/>
                    <a:gd name="T3" fmla="*/ 0 h 69"/>
                    <a:gd name="T4" fmla="*/ 24 w 50"/>
                    <a:gd name="T5" fmla="*/ 69 h 69"/>
                  </a:gdLst>
                  <a:ahLst/>
                  <a:cxnLst>
                    <a:cxn ang="0">
                      <a:pos x="T0" y="T1"/>
                    </a:cxn>
                    <a:cxn ang="0">
                      <a:pos x="T2" y="T3"/>
                    </a:cxn>
                    <a:cxn ang="0">
                      <a:pos x="T4" y="T5"/>
                    </a:cxn>
                  </a:cxnLst>
                  <a:rect l="0" t="0" r="r" b="b"/>
                  <a:pathLst>
                    <a:path w="50" h="69">
                      <a:moveTo>
                        <a:pt x="24" y="69"/>
                      </a:moveTo>
                      <a:cubicBezTo>
                        <a:pt x="24" y="69"/>
                        <a:pt x="50" y="43"/>
                        <a:pt x="22" y="0"/>
                      </a:cubicBezTo>
                      <a:cubicBezTo>
                        <a:pt x="22" y="0"/>
                        <a:pt x="0" y="32"/>
                        <a:pt x="24" y="6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0" name="Freeform 40"/>
                <p:cNvSpPr/>
                <p:nvPr>
                  <p:custDataLst>
                    <p:tags r:id="rId18"/>
                  </p:custDataLst>
                </p:nvPr>
              </p:nvSpPr>
              <p:spPr bwMode="auto">
                <a:xfrm flipH="1">
                  <a:off x="2339975" y="6389688"/>
                  <a:ext cx="73025" cy="117475"/>
                </a:xfrm>
                <a:custGeom>
                  <a:avLst/>
                  <a:gdLst>
                    <a:gd name="T0" fmla="*/ 35 w 39"/>
                    <a:gd name="T1" fmla="*/ 62 h 62"/>
                    <a:gd name="T2" fmla="*/ 5 w 39"/>
                    <a:gd name="T3" fmla="*/ 0 h 62"/>
                    <a:gd name="T4" fmla="*/ 35 w 39"/>
                    <a:gd name="T5" fmla="*/ 62 h 62"/>
                  </a:gdLst>
                  <a:ahLst/>
                  <a:cxnLst>
                    <a:cxn ang="0">
                      <a:pos x="T0" y="T1"/>
                    </a:cxn>
                    <a:cxn ang="0">
                      <a:pos x="T2" y="T3"/>
                    </a:cxn>
                    <a:cxn ang="0">
                      <a:pos x="T4" y="T5"/>
                    </a:cxn>
                  </a:cxnLst>
                  <a:rect l="0" t="0" r="r" b="b"/>
                  <a:pathLst>
                    <a:path w="39" h="62">
                      <a:moveTo>
                        <a:pt x="35" y="62"/>
                      </a:moveTo>
                      <a:cubicBezTo>
                        <a:pt x="35" y="62"/>
                        <a:pt x="0" y="52"/>
                        <a:pt x="5" y="0"/>
                      </a:cubicBezTo>
                      <a:cubicBezTo>
                        <a:pt x="5" y="0"/>
                        <a:pt x="39" y="17"/>
                        <a:pt x="35" y="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1" name="Freeform 41"/>
                <p:cNvSpPr/>
                <p:nvPr>
                  <p:custDataLst>
                    <p:tags r:id="rId19"/>
                  </p:custDataLst>
                </p:nvPr>
              </p:nvSpPr>
              <p:spPr bwMode="auto">
                <a:xfrm flipH="1">
                  <a:off x="2278062" y="6389688"/>
                  <a:ext cx="74613" cy="117475"/>
                </a:xfrm>
                <a:custGeom>
                  <a:avLst/>
                  <a:gdLst>
                    <a:gd name="T0" fmla="*/ 3 w 39"/>
                    <a:gd name="T1" fmla="*/ 62 h 62"/>
                    <a:gd name="T2" fmla="*/ 34 w 39"/>
                    <a:gd name="T3" fmla="*/ 0 h 62"/>
                    <a:gd name="T4" fmla="*/ 3 w 39"/>
                    <a:gd name="T5" fmla="*/ 62 h 62"/>
                  </a:gdLst>
                  <a:ahLst/>
                  <a:cxnLst>
                    <a:cxn ang="0">
                      <a:pos x="T0" y="T1"/>
                    </a:cxn>
                    <a:cxn ang="0">
                      <a:pos x="T2" y="T3"/>
                    </a:cxn>
                    <a:cxn ang="0">
                      <a:pos x="T4" y="T5"/>
                    </a:cxn>
                  </a:cxnLst>
                  <a:rect l="0" t="0" r="r" b="b"/>
                  <a:pathLst>
                    <a:path w="39" h="62">
                      <a:moveTo>
                        <a:pt x="3" y="62"/>
                      </a:moveTo>
                      <a:cubicBezTo>
                        <a:pt x="3" y="62"/>
                        <a:pt x="39" y="52"/>
                        <a:pt x="34" y="0"/>
                      </a:cubicBezTo>
                      <a:cubicBezTo>
                        <a:pt x="34" y="0"/>
                        <a:pt x="0" y="17"/>
                        <a:pt x="3" y="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2" name="Freeform 42"/>
                <p:cNvSpPr/>
                <p:nvPr>
                  <p:custDataLst>
                    <p:tags r:id="rId20"/>
                  </p:custDataLst>
                </p:nvPr>
              </p:nvSpPr>
              <p:spPr bwMode="auto">
                <a:xfrm flipH="1">
                  <a:off x="2295525" y="6330950"/>
                  <a:ext cx="95250" cy="131763"/>
                </a:xfrm>
                <a:custGeom>
                  <a:avLst/>
                  <a:gdLst>
                    <a:gd name="T0" fmla="*/ 23 w 50"/>
                    <a:gd name="T1" fmla="*/ 69 h 69"/>
                    <a:gd name="T2" fmla="*/ 22 w 50"/>
                    <a:gd name="T3" fmla="*/ 0 h 69"/>
                    <a:gd name="T4" fmla="*/ 23 w 50"/>
                    <a:gd name="T5" fmla="*/ 69 h 69"/>
                  </a:gdLst>
                  <a:ahLst/>
                  <a:cxnLst>
                    <a:cxn ang="0">
                      <a:pos x="T0" y="T1"/>
                    </a:cxn>
                    <a:cxn ang="0">
                      <a:pos x="T2" y="T3"/>
                    </a:cxn>
                    <a:cxn ang="0">
                      <a:pos x="T4" y="T5"/>
                    </a:cxn>
                  </a:cxnLst>
                  <a:rect l="0" t="0" r="r" b="b"/>
                  <a:pathLst>
                    <a:path w="50" h="69">
                      <a:moveTo>
                        <a:pt x="23" y="69"/>
                      </a:moveTo>
                      <a:cubicBezTo>
                        <a:pt x="23" y="69"/>
                        <a:pt x="50" y="43"/>
                        <a:pt x="22" y="0"/>
                      </a:cubicBezTo>
                      <a:cubicBezTo>
                        <a:pt x="22" y="0"/>
                        <a:pt x="0" y="32"/>
                        <a:pt x="23" y="6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9" name="Freeform 49"/>
                <p:cNvSpPr/>
                <p:nvPr>
                  <p:custDataLst>
                    <p:tags r:id="rId21"/>
                  </p:custDataLst>
                </p:nvPr>
              </p:nvSpPr>
              <p:spPr bwMode="auto">
                <a:xfrm flipH="1">
                  <a:off x="1162050" y="1143000"/>
                  <a:ext cx="4940300" cy="2841625"/>
                </a:xfrm>
                <a:custGeom>
                  <a:avLst/>
                  <a:gdLst>
                    <a:gd name="T0" fmla="*/ 2551 w 2593"/>
                    <a:gd name="T1" fmla="*/ 1493 h 1493"/>
                    <a:gd name="T2" fmla="*/ 41 w 2593"/>
                    <a:gd name="T3" fmla="*/ 1493 h 1493"/>
                    <a:gd name="T4" fmla="*/ 0 w 2593"/>
                    <a:gd name="T5" fmla="*/ 1451 h 1493"/>
                    <a:gd name="T6" fmla="*/ 0 w 2593"/>
                    <a:gd name="T7" fmla="*/ 41 h 1493"/>
                    <a:gd name="T8" fmla="*/ 41 w 2593"/>
                    <a:gd name="T9" fmla="*/ 0 h 1493"/>
                    <a:gd name="T10" fmla="*/ 2551 w 2593"/>
                    <a:gd name="T11" fmla="*/ 0 h 1493"/>
                    <a:gd name="T12" fmla="*/ 2593 w 2593"/>
                    <a:gd name="T13" fmla="*/ 41 h 1493"/>
                    <a:gd name="T14" fmla="*/ 2593 w 2593"/>
                    <a:gd name="T15" fmla="*/ 1451 h 1493"/>
                    <a:gd name="T16" fmla="*/ 2551 w 2593"/>
                    <a:gd name="T17" fmla="*/ 1493 h 1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93" h="1493">
                      <a:moveTo>
                        <a:pt x="2551" y="1493"/>
                      </a:moveTo>
                      <a:cubicBezTo>
                        <a:pt x="41" y="1493"/>
                        <a:pt x="41" y="1493"/>
                        <a:pt x="41" y="1493"/>
                      </a:cubicBezTo>
                      <a:cubicBezTo>
                        <a:pt x="19" y="1493"/>
                        <a:pt x="0" y="1474"/>
                        <a:pt x="0" y="1451"/>
                      </a:cubicBezTo>
                      <a:cubicBezTo>
                        <a:pt x="0" y="41"/>
                        <a:pt x="0" y="41"/>
                        <a:pt x="0" y="41"/>
                      </a:cubicBezTo>
                      <a:cubicBezTo>
                        <a:pt x="0" y="18"/>
                        <a:pt x="19" y="0"/>
                        <a:pt x="41" y="0"/>
                      </a:cubicBezTo>
                      <a:cubicBezTo>
                        <a:pt x="2551" y="0"/>
                        <a:pt x="2551" y="0"/>
                        <a:pt x="2551" y="0"/>
                      </a:cubicBezTo>
                      <a:cubicBezTo>
                        <a:pt x="2574" y="0"/>
                        <a:pt x="2593" y="18"/>
                        <a:pt x="2593" y="41"/>
                      </a:cubicBezTo>
                      <a:cubicBezTo>
                        <a:pt x="2593" y="1451"/>
                        <a:pt x="2593" y="1451"/>
                        <a:pt x="2593" y="1451"/>
                      </a:cubicBezTo>
                      <a:cubicBezTo>
                        <a:pt x="2593" y="1474"/>
                        <a:pt x="2574" y="1493"/>
                        <a:pt x="2551" y="1493"/>
                      </a:cubicBezTo>
                      <a:close/>
                    </a:path>
                  </a:pathLst>
                </a:custGeom>
                <a:solidFill>
                  <a:srgbClr val="FADD7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0" name="Freeform 50"/>
                <p:cNvSpPr/>
                <p:nvPr>
                  <p:custDataLst>
                    <p:tags r:id="rId22"/>
                  </p:custDataLst>
                </p:nvPr>
              </p:nvSpPr>
              <p:spPr bwMode="auto">
                <a:xfrm flipH="1">
                  <a:off x="4456112" y="1409700"/>
                  <a:ext cx="1646238" cy="2574925"/>
                </a:xfrm>
                <a:custGeom>
                  <a:avLst/>
                  <a:gdLst>
                    <a:gd name="T0" fmla="*/ 864 w 864"/>
                    <a:gd name="T1" fmla="*/ 1353 h 1353"/>
                    <a:gd name="T2" fmla="*/ 24 w 864"/>
                    <a:gd name="T3" fmla="*/ 1353 h 1353"/>
                    <a:gd name="T4" fmla="*/ 0 w 864"/>
                    <a:gd name="T5" fmla="*/ 1329 h 1353"/>
                    <a:gd name="T6" fmla="*/ 0 w 864"/>
                    <a:gd name="T7" fmla="*/ 0 h 1353"/>
                    <a:gd name="T8" fmla="*/ 864 w 864"/>
                    <a:gd name="T9" fmla="*/ 0 h 1353"/>
                    <a:gd name="T10" fmla="*/ 864 w 864"/>
                    <a:gd name="T11" fmla="*/ 1353 h 1353"/>
                  </a:gdLst>
                  <a:ahLst/>
                  <a:cxnLst>
                    <a:cxn ang="0">
                      <a:pos x="T0" y="T1"/>
                    </a:cxn>
                    <a:cxn ang="0">
                      <a:pos x="T2" y="T3"/>
                    </a:cxn>
                    <a:cxn ang="0">
                      <a:pos x="T4" y="T5"/>
                    </a:cxn>
                    <a:cxn ang="0">
                      <a:pos x="T6" y="T7"/>
                    </a:cxn>
                    <a:cxn ang="0">
                      <a:pos x="T8" y="T9"/>
                    </a:cxn>
                    <a:cxn ang="0">
                      <a:pos x="T10" y="T11"/>
                    </a:cxn>
                  </a:cxnLst>
                  <a:rect l="0" t="0" r="r" b="b"/>
                  <a:pathLst>
                    <a:path w="864" h="1353">
                      <a:moveTo>
                        <a:pt x="864" y="1353"/>
                      </a:moveTo>
                      <a:cubicBezTo>
                        <a:pt x="24" y="1353"/>
                        <a:pt x="24" y="1353"/>
                        <a:pt x="24" y="1353"/>
                      </a:cubicBezTo>
                      <a:cubicBezTo>
                        <a:pt x="11" y="1353"/>
                        <a:pt x="0" y="1342"/>
                        <a:pt x="0" y="1329"/>
                      </a:cubicBezTo>
                      <a:cubicBezTo>
                        <a:pt x="0" y="0"/>
                        <a:pt x="0" y="0"/>
                        <a:pt x="0" y="0"/>
                      </a:cubicBezTo>
                      <a:cubicBezTo>
                        <a:pt x="864" y="0"/>
                        <a:pt x="864" y="0"/>
                        <a:pt x="864" y="0"/>
                      </a:cubicBezTo>
                      <a:lnTo>
                        <a:pt x="864" y="135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2" name="Freeform 52"/>
                <p:cNvSpPr/>
                <p:nvPr>
                  <p:custDataLst>
                    <p:tags r:id="rId23"/>
                  </p:custDataLst>
                </p:nvPr>
              </p:nvSpPr>
              <p:spPr bwMode="auto">
                <a:xfrm flipH="1">
                  <a:off x="1157287" y="1136650"/>
                  <a:ext cx="4954588" cy="273050"/>
                </a:xfrm>
                <a:custGeom>
                  <a:avLst/>
                  <a:gdLst>
                    <a:gd name="T0" fmla="*/ 5 w 2600"/>
                    <a:gd name="T1" fmla="*/ 143 h 143"/>
                    <a:gd name="T2" fmla="*/ 2598 w 2600"/>
                    <a:gd name="T3" fmla="*/ 143 h 143"/>
                    <a:gd name="T4" fmla="*/ 2598 w 2600"/>
                    <a:gd name="T5" fmla="*/ 93 h 143"/>
                    <a:gd name="T6" fmla="*/ 2569 w 2600"/>
                    <a:gd name="T7" fmla="*/ 27 h 143"/>
                    <a:gd name="T8" fmla="*/ 2504 w 2600"/>
                    <a:gd name="T9" fmla="*/ 3 h 143"/>
                    <a:gd name="T10" fmla="*/ 103 w 2600"/>
                    <a:gd name="T11" fmla="*/ 3 h 143"/>
                    <a:gd name="T12" fmla="*/ 34 w 2600"/>
                    <a:gd name="T13" fmla="*/ 29 h 143"/>
                    <a:gd name="T14" fmla="*/ 5 w 2600"/>
                    <a:gd name="T15" fmla="*/ 104 h 143"/>
                    <a:gd name="T16" fmla="*/ 5 w 2600"/>
                    <a:gd name="T17" fmla="*/ 14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00" h="143">
                      <a:moveTo>
                        <a:pt x="5" y="143"/>
                      </a:moveTo>
                      <a:cubicBezTo>
                        <a:pt x="2598" y="143"/>
                        <a:pt x="2598" y="143"/>
                        <a:pt x="2598" y="143"/>
                      </a:cubicBezTo>
                      <a:cubicBezTo>
                        <a:pt x="2598" y="93"/>
                        <a:pt x="2598" y="93"/>
                        <a:pt x="2598" y="93"/>
                      </a:cubicBezTo>
                      <a:cubicBezTo>
                        <a:pt x="2598" y="93"/>
                        <a:pt x="2600" y="52"/>
                        <a:pt x="2569" y="27"/>
                      </a:cubicBezTo>
                      <a:cubicBezTo>
                        <a:pt x="2538" y="3"/>
                        <a:pt x="2511" y="3"/>
                        <a:pt x="2504" y="3"/>
                      </a:cubicBezTo>
                      <a:cubicBezTo>
                        <a:pt x="2498" y="3"/>
                        <a:pt x="103" y="3"/>
                        <a:pt x="103" y="3"/>
                      </a:cubicBezTo>
                      <a:cubicBezTo>
                        <a:pt x="103" y="3"/>
                        <a:pt x="68" y="0"/>
                        <a:pt x="34" y="29"/>
                      </a:cubicBezTo>
                      <a:cubicBezTo>
                        <a:pt x="0" y="58"/>
                        <a:pt x="5" y="104"/>
                        <a:pt x="5" y="104"/>
                      </a:cubicBezTo>
                      <a:lnTo>
                        <a:pt x="5" y="143"/>
                      </a:lnTo>
                      <a:close/>
                    </a:path>
                  </a:pathLst>
                </a:custGeom>
                <a:solidFill>
                  <a:srgbClr val="34525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1" name="Freeform 131"/>
                <p:cNvSpPr/>
                <p:nvPr>
                  <p:custDataLst>
                    <p:tags r:id="rId24"/>
                  </p:custDataLst>
                </p:nvPr>
              </p:nvSpPr>
              <p:spPr bwMode="auto">
                <a:xfrm flipH="1">
                  <a:off x="4541838" y="1490663"/>
                  <a:ext cx="1473200" cy="1192213"/>
                </a:xfrm>
                <a:custGeom>
                  <a:avLst/>
                  <a:gdLst>
                    <a:gd name="T0" fmla="*/ 646 w 773"/>
                    <a:gd name="T1" fmla="*/ 624 h 626"/>
                    <a:gd name="T2" fmla="*/ 12 w 773"/>
                    <a:gd name="T3" fmla="*/ 502 h 626"/>
                    <a:gd name="T4" fmla="*/ 2 w 773"/>
                    <a:gd name="T5" fmla="*/ 487 h 626"/>
                    <a:gd name="T6" fmla="*/ 112 w 773"/>
                    <a:gd name="T7" fmla="*/ 11 h 626"/>
                    <a:gd name="T8" fmla="*/ 128 w 773"/>
                    <a:gd name="T9" fmla="*/ 1 h 626"/>
                    <a:gd name="T10" fmla="*/ 761 w 773"/>
                    <a:gd name="T11" fmla="*/ 124 h 626"/>
                    <a:gd name="T12" fmla="*/ 772 w 773"/>
                    <a:gd name="T13" fmla="*/ 138 h 626"/>
                    <a:gd name="T14" fmla="*/ 662 w 773"/>
                    <a:gd name="T15" fmla="*/ 615 h 626"/>
                    <a:gd name="T16" fmla="*/ 646 w 773"/>
                    <a:gd name="T17" fmla="*/ 624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73" h="626">
                      <a:moveTo>
                        <a:pt x="646" y="624"/>
                      </a:moveTo>
                      <a:cubicBezTo>
                        <a:pt x="12" y="502"/>
                        <a:pt x="12" y="502"/>
                        <a:pt x="12" y="502"/>
                      </a:cubicBezTo>
                      <a:cubicBezTo>
                        <a:pt x="5" y="500"/>
                        <a:pt x="0" y="494"/>
                        <a:pt x="2" y="487"/>
                      </a:cubicBezTo>
                      <a:cubicBezTo>
                        <a:pt x="112" y="11"/>
                        <a:pt x="112" y="11"/>
                        <a:pt x="112" y="11"/>
                      </a:cubicBezTo>
                      <a:cubicBezTo>
                        <a:pt x="113" y="4"/>
                        <a:pt x="120" y="0"/>
                        <a:pt x="128" y="1"/>
                      </a:cubicBezTo>
                      <a:cubicBezTo>
                        <a:pt x="761" y="124"/>
                        <a:pt x="761" y="124"/>
                        <a:pt x="761" y="124"/>
                      </a:cubicBezTo>
                      <a:cubicBezTo>
                        <a:pt x="768" y="125"/>
                        <a:pt x="773" y="132"/>
                        <a:pt x="772" y="138"/>
                      </a:cubicBezTo>
                      <a:cubicBezTo>
                        <a:pt x="662" y="615"/>
                        <a:pt x="662" y="615"/>
                        <a:pt x="662" y="615"/>
                      </a:cubicBezTo>
                      <a:cubicBezTo>
                        <a:pt x="660" y="622"/>
                        <a:pt x="653" y="626"/>
                        <a:pt x="646" y="624"/>
                      </a:cubicBezTo>
                      <a:close/>
                    </a:path>
                  </a:pathLst>
                </a:custGeom>
                <a:solidFill>
                  <a:srgbClr val="FADD7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3" name="Freeform 43"/>
                <p:cNvSpPr/>
                <p:nvPr>
                  <p:custDataLst>
                    <p:tags r:id="rId25"/>
                  </p:custDataLst>
                </p:nvPr>
              </p:nvSpPr>
              <p:spPr bwMode="auto">
                <a:xfrm flipH="1">
                  <a:off x="3741737" y="6008688"/>
                  <a:ext cx="87313" cy="138113"/>
                </a:xfrm>
                <a:custGeom>
                  <a:avLst/>
                  <a:gdLst>
                    <a:gd name="T0" fmla="*/ 41 w 46"/>
                    <a:gd name="T1" fmla="*/ 72 h 72"/>
                    <a:gd name="T2" fmla="*/ 6 w 46"/>
                    <a:gd name="T3" fmla="*/ 0 h 72"/>
                    <a:gd name="T4" fmla="*/ 41 w 46"/>
                    <a:gd name="T5" fmla="*/ 72 h 72"/>
                  </a:gdLst>
                  <a:ahLst/>
                  <a:cxnLst>
                    <a:cxn ang="0">
                      <a:pos x="T0" y="T1"/>
                    </a:cxn>
                    <a:cxn ang="0">
                      <a:pos x="T2" y="T3"/>
                    </a:cxn>
                    <a:cxn ang="0">
                      <a:pos x="T4" y="T5"/>
                    </a:cxn>
                  </a:cxnLst>
                  <a:rect l="0" t="0" r="r" b="b"/>
                  <a:pathLst>
                    <a:path w="46" h="72">
                      <a:moveTo>
                        <a:pt x="41" y="72"/>
                      </a:moveTo>
                      <a:cubicBezTo>
                        <a:pt x="41" y="72"/>
                        <a:pt x="0" y="61"/>
                        <a:pt x="6" y="0"/>
                      </a:cubicBezTo>
                      <a:cubicBezTo>
                        <a:pt x="6" y="0"/>
                        <a:pt x="46" y="20"/>
                        <a:pt x="41" y="7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4" name="Freeform 44"/>
                <p:cNvSpPr/>
                <p:nvPr>
                  <p:custDataLst>
                    <p:tags r:id="rId26"/>
                  </p:custDataLst>
                </p:nvPr>
              </p:nvSpPr>
              <p:spPr bwMode="auto">
                <a:xfrm flipH="1">
                  <a:off x="3670300" y="6011863"/>
                  <a:ext cx="88900" cy="134938"/>
                </a:xfrm>
                <a:custGeom>
                  <a:avLst/>
                  <a:gdLst>
                    <a:gd name="T0" fmla="*/ 4 w 46"/>
                    <a:gd name="T1" fmla="*/ 71 h 71"/>
                    <a:gd name="T2" fmla="*/ 40 w 46"/>
                    <a:gd name="T3" fmla="*/ 0 h 71"/>
                    <a:gd name="T4" fmla="*/ 4 w 46"/>
                    <a:gd name="T5" fmla="*/ 71 h 71"/>
                  </a:gdLst>
                  <a:ahLst/>
                  <a:cxnLst>
                    <a:cxn ang="0">
                      <a:pos x="T0" y="T1"/>
                    </a:cxn>
                    <a:cxn ang="0">
                      <a:pos x="T2" y="T3"/>
                    </a:cxn>
                    <a:cxn ang="0">
                      <a:pos x="T4" y="T5"/>
                    </a:cxn>
                  </a:cxnLst>
                  <a:rect l="0" t="0" r="r" b="b"/>
                  <a:pathLst>
                    <a:path w="46" h="71">
                      <a:moveTo>
                        <a:pt x="4" y="71"/>
                      </a:moveTo>
                      <a:cubicBezTo>
                        <a:pt x="4" y="71"/>
                        <a:pt x="46" y="60"/>
                        <a:pt x="40" y="0"/>
                      </a:cubicBezTo>
                      <a:cubicBezTo>
                        <a:pt x="40" y="0"/>
                        <a:pt x="0" y="19"/>
                        <a:pt x="4" y="7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5" name="Freeform 45"/>
                <p:cNvSpPr/>
                <p:nvPr>
                  <p:custDataLst>
                    <p:tags r:id="rId27"/>
                  </p:custDataLst>
                </p:nvPr>
              </p:nvSpPr>
              <p:spPr bwMode="auto">
                <a:xfrm flipH="1">
                  <a:off x="3692525" y="5940425"/>
                  <a:ext cx="109538" cy="153988"/>
                </a:xfrm>
                <a:custGeom>
                  <a:avLst/>
                  <a:gdLst>
                    <a:gd name="T0" fmla="*/ 27 w 58"/>
                    <a:gd name="T1" fmla="*/ 81 h 81"/>
                    <a:gd name="T2" fmla="*/ 26 w 58"/>
                    <a:gd name="T3" fmla="*/ 0 h 81"/>
                    <a:gd name="T4" fmla="*/ 27 w 58"/>
                    <a:gd name="T5" fmla="*/ 81 h 81"/>
                  </a:gdLst>
                  <a:ahLst/>
                  <a:cxnLst>
                    <a:cxn ang="0">
                      <a:pos x="T0" y="T1"/>
                    </a:cxn>
                    <a:cxn ang="0">
                      <a:pos x="T2" y="T3"/>
                    </a:cxn>
                    <a:cxn ang="0">
                      <a:pos x="T4" y="T5"/>
                    </a:cxn>
                  </a:cxnLst>
                  <a:rect l="0" t="0" r="r" b="b"/>
                  <a:pathLst>
                    <a:path w="58" h="81">
                      <a:moveTo>
                        <a:pt x="27" y="81"/>
                      </a:moveTo>
                      <a:cubicBezTo>
                        <a:pt x="27" y="81"/>
                        <a:pt x="58" y="50"/>
                        <a:pt x="26" y="0"/>
                      </a:cubicBezTo>
                      <a:cubicBezTo>
                        <a:pt x="26" y="0"/>
                        <a:pt x="0" y="37"/>
                        <a:pt x="27" y="8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6" name="Freeform 46"/>
                <p:cNvSpPr/>
                <p:nvPr>
                  <p:custDataLst>
                    <p:tags r:id="rId28"/>
                  </p:custDataLst>
                </p:nvPr>
              </p:nvSpPr>
              <p:spPr bwMode="auto">
                <a:xfrm flipH="1">
                  <a:off x="1462088" y="6045200"/>
                  <a:ext cx="88900" cy="139700"/>
                </a:xfrm>
                <a:custGeom>
                  <a:avLst/>
                  <a:gdLst>
                    <a:gd name="T0" fmla="*/ 41 w 46"/>
                    <a:gd name="T1" fmla="*/ 73 h 73"/>
                    <a:gd name="T2" fmla="*/ 6 w 46"/>
                    <a:gd name="T3" fmla="*/ 0 h 73"/>
                    <a:gd name="T4" fmla="*/ 41 w 46"/>
                    <a:gd name="T5" fmla="*/ 73 h 73"/>
                  </a:gdLst>
                  <a:ahLst/>
                  <a:cxnLst>
                    <a:cxn ang="0">
                      <a:pos x="T0" y="T1"/>
                    </a:cxn>
                    <a:cxn ang="0">
                      <a:pos x="T2" y="T3"/>
                    </a:cxn>
                    <a:cxn ang="0">
                      <a:pos x="T4" y="T5"/>
                    </a:cxn>
                  </a:cxnLst>
                  <a:rect l="0" t="0" r="r" b="b"/>
                  <a:pathLst>
                    <a:path w="46" h="73">
                      <a:moveTo>
                        <a:pt x="41" y="73"/>
                      </a:moveTo>
                      <a:cubicBezTo>
                        <a:pt x="41" y="73"/>
                        <a:pt x="0" y="61"/>
                        <a:pt x="6" y="0"/>
                      </a:cubicBezTo>
                      <a:cubicBezTo>
                        <a:pt x="6" y="0"/>
                        <a:pt x="46" y="20"/>
                        <a:pt x="41" y="7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7" name="Freeform 47"/>
                <p:cNvSpPr/>
                <p:nvPr>
                  <p:custDataLst>
                    <p:tags r:id="rId29"/>
                  </p:custDataLst>
                </p:nvPr>
              </p:nvSpPr>
              <p:spPr bwMode="auto">
                <a:xfrm flipH="1">
                  <a:off x="1392237" y="6045200"/>
                  <a:ext cx="87313" cy="139700"/>
                </a:xfrm>
                <a:custGeom>
                  <a:avLst/>
                  <a:gdLst>
                    <a:gd name="T0" fmla="*/ 4 w 46"/>
                    <a:gd name="T1" fmla="*/ 73 h 73"/>
                    <a:gd name="T2" fmla="*/ 41 w 46"/>
                    <a:gd name="T3" fmla="*/ 0 h 73"/>
                    <a:gd name="T4" fmla="*/ 4 w 46"/>
                    <a:gd name="T5" fmla="*/ 73 h 73"/>
                  </a:gdLst>
                  <a:ahLst/>
                  <a:cxnLst>
                    <a:cxn ang="0">
                      <a:pos x="T0" y="T1"/>
                    </a:cxn>
                    <a:cxn ang="0">
                      <a:pos x="T2" y="T3"/>
                    </a:cxn>
                    <a:cxn ang="0">
                      <a:pos x="T4" y="T5"/>
                    </a:cxn>
                  </a:cxnLst>
                  <a:rect l="0" t="0" r="r" b="b"/>
                  <a:pathLst>
                    <a:path w="46" h="73">
                      <a:moveTo>
                        <a:pt x="4" y="73"/>
                      </a:moveTo>
                      <a:cubicBezTo>
                        <a:pt x="4" y="73"/>
                        <a:pt x="46" y="61"/>
                        <a:pt x="41" y="0"/>
                      </a:cubicBezTo>
                      <a:cubicBezTo>
                        <a:pt x="41" y="0"/>
                        <a:pt x="0" y="20"/>
                        <a:pt x="4" y="7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8" name="Freeform 48"/>
                <p:cNvSpPr/>
                <p:nvPr>
                  <p:custDataLst>
                    <p:tags r:id="rId30"/>
                  </p:custDataLst>
                </p:nvPr>
              </p:nvSpPr>
              <p:spPr bwMode="auto">
                <a:xfrm flipH="1">
                  <a:off x="1412875" y="5975350"/>
                  <a:ext cx="112713" cy="155575"/>
                </a:xfrm>
                <a:custGeom>
                  <a:avLst/>
                  <a:gdLst>
                    <a:gd name="T0" fmla="*/ 28 w 59"/>
                    <a:gd name="T1" fmla="*/ 82 h 82"/>
                    <a:gd name="T2" fmla="*/ 27 w 59"/>
                    <a:gd name="T3" fmla="*/ 0 h 82"/>
                    <a:gd name="T4" fmla="*/ 28 w 59"/>
                    <a:gd name="T5" fmla="*/ 82 h 82"/>
                  </a:gdLst>
                  <a:ahLst/>
                  <a:cxnLst>
                    <a:cxn ang="0">
                      <a:pos x="T0" y="T1"/>
                    </a:cxn>
                    <a:cxn ang="0">
                      <a:pos x="T2" y="T3"/>
                    </a:cxn>
                    <a:cxn ang="0">
                      <a:pos x="T4" y="T5"/>
                    </a:cxn>
                  </a:cxnLst>
                  <a:rect l="0" t="0" r="r" b="b"/>
                  <a:pathLst>
                    <a:path w="59" h="82">
                      <a:moveTo>
                        <a:pt x="28" y="82"/>
                      </a:moveTo>
                      <a:cubicBezTo>
                        <a:pt x="28" y="82"/>
                        <a:pt x="59" y="51"/>
                        <a:pt x="27" y="0"/>
                      </a:cubicBezTo>
                      <a:cubicBezTo>
                        <a:pt x="27" y="0"/>
                        <a:pt x="0" y="37"/>
                        <a:pt x="28" y="8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2" name="Oval 32"/>
                <p:cNvSpPr>
                  <a:spLocks noChangeArrowheads="1"/>
                </p:cNvSpPr>
                <p:nvPr>
                  <p:custDataLst>
                    <p:tags r:id="rId31"/>
                  </p:custDataLst>
                </p:nvPr>
              </p:nvSpPr>
              <p:spPr bwMode="auto">
                <a:xfrm flipH="1">
                  <a:off x="3854450" y="6224588"/>
                  <a:ext cx="1831975" cy="109538"/>
                </a:xfrm>
                <a:prstGeom prst="ellipse">
                  <a:avLst/>
                </a:prstGeom>
                <a:solidFill>
                  <a:schemeClr val="tx2">
                    <a:alpha val="70000"/>
                  </a:schemeClr>
                </a:solidFill>
                <a:ln>
                  <a:noFill/>
                </a:ln>
              </p:spPr>
              <p:txBody>
                <a:bodyPr vert="horz" wrap="square" lIns="91440" tIns="45720" rIns="91440" bIns="45720" numCol="1" anchor="t" anchorCtr="0" compatLnSpc="1"/>
                <a:lstStyle/>
                <a:p>
                  <a:endParaRPr lang="zh-CN" altLang="en-US"/>
                </a:p>
              </p:txBody>
            </p:sp>
            <p:sp>
              <p:nvSpPr>
                <p:cNvPr id="173" name="Oval 33"/>
                <p:cNvSpPr>
                  <a:spLocks noChangeArrowheads="1"/>
                </p:cNvSpPr>
                <p:nvPr>
                  <p:custDataLst>
                    <p:tags r:id="rId32"/>
                  </p:custDataLst>
                </p:nvPr>
              </p:nvSpPr>
              <p:spPr bwMode="auto">
                <a:xfrm flipH="1">
                  <a:off x="1160463" y="6210300"/>
                  <a:ext cx="1831975" cy="111125"/>
                </a:xfrm>
                <a:prstGeom prst="ellipse">
                  <a:avLst/>
                </a:prstGeom>
                <a:solidFill>
                  <a:schemeClr val="tx2">
                    <a:alpha val="70000"/>
                  </a:schemeClr>
                </a:solidFill>
                <a:ln>
                  <a:noFill/>
                </a:ln>
              </p:spPr>
              <p:txBody>
                <a:bodyPr vert="horz" wrap="square" lIns="91440" tIns="45720" rIns="91440" bIns="45720" numCol="1" anchor="t" anchorCtr="0" compatLnSpc="1"/>
                <a:lstStyle/>
                <a:p>
                  <a:endParaRPr lang="zh-CN" altLang="en-US"/>
                </a:p>
              </p:txBody>
            </p:sp>
            <p:sp>
              <p:nvSpPr>
                <p:cNvPr id="191" name="Freeform 51"/>
                <p:cNvSpPr/>
                <p:nvPr>
                  <p:custDataLst>
                    <p:tags r:id="rId33"/>
                  </p:custDataLst>
                </p:nvPr>
              </p:nvSpPr>
              <p:spPr bwMode="auto">
                <a:xfrm flipH="1">
                  <a:off x="1162050" y="1409700"/>
                  <a:ext cx="1647825" cy="2574925"/>
                </a:xfrm>
                <a:custGeom>
                  <a:avLst/>
                  <a:gdLst>
                    <a:gd name="T0" fmla="*/ 825 w 865"/>
                    <a:gd name="T1" fmla="*/ 1353 h 1353"/>
                    <a:gd name="T2" fmla="*/ 0 w 865"/>
                    <a:gd name="T3" fmla="*/ 1353 h 1353"/>
                    <a:gd name="T4" fmla="*/ 0 w 865"/>
                    <a:gd name="T5" fmla="*/ 0 h 1353"/>
                    <a:gd name="T6" fmla="*/ 865 w 865"/>
                    <a:gd name="T7" fmla="*/ 0 h 1353"/>
                    <a:gd name="T8" fmla="*/ 865 w 865"/>
                    <a:gd name="T9" fmla="*/ 1313 h 1353"/>
                    <a:gd name="T10" fmla="*/ 825 w 865"/>
                    <a:gd name="T11" fmla="*/ 1353 h 1353"/>
                  </a:gdLst>
                  <a:ahLst/>
                  <a:cxnLst>
                    <a:cxn ang="0">
                      <a:pos x="T0" y="T1"/>
                    </a:cxn>
                    <a:cxn ang="0">
                      <a:pos x="T2" y="T3"/>
                    </a:cxn>
                    <a:cxn ang="0">
                      <a:pos x="T4" y="T5"/>
                    </a:cxn>
                    <a:cxn ang="0">
                      <a:pos x="T6" y="T7"/>
                    </a:cxn>
                    <a:cxn ang="0">
                      <a:pos x="T8" y="T9"/>
                    </a:cxn>
                    <a:cxn ang="0">
                      <a:pos x="T10" y="T11"/>
                    </a:cxn>
                  </a:cxnLst>
                  <a:rect l="0" t="0" r="r" b="b"/>
                  <a:pathLst>
                    <a:path w="865" h="1353">
                      <a:moveTo>
                        <a:pt x="825" y="1353"/>
                      </a:moveTo>
                      <a:cubicBezTo>
                        <a:pt x="0" y="1353"/>
                        <a:pt x="0" y="1353"/>
                        <a:pt x="0" y="1353"/>
                      </a:cubicBezTo>
                      <a:cubicBezTo>
                        <a:pt x="0" y="0"/>
                        <a:pt x="0" y="0"/>
                        <a:pt x="0" y="0"/>
                      </a:cubicBezTo>
                      <a:cubicBezTo>
                        <a:pt x="865" y="0"/>
                        <a:pt x="865" y="0"/>
                        <a:pt x="865" y="0"/>
                      </a:cubicBezTo>
                      <a:cubicBezTo>
                        <a:pt x="865" y="1313"/>
                        <a:pt x="865" y="1313"/>
                        <a:pt x="865" y="1313"/>
                      </a:cubicBezTo>
                      <a:cubicBezTo>
                        <a:pt x="865" y="1335"/>
                        <a:pt x="847" y="1353"/>
                        <a:pt x="825" y="135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3" name="Oval 53"/>
                <p:cNvSpPr>
                  <a:spLocks noChangeArrowheads="1"/>
                </p:cNvSpPr>
                <p:nvPr>
                  <p:custDataLst>
                    <p:tags r:id="rId34"/>
                  </p:custDataLst>
                </p:nvPr>
              </p:nvSpPr>
              <p:spPr bwMode="auto">
                <a:xfrm flipH="1">
                  <a:off x="5770563" y="1230313"/>
                  <a:ext cx="98425" cy="92075"/>
                </a:xfrm>
                <a:prstGeom prst="ellipse">
                  <a:avLst/>
                </a:pr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4" name="Oval 54"/>
                <p:cNvSpPr>
                  <a:spLocks noChangeArrowheads="1"/>
                </p:cNvSpPr>
                <p:nvPr>
                  <p:custDataLst>
                    <p:tags r:id="rId35"/>
                  </p:custDataLst>
                </p:nvPr>
              </p:nvSpPr>
              <p:spPr bwMode="auto">
                <a:xfrm flipH="1">
                  <a:off x="5484813" y="1230313"/>
                  <a:ext cx="101600" cy="92075"/>
                </a:xfrm>
                <a:prstGeom prst="ellipse">
                  <a:avLst/>
                </a:prstGeom>
                <a:solidFill>
                  <a:srgbClr val="74C8D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5" name="Oval 55"/>
                <p:cNvSpPr>
                  <a:spLocks noChangeArrowheads="1"/>
                </p:cNvSpPr>
                <p:nvPr>
                  <p:custDataLst>
                    <p:tags r:id="rId36"/>
                  </p:custDataLst>
                </p:nvPr>
              </p:nvSpPr>
              <p:spPr bwMode="auto">
                <a:xfrm flipH="1">
                  <a:off x="5200650" y="1230313"/>
                  <a:ext cx="100013" cy="92075"/>
                </a:xfrm>
                <a:prstGeom prst="ellipse">
                  <a:avLst/>
                </a:prstGeom>
                <a:solidFill>
                  <a:srgbClr val="FADD7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6" name="Freeform 56"/>
                <p:cNvSpPr/>
                <p:nvPr>
                  <p:custDataLst>
                    <p:tags r:id="rId37"/>
                  </p:custDataLst>
                </p:nvPr>
              </p:nvSpPr>
              <p:spPr bwMode="auto">
                <a:xfrm flipH="1">
                  <a:off x="1690688" y="1206500"/>
                  <a:ext cx="3327400" cy="144463"/>
                </a:xfrm>
                <a:custGeom>
                  <a:avLst/>
                  <a:gdLst>
                    <a:gd name="T0" fmla="*/ 1738 w 1746"/>
                    <a:gd name="T1" fmla="*/ 76 h 76"/>
                    <a:gd name="T2" fmla="*/ 8 w 1746"/>
                    <a:gd name="T3" fmla="*/ 76 h 76"/>
                    <a:gd name="T4" fmla="*/ 0 w 1746"/>
                    <a:gd name="T5" fmla="*/ 67 h 76"/>
                    <a:gd name="T6" fmla="*/ 0 w 1746"/>
                    <a:gd name="T7" fmla="*/ 8 h 76"/>
                    <a:gd name="T8" fmla="*/ 8 w 1746"/>
                    <a:gd name="T9" fmla="*/ 0 h 76"/>
                    <a:gd name="T10" fmla="*/ 1738 w 1746"/>
                    <a:gd name="T11" fmla="*/ 0 h 76"/>
                    <a:gd name="T12" fmla="*/ 1746 w 1746"/>
                    <a:gd name="T13" fmla="*/ 8 h 76"/>
                    <a:gd name="T14" fmla="*/ 1746 w 1746"/>
                    <a:gd name="T15" fmla="*/ 67 h 76"/>
                    <a:gd name="T16" fmla="*/ 1738 w 1746"/>
                    <a:gd name="T17" fmla="*/ 76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46" h="76">
                      <a:moveTo>
                        <a:pt x="1738" y="76"/>
                      </a:moveTo>
                      <a:cubicBezTo>
                        <a:pt x="8" y="76"/>
                        <a:pt x="8" y="76"/>
                        <a:pt x="8" y="76"/>
                      </a:cubicBezTo>
                      <a:cubicBezTo>
                        <a:pt x="3" y="76"/>
                        <a:pt x="0" y="72"/>
                        <a:pt x="0" y="67"/>
                      </a:cubicBezTo>
                      <a:cubicBezTo>
                        <a:pt x="0" y="8"/>
                        <a:pt x="0" y="8"/>
                        <a:pt x="0" y="8"/>
                      </a:cubicBezTo>
                      <a:cubicBezTo>
                        <a:pt x="0" y="4"/>
                        <a:pt x="3" y="0"/>
                        <a:pt x="8" y="0"/>
                      </a:cubicBezTo>
                      <a:cubicBezTo>
                        <a:pt x="1738" y="0"/>
                        <a:pt x="1738" y="0"/>
                        <a:pt x="1738" y="0"/>
                      </a:cubicBezTo>
                      <a:cubicBezTo>
                        <a:pt x="1742" y="0"/>
                        <a:pt x="1746" y="4"/>
                        <a:pt x="1746" y="8"/>
                      </a:cubicBezTo>
                      <a:cubicBezTo>
                        <a:pt x="1746" y="67"/>
                        <a:pt x="1746" y="67"/>
                        <a:pt x="1746" y="67"/>
                      </a:cubicBezTo>
                      <a:cubicBezTo>
                        <a:pt x="1746" y="72"/>
                        <a:pt x="1742" y="76"/>
                        <a:pt x="1738" y="7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7" name="Freeform 57"/>
                <p:cNvSpPr/>
                <p:nvPr>
                  <p:custDataLst>
                    <p:tags r:id="rId38"/>
                  </p:custDataLst>
                </p:nvPr>
              </p:nvSpPr>
              <p:spPr bwMode="auto">
                <a:xfrm flipH="1">
                  <a:off x="4619625" y="2874963"/>
                  <a:ext cx="1284288" cy="765175"/>
                </a:xfrm>
                <a:custGeom>
                  <a:avLst/>
                  <a:gdLst>
                    <a:gd name="T0" fmla="*/ 660 w 674"/>
                    <a:gd name="T1" fmla="*/ 402 h 402"/>
                    <a:gd name="T2" fmla="*/ 14 w 674"/>
                    <a:gd name="T3" fmla="*/ 402 h 402"/>
                    <a:gd name="T4" fmla="*/ 0 w 674"/>
                    <a:gd name="T5" fmla="*/ 388 h 402"/>
                    <a:gd name="T6" fmla="*/ 0 w 674"/>
                    <a:gd name="T7" fmla="*/ 15 h 402"/>
                    <a:gd name="T8" fmla="*/ 14 w 674"/>
                    <a:gd name="T9" fmla="*/ 0 h 402"/>
                    <a:gd name="T10" fmla="*/ 660 w 674"/>
                    <a:gd name="T11" fmla="*/ 0 h 402"/>
                    <a:gd name="T12" fmla="*/ 674 w 674"/>
                    <a:gd name="T13" fmla="*/ 15 h 402"/>
                    <a:gd name="T14" fmla="*/ 674 w 674"/>
                    <a:gd name="T15" fmla="*/ 388 h 402"/>
                    <a:gd name="T16" fmla="*/ 660 w 674"/>
                    <a:gd name="T17" fmla="*/ 402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4" h="402">
                      <a:moveTo>
                        <a:pt x="660" y="402"/>
                      </a:moveTo>
                      <a:cubicBezTo>
                        <a:pt x="14" y="402"/>
                        <a:pt x="14" y="402"/>
                        <a:pt x="14" y="402"/>
                      </a:cubicBezTo>
                      <a:cubicBezTo>
                        <a:pt x="6" y="402"/>
                        <a:pt x="0" y="396"/>
                        <a:pt x="0" y="388"/>
                      </a:cubicBezTo>
                      <a:cubicBezTo>
                        <a:pt x="0" y="15"/>
                        <a:pt x="0" y="15"/>
                        <a:pt x="0" y="15"/>
                      </a:cubicBezTo>
                      <a:cubicBezTo>
                        <a:pt x="0" y="7"/>
                        <a:pt x="6" y="0"/>
                        <a:pt x="14" y="0"/>
                      </a:cubicBezTo>
                      <a:cubicBezTo>
                        <a:pt x="660" y="0"/>
                        <a:pt x="660" y="0"/>
                        <a:pt x="660" y="0"/>
                      </a:cubicBezTo>
                      <a:cubicBezTo>
                        <a:pt x="668" y="0"/>
                        <a:pt x="674" y="7"/>
                        <a:pt x="674" y="15"/>
                      </a:cubicBezTo>
                      <a:cubicBezTo>
                        <a:pt x="674" y="388"/>
                        <a:pt x="674" y="388"/>
                        <a:pt x="674" y="388"/>
                      </a:cubicBezTo>
                      <a:cubicBezTo>
                        <a:pt x="674" y="396"/>
                        <a:pt x="668" y="402"/>
                        <a:pt x="660" y="402"/>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8" name="Rectangle 58"/>
                <p:cNvSpPr>
                  <a:spLocks noChangeArrowheads="1"/>
                </p:cNvSpPr>
                <p:nvPr>
                  <p:custDataLst>
                    <p:tags r:id="rId39"/>
                  </p:custDataLst>
                </p:nvPr>
              </p:nvSpPr>
              <p:spPr bwMode="auto">
                <a:xfrm flipH="1">
                  <a:off x="5135563" y="3257550"/>
                  <a:ext cx="682625" cy="84138"/>
                </a:xfrm>
                <a:prstGeom prst="rect">
                  <a:avLst/>
                </a:prstGeom>
                <a:solidFill>
                  <a:srgbClr val="E6332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99" name="Rectangle 59"/>
                <p:cNvSpPr>
                  <a:spLocks noChangeArrowheads="1"/>
                </p:cNvSpPr>
                <p:nvPr>
                  <p:custDataLst>
                    <p:tags r:id="rId40"/>
                  </p:custDataLst>
                </p:nvPr>
              </p:nvSpPr>
              <p:spPr bwMode="auto">
                <a:xfrm flipH="1">
                  <a:off x="4762500" y="3508375"/>
                  <a:ext cx="1055688" cy="84138"/>
                </a:xfrm>
                <a:prstGeom prst="rect">
                  <a:avLst/>
                </a:prstGeom>
                <a:solidFill>
                  <a:srgbClr val="FADD7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00" name="Rectangle 60"/>
                <p:cNvSpPr>
                  <a:spLocks noChangeArrowheads="1"/>
                </p:cNvSpPr>
                <p:nvPr>
                  <p:custDataLst>
                    <p:tags r:id="rId41"/>
                  </p:custDataLst>
                </p:nvPr>
              </p:nvSpPr>
              <p:spPr bwMode="auto">
                <a:xfrm flipH="1">
                  <a:off x="5227638" y="3386138"/>
                  <a:ext cx="590550" cy="841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01" name="Rectangle 61"/>
                <p:cNvSpPr>
                  <a:spLocks noChangeArrowheads="1"/>
                </p:cNvSpPr>
                <p:nvPr>
                  <p:custDataLst>
                    <p:tags r:id="rId42"/>
                  </p:custDataLst>
                </p:nvPr>
              </p:nvSpPr>
              <p:spPr bwMode="auto">
                <a:xfrm flipH="1">
                  <a:off x="5497513" y="2944813"/>
                  <a:ext cx="327025" cy="268288"/>
                </a:xfrm>
                <a:prstGeom prst="rect">
                  <a:avLst/>
                </a:prstGeom>
                <a:solidFill>
                  <a:srgbClr val="00DDF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02" name="Rectangle 62"/>
                <p:cNvSpPr>
                  <a:spLocks noChangeArrowheads="1"/>
                </p:cNvSpPr>
                <p:nvPr>
                  <p:custDataLst>
                    <p:tags r:id="rId43"/>
                  </p:custDataLst>
                </p:nvPr>
              </p:nvSpPr>
              <p:spPr bwMode="auto">
                <a:xfrm flipH="1">
                  <a:off x="5111750" y="2944813"/>
                  <a:ext cx="325438" cy="268288"/>
                </a:xfrm>
                <a:prstGeom prst="rect">
                  <a:avLst/>
                </a:prstGeom>
                <a:solidFill>
                  <a:srgbClr val="FADD7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03" name="Rectangle 63"/>
                <p:cNvSpPr>
                  <a:spLocks noChangeArrowheads="1"/>
                </p:cNvSpPr>
                <p:nvPr>
                  <p:custDataLst>
                    <p:tags r:id="rId44"/>
                  </p:custDataLst>
                </p:nvPr>
              </p:nvSpPr>
              <p:spPr bwMode="auto">
                <a:xfrm flipH="1">
                  <a:off x="4724400" y="2944813"/>
                  <a:ext cx="325438" cy="268288"/>
                </a:xfrm>
                <a:prstGeom prst="rect">
                  <a:avLst/>
                </a:prstGeom>
                <a:solidFill>
                  <a:srgbClr val="3452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04" name="Freeform 64"/>
                <p:cNvSpPr/>
                <p:nvPr>
                  <p:custDataLst>
                    <p:tags r:id="rId45"/>
                  </p:custDataLst>
                </p:nvPr>
              </p:nvSpPr>
              <p:spPr bwMode="auto">
                <a:xfrm flipH="1">
                  <a:off x="1341438" y="1562100"/>
                  <a:ext cx="1285875" cy="762000"/>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5" name="Rectangle 65"/>
                <p:cNvSpPr>
                  <a:spLocks noChangeArrowheads="1"/>
                </p:cNvSpPr>
                <p:nvPr>
                  <p:custDataLst>
                    <p:tags r:id="rId46"/>
                  </p:custDataLst>
                </p:nvPr>
              </p:nvSpPr>
              <p:spPr bwMode="auto">
                <a:xfrm flipH="1">
                  <a:off x="1857375" y="1941513"/>
                  <a:ext cx="682625" cy="84138"/>
                </a:xfrm>
                <a:prstGeom prst="rect">
                  <a:avLst/>
                </a:prstGeom>
                <a:solidFill>
                  <a:srgbClr val="E6332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06" name="Rectangle 66"/>
                <p:cNvSpPr>
                  <a:spLocks noChangeArrowheads="1"/>
                </p:cNvSpPr>
                <p:nvPr>
                  <p:custDataLst>
                    <p:tags r:id="rId47"/>
                  </p:custDataLst>
                </p:nvPr>
              </p:nvSpPr>
              <p:spPr bwMode="auto">
                <a:xfrm flipH="1">
                  <a:off x="1485900" y="2193925"/>
                  <a:ext cx="1054100" cy="82550"/>
                </a:xfrm>
                <a:prstGeom prst="rect">
                  <a:avLst/>
                </a:prstGeom>
                <a:solidFill>
                  <a:srgbClr val="FADD7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07" name="Rectangle 67"/>
                <p:cNvSpPr>
                  <a:spLocks noChangeArrowheads="1"/>
                </p:cNvSpPr>
                <p:nvPr>
                  <p:custDataLst>
                    <p:tags r:id="rId48"/>
                  </p:custDataLst>
                </p:nvPr>
              </p:nvSpPr>
              <p:spPr bwMode="auto">
                <a:xfrm flipH="1">
                  <a:off x="1947862" y="2071688"/>
                  <a:ext cx="592138" cy="841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08" name="Rectangle 68"/>
                <p:cNvSpPr>
                  <a:spLocks noChangeArrowheads="1"/>
                </p:cNvSpPr>
                <p:nvPr>
                  <p:custDataLst>
                    <p:tags r:id="rId49"/>
                  </p:custDataLst>
                </p:nvPr>
              </p:nvSpPr>
              <p:spPr bwMode="auto">
                <a:xfrm flipH="1">
                  <a:off x="2220913" y="1631950"/>
                  <a:ext cx="323850" cy="266700"/>
                </a:xfrm>
                <a:prstGeom prst="rect">
                  <a:avLst/>
                </a:prstGeom>
                <a:solidFill>
                  <a:srgbClr val="00DDF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09" name="Rectangle 69"/>
                <p:cNvSpPr>
                  <a:spLocks noChangeArrowheads="1"/>
                </p:cNvSpPr>
                <p:nvPr>
                  <p:custDataLst>
                    <p:tags r:id="rId50"/>
                  </p:custDataLst>
                </p:nvPr>
              </p:nvSpPr>
              <p:spPr bwMode="auto">
                <a:xfrm flipH="1">
                  <a:off x="1833562" y="1631950"/>
                  <a:ext cx="325438" cy="266700"/>
                </a:xfrm>
                <a:prstGeom prst="rect">
                  <a:avLst/>
                </a:prstGeom>
                <a:solidFill>
                  <a:srgbClr val="FADD7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10" name="Rectangle 70"/>
                <p:cNvSpPr>
                  <a:spLocks noChangeArrowheads="1"/>
                </p:cNvSpPr>
                <p:nvPr>
                  <p:custDataLst>
                    <p:tags r:id="rId51"/>
                  </p:custDataLst>
                </p:nvPr>
              </p:nvSpPr>
              <p:spPr bwMode="auto">
                <a:xfrm flipH="1">
                  <a:off x="1447800" y="1631950"/>
                  <a:ext cx="323850" cy="266700"/>
                </a:xfrm>
                <a:prstGeom prst="rect">
                  <a:avLst/>
                </a:prstGeom>
                <a:solidFill>
                  <a:srgbClr val="3452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11" name="Freeform 71"/>
                <p:cNvSpPr/>
                <p:nvPr>
                  <p:custDataLst>
                    <p:tags r:id="rId52"/>
                  </p:custDataLst>
                </p:nvPr>
              </p:nvSpPr>
              <p:spPr bwMode="auto">
                <a:xfrm flipH="1">
                  <a:off x="3740150" y="3190875"/>
                  <a:ext cx="436563" cy="652463"/>
                </a:xfrm>
                <a:custGeom>
                  <a:avLst/>
                  <a:gdLst>
                    <a:gd name="T0" fmla="*/ 0 w 275"/>
                    <a:gd name="T1" fmla="*/ 319 h 411"/>
                    <a:gd name="T2" fmla="*/ 113 w 275"/>
                    <a:gd name="T3" fmla="*/ 253 h 411"/>
                    <a:gd name="T4" fmla="*/ 230 w 275"/>
                    <a:gd name="T5" fmla="*/ 0 h 411"/>
                    <a:gd name="T6" fmla="*/ 275 w 275"/>
                    <a:gd name="T7" fmla="*/ 11 h 411"/>
                    <a:gd name="T8" fmla="*/ 177 w 275"/>
                    <a:gd name="T9" fmla="*/ 283 h 411"/>
                    <a:gd name="T10" fmla="*/ 50 w 275"/>
                    <a:gd name="T11" fmla="*/ 411 h 411"/>
                    <a:gd name="T12" fmla="*/ 0 w 275"/>
                    <a:gd name="T13" fmla="*/ 319 h 411"/>
                  </a:gdLst>
                  <a:ahLst/>
                  <a:cxnLst>
                    <a:cxn ang="0">
                      <a:pos x="T0" y="T1"/>
                    </a:cxn>
                    <a:cxn ang="0">
                      <a:pos x="T2" y="T3"/>
                    </a:cxn>
                    <a:cxn ang="0">
                      <a:pos x="T4" y="T5"/>
                    </a:cxn>
                    <a:cxn ang="0">
                      <a:pos x="T6" y="T7"/>
                    </a:cxn>
                    <a:cxn ang="0">
                      <a:pos x="T8" y="T9"/>
                    </a:cxn>
                    <a:cxn ang="0">
                      <a:pos x="T10" y="T11"/>
                    </a:cxn>
                    <a:cxn ang="0">
                      <a:pos x="T12" y="T13"/>
                    </a:cxn>
                  </a:cxnLst>
                  <a:rect l="0" t="0" r="r" b="b"/>
                  <a:pathLst>
                    <a:path w="275" h="411">
                      <a:moveTo>
                        <a:pt x="0" y="319"/>
                      </a:moveTo>
                      <a:lnTo>
                        <a:pt x="113" y="253"/>
                      </a:lnTo>
                      <a:lnTo>
                        <a:pt x="230" y="0"/>
                      </a:lnTo>
                      <a:lnTo>
                        <a:pt x="275" y="11"/>
                      </a:lnTo>
                      <a:lnTo>
                        <a:pt x="177" y="283"/>
                      </a:lnTo>
                      <a:lnTo>
                        <a:pt x="50" y="411"/>
                      </a:lnTo>
                      <a:lnTo>
                        <a:pt x="0" y="319"/>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2" name="Freeform 72"/>
                <p:cNvSpPr/>
                <p:nvPr>
                  <p:custDataLst>
                    <p:tags r:id="rId53"/>
                  </p:custDataLst>
                </p:nvPr>
              </p:nvSpPr>
              <p:spPr bwMode="auto">
                <a:xfrm flipH="1">
                  <a:off x="3068637" y="1638300"/>
                  <a:ext cx="1455738" cy="1565275"/>
                </a:xfrm>
                <a:custGeom>
                  <a:avLst/>
                  <a:gdLst>
                    <a:gd name="T0" fmla="*/ 650 w 764"/>
                    <a:gd name="T1" fmla="*/ 822 h 823"/>
                    <a:gd name="T2" fmla="*/ 12 w 764"/>
                    <a:gd name="T3" fmla="*/ 749 h 823"/>
                    <a:gd name="T4" fmla="*/ 1 w 764"/>
                    <a:gd name="T5" fmla="*/ 735 h 823"/>
                    <a:gd name="T6" fmla="*/ 99 w 764"/>
                    <a:gd name="T7" fmla="*/ 12 h 823"/>
                    <a:gd name="T8" fmla="*/ 115 w 764"/>
                    <a:gd name="T9" fmla="*/ 1 h 823"/>
                    <a:gd name="T10" fmla="*/ 752 w 764"/>
                    <a:gd name="T11" fmla="*/ 74 h 823"/>
                    <a:gd name="T12" fmla="*/ 763 w 764"/>
                    <a:gd name="T13" fmla="*/ 88 h 823"/>
                    <a:gd name="T14" fmla="*/ 665 w 764"/>
                    <a:gd name="T15" fmla="*/ 811 h 823"/>
                    <a:gd name="T16" fmla="*/ 650 w 764"/>
                    <a:gd name="T17" fmla="*/ 822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4" h="823">
                      <a:moveTo>
                        <a:pt x="650" y="822"/>
                      </a:moveTo>
                      <a:cubicBezTo>
                        <a:pt x="12" y="749"/>
                        <a:pt x="12" y="749"/>
                        <a:pt x="12" y="749"/>
                      </a:cubicBezTo>
                      <a:cubicBezTo>
                        <a:pt x="5" y="748"/>
                        <a:pt x="0" y="742"/>
                        <a:pt x="1" y="735"/>
                      </a:cubicBezTo>
                      <a:cubicBezTo>
                        <a:pt x="99" y="12"/>
                        <a:pt x="99" y="12"/>
                        <a:pt x="99" y="12"/>
                      </a:cubicBezTo>
                      <a:cubicBezTo>
                        <a:pt x="100" y="5"/>
                        <a:pt x="107" y="0"/>
                        <a:pt x="115" y="1"/>
                      </a:cubicBezTo>
                      <a:cubicBezTo>
                        <a:pt x="752" y="74"/>
                        <a:pt x="752" y="74"/>
                        <a:pt x="752" y="74"/>
                      </a:cubicBezTo>
                      <a:cubicBezTo>
                        <a:pt x="759" y="75"/>
                        <a:pt x="764" y="82"/>
                        <a:pt x="763" y="88"/>
                      </a:cubicBezTo>
                      <a:cubicBezTo>
                        <a:pt x="665" y="811"/>
                        <a:pt x="665" y="811"/>
                        <a:pt x="665" y="811"/>
                      </a:cubicBezTo>
                      <a:cubicBezTo>
                        <a:pt x="664" y="818"/>
                        <a:pt x="657" y="823"/>
                        <a:pt x="650" y="82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3" name="Freeform 73"/>
                <p:cNvSpPr/>
                <p:nvPr>
                  <p:custDataLst>
                    <p:tags r:id="rId54"/>
                  </p:custDataLst>
                </p:nvPr>
              </p:nvSpPr>
              <p:spPr bwMode="auto">
                <a:xfrm flipH="1">
                  <a:off x="3257550" y="2238375"/>
                  <a:ext cx="1057275" cy="207963"/>
                </a:xfrm>
                <a:custGeom>
                  <a:avLst/>
                  <a:gdLst>
                    <a:gd name="T0" fmla="*/ 659 w 666"/>
                    <a:gd name="T1" fmla="*/ 131 h 131"/>
                    <a:gd name="T2" fmla="*/ 0 w 666"/>
                    <a:gd name="T3" fmla="*/ 52 h 131"/>
                    <a:gd name="T4" fmla="*/ 8 w 666"/>
                    <a:gd name="T5" fmla="*/ 0 h 131"/>
                    <a:gd name="T6" fmla="*/ 666 w 666"/>
                    <a:gd name="T7" fmla="*/ 80 h 131"/>
                    <a:gd name="T8" fmla="*/ 659 w 666"/>
                    <a:gd name="T9" fmla="*/ 131 h 131"/>
                  </a:gdLst>
                  <a:ahLst/>
                  <a:cxnLst>
                    <a:cxn ang="0">
                      <a:pos x="T0" y="T1"/>
                    </a:cxn>
                    <a:cxn ang="0">
                      <a:pos x="T2" y="T3"/>
                    </a:cxn>
                    <a:cxn ang="0">
                      <a:pos x="T4" y="T5"/>
                    </a:cxn>
                    <a:cxn ang="0">
                      <a:pos x="T6" y="T7"/>
                    </a:cxn>
                    <a:cxn ang="0">
                      <a:pos x="T8" y="T9"/>
                    </a:cxn>
                  </a:cxnLst>
                  <a:rect l="0" t="0" r="r" b="b"/>
                  <a:pathLst>
                    <a:path w="666" h="131">
                      <a:moveTo>
                        <a:pt x="659" y="131"/>
                      </a:moveTo>
                      <a:lnTo>
                        <a:pt x="0" y="52"/>
                      </a:lnTo>
                      <a:lnTo>
                        <a:pt x="8" y="0"/>
                      </a:lnTo>
                      <a:lnTo>
                        <a:pt x="666" y="80"/>
                      </a:lnTo>
                      <a:lnTo>
                        <a:pt x="659" y="131"/>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4" name="Freeform 74"/>
                <p:cNvSpPr/>
                <p:nvPr>
                  <p:custDataLst>
                    <p:tags r:id="rId55"/>
                  </p:custDataLst>
                </p:nvPr>
              </p:nvSpPr>
              <p:spPr bwMode="auto">
                <a:xfrm flipH="1">
                  <a:off x="3825875" y="2390775"/>
                  <a:ext cx="509588" cy="142875"/>
                </a:xfrm>
                <a:custGeom>
                  <a:avLst/>
                  <a:gdLst>
                    <a:gd name="T0" fmla="*/ 314 w 321"/>
                    <a:gd name="T1" fmla="*/ 90 h 90"/>
                    <a:gd name="T2" fmla="*/ 0 w 321"/>
                    <a:gd name="T3" fmla="*/ 52 h 90"/>
                    <a:gd name="T4" fmla="*/ 7 w 321"/>
                    <a:gd name="T5" fmla="*/ 0 h 90"/>
                    <a:gd name="T6" fmla="*/ 321 w 321"/>
                    <a:gd name="T7" fmla="*/ 39 h 90"/>
                    <a:gd name="T8" fmla="*/ 314 w 321"/>
                    <a:gd name="T9" fmla="*/ 90 h 90"/>
                  </a:gdLst>
                  <a:ahLst/>
                  <a:cxnLst>
                    <a:cxn ang="0">
                      <a:pos x="T0" y="T1"/>
                    </a:cxn>
                    <a:cxn ang="0">
                      <a:pos x="T2" y="T3"/>
                    </a:cxn>
                    <a:cxn ang="0">
                      <a:pos x="T4" y="T5"/>
                    </a:cxn>
                    <a:cxn ang="0">
                      <a:pos x="T6" y="T7"/>
                    </a:cxn>
                    <a:cxn ang="0">
                      <a:pos x="T8" y="T9"/>
                    </a:cxn>
                  </a:cxnLst>
                  <a:rect l="0" t="0" r="r" b="b"/>
                  <a:pathLst>
                    <a:path w="321" h="90">
                      <a:moveTo>
                        <a:pt x="314" y="90"/>
                      </a:moveTo>
                      <a:lnTo>
                        <a:pt x="0" y="52"/>
                      </a:lnTo>
                      <a:lnTo>
                        <a:pt x="7" y="0"/>
                      </a:lnTo>
                      <a:lnTo>
                        <a:pt x="321" y="39"/>
                      </a:lnTo>
                      <a:lnTo>
                        <a:pt x="314" y="90"/>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5" name="Freeform 75"/>
                <p:cNvSpPr/>
                <p:nvPr>
                  <p:custDataLst>
                    <p:tags r:id="rId56"/>
                  </p:custDataLst>
                </p:nvPr>
              </p:nvSpPr>
              <p:spPr bwMode="auto">
                <a:xfrm flipH="1">
                  <a:off x="3298825" y="2543175"/>
                  <a:ext cx="1060450" cy="209550"/>
                </a:xfrm>
                <a:custGeom>
                  <a:avLst/>
                  <a:gdLst>
                    <a:gd name="T0" fmla="*/ 659 w 668"/>
                    <a:gd name="T1" fmla="*/ 132 h 132"/>
                    <a:gd name="T2" fmla="*/ 0 w 668"/>
                    <a:gd name="T3" fmla="*/ 53 h 132"/>
                    <a:gd name="T4" fmla="*/ 9 w 668"/>
                    <a:gd name="T5" fmla="*/ 0 h 132"/>
                    <a:gd name="T6" fmla="*/ 668 w 668"/>
                    <a:gd name="T7" fmla="*/ 79 h 132"/>
                    <a:gd name="T8" fmla="*/ 659 w 668"/>
                    <a:gd name="T9" fmla="*/ 132 h 132"/>
                  </a:gdLst>
                  <a:ahLst/>
                  <a:cxnLst>
                    <a:cxn ang="0">
                      <a:pos x="T0" y="T1"/>
                    </a:cxn>
                    <a:cxn ang="0">
                      <a:pos x="T2" y="T3"/>
                    </a:cxn>
                    <a:cxn ang="0">
                      <a:pos x="T4" y="T5"/>
                    </a:cxn>
                    <a:cxn ang="0">
                      <a:pos x="T6" y="T7"/>
                    </a:cxn>
                    <a:cxn ang="0">
                      <a:pos x="T8" y="T9"/>
                    </a:cxn>
                  </a:cxnLst>
                  <a:rect l="0" t="0" r="r" b="b"/>
                  <a:pathLst>
                    <a:path w="668" h="132">
                      <a:moveTo>
                        <a:pt x="659" y="132"/>
                      </a:moveTo>
                      <a:lnTo>
                        <a:pt x="0" y="53"/>
                      </a:lnTo>
                      <a:lnTo>
                        <a:pt x="9" y="0"/>
                      </a:lnTo>
                      <a:lnTo>
                        <a:pt x="668" y="79"/>
                      </a:lnTo>
                      <a:lnTo>
                        <a:pt x="659" y="132"/>
                      </a:lnTo>
                      <a:close/>
                    </a:path>
                  </a:pathLst>
                </a:custGeom>
                <a:solidFill>
                  <a:srgbClr val="FADD7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6" name="Freeform 76"/>
                <p:cNvSpPr/>
                <p:nvPr>
                  <p:custDataLst>
                    <p:tags r:id="rId57"/>
                  </p:custDataLst>
                </p:nvPr>
              </p:nvSpPr>
              <p:spPr bwMode="auto">
                <a:xfrm flipH="1">
                  <a:off x="3322638" y="2697163"/>
                  <a:ext cx="1057275" cy="207963"/>
                </a:xfrm>
                <a:custGeom>
                  <a:avLst/>
                  <a:gdLst>
                    <a:gd name="T0" fmla="*/ 659 w 666"/>
                    <a:gd name="T1" fmla="*/ 131 h 131"/>
                    <a:gd name="T2" fmla="*/ 0 w 666"/>
                    <a:gd name="T3" fmla="*/ 52 h 131"/>
                    <a:gd name="T4" fmla="*/ 7 w 666"/>
                    <a:gd name="T5" fmla="*/ 0 h 131"/>
                    <a:gd name="T6" fmla="*/ 666 w 666"/>
                    <a:gd name="T7" fmla="*/ 80 h 131"/>
                    <a:gd name="T8" fmla="*/ 659 w 666"/>
                    <a:gd name="T9" fmla="*/ 131 h 131"/>
                  </a:gdLst>
                  <a:ahLst/>
                  <a:cxnLst>
                    <a:cxn ang="0">
                      <a:pos x="T0" y="T1"/>
                    </a:cxn>
                    <a:cxn ang="0">
                      <a:pos x="T2" y="T3"/>
                    </a:cxn>
                    <a:cxn ang="0">
                      <a:pos x="T4" y="T5"/>
                    </a:cxn>
                    <a:cxn ang="0">
                      <a:pos x="T6" y="T7"/>
                    </a:cxn>
                    <a:cxn ang="0">
                      <a:pos x="T8" y="T9"/>
                    </a:cxn>
                  </a:cxnLst>
                  <a:rect l="0" t="0" r="r" b="b"/>
                  <a:pathLst>
                    <a:path w="666" h="131">
                      <a:moveTo>
                        <a:pt x="659" y="131"/>
                      </a:moveTo>
                      <a:lnTo>
                        <a:pt x="0" y="52"/>
                      </a:lnTo>
                      <a:lnTo>
                        <a:pt x="7" y="0"/>
                      </a:lnTo>
                      <a:lnTo>
                        <a:pt x="666" y="80"/>
                      </a:lnTo>
                      <a:lnTo>
                        <a:pt x="659" y="131"/>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7" name="Freeform 77"/>
                <p:cNvSpPr/>
                <p:nvPr>
                  <p:custDataLst>
                    <p:tags r:id="rId58"/>
                  </p:custDataLst>
                </p:nvPr>
              </p:nvSpPr>
              <p:spPr bwMode="auto">
                <a:xfrm flipH="1">
                  <a:off x="3730625" y="2849563"/>
                  <a:ext cx="669925" cy="161925"/>
                </a:xfrm>
                <a:custGeom>
                  <a:avLst/>
                  <a:gdLst>
                    <a:gd name="T0" fmla="*/ 415 w 422"/>
                    <a:gd name="T1" fmla="*/ 102 h 102"/>
                    <a:gd name="T2" fmla="*/ 0 w 422"/>
                    <a:gd name="T3" fmla="*/ 52 h 102"/>
                    <a:gd name="T4" fmla="*/ 7 w 422"/>
                    <a:gd name="T5" fmla="*/ 0 h 102"/>
                    <a:gd name="T6" fmla="*/ 422 w 422"/>
                    <a:gd name="T7" fmla="*/ 51 h 102"/>
                    <a:gd name="T8" fmla="*/ 415 w 422"/>
                    <a:gd name="T9" fmla="*/ 102 h 102"/>
                  </a:gdLst>
                  <a:ahLst/>
                  <a:cxnLst>
                    <a:cxn ang="0">
                      <a:pos x="T0" y="T1"/>
                    </a:cxn>
                    <a:cxn ang="0">
                      <a:pos x="T2" y="T3"/>
                    </a:cxn>
                    <a:cxn ang="0">
                      <a:pos x="T4" y="T5"/>
                    </a:cxn>
                    <a:cxn ang="0">
                      <a:pos x="T6" y="T7"/>
                    </a:cxn>
                    <a:cxn ang="0">
                      <a:pos x="T8" y="T9"/>
                    </a:cxn>
                  </a:cxnLst>
                  <a:rect l="0" t="0" r="r" b="b"/>
                  <a:pathLst>
                    <a:path w="422" h="102">
                      <a:moveTo>
                        <a:pt x="415" y="102"/>
                      </a:moveTo>
                      <a:lnTo>
                        <a:pt x="0" y="52"/>
                      </a:lnTo>
                      <a:lnTo>
                        <a:pt x="7" y="0"/>
                      </a:lnTo>
                      <a:lnTo>
                        <a:pt x="422" y="51"/>
                      </a:lnTo>
                      <a:lnTo>
                        <a:pt x="415" y="102"/>
                      </a:ln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8" name="Freeform 78"/>
                <p:cNvSpPr/>
                <p:nvPr>
                  <p:custDataLst>
                    <p:tags r:id="rId59"/>
                  </p:custDataLst>
                </p:nvPr>
              </p:nvSpPr>
              <p:spPr bwMode="auto">
                <a:xfrm flipH="1">
                  <a:off x="4054475" y="2049463"/>
                  <a:ext cx="163513" cy="125413"/>
                </a:xfrm>
                <a:custGeom>
                  <a:avLst/>
                  <a:gdLst>
                    <a:gd name="T0" fmla="*/ 94 w 103"/>
                    <a:gd name="T1" fmla="*/ 79 h 79"/>
                    <a:gd name="T2" fmla="*/ 0 w 103"/>
                    <a:gd name="T3" fmla="*/ 67 h 79"/>
                    <a:gd name="T4" fmla="*/ 10 w 103"/>
                    <a:gd name="T5" fmla="*/ 0 h 79"/>
                    <a:gd name="T6" fmla="*/ 103 w 103"/>
                    <a:gd name="T7" fmla="*/ 12 h 79"/>
                    <a:gd name="T8" fmla="*/ 94 w 103"/>
                    <a:gd name="T9" fmla="*/ 79 h 79"/>
                  </a:gdLst>
                  <a:ahLst/>
                  <a:cxnLst>
                    <a:cxn ang="0">
                      <a:pos x="T0" y="T1"/>
                    </a:cxn>
                    <a:cxn ang="0">
                      <a:pos x="T2" y="T3"/>
                    </a:cxn>
                    <a:cxn ang="0">
                      <a:pos x="T4" y="T5"/>
                    </a:cxn>
                    <a:cxn ang="0">
                      <a:pos x="T6" y="T7"/>
                    </a:cxn>
                    <a:cxn ang="0">
                      <a:pos x="T8" y="T9"/>
                    </a:cxn>
                  </a:cxnLst>
                  <a:rect l="0" t="0" r="r" b="b"/>
                  <a:pathLst>
                    <a:path w="103" h="79">
                      <a:moveTo>
                        <a:pt x="94" y="79"/>
                      </a:moveTo>
                      <a:lnTo>
                        <a:pt x="0" y="67"/>
                      </a:lnTo>
                      <a:lnTo>
                        <a:pt x="10" y="0"/>
                      </a:lnTo>
                      <a:lnTo>
                        <a:pt x="103" y="12"/>
                      </a:lnTo>
                      <a:lnTo>
                        <a:pt x="94" y="79"/>
                      </a:lnTo>
                      <a:close/>
                    </a:path>
                  </a:pathLst>
                </a:cu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9" name="Freeform 79"/>
                <p:cNvSpPr/>
                <p:nvPr>
                  <p:custDataLst>
                    <p:tags r:id="rId60"/>
                  </p:custDataLst>
                </p:nvPr>
              </p:nvSpPr>
              <p:spPr bwMode="auto">
                <a:xfrm flipH="1">
                  <a:off x="3790950" y="1992313"/>
                  <a:ext cx="174625" cy="212725"/>
                </a:xfrm>
                <a:custGeom>
                  <a:avLst/>
                  <a:gdLst>
                    <a:gd name="T0" fmla="*/ 93 w 110"/>
                    <a:gd name="T1" fmla="*/ 134 h 134"/>
                    <a:gd name="T2" fmla="*/ 0 w 110"/>
                    <a:gd name="T3" fmla="*/ 122 h 134"/>
                    <a:gd name="T4" fmla="*/ 18 w 110"/>
                    <a:gd name="T5" fmla="*/ 0 h 134"/>
                    <a:gd name="T6" fmla="*/ 110 w 110"/>
                    <a:gd name="T7" fmla="*/ 12 h 134"/>
                    <a:gd name="T8" fmla="*/ 93 w 110"/>
                    <a:gd name="T9" fmla="*/ 134 h 134"/>
                  </a:gdLst>
                  <a:ahLst/>
                  <a:cxnLst>
                    <a:cxn ang="0">
                      <a:pos x="T0" y="T1"/>
                    </a:cxn>
                    <a:cxn ang="0">
                      <a:pos x="T2" y="T3"/>
                    </a:cxn>
                    <a:cxn ang="0">
                      <a:pos x="T4" y="T5"/>
                    </a:cxn>
                    <a:cxn ang="0">
                      <a:pos x="T6" y="T7"/>
                    </a:cxn>
                    <a:cxn ang="0">
                      <a:pos x="T8" y="T9"/>
                    </a:cxn>
                  </a:cxnLst>
                  <a:rect l="0" t="0" r="r" b="b"/>
                  <a:pathLst>
                    <a:path w="110" h="134">
                      <a:moveTo>
                        <a:pt x="93" y="134"/>
                      </a:moveTo>
                      <a:lnTo>
                        <a:pt x="0" y="122"/>
                      </a:lnTo>
                      <a:lnTo>
                        <a:pt x="18" y="0"/>
                      </a:lnTo>
                      <a:lnTo>
                        <a:pt x="110" y="12"/>
                      </a:lnTo>
                      <a:lnTo>
                        <a:pt x="93" y="134"/>
                      </a:lnTo>
                      <a:close/>
                    </a:path>
                  </a:pathLst>
                </a:cu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0" name="Freeform 80"/>
                <p:cNvSpPr/>
                <p:nvPr>
                  <p:custDataLst>
                    <p:tags r:id="rId61"/>
                  </p:custDataLst>
                </p:nvPr>
              </p:nvSpPr>
              <p:spPr bwMode="auto">
                <a:xfrm flipH="1">
                  <a:off x="3521075" y="1890713"/>
                  <a:ext cx="193675" cy="342900"/>
                </a:xfrm>
                <a:custGeom>
                  <a:avLst/>
                  <a:gdLst>
                    <a:gd name="T0" fmla="*/ 94 w 122"/>
                    <a:gd name="T1" fmla="*/ 216 h 216"/>
                    <a:gd name="T2" fmla="*/ 0 w 122"/>
                    <a:gd name="T3" fmla="*/ 205 h 216"/>
                    <a:gd name="T4" fmla="*/ 29 w 122"/>
                    <a:gd name="T5" fmla="*/ 0 h 216"/>
                    <a:gd name="T6" fmla="*/ 122 w 122"/>
                    <a:gd name="T7" fmla="*/ 11 h 216"/>
                    <a:gd name="T8" fmla="*/ 94 w 122"/>
                    <a:gd name="T9" fmla="*/ 216 h 216"/>
                  </a:gdLst>
                  <a:ahLst/>
                  <a:cxnLst>
                    <a:cxn ang="0">
                      <a:pos x="T0" y="T1"/>
                    </a:cxn>
                    <a:cxn ang="0">
                      <a:pos x="T2" y="T3"/>
                    </a:cxn>
                    <a:cxn ang="0">
                      <a:pos x="T4" y="T5"/>
                    </a:cxn>
                    <a:cxn ang="0">
                      <a:pos x="T6" y="T7"/>
                    </a:cxn>
                    <a:cxn ang="0">
                      <a:pos x="T8" y="T9"/>
                    </a:cxn>
                  </a:cxnLst>
                  <a:rect l="0" t="0" r="r" b="b"/>
                  <a:pathLst>
                    <a:path w="122" h="216">
                      <a:moveTo>
                        <a:pt x="94" y="216"/>
                      </a:moveTo>
                      <a:lnTo>
                        <a:pt x="0" y="205"/>
                      </a:lnTo>
                      <a:lnTo>
                        <a:pt x="29" y="0"/>
                      </a:lnTo>
                      <a:lnTo>
                        <a:pt x="122" y="11"/>
                      </a:lnTo>
                      <a:lnTo>
                        <a:pt x="94" y="216"/>
                      </a:lnTo>
                      <a:close/>
                    </a:path>
                  </a:pathLst>
                </a:cu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1" name="Freeform 81"/>
                <p:cNvSpPr/>
                <p:nvPr>
                  <p:custDataLst>
                    <p:tags r:id="rId62"/>
                  </p:custDataLst>
                </p:nvPr>
              </p:nvSpPr>
              <p:spPr bwMode="auto">
                <a:xfrm flipH="1">
                  <a:off x="3260725" y="1858963"/>
                  <a:ext cx="203200" cy="404813"/>
                </a:xfrm>
                <a:custGeom>
                  <a:avLst/>
                  <a:gdLst>
                    <a:gd name="T0" fmla="*/ 93 w 128"/>
                    <a:gd name="T1" fmla="*/ 255 h 255"/>
                    <a:gd name="T2" fmla="*/ 0 w 128"/>
                    <a:gd name="T3" fmla="*/ 244 h 255"/>
                    <a:gd name="T4" fmla="*/ 35 w 128"/>
                    <a:gd name="T5" fmla="*/ 0 h 255"/>
                    <a:gd name="T6" fmla="*/ 128 w 128"/>
                    <a:gd name="T7" fmla="*/ 10 h 255"/>
                    <a:gd name="T8" fmla="*/ 93 w 128"/>
                    <a:gd name="T9" fmla="*/ 255 h 255"/>
                  </a:gdLst>
                  <a:ahLst/>
                  <a:cxnLst>
                    <a:cxn ang="0">
                      <a:pos x="T0" y="T1"/>
                    </a:cxn>
                    <a:cxn ang="0">
                      <a:pos x="T2" y="T3"/>
                    </a:cxn>
                    <a:cxn ang="0">
                      <a:pos x="T4" y="T5"/>
                    </a:cxn>
                    <a:cxn ang="0">
                      <a:pos x="T6" y="T7"/>
                    </a:cxn>
                    <a:cxn ang="0">
                      <a:pos x="T8" y="T9"/>
                    </a:cxn>
                  </a:cxnLst>
                  <a:rect l="0" t="0" r="r" b="b"/>
                  <a:pathLst>
                    <a:path w="128" h="255">
                      <a:moveTo>
                        <a:pt x="93" y="255"/>
                      </a:moveTo>
                      <a:lnTo>
                        <a:pt x="0" y="244"/>
                      </a:lnTo>
                      <a:lnTo>
                        <a:pt x="35" y="0"/>
                      </a:lnTo>
                      <a:lnTo>
                        <a:pt x="128" y="10"/>
                      </a:lnTo>
                      <a:lnTo>
                        <a:pt x="93" y="255"/>
                      </a:lnTo>
                      <a:close/>
                    </a:path>
                  </a:pathLst>
                </a:custGeom>
                <a:solidFill>
                  <a:srgbClr val="E6332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2" name="Freeform 82"/>
                <p:cNvSpPr/>
                <p:nvPr>
                  <p:custDataLst>
                    <p:tags r:id="rId63"/>
                  </p:custDataLst>
                </p:nvPr>
              </p:nvSpPr>
              <p:spPr bwMode="auto">
                <a:xfrm flipH="1">
                  <a:off x="3698875" y="3070225"/>
                  <a:ext cx="171450" cy="157163"/>
                </a:xfrm>
                <a:custGeom>
                  <a:avLst/>
                  <a:gdLst>
                    <a:gd name="T0" fmla="*/ 31 w 90"/>
                    <a:gd name="T1" fmla="*/ 63 h 82"/>
                    <a:gd name="T2" fmla="*/ 10 w 90"/>
                    <a:gd name="T3" fmla="*/ 5 h 82"/>
                    <a:gd name="T4" fmla="*/ 28 w 90"/>
                    <a:gd name="T5" fmla="*/ 21 h 82"/>
                    <a:gd name="T6" fmla="*/ 56 w 90"/>
                    <a:gd name="T7" fmla="*/ 40 h 82"/>
                    <a:gd name="T8" fmla="*/ 90 w 90"/>
                    <a:gd name="T9" fmla="*/ 44 h 82"/>
                    <a:gd name="T10" fmla="*/ 69 w 90"/>
                    <a:gd name="T11" fmla="*/ 72 h 82"/>
                    <a:gd name="T12" fmla="*/ 31 w 90"/>
                    <a:gd name="T13" fmla="*/ 63 h 82"/>
                  </a:gdLst>
                  <a:ahLst/>
                  <a:cxnLst>
                    <a:cxn ang="0">
                      <a:pos x="T0" y="T1"/>
                    </a:cxn>
                    <a:cxn ang="0">
                      <a:pos x="T2" y="T3"/>
                    </a:cxn>
                    <a:cxn ang="0">
                      <a:pos x="T4" y="T5"/>
                    </a:cxn>
                    <a:cxn ang="0">
                      <a:pos x="T6" y="T7"/>
                    </a:cxn>
                    <a:cxn ang="0">
                      <a:pos x="T8" y="T9"/>
                    </a:cxn>
                    <a:cxn ang="0">
                      <a:pos x="T10" y="T11"/>
                    </a:cxn>
                    <a:cxn ang="0">
                      <a:pos x="T12" y="T13"/>
                    </a:cxn>
                  </a:cxnLst>
                  <a:rect l="0" t="0" r="r" b="b"/>
                  <a:pathLst>
                    <a:path w="90" h="82">
                      <a:moveTo>
                        <a:pt x="31" y="63"/>
                      </a:moveTo>
                      <a:cubicBezTo>
                        <a:pt x="31" y="63"/>
                        <a:pt x="0" y="14"/>
                        <a:pt x="10" y="5"/>
                      </a:cubicBezTo>
                      <a:cubicBezTo>
                        <a:pt x="15" y="0"/>
                        <a:pt x="22" y="9"/>
                        <a:pt x="28" y="21"/>
                      </a:cubicBezTo>
                      <a:cubicBezTo>
                        <a:pt x="33" y="31"/>
                        <a:pt x="44" y="39"/>
                        <a:pt x="56" y="40"/>
                      </a:cubicBezTo>
                      <a:cubicBezTo>
                        <a:pt x="90" y="44"/>
                        <a:pt x="90" y="44"/>
                        <a:pt x="90" y="44"/>
                      </a:cubicBezTo>
                      <a:cubicBezTo>
                        <a:pt x="90" y="44"/>
                        <a:pt x="81" y="62"/>
                        <a:pt x="69" y="72"/>
                      </a:cubicBezTo>
                      <a:cubicBezTo>
                        <a:pt x="57" y="82"/>
                        <a:pt x="31" y="63"/>
                        <a:pt x="31" y="63"/>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3" name="Freeform 83"/>
                <p:cNvSpPr/>
                <p:nvPr>
                  <p:custDataLst>
                    <p:tags r:id="rId64"/>
                  </p:custDataLst>
                </p:nvPr>
              </p:nvSpPr>
              <p:spPr bwMode="auto">
                <a:xfrm flipH="1">
                  <a:off x="5081587" y="4167188"/>
                  <a:ext cx="461963" cy="636588"/>
                </a:xfrm>
                <a:custGeom>
                  <a:avLst/>
                  <a:gdLst>
                    <a:gd name="T0" fmla="*/ 291 w 291"/>
                    <a:gd name="T1" fmla="*/ 93 h 401"/>
                    <a:gd name="T2" fmla="*/ 175 w 291"/>
                    <a:gd name="T3" fmla="*/ 155 h 401"/>
                    <a:gd name="T4" fmla="*/ 45 w 291"/>
                    <a:gd name="T5" fmla="*/ 401 h 401"/>
                    <a:gd name="T6" fmla="*/ 0 w 291"/>
                    <a:gd name="T7" fmla="*/ 388 h 401"/>
                    <a:gd name="T8" fmla="*/ 114 w 291"/>
                    <a:gd name="T9" fmla="*/ 122 h 401"/>
                    <a:gd name="T10" fmla="*/ 248 w 291"/>
                    <a:gd name="T11" fmla="*/ 0 h 401"/>
                    <a:gd name="T12" fmla="*/ 291 w 291"/>
                    <a:gd name="T13" fmla="*/ 93 h 401"/>
                  </a:gdLst>
                  <a:ahLst/>
                  <a:cxnLst>
                    <a:cxn ang="0">
                      <a:pos x="T0" y="T1"/>
                    </a:cxn>
                    <a:cxn ang="0">
                      <a:pos x="T2" y="T3"/>
                    </a:cxn>
                    <a:cxn ang="0">
                      <a:pos x="T4" y="T5"/>
                    </a:cxn>
                    <a:cxn ang="0">
                      <a:pos x="T6" y="T7"/>
                    </a:cxn>
                    <a:cxn ang="0">
                      <a:pos x="T8" y="T9"/>
                    </a:cxn>
                    <a:cxn ang="0">
                      <a:pos x="T10" y="T11"/>
                    </a:cxn>
                    <a:cxn ang="0">
                      <a:pos x="T12" y="T13"/>
                    </a:cxn>
                  </a:cxnLst>
                  <a:rect l="0" t="0" r="r" b="b"/>
                  <a:pathLst>
                    <a:path w="291" h="401">
                      <a:moveTo>
                        <a:pt x="291" y="93"/>
                      </a:moveTo>
                      <a:lnTo>
                        <a:pt x="175" y="155"/>
                      </a:lnTo>
                      <a:lnTo>
                        <a:pt x="45" y="401"/>
                      </a:lnTo>
                      <a:lnTo>
                        <a:pt x="0" y="388"/>
                      </a:lnTo>
                      <a:lnTo>
                        <a:pt x="114" y="122"/>
                      </a:lnTo>
                      <a:lnTo>
                        <a:pt x="248" y="0"/>
                      </a:lnTo>
                      <a:lnTo>
                        <a:pt x="291" y="93"/>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4" name="Freeform 84"/>
                <p:cNvSpPr/>
                <p:nvPr>
                  <p:custDataLst>
                    <p:tags r:id="rId65"/>
                  </p:custDataLst>
                </p:nvPr>
              </p:nvSpPr>
              <p:spPr bwMode="auto">
                <a:xfrm flipH="1">
                  <a:off x="4154487" y="4040188"/>
                  <a:ext cx="776288" cy="801688"/>
                </a:xfrm>
                <a:custGeom>
                  <a:avLst/>
                  <a:gdLst>
                    <a:gd name="T0" fmla="*/ 0 w 489"/>
                    <a:gd name="T1" fmla="*/ 446 h 505"/>
                    <a:gd name="T2" fmla="*/ 13 w 489"/>
                    <a:gd name="T3" fmla="*/ 81 h 505"/>
                    <a:gd name="T4" fmla="*/ 411 w 489"/>
                    <a:gd name="T5" fmla="*/ 0 h 505"/>
                    <a:gd name="T6" fmla="*/ 489 w 489"/>
                    <a:gd name="T7" fmla="*/ 505 h 505"/>
                    <a:gd name="T8" fmla="*/ 309 w 489"/>
                    <a:gd name="T9" fmla="*/ 477 h 505"/>
                    <a:gd name="T10" fmla="*/ 0 w 489"/>
                    <a:gd name="T11" fmla="*/ 446 h 505"/>
                  </a:gdLst>
                  <a:ahLst/>
                  <a:cxnLst>
                    <a:cxn ang="0">
                      <a:pos x="T0" y="T1"/>
                    </a:cxn>
                    <a:cxn ang="0">
                      <a:pos x="T2" y="T3"/>
                    </a:cxn>
                    <a:cxn ang="0">
                      <a:pos x="T4" y="T5"/>
                    </a:cxn>
                    <a:cxn ang="0">
                      <a:pos x="T6" y="T7"/>
                    </a:cxn>
                    <a:cxn ang="0">
                      <a:pos x="T8" y="T9"/>
                    </a:cxn>
                    <a:cxn ang="0">
                      <a:pos x="T10" y="T11"/>
                    </a:cxn>
                  </a:cxnLst>
                  <a:rect l="0" t="0" r="r" b="b"/>
                  <a:pathLst>
                    <a:path w="489" h="505">
                      <a:moveTo>
                        <a:pt x="0" y="446"/>
                      </a:moveTo>
                      <a:lnTo>
                        <a:pt x="13" y="81"/>
                      </a:lnTo>
                      <a:lnTo>
                        <a:pt x="411" y="0"/>
                      </a:lnTo>
                      <a:lnTo>
                        <a:pt x="489" y="505"/>
                      </a:lnTo>
                      <a:lnTo>
                        <a:pt x="309" y="477"/>
                      </a:lnTo>
                      <a:lnTo>
                        <a:pt x="0" y="446"/>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225" name="Freeform 85"/>
                <p:cNvSpPr/>
                <p:nvPr>
                  <p:custDataLst>
                    <p:tags r:id="rId66"/>
                  </p:custDataLst>
                </p:nvPr>
              </p:nvSpPr>
              <p:spPr bwMode="auto">
                <a:xfrm flipH="1">
                  <a:off x="4016375" y="3648075"/>
                  <a:ext cx="1247775" cy="796925"/>
                </a:xfrm>
                <a:custGeom>
                  <a:avLst/>
                  <a:gdLst>
                    <a:gd name="T0" fmla="*/ 517 w 655"/>
                    <a:gd name="T1" fmla="*/ 206 h 419"/>
                    <a:gd name="T2" fmla="*/ 192 w 655"/>
                    <a:gd name="T3" fmla="*/ 294 h 419"/>
                    <a:gd name="T4" fmla="*/ 54 w 655"/>
                    <a:gd name="T5" fmla="*/ 419 h 419"/>
                    <a:gd name="T6" fmla="*/ 0 w 655"/>
                    <a:gd name="T7" fmla="*/ 306 h 419"/>
                    <a:gd name="T8" fmla="*/ 148 w 655"/>
                    <a:gd name="T9" fmla="*/ 144 h 419"/>
                    <a:gd name="T10" fmla="*/ 255 w 655"/>
                    <a:gd name="T11" fmla="*/ 120 h 419"/>
                    <a:gd name="T12" fmla="*/ 409 w 655"/>
                    <a:gd name="T13" fmla="*/ 99 h 419"/>
                    <a:gd name="T14" fmla="*/ 457 w 655"/>
                    <a:gd name="T15" fmla="*/ 103 h 419"/>
                    <a:gd name="T16" fmla="*/ 564 w 655"/>
                    <a:gd name="T17" fmla="*/ 11 h 419"/>
                    <a:gd name="T18" fmla="*/ 576 w 655"/>
                    <a:gd name="T19" fmla="*/ 0 h 419"/>
                    <a:gd name="T20" fmla="*/ 655 w 655"/>
                    <a:gd name="T21" fmla="*/ 82 h 419"/>
                    <a:gd name="T22" fmla="*/ 517 w 655"/>
                    <a:gd name="T23" fmla="*/ 206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55" h="419">
                      <a:moveTo>
                        <a:pt x="517" y="206"/>
                      </a:moveTo>
                      <a:cubicBezTo>
                        <a:pt x="192" y="294"/>
                        <a:pt x="192" y="294"/>
                        <a:pt x="192" y="294"/>
                      </a:cubicBezTo>
                      <a:cubicBezTo>
                        <a:pt x="54" y="419"/>
                        <a:pt x="54" y="419"/>
                        <a:pt x="54" y="419"/>
                      </a:cubicBezTo>
                      <a:cubicBezTo>
                        <a:pt x="0" y="306"/>
                        <a:pt x="0" y="306"/>
                        <a:pt x="0" y="306"/>
                      </a:cubicBezTo>
                      <a:cubicBezTo>
                        <a:pt x="148" y="144"/>
                        <a:pt x="148" y="144"/>
                        <a:pt x="148" y="144"/>
                      </a:cubicBezTo>
                      <a:cubicBezTo>
                        <a:pt x="155" y="138"/>
                        <a:pt x="255" y="120"/>
                        <a:pt x="255" y="120"/>
                      </a:cubicBezTo>
                      <a:cubicBezTo>
                        <a:pt x="308" y="133"/>
                        <a:pt x="363" y="125"/>
                        <a:pt x="409" y="99"/>
                      </a:cubicBezTo>
                      <a:cubicBezTo>
                        <a:pt x="457" y="103"/>
                        <a:pt x="457" y="103"/>
                        <a:pt x="457" y="103"/>
                      </a:cubicBezTo>
                      <a:cubicBezTo>
                        <a:pt x="564" y="11"/>
                        <a:pt x="564" y="11"/>
                        <a:pt x="564" y="11"/>
                      </a:cubicBezTo>
                      <a:cubicBezTo>
                        <a:pt x="576" y="0"/>
                        <a:pt x="576" y="0"/>
                        <a:pt x="576" y="0"/>
                      </a:cubicBezTo>
                      <a:cubicBezTo>
                        <a:pt x="655" y="82"/>
                        <a:pt x="655" y="82"/>
                        <a:pt x="655" y="82"/>
                      </a:cubicBezTo>
                      <a:lnTo>
                        <a:pt x="517" y="206"/>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226" name="Freeform 86"/>
                <p:cNvSpPr/>
                <p:nvPr>
                  <p:custDataLst>
                    <p:tags r:id="rId67"/>
                  </p:custDataLst>
                </p:nvPr>
              </p:nvSpPr>
              <p:spPr bwMode="auto">
                <a:xfrm flipH="1">
                  <a:off x="4564062" y="3625850"/>
                  <a:ext cx="204788" cy="357188"/>
                </a:xfrm>
                <a:custGeom>
                  <a:avLst/>
                  <a:gdLst>
                    <a:gd name="T0" fmla="*/ 17 w 107"/>
                    <a:gd name="T1" fmla="*/ 22 h 187"/>
                    <a:gd name="T2" fmla="*/ 29 w 107"/>
                    <a:gd name="T3" fmla="*/ 90 h 187"/>
                    <a:gd name="T4" fmla="*/ 4 w 107"/>
                    <a:gd name="T5" fmla="*/ 130 h 187"/>
                    <a:gd name="T6" fmla="*/ 0 w 107"/>
                    <a:gd name="T7" fmla="*/ 131 h 187"/>
                    <a:gd name="T8" fmla="*/ 87 w 107"/>
                    <a:gd name="T9" fmla="*/ 185 h 187"/>
                    <a:gd name="T10" fmla="*/ 107 w 107"/>
                    <a:gd name="T11" fmla="*/ 175 h 187"/>
                    <a:gd name="T12" fmla="*/ 39 w 107"/>
                    <a:gd name="T13" fmla="*/ 12 h 187"/>
                    <a:gd name="T14" fmla="*/ 34 w 107"/>
                    <a:gd name="T15" fmla="*/ 0 h 187"/>
                    <a:gd name="T16" fmla="*/ 24 w 107"/>
                    <a:gd name="T17" fmla="*/ 8 h 187"/>
                    <a:gd name="T18" fmla="*/ 17 w 107"/>
                    <a:gd name="T19" fmla="*/ 22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7" h="187">
                      <a:moveTo>
                        <a:pt x="17" y="22"/>
                      </a:moveTo>
                      <a:cubicBezTo>
                        <a:pt x="29" y="90"/>
                        <a:pt x="29" y="90"/>
                        <a:pt x="29" y="90"/>
                      </a:cubicBezTo>
                      <a:cubicBezTo>
                        <a:pt x="32" y="107"/>
                        <a:pt x="22" y="124"/>
                        <a:pt x="4" y="130"/>
                      </a:cubicBezTo>
                      <a:cubicBezTo>
                        <a:pt x="0" y="131"/>
                        <a:pt x="0" y="131"/>
                        <a:pt x="0" y="131"/>
                      </a:cubicBezTo>
                      <a:cubicBezTo>
                        <a:pt x="0" y="131"/>
                        <a:pt x="82" y="187"/>
                        <a:pt x="87" y="185"/>
                      </a:cubicBezTo>
                      <a:cubicBezTo>
                        <a:pt x="92" y="184"/>
                        <a:pt x="107" y="175"/>
                        <a:pt x="107" y="175"/>
                      </a:cubicBezTo>
                      <a:cubicBezTo>
                        <a:pt x="39" y="12"/>
                        <a:pt x="39" y="12"/>
                        <a:pt x="39" y="12"/>
                      </a:cubicBezTo>
                      <a:cubicBezTo>
                        <a:pt x="34" y="0"/>
                        <a:pt x="34" y="0"/>
                        <a:pt x="34" y="0"/>
                      </a:cubicBezTo>
                      <a:cubicBezTo>
                        <a:pt x="24" y="8"/>
                        <a:pt x="24" y="8"/>
                        <a:pt x="24" y="8"/>
                      </a:cubicBezTo>
                      <a:lnTo>
                        <a:pt x="17" y="22"/>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7" name="Freeform 87"/>
                <p:cNvSpPr/>
                <p:nvPr>
                  <p:custDataLst>
                    <p:tags r:id="rId68"/>
                  </p:custDataLst>
                </p:nvPr>
              </p:nvSpPr>
              <p:spPr bwMode="auto">
                <a:xfrm flipH="1">
                  <a:off x="4802188" y="3436938"/>
                  <a:ext cx="92075" cy="120650"/>
                </a:xfrm>
                <a:custGeom>
                  <a:avLst/>
                  <a:gdLst>
                    <a:gd name="T0" fmla="*/ 0 w 58"/>
                    <a:gd name="T1" fmla="*/ 19 h 76"/>
                    <a:gd name="T2" fmla="*/ 26 w 58"/>
                    <a:gd name="T3" fmla="*/ 67 h 76"/>
                    <a:gd name="T4" fmla="*/ 58 w 58"/>
                    <a:gd name="T5" fmla="*/ 76 h 76"/>
                    <a:gd name="T6" fmla="*/ 58 w 58"/>
                    <a:gd name="T7" fmla="*/ 0 h 76"/>
                    <a:gd name="T8" fmla="*/ 0 w 58"/>
                    <a:gd name="T9" fmla="*/ 19 h 76"/>
                  </a:gdLst>
                  <a:ahLst/>
                  <a:cxnLst>
                    <a:cxn ang="0">
                      <a:pos x="T0" y="T1"/>
                    </a:cxn>
                    <a:cxn ang="0">
                      <a:pos x="T2" y="T3"/>
                    </a:cxn>
                    <a:cxn ang="0">
                      <a:pos x="T4" y="T5"/>
                    </a:cxn>
                    <a:cxn ang="0">
                      <a:pos x="T6" y="T7"/>
                    </a:cxn>
                    <a:cxn ang="0">
                      <a:pos x="T8" y="T9"/>
                    </a:cxn>
                  </a:cxnLst>
                  <a:rect l="0" t="0" r="r" b="b"/>
                  <a:pathLst>
                    <a:path w="58" h="76">
                      <a:moveTo>
                        <a:pt x="0" y="19"/>
                      </a:moveTo>
                      <a:lnTo>
                        <a:pt x="26" y="67"/>
                      </a:lnTo>
                      <a:lnTo>
                        <a:pt x="58" y="76"/>
                      </a:lnTo>
                      <a:lnTo>
                        <a:pt x="58" y="0"/>
                      </a:lnTo>
                      <a:lnTo>
                        <a:pt x="0" y="19"/>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8" name="Freeform 88"/>
                <p:cNvSpPr/>
                <p:nvPr>
                  <p:custDataLst>
                    <p:tags r:id="rId69"/>
                  </p:custDataLst>
                </p:nvPr>
              </p:nvSpPr>
              <p:spPr bwMode="auto">
                <a:xfrm flipH="1">
                  <a:off x="4295775" y="3262313"/>
                  <a:ext cx="615950" cy="577850"/>
                </a:xfrm>
                <a:custGeom>
                  <a:avLst/>
                  <a:gdLst>
                    <a:gd name="T0" fmla="*/ 228 w 323"/>
                    <a:gd name="T1" fmla="*/ 93 h 303"/>
                    <a:gd name="T2" fmla="*/ 323 w 323"/>
                    <a:gd name="T3" fmla="*/ 259 h 303"/>
                    <a:gd name="T4" fmla="*/ 138 w 323"/>
                    <a:gd name="T5" fmla="*/ 303 h 303"/>
                    <a:gd name="T6" fmla="*/ 86 w 323"/>
                    <a:gd name="T7" fmla="*/ 201 h 303"/>
                    <a:gd name="T8" fmla="*/ 53 w 323"/>
                    <a:gd name="T9" fmla="*/ 217 h 303"/>
                    <a:gd name="T10" fmla="*/ 4 w 323"/>
                    <a:gd name="T11" fmla="*/ 138 h 303"/>
                    <a:gd name="T12" fmla="*/ 38 w 323"/>
                    <a:gd name="T13" fmla="*/ 147 h 303"/>
                    <a:gd name="T14" fmla="*/ 52 w 323"/>
                    <a:gd name="T15" fmla="*/ 46 h 303"/>
                    <a:gd name="T16" fmla="*/ 182 w 323"/>
                    <a:gd name="T17" fmla="*/ 0 h 303"/>
                    <a:gd name="T18" fmla="*/ 228 w 323"/>
                    <a:gd name="T19" fmla="*/ 93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3" h="303">
                      <a:moveTo>
                        <a:pt x="228" y="93"/>
                      </a:moveTo>
                      <a:cubicBezTo>
                        <a:pt x="323" y="259"/>
                        <a:pt x="323" y="259"/>
                        <a:pt x="323" y="259"/>
                      </a:cubicBezTo>
                      <a:cubicBezTo>
                        <a:pt x="138" y="303"/>
                        <a:pt x="138" y="303"/>
                        <a:pt x="138" y="303"/>
                      </a:cubicBezTo>
                      <a:cubicBezTo>
                        <a:pt x="86" y="201"/>
                        <a:pt x="86" y="201"/>
                        <a:pt x="86" y="201"/>
                      </a:cubicBezTo>
                      <a:cubicBezTo>
                        <a:pt x="86" y="201"/>
                        <a:pt x="77" y="218"/>
                        <a:pt x="53" y="217"/>
                      </a:cubicBezTo>
                      <a:cubicBezTo>
                        <a:pt x="27" y="216"/>
                        <a:pt x="0" y="152"/>
                        <a:pt x="4" y="138"/>
                      </a:cubicBezTo>
                      <a:cubicBezTo>
                        <a:pt x="7" y="124"/>
                        <a:pt x="38" y="147"/>
                        <a:pt x="38" y="147"/>
                      </a:cubicBezTo>
                      <a:cubicBezTo>
                        <a:pt x="38" y="147"/>
                        <a:pt x="29" y="61"/>
                        <a:pt x="52" y="46"/>
                      </a:cubicBezTo>
                      <a:cubicBezTo>
                        <a:pt x="74" y="32"/>
                        <a:pt x="182" y="0"/>
                        <a:pt x="182" y="0"/>
                      </a:cubicBezTo>
                      <a:lnTo>
                        <a:pt x="228" y="93"/>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9" name="Freeform 89"/>
                <p:cNvSpPr/>
                <p:nvPr>
                  <p:custDataLst>
                    <p:tags r:id="rId70"/>
                  </p:custDataLst>
                </p:nvPr>
              </p:nvSpPr>
              <p:spPr bwMode="auto">
                <a:xfrm flipH="1">
                  <a:off x="4267200" y="3500438"/>
                  <a:ext cx="558800" cy="609600"/>
                </a:xfrm>
                <a:custGeom>
                  <a:avLst/>
                  <a:gdLst>
                    <a:gd name="T0" fmla="*/ 220 w 293"/>
                    <a:gd name="T1" fmla="*/ 14 h 320"/>
                    <a:gd name="T2" fmla="*/ 283 w 293"/>
                    <a:gd name="T3" fmla="*/ 86 h 320"/>
                    <a:gd name="T4" fmla="*/ 290 w 293"/>
                    <a:gd name="T5" fmla="*/ 98 h 320"/>
                    <a:gd name="T6" fmla="*/ 293 w 293"/>
                    <a:gd name="T7" fmla="*/ 267 h 320"/>
                    <a:gd name="T8" fmla="*/ 288 w 293"/>
                    <a:gd name="T9" fmla="*/ 277 h 320"/>
                    <a:gd name="T10" fmla="*/ 263 w 293"/>
                    <a:gd name="T11" fmla="*/ 297 h 320"/>
                    <a:gd name="T12" fmla="*/ 178 w 293"/>
                    <a:gd name="T13" fmla="*/ 307 h 320"/>
                    <a:gd name="T14" fmla="*/ 114 w 293"/>
                    <a:gd name="T15" fmla="*/ 266 h 320"/>
                    <a:gd name="T16" fmla="*/ 74 w 293"/>
                    <a:gd name="T17" fmla="*/ 172 h 320"/>
                    <a:gd name="T18" fmla="*/ 41 w 293"/>
                    <a:gd name="T19" fmla="*/ 77 h 320"/>
                    <a:gd name="T20" fmla="*/ 41 w 293"/>
                    <a:gd name="T21" fmla="*/ 75 h 320"/>
                    <a:gd name="T22" fmla="*/ 4 w 293"/>
                    <a:gd name="T23" fmla="*/ 7 h 320"/>
                    <a:gd name="T24" fmla="*/ 22 w 293"/>
                    <a:gd name="T25" fmla="*/ 7 h 320"/>
                    <a:gd name="T26" fmla="*/ 30 w 293"/>
                    <a:gd name="T27" fmla="*/ 6 h 320"/>
                    <a:gd name="T28" fmla="*/ 35 w 293"/>
                    <a:gd name="T29" fmla="*/ 6 h 320"/>
                    <a:gd name="T30" fmla="*/ 69 w 293"/>
                    <a:gd name="T31" fmla="*/ 72 h 320"/>
                    <a:gd name="T32" fmla="*/ 80 w 293"/>
                    <a:gd name="T33" fmla="*/ 79 h 320"/>
                    <a:gd name="T34" fmla="*/ 131 w 293"/>
                    <a:gd name="T35" fmla="*/ 83 h 320"/>
                    <a:gd name="T36" fmla="*/ 138 w 293"/>
                    <a:gd name="T37" fmla="*/ 81 h 320"/>
                    <a:gd name="T38" fmla="*/ 188 w 293"/>
                    <a:gd name="T39" fmla="*/ 59 h 320"/>
                    <a:gd name="T40" fmla="*/ 196 w 293"/>
                    <a:gd name="T41" fmla="*/ 22 h 320"/>
                    <a:gd name="T42" fmla="*/ 220 w 293"/>
                    <a:gd name="T43" fmla="*/ 1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93" h="320">
                      <a:moveTo>
                        <a:pt x="220" y="14"/>
                      </a:moveTo>
                      <a:cubicBezTo>
                        <a:pt x="283" y="86"/>
                        <a:pt x="283" y="86"/>
                        <a:pt x="283" y="86"/>
                      </a:cubicBezTo>
                      <a:cubicBezTo>
                        <a:pt x="289" y="93"/>
                        <a:pt x="290" y="96"/>
                        <a:pt x="290" y="98"/>
                      </a:cubicBezTo>
                      <a:cubicBezTo>
                        <a:pt x="293" y="267"/>
                        <a:pt x="293" y="267"/>
                        <a:pt x="293" y="267"/>
                      </a:cubicBezTo>
                      <a:cubicBezTo>
                        <a:pt x="293" y="271"/>
                        <a:pt x="291" y="274"/>
                        <a:pt x="288" y="277"/>
                      </a:cubicBezTo>
                      <a:cubicBezTo>
                        <a:pt x="263" y="297"/>
                        <a:pt x="263" y="297"/>
                        <a:pt x="263" y="297"/>
                      </a:cubicBezTo>
                      <a:cubicBezTo>
                        <a:pt x="240" y="316"/>
                        <a:pt x="206" y="320"/>
                        <a:pt x="178" y="307"/>
                      </a:cubicBezTo>
                      <a:cubicBezTo>
                        <a:pt x="153" y="296"/>
                        <a:pt x="125" y="282"/>
                        <a:pt x="114" y="266"/>
                      </a:cubicBezTo>
                      <a:cubicBezTo>
                        <a:pt x="80" y="219"/>
                        <a:pt x="74" y="172"/>
                        <a:pt x="74" y="172"/>
                      </a:cubicBezTo>
                      <a:cubicBezTo>
                        <a:pt x="41" y="77"/>
                        <a:pt x="41" y="77"/>
                        <a:pt x="41" y="77"/>
                      </a:cubicBezTo>
                      <a:cubicBezTo>
                        <a:pt x="41" y="76"/>
                        <a:pt x="41" y="76"/>
                        <a:pt x="41" y="75"/>
                      </a:cubicBezTo>
                      <a:cubicBezTo>
                        <a:pt x="4" y="7"/>
                        <a:pt x="4" y="7"/>
                        <a:pt x="4" y="7"/>
                      </a:cubicBezTo>
                      <a:cubicBezTo>
                        <a:pt x="0" y="0"/>
                        <a:pt x="15" y="9"/>
                        <a:pt x="22" y="7"/>
                      </a:cubicBezTo>
                      <a:cubicBezTo>
                        <a:pt x="30" y="6"/>
                        <a:pt x="30" y="6"/>
                        <a:pt x="30" y="6"/>
                      </a:cubicBezTo>
                      <a:cubicBezTo>
                        <a:pt x="36" y="4"/>
                        <a:pt x="32" y="0"/>
                        <a:pt x="35" y="6"/>
                      </a:cubicBezTo>
                      <a:cubicBezTo>
                        <a:pt x="69" y="72"/>
                        <a:pt x="69" y="72"/>
                        <a:pt x="69" y="72"/>
                      </a:cubicBezTo>
                      <a:cubicBezTo>
                        <a:pt x="71" y="76"/>
                        <a:pt x="75" y="79"/>
                        <a:pt x="80" y="79"/>
                      </a:cubicBezTo>
                      <a:cubicBezTo>
                        <a:pt x="131" y="83"/>
                        <a:pt x="131" y="83"/>
                        <a:pt x="131" y="83"/>
                      </a:cubicBezTo>
                      <a:cubicBezTo>
                        <a:pt x="134" y="83"/>
                        <a:pt x="136" y="82"/>
                        <a:pt x="138" y="81"/>
                      </a:cubicBezTo>
                      <a:cubicBezTo>
                        <a:pt x="188" y="59"/>
                        <a:pt x="188" y="59"/>
                        <a:pt x="188" y="59"/>
                      </a:cubicBezTo>
                      <a:cubicBezTo>
                        <a:pt x="188" y="59"/>
                        <a:pt x="199" y="55"/>
                        <a:pt x="196" y="22"/>
                      </a:cubicBezTo>
                      <a:cubicBezTo>
                        <a:pt x="195" y="10"/>
                        <a:pt x="212" y="4"/>
                        <a:pt x="220" y="14"/>
                      </a:cubicBezTo>
                      <a:close/>
                    </a:path>
                  </a:pathLst>
                </a:custGeom>
                <a:solidFill>
                  <a:srgbClr val="350C0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0" name="Freeform 90"/>
                <p:cNvSpPr/>
                <p:nvPr>
                  <p:custDataLst>
                    <p:tags r:id="rId71"/>
                  </p:custDataLst>
                </p:nvPr>
              </p:nvSpPr>
              <p:spPr bwMode="auto">
                <a:xfrm flipH="1">
                  <a:off x="4391025" y="3663950"/>
                  <a:ext cx="234950" cy="128588"/>
                </a:xfrm>
                <a:custGeom>
                  <a:avLst/>
                  <a:gdLst>
                    <a:gd name="T0" fmla="*/ 69 w 123"/>
                    <a:gd name="T1" fmla="*/ 15 h 67"/>
                    <a:gd name="T2" fmla="*/ 90 w 123"/>
                    <a:gd name="T3" fmla="*/ 3 h 67"/>
                    <a:gd name="T4" fmla="*/ 117 w 123"/>
                    <a:gd name="T5" fmla="*/ 13 h 67"/>
                    <a:gd name="T6" fmla="*/ 99 w 123"/>
                    <a:gd name="T7" fmla="*/ 47 h 67"/>
                    <a:gd name="T8" fmla="*/ 43 w 123"/>
                    <a:gd name="T9" fmla="*/ 64 h 67"/>
                    <a:gd name="T10" fmla="*/ 7 w 123"/>
                    <a:gd name="T11" fmla="*/ 48 h 67"/>
                    <a:gd name="T12" fmla="*/ 13 w 123"/>
                    <a:gd name="T13" fmla="*/ 20 h 67"/>
                    <a:gd name="T14" fmla="*/ 37 w 123"/>
                    <a:gd name="T15" fmla="*/ 18 h 67"/>
                    <a:gd name="T16" fmla="*/ 69 w 123"/>
                    <a:gd name="T17" fmla="*/ 15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3" h="67">
                      <a:moveTo>
                        <a:pt x="69" y="15"/>
                      </a:moveTo>
                      <a:cubicBezTo>
                        <a:pt x="69" y="15"/>
                        <a:pt x="79" y="6"/>
                        <a:pt x="90" y="3"/>
                      </a:cubicBezTo>
                      <a:cubicBezTo>
                        <a:pt x="100" y="0"/>
                        <a:pt x="111" y="1"/>
                        <a:pt x="117" y="13"/>
                      </a:cubicBezTo>
                      <a:cubicBezTo>
                        <a:pt x="123" y="24"/>
                        <a:pt x="113" y="36"/>
                        <a:pt x="99" y="47"/>
                      </a:cubicBezTo>
                      <a:cubicBezTo>
                        <a:pt x="91" y="54"/>
                        <a:pt x="62" y="67"/>
                        <a:pt x="43" y="64"/>
                      </a:cubicBezTo>
                      <a:cubicBezTo>
                        <a:pt x="24" y="61"/>
                        <a:pt x="13" y="57"/>
                        <a:pt x="7" y="48"/>
                      </a:cubicBezTo>
                      <a:cubicBezTo>
                        <a:pt x="0" y="38"/>
                        <a:pt x="5" y="25"/>
                        <a:pt x="13" y="20"/>
                      </a:cubicBezTo>
                      <a:cubicBezTo>
                        <a:pt x="21" y="15"/>
                        <a:pt x="32" y="16"/>
                        <a:pt x="37" y="18"/>
                      </a:cubicBezTo>
                      <a:cubicBezTo>
                        <a:pt x="42" y="20"/>
                        <a:pt x="55" y="25"/>
                        <a:pt x="69" y="1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1" name="Freeform 91"/>
                <p:cNvSpPr/>
                <p:nvPr>
                  <p:custDataLst>
                    <p:tags r:id="rId72"/>
                  </p:custDataLst>
                </p:nvPr>
              </p:nvSpPr>
              <p:spPr bwMode="auto">
                <a:xfrm flipH="1">
                  <a:off x="4616450" y="3455988"/>
                  <a:ext cx="38100" cy="58738"/>
                </a:xfrm>
                <a:custGeom>
                  <a:avLst/>
                  <a:gdLst>
                    <a:gd name="T0" fmla="*/ 4 w 20"/>
                    <a:gd name="T1" fmla="*/ 18 h 31"/>
                    <a:gd name="T2" fmla="*/ 16 w 20"/>
                    <a:gd name="T3" fmla="*/ 30 h 31"/>
                    <a:gd name="T4" fmla="*/ 17 w 20"/>
                    <a:gd name="T5" fmla="*/ 13 h 31"/>
                    <a:gd name="T6" fmla="*/ 5 w 20"/>
                    <a:gd name="T7" fmla="*/ 1 h 31"/>
                    <a:gd name="T8" fmla="*/ 4 w 20"/>
                    <a:gd name="T9" fmla="*/ 18 h 31"/>
                  </a:gdLst>
                  <a:ahLst/>
                  <a:cxnLst>
                    <a:cxn ang="0">
                      <a:pos x="T0" y="T1"/>
                    </a:cxn>
                    <a:cxn ang="0">
                      <a:pos x="T2" y="T3"/>
                    </a:cxn>
                    <a:cxn ang="0">
                      <a:pos x="T4" y="T5"/>
                    </a:cxn>
                    <a:cxn ang="0">
                      <a:pos x="T6" y="T7"/>
                    </a:cxn>
                    <a:cxn ang="0">
                      <a:pos x="T8" y="T9"/>
                    </a:cxn>
                  </a:cxnLst>
                  <a:rect l="0" t="0" r="r" b="b"/>
                  <a:pathLst>
                    <a:path w="20" h="31">
                      <a:moveTo>
                        <a:pt x="4" y="18"/>
                      </a:moveTo>
                      <a:cubicBezTo>
                        <a:pt x="7" y="26"/>
                        <a:pt x="12" y="31"/>
                        <a:pt x="16" y="30"/>
                      </a:cubicBezTo>
                      <a:cubicBezTo>
                        <a:pt x="20" y="29"/>
                        <a:pt x="20" y="21"/>
                        <a:pt x="17" y="13"/>
                      </a:cubicBezTo>
                      <a:cubicBezTo>
                        <a:pt x="14" y="5"/>
                        <a:pt x="8" y="0"/>
                        <a:pt x="5" y="1"/>
                      </a:cubicBezTo>
                      <a:cubicBezTo>
                        <a:pt x="1" y="2"/>
                        <a:pt x="0" y="10"/>
                        <a:pt x="4" y="18"/>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2" name="Freeform 92"/>
                <p:cNvSpPr/>
                <p:nvPr>
                  <p:custDataLst>
                    <p:tags r:id="rId73"/>
                  </p:custDataLst>
                </p:nvPr>
              </p:nvSpPr>
              <p:spPr bwMode="auto">
                <a:xfrm flipH="1">
                  <a:off x="4516437" y="3411538"/>
                  <a:ext cx="36513" cy="58738"/>
                </a:xfrm>
                <a:custGeom>
                  <a:avLst/>
                  <a:gdLst>
                    <a:gd name="T0" fmla="*/ 3 w 19"/>
                    <a:gd name="T1" fmla="*/ 18 h 31"/>
                    <a:gd name="T2" fmla="*/ 15 w 19"/>
                    <a:gd name="T3" fmla="*/ 30 h 31"/>
                    <a:gd name="T4" fmla="*/ 16 w 19"/>
                    <a:gd name="T5" fmla="*/ 14 h 31"/>
                    <a:gd name="T6" fmla="*/ 4 w 19"/>
                    <a:gd name="T7" fmla="*/ 1 h 31"/>
                    <a:gd name="T8" fmla="*/ 3 w 19"/>
                    <a:gd name="T9" fmla="*/ 18 h 31"/>
                  </a:gdLst>
                  <a:ahLst/>
                  <a:cxnLst>
                    <a:cxn ang="0">
                      <a:pos x="T0" y="T1"/>
                    </a:cxn>
                    <a:cxn ang="0">
                      <a:pos x="T2" y="T3"/>
                    </a:cxn>
                    <a:cxn ang="0">
                      <a:pos x="T4" y="T5"/>
                    </a:cxn>
                    <a:cxn ang="0">
                      <a:pos x="T6" y="T7"/>
                    </a:cxn>
                    <a:cxn ang="0">
                      <a:pos x="T8" y="T9"/>
                    </a:cxn>
                  </a:cxnLst>
                  <a:rect l="0" t="0" r="r" b="b"/>
                  <a:pathLst>
                    <a:path w="19" h="31">
                      <a:moveTo>
                        <a:pt x="3" y="18"/>
                      </a:moveTo>
                      <a:cubicBezTo>
                        <a:pt x="6" y="26"/>
                        <a:pt x="12" y="31"/>
                        <a:pt x="15" y="30"/>
                      </a:cubicBezTo>
                      <a:cubicBezTo>
                        <a:pt x="19" y="29"/>
                        <a:pt x="19" y="22"/>
                        <a:pt x="16" y="14"/>
                      </a:cubicBezTo>
                      <a:cubicBezTo>
                        <a:pt x="13" y="6"/>
                        <a:pt x="7" y="0"/>
                        <a:pt x="4" y="1"/>
                      </a:cubicBezTo>
                      <a:cubicBezTo>
                        <a:pt x="0" y="3"/>
                        <a:pt x="0" y="10"/>
                        <a:pt x="3" y="18"/>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3" name="Freeform 93"/>
                <p:cNvSpPr>
                  <a:spLocks noEditPoints="1"/>
                </p:cNvSpPr>
                <p:nvPr>
                  <p:custDataLst>
                    <p:tags r:id="rId74"/>
                  </p:custDataLst>
                </p:nvPr>
              </p:nvSpPr>
              <p:spPr bwMode="auto">
                <a:xfrm flipH="1">
                  <a:off x="4559300" y="3398838"/>
                  <a:ext cx="184150" cy="211138"/>
                </a:xfrm>
                <a:custGeom>
                  <a:avLst/>
                  <a:gdLst>
                    <a:gd name="T0" fmla="*/ 69 w 97"/>
                    <a:gd name="T1" fmla="*/ 104 h 111"/>
                    <a:gd name="T2" fmla="*/ 12 w 97"/>
                    <a:gd name="T3" fmla="*/ 68 h 111"/>
                    <a:gd name="T4" fmla="*/ 28 w 97"/>
                    <a:gd name="T5" fmla="*/ 7 h 111"/>
                    <a:gd name="T6" fmla="*/ 86 w 97"/>
                    <a:gd name="T7" fmla="*/ 42 h 111"/>
                    <a:gd name="T8" fmla="*/ 69 w 97"/>
                    <a:gd name="T9" fmla="*/ 104 h 111"/>
                    <a:gd name="T10" fmla="*/ 33 w 97"/>
                    <a:gd name="T11" fmla="*/ 17 h 111"/>
                    <a:gd name="T12" fmla="*/ 23 w 97"/>
                    <a:gd name="T13" fmla="*/ 64 h 111"/>
                    <a:gd name="T14" fmla="*/ 65 w 97"/>
                    <a:gd name="T15" fmla="*/ 93 h 111"/>
                    <a:gd name="T16" fmla="*/ 74 w 97"/>
                    <a:gd name="T17" fmla="*/ 46 h 111"/>
                    <a:gd name="T18" fmla="*/ 33 w 97"/>
                    <a:gd name="T19" fmla="*/ 17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7" h="111">
                      <a:moveTo>
                        <a:pt x="69" y="104"/>
                      </a:moveTo>
                      <a:cubicBezTo>
                        <a:pt x="48" y="111"/>
                        <a:pt x="23" y="95"/>
                        <a:pt x="12" y="68"/>
                      </a:cubicBezTo>
                      <a:cubicBezTo>
                        <a:pt x="0" y="41"/>
                        <a:pt x="8" y="14"/>
                        <a:pt x="28" y="7"/>
                      </a:cubicBezTo>
                      <a:cubicBezTo>
                        <a:pt x="49" y="0"/>
                        <a:pt x="74" y="15"/>
                        <a:pt x="86" y="42"/>
                      </a:cubicBezTo>
                      <a:cubicBezTo>
                        <a:pt x="97" y="69"/>
                        <a:pt x="89" y="96"/>
                        <a:pt x="69" y="104"/>
                      </a:cubicBezTo>
                      <a:close/>
                      <a:moveTo>
                        <a:pt x="33" y="17"/>
                      </a:moveTo>
                      <a:cubicBezTo>
                        <a:pt x="19" y="22"/>
                        <a:pt x="14" y="44"/>
                        <a:pt x="23" y="64"/>
                      </a:cubicBezTo>
                      <a:cubicBezTo>
                        <a:pt x="32" y="85"/>
                        <a:pt x="51" y="98"/>
                        <a:pt x="65" y="93"/>
                      </a:cubicBezTo>
                      <a:cubicBezTo>
                        <a:pt x="78" y="88"/>
                        <a:pt x="83" y="67"/>
                        <a:pt x="74" y="46"/>
                      </a:cubicBezTo>
                      <a:cubicBezTo>
                        <a:pt x="66" y="26"/>
                        <a:pt x="47" y="12"/>
                        <a:pt x="33" y="17"/>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4" name="Freeform 94"/>
                <p:cNvSpPr>
                  <a:spLocks noEditPoints="1"/>
                </p:cNvSpPr>
                <p:nvPr>
                  <p:custDataLst>
                    <p:tags r:id="rId75"/>
                  </p:custDataLst>
                </p:nvPr>
              </p:nvSpPr>
              <p:spPr bwMode="auto">
                <a:xfrm flipH="1">
                  <a:off x="4424362" y="3348038"/>
                  <a:ext cx="182563" cy="214313"/>
                </a:xfrm>
                <a:custGeom>
                  <a:avLst/>
                  <a:gdLst>
                    <a:gd name="T0" fmla="*/ 68 w 96"/>
                    <a:gd name="T1" fmla="*/ 104 h 112"/>
                    <a:gd name="T2" fmla="*/ 11 w 96"/>
                    <a:gd name="T3" fmla="*/ 69 h 112"/>
                    <a:gd name="T4" fmla="*/ 28 w 96"/>
                    <a:gd name="T5" fmla="*/ 8 h 112"/>
                    <a:gd name="T6" fmla="*/ 85 w 96"/>
                    <a:gd name="T7" fmla="*/ 43 h 112"/>
                    <a:gd name="T8" fmla="*/ 68 w 96"/>
                    <a:gd name="T9" fmla="*/ 104 h 112"/>
                    <a:gd name="T10" fmla="*/ 32 w 96"/>
                    <a:gd name="T11" fmla="*/ 18 h 112"/>
                    <a:gd name="T12" fmla="*/ 23 w 96"/>
                    <a:gd name="T13" fmla="*/ 65 h 112"/>
                    <a:gd name="T14" fmla="*/ 64 w 96"/>
                    <a:gd name="T15" fmla="*/ 94 h 112"/>
                    <a:gd name="T16" fmla="*/ 74 w 96"/>
                    <a:gd name="T17" fmla="*/ 47 h 112"/>
                    <a:gd name="T18" fmla="*/ 32 w 96"/>
                    <a:gd name="T19" fmla="*/ 1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112">
                      <a:moveTo>
                        <a:pt x="68" y="104"/>
                      </a:moveTo>
                      <a:cubicBezTo>
                        <a:pt x="48" y="112"/>
                        <a:pt x="23" y="96"/>
                        <a:pt x="11" y="69"/>
                      </a:cubicBezTo>
                      <a:cubicBezTo>
                        <a:pt x="0" y="42"/>
                        <a:pt x="7" y="15"/>
                        <a:pt x="28" y="8"/>
                      </a:cubicBezTo>
                      <a:cubicBezTo>
                        <a:pt x="49" y="0"/>
                        <a:pt x="74" y="16"/>
                        <a:pt x="85" y="43"/>
                      </a:cubicBezTo>
                      <a:cubicBezTo>
                        <a:pt x="96" y="70"/>
                        <a:pt x="89" y="97"/>
                        <a:pt x="68" y="104"/>
                      </a:cubicBezTo>
                      <a:close/>
                      <a:moveTo>
                        <a:pt x="32" y="18"/>
                      </a:moveTo>
                      <a:cubicBezTo>
                        <a:pt x="18" y="23"/>
                        <a:pt x="14" y="44"/>
                        <a:pt x="23" y="65"/>
                      </a:cubicBezTo>
                      <a:cubicBezTo>
                        <a:pt x="31" y="86"/>
                        <a:pt x="50" y="99"/>
                        <a:pt x="64" y="94"/>
                      </a:cubicBezTo>
                      <a:cubicBezTo>
                        <a:pt x="78" y="89"/>
                        <a:pt x="82" y="68"/>
                        <a:pt x="74" y="47"/>
                      </a:cubicBezTo>
                      <a:cubicBezTo>
                        <a:pt x="65" y="26"/>
                        <a:pt x="46" y="13"/>
                        <a:pt x="32" y="18"/>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5" name="Freeform 95"/>
                <p:cNvSpPr/>
                <p:nvPr>
                  <p:custDataLst>
                    <p:tags r:id="rId76"/>
                  </p:custDataLst>
                </p:nvPr>
              </p:nvSpPr>
              <p:spPr bwMode="auto">
                <a:xfrm flipH="1">
                  <a:off x="4427538" y="3433763"/>
                  <a:ext cx="177800" cy="153988"/>
                </a:xfrm>
                <a:custGeom>
                  <a:avLst/>
                  <a:gdLst>
                    <a:gd name="T0" fmla="*/ 0 w 112"/>
                    <a:gd name="T1" fmla="*/ 0 h 97"/>
                    <a:gd name="T2" fmla="*/ 112 w 112"/>
                    <a:gd name="T3" fmla="*/ 79 h 97"/>
                    <a:gd name="T4" fmla="*/ 42 w 112"/>
                    <a:gd name="T5" fmla="*/ 97 h 97"/>
                    <a:gd name="T6" fmla="*/ 0 w 112"/>
                    <a:gd name="T7" fmla="*/ 0 h 97"/>
                  </a:gdLst>
                  <a:ahLst/>
                  <a:cxnLst>
                    <a:cxn ang="0">
                      <a:pos x="T0" y="T1"/>
                    </a:cxn>
                    <a:cxn ang="0">
                      <a:pos x="T2" y="T3"/>
                    </a:cxn>
                    <a:cxn ang="0">
                      <a:pos x="T4" y="T5"/>
                    </a:cxn>
                    <a:cxn ang="0">
                      <a:pos x="T6" y="T7"/>
                    </a:cxn>
                  </a:cxnLst>
                  <a:rect l="0" t="0" r="r" b="b"/>
                  <a:pathLst>
                    <a:path w="112" h="97">
                      <a:moveTo>
                        <a:pt x="0" y="0"/>
                      </a:moveTo>
                      <a:lnTo>
                        <a:pt x="112" y="79"/>
                      </a:lnTo>
                      <a:lnTo>
                        <a:pt x="42" y="97"/>
                      </a:lnTo>
                      <a:lnTo>
                        <a:pt x="0" y="0"/>
                      </a:lnTo>
                      <a:close/>
                    </a:path>
                  </a:pathLst>
                </a:custGeom>
                <a:solidFill>
                  <a:srgbClr val="F9535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6" name="Freeform 96"/>
                <p:cNvSpPr/>
                <p:nvPr>
                  <p:custDataLst>
                    <p:tags r:id="rId77"/>
                  </p:custDataLst>
                </p:nvPr>
              </p:nvSpPr>
              <p:spPr bwMode="auto">
                <a:xfrm flipH="1">
                  <a:off x="4716463" y="3495675"/>
                  <a:ext cx="149225" cy="34925"/>
                </a:xfrm>
                <a:custGeom>
                  <a:avLst/>
                  <a:gdLst>
                    <a:gd name="T0" fmla="*/ 94 w 94"/>
                    <a:gd name="T1" fmla="*/ 13 h 22"/>
                    <a:gd name="T2" fmla="*/ 2 w 94"/>
                    <a:gd name="T3" fmla="*/ 22 h 22"/>
                    <a:gd name="T4" fmla="*/ 0 w 94"/>
                    <a:gd name="T5" fmla="*/ 9 h 22"/>
                    <a:gd name="T6" fmla="*/ 91 w 94"/>
                    <a:gd name="T7" fmla="*/ 0 h 22"/>
                    <a:gd name="T8" fmla="*/ 94 w 94"/>
                    <a:gd name="T9" fmla="*/ 13 h 22"/>
                  </a:gdLst>
                  <a:ahLst/>
                  <a:cxnLst>
                    <a:cxn ang="0">
                      <a:pos x="T0" y="T1"/>
                    </a:cxn>
                    <a:cxn ang="0">
                      <a:pos x="T2" y="T3"/>
                    </a:cxn>
                    <a:cxn ang="0">
                      <a:pos x="T4" y="T5"/>
                    </a:cxn>
                    <a:cxn ang="0">
                      <a:pos x="T6" y="T7"/>
                    </a:cxn>
                    <a:cxn ang="0">
                      <a:pos x="T8" y="T9"/>
                    </a:cxn>
                  </a:cxnLst>
                  <a:rect l="0" t="0" r="r" b="b"/>
                  <a:pathLst>
                    <a:path w="94" h="22">
                      <a:moveTo>
                        <a:pt x="94" y="13"/>
                      </a:moveTo>
                      <a:lnTo>
                        <a:pt x="2" y="22"/>
                      </a:lnTo>
                      <a:lnTo>
                        <a:pt x="0" y="9"/>
                      </a:lnTo>
                      <a:lnTo>
                        <a:pt x="91" y="0"/>
                      </a:lnTo>
                      <a:lnTo>
                        <a:pt x="94" y="13"/>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7" name="Freeform 97"/>
                <p:cNvSpPr/>
                <p:nvPr>
                  <p:custDataLst>
                    <p:tags r:id="rId78"/>
                  </p:custDataLst>
                </p:nvPr>
              </p:nvSpPr>
              <p:spPr bwMode="auto">
                <a:xfrm flipH="1">
                  <a:off x="4379912" y="3076575"/>
                  <a:ext cx="601663" cy="390525"/>
                </a:xfrm>
                <a:custGeom>
                  <a:avLst/>
                  <a:gdLst>
                    <a:gd name="T0" fmla="*/ 108 w 316"/>
                    <a:gd name="T1" fmla="*/ 185 h 205"/>
                    <a:gd name="T2" fmla="*/ 206 w 316"/>
                    <a:gd name="T3" fmla="*/ 131 h 205"/>
                    <a:gd name="T4" fmla="*/ 268 w 316"/>
                    <a:gd name="T5" fmla="*/ 29 h 205"/>
                    <a:gd name="T6" fmla="*/ 188 w 316"/>
                    <a:gd name="T7" fmla="*/ 50 h 205"/>
                    <a:gd name="T8" fmla="*/ 46 w 316"/>
                    <a:gd name="T9" fmla="*/ 205 h 205"/>
                    <a:gd name="T10" fmla="*/ 108 w 316"/>
                    <a:gd name="T11" fmla="*/ 185 h 205"/>
                  </a:gdLst>
                  <a:ahLst/>
                  <a:cxnLst>
                    <a:cxn ang="0">
                      <a:pos x="T0" y="T1"/>
                    </a:cxn>
                    <a:cxn ang="0">
                      <a:pos x="T2" y="T3"/>
                    </a:cxn>
                    <a:cxn ang="0">
                      <a:pos x="T4" y="T5"/>
                    </a:cxn>
                    <a:cxn ang="0">
                      <a:pos x="T6" y="T7"/>
                    </a:cxn>
                    <a:cxn ang="0">
                      <a:pos x="T8" y="T9"/>
                    </a:cxn>
                    <a:cxn ang="0">
                      <a:pos x="T10" y="T11"/>
                    </a:cxn>
                  </a:cxnLst>
                  <a:rect l="0" t="0" r="r" b="b"/>
                  <a:pathLst>
                    <a:path w="316" h="205">
                      <a:moveTo>
                        <a:pt x="108" y="185"/>
                      </a:moveTo>
                      <a:cubicBezTo>
                        <a:pt x="108" y="185"/>
                        <a:pt x="114" y="122"/>
                        <a:pt x="206" y="131"/>
                      </a:cubicBezTo>
                      <a:cubicBezTo>
                        <a:pt x="298" y="140"/>
                        <a:pt x="316" y="58"/>
                        <a:pt x="268" y="29"/>
                      </a:cubicBezTo>
                      <a:cubicBezTo>
                        <a:pt x="220" y="0"/>
                        <a:pt x="188" y="50"/>
                        <a:pt x="188" y="50"/>
                      </a:cubicBezTo>
                      <a:cubicBezTo>
                        <a:pt x="188" y="50"/>
                        <a:pt x="0" y="98"/>
                        <a:pt x="46" y="205"/>
                      </a:cubicBezTo>
                      <a:lnTo>
                        <a:pt x="108" y="185"/>
                      </a:lnTo>
                      <a:close/>
                    </a:path>
                  </a:pathLst>
                </a:custGeom>
                <a:solidFill>
                  <a:srgbClr val="350C0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8" name="Freeform 98"/>
                <p:cNvSpPr/>
                <p:nvPr>
                  <p:custDataLst>
                    <p:tags r:id="rId79"/>
                  </p:custDataLst>
                </p:nvPr>
              </p:nvSpPr>
              <p:spPr bwMode="auto">
                <a:xfrm flipH="1">
                  <a:off x="4151312" y="4627563"/>
                  <a:ext cx="808038" cy="260350"/>
                </a:xfrm>
                <a:custGeom>
                  <a:avLst/>
                  <a:gdLst>
                    <a:gd name="T0" fmla="*/ 386 w 424"/>
                    <a:gd name="T1" fmla="*/ 137 h 137"/>
                    <a:gd name="T2" fmla="*/ 422 w 424"/>
                    <a:gd name="T3" fmla="*/ 111 h 137"/>
                    <a:gd name="T4" fmla="*/ 392 w 424"/>
                    <a:gd name="T5" fmla="*/ 62 h 137"/>
                    <a:gd name="T6" fmla="*/ 190 w 424"/>
                    <a:gd name="T7" fmla="*/ 45 h 137"/>
                    <a:gd name="T8" fmla="*/ 50 w 424"/>
                    <a:gd name="T9" fmla="*/ 9 h 137"/>
                    <a:gd name="T10" fmla="*/ 26 w 424"/>
                    <a:gd name="T11" fmla="*/ 85 h 137"/>
                    <a:gd name="T12" fmla="*/ 89 w 424"/>
                    <a:gd name="T13" fmla="*/ 126 h 137"/>
                    <a:gd name="T14" fmla="*/ 386 w 424"/>
                    <a:gd name="T15" fmla="*/ 137 h 1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4" h="137">
                      <a:moveTo>
                        <a:pt x="386" y="137"/>
                      </a:moveTo>
                      <a:cubicBezTo>
                        <a:pt x="403" y="137"/>
                        <a:pt x="419" y="127"/>
                        <a:pt x="422" y="111"/>
                      </a:cubicBezTo>
                      <a:cubicBezTo>
                        <a:pt x="424" y="96"/>
                        <a:pt x="420" y="77"/>
                        <a:pt x="392" y="62"/>
                      </a:cubicBezTo>
                      <a:cubicBezTo>
                        <a:pt x="335" y="31"/>
                        <a:pt x="246" y="35"/>
                        <a:pt x="190" y="45"/>
                      </a:cubicBezTo>
                      <a:cubicBezTo>
                        <a:pt x="137" y="54"/>
                        <a:pt x="98" y="0"/>
                        <a:pt x="50" y="9"/>
                      </a:cubicBezTo>
                      <a:cubicBezTo>
                        <a:pt x="21" y="14"/>
                        <a:pt x="0" y="55"/>
                        <a:pt x="26" y="85"/>
                      </a:cubicBezTo>
                      <a:cubicBezTo>
                        <a:pt x="53" y="114"/>
                        <a:pt x="89" y="126"/>
                        <a:pt x="89" y="126"/>
                      </a:cubicBezTo>
                      <a:lnTo>
                        <a:pt x="386" y="137"/>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239" name="Freeform 99"/>
                <p:cNvSpPr/>
                <p:nvPr>
                  <p:custDataLst>
                    <p:tags r:id="rId80"/>
                  </p:custDataLst>
                </p:nvPr>
              </p:nvSpPr>
              <p:spPr bwMode="auto">
                <a:xfrm flipH="1">
                  <a:off x="4329112" y="5959475"/>
                  <a:ext cx="125413" cy="115888"/>
                </a:xfrm>
                <a:custGeom>
                  <a:avLst/>
                  <a:gdLst>
                    <a:gd name="T0" fmla="*/ 79 w 79"/>
                    <a:gd name="T1" fmla="*/ 15 h 73"/>
                    <a:gd name="T2" fmla="*/ 70 w 79"/>
                    <a:gd name="T3" fmla="*/ 73 h 73"/>
                    <a:gd name="T4" fmla="*/ 0 w 79"/>
                    <a:gd name="T5" fmla="*/ 72 h 73"/>
                    <a:gd name="T6" fmla="*/ 13 w 79"/>
                    <a:gd name="T7" fmla="*/ 0 h 73"/>
                    <a:gd name="T8" fmla="*/ 79 w 79"/>
                    <a:gd name="T9" fmla="*/ 15 h 73"/>
                  </a:gdLst>
                  <a:ahLst/>
                  <a:cxnLst>
                    <a:cxn ang="0">
                      <a:pos x="T0" y="T1"/>
                    </a:cxn>
                    <a:cxn ang="0">
                      <a:pos x="T2" y="T3"/>
                    </a:cxn>
                    <a:cxn ang="0">
                      <a:pos x="T4" y="T5"/>
                    </a:cxn>
                    <a:cxn ang="0">
                      <a:pos x="T6" y="T7"/>
                    </a:cxn>
                    <a:cxn ang="0">
                      <a:pos x="T8" y="T9"/>
                    </a:cxn>
                  </a:cxnLst>
                  <a:rect l="0" t="0" r="r" b="b"/>
                  <a:pathLst>
                    <a:path w="79" h="73">
                      <a:moveTo>
                        <a:pt x="79" y="15"/>
                      </a:moveTo>
                      <a:lnTo>
                        <a:pt x="70" y="73"/>
                      </a:lnTo>
                      <a:lnTo>
                        <a:pt x="0" y="72"/>
                      </a:lnTo>
                      <a:lnTo>
                        <a:pt x="13" y="0"/>
                      </a:lnTo>
                      <a:lnTo>
                        <a:pt x="79" y="15"/>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0" name="Freeform 100"/>
                <p:cNvSpPr/>
                <p:nvPr>
                  <p:custDataLst>
                    <p:tags r:id="rId81"/>
                  </p:custDataLst>
                </p:nvPr>
              </p:nvSpPr>
              <p:spPr bwMode="auto">
                <a:xfrm flipH="1">
                  <a:off x="4319587" y="6018213"/>
                  <a:ext cx="144463" cy="58738"/>
                </a:xfrm>
                <a:custGeom>
                  <a:avLst/>
                  <a:gdLst>
                    <a:gd name="T0" fmla="*/ 79 w 91"/>
                    <a:gd name="T1" fmla="*/ 37 h 37"/>
                    <a:gd name="T2" fmla="*/ 91 w 91"/>
                    <a:gd name="T3" fmla="*/ 0 h 37"/>
                    <a:gd name="T4" fmla="*/ 6 w 91"/>
                    <a:gd name="T5" fmla="*/ 0 h 37"/>
                    <a:gd name="T6" fmla="*/ 0 w 91"/>
                    <a:gd name="T7" fmla="*/ 35 h 37"/>
                    <a:gd name="T8" fmla="*/ 79 w 91"/>
                    <a:gd name="T9" fmla="*/ 37 h 37"/>
                  </a:gdLst>
                  <a:ahLst/>
                  <a:cxnLst>
                    <a:cxn ang="0">
                      <a:pos x="T0" y="T1"/>
                    </a:cxn>
                    <a:cxn ang="0">
                      <a:pos x="T2" y="T3"/>
                    </a:cxn>
                    <a:cxn ang="0">
                      <a:pos x="T4" y="T5"/>
                    </a:cxn>
                    <a:cxn ang="0">
                      <a:pos x="T6" y="T7"/>
                    </a:cxn>
                    <a:cxn ang="0">
                      <a:pos x="T8" y="T9"/>
                    </a:cxn>
                  </a:cxnLst>
                  <a:rect l="0" t="0" r="r" b="b"/>
                  <a:pathLst>
                    <a:path w="91" h="37">
                      <a:moveTo>
                        <a:pt x="79" y="37"/>
                      </a:moveTo>
                      <a:lnTo>
                        <a:pt x="91" y="0"/>
                      </a:lnTo>
                      <a:lnTo>
                        <a:pt x="6" y="0"/>
                      </a:lnTo>
                      <a:lnTo>
                        <a:pt x="0" y="35"/>
                      </a:lnTo>
                      <a:lnTo>
                        <a:pt x="79" y="37"/>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1" name="Freeform 101"/>
                <p:cNvSpPr/>
                <p:nvPr>
                  <p:custDataLst>
                    <p:tags r:id="rId82"/>
                  </p:custDataLst>
                </p:nvPr>
              </p:nvSpPr>
              <p:spPr bwMode="auto">
                <a:xfrm flipH="1">
                  <a:off x="3925888" y="6069013"/>
                  <a:ext cx="622300" cy="233363"/>
                </a:xfrm>
                <a:custGeom>
                  <a:avLst/>
                  <a:gdLst>
                    <a:gd name="T0" fmla="*/ 118 w 326"/>
                    <a:gd name="T1" fmla="*/ 5 h 123"/>
                    <a:gd name="T2" fmla="*/ 161 w 326"/>
                    <a:gd name="T3" fmla="*/ 65 h 123"/>
                    <a:gd name="T4" fmla="*/ 312 w 326"/>
                    <a:gd name="T5" fmla="*/ 100 h 123"/>
                    <a:gd name="T6" fmla="*/ 309 w 326"/>
                    <a:gd name="T7" fmla="*/ 121 h 123"/>
                    <a:gd name="T8" fmla="*/ 115 w 326"/>
                    <a:gd name="T9" fmla="*/ 123 h 123"/>
                    <a:gd name="T10" fmla="*/ 59 w 326"/>
                    <a:gd name="T11" fmla="*/ 96 h 123"/>
                    <a:gd name="T12" fmla="*/ 44 w 326"/>
                    <a:gd name="T13" fmla="*/ 107 h 123"/>
                    <a:gd name="T14" fmla="*/ 0 w 326"/>
                    <a:gd name="T15" fmla="*/ 91 h 123"/>
                    <a:gd name="T16" fmla="*/ 39 w 326"/>
                    <a:gd name="T17" fmla="*/ 0 h 123"/>
                    <a:gd name="T18" fmla="*/ 118 w 326"/>
                    <a:gd name="T19" fmla="*/ 5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6" h="123">
                      <a:moveTo>
                        <a:pt x="118" y="5"/>
                      </a:moveTo>
                      <a:cubicBezTo>
                        <a:pt x="161" y="65"/>
                        <a:pt x="161" y="65"/>
                        <a:pt x="161" y="65"/>
                      </a:cubicBezTo>
                      <a:cubicBezTo>
                        <a:pt x="312" y="100"/>
                        <a:pt x="312" y="100"/>
                        <a:pt x="312" y="100"/>
                      </a:cubicBezTo>
                      <a:cubicBezTo>
                        <a:pt x="326" y="103"/>
                        <a:pt x="324" y="121"/>
                        <a:pt x="309" y="121"/>
                      </a:cubicBezTo>
                      <a:cubicBezTo>
                        <a:pt x="115" y="123"/>
                        <a:pt x="115" y="123"/>
                        <a:pt x="115" y="123"/>
                      </a:cubicBezTo>
                      <a:cubicBezTo>
                        <a:pt x="59" y="96"/>
                        <a:pt x="59" y="96"/>
                        <a:pt x="59" y="96"/>
                      </a:cubicBezTo>
                      <a:cubicBezTo>
                        <a:pt x="44" y="107"/>
                        <a:pt x="44" y="107"/>
                        <a:pt x="44" y="107"/>
                      </a:cubicBezTo>
                      <a:cubicBezTo>
                        <a:pt x="0" y="91"/>
                        <a:pt x="0" y="91"/>
                        <a:pt x="0" y="91"/>
                      </a:cubicBezTo>
                      <a:cubicBezTo>
                        <a:pt x="39" y="0"/>
                        <a:pt x="39" y="0"/>
                        <a:pt x="39" y="0"/>
                      </a:cubicBezTo>
                      <a:lnTo>
                        <a:pt x="118" y="5"/>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2" name="Freeform 102"/>
                <p:cNvSpPr/>
                <p:nvPr>
                  <p:custDataLst>
                    <p:tags r:id="rId83"/>
                  </p:custDataLst>
                </p:nvPr>
              </p:nvSpPr>
              <p:spPr bwMode="auto">
                <a:xfrm flipH="1">
                  <a:off x="5221288" y="5546725"/>
                  <a:ext cx="155575" cy="134938"/>
                </a:xfrm>
                <a:custGeom>
                  <a:avLst/>
                  <a:gdLst>
                    <a:gd name="T0" fmla="*/ 98 w 98"/>
                    <a:gd name="T1" fmla="*/ 58 h 85"/>
                    <a:gd name="T2" fmla="*/ 39 w 98"/>
                    <a:gd name="T3" fmla="*/ 85 h 85"/>
                    <a:gd name="T4" fmla="*/ 0 w 98"/>
                    <a:gd name="T5" fmla="*/ 34 h 85"/>
                    <a:gd name="T6" fmla="*/ 71 w 98"/>
                    <a:gd name="T7" fmla="*/ 0 h 85"/>
                    <a:gd name="T8" fmla="*/ 98 w 98"/>
                    <a:gd name="T9" fmla="*/ 58 h 85"/>
                  </a:gdLst>
                  <a:ahLst/>
                  <a:cxnLst>
                    <a:cxn ang="0">
                      <a:pos x="T0" y="T1"/>
                    </a:cxn>
                    <a:cxn ang="0">
                      <a:pos x="T2" y="T3"/>
                    </a:cxn>
                    <a:cxn ang="0">
                      <a:pos x="T4" y="T5"/>
                    </a:cxn>
                    <a:cxn ang="0">
                      <a:pos x="T6" y="T7"/>
                    </a:cxn>
                    <a:cxn ang="0">
                      <a:pos x="T8" y="T9"/>
                    </a:cxn>
                  </a:cxnLst>
                  <a:rect l="0" t="0" r="r" b="b"/>
                  <a:pathLst>
                    <a:path w="98" h="85">
                      <a:moveTo>
                        <a:pt x="98" y="58"/>
                      </a:moveTo>
                      <a:lnTo>
                        <a:pt x="39" y="85"/>
                      </a:lnTo>
                      <a:lnTo>
                        <a:pt x="0" y="34"/>
                      </a:lnTo>
                      <a:lnTo>
                        <a:pt x="71" y="0"/>
                      </a:lnTo>
                      <a:lnTo>
                        <a:pt x="98" y="58"/>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3" name="Freeform 103"/>
                <p:cNvSpPr/>
                <p:nvPr>
                  <p:custDataLst>
                    <p:tags r:id="rId84"/>
                  </p:custDataLst>
                </p:nvPr>
              </p:nvSpPr>
              <p:spPr bwMode="auto">
                <a:xfrm flipH="1">
                  <a:off x="5248275" y="5567363"/>
                  <a:ext cx="133350" cy="120650"/>
                </a:xfrm>
                <a:custGeom>
                  <a:avLst/>
                  <a:gdLst>
                    <a:gd name="T0" fmla="*/ 45 w 84"/>
                    <a:gd name="T1" fmla="*/ 76 h 76"/>
                    <a:gd name="T2" fmla="*/ 84 w 84"/>
                    <a:gd name="T3" fmla="*/ 63 h 76"/>
                    <a:gd name="T4" fmla="*/ 33 w 84"/>
                    <a:gd name="T5" fmla="*/ 0 h 76"/>
                    <a:gd name="T6" fmla="*/ 0 w 84"/>
                    <a:gd name="T7" fmla="*/ 16 h 76"/>
                    <a:gd name="T8" fmla="*/ 45 w 84"/>
                    <a:gd name="T9" fmla="*/ 76 h 76"/>
                  </a:gdLst>
                  <a:ahLst/>
                  <a:cxnLst>
                    <a:cxn ang="0">
                      <a:pos x="T0" y="T1"/>
                    </a:cxn>
                    <a:cxn ang="0">
                      <a:pos x="T2" y="T3"/>
                    </a:cxn>
                    <a:cxn ang="0">
                      <a:pos x="T4" y="T5"/>
                    </a:cxn>
                    <a:cxn ang="0">
                      <a:pos x="T6" y="T7"/>
                    </a:cxn>
                    <a:cxn ang="0">
                      <a:pos x="T8" y="T9"/>
                    </a:cxn>
                  </a:cxnLst>
                  <a:rect l="0" t="0" r="r" b="b"/>
                  <a:pathLst>
                    <a:path w="84" h="76">
                      <a:moveTo>
                        <a:pt x="45" y="76"/>
                      </a:moveTo>
                      <a:lnTo>
                        <a:pt x="84" y="63"/>
                      </a:lnTo>
                      <a:lnTo>
                        <a:pt x="33" y="0"/>
                      </a:lnTo>
                      <a:lnTo>
                        <a:pt x="0" y="16"/>
                      </a:lnTo>
                      <a:lnTo>
                        <a:pt x="45" y="76"/>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4" name="Freeform 104"/>
                <p:cNvSpPr/>
                <p:nvPr>
                  <p:custDataLst>
                    <p:tags r:id="rId85"/>
                  </p:custDataLst>
                </p:nvPr>
              </p:nvSpPr>
              <p:spPr bwMode="auto">
                <a:xfrm flipH="1">
                  <a:off x="5229225" y="5583238"/>
                  <a:ext cx="350838" cy="536575"/>
                </a:xfrm>
                <a:custGeom>
                  <a:avLst/>
                  <a:gdLst>
                    <a:gd name="T0" fmla="*/ 146 w 184"/>
                    <a:gd name="T1" fmla="*/ 61 h 282"/>
                    <a:gd name="T2" fmla="*/ 118 w 184"/>
                    <a:gd name="T3" fmla="*/ 128 h 282"/>
                    <a:gd name="T4" fmla="*/ 178 w 184"/>
                    <a:gd name="T5" fmla="*/ 261 h 282"/>
                    <a:gd name="T6" fmla="*/ 158 w 184"/>
                    <a:gd name="T7" fmla="*/ 272 h 282"/>
                    <a:gd name="T8" fmla="*/ 40 w 184"/>
                    <a:gd name="T9" fmla="*/ 129 h 282"/>
                    <a:gd name="T10" fmla="*/ 31 w 184"/>
                    <a:gd name="T11" fmla="*/ 72 h 282"/>
                    <a:gd name="T12" fmla="*/ 13 w 184"/>
                    <a:gd name="T13" fmla="*/ 67 h 282"/>
                    <a:gd name="T14" fmla="*/ 0 w 184"/>
                    <a:gd name="T15" fmla="*/ 25 h 282"/>
                    <a:gd name="T16" fmla="*/ 104 w 184"/>
                    <a:gd name="T17" fmla="*/ 0 h 282"/>
                    <a:gd name="T18" fmla="*/ 146 w 184"/>
                    <a:gd name="T19" fmla="*/ 61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4" h="282">
                      <a:moveTo>
                        <a:pt x="146" y="61"/>
                      </a:moveTo>
                      <a:cubicBezTo>
                        <a:pt x="118" y="128"/>
                        <a:pt x="118" y="128"/>
                        <a:pt x="118" y="128"/>
                      </a:cubicBezTo>
                      <a:cubicBezTo>
                        <a:pt x="178" y="261"/>
                        <a:pt x="178" y="261"/>
                        <a:pt x="178" y="261"/>
                      </a:cubicBezTo>
                      <a:cubicBezTo>
                        <a:pt x="184" y="273"/>
                        <a:pt x="166" y="282"/>
                        <a:pt x="158" y="272"/>
                      </a:cubicBezTo>
                      <a:cubicBezTo>
                        <a:pt x="40" y="129"/>
                        <a:pt x="40" y="129"/>
                        <a:pt x="40" y="129"/>
                      </a:cubicBezTo>
                      <a:cubicBezTo>
                        <a:pt x="31" y="72"/>
                        <a:pt x="31" y="72"/>
                        <a:pt x="31" y="72"/>
                      </a:cubicBezTo>
                      <a:cubicBezTo>
                        <a:pt x="13" y="67"/>
                        <a:pt x="13" y="67"/>
                        <a:pt x="13" y="67"/>
                      </a:cubicBezTo>
                      <a:cubicBezTo>
                        <a:pt x="0" y="25"/>
                        <a:pt x="0" y="25"/>
                        <a:pt x="0" y="25"/>
                      </a:cubicBezTo>
                      <a:cubicBezTo>
                        <a:pt x="104" y="0"/>
                        <a:pt x="104" y="0"/>
                        <a:pt x="104" y="0"/>
                      </a:cubicBezTo>
                      <a:lnTo>
                        <a:pt x="146" y="61"/>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5" name="Freeform 105"/>
                <p:cNvSpPr/>
                <p:nvPr>
                  <p:custDataLst>
                    <p:tags r:id="rId86"/>
                  </p:custDataLst>
                </p:nvPr>
              </p:nvSpPr>
              <p:spPr bwMode="auto">
                <a:xfrm flipH="1">
                  <a:off x="4200525" y="4676775"/>
                  <a:ext cx="552450" cy="122238"/>
                </a:xfrm>
                <a:custGeom>
                  <a:avLst/>
                  <a:gdLst>
                    <a:gd name="T0" fmla="*/ 290 w 290"/>
                    <a:gd name="T1" fmla="*/ 64 h 64"/>
                    <a:gd name="T2" fmla="*/ 283 w 290"/>
                    <a:gd name="T3" fmla="*/ 36 h 64"/>
                    <a:gd name="T4" fmla="*/ 137 w 290"/>
                    <a:gd name="T5" fmla="*/ 12 h 64"/>
                    <a:gd name="T6" fmla="*/ 88 w 290"/>
                    <a:gd name="T7" fmla="*/ 18 h 64"/>
                    <a:gd name="T8" fmla="*/ 60 w 290"/>
                    <a:gd name="T9" fmla="*/ 19 h 64"/>
                    <a:gd name="T10" fmla="*/ 34 w 290"/>
                    <a:gd name="T11" fmla="*/ 12 h 64"/>
                    <a:gd name="T12" fmla="*/ 8 w 290"/>
                    <a:gd name="T13" fmla="*/ 0 h 64"/>
                    <a:gd name="T14" fmla="*/ 0 w 290"/>
                    <a:gd name="T15" fmla="*/ 44 h 64"/>
                    <a:gd name="T16" fmla="*/ 290 w 290"/>
                    <a:gd name="T17"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0" h="64">
                      <a:moveTo>
                        <a:pt x="290" y="64"/>
                      </a:moveTo>
                      <a:cubicBezTo>
                        <a:pt x="283" y="36"/>
                        <a:pt x="283" y="36"/>
                        <a:pt x="283" y="36"/>
                      </a:cubicBezTo>
                      <a:cubicBezTo>
                        <a:pt x="283" y="36"/>
                        <a:pt x="236" y="6"/>
                        <a:pt x="137" y="12"/>
                      </a:cubicBezTo>
                      <a:cubicBezTo>
                        <a:pt x="137" y="12"/>
                        <a:pt x="93" y="17"/>
                        <a:pt x="88" y="18"/>
                      </a:cubicBezTo>
                      <a:cubicBezTo>
                        <a:pt x="82" y="19"/>
                        <a:pt x="69" y="21"/>
                        <a:pt x="60" y="19"/>
                      </a:cubicBezTo>
                      <a:cubicBezTo>
                        <a:pt x="52" y="18"/>
                        <a:pt x="39" y="14"/>
                        <a:pt x="34" y="12"/>
                      </a:cubicBezTo>
                      <a:cubicBezTo>
                        <a:pt x="8" y="0"/>
                        <a:pt x="8" y="0"/>
                        <a:pt x="8" y="0"/>
                      </a:cubicBezTo>
                      <a:cubicBezTo>
                        <a:pt x="0" y="44"/>
                        <a:pt x="0" y="44"/>
                        <a:pt x="0" y="44"/>
                      </a:cubicBezTo>
                      <a:lnTo>
                        <a:pt x="290" y="64"/>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6" name="Freeform 106"/>
                <p:cNvSpPr/>
                <p:nvPr>
                  <p:custDataLst>
                    <p:tags r:id="rId87"/>
                  </p:custDataLst>
                </p:nvPr>
              </p:nvSpPr>
              <p:spPr bwMode="auto">
                <a:xfrm flipH="1">
                  <a:off x="4200525" y="4760913"/>
                  <a:ext cx="1104900" cy="1233488"/>
                </a:xfrm>
                <a:custGeom>
                  <a:avLst/>
                  <a:gdLst>
                    <a:gd name="T0" fmla="*/ 696 w 696"/>
                    <a:gd name="T1" fmla="*/ 24 h 777"/>
                    <a:gd name="T2" fmla="*/ 636 w 696"/>
                    <a:gd name="T3" fmla="*/ 777 h 777"/>
                    <a:gd name="T4" fmla="*/ 541 w 696"/>
                    <a:gd name="T5" fmla="*/ 777 h 777"/>
                    <a:gd name="T6" fmla="*/ 522 w 696"/>
                    <a:gd name="T7" fmla="*/ 164 h 777"/>
                    <a:gd name="T8" fmla="*/ 374 w 696"/>
                    <a:gd name="T9" fmla="*/ 397 h 777"/>
                    <a:gd name="T10" fmla="*/ 43 w 696"/>
                    <a:gd name="T11" fmla="*/ 571 h 777"/>
                    <a:gd name="T12" fmla="*/ 0 w 696"/>
                    <a:gd name="T13" fmla="*/ 499 h 777"/>
                    <a:gd name="T14" fmla="*/ 306 w 696"/>
                    <a:gd name="T15" fmla="*/ 310 h 777"/>
                    <a:gd name="T16" fmla="*/ 348 w 696"/>
                    <a:gd name="T17" fmla="*/ 0 h 777"/>
                    <a:gd name="T18" fmla="*/ 696 w 696"/>
                    <a:gd name="T19" fmla="*/ 24 h 7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6" h="777">
                      <a:moveTo>
                        <a:pt x="696" y="24"/>
                      </a:moveTo>
                      <a:lnTo>
                        <a:pt x="636" y="777"/>
                      </a:lnTo>
                      <a:lnTo>
                        <a:pt x="541" y="777"/>
                      </a:lnTo>
                      <a:lnTo>
                        <a:pt x="522" y="164"/>
                      </a:lnTo>
                      <a:lnTo>
                        <a:pt x="374" y="397"/>
                      </a:lnTo>
                      <a:lnTo>
                        <a:pt x="43" y="571"/>
                      </a:lnTo>
                      <a:lnTo>
                        <a:pt x="0" y="499"/>
                      </a:lnTo>
                      <a:lnTo>
                        <a:pt x="306" y="310"/>
                      </a:lnTo>
                      <a:lnTo>
                        <a:pt x="348" y="0"/>
                      </a:lnTo>
                      <a:lnTo>
                        <a:pt x="696" y="24"/>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7" name="Freeform 107"/>
                <p:cNvSpPr/>
                <p:nvPr>
                  <p:custDataLst>
                    <p:tags r:id="rId88"/>
                  </p:custDataLst>
                </p:nvPr>
              </p:nvSpPr>
              <p:spPr bwMode="auto">
                <a:xfrm flipH="1">
                  <a:off x="5353050" y="5764213"/>
                  <a:ext cx="76200" cy="71438"/>
                </a:xfrm>
                <a:custGeom>
                  <a:avLst/>
                  <a:gdLst>
                    <a:gd name="T0" fmla="*/ 38 w 48"/>
                    <a:gd name="T1" fmla="*/ 45 h 45"/>
                    <a:gd name="T2" fmla="*/ 0 w 48"/>
                    <a:gd name="T3" fmla="*/ 33 h 45"/>
                    <a:gd name="T4" fmla="*/ 5 w 48"/>
                    <a:gd name="T5" fmla="*/ 0 h 45"/>
                    <a:gd name="T6" fmla="*/ 48 w 48"/>
                    <a:gd name="T7" fmla="*/ 12 h 45"/>
                    <a:gd name="T8" fmla="*/ 47 w 48"/>
                    <a:gd name="T9" fmla="*/ 15 h 45"/>
                    <a:gd name="T10" fmla="*/ 9 w 48"/>
                    <a:gd name="T11" fmla="*/ 6 h 45"/>
                    <a:gd name="T12" fmla="*/ 5 w 48"/>
                    <a:gd name="T13" fmla="*/ 31 h 45"/>
                    <a:gd name="T14" fmla="*/ 39 w 48"/>
                    <a:gd name="T15" fmla="*/ 42 h 45"/>
                    <a:gd name="T16" fmla="*/ 38 w 48"/>
                    <a:gd name="T17"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45">
                      <a:moveTo>
                        <a:pt x="38" y="45"/>
                      </a:moveTo>
                      <a:lnTo>
                        <a:pt x="0" y="33"/>
                      </a:lnTo>
                      <a:lnTo>
                        <a:pt x="5" y="0"/>
                      </a:lnTo>
                      <a:lnTo>
                        <a:pt x="48" y="12"/>
                      </a:lnTo>
                      <a:lnTo>
                        <a:pt x="47" y="15"/>
                      </a:lnTo>
                      <a:lnTo>
                        <a:pt x="9" y="6"/>
                      </a:lnTo>
                      <a:lnTo>
                        <a:pt x="5" y="31"/>
                      </a:lnTo>
                      <a:lnTo>
                        <a:pt x="39" y="42"/>
                      </a:lnTo>
                      <a:lnTo>
                        <a:pt x="38" y="45"/>
                      </a:lnTo>
                      <a:close/>
                    </a:path>
                  </a:pathLst>
                </a:custGeom>
                <a:solidFill>
                  <a:srgbClr val="B2B2B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8" name="Freeform 108"/>
                <p:cNvSpPr/>
                <p:nvPr>
                  <p:custDataLst>
                    <p:tags r:id="rId89"/>
                  </p:custDataLst>
                </p:nvPr>
              </p:nvSpPr>
              <p:spPr bwMode="auto">
                <a:xfrm flipH="1">
                  <a:off x="5464175" y="4735513"/>
                  <a:ext cx="233363" cy="334963"/>
                </a:xfrm>
                <a:custGeom>
                  <a:avLst/>
                  <a:gdLst>
                    <a:gd name="T0" fmla="*/ 101 w 123"/>
                    <a:gd name="T1" fmla="*/ 75 h 176"/>
                    <a:gd name="T2" fmla="*/ 53 w 123"/>
                    <a:gd name="T3" fmla="*/ 170 h 176"/>
                    <a:gd name="T4" fmla="*/ 46 w 123"/>
                    <a:gd name="T5" fmla="*/ 153 h 176"/>
                    <a:gd name="T6" fmla="*/ 73 w 123"/>
                    <a:gd name="T7" fmla="*/ 91 h 176"/>
                    <a:gd name="T8" fmla="*/ 25 w 123"/>
                    <a:gd name="T9" fmla="*/ 165 h 176"/>
                    <a:gd name="T10" fmla="*/ 20 w 123"/>
                    <a:gd name="T11" fmla="*/ 151 h 176"/>
                    <a:gd name="T12" fmla="*/ 52 w 123"/>
                    <a:gd name="T13" fmla="*/ 91 h 176"/>
                    <a:gd name="T14" fmla="*/ 13 w 123"/>
                    <a:gd name="T15" fmla="*/ 137 h 176"/>
                    <a:gd name="T16" fmla="*/ 13 w 123"/>
                    <a:gd name="T17" fmla="*/ 121 h 176"/>
                    <a:gd name="T18" fmla="*/ 45 w 123"/>
                    <a:gd name="T19" fmla="*/ 79 h 176"/>
                    <a:gd name="T20" fmla="*/ 6 w 123"/>
                    <a:gd name="T21" fmla="*/ 102 h 176"/>
                    <a:gd name="T22" fmla="*/ 4 w 123"/>
                    <a:gd name="T23" fmla="*/ 94 h 176"/>
                    <a:gd name="T24" fmla="*/ 44 w 123"/>
                    <a:gd name="T25" fmla="*/ 65 h 176"/>
                    <a:gd name="T26" fmla="*/ 86 w 123"/>
                    <a:gd name="T27" fmla="*/ 20 h 176"/>
                    <a:gd name="T28" fmla="*/ 122 w 123"/>
                    <a:gd name="T29" fmla="*/ 31 h 176"/>
                    <a:gd name="T30" fmla="*/ 115 w 123"/>
                    <a:gd name="T31" fmla="*/ 119 h 176"/>
                    <a:gd name="T32" fmla="*/ 99 w 123"/>
                    <a:gd name="T33" fmla="*/ 102 h 176"/>
                    <a:gd name="T34" fmla="*/ 101 w 123"/>
                    <a:gd name="T35" fmla="*/ 75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3" h="176">
                      <a:moveTo>
                        <a:pt x="101" y="75"/>
                      </a:moveTo>
                      <a:cubicBezTo>
                        <a:pt x="101" y="75"/>
                        <a:pt x="60" y="164"/>
                        <a:pt x="53" y="170"/>
                      </a:cubicBezTo>
                      <a:cubicBezTo>
                        <a:pt x="46" y="176"/>
                        <a:pt x="38" y="168"/>
                        <a:pt x="46" y="153"/>
                      </a:cubicBezTo>
                      <a:cubicBezTo>
                        <a:pt x="54" y="138"/>
                        <a:pt x="73" y="91"/>
                        <a:pt x="73" y="91"/>
                      </a:cubicBezTo>
                      <a:cubicBezTo>
                        <a:pt x="73" y="91"/>
                        <a:pt x="31" y="164"/>
                        <a:pt x="25" y="165"/>
                      </a:cubicBezTo>
                      <a:cubicBezTo>
                        <a:pt x="19" y="166"/>
                        <a:pt x="13" y="160"/>
                        <a:pt x="20" y="151"/>
                      </a:cubicBezTo>
                      <a:cubicBezTo>
                        <a:pt x="27" y="141"/>
                        <a:pt x="52" y="91"/>
                        <a:pt x="52" y="91"/>
                      </a:cubicBezTo>
                      <a:cubicBezTo>
                        <a:pt x="52" y="91"/>
                        <a:pt x="22" y="130"/>
                        <a:pt x="13" y="137"/>
                      </a:cubicBezTo>
                      <a:cubicBezTo>
                        <a:pt x="4" y="144"/>
                        <a:pt x="6" y="129"/>
                        <a:pt x="13" y="121"/>
                      </a:cubicBezTo>
                      <a:cubicBezTo>
                        <a:pt x="20" y="112"/>
                        <a:pt x="45" y="79"/>
                        <a:pt x="45" y="79"/>
                      </a:cubicBezTo>
                      <a:cubicBezTo>
                        <a:pt x="45" y="79"/>
                        <a:pt x="13" y="102"/>
                        <a:pt x="6" y="102"/>
                      </a:cubicBezTo>
                      <a:cubicBezTo>
                        <a:pt x="0" y="103"/>
                        <a:pt x="1" y="98"/>
                        <a:pt x="4" y="94"/>
                      </a:cubicBezTo>
                      <a:cubicBezTo>
                        <a:pt x="7" y="91"/>
                        <a:pt x="44" y="65"/>
                        <a:pt x="44" y="65"/>
                      </a:cubicBezTo>
                      <a:cubicBezTo>
                        <a:pt x="44" y="65"/>
                        <a:pt x="53" y="56"/>
                        <a:pt x="86" y="20"/>
                      </a:cubicBezTo>
                      <a:cubicBezTo>
                        <a:pt x="105" y="0"/>
                        <a:pt x="123" y="26"/>
                        <a:pt x="122" y="31"/>
                      </a:cubicBezTo>
                      <a:cubicBezTo>
                        <a:pt x="122" y="35"/>
                        <a:pt x="119" y="109"/>
                        <a:pt x="115" y="119"/>
                      </a:cubicBezTo>
                      <a:cubicBezTo>
                        <a:pt x="110" y="130"/>
                        <a:pt x="96" y="121"/>
                        <a:pt x="99" y="102"/>
                      </a:cubicBezTo>
                      <a:cubicBezTo>
                        <a:pt x="102" y="84"/>
                        <a:pt x="107" y="72"/>
                        <a:pt x="101" y="75"/>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9" name="Freeform 109"/>
                <p:cNvSpPr/>
                <p:nvPr>
                  <p:custDataLst>
                    <p:tags r:id="rId90"/>
                  </p:custDataLst>
                </p:nvPr>
              </p:nvSpPr>
              <p:spPr bwMode="auto">
                <a:xfrm flipH="1">
                  <a:off x="1847850" y="5959475"/>
                  <a:ext cx="125413" cy="115888"/>
                </a:xfrm>
                <a:custGeom>
                  <a:avLst/>
                  <a:gdLst>
                    <a:gd name="T0" fmla="*/ 79 w 79"/>
                    <a:gd name="T1" fmla="*/ 15 h 73"/>
                    <a:gd name="T2" fmla="*/ 68 w 79"/>
                    <a:gd name="T3" fmla="*/ 73 h 73"/>
                    <a:gd name="T4" fmla="*/ 0 w 79"/>
                    <a:gd name="T5" fmla="*/ 72 h 73"/>
                    <a:gd name="T6" fmla="*/ 13 w 79"/>
                    <a:gd name="T7" fmla="*/ 0 h 73"/>
                    <a:gd name="T8" fmla="*/ 79 w 79"/>
                    <a:gd name="T9" fmla="*/ 15 h 73"/>
                  </a:gdLst>
                  <a:ahLst/>
                  <a:cxnLst>
                    <a:cxn ang="0">
                      <a:pos x="T0" y="T1"/>
                    </a:cxn>
                    <a:cxn ang="0">
                      <a:pos x="T2" y="T3"/>
                    </a:cxn>
                    <a:cxn ang="0">
                      <a:pos x="T4" y="T5"/>
                    </a:cxn>
                    <a:cxn ang="0">
                      <a:pos x="T6" y="T7"/>
                    </a:cxn>
                    <a:cxn ang="0">
                      <a:pos x="T8" y="T9"/>
                    </a:cxn>
                  </a:cxnLst>
                  <a:rect l="0" t="0" r="r" b="b"/>
                  <a:pathLst>
                    <a:path w="79" h="73">
                      <a:moveTo>
                        <a:pt x="79" y="15"/>
                      </a:moveTo>
                      <a:lnTo>
                        <a:pt x="68" y="73"/>
                      </a:lnTo>
                      <a:lnTo>
                        <a:pt x="0" y="72"/>
                      </a:lnTo>
                      <a:lnTo>
                        <a:pt x="13" y="0"/>
                      </a:lnTo>
                      <a:lnTo>
                        <a:pt x="79" y="15"/>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0" name="Freeform 110"/>
                <p:cNvSpPr/>
                <p:nvPr>
                  <p:custDataLst>
                    <p:tags r:id="rId91"/>
                  </p:custDataLst>
                </p:nvPr>
              </p:nvSpPr>
              <p:spPr bwMode="auto">
                <a:xfrm flipH="1">
                  <a:off x="1838325" y="6018213"/>
                  <a:ext cx="144463" cy="58738"/>
                </a:xfrm>
                <a:custGeom>
                  <a:avLst/>
                  <a:gdLst>
                    <a:gd name="T0" fmla="*/ 79 w 91"/>
                    <a:gd name="T1" fmla="*/ 37 h 37"/>
                    <a:gd name="T2" fmla="*/ 91 w 91"/>
                    <a:gd name="T3" fmla="*/ 0 h 37"/>
                    <a:gd name="T4" fmla="*/ 6 w 91"/>
                    <a:gd name="T5" fmla="*/ 0 h 37"/>
                    <a:gd name="T6" fmla="*/ 0 w 91"/>
                    <a:gd name="T7" fmla="*/ 35 h 37"/>
                    <a:gd name="T8" fmla="*/ 79 w 91"/>
                    <a:gd name="T9" fmla="*/ 37 h 37"/>
                  </a:gdLst>
                  <a:ahLst/>
                  <a:cxnLst>
                    <a:cxn ang="0">
                      <a:pos x="T0" y="T1"/>
                    </a:cxn>
                    <a:cxn ang="0">
                      <a:pos x="T2" y="T3"/>
                    </a:cxn>
                    <a:cxn ang="0">
                      <a:pos x="T4" y="T5"/>
                    </a:cxn>
                    <a:cxn ang="0">
                      <a:pos x="T6" y="T7"/>
                    </a:cxn>
                    <a:cxn ang="0">
                      <a:pos x="T8" y="T9"/>
                    </a:cxn>
                  </a:cxnLst>
                  <a:rect l="0" t="0" r="r" b="b"/>
                  <a:pathLst>
                    <a:path w="91" h="37">
                      <a:moveTo>
                        <a:pt x="79" y="37"/>
                      </a:moveTo>
                      <a:lnTo>
                        <a:pt x="91" y="0"/>
                      </a:lnTo>
                      <a:lnTo>
                        <a:pt x="6" y="0"/>
                      </a:lnTo>
                      <a:lnTo>
                        <a:pt x="0" y="35"/>
                      </a:lnTo>
                      <a:lnTo>
                        <a:pt x="79" y="37"/>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1" name="Freeform 111"/>
                <p:cNvSpPr/>
                <p:nvPr>
                  <p:custDataLst>
                    <p:tags r:id="rId92"/>
                  </p:custDataLst>
                </p:nvPr>
              </p:nvSpPr>
              <p:spPr bwMode="auto">
                <a:xfrm flipH="1">
                  <a:off x="1639888" y="6069013"/>
                  <a:ext cx="428625" cy="233363"/>
                </a:xfrm>
                <a:custGeom>
                  <a:avLst/>
                  <a:gdLst>
                    <a:gd name="T0" fmla="*/ 119 w 225"/>
                    <a:gd name="T1" fmla="*/ 5 h 123"/>
                    <a:gd name="T2" fmla="*/ 137 w 225"/>
                    <a:gd name="T3" fmla="*/ 75 h 123"/>
                    <a:gd name="T4" fmla="*/ 212 w 225"/>
                    <a:gd name="T5" fmla="*/ 100 h 123"/>
                    <a:gd name="T6" fmla="*/ 209 w 225"/>
                    <a:gd name="T7" fmla="*/ 121 h 123"/>
                    <a:gd name="T8" fmla="*/ 115 w 225"/>
                    <a:gd name="T9" fmla="*/ 123 h 123"/>
                    <a:gd name="T10" fmla="*/ 60 w 225"/>
                    <a:gd name="T11" fmla="*/ 96 h 123"/>
                    <a:gd name="T12" fmla="*/ 45 w 225"/>
                    <a:gd name="T13" fmla="*/ 107 h 123"/>
                    <a:gd name="T14" fmla="*/ 0 w 225"/>
                    <a:gd name="T15" fmla="*/ 91 h 123"/>
                    <a:gd name="T16" fmla="*/ 40 w 225"/>
                    <a:gd name="T17" fmla="*/ 0 h 123"/>
                    <a:gd name="T18" fmla="*/ 119 w 225"/>
                    <a:gd name="T19" fmla="*/ 5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5" h="123">
                      <a:moveTo>
                        <a:pt x="119" y="5"/>
                      </a:moveTo>
                      <a:cubicBezTo>
                        <a:pt x="137" y="75"/>
                        <a:pt x="137" y="75"/>
                        <a:pt x="137" y="75"/>
                      </a:cubicBezTo>
                      <a:cubicBezTo>
                        <a:pt x="212" y="100"/>
                        <a:pt x="212" y="100"/>
                        <a:pt x="212" y="100"/>
                      </a:cubicBezTo>
                      <a:cubicBezTo>
                        <a:pt x="225" y="103"/>
                        <a:pt x="223" y="121"/>
                        <a:pt x="209" y="121"/>
                      </a:cubicBezTo>
                      <a:cubicBezTo>
                        <a:pt x="115" y="123"/>
                        <a:pt x="115" y="123"/>
                        <a:pt x="115" y="123"/>
                      </a:cubicBezTo>
                      <a:cubicBezTo>
                        <a:pt x="60" y="96"/>
                        <a:pt x="60" y="96"/>
                        <a:pt x="60" y="96"/>
                      </a:cubicBezTo>
                      <a:cubicBezTo>
                        <a:pt x="45" y="107"/>
                        <a:pt x="45" y="107"/>
                        <a:pt x="45" y="107"/>
                      </a:cubicBezTo>
                      <a:cubicBezTo>
                        <a:pt x="0" y="91"/>
                        <a:pt x="0" y="91"/>
                        <a:pt x="0" y="91"/>
                      </a:cubicBezTo>
                      <a:cubicBezTo>
                        <a:pt x="40" y="0"/>
                        <a:pt x="40" y="0"/>
                        <a:pt x="40" y="0"/>
                      </a:cubicBezTo>
                      <a:lnTo>
                        <a:pt x="119" y="5"/>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2" name="Freeform 112"/>
                <p:cNvSpPr/>
                <p:nvPr>
                  <p:custDataLst>
                    <p:tags r:id="rId93"/>
                  </p:custDataLst>
                </p:nvPr>
              </p:nvSpPr>
              <p:spPr bwMode="auto">
                <a:xfrm flipH="1">
                  <a:off x="2246313" y="5967413"/>
                  <a:ext cx="117475" cy="115888"/>
                </a:xfrm>
                <a:custGeom>
                  <a:avLst/>
                  <a:gdLst>
                    <a:gd name="T0" fmla="*/ 6 w 74"/>
                    <a:gd name="T1" fmla="*/ 0 h 73"/>
                    <a:gd name="T2" fmla="*/ 0 w 74"/>
                    <a:gd name="T3" fmla="*/ 60 h 73"/>
                    <a:gd name="T4" fmla="*/ 67 w 74"/>
                    <a:gd name="T5" fmla="*/ 73 h 73"/>
                    <a:gd name="T6" fmla="*/ 74 w 74"/>
                    <a:gd name="T7" fmla="*/ 1 h 73"/>
                    <a:gd name="T8" fmla="*/ 6 w 74"/>
                    <a:gd name="T9" fmla="*/ 0 h 73"/>
                  </a:gdLst>
                  <a:ahLst/>
                  <a:cxnLst>
                    <a:cxn ang="0">
                      <a:pos x="T0" y="T1"/>
                    </a:cxn>
                    <a:cxn ang="0">
                      <a:pos x="T2" y="T3"/>
                    </a:cxn>
                    <a:cxn ang="0">
                      <a:pos x="T4" y="T5"/>
                    </a:cxn>
                    <a:cxn ang="0">
                      <a:pos x="T6" y="T7"/>
                    </a:cxn>
                    <a:cxn ang="0">
                      <a:pos x="T8" y="T9"/>
                    </a:cxn>
                  </a:cxnLst>
                  <a:rect l="0" t="0" r="r" b="b"/>
                  <a:pathLst>
                    <a:path w="74" h="73">
                      <a:moveTo>
                        <a:pt x="6" y="0"/>
                      </a:moveTo>
                      <a:lnTo>
                        <a:pt x="0" y="60"/>
                      </a:lnTo>
                      <a:lnTo>
                        <a:pt x="67" y="73"/>
                      </a:lnTo>
                      <a:lnTo>
                        <a:pt x="74" y="1"/>
                      </a:lnTo>
                      <a:lnTo>
                        <a:pt x="6" y="0"/>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3" name="Freeform 113"/>
                <p:cNvSpPr/>
                <p:nvPr>
                  <p:custDataLst>
                    <p:tags r:id="rId94"/>
                  </p:custDataLst>
                </p:nvPr>
              </p:nvSpPr>
              <p:spPr bwMode="auto">
                <a:xfrm flipH="1">
                  <a:off x="2241550" y="6002338"/>
                  <a:ext cx="131763" cy="82550"/>
                </a:xfrm>
                <a:custGeom>
                  <a:avLst/>
                  <a:gdLst>
                    <a:gd name="T0" fmla="*/ 2 w 83"/>
                    <a:gd name="T1" fmla="*/ 38 h 52"/>
                    <a:gd name="T2" fmla="*/ 0 w 83"/>
                    <a:gd name="T3" fmla="*/ 0 h 52"/>
                    <a:gd name="T4" fmla="*/ 83 w 83"/>
                    <a:gd name="T5" fmla="*/ 19 h 52"/>
                    <a:gd name="T6" fmla="*/ 79 w 83"/>
                    <a:gd name="T7" fmla="*/ 52 h 52"/>
                    <a:gd name="T8" fmla="*/ 2 w 83"/>
                    <a:gd name="T9" fmla="*/ 38 h 52"/>
                  </a:gdLst>
                  <a:ahLst/>
                  <a:cxnLst>
                    <a:cxn ang="0">
                      <a:pos x="T0" y="T1"/>
                    </a:cxn>
                    <a:cxn ang="0">
                      <a:pos x="T2" y="T3"/>
                    </a:cxn>
                    <a:cxn ang="0">
                      <a:pos x="T4" y="T5"/>
                    </a:cxn>
                    <a:cxn ang="0">
                      <a:pos x="T6" y="T7"/>
                    </a:cxn>
                    <a:cxn ang="0">
                      <a:pos x="T8" y="T9"/>
                    </a:cxn>
                  </a:cxnLst>
                  <a:rect l="0" t="0" r="r" b="b"/>
                  <a:pathLst>
                    <a:path w="83" h="52">
                      <a:moveTo>
                        <a:pt x="2" y="38"/>
                      </a:moveTo>
                      <a:lnTo>
                        <a:pt x="0" y="0"/>
                      </a:lnTo>
                      <a:lnTo>
                        <a:pt x="83" y="19"/>
                      </a:lnTo>
                      <a:lnTo>
                        <a:pt x="79" y="52"/>
                      </a:lnTo>
                      <a:lnTo>
                        <a:pt x="2" y="38"/>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4" name="Freeform 114"/>
                <p:cNvSpPr/>
                <p:nvPr>
                  <p:custDataLst>
                    <p:tags r:id="rId95"/>
                  </p:custDataLst>
                </p:nvPr>
              </p:nvSpPr>
              <p:spPr bwMode="auto">
                <a:xfrm flipH="1">
                  <a:off x="2209800" y="6059488"/>
                  <a:ext cx="438150" cy="220663"/>
                </a:xfrm>
                <a:custGeom>
                  <a:avLst/>
                  <a:gdLst>
                    <a:gd name="T0" fmla="*/ 138 w 230"/>
                    <a:gd name="T1" fmla="*/ 0 h 116"/>
                    <a:gd name="T2" fmla="*/ 117 w 230"/>
                    <a:gd name="T3" fmla="*/ 58 h 116"/>
                    <a:gd name="T4" fmla="*/ 17 w 230"/>
                    <a:gd name="T5" fmla="*/ 94 h 116"/>
                    <a:gd name="T6" fmla="*/ 14 w 230"/>
                    <a:gd name="T7" fmla="*/ 116 h 116"/>
                    <a:gd name="T8" fmla="*/ 110 w 230"/>
                    <a:gd name="T9" fmla="*/ 116 h 116"/>
                    <a:gd name="T10" fmla="*/ 171 w 230"/>
                    <a:gd name="T11" fmla="*/ 102 h 116"/>
                    <a:gd name="T12" fmla="*/ 182 w 230"/>
                    <a:gd name="T13" fmla="*/ 116 h 116"/>
                    <a:gd name="T14" fmla="*/ 230 w 230"/>
                    <a:gd name="T15" fmla="*/ 110 h 116"/>
                    <a:gd name="T16" fmla="*/ 215 w 230"/>
                    <a:gd name="T17" fmla="*/ 13 h 116"/>
                    <a:gd name="T18" fmla="*/ 138 w 230"/>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0" h="116">
                      <a:moveTo>
                        <a:pt x="138" y="0"/>
                      </a:moveTo>
                      <a:cubicBezTo>
                        <a:pt x="117" y="58"/>
                        <a:pt x="117" y="58"/>
                        <a:pt x="117" y="58"/>
                      </a:cubicBezTo>
                      <a:cubicBezTo>
                        <a:pt x="17" y="94"/>
                        <a:pt x="17" y="94"/>
                        <a:pt x="17" y="94"/>
                      </a:cubicBezTo>
                      <a:cubicBezTo>
                        <a:pt x="2" y="94"/>
                        <a:pt x="0" y="113"/>
                        <a:pt x="14" y="116"/>
                      </a:cubicBezTo>
                      <a:cubicBezTo>
                        <a:pt x="110" y="116"/>
                        <a:pt x="110" y="116"/>
                        <a:pt x="110" y="116"/>
                      </a:cubicBezTo>
                      <a:cubicBezTo>
                        <a:pt x="171" y="102"/>
                        <a:pt x="171" y="102"/>
                        <a:pt x="171" y="102"/>
                      </a:cubicBezTo>
                      <a:cubicBezTo>
                        <a:pt x="182" y="116"/>
                        <a:pt x="182" y="116"/>
                        <a:pt x="182" y="116"/>
                      </a:cubicBezTo>
                      <a:cubicBezTo>
                        <a:pt x="230" y="110"/>
                        <a:pt x="230" y="110"/>
                        <a:pt x="230" y="110"/>
                      </a:cubicBezTo>
                      <a:cubicBezTo>
                        <a:pt x="215" y="13"/>
                        <a:pt x="215" y="13"/>
                        <a:pt x="215" y="13"/>
                      </a:cubicBezTo>
                      <a:lnTo>
                        <a:pt x="138" y="0"/>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5" name="Freeform 115"/>
                <p:cNvSpPr/>
                <p:nvPr>
                  <p:custDataLst>
                    <p:tags r:id="rId96"/>
                  </p:custDataLst>
                </p:nvPr>
              </p:nvSpPr>
              <p:spPr bwMode="auto">
                <a:xfrm flipH="1">
                  <a:off x="1727200" y="3511550"/>
                  <a:ext cx="377825" cy="169863"/>
                </a:xfrm>
                <a:custGeom>
                  <a:avLst/>
                  <a:gdLst>
                    <a:gd name="T0" fmla="*/ 58 w 198"/>
                    <a:gd name="T1" fmla="*/ 11 h 89"/>
                    <a:gd name="T2" fmla="*/ 56 w 198"/>
                    <a:gd name="T3" fmla="*/ 35 h 89"/>
                    <a:gd name="T4" fmla="*/ 11 w 198"/>
                    <a:gd name="T5" fmla="*/ 86 h 89"/>
                    <a:gd name="T6" fmla="*/ 0 w 198"/>
                    <a:gd name="T7" fmla="*/ 89 h 89"/>
                    <a:gd name="T8" fmla="*/ 198 w 198"/>
                    <a:gd name="T9" fmla="*/ 89 h 89"/>
                    <a:gd name="T10" fmla="*/ 172 w 198"/>
                    <a:gd name="T11" fmla="*/ 88 h 89"/>
                    <a:gd name="T12" fmla="*/ 132 w 198"/>
                    <a:gd name="T13" fmla="*/ 29 h 89"/>
                    <a:gd name="T14" fmla="*/ 135 w 198"/>
                    <a:gd name="T15" fmla="*/ 0 h 89"/>
                    <a:gd name="T16" fmla="*/ 58 w 198"/>
                    <a:gd name="T17" fmla="*/ 11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8" h="89">
                      <a:moveTo>
                        <a:pt x="58" y="11"/>
                      </a:moveTo>
                      <a:cubicBezTo>
                        <a:pt x="56" y="35"/>
                        <a:pt x="56" y="35"/>
                        <a:pt x="56" y="35"/>
                      </a:cubicBezTo>
                      <a:cubicBezTo>
                        <a:pt x="53" y="59"/>
                        <a:pt x="36" y="79"/>
                        <a:pt x="11" y="86"/>
                      </a:cubicBezTo>
                      <a:cubicBezTo>
                        <a:pt x="0" y="89"/>
                        <a:pt x="0" y="89"/>
                        <a:pt x="0" y="89"/>
                      </a:cubicBezTo>
                      <a:cubicBezTo>
                        <a:pt x="198" y="89"/>
                        <a:pt x="198" y="89"/>
                        <a:pt x="198" y="89"/>
                      </a:cubicBezTo>
                      <a:cubicBezTo>
                        <a:pt x="172" y="88"/>
                        <a:pt x="172" y="88"/>
                        <a:pt x="172" y="88"/>
                      </a:cubicBezTo>
                      <a:cubicBezTo>
                        <a:pt x="146" y="79"/>
                        <a:pt x="130" y="55"/>
                        <a:pt x="132" y="29"/>
                      </a:cubicBezTo>
                      <a:cubicBezTo>
                        <a:pt x="135" y="0"/>
                        <a:pt x="135" y="0"/>
                        <a:pt x="135" y="0"/>
                      </a:cubicBezTo>
                      <a:lnTo>
                        <a:pt x="58" y="11"/>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6" name="Freeform 116"/>
                <p:cNvSpPr/>
                <p:nvPr>
                  <p:custDataLst>
                    <p:tags r:id="rId97"/>
                  </p:custDataLst>
                </p:nvPr>
              </p:nvSpPr>
              <p:spPr bwMode="auto">
                <a:xfrm flipH="1">
                  <a:off x="1714500" y="4703763"/>
                  <a:ext cx="693738" cy="1276350"/>
                </a:xfrm>
                <a:custGeom>
                  <a:avLst/>
                  <a:gdLst>
                    <a:gd name="T0" fmla="*/ 364 w 364"/>
                    <a:gd name="T1" fmla="*/ 42 h 671"/>
                    <a:gd name="T2" fmla="*/ 314 w 364"/>
                    <a:gd name="T3" fmla="*/ 671 h 671"/>
                    <a:gd name="T4" fmla="*/ 235 w 364"/>
                    <a:gd name="T5" fmla="*/ 671 h 671"/>
                    <a:gd name="T6" fmla="*/ 219 w 364"/>
                    <a:gd name="T7" fmla="*/ 159 h 671"/>
                    <a:gd name="T8" fmla="*/ 145 w 364"/>
                    <a:gd name="T9" fmla="*/ 372 h 671"/>
                    <a:gd name="T10" fmla="*/ 88 w 364"/>
                    <a:gd name="T11" fmla="*/ 671 h 671"/>
                    <a:gd name="T12" fmla="*/ 0 w 364"/>
                    <a:gd name="T13" fmla="*/ 671 h 671"/>
                    <a:gd name="T14" fmla="*/ 48 w 364"/>
                    <a:gd name="T15" fmla="*/ 329 h 671"/>
                    <a:gd name="T16" fmla="*/ 75 w 364"/>
                    <a:gd name="T17" fmla="*/ 25 h 671"/>
                    <a:gd name="T18" fmla="*/ 344 w 364"/>
                    <a:gd name="T19" fmla="*/ 34 h 671"/>
                    <a:gd name="T20" fmla="*/ 364 w 364"/>
                    <a:gd name="T21" fmla="*/ 42 h 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671">
                      <a:moveTo>
                        <a:pt x="364" y="42"/>
                      </a:moveTo>
                      <a:cubicBezTo>
                        <a:pt x="314" y="671"/>
                        <a:pt x="314" y="671"/>
                        <a:pt x="314" y="671"/>
                      </a:cubicBezTo>
                      <a:cubicBezTo>
                        <a:pt x="235" y="671"/>
                        <a:pt x="235" y="671"/>
                        <a:pt x="235" y="671"/>
                      </a:cubicBezTo>
                      <a:cubicBezTo>
                        <a:pt x="219" y="159"/>
                        <a:pt x="219" y="159"/>
                        <a:pt x="219" y="159"/>
                      </a:cubicBezTo>
                      <a:cubicBezTo>
                        <a:pt x="145" y="372"/>
                        <a:pt x="145" y="372"/>
                        <a:pt x="145" y="372"/>
                      </a:cubicBezTo>
                      <a:cubicBezTo>
                        <a:pt x="88" y="671"/>
                        <a:pt x="88" y="671"/>
                        <a:pt x="88" y="671"/>
                      </a:cubicBezTo>
                      <a:cubicBezTo>
                        <a:pt x="0" y="671"/>
                        <a:pt x="0" y="671"/>
                        <a:pt x="0" y="671"/>
                      </a:cubicBezTo>
                      <a:cubicBezTo>
                        <a:pt x="48" y="329"/>
                        <a:pt x="48" y="329"/>
                        <a:pt x="48" y="329"/>
                      </a:cubicBezTo>
                      <a:cubicBezTo>
                        <a:pt x="75" y="25"/>
                        <a:pt x="75" y="25"/>
                        <a:pt x="75" y="25"/>
                      </a:cubicBezTo>
                      <a:cubicBezTo>
                        <a:pt x="163" y="0"/>
                        <a:pt x="258" y="3"/>
                        <a:pt x="344" y="34"/>
                      </a:cubicBezTo>
                      <a:lnTo>
                        <a:pt x="364" y="42"/>
                      </a:ln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7" name="Freeform 117"/>
                <p:cNvSpPr/>
                <p:nvPr>
                  <p:custDataLst>
                    <p:tags r:id="rId98"/>
                  </p:custDataLst>
                </p:nvPr>
              </p:nvSpPr>
              <p:spPr bwMode="auto">
                <a:xfrm flipH="1">
                  <a:off x="1725612" y="3051175"/>
                  <a:ext cx="509588" cy="549275"/>
                </a:xfrm>
                <a:custGeom>
                  <a:avLst/>
                  <a:gdLst>
                    <a:gd name="T0" fmla="*/ 0 w 267"/>
                    <a:gd name="T1" fmla="*/ 21 h 288"/>
                    <a:gd name="T2" fmla="*/ 86 w 267"/>
                    <a:gd name="T3" fmla="*/ 239 h 288"/>
                    <a:gd name="T4" fmla="*/ 257 w 267"/>
                    <a:gd name="T5" fmla="*/ 204 h 288"/>
                    <a:gd name="T6" fmla="*/ 236 w 267"/>
                    <a:gd name="T7" fmla="*/ 0 h 288"/>
                    <a:gd name="T8" fmla="*/ 0 w 267"/>
                    <a:gd name="T9" fmla="*/ 21 h 288"/>
                  </a:gdLst>
                  <a:ahLst/>
                  <a:cxnLst>
                    <a:cxn ang="0">
                      <a:pos x="T0" y="T1"/>
                    </a:cxn>
                    <a:cxn ang="0">
                      <a:pos x="T2" y="T3"/>
                    </a:cxn>
                    <a:cxn ang="0">
                      <a:pos x="T4" y="T5"/>
                    </a:cxn>
                    <a:cxn ang="0">
                      <a:pos x="T6" y="T7"/>
                    </a:cxn>
                    <a:cxn ang="0">
                      <a:pos x="T8" y="T9"/>
                    </a:cxn>
                  </a:cxnLst>
                  <a:rect l="0" t="0" r="r" b="b"/>
                  <a:pathLst>
                    <a:path w="267" h="288">
                      <a:moveTo>
                        <a:pt x="0" y="21"/>
                      </a:moveTo>
                      <a:cubicBezTo>
                        <a:pt x="0" y="21"/>
                        <a:pt x="26" y="190"/>
                        <a:pt x="86" y="239"/>
                      </a:cubicBezTo>
                      <a:cubicBezTo>
                        <a:pt x="147" y="288"/>
                        <a:pt x="248" y="240"/>
                        <a:pt x="257" y="204"/>
                      </a:cubicBezTo>
                      <a:cubicBezTo>
                        <a:pt x="267" y="168"/>
                        <a:pt x="236" y="0"/>
                        <a:pt x="236" y="0"/>
                      </a:cubicBezTo>
                      <a:lnTo>
                        <a:pt x="0" y="21"/>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8" name="Freeform 118"/>
                <p:cNvSpPr/>
                <p:nvPr>
                  <p:custDataLst>
                    <p:tags r:id="rId99"/>
                  </p:custDataLst>
                </p:nvPr>
              </p:nvSpPr>
              <p:spPr bwMode="auto">
                <a:xfrm flipH="1">
                  <a:off x="1681162" y="3195638"/>
                  <a:ext cx="80963" cy="169863"/>
                </a:xfrm>
                <a:custGeom>
                  <a:avLst/>
                  <a:gdLst>
                    <a:gd name="T0" fmla="*/ 11 w 42"/>
                    <a:gd name="T1" fmla="*/ 89 h 89"/>
                    <a:gd name="T2" fmla="*/ 18 w 42"/>
                    <a:gd name="T3" fmla="*/ 87 h 89"/>
                    <a:gd name="T4" fmla="*/ 25 w 42"/>
                    <a:gd name="T5" fmla="*/ 32 h 89"/>
                    <a:gd name="T6" fmla="*/ 0 w 42"/>
                    <a:gd name="T7" fmla="*/ 0 h 89"/>
                    <a:gd name="T8" fmla="*/ 11 w 42"/>
                    <a:gd name="T9" fmla="*/ 89 h 89"/>
                  </a:gdLst>
                  <a:ahLst/>
                  <a:cxnLst>
                    <a:cxn ang="0">
                      <a:pos x="T0" y="T1"/>
                    </a:cxn>
                    <a:cxn ang="0">
                      <a:pos x="T2" y="T3"/>
                    </a:cxn>
                    <a:cxn ang="0">
                      <a:pos x="T4" y="T5"/>
                    </a:cxn>
                    <a:cxn ang="0">
                      <a:pos x="T6" y="T7"/>
                    </a:cxn>
                    <a:cxn ang="0">
                      <a:pos x="T8" y="T9"/>
                    </a:cxn>
                  </a:cxnLst>
                  <a:rect l="0" t="0" r="r" b="b"/>
                  <a:pathLst>
                    <a:path w="42" h="89">
                      <a:moveTo>
                        <a:pt x="11" y="89"/>
                      </a:moveTo>
                      <a:cubicBezTo>
                        <a:pt x="13" y="89"/>
                        <a:pt x="15" y="88"/>
                        <a:pt x="18" y="87"/>
                      </a:cubicBezTo>
                      <a:cubicBezTo>
                        <a:pt x="42" y="76"/>
                        <a:pt x="37" y="54"/>
                        <a:pt x="25" y="32"/>
                      </a:cubicBezTo>
                      <a:cubicBezTo>
                        <a:pt x="17" y="17"/>
                        <a:pt x="17" y="2"/>
                        <a:pt x="0" y="0"/>
                      </a:cubicBezTo>
                      <a:lnTo>
                        <a:pt x="11" y="89"/>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9" name="Freeform 119"/>
                <p:cNvSpPr/>
                <p:nvPr>
                  <p:custDataLst>
                    <p:tags r:id="rId100"/>
                  </p:custDataLst>
                </p:nvPr>
              </p:nvSpPr>
              <p:spPr bwMode="auto">
                <a:xfrm flipH="1">
                  <a:off x="1614488" y="2828925"/>
                  <a:ext cx="631825" cy="403225"/>
                </a:xfrm>
                <a:custGeom>
                  <a:avLst/>
                  <a:gdLst>
                    <a:gd name="T0" fmla="*/ 47 w 331"/>
                    <a:gd name="T1" fmla="*/ 191 h 212"/>
                    <a:gd name="T2" fmla="*/ 6 w 331"/>
                    <a:gd name="T3" fmla="*/ 128 h 212"/>
                    <a:gd name="T4" fmla="*/ 60 w 331"/>
                    <a:gd name="T5" fmla="*/ 50 h 212"/>
                    <a:gd name="T6" fmla="*/ 189 w 331"/>
                    <a:gd name="T7" fmla="*/ 36 h 212"/>
                    <a:gd name="T8" fmla="*/ 241 w 331"/>
                    <a:gd name="T9" fmla="*/ 16 h 212"/>
                    <a:gd name="T10" fmla="*/ 314 w 331"/>
                    <a:gd name="T11" fmla="*/ 41 h 212"/>
                    <a:gd name="T12" fmla="*/ 290 w 331"/>
                    <a:gd name="T13" fmla="*/ 151 h 212"/>
                    <a:gd name="T14" fmla="*/ 98 w 331"/>
                    <a:gd name="T15" fmla="*/ 201 h 212"/>
                    <a:gd name="T16" fmla="*/ 47 w 331"/>
                    <a:gd name="T17" fmla="*/ 191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1" h="212">
                      <a:moveTo>
                        <a:pt x="47" y="191"/>
                      </a:moveTo>
                      <a:cubicBezTo>
                        <a:pt x="18" y="183"/>
                        <a:pt x="0" y="155"/>
                        <a:pt x="6" y="128"/>
                      </a:cubicBezTo>
                      <a:cubicBezTo>
                        <a:pt x="12" y="105"/>
                        <a:pt x="20" y="67"/>
                        <a:pt x="60" y="50"/>
                      </a:cubicBezTo>
                      <a:cubicBezTo>
                        <a:pt x="136" y="18"/>
                        <a:pt x="164" y="36"/>
                        <a:pt x="189" y="36"/>
                      </a:cubicBezTo>
                      <a:cubicBezTo>
                        <a:pt x="214" y="36"/>
                        <a:pt x="227" y="22"/>
                        <a:pt x="241" y="16"/>
                      </a:cubicBezTo>
                      <a:cubicBezTo>
                        <a:pt x="274" y="0"/>
                        <a:pt x="304" y="27"/>
                        <a:pt x="314" y="41"/>
                      </a:cubicBezTo>
                      <a:cubicBezTo>
                        <a:pt x="324" y="55"/>
                        <a:pt x="331" y="123"/>
                        <a:pt x="290" y="151"/>
                      </a:cubicBezTo>
                      <a:cubicBezTo>
                        <a:pt x="249" y="179"/>
                        <a:pt x="171" y="212"/>
                        <a:pt x="98" y="201"/>
                      </a:cubicBezTo>
                      <a:cubicBezTo>
                        <a:pt x="76" y="198"/>
                        <a:pt x="59" y="195"/>
                        <a:pt x="47" y="191"/>
                      </a:cubicBezTo>
                      <a:close/>
                    </a:path>
                  </a:pathLst>
                </a:custGeom>
                <a:solidFill>
                  <a:srgbClr val="1D1D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0" name="Freeform 120"/>
                <p:cNvSpPr/>
                <p:nvPr>
                  <p:custDataLst>
                    <p:tags r:id="rId101"/>
                  </p:custDataLst>
                </p:nvPr>
              </p:nvSpPr>
              <p:spPr bwMode="auto">
                <a:xfrm flipH="1">
                  <a:off x="2127250" y="3265488"/>
                  <a:ext cx="98425" cy="173038"/>
                </a:xfrm>
                <a:custGeom>
                  <a:avLst/>
                  <a:gdLst>
                    <a:gd name="T0" fmla="*/ 51 w 51"/>
                    <a:gd name="T1" fmla="*/ 91 h 91"/>
                    <a:gd name="T2" fmla="*/ 43 w 51"/>
                    <a:gd name="T3" fmla="*/ 91 h 91"/>
                    <a:gd name="T4" fmla="*/ 11 w 51"/>
                    <a:gd name="T5" fmla="*/ 46 h 91"/>
                    <a:gd name="T6" fmla="*/ 15 w 51"/>
                    <a:gd name="T7" fmla="*/ 0 h 91"/>
                    <a:gd name="T8" fmla="*/ 51 w 51"/>
                    <a:gd name="T9" fmla="*/ 91 h 91"/>
                  </a:gdLst>
                  <a:ahLst/>
                  <a:cxnLst>
                    <a:cxn ang="0">
                      <a:pos x="T0" y="T1"/>
                    </a:cxn>
                    <a:cxn ang="0">
                      <a:pos x="T2" y="T3"/>
                    </a:cxn>
                    <a:cxn ang="0">
                      <a:pos x="T4" y="T5"/>
                    </a:cxn>
                    <a:cxn ang="0">
                      <a:pos x="T6" y="T7"/>
                    </a:cxn>
                    <a:cxn ang="0">
                      <a:pos x="T8" y="T9"/>
                    </a:cxn>
                  </a:cxnLst>
                  <a:rect l="0" t="0" r="r" b="b"/>
                  <a:pathLst>
                    <a:path w="51" h="91">
                      <a:moveTo>
                        <a:pt x="51" y="91"/>
                      </a:moveTo>
                      <a:cubicBezTo>
                        <a:pt x="48" y="91"/>
                        <a:pt x="46" y="91"/>
                        <a:pt x="43" y="91"/>
                      </a:cubicBezTo>
                      <a:cubicBezTo>
                        <a:pt x="14" y="91"/>
                        <a:pt x="11" y="73"/>
                        <a:pt x="11" y="46"/>
                      </a:cubicBezTo>
                      <a:cubicBezTo>
                        <a:pt x="11" y="28"/>
                        <a:pt x="0" y="9"/>
                        <a:pt x="15" y="0"/>
                      </a:cubicBezTo>
                      <a:lnTo>
                        <a:pt x="51" y="91"/>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1" name="Freeform 121"/>
                <p:cNvSpPr/>
                <p:nvPr>
                  <p:custDataLst>
                    <p:tags r:id="rId102"/>
                  </p:custDataLst>
                </p:nvPr>
              </p:nvSpPr>
              <p:spPr bwMode="auto">
                <a:xfrm flipH="1">
                  <a:off x="1393825" y="2892425"/>
                  <a:ext cx="228600" cy="712788"/>
                </a:xfrm>
                <a:custGeom>
                  <a:avLst/>
                  <a:gdLst>
                    <a:gd name="T0" fmla="*/ 0 w 144"/>
                    <a:gd name="T1" fmla="*/ 384 h 449"/>
                    <a:gd name="T2" fmla="*/ 72 w 144"/>
                    <a:gd name="T3" fmla="*/ 281 h 449"/>
                    <a:gd name="T4" fmla="*/ 63 w 144"/>
                    <a:gd name="T5" fmla="*/ 7 h 449"/>
                    <a:gd name="T6" fmla="*/ 110 w 144"/>
                    <a:gd name="T7" fmla="*/ 0 h 449"/>
                    <a:gd name="T8" fmla="*/ 144 w 144"/>
                    <a:gd name="T9" fmla="*/ 284 h 449"/>
                    <a:gd name="T10" fmla="*/ 86 w 144"/>
                    <a:gd name="T11" fmla="*/ 449 h 449"/>
                    <a:gd name="T12" fmla="*/ 0 w 144"/>
                    <a:gd name="T13" fmla="*/ 384 h 449"/>
                  </a:gdLst>
                  <a:ahLst/>
                  <a:cxnLst>
                    <a:cxn ang="0">
                      <a:pos x="T0" y="T1"/>
                    </a:cxn>
                    <a:cxn ang="0">
                      <a:pos x="T2" y="T3"/>
                    </a:cxn>
                    <a:cxn ang="0">
                      <a:pos x="T4" y="T5"/>
                    </a:cxn>
                    <a:cxn ang="0">
                      <a:pos x="T6" y="T7"/>
                    </a:cxn>
                    <a:cxn ang="0">
                      <a:pos x="T8" y="T9"/>
                    </a:cxn>
                    <a:cxn ang="0">
                      <a:pos x="T10" y="T11"/>
                    </a:cxn>
                    <a:cxn ang="0">
                      <a:pos x="T12" y="T13"/>
                    </a:cxn>
                  </a:cxnLst>
                  <a:rect l="0" t="0" r="r" b="b"/>
                  <a:pathLst>
                    <a:path w="144" h="449">
                      <a:moveTo>
                        <a:pt x="0" y="384"/>
                      </a:moveTo>
                      <a:lnTo>
                        <a:pt x="72" y="281"/>
                      </a:lnTo>
                      <a:lnTo>
                        <a:pt x="63" y="7"/>
                      </a:lnTo>
                      <a:lnTo>
                        <a:pt x="110" y="0"/>
                      </a:lnTo>
                      <a:lnTo>
                        <a:pt x="144" y="284"/>
                      </a:lnTo>
                      <a:lnTo>
                        <a:pt x="86" y="449"/>
                      </a:lnTo>
                      <a:lnTo>
                        <a:pt x="0" y="384"/>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2" name="Freeform 122"/>
                <p:cNvSpPr/>
                <p:nvPr>
                  <p:custDataLst>
                    <p:tags r:id="rId103"/>
                  </p:custDataLst>
                </p:nvPr>
              </p:nvSpPr>
              <p:spPr bwMode="auto">
                <a:xfrm flipH="1">
                  <a:off x="2305050" y="2908300"/>
                  <a:ext cx="228600" cy="714375"/>
                </a:xfrm>
                <a:custGeom>
                  <a:avLst/>
                  <a:gdLst>
                    <a:gd name="T0" fmla="*/ 144 w 144"/>
                    <a:gd name="T1" fmla="*/ 385 h 450"/>
                    <a:gd name="T2" fmla="*/ 72 w 144"/>
                    <a:gd name="T3" fmla="*/ 282 h 450"/>
                    <a:gd name="T4" fmla="*/ 80 w 144"/>
                    <a:gd name="T5" fmla="*/ 8 h 450"/>
                    <a:gd name="T6" fmla="*/ 34 w 144"/>
                    <a:gd name="T7" fmla="*/ 0 h 450"/>
                    <a:gd name="T8" fmla="*/ 0 w 144"/>
                    <a:gd name="T9" fmla="*/ 285 h 450"/>
                    <a:gd name="T10" fmla="*/ 58 w 144"/>
                    <a:gd name="T11" fmla="*/ 450 h 450"/>
                    <a:gd name="T12" fmla="*/ 144 w 144"/>
                    <a:gd name="T13" fmla="*/ 385 h 450"/>
                  </a:gdLst>
                  <a:ahLst/>
                  <a:cxnLst>
                    <a:cxn ang="0">
                      <a:pos x="T0" y="T1"/>
                    </a:cxn>
                    <a:cxn ang="0">
                      <a:pos x="T2" y="T3"/>
                    </a:cxn>
                    <a:cxn ang="0">
                      <a:pos x="T4" y="T5"/>
                    </a:cxn>
                    <a:cxn ang="0">
                      <a:pos x="T6" y="T7"/>
                    </a:cxn>
                    <a:cxn ang="0">
                      <a:pos x="T8" y="T9"/>
                    </a:cxn>
                    <a:cxn ang="0">
                      <a:pos x="T10" y="T11"/>
                    </a:cxn>
                    <a:cxn ang="0">
                      <a:pos x="T12" y="T13"/>
                    </a:cxn>
                  </a:cxnLst>
                  <a:rect l="0" t="0" r="r" b="b"/>
                  <a:pathLst>
                    <a:path w="144" h="450">
                      <a:moveTo>
                        <a:pt x="144" y="385"/>
                      </a:moveTo>
                      <a:lnTo>
                        <a:pt x="72" y="282"/>
                      </a:lnTo>
                      <a:lnTo>
                        <a:pt x="80" y="8"/>
                      </a:lnTo>
                      <a:lnTo>
                        <a:pt x="34" y="0"/>
                      </a:lnTo>
                      <a:lnTo>
                        <a:pt x="0" y="285"/>
                      </a:lnTo>
                      <a:lnTo>
                        <a:pt x="58" y="450"/>
                      </a:lnTo>
                      <a:lnTo>
                        <a:pt x="144" y="385"/>
                      </a:ln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3" name="Freeform 123"/>
                <p:cNvSpPr/>
                <p:nvPr>
                  <p:custDataLst>
                    <p:tags r:id="rId104"/>
                  </p:custDataLst>
                </p:nvPr>
              </p:nvSpPr>
              <p:spPr bwMode="auto">
                <a:xfrm flipH="1">
                  <a:off x="1571625" y="3951288"/>
                  <a:ext cx="727075" cy="890588"/>
                </a:xfrm>
                <a:custGeom>
                  <a:avLst/>
                  <a:gdLst>
                    <a:gd name="T0" fmla="*/ 350 w 382"/>
                    <a:gd name="T1" fmla="*/ 34 h 468"/>
                    <a:gd name="T2" fmla="*/ 55 w 382"/>
                    <a:gd name="T3" fmla="*/ 0 h 468"/>
                    <a:gd name="T4" fmla="*/ 0 w 382"/>
                    <a:gd name="T5" fmla="*/ 445 h 468"/>
                    <a:gd name="T6" fmla="*/ 10 w 382"/>
                    <a:gd name="T7" fmla="*/ 446 h 468"/>
                    <a:gd name="T8" fmla="*/ 48 w 382"/>
                    <a:gd name="T9" fmla="*/ 421 h 468"/>
                    <a:gd name="T10" fmla="*/ 76 w 382"/>
                    <a:gd name="T11" fmla="*/ 414 h 468"/>
                    <a:gd name="T12" fmla="*/ 119 w 382"/>
                    <a:gd name="T13" fmla="*/ 404 h 468"/>
                    <a:gd name="T14" fmla="*/ 163 w 382"/>
                    <a:gd name="T15" fmla="*/ 405 h 468"/>
                    <a:gd name="T16" fmla="*/ 259 w 382"/>
                    <a:gd name="T17" fmla="*/ 422 h 468"/>
                    <a:gd name="T18" fmla="*/ 271 w 382"/>
                    <a:gd name="T19" fmla="*/ 427 h 468"/>
                    <a:gd name="T20" fmla="*/ 274 w 382"/>
                    <a:gd name="T21" fmla="*/ 427 h 468"/>
                    <a:gd name="T22" fmla="*/ 320 w 382"/>
                    <a:gd name="T23" fmla="*/ 464 h 468"/>
                    <a:gd name="T24" fmla="*/ 382 w 382"/>
                    <a:gd name="T25" fmla="*/ 468 h 468"/>
                    <a:gd name="T26" fmla="*/ 350 w 382"/>
                    <a:gd name="T27" fmla="*/ 34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82" h="468">
                      <a:moveTo>
                        <a:pt x="350" y="34"/>
                      </a:moveTo>
                      <a:cubicBezTo>
                        <a:pt x="55" y="0"/>
                        <a:pt x="55" y="0"/>
                        <a:pt x="55" y="0"/>
                      </a:cubicBezTo>
                      <a:cubicBezTo>
                        <a:pt x="0" y="445"/>
                        <a:pt x="0" y="445"/>
                        <a:pt x="0" y="445"/>
                      </a:cubicBezTo>
                      <a:cubicBezTo>
                        <a:pt x="10" y="446"/>
                        <a:pt x="10" y="446"/>
                        <a:pt x="10" y="446"/>
                      </a:cubicBezTo>
                      <a:cubicBezTo>
                        <a:pt x="16" y="433"/>
                        <a:pt x="29" y="422"/>
                        <a:pt x="48" y="421"/>
                      </a:cubicBezTo>
                      <a:cubicBezTo>
                        <a:pt x="55" y="416"/>
                        <a:pt x="64" y="413"/>
                        <a:pt x="76" y="414"/>
                      </a:cubicBezTo>
                      <a:cubicBezTo>
                        <a:pt x="91" y="414"/>
                        <a:pt x="103" y="404"/>
                        <a:pt x="119" y="404"/>
                      </a:cubicBezTo>
                      <a:cubicBezTo>
                        <a:pt x="134" y="404"/>
                        <a:pt x="149" y="405"/>
                        <a:pt x="163" y="405"/>
                      </a:cubicBezTo>
                      <a:cubicBezTo>
                        <a:pt x="195" y="406"/>
                        <a:pt x="228" y="413"/>
                        <a:pt x="259" y="422"/>
                      </a:cubicBezTo>
                      <a:cubicBezTo>
                        <a:pt x="263" y="423"/>
                        <a:pt x="268" y="425"/>
                        <a:pt x="271" y="427"/>
                      </a:cubicBezTo>
                      <a:cubicBezTo>
                        <a:pt x="272" y="427"/>
                        <a:pt x="273" y="427"/>
                        <a:pt x="274" y="427"/>
                      </a:cubicBezTo>
                      <a:cubicBezTo>
                        <a:pt x="304" y="425"/>
                        <a:pt x="319" y="443"/>
                        <a:pt x="320" y="464"/>
                      </a:cubicBezTo>
                      <a:cubicBezTo>
                        <a:pt x="382" y="468"/>
                        <a:pt x="382" y="468"/>
                        <a:pt x="382" y="468"/>
                      </a:cubicBezTo>
                      <a:lnTo>
                        <a:pt x="350" y="34"/>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264" name="Freeform 124"/>
                <p:cNvSpPr/>
                <p:nvPr>
                  <p:custDataLst>
                    <p:tags r:id="rId105"/>
                  </p:custDataLst>
                </p:nvPr>
              </p:nvSpPr>
              <p:spPr bwMode="auto">
                <a:xfrm flipH="1">
                  <a:off x="1458912" y="3460750"/>
                  <a:ext cx="995363" cy="669925"/>
                </a:xfrm>
                <a:custGeom>
                  <a:avLst/>
                  <a:gdLst>
                    <a:gd name="T0" fmla="*/ 0 w 522"/>
                    <a:gd name="T1" fmla="*/ 85 h 352"/>
                    <a:gd name="T2" fmla="*/ 127 w 522"/>
                    <a:gd name="T3" fmla="*/ 331 h 352"/>
                    <a:gd name="T4" fmla="*/ 435 w 522"/>
                    <a:gd name="T5" fmla="*/ 352 h 352"/>
                    <a:gd name="T6" fmla="*/ 522 w 522"/>
                    <a:gd name="T7" fmla="*/ 67 h 352"/>
                    <a:gd name="T8" fmla="*/ 431 w 522"/>
                    <a:gd name="T9" fmla="*/ 0 h 352"/>
                    <a:gd name="T10" fmla="*/ 380 w 522"/>
                    <a:gd name="T11" fmla="*/ 75 h 352"/>
                    <a:gd name="T12" fmla="*/ 309 w 522"/>
                    <a:gd name="T13" fmla="*/ 112 h 352"/>
                    <a:gd name="T14" fmla="*/ 221 w 522"/>
                    <a:gd name="T15" fmla="*/ 112 h 352"/>
                    <a:gd name="T16" fmla="*/ 168 w 522"/>
                    <a:gd name="T17" fmla="*/ 95 h 352"/>
                    <a:gd name="T18" fmla="*/ 81 w 522"/>
                    <a:gd name="T19" fmla="*/ 19 h 352"/>
                    <a:gd name="T20" fmla="*/ 0 w 522"/>
                    <a:gd name="T21" fmla="*/ 85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2" h="352">
                      <a:moveTo>
                        <a:pt x="0" y="85"/>
                      </a:moveTo>
                      <a:cubicBezTo>
                        <a:pt x="127" y="331"/>
                        <a:pt x="127" y="331"/>
                        <a:pt x="127" y="331"/>
                      </a:cubicBezTo>
                      <a:cubicBezTo>
                        <a:pt x="435" y="352"/>
                        <a:pt x="435" y="352"/>
                        <a:pt x="435" y="352"/>
                      </a:cubicBezTo>
                      <a:cubicBezTo>
                        <a:pt x="522" y="67"/>
                        <a:pt x="522" y="67"/>
                        <a:pt x="522" y="67"/>
                      </a:cubicBezTo>
                      <a:cubicBezTo>
                        <a:pt x="431" y="0"/>
                        <a:pt x="431" y="0"/>
                        <a:pt x="431" y="0"/>
                      </a:cubicBezTo>
                      <a:cubicBezTo>
                        <a:pt x="380" y="75"/>
                        <a:pt x="380" y="75"/>
                        <a:pt x="380" y="75"/>
                      </a:cubicBezTo>
                      <a:cubicBezTo>
                        <a:pt x="365" y="98"/>
                        <a:pt x="338" y="112"/>
                        <a:pt x="309" y="112"/>
                      </a:cubicBezTo>
                      <a:cubicBezTo>
                        <a:pt x="221" y="112"/>
                        <a:pt x="221" y="112"/>
                        <a:pt x="221" y="112"/>
                      </a:cubicBezTo>
                      <a:cubicBezTo>
                        <a:pt x="202" y="112"/>
                        <a:pt x="183" y="106"/>
                        <a:pt x="168" y="95"/>
                      </a:cubicBezTo>
                      <a:cubicBezTo>
                        <a:pt x="81" y="19"/>
                        <a:pt x="81" y="19"/>
                        <a:pt x="81" y="19"/>
                      </a:cubicBezTo>
                      <a:lnTo>
                        <a:pt x="0" y="85"/>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265" name="Freeform 125"/>
                <p:cNvSpPr/>
                <p:nvPr>
                  <p:custDataLst>
                    <p:tags r:id="rId106"/>
                  </p:custDataLst>
                </p:nvPr>
              </p:nvSpPr>
              <p:spPr bwMode="auto">
                <a:xfrm flipH="1">
                  <a:off x="1562100" y="4681538"/>
                  <a:ext cx="736600" cy="203200"/>
                </a:xfrm>
                <a:custGeom>
                  <a:avLst/>
                  <a:gdLst>
                    <a:gd name="T0" fmla="*/ 0 w 387"/>
                    <a:gd name="T1" fmla="*/ 62 h 107"/>
                    <a:gd name="T2" fmla="*/ 200 w 387"/>
                    <a:gd name="T3" fmla="*/ 27 h 107"/>
                    <a:gd name="T4" fmla="*/ 382 w 387"/>
                    <a:gd name="T5" fmla="*/ 85 h 107"/>
                    <a:gd name="T6" fmla="*/ 303 w 387"/>
                    <a:gd name="T7" fmla="*/ 107 h 107"/>
                    <a:gd name="T8" fmla="*/ 307 w 387"/>
                    <a:gd name="T9" fmla="*/ 61 h 107"/>
                    <a:gd name="T10" fmla="*/ 27 w 387"/>
                    <a:gd name="T11" fmla="*/ 47 h 107"/>
                    <a:gd name="T12" fmla="*/ 18 w 387"/>
                    <a:gd name="T13" fmla="*/ 51 h 107"/>
                    <a:gd name="T14" fmla="*/ 14 w 387"/>
                    <a:gd name="T15" fmla="*/ 78 h 107"/>
                    <a:gd name="T16" fmla="*/ 0 w 387"/>
                    <a:gd name="T17" fmla="*/ 62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107">
                      <a:moveTo>
                        <a:pt x="0" y="62"/>
                      </a:moveTo>
                      <a:cubicBezTo>
                        <a:pt x="0" y="62"/>
                        <a:pt x="38" y="0"/>
                        <a:pt x="200" y="27"/>
                      </a:cubicBezTo>
                      <a:cubicBezTo>
                        <a:pt x="363" y="55"/>
                        <a:pt x="387" y="67"/>
                        <a:pt x="382" y="85"/>
                      </a:cubicBezTo>
                      <a:cubicBezTo>
                        <a:pt x="378" y="103"/>
                        <a:pt x="303" y="107"/>
                        <a:pt x="303" y="107"/>
                      </a:cubicBezTo>
                      <a:cubicBezTo>
                        <a:pt x="307" y="61"/>
                        <a:pt x="307" y="61"/>
                        <a:pt x="307" y="61"/>
                      </a:cubicBezTo>
                      <a:cubicBezTo>
                        <a:pt x="221" y="14"/>
                        <a:pt x="117" y="9"/>
                        <a:pt x="27" y="47"/>
                      </a:cubicBezTo>
                      <a:cubicBezTo>
                        <a:pt x="18" y="51"/>
                        <a:pt x="18" y="51"/>
                        <a:pt x="18" y="51"/>
                      </a:cubicBezTo>
                      <a:cubicBezTo>
                        <a:pt x="14" y="78"/>
                        <a:pt x="14" y="78"/>
                        <a:pt x="14" y="78"/>
                      </a:cubicBezTo>
                      <a:cubicBezTo>
                        <a:pt x="14" y="78"/>
                        <a:pt x="2" y="74"/>
                        <a:pt x="0" y="62"/>
                      </a:cubicBez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266" name="Freeform 126"/>
                <p:cNvSpPr/>
                <p:nvPr>
                  <p:custDataLst>
                    <p:tags r:id="rId107"/>
                  </p:custDataLst>
                </p:nvPr>
              </p:nvSpPr>
              <p:spPr bwMode="auto">
                <a:xfrm flipH="1">
                  <a:off x="1308100" y="2322513"/>
                  <a:ext cx="1355725" cy="525463"/>
                </a:xfrm>
                <a:custGeom>
                  <a:avLst/>
                  <a:gdLst>
                    <a:gd name="T0" fmla="*/ 698 w 711"/>
                    <a:gd name="T1" fmla="*/ 236 h 276"/>
                    <a:gd name="T2" fmla="*/ 29 w 711"/>
                    <a:gd name="T3" fmla="*/ 276 h 276"/>
                    <a:gd name="T4" fmla="*/ 15 w 711"/>
                    <a:gd name="T5" fmla="*/ 264 h 276"/>
                    <a:gd name="T6" fmla="*/ 0 w 711"/>
                    <a:gd name="T7" fmla="*/ 54 h 276"/>
                    <a:gd name="T8" fmla="*/ 13 w 711"/>
                    <a:gd name="T9" fmla="*/ 41 h 276"/>
                    <a:gd name="T10" fmla="*/ 681 w 711"/>
                    <a:gd name="T11" fmla="*/ 1 h 276"/>
                    <a:gd name="T12" fmla="*/ 696 w 711"/>
                    <a:gd name="T13" fmla="*/ 12 h 276"/>
                    <a:gd name="T14" fmla="*/ 711 w 711"/>
                    <a:gd name="T15" fmla="*/ 222 h 276"/>
                    <a:gd name="T16" fmla="*/ 698 w 711"/>
                    <a:gd name="T17" fmla="*/ 23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1" h="276">
                      <a:moveTo>
                        <a:pt x="698" y="236"/>
                      </a:moveTo>
                      <a:cubicBezTo>
                        <a:pt x="29" y="276"/>
                        <a:pt x="29" y="276"/>
                        <a:pt x="29" y="276"/>
                      </a:cubicBezTo>
                      <a:cubicBezTo>
                        <a:pt x="22" y="276"/>
                        <a:pt x="16" y="271"/>
                        <a:pt x="15" y="264"/>
                      </a:cubicBezTo>
                      <a:cubicBezTo>
                        <a:pt x="0" y="54"/>
                        <a:pt x="0" y="54"/>
                        <a:pt x="0" y="54"/>
                      </a:cubicBezTo>
                      <a:cubicBezTo>
                        <a:pt x="0" y="48"/>
                        <a:pt x="5" y="42"/>
                        <a:pt x="13" y="41"/>
                      </a:cubicBezTo>
                      <a:cubicBezTo>
                        <a:pt x="681" y="1"/>
                        <a:pt x="681" y="1"/>
                        <a:pt x="681" y="1"/>
                      </a:cubicBezTo>
                      <a:cubicBezTo>
                        <a:pt x="689" y="0"/>
                        <a:pt x="695" y="6"/>
                        <a:pt x="696" y="12"/>
                      </a:cubicBezTo>
                      <a:cubicBezTo>
                        <a:pt x="711" y="222"/>
                        <a:pt x="711" y="222"/>
                        <a:pt x="711" y="222"/>
                      </a:cubicBezTo>
                      <a:cubicBezTo>
                        <a:pt x="711" y="229"/>
                        <a:pt x="706" y="235"/>
                        <a:pt x="698" y="236"/>
                      </a:cubicBezTo>
                      <a:close/>
                    </a:path>
                  </a:pathLst>
                </a:custGeom>
                <a:solidFill>
                  <a:srgbClr val="00D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7" name="Freeform 127"/>
                <p:cNvSpPr/>
                <p:nvPr>
                  <p:custDataLst>
                    <p:tags r:id="rId108"/>
                  </p:custDataLst>
                </p:nvPr>
              </p:nvSpPr>
              <p:spPr bwMode="auto">
                <a:xfrm flipH="1">
                  <a:off x="1462088" y="2422525"/>
                  <a:ext cx="1060450" cy="146050"/>
                </a:xfrm>
                <a:custGeom>
                  <a:avLst/>
                  <a:gdLst>
                    <a:gd name="T0" fmla="*/ 668 w 668"/>
                    <a:gd name="T1" fmla="*/ 52 h 92"/>
                    <a:gd name="T2" fmla="*/ 4 w 668"/>
                    <a:gd name="T3" fmla="*/ 92 h 92"/>
                    <a:gd name="T4" fmla="*/ 0 w 668"/>
                    <a:gd name="T5" fmla="*/ 39 h 92"/>
                    <a:gd name="T6" fmla="*/ 664 w 668"/>
                    <a:gd name="T7" fmla="*/ 0 h 92"/>
                    <a:gd name="T8" fmla="*/ 668 w 668"/>
                    <a:gd name="T9" fmla="*/ 52 h 92"/>
                  </a:gdLst>
                  <a:ahLst/>
                  <a:cxnLst>
                    <a:cxn ang="0">
                      <a:pos x="T0" y="T1"/>
                    </a:cxn>
                    <a:cxn ang="0">
                      <a:pos x="T2" y="T3"/>
                    </a:cxn>
                    <a:cxn ang="0">
                      <a:pos x="T4" y="T5"/>
                    </a:cxn>
                    <a:cxn ang="0">
                      <a:pos x="T6" y="T7"/>
                    </a:cxn>
                    <a:cxn ang="0">
                      <a:pos x="T8" y="T9"/>
                    </a:cxn>
                  </a:cxnLst>
                  <a:rect l="0" t="0" r="r" b="b"/>
                  <a:pathLst>
                    <a:path w="668" h="92">
                      <a:moveTo>
                        <a:pt x="668" y="52"/>
                      </a:moveTo>
                      <a:lnTo>
                        <a:pt x="4" y="92"/>
                      </a:lnTo>
                      <a:lnTo>
                        <a:pt x="0" y="39"/>
                      </a:lnTo>
                      <a:lnTo>
                        <a:pt x="664" y="0"/>
                      </a:lnTo>
                      <a:lnTo>
                        <a:pt x="668" y="5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8" name="Freeform 128"/>
                <p:cNvSpPr/>
                <p:nvPr>
                  <p:custDataLst>
                    <p:tags r:id="rId109"/>
                  </p:custDataLst>
                </p:nvPr>
              </p:nvSpPr>
              <p:spPr bwMode="auto">
                <a:xfrm flipH="1">
                  <a:off x="1839912" y="2598738"/>
                  <a:ext cx="671513" cy="123825"/>
                </a:xfrm>
                <a:custGeom>
                  <a:avLst/>
                  <a:gdLst>
                    <a:gd name="T0" fmla="*/ 423 w 423"/>
                    <a:gd name="T1" fmla="*/ 53 h 78"/>
                    <a:gd name="T2" fmla="*/ 4 w 423"/>
                    <a:gd name="T3" fmla="*/ 78 h 78"/>
                    <a:gd name="T4" fmla="*/ 0 w 423"/>
                    <a:gd name="T5" fmla="*/ 25 h 78"/>
                    <a:gd name="T6" fmla="*/ 419 w 423"/>
                    <a:gd name="T7" fmla="*/ 0 h 78"/>
                    <a:gd name="T8" fmla="*/ 423 w 423"/>
                    <a:gd name="T9" fmla="*/ 53 h 78"/>
                  </a:gdLst>
                  <a:ahLst/>
                  <a:cxnLst>
                    <a:cxn ang="0">
                      <a:pos x="T0" y="T1"/>
                    </a:cxn>
                    <a:cxn ang="0">
                      <a:pos x="T2" y="T3"/>
                    </a:cxn>
                    <a:cxn ang="0">
                      <a:pos x="T4" y="T5"/>
                    </a:cxn>
                    <a:cxn ang="0">
                      <a:pos x="T6" y="T7"/>
                    </a:cxn>
                    <a:cxn ang="0">
                      <a:pos x="T8" y="T9"/>
                    </a:cxn>
                  </a:cxnLst>
                  <a:rect l="0" t="0" r="r" b="b"/>
                  <a:pathLst>
                    <a:path w="423" h="78">
                      <a:moveTo>
                        <a:pt x="423" y="53"/>
                      </a:moveTo>
                      <a:lnTo>
                        <a:pt x="4" y="78"/>
                      </a:lnTo>
                      <a:lnTo>
                        <a:pt x="0" y="25"/>
                      </a:lnTo>
                      <a:lnTo>
                        <a:pt x="419" y="0"/>
                      </a:lnTo>
                      <a:lnTo>
                        <a:pt x="423" y="5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9" name="Freeform 129"/>
                <p:cNvSpPr/>
                <p:nvPr>
                  <p:custDataLst>
                    <p:tags r:id="rId110"/>
                  </p:custDataLst>
                </p:nvPr>
              </p:nvSpPr>
              <p:spPr bwMode="auto">
                <a:xfrm flipH="1">
                  <a:off x="1423987" y="2608263"/>
                  <a:ext cx="195263" cy="338138"/>
                </a:xfrm>
                <a:custGeom>
                  <a:avLst/>
                  <a:gdLst>
                    <a:gd name="T0" fmla="*/ 33 w 102"/>
                    <a:gd name="T1" fmla="*/ 101 h 178"/>
                    <a:gd name="T2" fmla="*/ 12 w 102"/>
                    <a:gd name="T3" fmla="*/ 16 h 178"/>
                    <a:gd name="T4" fmla="*/ 29 w 102"/>
                    <a:gd name="T5" fmla="*/ 25 h 178"/>
                    <a:gd name="T6" fmla="*/ 50 w 102"/>
                    <a:gd name="T7" fmla="*/ 90 h 178"/>
                    <a:gd name="T8" fmla="*/ 37 w 102"/>
                    <a:gd name="T9" fmla="*/ 4 h 178"/>
                    <a:gd name="T10" fmla="*/ 51 w 102"/>
                    <a:gd name="T11" fmla="*/ 12 h 178"/>
                    <a:gd name="T12" fmla="*/ 67 w 102"/>
                    <a:gd name="T13" fmla="*/ 77 h 178"/>
                    <a:gd name="T14" fmla="*/ 65 w 102"/>
                    <a:gd name="T15" fmla="*/ 19 h 178"/>
                    <a:gd name="T16" fmla="*/ 77 w 102"/>
                    <a:gd name="T17" fmla="*/ 31 h 178"/>
                    <a:gd name="T18" fmla="*/ 81 w 102"/>
                    <a:gd name="T19" fmla="*/ 82 h 178"/>
                    <a:gd name="T20" fmla="*/ 94 w 102"/>
                    <a:gd name="T21" fmla="*/ 42 h 178"/>
                    <a:gd name="T22" fmla="*/ 102 w 102"/>
                    <a:gd name="T23" fmla="*/ 47 h 178"/>
                    <a:gd name="T24" fmla="*/ 91 w 102"/>
                    <a:gd name="T25" fmla="*/ 93 h 178"/>
                    <a:gd name="T26" fmla="*/ 89 w 102"/>
                    <a:gd name="T27" fmla="*/ 152 h 178"/>
                    <a:gd name="T28" fmla="*/ 54 w 102"/>
                    <a:gd name="T29" fmla="*/ 165 h 178"/>
                    <a:gd name="T30" fmla="*/ 0 w 102"/>
                    <a:gd name="T31" fmla="*/ 95 h 178"/>
                    <a:gd name="T32" fmla="*/ 23 w 102"/>
                    <a:gd name="T33" fmla="*/ 93 h 178"/>
                    <a:gd name="T34" fmla="*/ 33 w 102"/>
                    <a:gd name="T35" fmla="*/ 101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2" h="178">
                      <a:moveTo>
                        <a:pt x="33" y="101"/>
                      </a:moveTo>
                      <a:cubicBezTo>
                        <a:pt x="33" y="101"/>
                        <a:pt x="10" y="25"/>
                        <a:pt x="12" y="16"/>
                      </a:cubicBezTo>
                      <a:cubicBezTo>
                        <a:pt x="13" y="7"/>
                        <a:pt x="24" y="9"/>
                        <a:pt x="29" y="25"/>
                      </a:cubicBezTo>
                      <a:cubicBezTo>
                        <a:pt x="33" y="41"/>
                        <a:pt x="50" y="90"/>
                        <a:pt x="50" y="90"/>
                      </a:cubicBezTo>
                      <a:cubicBezTo>
                        <a:pt x="50" y="90"/>
                        <a:pt x="33" y="9"/>
                        <a:pt x="37" y="4"/>
                      </a:cubicBezTo>
                      <a:cubicBezTo>
                        <a:pt x="41" y="0"/>
                        <a:pt x="50" y="1"/>
                        <a:pt x="51" y="12"/>
                      </a:cubicBezTo>
                      <a:cubicBezTo>
                        <a:pt x="52" y="24"/>
                        <a:pt x="67" y="77"/>
                        <a:pt x="67" y="77"/>
                      </a:cubicBezTo>
                      <a:cubicBezTo>
                        <a:pt x="67" y="77"/>
                        <a:pt x="63" y="29"/>
                        <a:pt x="65" y="19"/>
                      </a:cubicBezTo>
                      <a:cubicBezTo>
                        <a:pt x="67" y="8"/>
                        <a:pt x="77" y="21"/>
                        <a:pt x="77" y="31"/>
                      </a:cubicBezTo>
                      <a:cubicBezTo>
                        <a:pt x="77" y="42"/>
                        <a:pt x="81" y="82"/>
                        <a:pt x="81" y="82"/>
                      </a:cubicBezTo>
                      <a:cubicBezTo>
                        <a:pt x="81" y="82"/>
                        <a:pt x="90" y="46"/>
                        <a:pt x="94" y="42"/>
                      </a:cubicBezTo>
                      <a:cubicBezTo>
                        <a:pt x="99" y="38"/>
                        <a:pt x="102" y="42"/>
                        <a:pt x="102" y="47"/>
                      </a:cubicBezTo>
                      <a:cubicBezTo>
                        <a:pt x="102" y="51"/>
                        <a:pt x="91" y="93"/>
                        <a:pt x="91" y="93"/>
                      </a:cubicBezTo>
                      <a:cubicBezTo>
                        <a:pt x="91" y="93"/>
                        <a:pt x="90" y="105"/>
                        <a:pt x="89" y="152"/>
                      </a:cubicBezTo>
                      <a:cubicBezTo>
                        <a:pt x="89" y="178"/>
                        <a:pt x="57" y="168"/>
                        <a:pt x="54" y="165"/>
                      </a:cubicBezTo>
                      <a:cubicBezTo>
                        <a:pt x="51" y="161"/>
                        <a:pt x="4" y="105"/>
                        <a:pt x="0" y="95"/>
                      </a:cubicBezTo>
                      <a:cubicBezTo>
                        <a:pt x="23" y="93"/>
                        <a:pt x="23" y="93"/>
                        <a:pt x="23" y="93"/>
                      </a:cubicBezTo>
                      <a:cubicBezTo>
                        <a:pt x="33" y="109"/>
                        <a:pt x="34" y="105"/>
                        <a:pt x="33" y="101"/>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0" name="Freeform 130"/>
                <p:cNvSpPr/>
                <p:nvPr>
                  <p:custDataLst>
                    <p:tags r:id="rId111"/>
                  </p:custDataLst>
                </p:nvPr>
              </p:nvSpPr>
              <p:spPr bwMode="auto">
                <a:xfrm flipH="1">
                  <a:off x="2317750" y="2636838"/>
                  <a:ext cx="187325" cy="341313"/>
                </a:xfrm>
                <a:custGeom>
                  <a:avLst/>
                  <a:gdLst>
                    <a:gd name="T0" fmla="*/ 69 w 98"/>
                    <a:gd name="T1" fmla="*/ 101 h 179"/>
                    <a:gd name="T2" fmla="*/ 91 w 98"/>
                    <a:gd name="T3" fmla="*/ 17 h 179"/>
                    <a:gd name="T4" fmla="*/ 74 w 98"/>
                    <a:gd name="T5" fmla="*/ 26 h 179"/>
                    <a:gd name="T6" fmla="*/ 52 w 98"/>
                    <a:gd name="T7" fmla="*/ 90 h 179"/>
                    <a:gd name="T8" fmla="*/ 66 w 98"/>
                    <a:gd name="T9" fmla="*/ 5 h 179"/>
                    <a:gd name="T10" fmla="*/ 52 w 98"/>
                    <a:gd name="T11" fmla="*/ 13 h 179"/>
                    <a:gd name="T12" fmla="*/ 35 w 98"/>
                    <a:gd name="T13" fmla="*/ 77 h 179"/>
                    <a:gd name="T14" fmla="*/ 37 w 98"/>
                    <a:gd name="T15" fmla="*/ 19 h 179"/>
                    <a:gd name="T16" fmla="*/ 26 w 98"/>
                    <a:gd name="T17" fmla="*/ 32 h 179"/>
                    <a:gd name="T18" fmla="*/ 21 w 98"/>
                    <a:gd name="T19" fmla="*/ 83 h 179"/>
                    <a:gd name="T20" fmla="*/ 8 w 98"/>
                    <a:gd name="T21" fmla="*/ 43 h 179"/>
                    <a:gd name="T22" fmla="*/ 0 w 98"/>
                    <a:gd name="T23" fmla="*/ 47 h 179"/>
                    <a:gd name="T24" fmla="*/ 11 w 98"/>
                    <a:gd name="T25" fmla="*/ 93 h 179"/>
                    <a:gd name="T26" fmla="*/ 13 w 98"/>
                    <a:gd name="T27" fmla="*/ 152 h 179"/>
                    <a:gd name="T28" fmla="*/ 48 w 98"/>
                    <a:gd name="T29" fmla="*/ 165 h 179"/>
                    <a:gd name="T30" fmla="*/ 98 w 98"/>
                    <a:gd name="T31" fmla="*/ 102 h 179"/>
                    <a:gd name="T32" fmla="*/ 72 w 98"/>
                    <a:gd name="T33" fmla="*/ 103 h 179"/>
                    <a:gd name="T34" fmla="*/ 69 w 98"/>
                    <a:gd name="T35" fmla="*/ 101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8" h="179">
                      <a:moveTo>
                        <a:pt x="69" y="101"/>
                      </a:moveTo>
                      <a:cubicBezTo>
                        <a:pt x="69" y="101"/>
                        <a:pt x="92" y="26"/>
                        <a:pt x="91" y="17"/>
                      </a:cubicBezTo>
                      <a:cubicBezTo>
                        <a:pt x="90" y="8"/>
                        <a:pt x="78" y="9"/>
                        <a:pt x="74" y="26"/>
                      </a:cubicBezTo>
                      <a:cubicBezTo>
                        <a:pt x="69" y="42"/>
                        <a:pt x="52" y="90"/>
                        <a:pt x="52" y="90"/>
                      </a:cubicBezTo>
                      <a:cubicBezTo>
                        <a:pt x="52" y="90"/>
                        <a:pt x="70" y="10"/>
                        <a:pt x="66" y="5"/>
                      </a:cubicBezTo>
                      <a:cubicBezTo>
                        <a:pt x="62" y="0"/>
                        <a:pt x="53" y="2"/>
                        <a:pt x="52" y="13"/>
                      </a:cubicBezTo>
                      <a:cubicBezTo>
                        <a:pt x="50" y="24"/>
                        <a:pt x="35" y="77"/>
                        <a:pt x="35" y="77"/>
                      </a:cubicBezTo>
                      <a:cubicBezTo>
                        <a:pt x="35" y="77"/>
                        <a:pt x="39" y="30"/>
                        <a:pt x="37" y="19"/>
                      </a:cubicBezTo>
                      <a:cubicBezTo>
                        <a:pt x="35" y="9"/>
                        <a:pt x="26" y="22"/>
                        <a:pt x="26" y="32"/>
                      </a:cubicBezTo>
                      <a:cubicBezTo>
                        <a:pt x="25" y="43"/>
                        <a:pt x="21" y="83"/>
                        <a:pt x="21" y="83"/>
                      </a:cubicBezTo>
                      <a:cubicBezTo>
                        <a:pt x="21" y="83"/>
                        <a:pt x="13" y="47"/>
                        <a:pt x="8" y="43"/>
                      </a:cubicBezTo>
                      <a:cubicBezTo>
                        <a:pt x="3" y="39"/>
                        <a:pt x="0" y="43"/>
                        <a:pt x="0" y="47"/>
                      </a:cubicBezTo>
                      <a:cubicBezTo>
                        <a:pt x="1" y="52"/>
                        <a:pt x="11" y="93"/>
                        <a:pt x="11" y="93"/>
                      </a:cubicBezTo>
                      <a:cubicBezTo>
                        <a:pt x="11" y="93"/>
                        <a:pt x="12" y="106"/>
                        <a:pt x="13" y="152"/>
                      </a:cubicBezTo>
                      <a:cubicBezTo>
                        <a:pt x="14" y="179"/>
                        <a:pt x="46" y="169"/>
                        <a:pt x="48" y="165"/>
                      </a:cubicBezTo>
                      <a:cubicBezTo>
                        <a:pt x="51" y="162"/>
                        <a:pt x="94" y="113"/>
                        <a:pt x="98" y="102"/>
                      </a:cubicBezTo>
                      <a:cubicBezTo>
                        <a:pt x="72" y="103"/>
                        <a:pt x="72" y="103"/>
                        <a:pt x="72" y="103"/>
                      </a:cubicBezTo>
                      <a:cubicBezTo>
                        <a:pt x="71" y="106"/>
                        <a:pt x="69" y="105"/>
                        <a:pt x="69" y="101"/>
                      </a:cubicBezTo>
                      <a:close/>
                    </a:path>
                  </a:pathLst>
                </a:custGeom>
                <a:solidFill>
                  <a:srgbClr val="FFE7C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2" name="Freeform 132"/>
                <p:cNvSpPr/>
                <p:nvPr>
                  <p:custDataLst>
                    <p:tags r:id="rId112"/>
                  </p:custDataLst>
                </p:nvPr>
              </p:nvSpPr>
              <p:spPr bwMode="auto">
                <a:xfrm flipH="1">
                  <a:off x="4700588" y="1639888"/>
                  <a:ext cx="1050925" cy="280988"/>
                </a:xfrm>
                <a:custGeom>
                  <a:avLst/>
                  <a:gdLst>
                    <a:gd name="T0" fmla="*/ 650 w 662"/>
                    <a:gd name="T1" fmla="*/ 177 h 177"/>
                    <a:gd name="T2" fmla="*/ 0 w 662"/>
                    <a:gd name="T3" fmla="*/ 51 h 177"/>
                    <a:gd name="T4" fmla="*/ 12 w 662"/>
                    <a:gd name="T5" fmla="*/ 0 h 177"/>
                    <a:gd name="T6" fmla="*/ 662 w 662"/>
                    <a:gd name="T7" fmla="*/ 126 h 177"/>
                    <a:gd name="T8" fmla="*/ 650 w 662"/>
                    <a:gd name="T9" fmla="*/ 177 h 177"/>
                  </a:gdLst>
                  <a:ahLst/>
                  <a:cxnLst>
                    <a:cxn ang="0">
                      <a:pos x="T0" y="T1"/>
                    </a:cxn>
                    <a:cxn ang="0">
                      <a:pos x="T2" y="T3"/>
                    </a:cxn>
                    <a:cxn ang="0">
                      <a:pos x="T4" y="T5"/>
                    </a:cxn>
                    <a:cxn ang="0">
                      <a:pos x="T6" y="T7"/>
                    </a:cxn>
                    <a:cxn ang="0">
                      <a:pos x="T8" y="T9"/>
                    </a:cxn>
                  </a:cxnLst>
                  <a:rect l="0" t="0" r="r" b="b"/>
                  <a:pathLst>
                    <a:path w="662" h="177">
                      <a:moveTo>
                        <a:pt x="650" y="177"/>
                      </a:moveTo>
                      <a:lnTo>
                        <a:pt x="0" y="51"/>
                      </a:lnTo>
                      <a:lnTo>
                        <a:pt x="12" y="0"/>
                      </a:lnTo>
                      <a:lnTo>
                        <a:pt x="662" y="126"/>
                      </a:lnTo>
                      <a:lnTo>
                        <a:pt x="650" y="177"/>
                      </a:lnTo>
                      <a:close/>
                    </a:path>
                  </a:pathLst>
                </a:custGeom>
                <a:solidFill>
                  <a:srgbClr val="F9B2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3" name="Freeform 133"/>
                <p:cNvSpPr/>
                <p:nvPr>
                  <p:custDataLst>
                    <p:tags r:id="rId113"/>
                  </p:custDataLst>
                </p:nvPr>
              </p:nvSpPr>
              <p:spPr bwMode="auto">
                <a:xfrm flipH="1">
                  <a:off x="4735513" y="1792288"/>
                  <a:ext cx="1050925" cy="280988"/>
                </a:xfrm>
                <a:custGeom>
                  <a:avLst/>
                  <a:gdLst>
                    <a:gd name="T0" fmla="*/ 650 w 662"/>
                    <a:gd name="T1" fmla="*/ 177 h 177"/>
                    <a:gd name="T2" fmla="*/ 0 w 662"/>
                    <a:gd name="T3" fmla="*/ 51 h 177"/>
                    <a:gd name="T4" fmla="*/ 12 w 662"/>
                    <a:gd name="T5" fmla="*/ 0 h 177"/>
                    <a:gd name="T6" fmla="*/ 662 w 662"/>
                    <a:gd name="T7" fmla="*/ 126 h 177"/>
                    <a:gd name="T8" fmla="*/ 650 w 662"/>
                    <a:gd name="T9" fmla="*/ 177 h 177"/>
                  </a:gdLst>
                  <a:ahLst/>
                  <a:cxnLst>
                    <a:cxn ang="0">
                      <a:pos x="T0" y="T1"/>
                    </a:cxn>
                    <a:cxn ang="0">
                      <a:pos x="T2" y="T3"/>
                    </a:cxn>
                    <a:cxn ang="0">
                      <a:pos x="T4" y="T5"/>
                    </a:cxn>
                    <a:cxn ang="0">
                      <a:pos x="T6" y="T7"/>
                    </a:cxn>
                    <a:cxn ang="0">
                      <a:pos x="T8" y="T9"/>
                    </a:cxn>
                  </a:cxnLst>
                  <a:rect l="0" t="0" r="r" b="b"/>
                  <a:pathLst>
                    <a:path w="662" h="177">
                      <a:moveTo>
                        <a:pt x="650" y="177"/>
                      </a:moveTo>
                      <a:lnTo>
                        <a:pt x="0" y="51"/>
                      </a:lnTo>
                      <a:lnTo>
                        <a:pt x="12" y="0"/>
                      </a:lnTo>
                      <a:lnTo>
                        <a:pt x="662" y="126"/>
                      </a:lnTo>
                      <a:lnTo>
                        <a:pt x="650" y="17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4" name="Freeform 134"/>
                <p:cNvSpPr/>
                <p:nvPr>
                  <p:custDataLst>
                    <p:tags r:id="rId114"/>
                  </p:custDataLst>
                </p:nvPr>
              </p:nvSpPr>
              <p:spPr bwMode="auto">
                <a:xfrm flipH="1">
                  <a:off x="5364163" y="1941513"/>
                  <a:ext cx="457200" cy="168275"/>
                </a:xfrm>
                <a:custGeom>
                  <a:avLst/>
                  <a:gdLst>
                    <a:gd name="T0" fmla="*/ 276 w 288"/>
                    <a:gd name="T1" fmla="*/ 106 h 106"/>
                    <a:gd name="T2" fmla="*/ 0 w 288"/>
                    <a:gd name="T3" fmla="*/ 52 h 106"/>
                    <a:gd name="T4" fmla="*/ 12 w 288"/>
                    <a:gd name="T5" fmla="*/ 0 h 106"/>
                    <a:gd name="T6" fmla="*/ 288 w 288"/>
                    <a:gd name="T7" fmla="*/ 54 h 106"/>
                    <a:gd name="T8" fmla="*/ 276 w 288"/>
                    <a:gd name="T9" fmla="*/ 106 h 106"/>
                  </a:gdLst>
                  <a:ahLst/>
                  <a:cxnLst>
                    <a:cxn ang="0">
                      <a:pos x="T0" y="T1"/>
                    </a:cxn>
                    <a:cxn ang="0">
                      <a:pos x="T2" y="T3"/>
                    </a:cxn>
                    <a:cxn ang="0">
                      <a:pos x="T4" y="T5"/>
                    </a:cxn>
                    <a:cxn ang="0">
                      <a:pos x="T6" y="T7"/>
                    </a:cxn>
                    <a:cxn ang="0">
                      <a:pos x="T8" y="T9"/>
                    </a:cxn>
                  </a:cxnLst>
                  <a:rect l="0" t="0" r="r" b="b"/>
                  <a:pathLst>
                    <a:path w="288" h="106">
                      <a:moveTo>
                        <a:pt x="276" y="106"/>
                      </a:moveTo>
                      <a:lnTo>
                        <a:pt x="0" y="52"/>
                      </a:lnTo>
                      <a:lnTo>
                        <a:pt x="12" y="0"/>
                      </a:lnTo>
                      <a:lnTo>
                        <a:pt x="288" y="54"/>
                      </a:lnTo>
                      <a:lnTo>
                        <a:pt x="276" y="10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5" name="Freeform 135"/>
                <p:cNvSpPr/>
                <p:nvPr>
                  <p:custDataLst>
                    <p:tags r:id="rId115"/>
                  </p:custDataLst>
                </p:nvPr>
              </p:nvSpPr>
              <p:spPr bwMode="auto">
                <a:xfrm flipH="1">
                  <a:off x="4805363" y="2093913"/>
                  <a:ext cx="1050925" cy="282575"/>
                </a:xfrm>
                <a:custGeom>
                  <a:avLst/>
                  <a:gdLst>
                    <a:gd name="T0" fmla="*/ 650 w 662"/>
                    <a:gd name="T1" fmla="*/ 178 h 178"/>
                    <a:gd name="T2" fmla="*/ 0 w 662"/>
                    <a:gd name="T3" fmla="*/ 52 h 178"/>
                    <a:gd name="T4" fmla="*/ 12 w 662"/>
                    <a:gd name="T5" fmla="*/ 0 h 178"/>
                    <a:gd name="T6" fmla="*/ 662 w 662"/>
                    <a:gd name="T7" fmla="*/ 126 h 178"/>
                    <a:gd name="T8" fmla="*/ 650 w 662"/>
                    <a:gd name="T9" fmla="*/ 178 h 178"/>
                  </a:gdLst>
                  <a:ahLst/>
                  <a:cxnLst>
                    <a:cxn ang="0">
                      <a:pos x="T0" y="T1"/>
                    </a:cxn>
                    <a:cxn ang="0">
                      <a:pos x="T2" y="T3"/>
                    </a:cxn>
                    <a:cxn ang="0">
                      <a:pos x="T4" y="T5"/>
                    </a:cxn>
                    <a:cxn ang="0">
                      <a:pos x="T6" y="T7"/>
                    </a:cxn>
                    <a:cxn ang="0">
                      <a:pos x="T8" y="T9"/>
                    </a:cxn>
                  </a:cxnLst>
                  <a:rect l="0" t="0" r="r" b="b"/>
                  <a:pathLst>
                    <a:path w="662" h="178">
                      <a:moveTo>
                        <a:pt x="650" y="178"/>
                      </a:moveTo>
                      <a:lnTo>
                        <a:pt x="0" y="52"/>
                      </a:lnTo>
                      <a:lnTo>
                        <a:pt x="12" y="0"/>
                      </a:lnTo>
                      <a:lnTo>
                        <a:pt x="662" y="126"/>
                      </a:lnTo>
                      <a:lnTo>
                        <a:pt x="650" y="17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6" name="Freeform 136"/>
                <p:cNvSpPr/>
                <p:nvPr>
                  <p:custDataLst>
                    <p:tags r:id="rId116"/>
                  </p:custDataLst>
                </p:nvPr>
              </p:nvSpPr>
              <p:spPr bwMode="auto">
                <a:xfrm flipH="1">
                  <a:off x="4840288" y="2246313"/>
                  <a:ext cx="1050925" cy="279400"/>
                </a:xfrm>
                <a:custGeom>
                  <a:avLst/>
                  <a:gdLst>
                    <a:gd name="T0" fmla="*/ 650 w 662"/>
                    <a:gd name="T1" fmla="*/ 176 h 176"/>
                    <a:gd name="T2" fmla="*/ 0 w 662"/>
                    <a:gd name="T3" fmla="*/ 51 h 176"/>
                    <a:gd name="T4" fmla="*/ 12 w 662"/>
                    <a:gd name="T5" fmla="*/ 0 h 176"/>
                    <a:gd name="T6" fmla="*/ 662 w 662"/>
                    <a:gd name="T7" fmla="*/ 126 h 176"/>
                    <a:gd name="T8" fmla="*/ 650 w 662"/>
                    <a:gd name="T9" fmla="*/ 176 h 176"/>
                  </a:gdLst>
                  <a:ahLst/>
                  <a:cxnLst>
                    <a:cxn ang="0">
                      <a:pos x="T0" y="T1"/>
                    </a:cxn>
                    <a:cxn ang="0">
                      <a:pos x="T2" y="T3"/>
                    </a:cxn>
                    <a:cxn ang="0">
                      <a:pos x="T4" y="T5"/>
                    </a:cxn>
                    <a:cxn ang="0">
                      <a:pos x="T6" y="T7"/>
                    </a:cxn>
                    <a:cxn ang="0">
                      <a:pos x="T8" y="T9"/>
                    </a:cxn>
                  </a:cxnLst>
                  <a:rect l="0" t="0" r="r" b="b"/>
                  <a:pathLst>
                    <a:path w="662" h="176">
                      <a:moveTo>
                        <a:pt x="650" y="176"/>
                      </a:moveTo>
                      <a:lnTo>
                        <a:pt x="0" y="51"/>
                      </a:lnTo>
                      <a:lnTo>
                        <a:pt x="12" y="0"/>
                      </a:lnTo>
                      <a:lnTo>
                        <a:pt x="662" y="126"/>
                      </a:lnTo>
                      <a:lnTo>
                        <a:pt x="650" y="17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sp>
        <p:nvSpPr>
          <p:cNvPr id="13" name="标题 1"/>
          <p:cNvSpPr>
            <a:spLocks noGrp="1"/>
          </p:cNvSpPr>
          <p:nvPr>
            <p:ph type="ctrTitle" hasCustomPrompt="1"/>
            <p:custDataLst>
              <p:tags r:id="rId6"/>
            </p:custDataLst>
          </p:nvPr>
        </p:nvSpPr>
        <p:spPr>
          <a:xfrm>
            <a:off x="4950618" y="1842391"/>
            <a:ext cx="3565924" cy="1216132"/>
          </a:xfrm>
        </p:spPr>
        <p:txBody>
          <a:bodyPr anchor="ctr">
            <a:normAutofit/>
          </a:bodyPr>
          <a:lstStyle>
            <a:lvl1pPr marL="0" indent="0" algn="ctr">
              <a:buFont typeface="Arial" panose="020B0604020202020204" pitchFamily="34" charset="0"/>
              <a:buNone/>
              <a:defRPr sz="6600" baseline="0">
                <a:solidFill>
                  <a:schemeClr val="tx1">
                    <a:lumMod val="85000"/>
                    <a:lumOff val="15000"/>
                  </a:schemeClr>
                </a:solidFill>
                <a:latin typeface="Arial" panose="020B0604020202020204" pitchFamily="34" charset="0"/>
                <a:ea typeface="汉仪旗黑-85S" panose="00020600040101010101" pitchFamily="18" charset="-122"/>
                <a:cs typeface="Arial" panose="020B0604020202020204" pitchFamily="34" charset="0"/>
              </a:defRPr>
            </a:lvl1pPr>
          </a:lstStyle>
          <a:p>
            <a:r>
              <a:rPr lang="zh-CN" altLang="en-US" dirty="0"/>
              <a:t>编辑标题</a:t>
            </a:r>
          </a:p>
        </p:txBody>
      </p:sp>
      <p:sp>
        <p:nvSpPr>
          <p:cNvPr id="2" name="日期占位符 1"/>
          <p:cNvSpPr>
            <a:spLocks noGrp="1"/>
          </p:cNvSpPr>
          <p:nvPr>
            <p:ph type="dt" sz="half" idx="19"/>
            <p:custDataLst>
              <p:tags r:id="rId7"/>
            </p:custDataLst>
          </p:nvPr>
        </p:nvSpPr>
        <p:spPr/>
        <p:txBody>
          <a:bodyPr/>
          <a:lstStyle/>
          <a:p>
            <a:fld id="{760FBDFE-C587-4B4C-A407-44438C67B59E}" type="datetimeFigureOut">
              <a:rPr lang="zh-CN" altLang="en-US" smtClean="0"/>
              <a:t>2023/9/5</a:t>
            </a:fld>
            <a:endParaRPr lang="zh-CN" altLang="en-US"/>
          </a:p>
        </p:txBody>
      </p:sp>
      <p:sp>
        <p:nvSpPr>
          <p:cNvPr id="3" name="页脚占位符 2"/>
          <p:cNvSpPr>
            <a:spLocks noGrp="1"/>
          </p:cNvSpPr>
          <p:nvPr>
            <p:ph type="ftr" sz="quarter" idx="20"/>
            <p:custDataLst>
              <p:tags r:id="rId8"/>
            </p:custDataLst>
          </p:nvPr>
        </p:nvSpPr>
        <p:spPr/>
        <p:txBody>
          <a:bodyPr/>
          <a:lstStyle/>
          <a:p>
            <a:endParaRPr lang="zh-CN" altLang="en-US" dirty="0"/>
          </a:p>
        </p:txBody>
      </p:sp>
      <p:sp>
        <p:nvSpPr>
          <p:cNvPr id="4" name="灯片编号占位符 3"/>
          <p:cNvSpPr>
            <a:spLocks noGrp="1"/>
          </p:cNvSpPr>
          <p:nvPr>
            <p:ph type="sldNum" sz="quarter" idx="21"/>
            <p:custDataLst>
              <p:tags r:id="rId9"/>
            </p:custDataLst>
          </p:nvPr>
        </p:nvSpPr>
        <p:spPr/>
        <p:txBody>
          <a:bodyPr/>
          <a:lstStyle/>
          <a:p>
            <a:fld id="{49AE70B2-8BF9-45C0-BB95-33D1B9D3A854}" type="slidenum">
              <a:rPr lang="zh-CN" altLang="en-US" smtClean="0"/>
              <a:t>‹#›</a:t>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pic>
        <p:nvPicPr>
          <p:cNvPr id="160" name="图片 159"/>
          <p:cNvPicPr>
            <a:picLocks noChangeAspect="1"/>
          </p:cNvPicPr>
          <p:nvPr userDrawn="1">
            <p:custDataLst>
              <p:tags r:id="rId1"/>
            </p:custDataLst>
          </p:nvPr>
        </p:nvPicPr>
        <p:blipFill>
          <a:blip r:embed="rId7">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
        <p:nvSpPr>
          <p:cNvPr id="2" name="标题 1"/>
          <p:cNvSpPr>
            <a:spLocks noGrp="1"/>
          </p:cNvSpPr>
          <p:nvPr>
            <p:ph type="title"/>
            <p:custDataLst>
              <p:tags r:id="rId2"/>
            </p:custDataLst>
          </p:nvPr>
        </p:nvSpPr>
        <p:spPr/>
        <p:txBody>
          <a:bodyPr/>
          <a:lstStyle>
            <a:lvl1pPr>
              <a:defRPr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t>2023/9/5</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bg1"/>
        </a:solidFill>
        <a:effectLst/>
      </p:bgPr>
    </p:bg>
    <p:spTree>
      <p:nvGrpSpPr>
        <p:cNvPr id="1" name=""/>
        <p:cNvGrpSpPr/>
        <p:nvPr/>
      </p:nvGrpSpPr>
      <p:grpSpPr>
        <a:xfrm>
          <a:off x="0" y="0"/>
          <a:ext cx="0" cy="0"/>
          <a:chOff x="0" y="0"/>
          <a:chExt cx="0" cy="0"/>
        </a:xfrm>
      </p:grpSpPr>
      <p:grpSp>
        <p:nvGrpSpPr>
          <p:cNvPr id="20" name="组合 19"/>
          <p:cNvGrpSpPr/>
          <p:nvPr userDrawn="1">
            <p:custDataLst>
              <p:tags r:id="rId1"/>
            </p:custDataLst>
          </p:nvPr>
        </p:nvGrpSpPr>
        <p:grpSpPr>
          <a:xfrm rot="20310956">
            <a:off x="219227" y="260732"/>
            <a:ext cx="881159" cy="522149"/>
            <a:chOff x="4175125" y="1726565"/>
            <a:chExt cx="1094105" cy="648335"/>
          </a:xfrm>
        </p:grpSpPr>
        <p:sp>
          <p:nvSpPr>
            <p:cNvPr id="21" name="Freeform 64"/>
            <p:cNvSpPr/>
            <p:nvPr userDrawn="1">
              <p:custDataLst>
                <p:tags r:id="rId3"/>
              </p:custDataLst>
            </p:nvPr>
          </p:nvSpPr>
          <p:spPr bwMode="auto">
            <a:xfrm>
              <a:off x="4175125" y="1726565"/>
              <a:ext cx="1094105" cy="648335"/>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Rectangle 66"/>
            <p:cNvSpPr>
              <a:spLocks noChangeArrowheads="1"/>
            </p:cNvSpPr>
            <p:nvPr userDrawn="1">
              <p:custDataLst>
                <p:tags r:id="rId4"/>
              </p:custDataLst>
            </p:nvPr>
          </p:nvSpPr>
          <p:spPr bwMode="auto">
            <a:xfrm>
              <a:off x="4249420" y="2235382"/>
              <a:ext cx="897255" cy="7048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3" name="Rectangle 67"/>
            <p:cNvSpPr>
              <a:spLocks noChangeArrowheads="1"/>
            </p:cNvSpPr>
            <p:nvPr userDrawn="1">
              <p:custDataLst>
                <p:tags r:id="rId5"/>
              </p:custDataLst>
            </p:nvPr>
          </p:nvSpPr>
          <p:spPr bwMode="auto">
            <a:xfrm>
              <a:off x="4249420" y="2116728"/>
              <a:ext cx="504190" cy="717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4" name="Rectangle 68"/>
            <p:cNvSpPr>
              <a:spLocks noChangeArrowheads="1"/>
            </p:cNvSpPr>
            <p:nvPr userDrawn="1">
              <p:custDataLst>
                <p:tags r:id="rId6"/>
              </p:custDataLst>
            </p:nvPr>
          </p:nvSpPr>
          <p:spPr bwMode="auto">
            <a:xfrm>
              <a:off x="4245610" y="1786255"/>
              <a:ext cx="275590" cy="22669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5" name="Rectangle 69"/>
            <p:cNvSpPr>
              <a:spLocks noChangeArrowheads="1"/>
            </p:cNvSpPr>
            <p:nvPr userDrawn="1">
              <p:custDataLst>
                <p:tags r:id="rId7"/>
              </p:custDataLst>
            </p:nvPr>
          </p:nvSpPr>
          <p:spPr bwMode="auto">
            <a:xfrm>
              <a:off x="4573905" y="1786255"/>
              <a:ext cx="276860" cy="226695"/>
            </a:xfrm>
            <a:prstGeom prst="rect">
              <a:avLst/>
            </a:prstGeom>
            <a:solidFill>
              <a:schemeClr val="accent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6" name="Rectangle 70"/>
            <p:cNvSpPr>
              <a:spLocks noChangeArrowheads="1"/>
            </p:cNvSpPr>
            <p:nvPr userDrawn="1">
              <p:custDataLst>
                <p:tags r:id="rId8"/>
              </p:custDataLst>
            </p:nvPr>
          </p:nvSpPr>
          <p:spPr bwMode="auto">
            <a:xfrm>
              <a:off x="4903470" y="1786255"/>
              <a:ext cx="275590" cy="226695"/>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grpSp>
      <p:sp>
        <p:nvSpPr>
          <p:cNvPr id="9" name="矩形 8"/>
          <p:cNvSpPr/>
          <p:nvPr userDrawn="1">
            <p:custDataLst>
              <p:tags r:id="rId2"/>
            </p:custDataLst>
          </p:nvPr>
        </p:nvSpPr>
        <p:spPr>
          <a:xfrm>
            <a:off x="0" y="4437380"/>
            <a:ext cx="9144000" cy="720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latin typeface="微软雅黑" panose="020B0503020204020204" pitchFamily="34" charset="-122"/>
              <a:ea typeface="微软雅黑" panose="020B0503020204020204" pitchFamily="34" charset="-122"/>
              <a:sym typeface="+mn-ea"/>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0" y="1"/>
            <a:ext cx="3617595" cy="51435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latin typeface="微软雅黑" panose="020B0503020204020204" pitchFamily="34" charset="-122"/>
              <a:ea typeface="微软雅黑" panose="020B0503020204020204" pitchFamily="34" charset="-122"/>
              <a:sym typeface="+mn-ea"/>
            </a:endParaRPr>
          </a:p>
        </p:txBody>
      </p:sp>
      <p:grpSp>
        <p:nvGrpSpPr>
          <p:cNvPr id="14" name="组合 13"/>
          <p:cNvGrpSpPr/>
          <p:nvPr userDrawn="1">
            <p:custDataLst>
              <p:tags r:id="rId2"/>
            </p:custDataLst>
          </p:nvPr>
        </p:nvGrpSpPr>
        <p:grpSpPr>
          <a:xfrm>
            <a:off x="67487" y="71105"/>
            <a:ext cx="8965498" cy="5053346"/>
            <a:chOff x="89982" y="94806"/>
            <a:chExt cx="11953997" cy="6737794"/>
          </a:xfrm>
        </p:grpSpPr>
        <p:pic>
          <p:nvPicPr>
            <p:cNvPr id="24" name="图片 23"/>
            <p:cNvPicPr>
              <a:picLocks noChangeAspect="1"/>
            </p:cNvPicPr>
            <p:nvPr userDrawn="1">
              <p:custDataLst>
                <p:tags r:id="rId9"/>
              </p:custDataLst>
            </p:nvPr>
          </p:nvPicPr>
          <p:blipFill>
            <a:blip r:embed="rId12">
              <a:extLst>
                <a:ext uri="{28A0092B-C50C-407E-A947-70E740481C1C}">
                  <a14:useLocalDpi xmlns:a14="http://schemas.microsoft.com/office/drawing/2010/main" val="0"/>
                </a:ext>
              </a:extLst>
            </a:blip>
            <a:stretch>
              <a:fillRect/>
            </a:stretch>
          </p:blipFill>
          <p:spPr>
            <a:xfrm>
              <a:off x="89982" y="94806"/>
              <a:ext cx="786452" cy="865707"/>
            </a:xfrm>
            <a:prstGeom prst="rect">
              <a:avLst/>
            </a:prstGeom>
          </p:spPr>
        </p:pic>
        <p:pic>
          <p:nvPicPr>
            <p:cNvPr id="13" name="图片 12"/>
            <p:cNvPicPr>
              <a:picLocks noChangeAspect="1"/>
            </p:cNvPicPr>
            <p:nvPr userDrawn="1">
              <p:custDataLst>
                <p:tags r:id="rId10"/>
              </p:custDataLst>
            </p:nvPr>
          </p:nvPicPr>
          <p:blipFill>
            <a:blip r:embed="rId13">
              <a:extLst>
                <a:ext uri="{28A0092B-C50C-407E-A947-70E740481C1C}">
                  <a14:useLocalDpi xmlns:a14="http://schemas.microsoft.com/office/drawing/2010/main" val="0"/>
                </a:ext>
              </a:extLst>
            </a:blip>
            <a:stretch>
              <a:fillRect/>
            </a:stretch>
          </p:blipFill>
          <p:spPr>
            <a:xfrm>
              <a:off x="10577221" y="5249238"/>
              <a:ext cx="1466758" cy="1583362"/>
            </a:xfrm>
            <a:prstGeom prst="rect">
              <a:avLst/>
            </a:prstGeom>
          </p:spPr>
        </p:pic>
      </p:grpSp>
      <p:sp>
        <p:nvSpPr>
          <p:cNvPr id="2" name="标题 1"/>
          <p:cNvSpPr>
            <a:spLocks noGrp="1"/>
          </p:cNvSpPr>
          <p:nvPr userDrawn="1">
            <p:ph type="title" hasCustomPrompt="1"/>
            <p:custDataLst>
              <p:tags r:id="rId3"/>
            </p:custDataLst>
          </p:nvPr>
        </p:nvSpPr>
        <p:spPr>
          <a:xfrm>
            <a:off x="437400" y="577800"/>
            <a:ext cx="2970000" cy="661500"/>
          </a:xfrm>
        </p:spPr>
        <p:txBody>
          <a:bodyPr anchor="ctr"/>
          <a:lstStyle>
            <a:lvl1pPr>
              <a:defRPr sz="2700" baseline="0">
                <a:solidFill>
                  <a:schemeClr val="accent1"/>
                </a:solidFill>
                <a:latin typeface="Arial" panose="020B0604020202020204" pitchFamily="34" charset="0"/>
                <a:ea typeface="微软雅黑" panose="020B0503020204020204" pitchFamily="34" charset="-122"/>
              </a:defRPr>
            </a:lvl1pPr>
          </a:lstStyle>
          <a:p>
            <a:r>
              <a:rPr lang="zh-CN" altLang="en-US" dirty="0"/>
              <a:t>单击编辑标题</a:t>
            </a:r>
          </a:p>
        </p:txBody>
      </p:sp>
      <p:sp>
        <p:nvSpPr>
          <p:cNvPr id="3" name="日期占位符 2"/>
          <p:cNvSpPr>
            <a:spLocks noGrp="1"/>
          </p:cNvSpPr>
          <p:nvPr userDrawn="1">
            <p:ph type="dt" sz="half" idx="10"/>
            <p:custDataLst>
              <p:tags r:id="rId4"/>
            </p:custDataLst>
          </p:nvPr>
        </p:nvSpPr>
        <p:spPr/>
        <p:txBody>
          <a:bodyPr/>
          <a:lstStyle>
            <a:lvl1pPr>
              <a:defRPr>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t>2023/9/5</a:t>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latin typeface="微软雅黑" panose="020B0503020204020204" pitchFamily="34" charset="-122"/>
                <a:ea typeface="微软雅黑" panose="020B0503020204020204" pitchFamily="3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userDrawn="1">
            <p:ph type="body" sz="quarter" idx="13"/>
            <p:custDataLst>
              <p:tags r:id="rId7"/>
            </p:custDataLst>
          </p:nvPr>
        </p:nvSpPr>
        <p:spPr>
          <a:xfrm>
            <a:off x="440100" y="1323000"/>
            <a:ext cx="2967300" cy="3069900"/>
          </a:xfrm>
        </p:spPr>
        <p:txBody>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vl2pPr>
              <a:defRPr baseline="0">
                <a:solidFill>
                  <a:schemeClr val="tx1">
                    <a:lumMod val="85000"/>
                    <a:lumOff val="15000"/>
                  </a:schemeClr>
                </a:solidFill>
                <a:latin typeface="Arial" panose="020B0604020202020204" pitchFamily="34" charset="0"/>
                <a:ea typeface="微软雅黑" panose="020B0503020204020204" pitchFamily="34" charset="-122"/>
              </a:defRPr>
            </a:lvl2pPr>
            <a:lvl3pPr>
              <a:defRPr baseline="0">
                <a:solidFill>
                  <a:schemeClr val="tx1">
                    <a:lumMod val="85000"/>
                    <a:lumOff val="15000"/>
                  </a:schemeClr>
                </a:solidFill>
                <a:latin typeface="Arial" panose="020B0604020202020204" pitchFamily="34" charset="0"/>
                <a:ea typeface="微软雅黑" panose="020B0503020204020204" pitchFamily="34" charset="-122"/>
              </a:defRPr>
            </a:lvl3pPr>
            <a:lvl4pPr>
              <a:defRPr baseline="0">
                <a:solidFill>
                  <a:schemeClr val="tx1">
                    <a:lumMod val="85000"/>
                    <a:lumOff val="15000"/>
                  </a:schemeClr>
                </a:solidFill>
                <a:latin typeface="Arial" panose="020B0604020202020204" pitchFamily="34" charset="0"/>
                <a:ea typeface="微软雅黑" panose="020B0503020204020204" pitchFamily="34" charset="-122"/>
              </a:defRPr>
            </a:lvl4pPr>
            <a:lvl5pPr>
              <a:defRPr baseline="0">
                <a:solidFill>
                  <a:schemeClr val="tx1">
                    <a:lumMod val="85000"/>
                    <a:lumOff val="1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userDrawn="1">
            <p:ph sz="quarter" idx="14"/>
            <p:custDataLst>
              <p:tags r:id="rId8"/>
            </p:custDataLst>
          </p:nvPr>
        </p:nvSpPr>
        <p:spPr>
          <a:xfrm>
            <a:off x="3825900" y="577454"/>
            <a:ext cx="4860000" cy="3815953"/>
          </a:xfrm>
        </p:spPr>
        <p:txBody>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vl2pPr>
              <a:defRPr baseline="0">
                <a:solidFill>
                  <a:schemeClr val="tx1">
                    <a:lumMod val="85000"/>
                    <a:lumOff val="15000"/>
                  </a:schemeClr>
                </a:solidFill>
                <a:latin typeface="Arial" panose="020B0604020202020204" pitchFamily="34" charset="0"/>
                <a:ea typeface="微软雅黑" panose="020B0503020204020204" pitchFamily="34" charset="-122"/>
              </a:defRPr>
            </a:lvl2pPr>
            <a:lvl3pPr>
              <a:defRPr baseline="0">
                <a:solidFill>
                  <a:schemeClr val="tx1">
                    <a:lumMod val="85000"/>
                    <a:lumOff val="15000"/>
                  </a:schemeClr>
                </a:solidFill>
                <a:latin typeface="Arial" panose="020B0604020202020204" pitchFamily="34" charset="0"/>
                <a:ea typeface="微软雅黑" panose="020B0503020204020204" pitchFamily="34" charset="-122"/>
              </a:defRPr>
            </a:lvl3pPr>
            <a:lvl4pPr>
              <a:defRPr baseline="0">
                <a:solidFill>
                  <a:schemeClr val="tx1">
                    <a:lumMod val="85000"/>
                    <a:lumOff val="15000"/>
                  </a:schemeClr>
                </a:solidFill>
                <a:latin typeface="Arial" panose="020B0604020202020204" pitchFamily="34" charset="0"/>
                <a:ea typeface="微软雅黑" panose="020B0503020204020204" pitchFamily="34" charset="-122"/>
              </a:defRPr>
            </a:lvl4pPr>
            <a:lvl5pPr>
              <a:defRPr baseline="0">
                <a:solidFill>
                  <a:schemeClr val="tx1">
                    <a:lumMod val="85000"/>
                    <a:lumOff val="1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1998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latin typeface="微软雅黑" panose="020B0503020204020204" pitchFamily="34" charset="-122"/>
              <a:ea typeface="微软雅黑" panose="020B0503020204020204" pitchFamily="34" charset="-122"/>
              <a:sym typeface="+mn-ea"/>
            </a:endParaRPr>
          </a:p>
        </p:txBody>
      </p:sp>
      <p:grpSp>
        <p:nvGrpSpPr>
          <p:cNvPr id="22" name="组合 21"/>
          <p:cNvGrpSpPr/>
          <p:nvPr userDrawn="1">
            <p:custDataLst>
              <p:tags r:id="rId2"/>
            </p:custDataLst>
          </p:nvPr>
        </p:nvGrpSpPr>
        <p:grpSpPr>
          <a:xfrm>
            <a:off x="67487" y="71105"/>
            <a:ext cx="8965498" cy="5053346"/>
            <a:chOff x="89982" y="94806"/>
            <a:chExt cx="11953997" cy="6737794"/>
          </a:xfrm>
        </p:grpSpPr>
        <p:pic>
          <p:nvPicPr>
            <p:cNvPr id="23" name="图片 22"/>
            <p:cNvPicPr>
              <a:picLocks noChangeAspect="1"/>
            </p:cNvPicPr>
            <p:nvPr userDrawn="1">
              <p:custDataLst>
                <p:tags r:id="rId9"/>
              </p:custDataLst>
            </p:nvPr>
          </p:nvPicPr>
          <p:blipFill>
            <a:blip r:embed="rId12">
              <a:extLst>
                <a:ext uri="{28A0092B-C50C-407E-A947-70E740481C1C}">
                  <a14:useLocalDpi xmlns:a14="http://schemas.microsoft.com/office/drawing/2010/main" val="0"/>
                </a:ext>
              </a:extLst>
            </a:blip>
            <a:stretch>
              <a:fillRect/>
            </a:stretch>
          </p:blipFill>
          <p:spPr>
            <a:xfrm>
              <a:off x="89982" y="94806"/>
              <a:ext cx="786452" cy="865707"/>
            </a:xfrm>
            <a:prstGeom prst="rect">
              <a:avLst/>
            </a:prstGeom>
          </p:spPr>
        </p:pic>
        <p:pic>
          <p:nvPicPr>
            <p:cNvPr id="24" name="图片 23"/>
            <p:cNvPicPr>
              <a:picLocks noChangeAspect="1"/>
            </p:cNvPicPr>
            <p:nvPr userDrawn="1">
              <p:custDataLst>
                <p:tags r:id="rId10"/>
              </p:custDataLst>
            </p:nvPr>
          </p:nvPicPr>
          <p:blipFill>
            <a:blip r:embed="rId13">
              <a:extLst>
                <a:ext uri="{28A0092B-C50C-407E-A947-70E740481C1C}">
                  <a14:useLocalDpi xmlns:a14="http://schemas.microsoft.com/office/drawing/2010/main" val="0"/>
                </a:ext>
              </a:extLst>
            </a:blip>
            <a:stretch>
              <a:fillRect/>
            </a:stretch>
          </p:blipFill>
          <p:spPr>
            <a:xfrm>
              <a:off x="10577221" y="5249238"/>
              <a:ext cx="1466758" cy="1583362"/>
            </a:xfrm>
            <a:prstGeom prst="rect">
              <a:avLst/>
            </a:prstGeom>
          </p:spPr>
        </p:pic>
      </p:grpSp>
      <p:sp>
        <p:nvSpPr>
          <p:cNvPr id="2" name="标题 1"/>
          <p:cNvSpPr>
            <a:spLocks noGrp="1"/>
          </p:cNvSpPr>
          <p:nvPr>
            <p:ph type="title"/>
            <p:custDataLst>
              <p:tags r:id="rId3"/>
            </p:custDataLst>
          </p:nvPr>
        </p:nvSpPr>
        <p:spPr>
          <a:xfrm>
            <a:off x="459000" y="585900"/>
            <a:ext cx="8232300" cy="469800"/>
          </a:xfrm>
        </p:spPr>
        <p:txBody>
          <a:bodyPr anchor="ctr"/>
          <a:lstStyle>
            <a:lvl1pPr algn="ctr">
              <a:defRPr sz="27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lvl1pPr>
              <a:defRPr>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t>2023/9/5</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微软雅黑" panose="020B0503020204020204" pitchFamily="34" charset="-122"/>
                <a:ea typeface="微软雅黑" panose="020B0503020204020204" pitchFamily="3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459000" y="1244700"/>
            <a:ext cx="8231981" cy="621000"/>
          </a:xfrm>
        </p:spPr>
        <p:txBody>
          <a:bodyPr/>
          <a:lstStyle>
            <a:lvl1pPr algn="ctr">
              <a:defRPr baseline="0">
                <a:solidFill>
                  <a:schemeClr val="tx1">
                    <a:lumMod val="85000"/>
                    <a:lumOff val="1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9" name="内容占位符 8"/>
          <p:cNvSpPr>
            <a:spLocks noGrp="1"/>
          </p:cNvSpPr>
          <p:nvPr>
            <p:ph sz="quarter" idx="14"/>
            <p:custDataLst>
              <p:tags r:id="rId8"/>
            </p:custDataLst>
          </p:nvPr>
        </p:nvSpPr>
        <p:spPr>
          <a:xfrm>
            <a:off x="459581" y="2106000"/>
            <a:ext cx="8224200" cy="2573100"/>
          </a:xfrm>
        </p:spPr>
        <p:txBody>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vl2pPr>
              <a:defRPr baseline="0">
                <a:solidFill>
                  <a:schemeClr val="tx1">
                    <a:lumMod val="85000"/>
                    <a:lumOff val="15000"/>
                  </a:schemeClr>
                </a:solidFill>
                <a:latin typeface="Arial" panose="020B0604020202020204" pitchFamily="34" charset="0"/>
                <a:ea typeface="微软雅黑" panose="020B0503020204020204" pitchFamily="34" charset="-122"/>
              </a:defRPr>
            </a:lvl2pPr>
            <a:lvl3pPr>
              <a:defRPr baseline="0">
                <a:solidFill>
                  <a:schemeClr val="tx1">
                    <a:lumMod val="85000"/>
                    <a:lumOff val="15000"/>
                  </a:schemeClr>
                </a:solidFill>
                <a:latin typeface="Arial" panose="020B0604020202020204" pitchFamily="34" charset="0"/>
                <a:ea typeface="微软雅黑" panose="020B0503020204020204" pitchFamily="34" charset="-122"/>
              </a:defRPr>
            </a:lvl3pPr>
            <a:lvl4pPr>
              <a:defRPr baseline="0">
                <a:solidFill>
                  <a:schemeClr val="tx1">
                    <a:lumMod val="85000"/>
                    <a:lumOff val="15000"/>
                  </a:schemeClr>
                </a:solidFill>
                <a:latin typeface="Arial" panose="020B0604020202020204" pitchFamily="34" charset="0"/>
                <a:ea typeface="微软雅黑" panose="020B0503020204020204" pitchFamily="34" charset="-122"/>
              </a:defRPr>
            </a:lvl4pPr>
            <a:lvl5pPr>
              <a:defRPr baseline="0">
                <a:solidFill>
                  <a:schemeClr val="tx1">
                    <a:lumMod val="85000"/>
                    <a:lumOff val="1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grpSp>
        <p:nvGrpSpPr>
          <p:cNvPr id="20" name="组合 19"/>
          <p:cNvGrpSpPr/>
          <p:nvPr userDrawn="1">
            <p:custDataLst>
              <p:tags r:id="rId1"/>
            </p:custDataLst>
          </p:nvPr>
        </p:nvGrpSpPr>
        <p:grpSpPr>
          <a:xfrm rot="20310956">
            <a:off x="219227" y="260732"/>
            <a:ext cx="881159" cy="522149"/>
            <a:chOff x="4175125" y="1726565"/>
            <a:chExt cx="1094105" cy="648335"/>
          </a:xfrm>
        </p:grpSpPr>
        <p:sp>
          <p:nvSpPr>
            <p:cNvPr id="21" name="Freeform 64"/>
            <p:cNvSpPr/>
            <p:nvPr userDrawn="1">
              <p:custDataLst>
                <p:tags r:id="rId3"/>
              </p:custDataLst>
            </p:nvPr>
          </p:nvSpPr>
          <p:spPr bwMode="auto">
            <a:xfrm>
              <a:off x="4175125" y="1726565"/>
              <a:ext cx="1094105" cy="648335"/>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Rectangle 66"/>
            <p:cNvSpPr>
              <a:spLocks noChangeArrowheads="1"/>
            </p:cNvSpPr>
            <p:nvPr userDrawn="1">
              <p:custDataLst>
                <p:tags r:id="rId4"/>
              </p:custDataLst>
            </p:nvPr>
          </p:nvSpPr>
          <p:spPr bwMode="auto">
            <a:xfrm>
              <a:off x="4249420" y="2235382"/>
              <a:ext cx="897255" cy="7048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3" name="Rectangle 67"/>
            <p:cNvSpPr>
              <a:spLocks noChangeArrowheads="1"/>
            </p:cNvSpPr>
            <p:nvPr userDrawn="1">
              <p:custDataLst>
                <p:tags r:id="rId5"/>
              </p:custDataLst>
            </p:nvPr>
          </p:nvSpPr>
          <p:spPr bwMode="auto">
            <a:xfrm>
              <a:off x="4249420" y="2116728"/>
              <a:ext cx="504190" cy="717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4" name="Rectangle 68"/>
            <p:cNvSpPr>
              <a:spLocks noChangeArrowheads="1"/>
            </p:cNvSpPr>
            <p:nvPr userDrawn="1">
              <p:custDataLst>
                <p:tags r:id="rId6"/>
              </p:custDataLst>
            </p:nvPr>
          </p:nvSpPr>
          <p:spPr bwMode="auto">
            <a:xfrm>
              <a:off x="4245610" y="1786255"/>
              <a:ext cx="275590" cy="22669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5" name="Rectangle 69"/>
            <p:cNvSpPr>
              <a:spLocks noChangeArrowheads="1"/>
            </p:cNvSpPr>
            <p:nvPr userDrawn="1">
              <p:custDataLst>
                <p:tags r:id="rId7"/>
              </p:custDataLst>
            </p:nvPr>
          </p:nvSpPr>
          <p:spPr bwMode="auto">
            <a:xfrm>
              <a:off x="4573905" y="1786255"/>
              <a:ext cx="276860" cy="226695"/>
            </a:xfrm>
            <a:prstGeom prst="rect">
              <a:avLst/>
            </a:prstGeom>
            <a:solidFill>
              <a:schemeClr val="accent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6" name="Rectangle 70"/>
            <p:cNvSpPr>
              <a:spLocks noChangeArrowheads="1"/>
            </p:cNvSpPr>
            <p:nvPr userDrawn="1">
              <p:custDataLst>
                <p:tags r:id="rId8"/>
              </p:custDataLst>
            </p:nvPr>
          </p:nvSpPr>
          <p:spPr bwMode="auto">
            <a:xfrm>
              <a:off x="4903470" y="1786255"/>
              <a:ext cx="275590" cy="226695"/>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grpSp>
      <p:sp>
        <p:nvSpPr>
          <p:cNvPr id="8" name="矩形 7"/>
          <p:cNvSpPr/>
          <p:nvPr userDrawn="1">
            <p:custDataLst>
              <p:tags r:id="rId2"/>
            </p:custDataLst>
          </p:nvPr>
        </p:nvSpPr>
        <p:spPr>
          <a:xfrm>
            <a:off x="0" y="3771901"/>
            <a:ext cx="9144000" cy="13715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latin typeface="微软雅黑" panose="020B0503020204020204" pitchFamily="34" charset="-122"/>
              <a:ea typeface="微软雅黑" panose="020B0503020204020204" pitchFamily="34" charset="-122"/>
              <a:sym typeface="+mn-ea"/>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pic>
        <p:nvPicPr>
          <p:cNvPr id="63" name="图片 62"/>
          <p:cNvPicPr>
            <a:picLocks noChangeAspect="1"/>
          </p:cNvPicPr>
          <p:nvPr userDrawn="1">
            <p:custDataLst>
              <p:tags r:id="rId1"/>
            </p:custDataLst>
          </p:nvPr>
        </p:nvPicPr>
        <p:blipFill>
          <a:blip r:embed="rId12">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
        <p:nvSpPr>
          <p:cNvPr id="10" name="矩形 9"/>
          <p:cNvSpPr/>
          <p:nvPr userDrawn="1">
            <p:custDataLst>
              <p:tags r:id="rId2"/>
            </p:custDataLst>
          </p:nvPr>
        </p:nvSpPr>
        <p:spPr>
          <a:xfrm>
            <a:off x="0" y="0"/>
            <a:ext cx="9144000" cy="6858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latin typeface="微软雅黑" panose="020B0503020204020204" pitchFamily="34" charset="-122"/>
              <a:ea typeface="微软雅黑" panose="020B0503020204020204" pitchFamily="34" charset="-122"/>
              <a:sym typeface="+mn-ea"/>
            </a:endParaRPr>
          </a:p>
        </p:txBody>
      </p:sp>
      <p:sp>
        <p:nvSpPr>
          <p:cNvPr id="2" name="标题 1"/>
          <p:cNvSpPr>
            <a:spLocks noGrp="1"/>
          </p:cNvSpPr>
          <p:nvPr>
            <p:ph type="title"/>
            <p:custDataLst>
              <p:tags r:id="rId3"/>
            </p:custDataLst>
          </p:nvPr>
        </p:nvSpPr>
        <p:spPr>
          <a:xfrm>
            <a:off x="434700" y="178200"/>
            <a:ext cx="8278200" cy="331473"/>
          </a:xfrm>
        </p:spPr>
        <p:txBody>
          <a:bodyPr/>
          <a:lstStyle>
            <a:lvl1pPr>
              <a:defRPr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lvl1pPr>
              <a:defRPr>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t>2023/9/5</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微软雅黑" panose="020B0503020204020204" pitchFamily="34" charset="-122"/>
                <a:ea typeface="微软雅黑" panose="020B0503020204020204" pitchFamily="34"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434700" y="1247400"/>
            <a:ext cx="4006800" cy="2170800"/>
          </a:xfrm>
        </p:spPr>
        <p:txBody>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vl2pPr>
              <a:defRPr baseline="0">
                <a:solidFill>
                  <a:schemeClr val="tx1">
                    <a:lumMod val="85000"/>
                    <a:lumOff val="15000"/>
                  </a:schemeClr>
                </a:solidFill>
                <a:latin typeface="Arial" panose="020B0604020202020204" pitchFamily="34" charset="0"/>
                <a:ea typeface="微软雅黑" panose="020B0503020204020204" pitchFamily="34" charset="-122"/>
              </a:defRPr>
            </a:lvl2pPr>
            <a:lvl3pPr>
              <a:defRPr baseline="0">
                <a:solidFill>
                  <a:schemeClr val="tx1">
                    <a:lumMod val="85000"/>
                    <a:lumOff val="15000"/>
                  </a:schemeClr>
                </a:solidFill>
                <a:latin typeface="Arial" panose="020B0604020202020204" pitchFamily="34" charset="0"/>
                <a:ea typeface="微软雅黑" panose="020B0503020204020204" pitchFamily="34" charset="-122"/>
              </a:defRPr>
            </a:lvl3pPr>
            <a:lvl4pPr>
              <a:defRPr baseline="0">
                <a:solidFill>
                  <a:schemeClr val="tx1">
                    <a:lumMod val="85000"/>
                    <a:lumOff val="15000"/>
                  </a:schemeClr>
                </a:solidFill>
                <a:latin typeface="Arial" panose="020B0604020202020204" pitchFamily="34" charset="0"/>
                <a:ea typeface="微软雅黑" panose="020B0503020204020204" pitchFamily="34" charset="-122"/>
              </a:defRPr>
            </a:lvl4pPr>
            <a:lvl5pPr>
              <a:defRPr baseline="0">
                <a:solidFill>
                  <a:schemeClr val="tx1">
                    <a:lumMod val="85000"/>
                    <a:lumOff val="1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4681800" y="1247400"/>
            <a:ext cx="4025700" cy="2170800"/>
          </a:xfrm>
        </p:spPr>
        <p:txBody>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vl2pPr>
              <a:defRPr baseline="0">
                <a:solidFill>
                  <a:schemeClr val="tx1">
                    <a:lumMod val="85000"/>
                    <a:lumOff val="15000"/>
                  </a:schemeClr>
                </a:solidFill>
                <a:latin typeface="Arial" panose="020B0604020202020204" pitchFamily="34" charset="0"/>
                <a:ea typeface="微软雅黑" panose="020B0503020204020204" pitchFamily="34" charset="-122"/>
              </a:defRPr>
            </a:lvl2pPr>
            <a:lvl3pPr>
              <a:defRPr baseline="0">
                <a:solidFill>
                  <a:schemeClr val="tx1">
                    <a:lumMod val="85000"/>
                    <a:lumOff val="15000"/>
                  </a:schemeClr>
                </a:solidFill>
                <a:latin typeface="Arial" panose="020B0604020202020204" pitchFamily="34" charset="0"/>
                <a:ea typeface="微软雅黑" panose="020B0503020204020204" pitchFamily="34" charset="-122"/>
              </a:defRPr>
            </a:lvl3pPr>
            <a:lvl4pPr>
              <a:defRPr baseline="0">
                <a:solidFill>
                  <a:schemeClr val="tx1">
                    <a:lumMod val="85000"/>
                    <a:lumOff val="15000"/>
                  </a:schemeClr>
                </a:solidFill>
                <a:latin typeface="Arial" panose="020B0604020202020204" pitchFamily="34" charset="0"/>
                <a:ea typeface="微软雅黑" panose="020B0503020204020204" pitchFamily="34" charset="-122"/>
              </a:defRPr>
            </a:lvl4pPr>
            <a:lvl5pPr>
              <a:defRPr baseline="0">
                <a:solidFill>
                  <a:schemeClr val="tx1">
                    <a:lumMod val="85000"/>
                    <a:lumOff val="1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9"/>
            </p:custDataLst>
          </p:nvPr>
        </p:nvSpPr>
        <p:spPr>
          <a:xfrm>
            <a:off x="429300" y="3612600"/>
            <a:ext cx="4006800" cy="585900"/>
          </a:xfrm>
        </p:spPr>
        <p:txBody>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0"/>
            </p:custDataLst>
          </p:nvPr>
        </p:nvSpPr>
        <p:spPr>
          <a:xfrm>
            <a:off x="4689900" y="3609900"/>
            <a:ext cx="4025700" cy="585900"/>
          </a:xfrm>
        </p:spPr>
        <p:txBody>
          <a:bodyPr/>
          <a:lstStyle>
            <a:lvl1pPr>
              <a:defRPr baseline="0">
                <a:solidFill>
                  <a:schemeClr val="tx1">
                    <a:lumMod val="85000"/>
                    <a:lumOff val="1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腰带">
    <p:bg>
      <p:bgPr>
        <a:pattFill prst="wdUpDiag">
          <a:fgClr>
            <a:schemeClr val="tx2"/>
          </a:fgClr>
          <a:bgClr>
            <a:schemeClr val="bg2"/>
          </a:bgClr>
        </a:patt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719418"/>
            <a:ext cx="9144000" cy="3704665"/>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latin typeface="微软雅黑" panose="020B0503020204020204" pitchFamily="34" charset="-122"/>
              <a:ea typeface="微软雅黑" panose="020B0503020204020204" pitchFamily="34" charset="-122"/>
              <a:sym typeface="+mn-ea"/>
            </a:endParaRPr>
          </a:p>
        </p:txBody>
      </p:sp>
      <p:sp>
        <p:nvSpPr>
          <p:cNvPr id="2" name="标题 1"/>
          <p:cNvSpPr>
            <a:spLocks noGrp="1"/>
          </p:cNvSpPr>
          <p:nvPr userDrawn="1">
            <p:ph type="title" hasCustomPrompt="1"/>
            <p:custDataLst>
              <p:tags r:id="rId2"/>
            </p:custDataLst>
          </p:nvPr>
        </p:nvSpPr>
        <p:spPr>
          <a:xfrm>
            <a:off x="1142100" y="1004400"/>
            <a:ext cx="6858000" cy="1790100"/>
          </a:xfrm>
        </p:spPr>
        <p:txBody>
          <a:bodyPr anchor="b"/>
          <a:lstStyle>
            <a:lvl1pPr algn="ctr">
              <a:defRPr sz="45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日期占位符 2"/>
          <p:cNvSpPr>
            <a:spLocks noGrp="1"/>
          </p:cNvSpPr>
          <p:nvPr userDrawn="1">
            <p:ph type="dt" sz="half" idx="10"/>
            <p:custDataLst>
              <p:tags r:id="rId3"/>
            </p:custDataLst>
          </p:nvPr>
        </p:nvSpPr>
        <p:spPr/>
        <p:txBody>
          <a:bodyPr/>
          <a:lstStyle>
            <a:lvl1pPr>
              <a:defRPr>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t>2023/9/5</a:t>
            </a:fld>
            <a:endParaRPr lang="zh-CN" altLang="en-US"/>
          </a:p>
        </p:txBody>
      </p:sp>
      <p:sp>
        <p:nvSpPr>
          <p:cNvPr id="4" name="页脚占位符 3"/>
          <p:cNvSpPr>
            <a:spLocks noGrp="1"/>
          </p:cNvSpPr>
          <p:nvPr userDrawn="1">
            <p:ph type="ftr" sz="quarter" idx="11"/>
            <p:custDataLst>
              <p:tags r:id="rId4"/>
            </p:custDataLst>
          </p:nvPr>
        </p:nvSpPr>
        <p:spPr/>
        <p:txBody>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5" name="灯片编号占位符 4"/>
          <p:cNvSpPr>
            <a:spLocks noGrp="1"/>
          </p:cNvSpPr>
          <p:nvPr userDrawn="1">
            <p:ph type="sldNum" sz="quarter" idx="12"/>
            <p:custDataLst>
              <p:tags r:id="rId5"/>
            </p:custDataLst>
          </p:nvPr>
        </p:nvSpPr>
        <p:spPr/>
        <p:txBody>
          <a:bodyPr/>
          <a:lstStyle>
            <a:lvl1pPr>
              <a:defRPr>
                <a:latin typeface="微软雅黑" panose="020B0503020204020204" pitchFamily="34" charset="-122"/>
                <a:ea typeface="微软雅黑" panose="020B0503020204020204" pitchFamily="3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userDrawn="1">
            <p:ph type="body" sz="quarter" idx="13"/>
            <p:custDataLst>
              <p:tags r:id="rId6"/>
            </p:custDataLst>
          </p:nvPr>
        </p:nvSpPr>
        <p:spPr>
          <a:xfrm>
            <a:off x="1141810" y="2897100"/>
            <a:ext cx="6858000" cy="1242000"/>
          </a:xfrm>
        </p:spPr>
        <p:txBody>
          <a:bodyPr/>
          <a:lstStyle>
            <a:lvl1pPr algn="ctr">
              <a:defRPr baseline="0">
                <a:solidFill>
                  <a:schemeClr val="tx1">
                    <a:lumMod val="85000"/>
                    <a:lumOff val="1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grpSp>
        <p:nvGrpSpPr>
          <p:cNvPr id="13" name="组合 12"/>
          <p:cNvGrpSpPr/>
          <p:nvPr userDrawn="1">
            <p:custDataLst>
              <p:tags r:id="rId7"/>
            </p:custDataLst>
          </p:nvPr>
        </p:nvGrpSpPr>
        <p:grpSpPr>
          <a:xfrm>
            <a:off x="235350" y="260661"/>
            <a:ext cx="8775474" cy="4882839"/>
            <a:chOff x="313800" y="347548"/>
            <a:chExt cx="11700632" cy="6510452"/>
          </a:xfrm>
        </p:grpSpPr>
        <p:grpSp>
          <p:nvGrpSpPr>
            <p:cNvPr id="168" name="组合 167"/>
            <p:cNvGrpSpPr/>
            <p:nvPr userDrawn="1"/>
          </p:nvGrpSpPr>
          <p:grpSpPr>
            <a:xfrm rot="20310956">
              <a:off x="356063" y="347548"/>
              <a:ext cx="1824574" cy="1081190"/>
              <a:chOff x="4175125" y="1726565"/>
              <a:chExt cx="1094105" cy="648335"/>
            </a:xfrm>
          </p:grpSpPr>
          <p:sp>
            <p:nvSpPr>
              <p:cNvPr id="169" name="Freeform 64"/>
              <p:cNvSpPr/>
              <p:nvPr userDrawn="1">
                <p:custDataLst>
                  <p:tags r:id="rId10"/>
                </p:custDataLst>
              </p:nvPr>
            </p:nvSpPr>
            <p:spPr bwMode="auto">
              <a:xfrm>
                <a:off x="4175125" y="1726565"/>
                <a:ext cx="1094105" cy="648335"/>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0" name="Rectangle 66"/>
              <p:cNvSpPr>
                <a:spLocks noChangeArrowheads="1"/>
              </p:cNvSpPr>
              <p:nvPr userDrawn="1">
                <p:custDataLst>
                  <p:tags r:id="rId11"/>
                </p:custDataLst>
              </p:nvPr>
            </p:nvSpPr>
            <p:spPr bwMode="auto">
              <a:xfrm>
                <a:off x="4249420" y="2235382"/>
                <a:ext cx="897255" cy="7048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71" name="Rectangle 67"/>
              <p:cNvSpPr>
                <a:spLocks noChangeArrowheads="1"/>
              </p:cNvSpPr>
              <p:nvPr userDrawn="1">
                <p:custDataLst>
                  <p:tags r:id="rId12"/>
                </p:custDataLst>
              </p:nvPr>
            </p:nvSpPr>
            <p:spPr bwMode="auto">
              <a:xfrm>
                <a:off x="4249420" y="2116728"/>
                <a:ext cx="504190" cy="717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72" name="Rectangle 68"/>
              <p:cNvSpPr>
                <a:spLocks noChangeArrowheads="1"/>
              </p:cNvSpPr>
              <p:nvPr userDrawn="1">
                <p:custDataLst>
                  <p:tags r:id="rId13"/>
                </p:custDataLst>
              </p:nvPr>
            </p:nvSpPr>
            <p:spPr bwMode="auto">
              <a:xfrm>
                <a:off x="4245610" y="1786255"/>
                <a:ext cx="275590" cy="22669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73" name="Rectangle 69"/>
              <p:cNvSpPr>
                <a:spLocks noChangeArrowheads="1"/>
              </p:cNvSpPr>
              <p:nvPr userDrawn="1">
                <p:custDataLst>
                  <p:tags r:id="rId14"/>
                </p:custDataLst>
              </p:nvPr>
            </p:nvSpPr>
            <p:spPr bwMode="auto">
              <a:xfrm>
                <a:off x="4573905" y="1786255"/>
                <a:ext cx="276860" cy="226695"/>
              </a:xfrm>
              <a:prstGeom prst="rect">
                <a:avLst/>
              </a:prstGeom>
              <a:solidFill>
                <a:schemeClr val="accent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74" name="Rectangle 70"/>
              <p:cNvSpPr>
                <a:spLocks noChangeArrowheads="1"/>
              </p:cNvSpPr>
              <p:nvPr userDrawn="1">
                <p:custDataLst>
                  <p:tags r:id="rId15"/>
                </p:custDataLst>
              </p:nvPr>
            </p:nvSpPr>
            <p:spPr bwMode="auto">
              <a:xfrm>
                <a:off x="4903470" y="1786255"/>
                <a:ext cx="275590" cy="226695"/>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grpSp>
        <p:pic>
          <p:nvPicPr>
            <p:cNvPr id="48" name="图片 47"/>
            <p:cNvPicPr>
              <a:picLocks noChangeAspect="1"/>
            </p:cNvPicPr>
            <p:nvPr userDrawn="1">
              <p:custDataLst>
                <p:tags r:id="rId8"/>
              </p:custDataLst>
            </p:nvPr>
          </p:nvPicPr>
          <p:blipFill>
            <a:blip r:embed="rId17">
              <a:extLst>
                <a:ext uri="{28A0092B-C50C-407E-A947-70E740481C1C}">
                  <a14:useLocalDpi xmlns:a14="http://schemas.microsoft.com/office/drawing/2010/main" val="0"/>
                </a:ext>
              </a:extLst>
            </a:blip>
            <a:stretch>
              <a:fillRect/>
            </a:stretch>
          </p:blipFill>
          <p:spPr>
            <a:xfrm>
              <a:off x="10105396" y="4729291"/>
              <a:ext cx="1909036" cy="2060800"/>
            </a:xfrm>
            <a:prstGeom prst="rect">
              <a:avLst/>
            </a:prstGeom>
          </p:spPr>
        </p:pic>
        <p:pic>
          <p:nvPicPr>
            <p:cNvPr id="51" name="图片 50"/>
            <p:cNvPicPr>
              <a:picLocks noChangeAspect="1"/>
            </p:cNvPicPr>
            <p:nvPr userDrawn="1">
              <p:custDataLst>
                <p:tags r:id="rId9"/>
              </p:custDataLst>
            </p:nvPr>
          </p:nvPicPr>
          <p:blipFill>
            <a:blip r:embed="rId18">
              <a:extLst>
                <a:ext uri="{28A0092B-C50C-407E-A947-70E740481C1C}">
                  <a14:useLocalDpi xmlns:a14="http://schemas.microsoft.com/office/drawing/2010/main" val="0"/>
                </a:ext>
              </a:extLst>
            </a:blip>
            <a:stretch>
              <a:fillRect/>
            </a:stretch>
          </p:blipFill>
          <p:spPr>
            <a:xfrm>
              <a:off x="313800" y="4590091"/>
              <a:ext cx="737680" cy="2267909"/>
            </a:xfrm>
            <a:prstGeom prst="rect">
              <a:avLst/>
            </a:prstGeom>
          </p:spPr>
        </p:pic>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5" name="图片 4"/>
          <p:cNvPicPr/>
          <p:nvPr userDrawn="1">
            <p:custDataLst>
              <p:tags r:id="rId1"/>
            </p:custDataLst>
          </p:nvPr>
        </p:nvPicPr>
        <p:blipFill>
          <a:blip r:embed="rId9" r:link="rId10" cstate="print">
            <a:extLst>
              <a:ext uri="{28A0092B-C50C-407E-A947-70E740481C1C}">
                <a14:useLocalDpi xmlns:a14="http://schemas.microsoft.com/office/drawing/2010/main" val="0"/>
              </a:ext>
            </a:extLst>
          </a:blip>
          <a:stretch>
            <a:fillRect/>
          </a:stretch>
        </p:blipFill>
        <p:spPr>
          <a:xfrm>
            <a:off x="457200" y="514350"/>
            <a:ext cx="4114800" cy="4114800"/>
          </a:xfrm>
          <a:prstGeom prst="rect">
            <a:avLst/>
          </a:prstGeom>
        </p:spPr>
      </p:pic>
      <p:sp>
        <p:nvSpPr>
          <p:cNvPr id="16" name="日期占位符 15"/>
          <p:cNvSpPr>
            <a:spLocks noGrp="1"/>
          </p:cNvSpPr>
          <p:nvPr>
            <p:ph type="dt" sz="half" idx="10"/>
            <p:custDataLst>
              <p:tags r:id="rId2"/>
            </p:custDataLst>
          </p:nvPr>
        </p:nvSpPr>
        <p:spPr/>
        <p:txBody>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2023/9/5</a:t>
            </a:fld>
            <a:endParaRPr lang="zh-CN" altLang="en-US"/>
          </a:p>
        </p:txBody>
      </p:sp>
      <p:sp>
        <p:nvSpPr>
          <p:cNvPr id="17" name="页脚占位符 16"/>
          <p:cNvSpPr>
            <a:spLocks noGrp="1"/>
          </p:cNvSpPr>
          <p:nvPr>
            <p:ph type="ftr" sz="quarter" idx="11"/>
            <p:custDataLst>
              <p:tags r:id="rId3"/>
            </p:custDataLst>
          </p:nvPr>
        </p:nvSpPr>
        <p:spPr/>
        <p:txBody>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18" name="灯片编号占位符 17"/>
          <p:cNvSpPr>
            <a:spLocks noGrp="1"/>
          </p:cNvSpPr>
          <p:nvPr>
            <p:ph type="sldNum" sz="quarter" idx="12"/>
            <p:custDataLst>
              <p:tags r:id="rId4"/>
            </p:custDataLst>
          </p:nvPr>
        </p:nvSpPr>
        <p:spPr/>
        <p:txBody>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
        <p:nvSpPr>
          <p:cNvPr id="2" name="标题 1"/>
          <p:cNvSpPr>
            <a:spLocks noGrp="1"/>
          </p:cNvSpPr>
          <p:nvPr>
            <p:ph type="ctrTitle" idx="13" hasCustomPrompt="1"/>
            <p:custDataLst>
              <p:tags r:id="rId5"/>
            </p:custDataLst>
          </p:nvPr>
        </p:nvSpPr>
        <p:spPr>
          <a:xfrm>
            <a:off x="4810601" y="1542574"/>
            <a:ext cx="4058126" cy="728186"/>
          </a:xfrm>
        </p:spPr>
        <p:txBody>
          <a:bodyPr vert="horz" lIns="0" tIns="0" rIns="0" bIns="0" rtlCol="0" anchor="ctr" anchorCtr="0">
            <a:normAutofit/>
          </a:bodyPr>
          <a:lstStyle>
            <a:lvl1pPr>
              <a:defRPr lang="zh-CN" altLang="en-US" sz="4050" b="0" spc="600" baseline="0">
                <a:ln>
                  <a:noFill/>
                </a:ln>
                <a:solidFill>
                  <a:schemeClr val="tx1">
                    <a:lumMod val="85000"/>
                    <a:lumOff val="15000"/>
                  </a:schemeClr>
                </a:solidFill>
                <a:effectLst/>
                <a:uLnTx/>
                <a:latin typeface="Arial" panose="020B0604020202020204" pitchFamily="34" charset="0"/>
                <a:ea typeface="汉仪旗黑-85S" panose="00020600040101010101" pitchFamily="18" charset="-122"/>
              </a:defRPr>
            </a:lvl1pPr>
          </a:lstStyle>
          <a:p>
            <a:pPr marL="0" lvl="0">
              <a:spcAft>
                <a:spcPts val="0"/>
              </a:spcAft>
              <a:buClrTx/>
              <a:buSzTx/>
              <a:buFontTx/>
            </a:pPr>
            <a:r>
              <a:rPr lang="zh-CN" altLang="en-US"/>
              <a:t>编辑标题</a:t>
            </a:r>
          </a:p>
        </p:txBody>
      </p:sp>
      <p:sp>
        <p:nvSpPr>
          <p:cNvPr id="3" name="副标题 2"/>
          <p:cNvSpPr>
            <a:spLocks noGrp="1"/>
          </p:cNvSpPr>
          <p:nvPr>
            <p:ph type="subTitle" idx="14" hasCustomPrompt="1"/>
            <p:custDataLst>
              <p:tags r:id="rId6"/>
            </p:custDataLst>
          </p:nvPr>
        </p:nvSpPr>
        <p:spPr>
          <a:xfrm>
            <a:off x="4810601" y="2424113"/>
            <a:ext cx="4058603" cy="1177290"/>
          </a:xfrm>
        </p:spPr>
        <p:txBody>
          <a:bodyPr vert="horz" wrap="square" lIns="0" tIns="0" rIns="0" bIns="0" rtlCol="0" anchor="t">
            <a:normAutofit/>
          </a:bodyPr>
          <a:lstStyle>
            <a:lvl1pPr>
              <a:defRPr lang="zh-CN" altLang="en-US">
                <a:ln>
                  <a:noFill/>
                </a:ln>
                <a:solidFill>
                  <a:schemeClr val="tx1">
                    <a:lumMod val="65000"/>
                    <a:lumOff val="35000"/>
                  </a:schemeClr>
                </a:solidFill>
                <a:effectLst/>
                <a:uLnTx/>
                <a:latin typeface="Arial" panose="020B0604020202020204" pitchFamily="34" charset="0"/>
                <a:ea typeface="微软雅黑" panose="020B0503020204020204" pitchFamily="34" charset="-122"/>
                <a:cs typeface="微软雅黑" panose="020B0503020204020204" pitchFamily="34" charset="-122"/>
              </a:defRPr>
            </a:lvl1pPr>
          </a:lstStyle>
          <a:p>
            <a:pPr marL="0" lvl="0" indent="0">
              <a:lnSpc>
                <a:spcPct val="120000"/>
              </a:lnSpc>
              <a:spcBef>
                <a:spcPts val="800"/>
              </a:spcBef>
              <a:spcAft>
                <a:spcPts val="0"/>
              </a:spcAft>
              <a:buClrTx/>
              <a:buSzTx/>
              <a:buNone/>
            </a:pPr>
            <a:r>
              <a:rPr lang="zh-CN" altLang="en-US"/>
              <a:t>单击此处编辑副标题</a:t>
            </a:r>
          </a:p>
        </p:txBody>
      </p:sp>
      <p:cxnSp>
        <p:nvCxnSpPr>
          <p:cNvPr id="8" name="直接连接符 7"/>
          <p:cNvCxnSpPr/>
          <p:nvPr userDrawn="1">
            <p:custDataLst>
              <p:tags r:id="rId7"/>
            </p:custDataLst>
          </p:nvPr>
        </p:nvCxnSpPr>
        <p:spPr>
          <a:xfrm flipV="1">
            <a:off x="4545330" y="1481614"/>
            <a:ext cx="0" cy="2119789"/>
          </a:xfrm>
          <a:prstGeom prst="line">
            <a:avLst/>
          </a:prstGeom>
          <a:ln w="63500"/>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8" name="图片 7"/>
          <p:cNvPicPr/>
          <p:nvPr userDrawn="1">
            <p:custDataLst>
              <p:tags r:id="rId1"/>
            </p:custDataLst>
          </p:nvPr>
        </p:nvPicPr>
        <p:blipFill>
          <a:blip r:embed="rId9" r:link="rId10" cstate="print">
            <a:extLst>
              <a:ext uri="{28A0092B-C50C-407E-A947-70E740481C1C}">
                <a14:useLocalDpi xmlns:a14="http://schemas.microsoft.com/office/drawing/2010/main" val="0"/>
              </a:ext>
            </a:extLst>
          </a:blip>
          <a:stretch>
            <a:fillRect/>
          </a:stretch>
        </p:blipFill>
        <p:spPr>
          <a:xfrm>
            <a:off x="0" y="0"/>
            <a:ext cx="540068" cy="542925"/>
          </a:xfrm>
          <a:prstGeom prst="rect">
            <a:avLst/>
          </a:prstGeom>
        </p:spPr>
      </p:pic>
      <p:pic>
        <p:nvPicPr>
          <p:cNvPr id="7" name="图片 6"/>
          <p:cNvPicPr/>
          <p:nvPr userDrawn="1">
            <p:custDataLst>
              <p:tags r:id="rId2"/>
            </p:custDataLst>
          </p:nvPr>
        </p:nvPicPr>
        <p:blipFill>
          <a:blip r:embed="rId11" r:link="rId12" cstate="print">
            <a:extLst>
              <a:ext uri="{28A0092B-C50C-407E-A947-70E740481C1C}">
                <a14:useLocalDpi xmlns:a14="http://schemas.microsoft.com/office/drawing/2010/main" val="0"/>
              </a:ext>
            </a:extLst>
          </a:blip>
          <a:stretch>
            <a:fillRect/>
          </a:stretch>
        </p:blipFill>
        <p:spPr>
          <a:xfrm>
            <a:off x="8603933" y="0"/>
            <a:ext cx="540068" cy="542925"/>
          </a:xfrm>
          <a:prstGeom prst="rect">
            <a:avLst/>
          </a:prstGeom>
        </p:spPr>
      </p:pic>
      <p:sp>
        <p:nvSpPr>
          <p:cNvPr id="2" name="标题 1"/>
          <p:cNvSpPr>
            <a:spLocks noGrp="1"/>
          </p:cNvSpPr>
          <p:nvPr>
            <p:ph type="title"/>
            <p:custDataLst>
              <p:tags r:id="rId3"/>
            </p:custDataLst>
          </p:nvPr>
        </p:nvSpPr>
        <p:spPr>
          <a:xfrm>
            <a:off x="502412" y="332426"/>
            <a:ext cx="8139178" cy="331473"/>
          </a:xfrm>
        </p:spPr>
        <p:txBody>
          <a:bodyPr vert="horz" lIns="90170" tIns="46990" rIns="90170" bIns="46990" rtlCol="0" anchor="ctr" anchorCtr="0">
            <a:noAutofit/>
          </a:bodyPr>
          <a:lstStyle>
            <a:lvl1pPr marL="0" marR="0" algn="l" defTabSz="914400" rtl="0" eaLnBrk="1" fontAlgn="auto" latinLnBrk="0" hangingPunct="1">
              <a:lnSpc>
                <a:spcPct val="100000"/>
              </a:lnSpc>
              <a:buNone/>
              <a:defRPr kumimoji="0" lang="zh-CN" altLang="en-US" sz="18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4"/>
            </p:custDataLst>
          </p:nvPr>
        </p:nvSpPr>
        <p:spPr>
          <a:xfrm>
            <a:off x="502412" y="714381"/>
            <a:ext cx="8139178" cy="4041680"/>
          </a:xfrm>
        </p:spPr>
        <p:txBody>
          <a:bodyPr vert="horz"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5"/>
            </p:custDataLst>
          </p:nvPr>
        </p:nvSpPr>
        <p:spPr/>
        <p:txBody>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2023/9/5</a:t>
            </a:fld>
            <a:endParaRPr lang="zh-CN" altLang="en-US"/>
          </a:p>
        </p:txBody>
      </p:sp>
      <p:sp>
        <p:nvSpPr>
          <p:cNvPr id="5" name="页脚占位符 4"/>
          <p:cNvSpPr>
            <a:spLocks noGrp="1"/>
          </p:cNvSpPr>
          <p:nvPr>
            <p:ph type="ftr" sz="quarter" idx="11"/>
            <p:custDataLst>
              <p:tags r:id="rId6"/>
            </p:custDataLst>
          </p:nvPr>
        </p:nvSpPr>
        <p:spPr/>
        <p:txBody>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6" name="灯片编号占位符 5"/>
          <p:cNvSpPr>
            <a:spLocks noGrp="1"/>
          </p:cNvSpPr>
          <p:nvPr>
            <p:ph type="sldNum" sz="quarter" idx="12"/>
            <p:custDataLst>
              <p:tags r:id="rId7"/>
            </p:custDataLst>
          </p:nvPr>
        </p:nvSpPr>
        <p:spPr/>
        <p:txBody>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9" name="图片 8"/>
          <p:cNvPicPr/>
          <p:nvPr userDrawn="1">
            <p:custDataLst>
              <p:tags r:id="rId1"/>
            </p:custDataLst>
          </p:nvPr>
        </p:nvPicPr>
        <p:blipFill>
          <a:blip r:embed="rId4" r:link="rId5" cstate="print">
            <a:extLst>
              <a:ext uri="{28A0092B-C50C-407E-A947-70E740481C1C}">
                <a14:useLocalDpi xmlns:a14="http://schemas.microsoft.com/office/drawing/2010/main" val="0"/>
              </a:ext>
            </a:extLst>
          </a:blip>
          <a:stretch>
            <a:fillRect/>
          </a:stretch>
        </p:blipFill>
        <p:spPr>
          <a:xfrm>
            <a:off x="0" y="1047750"/>
            <a:ext cx="1524000" cy="3048000"/>
          </a:xfrm>
          <a:prstGeom prst="rect">
            <a:avLst/>
          </a:prstGeom>
        </p:spPr>
      </p:pic>
      <p:pic>
        <p:nvPicPr>
          <p:cNvPr id="8" name="图片 7"/>
          <p:cNvPicPr/>
          <p:nvPr userDrawn="1">
            <p:custDataLst>
              <p:tags r:id="rId2"/>
            </p:custDataLst>
          </p:nvPr>
        </p:nvPicPr>
        <p:blipFill>
          <a:blip r:embed="rId6" r:link="rId7" cstate="print">
            <a:extLst>
              <a:ext uri="{28A0092B-C50C-407E-A947-70E740481C1C}">
                <a14:useLocalDpi xmlns:a14="http://schemas.microsoft.com/office/drawing/2010/main" val="0"/>
              </a:ext>
            </a:extLst>
          </a:blip>
          <a:stretch>
            <a:fillRect/>
          </a:stretch>
        </p:blipFill>
        <p:spPr>
          <a:xfrm>
            <a:off x="7620000" y="1047750"/>
            <a:ext cx="1524000" cy="3048000"/>
          </a:xfrm>
          <a:prstGeom prst="rect">
            <a:avLst/>
          </a:prstGeom>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9" name="图片 8"/>
          <p:cNvPicPr/>
          <p:nvPr userDrawn="1">
            <p:custDataLst>
              <p:tags r:id="rId1"/>
            </p:custDataLst>
          </p:nvPr>
        </p:nvPicPr>
        <p:blipFill>
          <a:blip r:embed="rId10" r:link="rId11" cstate="print">
            <a:extLst>
              <a:ext uri="{28A0092B-C50C-407E-A947-70E740481C1C}">
                <a14:useLocalDpi xmlns:a14="http://schemas.microsoft.com/office/drawing/2010/main" val="0"/>
              </a:ext>
            </a:extLst>
          </a:blip>
          <a:stretch>
            <a:fillRect/>
          </a:stretch>
        </p:blipFill>
        <p:spPr>
          <a:xfrm>
            <a:off x="0" y="0"/>
            <a:ext cx="540068" cy="542925"/>
          </a:xfrm>
          <a:prstGeom prst="rect">
            <a:avLst/>
          </a:prstGeom>
        </p:spPr>
      </p:pic>
      <p:pic>
        <p:nvPicPr>
          <p:cNvPr id="8" name="图片 7"/>
          <p:cNvPicPr/>
          <p:nvPr userDrawn="1">
            <p:custDataLst>
              <p:tags r:id="rId2"/>
            </p:custDataLst>
          </p:nvPr>
        </p:nvPicPr>
        <p:blipFill>
          <a:blip r:embed="rId12" r:link="rId13" cstate="print">
            <a:extLst>
              <a:ext uri="{28A0092B-C50C-407E-A947-70E740481C1C}">
                <a14:useLocalDpi xmlns:a14="http://schemas.microsoft.com/office/drawing/2010/main" val="0"/>
              </a:ext>
            </a:extLst>
          </a:blip>
          <a:stretch>
            <a:fillRect/>
          </a:stretch>
        </p:blipFill>
        <p:spPr>
          <a:xfrm>
            <a:off x="8603933" y="0"/>
            <a:ext cx="540068" cy="542925"/>
          </a:xfrm>
          <a:prstGeom prst="rect">
            <a:avLst/>
          </a:prstGeom>
        </p:spPr>
      </p:pic>
      <p:sp>
        <p:nvSpPr>
          <p:cNvPr id="2" name="标题 1"/>
          <p:cNvSpPr>
            <a:spLocks noGrp="1"/>
          </p:cNvSpPr>
          <p:nvPr>
            <p:ph type="title"/>
            <p:custDataLst>
              <p:tags r:id="rId3"/>
            </p:custDataLst>
          </p:nvPr>
        </p:nvSpPr>
        <p:spPr>
          <a:xfrm>
            <a:off x="502412" y="332426"/>
            <a:ext cx="8139178" cy="331473"/>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18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内容占位符 2"/>
          <p:cNvSpPr>
            <a:spLocks noGrp="1"/>
          </p:cNvSpPr>
          <p:nvPr>
            <p:ph sz="half" idx="1"/>
            <p:custDataLst>
              <p:tags r:id="rId4"/>
            </p:custDataLst>
          </p:nvPr>
        </p:nvSpPr>
        <p:spPr>
          <a:xfrm>
            <a:off x="502448" y="714381"/>
            <a:ext cx="3962432" cy="4041680"/>
          </a:xfrm>
        </p:spPr>
        <p:txBody>
          <a:bodyPr vert="horz"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5"/>
            </p:custDataLst>
          </p:nvPr>
        </p:nvSpPr>
        <p:spPr>
          <a:xfrm>
            <a:off x="4679158" y="714381"/>
            <a:ext cx="3962432" cy="4041680"/>
          </a:xfrm>
        </p:spPr>
        <p:txBody>
          <a:bodyPr lIns="90170" tIns="46990" rIns="90170" bIns="46990">
            <a:normAutofit/>
          </a:bodyPr>
          <a:lstStyle>
            <a:lvl1pPr eaLnBrk="1" fontAlgn="auto" latinLnBrk="0" hangingPunct="1">
              <a:defRPr sz="1200">
                <a:solidFill>
                  <a:schemeClr val="tx1"/>
                </a:solidFill>
                <a:latin typeface="Arial" panose="020B0604020202020204" pitchFamily="34" charset="0"/>
                <a:ea typeface="微软雅黑" panose="020B0503020204020204" pitchFamily="34" charset="-122"/>
              </a:defRPr>
            </a:lvl1pPr>
            <a:lvl2pPr eaLnBrk="1" fontAlgn="auto" latinLnBrk="0" hangingPunct="1">
              <a:defRPr sz="1200">
                <a:solidFill>
                  <a:schemeClr val="tx1"/>
                </a:solidFill>
                <a:latin typeface="Arial" panose="020B0604020202020204" pitchFamily="34" charset="0"/>
                <a:ea typeface="微软雅黑" panose="020B0503020204020204" pitchFamily="34" charset="-122"/>
              </a:defRPr>
            </a:lvl2pPr>
            <a:lvl3pPr eaLnBrk="1" fontAlgn="auto" latinLnBrk="0" hangingPunct="1">
              <a:defRPr sz="1200">
                <a:solidFill>
                  <a:schemeClr val="tx1"/>
                </a:solidFill>
                <a:latin typeface="Arial" panose="020B0604020202020204" pitchFamily="34" charset="0"/>
                <a:ea typeface="微软雅黑" panose="020B0503020204020204" pitchFamily="34" charset="-122"/>
              </a:defRPr>
            </a:lvl3pPr>
            <a:lvl4pPr eaLnBrk="1" fontAlgn="auto" latinLnBrk="0" hangingPunct="1">
              <a:defRPr sz="1200">
                <a:solidFill>
                  <a:schemeClr val="tx1"/>
                </a:solidFill>
                <a:latin typeface="Arial" panose="020B0604020202020204" pitchFamily="34" charset="0"/>
                <a:ea typeface="微软雅黑" panose="020B0503020204020204" pitchFamily="34" charset="-122"/>
              </a:defRPr>
            </a:lvl4pPr>
            <a:lvl5pPr eaLnBrk="1" fontAlgn="auto" latinLnBrk="0" hangingPunct="1">
              <a:defRPr sz="120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6"/>
            </p:custDataLst>
          </p:nvPr>
        </p:nvSpPr>
        <p:spPr/>
        <p:txBody>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2023/9/5</a:t>
            </a:fld>
            <a:endParaRPr lang="zh-CN" altLang="en-US"/>
          </a:p>
        </p:txBody>
      </p:sp>
      <p:sp>
        <p:nvSpPr>
          <p:cNvPr id="6" name="页脚占位符 5"/>
          <p:cNvSpPr>
            <a:spLocks noGrp="1"/>
          </p:cNvSpPr>
          <p:nvPr>
            <p:ph type="ftr" sz="quarter" idx="11"/>
            <p:custDataLst>
              <p:tags r:id="rId7"/>
            </p:custDataLst>
          </p:nvPr>
        </p:nvSpPr>
        <p:spPr/>
        <p:txBody>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7" name="灯片编号占位符 6"/>
          <p:cNvSpPr>
            <a:spLocks noGrp="1"/>
          </p:cNvSpPr>
          <p:nvPr>
            <p:ph type="sldNum" sz="quarter" idx="12"/>
            <p:custDataLst>
              <p:tags r:id="rId8"/>
            </p:custDataLst>
          </p:nvPr>
        </p:nvSpPr>
        <p:spPr/>
        <p:txBody>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1" name="图片 10"/>
          <p:cNvPicPr/>
          <p:nvPr userDrawn="1">
            <p:custDataLst>
              <p:tags r:id="rId1"/>
            </p:custDataLst>
          </p:nvPr>
        </p:nvPicPr>
        <p:blipFill>
          <a:blip r:embed="rId12" r:link="rId13" cstate="print">
            <a:extLst>
              <a:ext uri="{28A0092B-C50C-407E-A947-70E740481C1C}">
                <a14:useLocalDpi xmlns:a14="http://schemas.microsoft.com/office/drawing/2010/main" val="0"/>
              </a:ext>
            </a:extLst>
          </a:blip>
          <a:stretch>
            <a:fillRect/>
          </a:stretch>
        </p:blipFill>
        <p:spPr>
          <a:xfrm>
            <a:off x="0" y="0"/>
            <a:ext cx="540068" cy="542925"/>
          </a:xfrm>
          <a:prstGeom prst="rect">
            <a:avLst/>
          </a:prstGeom>
        </p:spPr>
      </p:pic>
      <p:pic>
        <p:nvPicPr>
          <p:cNvPr id="10" name="图片 9"/>
          <p:cNvPicPr/>
          <p:nvPr userDrawn="1">
            <p:custDataLst>
              <p:tags r:id="rId2"/>
            </p:custDataLst>
          </p:nvPr>
        </p:nvPicPr>
        <p:blipFill>
          <a:blip r:embed="rId14" r:link="rId15" cstate="print">
            <a:extLst>
              <a:ext uri="{28A0092B-C50C-407E-A947-70E740481C1C}">
                <a14:useLocalDpi xmlns:a14="http://schemas.microsoft.com/office/drawing/2010/main" val="0"/>
              </a:ext>
            </a:extLst>
          </a:blip>
          <a:stretch>
            <a:fillRect/>
          </a:stretch>
        </p:blipFill>
        <p:spPr>
          <a:xfrm>
            <a:off x="8603933" y="0"/>
            <a:ext cx="540068" cy="542925"/>
          </a:xfrm>
          <a:prstGeom prst="rect">
            <a:avLst/>
          </a:prstGeom>
        </p:spPr>
      </p:pic>
      <p:sp>
        <p:nvSpPr>
          <p:cNvPr id="2" name="标题 1"/>
          <p:cNvSpPr>
            <a:spLocks noGrp="1"/>
          </p:cNvSpPr>
          <p:nvPr>
            <p:ph type="title"/>
            <p:custDataLst>
              <p:tags r:id="rId3"/>
            </p:custDataLst>
          </p:nvPr>
        </p:nvSpPr>
        <p:spPr>
          <a:xfrm>
            <a:off x="502412" y="332426"/>
            <a:ext cx="8139178" cy="331473"/>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18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4"/>
            </p:custDataLst>
          </p:nvPr>
        </p:nvSpPr>
        <p:spPr>
          <a:xfrm>
            <a:off x="502448" y="714381"/>
            <a:ext cx="3962432" cy="285752"/>
          </a:xfrm>
        </p:spPr>
        <p:txBody>
          <a:bodyPr lIns="90170" tIns="46990" rIns="90170" bIns="46990" anchor="ctr" anchorCtr="0">
            <a:noAutofit/>
          </a:bodyPr>
          <a:lstStyle>
            <a:lvl1pPr marL="0" indent="0" eaLnBrk="1" fontAlgn="auto" latinLnBrk="0" hangingPunct="1">
              <a:lnSpc>
                <a:spcPct val="100000"/>
              </a:lnSpc>
              <a:spcAft>
                <a:spcPts val="0"/>
              </a:spcAft>
              <a:buNone/>
              <a:defRPr sz="1500" b="0" u="none" strike="noStrike" kern="1200" cap="none" spc="200" normalizeH="0" baseline="0">
                <a:solidFill>
                  <a:schemeClr val="tx1"/>
                </a:solidFill>
                <a:uFillTx/>
                <a:latin typeface="Arial" panose="020B0604020202020204" pitchFamily="34" charset="0"/>
                <a:ea typeface="微软雅黑" panose="020B0503020204020204" pitchFamily="3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单击此处编辑文本</a:t>
            </a:r>
          </a:p>
        </p:txBody>
      </p:sp>
      <p:sp>
        <p:nvSpPr>
          <p:cNvPr id="4" name="内容占位符 3"/>
          <p:cNvSpPr>
            <a:spLocks noGrp="1"/>
          </p:cNvSpPr>
          <p:nvPr>
            <p:ph sz="half" idx="2"/>
            <p:custDataLst>
              <p:tags r:id="rId5"/>
            </p:custDataLst>
          </p:nvPr>
        </p:nvSpPr>
        <p:spPr>
          <a:xfrm>
            <a:off x="502444" y="1054894"/>
            <a:ext cx="3962400" cy="3701064"/>
          </a:xfrm>
        </p:spPr>
        <p:txBody>
          <a:bodyPr vert="horz"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6"/>
            </p:custDataLst>
          </p:nvPr>
        </p:nvSpPr>
        <p:spPr>
          <a:xfrm>
            <a:off x="4676813" y="714381"/>
            <a:ext cx="3962432" cy="285752"/>
          </a:xfrm>
        </p:spPr>
        <p:txBody>
          <a:bodyPr vert="horz" lIns="90170" tIns="46990" rIns="90170" bIns="46990" rtlCol="0" anchor="ctr"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15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a:sym typeface="+mn-ea"/>
              </a:rPr>
              <a:t>单击此处编辑文本</a:t>
            </a:r>
          </a:p>
        </p:txBody>
      </p:sp>
      <p:sp>
        <p:nvSpPr>
          <p:cNvPr id="6" name="内容占位符 5"/>
          <p:cNvSpPr>
            <a:spLocks noGrp="1"/>
          </p:cNvSpPr>
          <p:nvPr>
            <p:ph sz="quarter" idx="4"/>
            <p:custDataLst>
              <p:tags r:id="rId7"/>
            </p:custDataLst>
          </p:nvPr>
        </p:nvSpPr>
        <p:spPr>
          <a:xfrm>
            <a:off x="4676813" y="1054894"/>
            <a:ext cx="3962432" cy="3701064"/>
          </a:xfrm>
        </p:spPr>
        <p:txBody>
          <a:bodyPr vert="horz"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8"/>
            </p:custDataLst>
          </p:nvPr>
        </p:nvSpPr>
        <p:spPr/>
        <p:txBody>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2023/9/5</a:t>
            </a:fld>
            <a:endParaRPr lang="zh-CN" altLang="en-US"/>
          </a:p>
        </p:txBody>
      </p:sp>
      <p:sp>
        <p:nvSpPr>
          <p:cNvPr id="8" name="页脚占位符 7"/>
          <p:cNvSpPr>
            <a:spLocks noGrp="1"/>
          </p:cNvSpPr>
          <p:nvPr>
            <p:ph type="ftr" sz="quarter" idx="11"/>
            <p:custDataLst>
              <p:tags r:id="rId9"/>
            </p:custDataLst>
          </p:nvPr>
        </p:nvSpPr>
        <p:spPr/>
        <p:txBody>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9" name="灯片编号占位符 8"/>
          <p:cNvSpPr>
            <a:spLocks noGrp="1"/>
          </p:cNvSpPr>
          <p:nvPr>
            <p:ph type="sldNum" sz="quarter" idx="12"/>
            <p:custDataLst>
              <p:tags r:id="rId10"/>
            </p:custDataLst>
          </p:nvPr>
        </p:nvSpPr>
        <p:spPr/>
        <p:txBody>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7" name="图片 6"/>
          <p:cNvPicPr/>
          <p:nvPr userDrawn="1">
            <p:custDataLst>
              <p:tags r:id="rId1"/>
            </p:custDataLst>
          </p:nvPr>
        </p:nvPicPr>
        <p:blipFill>
          <a:blip r:embed="rId8" r:link="rId9" cstate="print">
            <a:extLst>
              <a:ext uri="{28A0092B-C50C-407E-A947-70E740481C1C}">
                <a14:useLocalDpi xmlns:a14="http://schemas.microsoft.com/office/drawing/2010/main" val="0"/>
              </a:ext>
            </a:extLst>
          </a:blip>
          <a:stretch>
            <a:fillRect/>
          </a:stretch>
        </p:blipFill>
        <p:spPr>
          <a:xfrm>
            <a:off x="5623560" y="925830"/>
            <a:ext cx="3291840" cy="3291840"/>
          </a:xfrm>
          <a:prstGeom prst="rect">
            <a:avLst/>
          </a:prstGeom>
        </p:spPr>
      </p:pic>
      <p:sp>
        <p:nvSpPr>
          <p:cNvPr id="6" name="矩形 5"/>
          <p:cNvSpPr/>
          <p:nvPr userDrawn="1">
            <p:custDataLst>
              <p:tags r:id="rId2"/>
            </p:custDataLst>
          </p:nvPr>
        </p:nvSpPr>
        <p:spPr>
          <a:xfrm>
            <a:off x="0" y="0"/>
            <a:ext cx="5486400" cy="51435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custDataLst>
              <p:tags r:id="rId3"/>
            </p:custDataLst>
          </p:nvPr>
        </p:nvSpPr>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1800" b="0" i="0" u="none" strike="noStrike" kern="1200" cap="none" spc="200" normalizeH="0" baseline="0" noProof="1" dirty="0">
                <a:solidFill>
                  <a:schemeClr val="tx1"/>
                </a:solidFill>
                <a:uFillTx/>
                <a:latin typeface="Arial" panose="020B0604020202020204" pitchFamily="34" charset="0"/>
                <a:ea typeface="汉仪旗黑-85S" panose="00020600040101010101" pitchFamily="18"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2023/9/5</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2023/9/5</a:t>
            </a:fld>
            <a:endParaRPr lang="zh-CN" altLang="en-US"/>
          </a:p>
        </p:txBody>
      </p:sp>
      <p:sp>
        <p:nvSpPr>
          <p:cNvPr id="3" name="页脚占位符 2"/>
          <p:cNvSpPr>
            <a:spLocks noGrp="1"/>
          </p:cNvSpPr>
          <p:nvPr>
            <p:ph type="ftr" sz="quarter" idx="11"/>
            <p:custDataLst>
              <p:tags r:id="rId2"/>
            </p:custDataLst>
          </p:nvPr>
        </p:nvSpPr>
        <p:spPr/>
        <p:txBody>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4" name="灯片编号占位符 3"/>
          <p:cNvSpPr>
            <a:spLocks noGrp="1"/>
          </p:cNvSpPr>
          <p:nvPr>
            <p:ph type="sldNum" sz="quarter" idx="12"/>
            <p:custDataLst>
              <p:tags r:id="rId3"/>
            </p:custDataLst>
          </p:nvPr>
        </p:nvSpPr>
        <p:spPr/>
        <p:txBody>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pic>
        <p:nvPicPr>
          <p:cNvPr id="9" name="图片 8"/>
          <p:cNvPicPr/>
          <p:nvPr userDrawn="1">
            <p:custDataLst>
              <p:tags r:id="rId1"/>
            </p:custDataLst>
          </p:nvPr>
        </p:nvPicPr>
        <p:blipFill>
          <a:blip r:embed="rId10" r:link="rId11" cstate="print">
            <a:extLst>
              <a:ext uri="{28A0092B-C50C-407E-A947-70E740481C1C}">
                <a14:useLocalDpi xmlns:a14="http://schemas.microsoft.com/office/drawing/2010/main" val="0"/>
              </a:ext>
            </a:extLst>
          </a:blip>
          <a:stretch>
            <a:fillRect/>
          </a:stretch>
        </p:blipFill>
        <p:spPr>
          <a:xfrm>
            <a:off x="0" y="0"/>
            <a:ext cx="540068" cy="542925"/>
          </a:xfrm>
          <a:prstGeom prst="rect">
            <a:avLst/>
          </a:prstGeom>
        </p:spPr>
      </p:pic>
      <p:pic>
        <p:nvPicPr>
          <p:cNvPr id="8" name="图片 7"/>
          <p:cNvPicPr/>
          <p:nvPr userDrawn="1">
            <p:custDataLst>
              <p:tags r:id="rId2"/>
            </p:custDataLst>
          </p:nvPr>
        </p:nvPicPr>
        <p:blipFill>
          <a:blip r:embed="rId12" r:link="rId13" cstate="print">
            <a:extLst>
              <a:ext uri="{28A0092B-C50C-407E-A947-70E740481C1C}">
                <a14:useLocalDpi xmlns:a14="http://schemas.microsoft.com/office/drawing/2010/main" val="0"/>
              </a:ext>
            </a:extLst>
          </a:blip>
          <a:stretch>
            <a:fillRect/>
          </a:stretch>
        </p:blipFill>
        <p:spPr>
          <a:xfrm>
            <a:off x="8603933" y="0"/>
            <a:ext cx="540068" cy="542925"/>
          </a:xfrm>
          <a:prstGeom prst="rect">
            <a:avLst/>
          </a:prstGeom>
        </p:spPr>
      </p:pic>
      <p:sp>
        <p:nvSpPr>
          <p:cNvPr id="2" name="标题 1"/>
          <p:cNvSpPr>
            <a:spLocks noGrp="1"/>
          </p:cNvSpPr>
          <p:nvPr>
            <p:ph type="title"/>
            <p:custDataLst>
              <p:tags r:id="rId3"/>
            </p:custDataLst>
          </p:nvPr>
        </p:nvSpPr>
        <p:spPr>
          <a:xfrm>
            <a:off x="502448" y="332426"/>
            <a:ext cx="8139178" cy="331473"/>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18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4"/>
            </p:custDataLst>
          </p:nvPr>
        </p:nvSpPr>
        <p:spPr>
          <a:xfrm>
            <a:off x="502448" y="714381"/>
            <a:ext cx="3962432" cy="4041680"/>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mn-lt"/>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5"/>
            </p:custDataLst>
          </p:nvPr>
        </p:nvSpPr>
        <p:spPr>
          <a:xfrm>
            <a:off x="4679194" y="714381"/>
            <a:ext cx="3962432" cy="4041680"/>
          </a:xfrm>
        </p:spPr>
        <p:txBody>
          <a:bodyPr vert="horz"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6"/>
            </p:custDataLst>
          </p:nvPr>
        </p:nvSpPr>
        <p:spPr/>
        <p:txBody>
          <a:bodyPr/>
          <a:lstStyle>
            <a:lvl1pPr>
              <a:defRPr>
                <a:latin typeface="Arial" panose="020B0604020202020204" pitchFamily="34" charset="0"/>
                <a:ea typeface="微软雅黑" panose="020B0503020204020204" pitchFamily="34" charset="-122"/>
              </a:defRPr>
            </a:lvl1pPr>
          </a:lstStyle>
          <a:p>
            <a:fld id="{9EFD9D74-47D9-4702-A33C-335B63B48DBF}" type="datetimeFigureOut">
              <a:rPr lang="zh-CN" altLang="en-US" smtClean="0"/>
              <a:t>2023/9/5</a:t>
            </a:fld>
            <a:endParaRPr lang="zh-CN" altLang="en-US" dirty="0"/>
          </a:p>
        </p:txBody>
      </p:sp>
      <p:sp>
        <p:nvSpPr>
          <p:cNvPr id="6" name="页脚占位符 5"/>
          <p:cNvSpPr>
            <a:spLocks noGrp="1"/>
          </p:cNvSpPr>
          <p:nvPr>
            <p:ph type="ftr" sz="quarter" idx="11"/>
            <p:custDataLst>
              <p:tags r:id="rId7"/>
            </p:custDataLst>
          </p:nvPr>
        </p:nvSpPr>
        <p:spPr/>
        <p:txBody>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12"/>
            <p:custDataLst>
              <p:tags r:id="rId8"/>
            </p:custDataLst>
          </p:nvPr>
        </p:nvSpPr>
        <p:spPr/>
        <p:txBody>
          <a:bodyPr/>
          <a:lstStyle>
            <a:lvl1pPr>
              <a:defRPr>
                <a:latin typeface="Arial" panose="020B0604020202020204" pitchFamily="34" charset="0"/>
                <a:ea typeface="微软雅黑" panose="020B0503020204020204" pitchFamily="34" charset="-122"/>
              </a:defRPr>
            </a:lvl1pPr>
          </a:lstStyle>
          <a:p>
            <a:fld id="{FABC47A4-756D-490B-A52F-7D9E2C9FC05F}" type="slidenum">
              <a:rPr lang="zh-CN" altLang="en-US" smtClean="0"/>
              <a:t>‹#›</a:t>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pic>
        <p:nvPicPr>
          <p:cNvPr id="8" name="图片 7"/>
          <p:cNvPicPr/>
          <p:nvPr userDrawn="1">
            <p:custDataLst>
              <p:tags r:id="rId1"/>
            </p:custDataLst>
          </p:nvPr>
        </p:nvPicPr>
        <p:blipFill>
          <a:blip r:embed="rId9" r:link="rId10" cstate="print">
            <a:extLst>
              <a:ext uri="{28A0092B-C50C-407E-A947-70E740481C1C}">
                <a14:useLocalDpi xmlns:a14="http://schemas.microsoft.com/office/drawing/2010/main" val="0"/>
              </a:ext>
            </a:extLst>
          </a:blip>
          <a:stretch>
            <a:fillRect/>
          </a:stretch>
        </p:blipFill>
        <p:spPr>
          <a:xfrm>
            <a:off x="0" y="0"/>
            <a:ext cx="540068" cy="542925"/>
          </a:xfrm>
          <a:prstGeom prst="rect">
            <a:avLst/>
          </a:prstGeom>
        </p:spPr>
      </p:pic>
      <p:pic>
        <p:nvPicPr>
          <p:cNvPr id="7" name="图片 6"/>
          <p:cNvPicPr/>
          <p:nvPr userDrawn="1">
            <p:custDataLst>
              <p:tags r:id="rId2"/>
            </p:custDataLst>
          </p:nvPr>
        </p:nvPicPr>
        <p:blipFill>
          <a:blip r:embed="rId11" r:link="rId12" cstate="print">
            <a:extLst>
              <a:ext uri="{28A0092B-C50C-407E-A947-70E740481C1C}">
                <a14:useLocalDpi xmlns:a14="http://schemas.microsoft.com/office/drawing/2010/main" val="0"/>
              </a:ext>
            </a:extLst>
          </a:blip>
          <a:stretch>
            <a:fillRect/>
          </a:stretch>
        </p:blipFill>
        <p:spPr>
          <a:xfrm>
            <a:off x="8603933" y="0"/>
            <a:ext cx="540068" cy="542925"/>
          </a:xfrm>
          <a:prstGeom prst="rect">
            <a:avLst/>
          </a:prstGeom>
        </p:spPr>
      </p:pic>
      <p:sp>
        <p:nvSpPr>
          <p:cNvPr id="2" name="竖排标题 1"/>
          <p:cNvSpPr>
            <a:spLocks noGrp="1"/>
          </p:cNvSpPr>
          <p:nvPr>
            <p:ph type="title" orient="vert"/>
            <p:custDataLst>
              <p:tags r:id="rId3"/>
            </p:custDataLst>
          </p:nvPr>
        </p:nvSpPr>
        <p:spPr>
          <a:xfrm>
            <a:off x="7928351" y="714381"/>
            <a:ext cx="713238" cy="4041680"/>
          </a:xfrm>
        </p:spPr>
        <p:txBody>
          <a:bodyPr vert="eaVert" lIns="90170" tIns="46990" rIns="90170" bIns="46990" rtlCol="0" anchor="ctr" anchorCtr="0">
            <a:noAutofit/>
          </a:bodyPr>
          <a:lstStyle>
            <a:lvl1pPr marL="0" marR="0" lvl="0" algn="l" defTabSz="914400" rtl="0" eaLnBrk="1" fontAlgn="auto" latinLnBrk="0" hangingPunct="1">
              <a:lnSpc>
                <a:spcPct val="100000"/>
              </a:lnSpc>
              <a:spcAft>
                <a:spcPts val="0"/>
              </a:spcAft>
              <a:buNone/>
              <a:defRPr kumimoji="0" lang="zh-CN" altLang="en-US" sz="18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4"/>
            </p:custDataLst>
          </p:nvPr>
        </p:nvSpPr>
        <p:spPr>
          <a:xfrm>
            <a:off x="502444" y="714375"/>
            <a:ext cx="7371076" cy="4041680"/>
          </a:xfrm>
        </p:spPr>
        <p:txBody>
          <a:bodyPr vert="eaVert"/>
          <a:lstStyle>
            <a:lvl1pPr indent="0" eaLnBrk="1" fontAlgn="auto" latinLnBrk="0" hangingPunct="1">
              <a:defRPr>
                <a:solidFill>
                  <a:schemeClr val="tx1"/>
                </a:solidFill>
                <a:latin typeface="Arial" panose="020B0604020202020204" pitchFamily="34" charset="0"/>
                <a:ea typeface="微软雅黑" panose="020B0503020204020204" pitchFamily="34" charset="-122"/>
              </a:defRPr>
            </a:lvl1pPr>
            <a:lvl2pPr indent="0" eaLnBrk="1" fontAlgn="auto" latinLnBrk="0" hangingPunct="1">
              <a:defRPr>
                <a:solidFill>
                  <a:schemeClr val="tx1"/>
                </a:solidFill>
                <a:latin typeface="Arial" panose="020B0604020202020204" pitchFamily="34" charset="0"/>
                <a:ea typeface="微软雅黑" panose="020B0503020204020204" pitchFamily="34" charset="-122"/>
              </a:defRPr>
            </a:lvl2pPr>
            <a:lvl3pPr indent="0" eaLnBrk="1" fontAlgn="auto" latinLnBrk="0" hangingPunct="1">
              <a:defRPr>
                <a:solidFill>
                  <a:schemeClr val="tx1"/>
                </a:solidFill>
                <a:latin typeface="Arial" panose="020B0604020202020204" pitchFamily="34" charset="0"/>
                <a:ea typeface="微软雅黑" panose="020B0503020204020204" pitchFamily="34" charset="-122"/>
              </a:defRPr>
            </a:lvl3pPr>
            <a:lvl4pPr indent="0" eaLnBrk="1" fontAlgn="auto" latinLnBrk="0" hangingPunct="1">
              <a:defRPr>
                <a:solidFill>
                  <a:schemeClr val="tx1"/>
                </a:solidFill>
                <a:latin typeface="Arial" panose="020B0604020202020204" pitchFamily="34" charset="0"/>
                <a:ea typeface="微软雅黑" panose="020B0503020204020204" pitchFamily="34" charset="-122"/>
              </a:defRPr>
            </a:lvl4pPr>
            <a:lvl5pPr indent="0" eaLnBrk="1" fontAlgn="auto" latinLnBrk="0" hangingPunct="1">
              <a:defRPr>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5"/>
            </p:custDataLst>
          </p:nvPr>
        </p:nvSpPr>
        <p:spPr/>
        <p:txBody>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2023/9/5</a:t>
            </a:fld>
            <a:endParaRPr lang="zh-CN" altLang="en-US"/>
          </a:p>
        </p:txBody>
      </p:sp>
      <p:sp>
        <p:nvSpPr>
          <p:cNvPr id="5" name="页脚占位符 4"/>
          <p:cNvSpPr>
            <a:spLocks noGrp="1"/>
          </p:cNvSpPr>
          <p:nvPr>
            <p:ph type="ftr" sz="quarter" idx="11"/>
            <p:custDataLst>
              <p:tags r:id="rId6"/>
            </p:custDataLst>
          </p:nvPr>
        </p:nvSpPr>
        <p:spPr/>
        <p:txBody>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6" name="灯片编号占位符 5"/>
          <p:cNvSpPr>
            <a:spLocks noGrp="1"/>
          </p:cNvSpPr>
          <p:nvPr>
            <p:ph type="sldNum" sz="quarter" idx="12"/>
            <p:custDataLst>
              <p:tags r:id="rId7"/>
            </p:custDataLst>
          </p:nvPr>
        </p:nvSpPr>
        <p:spPr/>
        <p:txBody>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pic>
        <p:nvPicPr>
          <p:cNvPr id="8" name="图片 7"/>
          <p:cNvPicPr/>
          <p:nvPr userDrawn="1">
            <p:custDataLst>
              <p:tags r:id="rId1"/>
            </p:custDataLst>
          </p:nvPr>
        </p:nvPicPr>
        <p:blipFill>
          <a:blip r:embed="rId8" r:link="rId9" cstate="print">
            <a:extLst>
              <a:ext uri="{28A0092B-C50C-407E-A947-70E740481C1C}">
                <a14:useLocalDpi xmlns:a14="http://schemas.microsoft.com/office/drawing/2010/main" val="0"/>
              </a:ext>
            </a:extLst>
          </a:blip>
          <a:stretch>
            <a:fillRect/>
          </a:stretch>
        </p:blipFill>
        <p:spPr>
          <a:xfrm>
            <a:off x="0" y="0"/>
            <a:ext cx="540068" cy="542925"/>
          </a:xfrm>
          <a:prstGeom prst="rect">
            <a:avLst/>
          </a:prstGeom>
        </p:spPr>
      </p:pic>
      <p:pic>
        <p:nvPicPr>
          <p:cNvPr id="6" name="图片 5"/>
          <p:cNvPicPr/>
          <p:nvPr userDrawn="1">
            <p:custDataLst>
              <p:tags r:id="rId2"/>
            </p:custDataLst>
          </p:nvPr>
        </p:nvPicPr>
        <p:blipFill>
          <a:blip r:embed="rId10" r:link="rId11" cstate="print">
            <a:extLst>
              <a:ext uri="{28A0092B-C50C-407E-A947-70E740481C1C}">
                <a14:useLocalDpi xmlns:a14="http://schemas.microsoft.com/office/drawing/2010/main" val="0"/>
              </a:ext>
            </a:extLst>
          </a:blip>
          <a:stretch>
            <a:fillRect/>
          </a:stretch>
        </p:blipFill>
        <p:spPr>
          <a:xfrm>
            <a:off x="8603933" y="0"/>
            <a:ext cx="540068" cy="542925"/>
          </a:xfrm>
          <a:prstGeom prst="rect">
            <a:avLst/>
          </a:prstGeom>
        </p:spPr>
      </p:pic>
      <p:sp>
        <p:nvSpPr>
          <p:cNvPr id="3" name="日期占位符 2"/>
          <p:cNvSpPr>
            <a:spLocks noGrp="1"/>
          </p:cNvSpPr>
          <p:nvPr>
            <p:ph type="dt" sz="half" idx="10"/>
            <p:custDataLst>
              <p:tags r:id="rId3"/>
            </p:custDataLst>
          </p:nvPr>
        </p:nvSpPr>
        <p:spPr/>
        <p:txBody>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2023/9/5</a:t>
            </a:fld>
            <a:endParaRPr lang="zh-CN" altLang="en-US"/>
          </a:p>
        </p:txBody>
      </p:sp>
      <p:sp>
        <p:nvSpPr>
          <p:cNvPr id="4" name="页脚占位符 3"/>
          <p:cNvSpPr>
            <a:spLocks noGrp="1"/>
          </p:cNvSpPr>
          <p:nvPr>
            <p:ph type="ftr" sz="quarter" idx="11"/>
            <p:custDataLst>
              <p:tags r:id="rId4"/>
            </p:custDataLst>
          </p:nvPr>
        </p:nvSpPr>
        <p:spPr/>
        <p:txBody>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5" name="灯片编号占位符 4"/>
          <p:cNvSpPr>
            <a:spLocks noGrp="1"/>
          </p:cNvSpPr>
          <p:nvPr>
            <p:ph type="sldNum" sz="quarter" idx="12"/>
            <p:custDataLst>
              <p:tags r:id="rId5"/>
            </p:custDataLst>
          </p:nvPr>
        </p:nvSpPr>
        <p:spPr/>
        <p:txBody>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6"/>
            </p:custDataLst>
          </p:nvPr>
        </p:nvSpPr>
        <p:spPr>
          <a:xfrm>
            <a:off x="502448" y="714381"/>
            <a:ext cx="8139178" cy="4041680"/>
          </a:xfrm>
        </p:spPr>
        <p:txBody>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7" name="图片 6"/>
          <p:cNvPicPr/>
          <p:nvPr userDrawn="1">
            <p:custDataLst>
              <p:tags r:id="rId1"/>
            </p:custDataLst>
          </p:nvPr>
        </p:nvPicPr>
        <p:blipFill>
          <a:blip r:embed="rId9" r:link="rId10">
            <a:extLst>
              <a:ext uri="{28A0092B-C50C-407E-A947-70E740481C1C}">
                <a14:useLocalDpi xmlns:a14="http://schemas.microsoft.com/office/drawing/2010/main" val="0"/>
              </a:ext>
            </a:extLst>
          </a:blip>
          <a:stretch>
            <a:fillRect/>
          </a:stretch>
        </p:blipFill>
        <p:spPr>
          <a:xfrm>
            <a:off x="4572000" y="514350"/>
            <a:ext cx="4114800" cy="4114800"/>
          </a:xfrm>
          <a:prstGeom prst="rect">
            <a:avLst/>
          </a:prstGeom>
        </p:spPr>
      </p:pic>
      <p:pic>
        <p:nvPicPr>
          <p:cNvPr id="6" name="图片 5"/>
          <p:cNvPicPr/>
          <p:nvPr userDrawn="1">
            <p:custDataLst>
              <p:tags r:id="rId2"/>
            </p:custDataLst>
          </p:nvPr>
        </p:nvPicPr>
        <p:blipFill>
          <a:blip r:embed="rId11" r:link="rId12" cstate="print">
            <a:extLst>
              <a:ext uri="{28A0092B-C50C-407E-A947-70E740481C1C}">
                <a14:useLocalDpi xmlns:a14="http://schemas.microsoft.com/office/drawing/2010/main" val="0"/>
              </a:ext>
            </a:extLst>
          </a:blip>
          <a:stretch>
            <a:fillRect/>
          </a:stretch>
        </p:blipFill>
        <p:spPr>
          <a:xfrm>
            <a:off x="0" y="0"/>
            <a:ext cx="540068" cy="542925"/>
          </a:xfrm>
          <a:prstGeom prst="rect">
            <a:avLst/>
          </a:prstGeom>
        </p:spPr>
      </p:pic>
      <p:sp>
        <p:nvSpPr>
          <p:cNvPr id="3" name="日期占位符 2"/>
          <p:cNvSpPr>
            <a:spLocks noGrp="1"/>
          </p:cNvSpPr>
          <p:nvPr>
            <p:ph type="dt" sz="half" idx="10"/>
            <p:custDataLst>
              <p:tags r:id="rId3"/>
            </p:custDataLst>
          </p:nvPr>
        </p:nvSpPr>
        <p:spPr/>
        <p:txBody>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2023/9/5</a:t>
            </a:fld>
            <a:endParaRPr lang="zh-CN" altLang="en-US"/>
          </a:p>
        </p:txBody>
      </p:sp>
      <p:sp>
        <p:nvSpPr>
          <p:cNvPr id="4" name="页脚占位符 3"/>
          <p:cNvSpPr>
            <a:spLocks noGrp="1"/>
          </p:cNvSpPr>
          <p:nvPr>
            <p:ph type="ftr" sz="quarter" idx="11"/>
            <p:custDataLst>
              <p:tags r:id="rId4"/>
            </p:custDataLst>
          </p:nvPr>
        </p:nvSpPr>
        <p:spPr/>
        <p:txBody>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5" name="灯片编号占位符 4"/>
          <p:cNvSpPr>
            <a:spLocks noGrp="1"/>
          </p:cNvSpPr>
          <p:nvPr>
            <p:ph type="sldNum" sz="quarter" idx="12"/>
            <p:custDataLst>
              <p:tags r:id="rId5"/>
            </p:custDataLst>
          </p:nvPr>
        </p:nvSpPr>
        <p:spPr/>
        <p:txBody>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a:p>
        </p:txBody>
      </p:sp>
      <p:sp>
        <p:nvSpPr>
          <p:cNvPr id="2" name="标题 1"/>
          <p:cNvSpPr>
            <a:spLocks noGrp="1"/>
          </p:cNvSpPr>
          <p:nvPr>
            <p:ph type="title" idx="13" hasCustomPrompt="1"/>
            <p:custDataLst>
              <p:tags r:id="rId6"/>
            </p:custDataLst>
          </p:nvPr>
        </p:nvSpPr>
        <p:spPr>
          <a:xfrm>
            <a:off x="571500" y="1571387"/>
            <a:ext cx="3619024" cy="1013936"/>
          </a:xfrm>
        </p:spPr>
        <p:txBody>
          <a:bodyPr vert="horz" lIns="0" tIns="0" rIns="0" bIns="0" rtlCol="0" anchor="b" anchorCtr="0">
            <a:normAutofit/>
          </a:bodyPr>
          <a:lstStyle>
            <a:lvl1pPr>
              <a:defRPr lang="zh-CN" altLang="en-US" sz="4950" b="0" spc="700" baseline="0">
                <a:ln>
                  <a:noFill/>
                </a:ln>
                <a:solidFill>
                  <a:schemeClr val="tx1">
                    <a:lumMod val="85000"/>
                    <a:lumOff val="15000"/>
                  </a:schemeClr>
                </a:solidFill>
                <a:effectLst/>
                <a:uLnTx/>
                <a:latin typeface="Arial" panose="020B0604020202020204" pitchFamily="34" charset="0"/>
                <a:ea typeface="汉仪旗黑-85S" panose="00020600040101010101" pitchFamily="18" charset="-122"/>
              </a:defRPr>
            </a:lvl1pPr>
          </a:lstStyle>
          <a:p>
            <a:pPr marL="0" lvl="0">
              <a:spcAft>
                <a:spcPts val="0"/>
              </a:spcAft>
              <a:buClrTx/>
              <a:buSzTx/>
              <a:buFontTx/>
            </a:pPr>
            <a:r>
              <a:rPr lang="zh-CN" altLang="en-US"/>
              <a:t>编辑标题</a:t>
            </a:r>
          </a:p>
        </p:txBody>
      </p:sp>
      <p:sp>
        <p:nvSpPr>
          <p:cNvPr id="8" name="文本占位符 7"/>
          <p:cNvSpPr>
            <a:spLocks noGrp="1"/>
          </p:cNvSpPr>
          <p:nvPr>
            <p:ph type="body" idx="14" hasCustomPrompt="1"/>
            <p:custDataLst>
              <p:tags r:id="rId7"/>
            </p:custDataLst>
          </p:nvPr>
        </p:nvSpPr>
        <p:spPr>
          <a:xfrm>
            <a:off x="571500" y="2738676"/>
            <a:ext cx="3619500" cy="833438"/>
          </a:xfrm>
        </p:spPr>
        <p:txBody>
          <a:bodyPr vert="horz" wrap="square" lIns="0" tIns="0" rIns="0" bIns="0" rtlCol="0" anchor="t">
            <a:normAutofit/>
          </a:bodyPr>
          <a:lstStyle>
            <a:lvl1pPr>
              <a:defRPr kumimoji="0" lang="zh-CN" altLang="en-US" sz="1200" b="0" i="0" spc="200">
                <a:ln>
                  <a:noFill/>
                </a:ln>
                <a:solidFill>
                  <a:schemeClr val="tx1">
                    <a:lumMod val="65000"/>
                    <a:lumOff val="35000"/>
                  </a:schemeClr>
                </a:solidFill>
                <a:effectLst/>
                <a:uLnTx/>
                <a:latin typeface="Arial" panose="020B0604020202020204" pitchFamily="34" charset="0"/>
                <a:ea typeface="微软雅黑" panose="020B0503020204020204" pitchFamily="34" charset="-122"/>
                <a:cs typeface="微软雅黑" panose="020B0503020204020204" pitchFamily="34" charset="-122"/>
              </a:defRPr>
            </a:lvl1pPr>
          </a:lstStyle>
          <a:p>
            <a:pPr marL="0" marR="0" lvl="0" indent="0">
              <a:lnSpc>
                <a:spcPct val="120000"/>
              </a:lnSpc>
              <a:spcAft>
                <a:spcPts val="0"/>
              </a:spcAft>
              <a:buClrTx/>
              <a:buSzTx/>
              <a:buNone/>
            </a:pPr>
            <a:r>
              <a:rPr lang="zh-CN" altLang="en-US"/>
              <a:t>单击此处编辑副标题</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pic>
        <p:nvPicPr>
          <p:cNvPr id="7" name="图片 6"/>
          <p:cNvPicPr/>
          <p:nvPr userDrawn="1">
            <p:custDataLst>
              <p:tags r:id="rId1"/>
            </p:custDataLst>
          </p:nvPr>
        </p:nvPicPr>
        <p:blipFill>
          <a:blip r:embed="rId8" r:link="rId9" cstate="print">
            <a:extLst>
              <a:ext uri="{28A0092B-C50C-407E-A947-70E740481C1C}">
                <a14:useLocalDpi xmlns:a14="http://schemas.microsoft.com/office/drawing/2010/main" val="0"/>
              </a:ext>
            </a:extLst>
          </a:blip>
          <a:stretch>
            <a:fillRect/>
          </a:stretch>
        </p:blipFill>
        <p:spPr>
          <a:xfrm>
            <a:off x="0" y="0"/>
            <a:ext cx="540068" cy="542925"/>
          </a:xfrm>
          <a:prstGeom prst="rect">
            <a:avLst/>
          </a:prstGeom>
        </p:spPr>
      </p:pic>
      <p:pic>
        <p:nvPicPr>
          <p:cNvPr id="6" name="图片 5"/>
          <p:cNvPicPr/>
          <p:nvPr userDrawn="1">
            <p:custDataLst>
              <p:tags r:id="rId2"/>
            </p:custDataLst>
          </p:nvPr>
        </p:nvPicPr>
        <p:blipFill>
          <a:blip r:embed="rId10" r:link="rId11" cstate="print">
            <a:extLst>
              <a:ext uri="{28A0092B-C50C-407E-A947-70E740481C1C}">
                <a14:useLocalDpi xmlns:a14="http://schemas.microsoft.com/office/drawing/2010/main" val="0"/>
              </a:ext>
            </a:extLst>
          </a:blip>
          <a:stretch>
            <a:fillRect/>
          </a:stretch>
        </p:blipFill>
        <p:spPr>
          <a:xfrm>
            <a:off x="8603933" y="0"/>
            <a:ext cx="540068" cy="542925"/>
          </a:xfrm>
          <a:prstGeom prst="rect">
            <a:avLst/>
          </a:prstGeom>
        </p:spPr>
      </p:pic>
      <p:sp>
        <p:nvSpPr>
          <p:cNvPr id="2" name="标题 1"/>
          <p:cNvSpPr>
            <a:spLocks noGrp="1"/>
          </p:cNvSpPr>
          <p:nvPr>
            <p:ph type="title"/>
            <p:custDataLst>
              <p:tags r:id="rId3"/>
            </p:custDataLst>
          </p:nvPr>
        </p:nvSpPr>
        <p:spPr/>
        <p:txBody>
          <a:bodyPr/>
          <a:lstStyle>
            <a:lvl1pPr>
              <a:defRPr b="0" baseline="0">
                <a:solidFill>
                  <a:schemeClr val="tx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2023/9/5</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219056" y="227857"/>
            <a:ext cx="8705888" cy="4687787"/>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p:cNvPicPr/>
          <p:nvPr userDrawn="1">
            <p:custDataLst>
              <p:tags r:id="rId2"/>
            </p:custDataLst>
          </p:nvPr>
        </p:nvPicPr>
        <p:blipFill>
          <a:blip r:embed="rId10" r:link="rId11" cstate="print">
            <a:extLst>
              <a:ext uri="{28A0092B-C50C-407E-A947-70E740481C1C}">
                <a14:useLocalDpi xmlns:a14="http://schemas.microsoft.com/office/drawing/2010/main" val="0"/>
              </a:ext>
            </a:extLst>
          </a:blip>
          <a:stretch>
            <a:fillRect/>
          </a:stretch>
        </p:blipFill>
        <p:spPr>
          <a:xfrm>
            <a:off x="0" y="0"/>
            <a:ext cx="540068" cy="542925"/>
          </a:xfrm>
          <a:prstGeom prst="rect">
            <a:avLst/>
          </a:prstGeom>
        </p:spPr>
      </p:pic>
      <p:pic>
        <p:nvPicPr>
          <p:cNvPr id="8" name="图片 7"/>
          <p:cNvPicPr/>
          <p:nvPr userDrawn="1">
            <p:custDataLst>
              <p:tags r:id="rId3"/>
            </p:custDataLst>
          </p:nvPr>
        </p:nvPicPr>
        <p:blipFill>
          <a:blip r:embed="rId12" r:link="rId13" cstate="print">
            <a:extLst>
              <a:ext uri="{28A0092B-C50C-407E-A947-70E740481C1C}">
                <a14:useLocalDpi xmlns:a14="http://schemas.microsoft.com/office/drawing/2010/main" val="0"/>
              </a:ext>
            </a:extLst>
          </a:blip>
          <a:stretch>
            <a:fillRect/>
          </a:stretch>
        </p:blipFill>
        <p:spPr>
          <a:xfrm>
            <a:off x="8603933" y="0"/>
            <a:ext cx="540068" cy="542925"/>
          </a:xfrm>
          <a:prstGeom prst="rect">
            <a:avLst/>
          </a:prstGeom>
        </p:spPr>
      </p:pic>
      <p:sp>
        <p:nvSpPr>
          <p:cNvPr id="2" name="标题 1"/>
          <p:cNvSpPr>
            <a:spLocks noGrp="1"/>
          </p:cNvSpPr>
          <p:nvPr>
            <p:ph type="title" hasCustomPrompt="1"/>
            <p:custDataLst>
              <p:tags r:id="rId4"/>
            </p:custDataLst>
          </p:nvPr>
        </p:nvSpPr>
        <p:spPr>
          <a:xfrm>
            <a:off x="961200" y="936900"/>
            <a:ext cx="7219800" cy="542700"/>
          </a:xfrm>
        </p:spPr>
        <p:txBody>
          <a:bodyPr anchor="ctr"/>
          <a:lstStyle>
            <a:lvl1pPr>
              <a:defRPr sz="2400" b="0" baseline="0">
                <a:solidFill>
                  <a:schemeClr val="tx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7" name="内容占位符 6"/>
          <p:cNvSpPr>
            <a:spLocks noGrp="1"/>
          </p:cNvSpPr>
          <p:nvPr>
            <p:ph sz="quarter" idx="13"/>
            <p:custDataLst>
              <p:tags r:id="rId5"/>
            </p:custDataLst>
          </p:nvPr>
        </p:nvSpPr>
        <p:spPr>
          <a:xfrm>
            <a:off x="960835" y="1622700"/>
            <a:ext cx="7219950" cy="2583900"/>
          </a:xfrm>
        </p:spPr>
        <p:txBody>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6"/>
            </p:custDataLst>
          </p:nvPr>
        </p:nvSpPr>
        <p:spPr/>
        <p:txBody>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2023/9/5</a:t>
            </a:fld>
            <a:endParaRPr lang="zh-CN" altLang="en-US"/>
          </a:p>
        </p:txBody>
      </p:sp>
      <p:sp>
        <p:nvSpPr>
          <p:cNvPr id="4" name="页脚占位符 3"/>
          <p:cNvSpPr>
            <a:spLocks noGrp="1"/>
          </p:cNvSpPr>
          <p:nvPr>
            <p:ph type="ftr" sz="quarter" idx="11"/>
            <p:custDataLst>
              <p:tags r:id="rId7"/>
            </p:custDataLst>
          </p:nvPr>
        </p:nvSpPr>
        <p:spPr/>
        <p:txBody>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3618452" cy="51435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p:nvPr userDrawn="1">
            <p:custDataLst>
              <p:tags r:id="rId2"/>
            </p:custDataLst>
          </p:nvPr>
        </p:nvPicPr>
        <p:blipFill>
          <a:blip r:embed="rId10" r:link="rId11" cstate="print">
            <a:extLst>
              <a:ext uri="{28A0092B-C50C-407E-A947-70E740481C1C}">
                <a14:useLocalDpi xmlns:a14="http://schemas.microsoft.com/office/drawing/2010/main" val="0"/>
              </a:ext>
            </a:extLst>
          </a:blip>
          <a:stretch>
            <a:fillRect/>
          </a:stretch>
        </p:blipFill>
        <p:spPr>
          <a:xfrm>
            <a:off x="8603933" y="0"/>
            <a:ext cx="540068" cy="542925"/>
          </a:xfrm>
          <a:prstGeom prst="rect">
            <a:avLst/>
          </a:prstGeom>
        </p:spPr>
      </p:pic>
      <p:sp>
        <p:nvSpPr>
          <p:cNvPr id="2" name="标题 1"/>
          <p:cNvSpPr>
            <a:spLocks noGrp="1"/>
          </p:cNvSpPr>
          <p:nvPr>
            <p:ph type="title" hasCustomPrompt="1"/>
            <p:custDataLst>
              <p:tags r:id="rId3"/>
            </p:custDataLst>
          </p:nvPr>
        </p:nvSpPr>
        <p:spPr>
          <a:xfrm>
            <a:off x="437400" y="577800"/>
            <a:ext cx="2970000" cy="661500"/>
          </a:xfrm>
        </p:spPr>
        <p:txBody>
          <a:bodyPr anchor="ctr" anchorCtr="0"/>
          <a:lstStyle>
            <a:lvl1pPr>
              <a:defRPr sz="2700" b="0" baseline="0">
                <a:solidFill>
                  <a:schemeClr val="tx1"/>
                </a:solidFill>
                <a:latin typeface="Arial" panose="020B0604020202020204" pitchFamily="34" charset="0"/>
                <a:ea typeface="微软雅黑" panose="020B0503020204020204" pitchFamily="34"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2023/9/5</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440100" y="1323000"/>
            <a:ext cx="2967300" cy="3069900"/>
          </a:xfrm>
        </p:spPr>
        <p:txBody>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3825900" y="577454"/>
            <a:ext cx="4860000" cy="3815953"/>
          </a:xfrm>
        </p:spPr>
        <p:txBody>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sp>
        <p:nvSpPr>
          <p:cNvPr id="11" name="矩形 10"/>
          <p:cNvSpPr/>
          <p:nvPr userDrawn="1">
            <p:custDataLst>
              <p:tags r:id="rId1"/>
            </p:custDataLst>
          </p:nvPr>
        </p:nvSpPr>
        <p:spPr>
          <a:xfrm>
            <a:off x="0" y="0"/>
            <a:ext cx="9144000" cy="199825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p:cNvPicPr/>
          <p:nvPr userDrawn="1">
            <p:custDataLst>
              <p:tags r:id="rId2"/>
            </p:custDataLst>
          </p:nvPr>
        </p:nvPicPr>
        <p:blipFill>
          <a:blip r:embed="rId11" r:link="rId12" cstate="print">
            <a:extLst>
              <a:ext uri="{28A0092B-C50C-407E-A947-70E740481C1C}">
                <a14:useLocalDpi xmlns:a14="http://schemas.microsoft.com/office/drawing/2010/main" val="0"/>
              </a:ext>
            </a:extLst>
          </a:blip>
          <a:stretch>
            <a:fillRect/>
          </a:stretch>
        </p:blipFill>
        <p:spPr>
          <a:xfrm>
            <a:off x="0" y="0"/>
            <a:ext cx="540068" cy="542925"/>
          </a:xfrm>
          <a:prstGeom prst="rect">
            <a:avLst/>
          </a:prstGeom>
        </p:spPr>
      </p:pic>
      <p:pic>
        <p:nvPicPr>
          <p:cNvPr id="8" name="图片 7"/>
          <p:cNvPicPr/>
          <p:nvPr userDrawn="1">
            <p:custDataLst>
              <p:tags r:id="rId3"/>
            </p:custDataLst>
          </p:nvPr>
        </p:nvPicPr>
        <p:blipFill>
          <a:blip r:embed="rId13" r:link="rId14" cstate="print">
            <a:extLst>
              <a:ext uri="{28A0092B-C50C-407E-A947-70E740481C1C}">
                <a14:useLocalDpi xmlns:a14="http://schemas.microsoft.com/office/drawing/2010/main" val="0"/>
              </a:ext>
            </a:extLst>
          </a:blip>
          <a:stretch>
            <a:fillRect/>
          </a:stretch>
        </p:blipFill>
        <p:spPr>
          <a:xfrm>
            <a:off x="8603933" y="0"/>
            <a:ext cx="540068" cy="542925"/>
          </a:xfrm>
          <a:prstGeom prst="rect">
            <a:avLst/>
          </a:prstGeom>
        </p:spPr>
      </p:pic>
      <p:sp>
        <p:nvSpPr>
          <p:cNvPr id="2" name="标题 1"/>
          <p:cNvSpPr>
            <a:spLocks noGrp="1"/>
          </p:cNvSpPr>
          <p:nvPr>
            <p:ph type="title"/>
            <p:custDataLst>
              <p:tags r:id="rId4"/>
            </p:custDataLst>
          </p:nvPr>
        </p:nvSpPr>
        <p:spPr>
          <a:xfrm>
            <a:off x="459000" y="585900"/>
            <a:ext cx="8232300" cy="469800"/>
          </a:xfrm>
        </p:spPr>
        <p:txBody>
          <a:bodyPr anchor="ctr"/>
          <a:lstStyle>
            <a:lvl1pPr algn="ctr">
              <a:defRPr sz="2700" b="0" baseline="0">
                <a:solidFill>
                  <a:schemeClr val="tx1"/>
                </a:solidFill>
                <a:latin typeface="Arial" panose="020B0604020202020204" pitchFamily="34" charset="0"/>
                <a:ea typeface="微软雅黑" panose="020B0503020204020204" pitchFamily="34" charset="-122"/>
              </a:defRPr>
            </a:lvl1pPr>
          </a:lstStyle>
          <a:p>
            <a:r>
              <a:rPr lang="zh-CN" altLang="en-US"/>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2023/9/5</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459000" y="1244700"/>
            <a:ext cx="8231981" cy="621000"/>
          </a:xfrm>
        </p:spPr>
        <p:txBody>
          <a:bodyPr/>
          <a:lstStyle>
            <a:lvl1pPr algn="ctr">
              <a:defRPr baseline="0">
                <a:solidFill>
                  <a:schemeClr val="tx1"/>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459581" y="2106000"/>
            <a:ext cx="8224200" cy="2573100"/>
          </a:xfrm>
        </p:spPr>
        <p:txBody>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sp>
        <p:nvSpPr>
          <p:cNvPr id="11" name="矩形 10"/>
          <p:cNvSpPr/>
          <p:nvPr userDrawn="1">
            <p:custDataLst>
              <p:tags r:id="rId1"/>
            </p:custDataLst>
          </p:nvPr>
        </p:nvSpPr>
        <p:spPr>
          <a:xfrm>
            <a:off x="0" y="3771728"/>
            <a:ext cx="9144000" cy="1371772"/>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p:cNvPicPr/>
          <p:nvPr userDrawn="1">
            <p:custDataLst>
              <p:tags r:id="rId2"/>
            </p:custDataLst>
          </p:nvPr>
        </p:nvPicPr>
        <p:blipFill>
          <a:blip r:embed="rId11" r:link="rId12" cstate="print">
            <a:extLst>
              <a:ext uri="{28A0092B-C50C-407E-A947-70E740481C1C}">
                <a14:useLocalDpi xmlns:a14="http://schemas.microsoft.com/office/drawing/2010/main" val="0"/>
              </a:ext>
            </a:extLst>
          </a:blip>
          <a:stretch>
            <a:fillRect/>
          </a:stretch>
        </p:blipFill>
        <p:spPr>
          <a:xfrm>
            <a:off x="0" y="0"/>
            <a:ext cx="540068" cy="542925"/>
          </a:xfrm>
          <a:prstGeom prst="rect">
            <a:avLst/>
          </a:prstGeom>
        </p:spPr>
      </p:pic>
      <p:pic>
        <p:nvPicPr>
          <p:cNvPr id="8" name="图片 7"/>
          <p:cNvPicPr/>
          <p:nvPr userDrawn="1">
            <p:custDataLst>
              <p:tags r:id="rId3"/>
            </p:custDataLst>
          </p:nvPr>
        </p:nvPicPr>
        <p:blipFill>
          <a:blip r:embed="rId13" r:link="rId14" cstate="print">
            <a:extLst>
              <a:ext uri="{28A0092B-C50C-407E-A947-70E740481C1C}">
                <a14:useLocalDpi xmlns:a14="http://schemas.microsoft.com/office/drawing/2010/main" val="0"/>
              </a:ext>
            </a:extLst>
          </a:blip>
          <a:stretch>
            <a:fillRect/>
          </a:stretch>
        </p:blipFill>
        <p:spPr>
          <a:xfrm>
            <a:off x="8603933" y="0"/>
            <a:ext cx="540068" cy="542925"/>
          </a:xfrm>
          <a:prstGeom prst="rect">
            <a:avLst/>
          </a:prstGeom>
        </p:spPr>
      </p:pic>
      <p:sp>
        <p:nvSpPr>
          <p:cNvPr id="2" name="标题 1"/>
          <p:cNvSpPr>
            <a:spLocks noGrp="1"/>
          </p:cNvSpPr>
          <p:nvPr>
            <p:ph type="title"/>
            <p:custDataLst>
              <p:tags r:id="rId4"/>
            </p:custDataLst>
          </p:nvPr>
        </p:nvSpPr>
        <p:spPr>
          <a:xfrm>
            <a:off x="453600" y="502200"/>
            <a:ext cx="8232300" cy="423900"/>
          </a:xfrm>
        </p:spPr>
        <p:txBody>
          <a:bodyPr anchor="ctr" anchorCtr="0"/>
          <a:lstStyle>
            <a:lvl1pPr algn="ctr">
              <a:defRPr sz="2400" b="0" baseline="0">
                <a:solidFill>
                  <a:schemeClr val="tx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2023/9/5</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453628" y="1260900"/>
            <a:ext cx="8243100" cy="2408400"/>
          </a:xfrm>
        </p:spPr>
        <p:txBody>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9"/>
            </p:custDataLst>
          </p:nvPr>
        </p:nvSpPr>
        <p:spPr>
          <a:xfrm>
            <a:off x="445500" y="3885300"/>
            <a:ext cx="8251200" cy="758700"/>
          </a:xfrm>
        </p:spPr>
        <p:txBody>
          <a:bodyPr/>
          <a:lstStyle>
            <a:lvl1pPr>
              <a:defRPr baseline="0">
                <a:solidFill>
                  <a:schemeClr val="tx1"/>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sp>
        <p:nvSpPr>
          <p:cNvPr id="14" name="矩形 13"/>
          <p:cNvSpPr/>
          <p:nvPr userDrawn="1">
            <p:custDataLst>
              <p:tags r:id="rId1"/>
            </p:custDataLst>
          </p:nvPr>
        </p:nvSpPr>
        <p:spPr>
          <a:xfrm>
            <a:off x="0" y="0"/>
            <a:ext cx="9144000" cy="6858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p:nvPr userDrawn="1">
            <p:custDataLst>
              <p:tags r:id="rId2"/>
            </p:custDataLst>
          </p:nvPr>
        </p:nvPicPr>
        <p:blipFill>
          <a:blip r:embed="rId13" r:link="rId14" cstate="print">
            <a:extLst>
              <a:ext uri="{28A0092B-C50C-407E-A947-70E740481C1C}">
                <a14:useLocalDpi xmlns:a14="http://schemas.microsoft.com/office/drawing/2010/main" val="0"/>
              </a:ext>
            </a:extLst>
          </a:blip>
          <a:stretch>
            <a:fillRect/>
          </a:stretch>
        </p:blipFill>
        <p:spPr>
          <a:xfrm>
            <a:off x="8603933" y="4600575"/>
            <a:ext cx="540068" cy="542925"/>
          </a:xfrm>
          <a:prstGeom prst="rect">
            <a:avLst/>
          </a:prstGeom>
        </p:spPr>
      </p:pic>
      <p:pic>
        <p:nvPicPr>
          <p:cNvPr id="10" name="图片 9"/>
          <p:cNvPicPr/>
          <p:nvPr userDrawn="1">
            <p:custDataLst>
              <p:tags r:id="rId3"/>
            </p:custDataLst>
          </p:nvPr>
        </p:nvPicPr>
        <p:blipFill>
          <a:blip r:embed="rId15" r:link="rId16" cstate="print">
            <a:extLst>
              <a:ext uri="{28A0092B-C50C-407E-A947-70E740481C1C}">
                <a14:useLocalDpi xmlns:a14="http://schemas.microsoft.com/office/drawing/2010/main" val="0"/>
              </a:ext>
            </a:extLst>
          </a:blip>
          <a:stretch>
            <a:fillRect/>
          </a:stretch>
        </p:blipFill>
        <p:spPr>
          <a:xfrm>
            <a:off x="0" y="4600575"/>
            <a:ext cx="540068" cy="542925"/>
          </a:xfrm>
          <a:prstGeom prst="rect">
            <a:avLst/>
          </a:prstGeom>
        </p:spPr>
      </p:pic>
      <p:sp>
        <p:nvSpPr>
          <p:cNvPr id="2" name="标题 1"/>
          <p:cNvSpPr>
            <a:spLocks noGrp="1"/>
          </p:cNvSpPr>
          <p:nvPr>
            <p:ph type="title"/>
            <p:custDataLst>
              <p:tags r:id="rId4"/>
            </p:custDataLst>
          </p:nvPr>
        </p:nvSpPr>
        <p:spPr>
          <a:xfrm>
            <a:off x="434700" y="178200"/>
            <a:ext cx="8278200" cy="331473"/>
          </a:xfrm>
        </p:spPr>
        <p:txBody>
          <a:bodyPr/>
          <a:lstStyle>
            <a:lvl1pPr>
              <a:defRPr b="0" baseline="0">
                <a:solidFill>
                  <a:schemeClr val="tx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2023/9/5</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434700" y="1247400"/>
            <a:ext cx="4006800" cy="2170800"/>
          </a:xfrm>
        </p:spPr>
        <p:txBody>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4681800" y="1247400"/>
            <a:ext cx="4025700" cy="2170800"/>
          </a:xfrm>
        </p:spPr>
        <p:txBody>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0"/>
            </p:custDataLst>
          </p:nvPr>
        </p:nvSpPr>
        <p:spPr>
          <a:xfrm>
            <a:off x="429300" y="3612600"/>
            <a:ext cx="4006800" cy="585900"/>
          </a:xfrm>
        </p:spPr>
        <p:txBody>
          <a:bodyPr/>
          <a:lstStyle>
            <a:lvl1pPr>
              <a:defRPr baseline="0">
                <a:solidFill>
                  <a:schemeClr val="tx1"/>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1"/>
            </p:custDataLst>
          </p:nvPr>
        </p:nvSpPr>
        <p:spPr>
          <a:xfrm>
            <a:off x="4689900" y="3609900"/>
            <a:ext cx="4025700" cy="585900"/>
          </a:xfrm>
        </p:spPr>
        <p:txBody>
          <a:bodyPr/>
          <a:lstStyle>
            <a:lvl1pPr>
              <a:defRPr baseline="0">
                <a:solidFill>
                  <a:schemeClr val="tx1"/>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715268"/>
            <a:ext cx="9144000" cy="3712964"/>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s</a:t>
            </a:r>
          </a:p>
        </p:txBody>
      </p:sp>
      <p:pic>
        <p:nvPicPr>
          <p:cNvPr id="9" name="图片 8"/>
          <p:cNvPicPr/>
          <p:nvPr userDrawn="1">
            <p:custDataLst>
              <p:tags r:id="rId2"/>
            </p:custDataLst>
          </p:nvPr>
        </p:nvPicPr>
        <p:blipFill>
          <a:blip r:embed="rId10" r:link="rId11">
            <a:extLst>
              <a:ext uri="{28A0092B-C50C-407E-A947-70E740481C1C}">
                <a14:useLocalDpi xmlns:a14="http://schemas.microsoft.com/office/drawing/2010/main" val="0"/>
              </a:ext>
            </a:extLst>
          </a:blip>
          <a:stretch>
            <a:fillRect/>
          </a:stretch>
        </p:blipFill>
        <p:spPr>
          <a:xfrm>
            <a:off x="7928848" y="3921919"/>
            <a:ext cx="1215152" cy="1221581"/>
          </a:xfrm>
          <a:prstGeom prst="rect">
            <a:avLst/>
          </a:prstGeom>
        </p:spPr>
      </p:pic>
      <p:pic>
        <p:nvPicPr>
          <p:cNvPr id="8" name="图片 7"/>
          <p:cNvPicPr/>
          <p:nvPr userDrawn="1">
            <p:custDataLst>
              <p:tags r:id="rId3"/>
            </p:custDataLst>
          </p:nvPr>
        </p:nvPicPr>
        <p:blipFill>
          <a:blip r:embed="rId12" r:link="rId13">
            <a:extLst>
              <a:ext uri="{28A0092B-C50C-407E-A947-70E740481C1C}">
                <a14:useLocalDpi xmlns:a14="http://schemas.microsoft.com/office/drawing/2010/main" val="0"/>
              </a:ext>
            </a:extLst>
          </a:blip>
          <a:stretch>
            <a:fillRect/>
          </a:stretch>
        </p:blipFill>
        <p:spPr>
          <a:xfrm>
            <a:off x="0" y="3921919"/>
            <a:ext cx="1215152" cy="1221581"/>
          </a:xfrm>
          <a:prstGeom prst="rect">
            <a:avLst/>
          </a:prstGeom>
        </p:spPr>
      </p:pic>
      <p:sp>
        <p:nvSpPr>
          <p:cNvPr id="2" name="标题 1"/>
          <p:cNvSpPr>
            <a:spLocks noGrp="1"/>
          </p:cNvSpPr>
          <p:nvPr>
            <p:ph type="title" hasCustomPrompt="1"/>
            <p:custDataLst>
              <p:tags r:id="rId4"/>
            </p:custDataLst>
          </p:nvPr>
        </p:nvSpPr>
        <p:spPr>
          <a:xfrm>
            <a:off x="1142100" y="1004400"/>
            <a:ext cx="6858000" cy="1790100"/>
          </a:xfrm>
        </p:spPr>
        <p:txBody>
          <a:bodyPr anchor="b"/>
          <a:lstStyle>
            <a:lvl1pPr algn="ctr">
              <a:defRPr sz="4500" b="0" baseline="0">
                <a:solidFill>
                  <a:schemeClr val="tx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2023/9/5</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141810" y="2897100"/>
            <a:ext cx="6858000" cy="1242000"/>
          </a:xfrm>
        </p:spPr>
        <p:txBody>
          <a:bodyPr/>
          <a:lstStyle>
            <a:lvl1pPr algn="ctr">
              <a:defRPr baseline="0">
                <a:solidFill>
                  <a:schemeClr val="tx1"/>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2023/9/5</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tags" Target="../tags/tag138.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tags" Target="../tags/tag14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tags" Target="../tags/tag13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tags" Target="../tags/tag141.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tags" Target="../tags/tag140.xml"/><Relationship Id="rId10" Type="http://schemas.openxmlformats.org/officeDocument/2006/relationships/slideLayout" Target="../slideLayouts/slideLayout21.xml"/><Relationship Id="rId19"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tags" Target="../tags/tag13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18" Type="http://schemas.openxmlformats.org/officeDocument/2006/relationships/slideLayout" Target="../slideLayouts/slideLayout47.xml"/><Relationship Id="rId26" Type="http://schemas.openxmlformats.org/officeDocument/2006/relationships/tags" Target="../tags/tag633.xml"/><Relationship Id="rId3" Type="http://schemas.openxmlformats.org/officeDocument/2006/relationships/slideLayout" Target="../slideLayouts/slideLayout32.xml"/><Relationship Id="rId21" Type="http://schemas.openxmlformats.org/officeDocument/2006/relationships/tags" Target="../tags/tag628.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slideLayout" Target="../slideLayouts/slideLayout46.xml"/><Relationship Id="rId25" Type="http://schemas.openxmlformats.org/officeDocument/2006/relationships/tags" Target="../tags/tag632.xml"/><Relationship Id="rId2" Type="http://schemas.openxmlformats.org/officeDocument/2006/relationships/slideLayout" Target="../slideLayouts/slideLayout31.xml"/><Relationship Id="rId16" Type="http://schemas.openxmlformats.org/officeDocument/2006/relationships/slideLayout" Target="../slideLayouts/slideLayout45.xml"/><Relationship Id="rId20" Type="http://schemas.openxmlformats.org/officeDocument/2006/relationships/theme" Target="../theme/theme3.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24" Type="http://schemas.openxmlformats.org/officeDocument/2006/relationships/tags" Target="../tags/tag631.xml"/><Relationship Id="rId5" Type="http://schemas.openxmlformats.org/officeDocument/2006/relationships/slideLayout" Target="../slideLayouts/slideLayout34.xml"/><Relationship Id="rId15" Type="http://schemas.openxmlformats.org/officeDocument/2006/relationships/slideLayout" Target="../slideLayouts/slideLayout44.xml"/><Relationship Id="rId23" Type="http://schemas.openxmlformats.org/officeDocument/2006/relationships/tags" Target="../tags/tag630.xml"/><Relationship Id="rId10" Type="http://schemas.openxmlformats.org/officeDocument/2006/relationships/slideLayout" Target="../slideLayouts/slideLayout39.xml"/><Relationship Id="rId19" Type="http://schemas.openxmlformats.org/officeDocument/2006/relationships/slideLayout" Target="../slideLayouts/slideLayout48.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 Id="rId22" Type="http://schemas.openxmlformats.org/officeDocument/2006/relationships/tags" Target="../tags/tag62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latin typeface="字魂35号-经典雅黑" panose="02000000000000000000" pitchFamily="2" charset="-122"/>
              </a:defRPr>
            </a:lvl1pPr>
          </a:lstStyle>
          <a:p>
            <a:fld id="{0CEB1B6A-AEF1-4ACD-BD61-958570690F55}" type="datetimeFigureOut">
              <a:rPr lang="zh-CN" altLang="en-US" smtClean="0"/>
              <a:t>2023/9/5</a:t>
            </a:fld>
            <a:endParaRPr lang="zh-CN" altLang="en-US" dirty="0"/>
          </a:p>
        </p:txBody>
      </p:sp>
      <p:sp>
        <p:nvSpPr>
          <p:cNvPr id="5" name="页脚占位符 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latin typeface="字魂35号-经典雅黑" panose="02000000000000000000" pitchFamily="2" charset="-122"/>
              </a:defRPr>
            </a:lvl1pPr>
          </a:lstStyle>
          <a:p>
            <a:endParaRPr lang="zh-CN" altLang="en-US" dirty="0"/>
          </a:p>
        </p:txBody>
      </p:sp>
      <p:sp>
        <p:nvSpPr>
          <p:cNvPr id="6" name="灯片编号占位符 5"/>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latin typeface="字魂35号-经典雅黑" panose="02000000000000000000" pitchFamily="2" charset="-122"/>
              </a:defRPr>
            </a:lvl1pPr>
          </a:lstStyle>
          <a:p>
            <a:fld id="{BB6CB991-6BD3-42F2-8A94-1903E9425430}"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字魂35号-经典雅黑" panose="02000000000000000000" pitchFamily="2" charset="-122"/>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字魂35号-经典雅黑" panose="02000000000000000000" pitchFamily="2" charset="-12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字魂35号-经典雅黑" panose="02000000000000000000" pitchFamily="2" charset="-122"/>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字魂35号-经典雅黑" panose="02000000000000000000" pitchFamily="2" charset="-122"/>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字魂35号-经典雅黑" panose="02000000000000000000" pitchFamily="2" charset="-122"/>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字魂35号-经典雅黑" panose="02000000000000000000" pitchFamily="2" charset="-122"/>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502412" y="332423"/>
            <a:ext cx="8139178" cy="331473"/>
          </a:xfrm>
          <a:prstGeom prst="rect">
            <a:avLst/>
          </a:prstGeom>
        </p:spPr>
        <p:txBody>
          <a:bodyPr vert="horz" lIns="90000" tIns="46800" rIns="90000" bIns="46800" rtlCol="0" anchor="t" anchorCtr="0">
            <a:norm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502412" y="714381"/>
            <a:ext cx="8139178" cy="404168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659807" y="4762375"/>
            <a:ext cx="2025000" cy="237600"/>
          </a:xfrm>
          <a:prstGeom prst="rect">
            <a:avLst/>
          </a:prstGeom>
        </p:spPr>
        <p:txBody>
          <a:bodyPr vert="horz" lIns="90000" tIns="46800" rIns="90000" bIns="46800" rtlCol="0" anchor="ctr">
            <a:normAutofit/>
          </a:bodyPr>
          <a:lstStyle>
            <a:lvl1pPr algn="l">
              <a:lnSpc>
                <a:spcPct val="120000"/>
              </a:lnSpc>
              <a:defRPr sz="900">
                <a:solidFill>
                  <a:schemeClr val="tx1">
                    <a:tint val="75000"/>
                  </a:schemeClr>
                </a:solidFill>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t>2023/9/5</a:t>
            </a:fld>
            <a:endParaRPr lang="zh-CN" altLang="en-US"/>
          </a:p>
        </p:txBody>
      </p:sp>
      <p:sp>
        <p:nvSpPr>
          <p:cNvPr id="5" name="页脚占位符 4"/>
          <p:cNvSpPr>
            <a:spLocks noGrp="1"/>
          </p:cNvSpPr>
          <p:nvPr>
            <p:ph type="ftr" sz="quarter" idx="3"/>
            <p:custDataLst>
              <p:tags r:id="rId23"/>
            </p:custDataLst>
          </p:nvPr>
        </p:nvSpPr>
        <p:spPr>
          <a:xfrm>
            <a:off x="3087000" y="4762375"/>
            <a:ext cx="2970000" cy="237600"/>
          </a:xfrm>
          <a:prstGeom prst="rect">
            <a:avLst/>
          </a:prstGeom>
        </p:spPr>
        <p:txBody>
          <a:bodyPr vert="horz" lIns="90000" tIns="46800" rIns="90000" bIns="46800" rtlCol="0" anchor="ctr">
            <a:normAutofit/>
          </a:bodyPr>
          <a:lstStyle>
            <a:lvl1pPr algn="ctr">
              <a:lnSpc>
                <a:spcPct val="120000"/>
              </a:lnSpc>
              <a:defRPr sz="9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6457950" y="4762375"/>
            <a:ext cx="2025000" cy="237600"/>
          </a:xfrm>
          <a:prstGeom prst="rect">
            <a:avLst/>
          </a:prstGeom>
        </p:spPr>
        <p:txBody>
          <a:bodyPr vert="horz" lIns="90000" tIns="46800" rIns="90000" bIns="46800" rtlCol="0" anchor="ctr">
            <a:normAutofit/>
          </a:bodyPr>
          <a:lstStyle>
            <a:lvl1pPr algn="r">
              <a:lnSpc>
                <a:spcPct val="120000"/>
              </a:lnSpc>
              <a:defRPr sz="900">
                <a:solidFill>
                  <a:schemeClr val="tx1">
                    <a:tint val="75000"/>
                  </a:schemeClr>
                </a:solidFill>
                <a:latin typeface="微软雅黑" panose="020B0503020204020204" pitchFamily="34" charset="-122"/>
                <a:ea typeface="微软雅黑" panose="020B0503020204020204" pitchFamily="34" charset="-122"/>
              </a:defRPr>
            </a:lvl1pPr>
          </a:lstStyle>
          <a:p>
            <a:fld id="{49AE70B2-8BF9-45C0-BB95-33D1B9D3A854}" type="slidenum">
              <a:rPr lang="zh-CN" altLang="en-US" smtClean="0"/>
              <a:t>‹#›</a:t>
            </a:fld>
            <a:endParaRPr lang="zh-CN" altLang="en-US" dirty="0"/>
          </a:p>
        </p:txBody>
      </p:sp>
      <p:sp>
        <p:nvSpPr>
          <p:cNvPr id="7" name="KSO_TEMPLATE" hidden="1"/>
          <p:cNvSpPr/>
          <p:nvPr>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685800" rtl="0" eaLnBrk="1" fontAlgn="auto" latinLnBrk="0" hangingPunct="1">
        <a:lnSpc>
          <a:spcPct val="120000"/>
        </a:lnSpc>
        <a:spcBef>
          <a:spcPct val="0"/>
        </a:spcBef>
        <a:buNone/>
        <a:defRPr sz="1800" b="1"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171450" indent="-171450" algn="l" defTabSz="685800" rtl="0" eaLnBrk="1" fontAlgn="auto" latinLnBrk="0" hangingPunct="1">
        <a:lnSpc>
          <a:spcPct val="12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1pPr>
      <a:lvl2pPr marL="514350" indent="-171450" algn="l" defTabSz="685800" rtl="0" eaLnBrk="1" fontAlgn="auto" latinLnBrk="0" hangingPunct="1">
        <a:lnSpc>
          <a:spcPct val="12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2pPr>
      <a:lvl3pPr marL="857250" indent="-171450" algn="l" defTabSz="685800" rtl="0" eaLnBrk="1" fontAlgn="auto" latinLnBrk="0" hangingPunct="1">
        <a:lnSpc>
          <a:spcPct val="12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3pPr>
      <a:lvl4pPr marL="1200150" indent="-171450" algn="l" defTabSz="685800" rtl="0" eaLnBrk="1" fontAlgn="auto" latinLnBrk="0" hangingPunct="1">
        <a:lnSpc>
          <a:spcPct val="12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4pPr>
      <a:lvl5pPr marL="1543050" indent="-171450" algn="l" defTabSz="685800" rtl="0" eaLnBrk="1" fontAlgn="auto" latinLnBrk="0" hangingPunct="1">
        <a:lnSpc>
          <a:spcPct val="12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502412" y="332423"/>
            <a:ext cx="8139178" cy="331473"/>
          </a:xfrm>
          <a:prstGeom prst="rect">
            <a:avLst/>
          </a:prstGeom>
        </p:spPr>
        <p:txBody>
          <a:bodyPr vert="horz" lIns="90170" tIns="46990" rIns="90170" bIns="46990" rtlCol="0" anchor="ctr" anchorCtr="0">
            <a:noAutofit/>
          </a:bodyPr>
          <a:lstStyle/>
          <a:p>
            <a:r>
              <a:rPr lang="zh-CN" altLang="en-US" dirty="0"/>
              <a:t>单击此处编辑母版标题样式</a:t>
            </a:r>
          </a:p>
        </p:txBody>
      </p:sp>
      <p:sp>
        <p:nvSpPr>
          <p:cNvPr id="3" name="文本占位符 2"/>
          <p:cNvSpPr>
            <a:spLocks noGrp="1"/>
          </p:cNvSpPr>
          <p:nvPr>
            <p:ph type="body" idx="1"/>
            <p:custDataLst>
              <p:tags r:id="rId22"/>
            </p:custDataLst>
          </p:nvPr>
        </p:nvSpPr>
        <p:spPr>
          <a:xfrm>
            <a:off x="502412" y="721049"/>
            <a:ext cx="8139178" cy="4041680"/>
          </a:xfrm>
          <a:prstGeom prst="rect">
            <a:avLst/>
          </a:prstGeom>
        </p:spPr>
        <p:txBody>
          <a:bodyPr vert="horz" lIns="90170" tIns="46990" rIns="90170" bIns="4699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3"/>
            </p:custDataLst>
          </p:nvPr>
        </p:nvSpPr>
        <p:spPr>
          <a:xfrm>
            <a:off x="659807" y="4762375"/>
            <a:ext cx="2025000" cy="237600"/>
          </a:xfrm>
          <a:prstGeom prst="rect">
            <a:avLst/>
          </a:prstGeom>
        </p:spPr>
        <p:txBody>
          <a:bodyPr vert="horz" lIns="91440" tIns="45720" rIns="91440" bIns="45720" rtlCol="0" anchor="ctr">
            <a:normAutofit/>
          </a:bodyPr>
          <a:lstStyle>
            <a:lvl1pPr algn="l">
              <a:defRPr sz="90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2023/9/5</a:t>
            </a:fld>
            <a:endParaRPr lang="zh-CN" altLang="en-US"/>
          </a:p>
        </p:txBody>
      </p:sp>
      <p:sp>
        <p:nvSpPr>
          <p:cNvPr id="5" name="页脚占位符 4"/>
          <p:cNvSpPr>
            <a:spLocks noGrp="1"/>
          </p:cNvSpPr>
          <p:nvPr>
            <p:ph type="ftr" sz="quarter" idx="3"/>
            <p:custDataLst>
              <p:tags r:id="rId24"/>
            </p:custDataLst>
          </p:nvPr>
        </p:nvSpPr>
        <p:spPr>
          <a:xfrm>
            <a:off x="3087000" y="4762375"/>
            <a:ext cx="2970000" cy="237600"/>
          </a:xfrm>
          <a:prstGeom prst="rect">
            <a:avLst/>
          </a:prstGeom>
        </p:spPr>
        <p:txBody>
          <a:bodyPr vert="horz" lIns="91440" tIns="45720" rIns="91440" bIns="45720" rtlCol="0" anchor="ctr">
            <a:normAutofit/>
          </a:bodyPr>
          <a:lstStyle>
            <a:lvl1pPr algn="ctr">
              <a:defRPr sz="90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25"/>
            </p:custDataLst>
          </p:nvPr>
        </p:nvSpPr>
        <p:spPr>
          <a:xfrm>
            <a:off x="6457950" y="4762375"/>
            <a:ext cx="2025000" cy="237600"/>
          </a:xfrm>
          <a:prstGeom prst="rect">
            <a:avLst/>
          </a:prstGeom>
        </p:spPr>
        <p:txBody>
          <a:bodyPr vert="horz" lIns="91440" tIns="45720" rIns="91440" bIns="45720" rtlCol="0" anchor="ctr">
            <a:normAutofit/>
          </a:bodyPr>
          <a:lstStyle>
            <a:lvl1pPr algn="r">
              <a:defRPr sz="90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
        <p:nvSpPr>
          <p:cNvPr id="7" name="KSO_TEMPLATE" hidden="1"/>
          <p:cNvSpPr/>
          <p:nvPr userDrawn="1">
            <p:custDataLst>
              <p:tags r:id="rId26"/>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 id="2147483696" r:id="rId17"/>
    <p:sldLayoutId id="2147483697" r:id="rId18"/>
    <p:sldLayoutId id="2147483698" r:id="rId19"/>
  </p:sldLayoutIdLst>
  <p:txStyles>
    <p:titleStyle>
      <a:lvl1pPr algn="l" defTabSz="685800" rtl="0" eaLnBrk="1" fontAlgn="auto" latinLnBrk="0" hangingPunct="1">
        <a:lnSpc>
          <a:spcPct val="100000"/>
        </a:lnSpc>
        <a:spcBef>
          <a:spcPct val="0"/>
        </a:spcBef>
        <a:buNone/>
        <a:defRPr sz="1800" b="0" u="none" strike="noStrike" kern="1200" cap="none" spc="200" normalizeH="0">
          <a:solidFill>
            <a:schemeClr val="tx1"/>
          </a:solidFill>
          <a:uFillTx/>
          <a:latin typeface="Arial" panose="020B0604020202020204" pitchFamily="34" charset="0"/>
          <a:ea typeface="微软雅黑" panose="020B0503020204020204" pitchFamily="34" charset="-122"/>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Arial" panose="020B0604020202020204" pitchFamily="34" charset="0"/>
          <a:ea typeface="微软雅黑" panose="020B0503020204020204" pitchFamily="3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solidFill>
          <a:uFillTx/>
          <a:latin typeface="Arial" panose="020B0604020202020204" pitchFamily="34" charset="0"/>
          <a:ea typeface="微软雅黑" panose="020B0503020204020204" pitchFamily="3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Arial" panose="020B0604020202020204" pitchFamily="34" charset="0"/>
          <a:ea typeface="微软雅黑" panose="020B0503020204020204" pitchFamily="3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Arial" panose="020B0604020202020204" pitchFamily="34" charset="0"/>
          <a:ea typeface="微软雅黑" panose="020B0503020204020204" pitchFamily="3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Arial" panose="020B0604020202020204" pitchFamily="34" charset="0"/>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tags" Target="../tags/tag771.xml"/><Relationship Id="rId13" Type="http://schemas.openxmlformats.org/officeDocument/2006/relationships/slideLayout" Target="../slideLayouts/slideLayout3.xml"/><Relationship Id="rId3" Type="http://schemas.openxmlformats.org/officeDocument/2006/relationships/tags" Target="../tags/tag766.xml"/><Relationship Id="rId7" Type="http://schemas.openxmlformats.org/officeDocument/2006/relationships/tags" Target="../tags/tag770.xml"/><Relationship Id="rId12" Type="http://schemas.openxmlformats.org/officeDocument/2006/relationships/tags" Target="../tags/tag775.xml"/><Relationship Id="rId2" Type="http://schemas.openxmlformats.org/officeDocument/2006/relationships/tags" Target="../tags/tag765.xml"/><Relationship Id="rId1" Type="http://schemas.openxmlformats.org/officeDocument/2006/relationships/tags" Target="../tags/tag764.xml"/><Relationship Id="rId6" Type="http://schemas.openxmlformats.org/officeDocument/2006/relationships/tags" Target="../tags/tag769.xml"/><Relationship Id="rId11" Type="http://schemas.openxmlformats.org/officeDocument/2006/relationships/tags" Target="../tags/tag774.xml"/><Relationship Id="rId5" Type="http://schemas.openxmlformats.org/officeDocument/2006/relationships/tags" Target="../tags/tag768.xml"/><Relationship Id="rId10" Type="http://schemas.openxmlformats.org/officeDocument/2006/relationships/tags" Target="../tags/tag773.xml"/><Relationship Id="rId4" Type="http://schemas.openxmlformats.org/officeDocument/2006/relationships/tags" Target="../tags/tag767.xml"/><Relationship Id="rId9" Type="http://schemas.openxmlformats.org/officeDocument/2006/relationships/tags" Target="../tags/tag772.xm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tags" Target="../tags/tag778.xml"/><Relationship Id="rId7" Type="http://schemas.openxmlformats.org/officeDocument/2006/relationships/tags" Target="../tags/tag782.xml"/><Relationship Id="rId2" Type="http://schemas.openxmlformats.org/officeDocument/2006/relationships/tags" Target="../tags/tag777.xml"/><Relationship Id="rId1" Type="http://schemas.openxmlformats.org/officeDocument/2006/relationships/tags" Target="../tags/tag776.xml"/><Relationship Id="rId6" Type="http://schemas.openxmlformats.org/officeDocument/2006/relationships/tags" Target="../tags/tag781.xml"/><Relationship Id="rId5" Type="http://schemas.openxmlformats.org/officeDocument/2006/relationships/tags" Target="../tags/tag780.xml"/><Relationship Id="rId4" Type="http://schemas.openxmlformats.org/officeDocument/2006/relationships/tags" Target="../tags/tag779.xml"/><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26" Type="http://schemas.openxmlformats.org/officeDocument/2006/relationships/tags" Target="../tags/tag808.xml"/><Relationship Id="rId21" Type="http://schemas.openxmlformats.org/officeDocument/2006/relationships/tags" Target="../tags/tag803.xml"/><Relationship Id="rId42" Type="http://schemas.openxmlformats.org/officeDocument/2006/relationships/tags" Target="../tags/tag824.xml"/><Relationship Id="rId47" Type="http://schemas.openxmlformats.org/officeDocument/2006/relationships/tags" Target="../tags/tag829.xml"/><Relationship Id="rId63" Type="http://schemas.openxmlformats.org/officeDocument/2006/relationships/tags" Target="../tags/tag845.xml"/><Relationship Id="rId68" Type="http://schemas.openxmlformats.org/officeDocument/2006/relationships/tags" Target="../tags/tag850.xml"/><Relationship Id="rId84" Type="http://schemas.openxmlformats.org/officeDocument/2006/relationships/tags" Target="../tags/tag866.xml"/><Relationship Id="rId89" Type="http://schemas.openxmlformats.org/officeDocument/2006/relationships/tags" Target="../tags/tag871.xml"/><Relationship Id="rId16" Type="http://schemas.openxmlformats.org/officeDocument/2006/relationships/tags" Target="../tags/tag798.xml"/><Relationship Id="rId11" Type="http://schemas.openxmlformats.org/officeDocument/2006/relationships/tags" Target="../tags/tag793.xml"/><Relationship Id="rId32" Type="http://schemas.openxmlformats.org/officeDocument/2006/relationships/tags" Target="../tags/tag814.xml"/><Relationship Id="rId37" Type="http://schemas.openxmlformats.org/officeDocument/2006/relationships/tags" Target="../tags/tag819.xml"/><Relationship Id="rId53" Type="http://schemas.openxmlformats.org/officeDocument/2006/relationships/tags" Target="../tags/tag835.xml"/><Relationship Id="rId58" Type="http://schemas.openxmlformats.org/officeDocument/2006/relationships/tags" Target="../tags/tag840.xml"/><Relationship Id="rId74" Type="http://schemas.openxmlformats.org/officeDocument/2006/relationships/tags" Target="../tags/tag856.xml"/><Relationship Id="rId79" Type="http://schemas.openxmlformats.org/officeDocument/2006/relationships/tags" Target="../tags/tag861.xml"/><Relationship Id="rId102" Type="http://schemas.openxmlformats.org/officeDocument/2006/relationships/tags" Target="../tags/tag884.xml"/><Relationship Id="rId5" Type="http://schemas.openxmlformats.org/officeDocument/2006/relationships/tags" Target="../tags/tag787.xml"/><Relationship Id="rId90" Type="http://schemas.openxmlformats.org/officeDocument/2006/relationships/tags" Target="../tags/tag872.xml"/><Relationship Id="rId95" Type="http://schemas.openxmlformats.org/officeDocument/2006/relationships/tags" Target="../tags/tag877.xml"/><Relationship Id="rId22" Type="http://schemas.openxmlformats.org/officeDocument/2006/relationships/tags" Target="../tags/tag804.xml"/><Relationship Id="rId27" Type="http://schemas.openxmlformats.org/officeDocument/2006/relationships/tags" Target="../tags/tag809.xml"/><Relationship Id="rId43" Type="http://schemas.openxmlformats.org/officeDocument/2006/relationships/tags" Target="../tags/tag825.xml"/><Relationship Id="rId48" Type="http://schemas.openxmlformats.org/officeDocument/2006/relationships/tags" Target="../tags/tag830.xml"/><Relationship Id="rId64" Type="http://schemas.openxmlformats.org/officeDocument/2006/relationships/tags" Target="../tags/tag846.xml"/><Relationship Id="rId69" Type="http://schemas.openxmlformats.org/officeDocument/2006/relationships/tags" Target="../tags/tag851.xml"/><Relationship Id="rId80" Type="http://schemas.openxmlformats.org/officeDocument/2006/relationships/tags" Target="../tags/tag862.xml"/><Relationship Id="rId85" Type="http://schemas.openxmlformats.org/officeDocument/2006/relationships/tags" Target="../tags/tag867.xml"/><Relationship Id="rId12" Type="http://schemas.openxmlformats.org/officeDocument/2006/relationships/tags" Target="../tags/tag794.xml"/><Relationship Id="rId17" Type="http://schemas.openxmlformats.org/officeDocument/2006/relationships/tags" Target="../tags/tag799.xml"/><Relationship Id="rId33" Type="http://schemas.openxmlformats.org/officeDocument/2006/relationships/tags" Target="../tags/tag815.xml"/><Relationship Id="rId38" Type="http://schemas.openxmlformats.org/officeDocument/2006/relationships/tags" Target="../tags/tag820.xml"/><Relationship Id="rId59" Type="http://schemas.openxmlformats.org/officeDocument/2006/relationships/tags" Target="../tags/tag841.xml"/><Relationship Id="rId103" Type="http://schemas.openxmlformats.org/officeDocument/2006/relationships/tags" Target="../tags/tag885.xml"/><Relationship Id="rId20" Type="http://schemas.openxmlformats.org/officeDocument/2006/relationships/tags" Target="../tags/tag802.xml"/><Relationship Id="rId41" Type="http://schemas.openxmlformats.org/officeDocument/2006/relationships/tags" Target="../tags/tag823.xml"/><Relationship Id="rId54" Type="http://schemas.openxmlformats.org/officeDocument/2006/relationships/tags" Target="../tags/tag836.xml"/><Relationship Id="rId62" Type="http://schemas.openxmlformats.org/officeDocument/2006/relationships/tags" Target="../tags/tag844.xml"/><Relationship Id="rId70" Type="http://schemas.openxmlformats.org/officeDocument/2006/relationships/tags" Target="../tags/tag852.xml"/><Relationship Id="rId75" Type="http://schemas.openxmlformats.org/officeDocument/2006/relationships/tags" Target="../tags/tag857.xml"/><Relationship Id="rId83" Type="http://schemas.openxmlformats.org/officeDocument/2006/relationships/tags" Target="../tags/tag865.xml"/><Relationship Id="rId88" Type="http://schemas.openxmlformats.org/officeDocument/2006/relationships/tags" Target="../tags/tag870.xml"/><Relationship Id="rId91" Type="http://schemas.openxmlformats.org/officeDocument/2006/relationships/tags" Target="../tags/tag873.xml"/><Relationship Id="rId96" Type="http://schemas.openxmlformats.org/officeDocument/2006/relationships/tags" Target="../tags/tag878.xml"/><Relationship Id="rId1" Type="http://schemas.openxmlformats.org/officeDocument/2006/relationships/tags" Target="../tags/tag783.xml"/><Relationship Id="rId6" Type="http://schemas.openxmlformats.org/officeDocument/2006/relationships/tags" Target="../tags/tag788.xml"/><Relationship Id="rId15" Type="http://schemas.openxmlformats.org/officeDocument/2006/relationships/tags" Target="../tags/tag797.xml"/><Relationship Id="rId23" Type="http://schemas.openxmlformats.org/officeDocument/2006/relationships/tags" Target="../tags/tag805.xml"/><Relationship Id="rId28" Type="http://schemas.openxmlformats.org/officeDocument/2006/relationships/tags" Target="../tags/tag810.xml"/><Relationship Id="rId36" Type="http://schemas.openxmlformats.org/officeDocument/2006/relationships/tags" Target="../tags/tag818.xml"/><Relationship Id="rId49" Type="http://schemas.openxmlformats.org/officeDocument/2006/relationships/tags" Target="../tags/tag831.xml"/><Relationship Id="rId57" Type="http://schemas.openxmlformats.org/officeDocument/2006/relationships/tags" Target="../tags/tag839.xml"/><Relationship Id="rId106" Type="http://schemas.openxmlformats.org/officeDocument/2006/relationships/notesSlide" Target="../notesSlides/notesSlide4.xml"/><Relationship Id="rId10" Type="http://schemas.openxmlformats.org/officeDocument/2006/relationships/tags" Target="../tags/tag792.xml"/><Relationship Id="rId31" Type="http://schemas.openxmlformats.org/officeDocument/2006/relationships/tags" Target="../tags/tag813.xml"/><Relationship Id="rId44" Type="http://schemas.openxmlformats.org/officeDocument/2006/relationships/tags" Target="../tags/tag826.xml"/><Relationship Id="rId52" Type="http://schemas.openxmlformats.org/officeDocument/2006/relationships/tags" Target="../tags/tag834.xml"/><Relationship Id="rId60" Type="http://schemas.openxmlformats.org/officeDocument/2006/relationships/tags" Target="../tags/tag842.xml"/><Relationship Id="rId65" Type="http://schemas.openxmlformats.org/officeDocument/2006/relationships/tags" Target="../tags/tag847.xml"/><Relationship Id="rId73" Type="http://schemas.openxmlformats.org/officeDocument/2006/relationships/tags" Target="../tags/tag855.xml"/><Relationship Id="rId78" Type="http://schemas.openxmlformats.org/officeDocument/2006/relationships/tags" Target="../tags/tag860.xml"/><Relationship Id="rId81" Type="http://schemas.openxmlformats.org/officeDocument/2006/relationships/tags" Target="../tags/tag863.xml"/><Relationship Id="rId86" Type="http://schemas.openxmlformats.org/officeDocument/2006/relationships/tags" Target="../tags/tag868.xml"/><Relationship Id="rId94" Type="http://schemas.openxmlformats.org/officeDocument/2006/relationships/tags" Target="../tags/tag876.xml"/><Relationship Id="rId99" Type="http://schemas.openxmlformats.org/officeDocument/2006/relationships/tags" Target="../tags/tag881.xml"/><Relationship Id="rId101" Type="http://schemas.openxmlformats.org/officeDocument/2006/relationships/tags" Target="../tags/tag883.xml"/><Relationship Id="rId4" Type="http://schemas.openxmlformats.org/officeDocument/2006/relationships/tags" Target="../tags/tag786.xml"/><Relationship Id="rId9" Type="http://schemas.openxmlformats.org/officeDocument/2006/relationships/tags" Target="../tags/tag791.xml"/><Relationship Id="rId13" Type="http://schemas.openxmlformats.org/officeDocument/2006/relationships/tags" Target="../tags/tag795.xml"/><Relationship Id="rId18" Type="http://schemas.openxmlformats.org/officeDocument/2006/relationships/tags" Target="../tags/tag800.xml"/><Relationship Id="rId39" Type="http://schemas.openxmlformats.org/officeDocument/2006/relationships/tags" Target="../tags/tag821.xml"/><Relationship Id="rId34" Type="http://schemas.openxmlformats.org/officeDocument/2006/relationships/tags" Target="../tags/tag816.xml"/><Relationship Id="rId50" Type="http://schemas.openxmlformats.org/officeDocument/2006/relationships/tags" Target="../tags/tag832.xml"/><Relationship Id="rId55" Type="http://schemas.openxmlformats.org/officeDocument/2006/relationships/tags" Target="../tags/tag837.xml"/><Relationship Id="rId76" Type="http://schemas.openxmlformats.org/officeDocument/2006/relationships/tags" Target="../tags/tag858.xml"/><Relationship Id="rId97" Type="http://schemas.openxmlformats.org/officeDocument/2006/relationships/tags" Target="../tags/tag879.xml"/><Relationship Id="rId104" Type="http://schemas.openxmlformats.org/officeDocument/2006/relationships/tags" Target="../tags/tag886.xml"/><Relationship Id="rId7" Type="http://schemas.openxmlformats.org/officeDocument/2006/relationships/tags" Target="../tags/tag789.xml"/><Relationship Id="rId71" Type="http://schemas.openxmlformats.org/officeDocument/2006/relationships/tags" Target="../tags/tag853.xml"/><Relationship Id="rId92" Type="http://schemas.openxmlformats.org/officeDocument/2006/relationships/tags" Target="../tags/tag874.xml"/><Relationship Id="rId2" Type="http://schemas.openxmlformats.org/officeDocument/2006/relationships/tags" Target="../tags/tag784.xml"/><Relationship Id="rId29" Type="http://schemas.openxmlformats.org/officeDocument/2006/relationships/tags" Target="../tags/tag811.xml"/><Relationship Id="rId24" Type="http://schemas.openxmlformats.org/officeDocument/2006/relationships/tags" Target="../tags/tag806.xml"/><Relationship Id="rId40" Type="http://schemas.openxmlformats.org/officeDocument/2006/relationships/tags" Target="../tags/tag822.xml"/><Relationship Id="rId45" Type="http://schemas.openxmlformats.org/officeDocument/2006/relationships/tags" Target="../tags/tag827.xml"/><Relationship Id="rId66" Type="http://schemas.openxmlformats.org/officeDocument/2006/relationships/tags" Target="../tags/tag848.xml"/><Relationship Id="rId87" Type="http://schemas.openxmlformats.org/officeDocument/2006/relationships/tags" Target="../tags/tag869.xml"/><Relationship Id="rId61" Type="http://schemas.openxmlformats.org/officeDocument/2006/relationships/tags" Target="../tags/tag843.xml"/><Relationship Id="rId82" Type="http://schemas.openxmlformats.org/officeDocument/2006/relationships/tags" Target="../tags/tag864.xml"/><Relationship Id="rId19" Type="http://schemas.openxmlformats.org/officeDocument/2006/relationships/tags" Target="../tags/tag801.xml"/><Relationship Id="rId14" Type="http://schemas.openxmlformats.org/officeDocument/2006/relationships/tags" Target="../tags/tag796.xml"/><Relationship Id="rId30" Type="http://schemas.openxmlformats.org/officeDocument/2006/relationships/tags" Target="../tags/tag812.xml"/><Relationship Id="rId35" Type="http://schemas.openxmlformats.org/officeDocument/2006/relationships/tags" Target="../tags/tag817.xml"/><Relationship Id="rId56" Type="http://schemas.openxmlformats.org/officeDocument/2006/relationships/tags" Target="../tags/tag838.xml"/><Relationship Id="rId77" Type="http://schemas.openxmlformats.org/officeDocument/2006/relationships/tags" Target="../tags/tag859.xml"/><Relationship Id="rId100" Type="http://schemas.openxmlformats.org/officeDocument/2006/relationships/tags" Target="../tags/tag882.xml"/><Relationship Id="rId105" Type="http://schemas.openxmlformats.org/officeDocument/2006/relationships/slideLayout" Target="../slideLayouts/slideLayout4.xml"/><Relationship Id="rId8" Type="http://schemas.openxmlformats.org/officeDocument/2006/relationships/tags" Target="../tags/tag790.xml"/><Relationship Id="rId51" Type="http://schemas.openxmlformats.org/officeDocument/2006/relationships/tags" Target="../tags/tag833.xml"/><Relationship Id="rId72" Type="http://schemas.openxmlformats.org/officeDocument/2006/relationships/tags" Target="../tags/tag854.xml"/><Relationship Id="rId93" Type="http://schemas.openxmlformats.org/officeDocument/2006/relationships/tags" Target="../tags/tag875.xml"/><Relationship Id="rId98" Type="http://schemas.openxmlformats.org/officeDocument/2006/relationships/tags" Target="../tags/tag880.xml"/><Relationship Id="rId3" Type="http://schemas.openxmlformats.org/officeDocument/2006/relationships/tags" Target="../tags/tag785.xml"/><Relationship Id="rId25" Type="http://schemas.openxmlformats.org/officeDocument/2006/relationships/tags" Target="../tags/tag807.xml"/><Relationship Id="rId46" Type="http://schemas.openxmlformats.org/officeDocument/2006/relationships/tags" Target="../tags/tag828.xml"/><Relationship Id="rId67" Type="http://schemas.openxmlformats.org/officeDocument/2006/relationships/tags" Target="../tags/tag849.xml"/></Relationships>
</file>

<file path=ppt/slides/_rels/slide6.xml.rels><?xml version="1.0" encoding="UTF-8" standalone="yes"?>
<Relationships xmlns="http://schemas.openxmlformats.org/package/2006/relationships"><Relationship Id="rId8" Type="http://schemas.openxmlformats.org/officeDocument/2006/relationships/tags" Target="../tags/tag894.xml"/><Relationship Id="rId13" Type="http://schemas.openxmlformats.org/officeDocument/2006/relationships/tags" Target="../tags/tag899.xml"/><Relationship Id="rId18" Type="http://schemas.openxmlformats.org/officeDocument/2006/relationships/tags" Target="../tags/tag904.xml"/><Relationship Id="rId26" Type="http://schemas.openxmlformats.org/officeDocument/2006/relationships/tags" Target="../tags/tag912.xml"/><Relationship Id="rId3" Type="http://schemas.openxmlformats.org/officeDocument/2006/relationships/tags" Target="../tags/tag889.xml"/><Relationship Id="rId21" Type="http://schemas.openxmlformats.org/officeDocument/2006/relationships/tags" Target="../tags/tag907.xml"/><Relationship Id="rId7" Type="http://schemas.openxmlformats.org/officeDocument/2006/relationships/tags" Target="../tags/tag893.xml"/><Relationship Id="rId12" Type="http://schemas.openxmlformats.org/officeDocument/2006/relationships/tags" Target="../tags/tag898.xml"/><Relationship Id="rId17" Type="http://schemas.openxmlformats.org/officeDocument/2006/relationships/tags" Target="../tags/tag903.xml"/><Relationship Id="rId25" Type="http://schemas.openxmlformats.org/officeDocument/2006/relationships/tags" Target="../tags/tag911.xml"/><Relationship Id="rId2" Type="http://schemas.openxmlformats.org/officeDocument/2006/relationships/tags" Target="../tags/tag888.xml"/><Relationship Id="rId16" Type="http://schemas.openxmlformats.org/officeDocument/2006/relationships/tags" Target="../tags/tag902.xml"/><Relationship Id="rId20" Type="http://schemas.openxmlformats.org/officeDocument/2006/relationships/tags" Target="../tags/tag906.xml"/><Relationship Id="rId29" Type="http://schemas.openxmlformats.org/officeDocument/2006/relationships/tags" Target="../tags/tag915.xml"/><Relationship Id="rId1" Type="http://schemas.openxmlformats.org/officeDocument/2006/relationships/tags" Target="../tags/tag887.xml"/><Relationship Id="rId6" Type="http://schemas.openxmlformats.org/officeDocument/2006/relationships/tags" Target="../tags/tag892.xml"/><Relationship Id="rId11" Type="http://schemas.openxmlformats.org/officeDocument/2006/relationships/tags" Target="../tags/tag897.xml"/><Relationship Id="rId24" Type="http://schemas.openxmlformats.org/officeDocument/2006/relationships/tags" Target="../tags/tag910.xml"/><Relationship Id="rId5" Type="http://schemas.openxmlformats.org/officeDocument/2006/relationships/tags" Target="../tags/tag891.xml"/><Relationship Id="rId15" Type="http://schemas.openxmlformats.org/officeDocument/2006/relationships/tags" Target="../tags/tag901.xml"/><Relationship Id="rId23" Type="http://schemas.openxmlformats.org/officeDocument/2006/relationships/tags" Target="../tags/tag909.xml"/><Relationship Id="rId28" Type="http://schemas.openxmlformats.org/officeDocument/2006/relationships/tags" Target="../tags/tag914.xml"/><Relationship Id="rId10" Type="http://schemas.openxmlformats.org/officeDocument/2006/relationships/tags" Target="../tags/tag896.xml"/><Relationship Id="rId19" Type="http://schemas.openxmlformats.org/officeDocument/2006/relationships/tags" Target="../tags/tag905.xml"/><Relationship Id="rId31" Type="http://schemas.openxmlformats.org/officeDocument/2006/relationships/notesSlide" Target="../notesSlides/notesSlide5.xml"/><Relationship Id="rId4" Type="http://schemas.openxmlformats.org/officeDocument/2006/relationships/tags" Target="../tags/tag890.xml"/><Relationship Id="rId9" Type="http://schemas.openxmlformats.org/officeDocument/2006/relationships/tags" Target="../tags/tag895.xml"/><Relationship Id="rId14" Type="http://schemas.openxmlformats.org/officeDocument/2006/relationships/tags" Target="../tags/tag900.xml"/><Relationship Id="rId22" Type="http://schemas.openxmlformats.org/officeDocument/2006/relationships/tags" Target="../tags/tag908.xml"/><Relationship Id="rId27" Type="http://schemas.openxmlformats.org/officeDocument/2006/relationships/tags" Target="../tags/tag913.xml"/><Relationship Id="rId30"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8" Type="http://schemas.openxmlformats.org/officeDocument/2006/relationships/tags" Target="../tags/tag923.xml"/><Relationship Id="rId3" Type="http://schemas.openxmlformats.org/officeDocument/2006/relationships/tags" Target="../tags/tag918.xml"/><Relationship Id="rId7" Type="http://schemas.openxmlformats.org/officeDocument/2006/relationships/tags" Target="../tags/tag922.xml"/><Relationship Id="rId2" Type="http://schemas.openxmlformats.org/officeDocument/2006/relationships/tags" Target="../tags/tag917.xml"/><Relationship Id="rId1" Type="http://schemas.openxmlformats.org/officeDocument/2006/relationships/tags" Target="../tags/tag916.xml"/><Relationship Id="rId6" Type="http://schemas.openxmlformats.org/officeDocument/2006/relationships/tags" Target="../tags/tag921.xml"/><Relationship Id="rId5" Type="http://schemas.openxmlformats.org/officeDocument/2006/relationships/tags" Target="../tags/tag920.xml"/><Relationship Id="rId10" Type="http://schemas.openxmlformats.org/officeDocument/2006/relationships/notesSlide" Target="../notesSlides/notesSlide6.xml"/><Relationship Id="rId4" Type="http://schemas.openxmlformats.org/officeDocument/2006/relationships/tags" Target="../tags/tag919.xml"/><Relationship Id="rId9"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8" Type="http://schemas.openxmlformats.org/officeDocument/2006/relationships/tags" Target="../tags/tag931.xml"/><Relationship Id="rId13" Type="http://schemas.openxmlformats.org/officeDocument/2006/relationships/tags" Target="../tags/tag936.xml"/><Relationship Id="rId18" Type="http://schemas.openxmlformats.org/officeDocument/2006/relationships/tags" Target="../tags/tag941.xml"/><Relationship Id="rId26" Type="http://schemas.openxmlformats.org/officeDocument/2006/relationships/slideLayout" Target="../slideLayouts/slideLayout6.xml"/><Relationship Id="rId3" Type="http://schemas.openxmlformats.org/officeDocument/2006/relationships/tags" Target="../tags/tag926.xml"/><Relationship Id="rId21" Type="http://schemas.openxmlformats.org/officeDocument/2006/relationships/tags" Target="../tags/tag944.xml"/><Relationship Id="rId7" Type="http://schemas.openxmlformats.org/officeDocument/2006/relationships/tags" Target="../tags/tag930.xml"/><Relationship Id="rId12" Type="http://schemas.openxmlformats.org/officeDocument/2006/relationships/tags" Target="../tags/tag935.xml"/><Relationship Id="rId17" Type="http://schemas.openxmlformats.org/officeDocument/2006/relationships/tags" Target="../tags/tag940.xml"/><Relationship Id="rId25" Type="http://schemas.openxmlformats.org/officeDocument/2006/relationships/tags" Target="../tags/tag948.xml"/><Relationship Id="rId2" Type="http://schemas.openxmlformats.org/officeDocument/2006/relationships/tags" Target="../tags/tag925.xml"/><Relationship Id="rId16" Type="http://schemas.openxmlformats.org/officeDocument/2006/relationships/tags" Target="../tags/tag939.xml"/><Relationship Id="rId20" Type="http://schemas.openxmlformats.org/officeDocument/2006/relationships/tags" Target="../tags/tag943.xml"/><Relationship Id="rId1" Type="http://schemas.openxmlformats.org/officeDocument/2006/relationships/tags" Target="../tags/tag924.xml"/><Relationship Id="rId6" Type="http://schemas.openxmlformats.org/officeDocument/2006/relationships/tags" Target="../tags/tag929.xml"/><Relationship Id="rId11" Type="http://schemas.openxmlformats.org/officeDocument/2006/relationships/tags" Target="../tags/tag934.xml"/><Relationship Id="rId24" Type="http://schemas.openxmlformats.org/officeDocument/2006/relationships/tags" Target="../tags/tag947.xml"/><Relationship Id="rId5" Type="http://schemas.openxmlformats.org/officeDocument/2006/relationships/tags" Target="../tags/tag928.xml"/><Relationship Id="rId15" Type="http://schemas.openxmlformats.org/officeDocument/2006/relationships/tags" Target="../tags/tag938.xml"/><Relationship Id="rId23" Type="http://schemas.openxmlformats.org/officeDocument/2006/relationships/tags" Target="../tags/tag946.xml"/><Relationship Id="rId10" Type="http://schemas.openxmlformats.org/officeDocument/2006/relationships/tags" Target="../tags/tag933.xml"/><Relationship Id="rId19" Type="http://schemas.openxmlformats.org/officeDocument/2006/relationships/tags" Target="../tags/tag942.xml"/><Relationship Id="rId4" Type="http://schemas.openxmlformats.org/officeDocument/2006/relationships/tags" Target="../tags/tag927.xml"/><Relationship Id="rId9" Type="http://schemas.openxmlformats.org/officeDocument/2006/relationships/tags" Target="../tags/tag932.xml"/><Relationship Id="rId14" Type="http://schemas.openxmlformats.org/officeDocument/2006/relationships/tags" Target="../tags/tag937.xml"/><Relationship Id="rId22" Type="http://schemas.openxmlformats.org/officeDocument/2006/relationships/tags" Target="../tags/tag945.xml"/><Relationship Id="rId27"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8" Type="http://schemas.openxmlformats.org/officeDocument/2006/relationships/tags" Target="../tags/tag956.xml"/><Relationship Id="rId3" Type="http://schemas.openxmlformats.org/officeDocument/2006/relationships/tags" Target="../tags/tag951.xml"/><Relationship Id="rId7" Type="http://schemas.openxmlformats.org/officeDocument/2006/relationships/tags" Target="../tags/tag955.xml"/><Relationship Id="rId2" Type="http://schemas.openxmlformats.org/officeDocument/2006/relationships/tags" Target="../tags/tag950.xml"/><Relationship Id="rId1" Type="http://schemas.openxmlformats.org/officeDocument/2006/relationships/tags" Target="../tags/tag949.xml"/><Relationship Id="rId6" Type="http://schemas.openxmlformats.org/officeDocument/2006/relationships/tags" Target="../tags/tag954.xml"/><Relationship Id="rId11" Type="http://schemas.openxmlformats.org/officeDocument/2006/relationships/image" Target="../media/image14.png"/><Relationship Id="rId5" Type="http://schemas.openxmlformats.org/officeDocument/2006/relationships/tags" Target="../tags/tag953.xml"/><Relationship Id="rId10" Type="http://schemas.openxmlformats.org/officeDocument/2006/relationships/notesSlide" Target="../notesSlides/notesSlide8.xml"/><Relationship Id="rId4" Type="http://schemas.openxmlformats.org/officeDocument/2006/relationships/tags" Target="../tags/tag952.xml"/><Relationship Id="rId9"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8" Type="http://schemas.openxmlformats.org/officeDocument/2006/relationships/tags" Target="../tags/tag964.xml"/><Relationship Id="rId13" Type="http://schemas.openxmlformats.org/officeDocument/2006/relationships/image" Target="../media/image1.png"/><Relationship Id="rId3" Type="http://schemas.openxmlformats.org/officeDocument/2006/relationships/tags" Target="../tags/tag959.xml"/><Relationship Id="rId7" Type="http://schemas.openxmlformats.org/officeDocument/2006/relationships/tags" Target="../tags/tag963.xml"/><Relationship Id="rId12" Type="http://schemas.openxmlformats.org/officeDocument/2006/relationships/notesSlide" Target="../notesSlides/notesSlide9.xml"/><Relationship Id="rId2" Type="http://schemas.openxmlformats.org/officeDocument/2006/relationships/tags" Target="../tags/tag958.xml"/><Relationship Id="rId1" Type="http://schemas.openxmlformats.org/officeDocument/2006/relationships/tags" Target="../tags/tag957.xml"/><Relationship Id="rId6" Type="http://schemas.openxmlformats.org/officeDocument/2006/relationships/tags" Target="../tags/tag962.xml"/><Relationship Id="rId11" Type="http://schemas.openxmlformats.org/officeDocument/2006/relationships/slideLayout" Target="../slideLayouts/slideLayout18.xml"/><Relationship Id="rId5" Type="http://schemas.openxmlformats.org/officeDocument/2006/relationships/tags" Target="../tags/tag961.xml"/><Relationship Id="rId10" Type="http://schemas.openxmlformats.org/officeDocument/2006/relationships/tags" Target="../tags/tag966.xml"/><Relationship Id="rId4" Type="http://schemas.openxmlformats.org/officeDocument/2006/relationships/tags" Target="../tags/tag960.xml"/><Relationship Id="rId9" Type="http://schemas.openxmlformats.org/officeDocument/2006/relationships/tags" Target="../tags/tag965.xml"/></Relationships>
</file>

<file path=ppt/slides/_rels/slide11.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image" Target="file:///C:\Users\1V994W2\PycharmProjects\PPT_Background_Generation/pic_temp/1_pic_quater_right_up.png" TargetMode="External"/><Relationship Id="rId3" Type="http://schemas.openxmlformats.org/officeDocument/2006/relationships/tags" Target="../tags/tag969.xml"/><Relationship Id="rId7" Type="http://schemas.openxmlformats.org/officeDocument/2006/relationships/tags" Target="../tags/tag973.xml"/><Relationship Id="rId12" Type="http://schemas.openxmlformats.org/officeDocument/2006/relationships/image" Target="../media/image7.png"/><Relationship Id="rId2" Type="http://schemas.openxmlformats.org/officeDocument/2006/relationships/tags" Target="../tags/tag968.xml"/><Relationship Id="rId1" Type="http://schemas.openxmlformats.org/officeDocument/2006/relationships/tags" Target="../tags/tag967.xml"/><Relationship Id="rId6" Type="http://schemas.openxmlformats.org/officeDocument/2006/relationships/tags" Target="../tags/tag972.xml"/><Relationship Id="rId11" Type="http://schemas.openxmlformats.org/officeDocument/2006/relationships/image" Target="file:///C:\Users\1V994W2\PycharmProjects\PPT_Background_Generation/pic_temp/0_pic_quater_left_up.png" TargetMode="External"/><Relationship Id="rId5" Type="http://schemas.openxmlformats.org/officeDocument/2006/relationships/tags" Target="../tags/tag971.xml"/><Relationship Id="rId15" Type="http://schemas.openxmlformats.org/officeDocument/2006/relationships/image" Target="../media/image16.png"/><Relationship Id="rId10" Type="http://schemas.openxmlformats.org/officeDocument/2006/relationships/image" Target="../media/image6.png"/><Relationship Id="rId4" Type="http://schemas.openxmlformats.org/officeDocument/2006/relationships/tags" Target="../tags/tag970.xml"/><Relationship Id="rId9" Type="http://schemas.openxmlformats.org/officeDocument/2006/relationships/notesSlide" Target="../notesSlides/notesSlide10.xml"/><Relationship Id="rId14" Type="http://schemas.openxmlformats.org/officeDocument/2006/relationships/image" Target="../media/image15.png"/></Relationships>
</file>

<file path=ppt/slides/_rels/slide12.xml.rels><?xml version="1.0" encoding="UTF-8" standalone="yes"?>
<Relationships xmlns="http://schemas.openxmlformats.org/package/2006/relationships"><Relationship Id="rId8" Type="http://schemas.openxmlformats.org/officeDocument/2006/relationships/tags" Target="../tags/tag981.xml"/><Relationship Id="rId13" Type="http://schemas.openxmlformats.org/officeDocument/2006/relationships/notesSlide" Target="../notesSlides/notesSlide11.xml"/><Relationship Id="rId18" Type="http://schemas.openxmlformats.org/officeDocument/2006/relationships/image" Target="../media/image17.png"/><Relationship Id="rId3" Type="http://schemas.openxmlformats.org/officeDocument/2006/relationships/tags" Target="../tags/tag976.xml"/><Relationship Id="rId7" Type="http://schemas.openxmlformats.org/officeDocument/2006/relationships/tags" Target="../tags/tag980.xml"/><Relationship Id="rId12" Type="http://schemas.openxmlformats.org/officeDocument/2006/relationships/slideLayout" Target="../slideLayouts/slideLayout36.xml"/><Relationship Id="rId17" Type="http://schemas.openxmlformats.org/officeDocument/2006/relationships/image" Target="file:///C:\Users\1V994W2\PycharmProjects\PPT_Background_Generation/pic_temp/1_pic_quater_right_up.png" TargetMode="External"/><Relationship Id="rId2" Type="http://schemas.openxmlformats.org/officeDocument/2006/relationships/tags" Target="../tags/tag975.xml"/><Relationship Id="rId16" Type="http://schemas.openxmlformats.org/officeDocument/2006/relationships/image" Target="../media/image7.png"/><Relationship Id="rId1" Type="http://schemas.openxmlformats.org/officeDocument/2006/relationships/tags" Target="../tags/tag974.xml"/><Relationship Id="rId6" Type="http://schemas.openxmlformats.org/officeDocument/2006/relationships/tags" Target="../tags/tag979.xml"/><Relationship Id="rId11" Type="http://schemas.openxmlformats.org/officeDocument/2006/relationships/tags" Target="../tags/tag984.xml"/><Relationship Id="rId5" Type="http://schemas.openxmlformats.org/officeDocument/2006/relationships/tags" Target="../tags/tag978.xml"/><Relationship Id="rId15" Type="http://schemas.openxmlformats.org/officeDocument/2006/relationships/image" Target="file:///C:\Users\1V994W2\PycharmProjects\PPT_Background_Generation/pic_temp/0_pic_quater_left_up.png" TargetMode="External"/><Relationship Id="rId10" Type="http://schemas.openxmlformats.org/officeDocument/2006/relationships/tags" Target="../tags/tag983.xml"/><Relationship Id="rId19" Type="http://schemas.openxmlformats.org/officeDocument/2006/relationships/image" Target="../media/image18.png"/><Relationship Id="rId4" Type="http://schemas.openxmlformats.org/officeDocument/2006/relationships/tags" Target="../tags/tag977.xml"/><Relationship Id="rId9" Type="http://schemas.openxmlformats.org/officeDocument/2006/relationships/tags" Target="../tags/tag982.xml"/><Relationship Id="rId1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tags" Target="../tags/tag987.xml"/><Relationship Id="rId2" Type="http://schemas.openxmlformats.org/officeDocument/2006/relationships/tags" Target="../tags/tag986.xml"/><Relationship Id="rId1" Type="http://schemas.openxmlformats.org/officeDocument/2006/relationships/tags" Target="../tags/tag985.xml"/><Relationship Id="rId6" Type="http://schemas.openxmlformats.org/officeDocument/2006/relationships/slideLayout" Target="../slideLayouts/slideLayout20.xml"/><Relationship Id="rId5" Type="http://schemas.openxmlformats.org/officeDocument/2006/relationships/tags" Target="../tags/tag989.xml"/><Relationship Id="rId4" Type="http://schemas.openxmlformats.org/officeDocument/2006/relationships/tags" Target="../tags/tag988.xml"/></Relationships>
</file>

<file path=ppt/slides/_rels/slide14.xml.rels><?xml version="1.0" encoding="UTF-8" standalone="yes"?>
<Relationships xmlns="http://schemas.openxmlformats.org/package/2006/relationships"><Relationship Id="rId8" Type="http://schemas.openxmlformats.org/officeDocument/2006/relationships/tags" Target="../tags/tag997.xml"/><Relationship Id="rId13" Type="http://schemas.openxmlformats.org/officeDocument/2006/relationships/image" Target="../media/image21.png"/><Relationship Id="rId3" Type="http://schemas.openxmlformats.org/officeDocument/2006/relationships/tags" Target="../tags/tag992.xml"/><Relationship Id="rId7" Type="http://schemas.openxmlformats.org/officeDocument/2006/relationships/tags" Target="../tags/tag996.xml"/><Relationship Id="rId12" Type="http://schemas.openxmlformats.org/officeDocument/2006/relationships/image" Target="../media/image20.png"/><Relationship Id="rId2" Type="http://schemas.openxmlformats.org/officeDocument/2006/relationships/tags" Target="../tags/tag991.xml"/><Relationship Id="rId1" Type="http://schemas.openxmlformats.org/officeDocument/2006/relationships/tags" Target="../tags/tag990.xml"/><Relationship Id="rId6" Type="http://schemas.openxmlformats.org/officeDocument/2006/relationships/tags" Target="../tags/tag995.xml"/><Relationship Id="rId11" Type="http://schemas.openxmlformats.org/officeDocument/2006/relationships/image" Target="../media/image19.png"/><Relationship Id="rId5" Type="http://schemas.openxmlformats.org/officeDocument/2006/relationships/tags" Target="../tags/tag994.xml"/><Relationship Id="rId15" Type="http://schemas.openxmlformats.org/officeDocument/2006/relationships/image" Target="../media/image23.png"/><Relationship Id="rId10" Type="http://schemas.openxmlformats.org/officeDocument/2006/relationships/slideLayout" Target="../slideLayouts/slideLayout4.xml"/><Relationship Id="rId4" Type="http://schemas.openxmlformats.org/officeDocument/2006/relationships/tags" Target="../tags/tag993.xml"/><Relationship Id="rId9" Type="http://schemas.openxmlformats.org/officeDocument/2006/relationships/tags" Target="../tags/tag998.xml"/><Relationship Id="rId14" Type="http://schemas.openxmlformats.org/officeDocument/2006/relationships/image" Target="../media/image22.png"/></Relationships>
</file>

<file path=ppt/slides/_rels/slide15.xml.rels><?xml version="1.0" encoding="UTF-8" standalone="yes"?>
<Relationships xmlns="http://schemas.openxmlformats.org/package/2006/relationships"><Relationship Id="rId8" Type="http://schemas.openxmlformats.org/officeDocument/2006/relationships/tags" Target="../tags/tag1006.xml"/><Relationship Id="rId3" Type="http://schemas.openxmlformats.org/officeDocument/2006/relationships/tags" Target="../tags/tag1001.xml"/><Relationship Id="rId7" Type="http://schemas.openxmlformats.org/officeDocument/2006/relationships/tags" Target="../tags/tag1005.xml"/><Relationship Id="rId12" Type="http://schemas.openxmlformats.org/officeDocument/2006/relationships/image" Target="../media/image25.png"/><Relationship Id="rId2" Type="http://schemas.openxmlformats.org/officeDocument/2006/relationships/tags" Target="../tags/tag1000.xml"/><Relationship Id="rId1" Type="http://schemas.openxmlformats.org/officeDocument/2006/relationships/tags" Target="../tags/tag999.xml"/><Relationship Id="rId6" Type="http://schemas.openxmlformats.org/officeDocument/2006/relationships/tags" Target="../tags/tag1004.xml"/><Relationship Id="rId11" Type="http://schemas.openxmlformats.org/officeDocument/2006/relationships/image" Target="../media/image24.png"/><Relationship Id="rId5" Type="http://schemas.openxmlformats.org/officeDocument/2006/relationships/tags" Target="../tags/tag1003.xml"/><Relationship Id="rId10" Type="http://schemas.openxmlformats.org/officeDocument/2006/relationships/slideLayout" Target="../slideLayouts/slideLayout1.xml"/><Relationship Id="rId4" Type="http://schemas.openxmlformats.org/officeDocument/2006/relationships/tags" Target="../tags/tag1002.xml"/><Relationship Id="rId9" Type="http://schemas.openxmlformats.org/officeDocument/2006/relationships/tags" Target="../tags/tag1007.xml"/></Relationships>
</file>

<file path=ppt/slides/_rels/slide16.xml.rels><?xml version="1.0" encoding="UTF-8" standalone="yes"?>
<Relationships xmlns="http://schemas.openxmlformats.org/package/2006/relationships"><Relationship Id="rId8" Type="http://schemas.openxmlformats.org/officeDocument/2006/relationships/tags" Target="../tags/tag1015.xml"/><Relationship Id="rId13" Type="http://schemas.openxmlformats.org/officeDocument/2006/relationships/tags" Target="../tags/tag1020.xml"/><Relationship Id="rId18" Type="http://schemas.openxmlformats.org/officeDocument/2006/relationships/slideLayout" Target="../slideLayouts/slideLayout18.xml"/><Relationship Id="rId3" Type="http://schemas.openxmlformats.org/officeDocument/2006/relationships/tags" Target="../tags/tag1010.xml"/><Relationship Id="rId21" Type="http://schemas.openxmlformats.org/officeDocument/2006/relationships/image" Target="../media/image27.png"/><Relationship Id="rId7" Type="http://schemas.openxmlformats.org/officeDocument/2006/relationships/tags" Target="../tags/tag1014.xml"/><Relationship Id="rId12" Type="http://schemas.openxmlformats.org/officeDocument/2006/relationships/tags" Target="../tags/tag1019.xml"/><Relationship Id="rId17" Type="http://schemas.openxmlformats.org/officeDocument/2006/relationships/tags" Target="../tags/tag1024.xml"/><Relationship Id="rId2" Type="http://schemas.openxmlformats.org/officeDocument/2006/relationships/tags" Target="../tags/tag1009.xml"/><Relationship Id="rId16" Type="http://schemas.openxmlformats.org/officeDocument/2006/relationships/tags" Target="../tags/tag1023.xml"/><Relationship Id="rId20" Type="http://schemas.openxmlformats.org/officeDocument/2006/relationships/image" Target="../media/image26.png"/><Relationship Id="rId1" Type="http://schemas.openxmlformats.org/officeDocument/2006/relationships/tags" Target="../tags/tag1008.xml"/><Relationship Id="rId6" Type="http://schemas.openxmlformats.org/officeDocument/2006/relationships/tags" Target="../tags/tag1013.xml"/><Relationship Id="rId11" Type="http://schemas.openxmlformats.org/officeDocument/2006/relationships/tags" Target="../tags/tag1018.xml"/><Relationship Id="rId5" Type="http://schemas.openxmlformats.org/officeDocument/2006/relationships/tags" Target="../tags/tag1012.xml"/><Relationship Id="rId15" Type="http://schemas.openxmlformats.org/officeDocument/2006/relationships/tags" Target="../tags/tag1022.xml"/><Relationship Id="rId10" Type="http://schemas.openxmlformats.org/officeDocument/2006/relationships/tags" Target="../tags/tag1017.xml"/><Relationship Id="rId19" Type="http://schemas.openxmlformats.org/officeDocument/2006/relationships/image" Target="../media/image3.png"/><Relationship Id="rId4" Type="http://schemas.openxmlformats.org/officeDocument/2006/relationships/tags" Target="../tags/tag1011.xml"/><Relationship Id="rId9" Type="http://schemas.openxmlformats.org/officeDocument/2006/relationships/tags" Target="../tags/tag1016.xml"/><Relationship Id="rId14" Type="http://schemas.openxmlformats.org/officeDocument/2006/relationships/tags" Target="../tags/tag1021.xml"/><Relationship Id="rId22" Type="http://schemas.openxmlformats.org/officeDocument/2006/relationships/image" Target="../media/image28.png"/></Relationships>
</file>

<file path=ppt/slides/_rels/slide17.xml.rels><?xml version="1.0" encoding="UTF-8" standalone="yes"?>
<Relationships xmlns="http://schemas.openxmlformats.org/package/2006/relationships"><Relationship Id="rId8" Type="http://schemas.openxmlformats.org/officeDocument/2006/relationships/tags" Target="../tags/tag1032.xml"/><Relationship Id="rId13" Type="http://schemas.openxmlformats.org/officeDocument/2006/relationships/tags" Target="../tags/tag1037.xml"/><Relationship Id="rId18" Type="http://schemas.openxmlformats.org/officeDocument/2006/relationships/tags" Target="../tags/tag1042.xml"/><Relationship Id="rId3" Type="http://schemas.openxmlformats.org/officeDocument/2006/relationships/tags" Target="../tags/tag1027.xml"/><Relationship Id="rId21" Type="http://schemas.openxmlformats.org/officeDocument/2006/relationships/slideLayout" Target="../slideLayouts/slideLayout18.xml"/><Relationship Id="rId7" Type="http://schemas.openxmlformats.org/officeDocument/2006/relationships/tags" Target="../tags/tag1031.xml"/><Relationship Id="rId12" Type="http://schemas.openxmlformats.org/officeDocument/2006/relationships/tags" Target="../tags/tag1036.xml"/><Relationship Id="rId17" Type="http://schemas.openxmlformats.org/officeDocument/2006/relationships/tags" Target="../tags/tag1041.xml"/><Relationship Id="rId2" Type="http://schemas.openxmlformats.org/officeDocument/2006/relationships/tags" Target="../tags/tag1026.xml"/><Relationship Id="rId16" Type="http://schemas.openxmlformats.org/officeDocument/2006/relationships/tags" Target="../tags/tag1040.xml"/><Relationship Id="rId20" Type="http://schemas.openxmlformats.org/officeDocument/2006/relationships/tags" Target="../tags/tag1044.xml"/><Relationship Id="rId1" Type="http://schemas.openxmlformats.org/officeDocument/2006/relationships/tags" Target="../tags/tag1025.xml"/><Relationship Id="rId6" Type="http://schemas.openxmlformats.org/officeDocument/2006/relationships/tags" Target="../tags/tag1030.xml"/><Relationship Id="rId11" Type="http://schemas.openxmlformats.org/officeDocument/2006/relationships/tags" Target="../tags/tag1035.xml"/><Relationship Id="rId5" Type="http://schemas.openxmlformats.org/officeDocument/2006/relationships/tags" Target="../tags/tag1029.xml"/><Relationship Id="rId15" Type="http://schemas.openxmlformats.org/officeDocument/2006/relationships/tags" Target="../tags/tag1039.xml"/><Relationship Id="rId10" Type="http://schemas.openxmlformats.org/officeDocument/2006/relationships/tags" Target="../tags/tag1034.xml"/><Relationship Id="rId19" Type="http://schemas.openxmlformats.org/officeDocument/2006/relationships/tags" Target="../tags/tag1043.xml"/><Relationship Id="rId4" Type="http://schemas.openxmlformats.org/officeDocument/2006/relationships/tags" Target="../tags/tag1028.xml"/><Relationship Id="rId9" Type="http://schemas.openxmlformats.org/officeDocument/2006/relationships/tags" Target="../tags/tag1033.xml"/><Relationship Id="rId14" Type="http://schemas.openxmlformats.org/officeDocument/2006/relationships/tags" Target="../tags/tag1038.xml"/><Relationship Id="rId22"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20.xml"/><Relationship Id="rId1" Type="http://schemas.openxmlformats.org/officeDocument/2006/relationships/tags" Target="../tags/tag1045.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Layout" Target="../slideLayouts/slideLayout20.xml"/><Relationship Id="rId1" Type="http://schemas.openxmlformats.org/officeDocument/2006/relationships/tags" Target="../tags/tag1046.xml"/></Relationships>
</file>

<file path=ppt/slides/_rels/slide2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tags" Target="../tags/tag1049.xml"/><Relationship Id="rId7" Type="http://schemas.openxmlformats.org/officeDocument/2006/relationships/slideLayout" Target="../slideLayouts/slideLayout24.xml"/><Relationship Id="rId2" Type="http://schemas.openxmlformats.org/officeDocument/2006/relationships/tags" Target="../tags/tag1048.xml"/><Relationship Id="rId1" Type="http://schemas.openxmlformats.org/officeDocument/2006/relationships/tags" Target="../tags/tag1047.xml"/><Relationship Id="rId6" Type="http://schemas.openxmlformats.org/officeDocument/2006/relationships/tags" Target="../tags/tag1052.xml"/><Relationship Id="rId5" Type="http://schemas.openxmlformats.org/officeDocument/2006/relationships/tags" Target="../tags/tag1051.xml"/><Relationship Id="rId10" Type="http://schemas.openxmlformats.org/officeDocument/2006/relationships/image" Target="../media/image32.png"/><Relationship Id="rId4" Type="http://schemas.openxmlformats.org/officeDocument/2006/relationships/tags" Target="../tags/tag1050.xml"/><Relationship Id="rId9" Type="http://schemas.openxmlformats.org/officeDocument/2006/relationships/image" Target="../media/image31.png"/></Relationships>
</file>

<file path=ppt/slides/_rels/slide21.xml.rels><?xml version="1.0" encoding="UTF-8" standalone="yes"?>
<Relationships xmlns="http://schemas.openxmlformats.org/package/2006/relationships"><Relationship Id="rId8" Type="http://schemas.openxmlformats.org/officeDocument/2006/relationships/tags" Target="../tags/tag1060.xml"/><Relationship Id="rId13" Type="http://schemas.openxmlformats.org/officeDocument/2006/relationships/tags" Target="../tags/tag1065.xml"/><Relationship Id="rId18" Type="http://schemas.openxmlformats.org/officeDocument/2006/relationships/image" Target="../media/image34.png"/><Relationship Id="rId3" Type="http://schemas.openxmlformats.org/officeDocument/2006/relationships/tags" Target="../tags/tag1055.xml"/><Relationship Id="rId21" Type="http://schemas.openxmlformats.org/officeDocument/2006/relationships/image" Target="../media/image37.png"/><Relationship Id="rId7" Type="http://schemas.openxmlformats.org/officeDocument/2006/relationships/tags" Target="../tags/tag1059.xml"/><Relationship Id="rId12" Type="http://schemas.openxmlformats.org/officeDocument/2006/relationships/tags" Target="../tags/tag1064.xml"/><Relationship Id="rId17" Type="http://schemas.openxmlformats.org/officeDocument/2006/relationships/image" Target="../media/image33.png"/><Relationship Id="rId2" Type="http://schemas.openxmlformats.org/officeDocument/2006/relationships/tags" Target="../tags/tag1054.xml"/><Relationship Id="rId16" Type="http://schemas.openxmlformats.org/officeDocument/2006/relationships/image" Target="../media/image3.png"/><Relationship Id="rId20" Type="http://schemas.openxmlformats.org/officeDocument/2006/relationships/image" Target="../media/image36.png"/><Relationship Id="rId1" Type="http://schemas.openxmlformats.org/officeDocument/2006/relationships/tags" Target="../tags/tag1053.xml"/><Relationship Id="rId6" Type="http://schemas.openxmlformats.org/officeDocument/2006/relationships/tags" Target="../tags/tag1058.xml"/><Relationship Id="rId11" Type="http://schemas.openxmlformats.org/officeDocument/2006/relationships/tags" Target="../tags/tag1063.xml"/><Relationship Id="rId5" Type="http://schemas.openxmlformats.org/officeDocument/2006/relationships/tags" Target="../tags/tag1057.xml"/><Relationship Id="rId15" Type="http://schemas.openxmlformats.org/officeDocument/2006/relationships/image" Target="../media/image2.png"/><Relationship Id="rId10" Type="http://schemas.openxmlformats.org/officeDocument/2006/relationships/tags" Target="../tags/tag1062.xml"/><Relationship Id="rId19" Type="http://schemas.openxmlformats.org/officeDocument/2006/relationships/image" Target="../media/image35.png"/><Relationship Id="rId4" Type="http://schemas.openxmlformats.org/officeDocument/2006/relationships/tags" Target="../tags/tag1056.xml"/><Relationship Id="rId9" Type="http://schemas.openxmlformats.org/officeDocument/2006/relationships/tags" Target="../tags/tag1061.xml"/><Relationship Id="rId14"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tags" Target="../tags/tag1068.xml"/><Relationship Id="rId2" Type="http://schemas.openxmlformats.org/officeDocument/2006/relationships/tags" Target="../tags/tag1067.xml"/><Relationship Id="rId1" Type="http://schemas.openxmlformats.org/officeDocument/2006/relationships/tags" Target="../tags/tag1066.xml"/><Relationship Id="rId6" Type="http://schemas.openxmlformats.org/officeDocument/2006/relationships/slideLayout" Target="../slideLayouts/slideLayout20.xml"/><Relationship Id="rId5" Type="http://schemas.openxmlformats.org/officeDocument/2006/relationships/tags" Target="../tags/tag1070.xml"/><Relationship Id="rId4" Type="http://schemas.openxmlformats.org/officeDocument/2006/relationships/tags" Target="../tags/tag1069.xml"/></Relationships>
</file>

<file path=ppt/slides/_rels/slide23.xml.rels><?xml version="1.0" encoding="UTF-8" standalone="yes"?>
<Relationships xmlns="http://schemas.openxmlformats.org/package/2006/relationships"><Relationship Id="rId8" Type="http://schemas.openxmlformats.org/officeDocument/2006/relationships/tags" Target="../tags/tag1078.xml"/><Relationship Id="rId13" Type="http://schemas.openxmlformats.org/officeDocument/2006/relationships/tags" Target="../tags/tag1083.xml"/><Relationship Id="rId18" Type="http://schemas.openxmlformats.org/officeDocument/2006/relationships/tags" Target="../tags/tag1088.xml"/><Relationship Id="rId26" Type="http://schemas.openxmlformats.org/officeDocument/2006/relationships/slideLayout" Target="../slideLayouts/slideLayout18.xml"/><Relationship Id="rId3" Type="http://schemas.openxmlformats.org/officeDocument/2006/relationships/tags" Target="../tags/tag1073.xml"/><Relationship Id="rId21" Type="http://schemas.openxmlformats.org/officeDocument/2006/relationships/tags" Target="../tags/tag1091.xml"/><Relationship Id="rId7" Type="http://schemas.openxmlformats.org/officeDocument/2006/relationships/tags" Target="../tags/tag1077.xml"/><Relationship Id="rId12" Type="http://schemas.openxmlformats.org/officeDocument/2006/relationships/tags" Target="../tags/tag1082.xml"/><Relationship Id="rId17" Type="http://schemas.openxmlformats.org/officeDocument/2006/relationships/tags" Target="../tags/tag1087.xml"/><Relationship Id="rId25" Type="http://schemas.openxmlformats.org/officeDocument/2006/relationships/tags" Target="../tags/tag1095.xml"/><Relationship Id="rId2" Type="http://schemas.openxmlformats.org/officeDocument/2006/relationships/tags" Target="../tags/tag1072.xml"/><Relationship Id="rId16" Type="http://schemas.openxmlformats.org/officeDocument/2006/relationships/tags" Target="../tags/tag1086.xml"/><Relationship Id="rId20" Type="http://schemas.openxmlformats.org/officeDocument/2006/relationships/tags" Target="../tags/tag1090.xml"/><Relationship Id="rId1" Type="http://schemas.openxmlformats.org/officeDocument/2006/relationships/tags" Target="../tags/tag1071.xml"/><Relationship Id="rId6" Type="http://schemas.openxmlformats.org/officeDocument/2006/relationships/tags" Target="../tags/tag1076.xml"/><Relationship Id="rId11" Type="http://schemas.openxmlformats.org/officeDocument/2006/relationships/tags" Target="../tags/tag1081.xml"/><Relationship Id="rId24" Type="http://schemas.openxmlformats.org/officeDocument/2006/relationships/tags" Target="../tags/tag1094.xml"/><Relationship Id="rId5" Type="http://schemas.openxmlformats.org/officeDocument/2006/relationships/tags" Target="../tags/tag1075.xml"/><Relationship Id="rId15" Type="http://schemas.openxmlformats.org/officeDocument/2006/relationships/tags" Target="../tags/tag1085.xml"/><Relationship Id="rId23" Type="http://schemas.openxmlformats.org/officeDocument/2006/relationships/tags" Target="../tags/tag1093.xml"/><Relationship Id="rId10" Type="http://schemas.openxmlformats.org/officeDocument/2006/relationships/tags" Target="../tags/tag1080.xml"/><Relationship Id="rId19" Type="http://schemas.openxmlformats.org/officeDocument/2006/relationships/tags" Target="../tags/tag1089.xml"/><Relationship Id="rId4" Type="http://schemas.openxmlformats.org/officeDocument/2006/relationships/tags" Target="../tags/tag1074.xml"/><Relationship Id="rId9" Type="http://schemas.openxmlformats.org/officeDocument/2006/relationships/tags" Target="../tags/tag1079.xml"/><Relationship Id="rId14" Type="http://schemas.openxmlformats.org/officeDocument/2006/relationships/tags" Target="../tags/tag1084.xml"/><Relationship Id="rId22" Type="http://schemas.openxmlformats.org/officeDocument/2006/relationships/tags" Target="../tags/tag1092.xml"/></Relationships>
</file>

<file path=ppt/slides/_rels/slide24.xml.rels><?xml version="1.0" encoding="UTF-8" standalone="yes"?>
<Relationships xmlns="http://schemas.openxmlformats.org/package/2006/relationships"><Relationship Id="rId8" Type="http://schemas.openxmlformats.org/officeDocument/2006/relationships/tags" Target="../tags/tag1103.xml"/><Relationship Id="rId13" Type="http://schemas.openxmlformats.org/officeDocument/2006/relationships/tags" Target="../tags/tag1108.xml"/><Relationship Id="rId3" Type="http://schemas.openxmlformats.org/officeDocument/2006/relationships/tags" Target="../tags/tag1098.xml"/><Relationship Id="rId7" Type="http://schemas.openxmlformats.org/officeDocument/2006/relationships/tags" Target="../tags/tag1102.xml"/><Relationship Id="rId12" Type="http://schemas.openxmlformats.org/officeDocument/2006/relationships/tags" Target="../tags/tag1107.xml"/><Relationship Id="rId17" Type="http://schemas.openxmlformats.org/officeDocument/2006/relationships/image" Target="../media/image39.png"/><Relationship Id="rId2" Type="http://schemas.openxmlformats.org/officeDocument/2006/relationships/tags" Target="../tags/tag1097.xml"/><Relationship Id="rId16" Type="http://schemas.openxmlformats.org/officeDocument/2006/relationships/image" Target="../media/image38.png"/><Relationship Id="rId1" Type="http://schemas.openxmlformats.org/officeDocument/2006/relationships/tags" Target="../tags/tag1096.xml"/><Relationship Id="rId6" Type="http://schemas.openxmlformats.org/officeDocument/2006/relationships/tags" Target="../tags/tag1101.xml"/><Relationship Id="rId11" Type="http://schemas.openxmlformats.org/officeDocument/2006/relationships/tags" Target="../tags/tag1106.xml"/><Relationship Id="rId5" Type="http://schemas.openxmlformats.org/officeDocument/2006/relationships/tags" Target="../tags/tag1100.xml"/><Relationship Id="rId15" Type="http://schemas.openxmlformats.org/officeDocument/2006/relationships/slideLayout" Target="../slideLayouts/slideLayout18.xml"/><Relationship Id="rId10" Type="http://schemas.openxmlformats.org/officeDocument/2006/relationships/tags" Target="../tags/tag1105.xml"/><Relationship Id="rId4" Type="http://schemas.openxmlformats.org/officeDocument/2006/relationships/tags" Target="../tags/tag1099.xml"/><Relationship Id="rId9" Type="http://schemas.openxmlformats.org/officeDocument/2006/relationships/tags" Target="../tags/tag1104.xml"/><Relationship Id="rId14" Type="http://schemas.openxmlformats.org/officeDocument/2006/relationships/tags" Target="../tags/tag1109.xml"/></Relationships>
</file>

<file path=ppt/slides/_rels/slide25.xml.rels><?xml version="1.0" encoding="UTF-8" standalone="yes"?>
<Relationships xmlns="http://schemas.openxmlformats.org/package/2006/relationships"><Relationship Id="rId8" Type="http://schemas.openxmlformats.org/officeDocument/2006/relationships/tags" Target="../tags/tag1117.xml"/><Relationship Id="rId13" Type="http://schemas.openxmlformats.org/officeDocument/2006/relationships/tags" Target="../tags/tag1122.xml"/><Relationship Id="rId3" Type="http://schemas.openxmlformats.org/officeDocument/2006/relationships/tags" Target="../tags/tag1112.xml"/><Relationship Id="rId7" Type="http://schemas.openxmlformats.org/officeDocument/2006/relationships/tags" Target="../tags/tag1116.xml"/><Relationship Id="rId12" Type="http://schemas.openxmlformats.org/officeDocument/2006/relationships/tags" Target="../tags/tag1121.xml"/><Relationship Id="rId17" Type="http://schemas.openxmlformats.org/officeDocument/2006/relationships/image" Target="../media/image41.png"/><Relationship Id="rId2" Type="http://schemas.openxmlformats.org/officeDocument/2006/relationships/tags" Target="../tags/tag1111.xml"/><Relationship Id="rId16" Type="http://schemas.openxmlformats.org/officeDocument/2006/relationships/image" Target="../media/image40.png"/><Relationship Id="rId1" Type="http://schemas.openxmlformats.org/officeDocument/2006/relationships/tags" Target="../tags/tag1110.xml"/><Relationship Id="rId6" Type="http://schemas.openxmlformats.org/officeDocument/2006/relationships/tags" Target="../tags/tag1115.xml"/><Relationship Id="rId11" Type="http://schemas.openxmlformats.org/officeDocument/2006/relationships/tags" Target="../tags/tag1120.xml"/><Relationship Id="rId5" Type="http://schemas.openxmlformats.org/officeDocument/2006/relationships/tags" Target="../tags/tag1114.xml"/><Relationship Id="rId15" Type="http://schemas.openxmlformats.org/officeDocument/2006/relationships/slideLayout" Target="../slideLayouts/slideLayout18.xml"/><Relationship Id="rId10" Type="http://schemas.openxmlformats.org/officeDocument/2006/relationships/tags" Target="../tags/tag1119.xml"/><Relationship Id="rId4" Type="http://schemas.openxmlformats.org/officeDocument/2006/relationships/tags" Target="../tags/tag1113.xml"/><Relationship Id="rId9" Type="http://schemas.openxmlformats.org/officeDocument/2006/relationships/tags" Target="../tags/tag1118.xml"/><Relationship Id="rId14" Type="http://schemas.openxmlformats.org/officeDocument/2006/relationships/tags" Target="../tags/tag1123.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0.xml"/><Relationship Id="rId1" Type="http://schemas.openxmlformats.org/officeDocument/2006/relationships/tags" Target="../tags/tag1124.xml"/><Relationship Id="rId5" Type="http://schemas.openxmlformats.org/officeDocument/2006/relationships/image" Target="../media/image43.png"/><Relationship Id="rId4" Type="http://schemas.openxmlformats.org/officeDocument/2006/relationships/image" Target="../media/image42.png"/></Relationships>
</file>

<file path=ppt/slides/_rels/slide27.xml.rels><?xml version="1.0" encoding="UTF-8" standalone="yes"?>
<Relationships xmlns="http://schemas.openxmlformats.org/package/2006/relationships"><Relationship Id="rId8" Type="http://schemas.openxmlformats.org/officeDocument/2006/relationships/tags" Target="../tags/tag1132.xml"/><Relationship Id="rId13" Type="http://schemas.openxmlformats.org/officeDocument/2006/relationships/slideLayout" Target="../slideLayouts/slideLayout18.xml"/><Relationship Id="rId3" Type="http://schemas.openxmlformats.org/officeDocument/2006/relationships/tags" Target="../tags/tag1127.xml"/><Relationship Id="rId7" Type="http://schemas.openxmlformats.org/officeDocument/2006/relationships/tags" Target="../tags/tag1131.xml"/><Relationship Id="rId12" Type="http://schemas.openxmlformats.org/officeDocument/2006/relationships/tags" Target="../tags/tag1136.xml"/><Relationship Id="rId17" Type="http://schemas.openxmlformats.org/officeDocument/2006/relationships/image" Target="../media/image46.svg"/><Relationship Id="rId2" Type="http://schemas.openxmlformats.org/officeDocument/2006/relationships/tags" Target="../tags/tag1126.xml"/><Relationship Id="rId16" Type="http://schemas.openxmlformats.org/officeDocument/2006/relationships/image" Target="../media/image45.png"/><Relationship Id="rId1" Type="http://schemas.openxmlformats.org/officeDocument/2006/relationships/tags" Target="../tags/tag1125.xml"/><Relationship Id="rId6" Type="http://schemas.openxmlformats.org/officeDocument/2006/relationships/tags" Target="../tags/tag1130.xml"/><Relationship Id="rId11" Type="http://schemas.openxmlformats.org/officeDocument/2006/relationships/tags" Target="../tags/tag1135.xml"/><Relationship Id="rId5" Type="http://schemas.openxmlformats.org/officeDocument/2006/relationships/tags" Target="../tags/tag1129.xml"/><Relationship Id="rId15" Type="http://schemas.openxmlformats.org/officeDocument/2006/relationships/image" Target="../media/image44.png"/><Relationship Id="rId10" Type="http://schemas.openxmlformats.org/officeDocument/2006/relationships/tags" Target="../tags/tag1134.xml"/><Relationship Id="rId4" Type="http://schemas.openxmlformats.org/officeDocument/2006/relationships/tags" Target="../tags/tag1128.xml"/><Relationship Id="rId9" Type="http://schemas.openxmlformats.org/officeDocument/2006/relationships/tags" Target="../tags/tag1133.xml"/><Relationship Id="rId14" Type="http://schemas.openxmlformats.org/officeDocument/2006/relationships/image" Target="../media/image1.png"/></Relationships>
</file>

<file path=ppt/slides/_rels/slide28.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tags" Target="../tags/tag1139.xml"/><Relationship Id="rId7" Type="http://schemas.openxmlformats.org/officeDocument/2006/relationships/tags" Target="../tags/tag1143.xml"/><Relationship Id="rId2" Type="http://schemas.openxmlformats.org/officeDocument/2006/relationships/tags" Target="../tags/tag1138.xml"/><Relationship Id="rId1" Type="http://schemas.openxmlformats.org/officeDocument/2006/relationships/tags" Target="../tags/tag1137.xml"/><Relationship Id="rId6" Type="http://schemas.openxmlformats.org/officeDocument/2006/relationships/tags" Target="../tags/tag1142.xml"/><Relationship Id="rId5" Type="http://schemas.openxmlformats.org/officeDocument/2006/relationships/tags" Target="../tags/tag1141.xml"/><Relationship Id="rId4" Type="http://schemas.openxmlformats.org/officeDocument/2006/relationships/tags" Target="../tags/tag1140.xml"/><Relationship Id="rId9" Type="http://schemas.openxmlformats.org/officeDocument/2006/relationships/image" Target="../media/image1.png"/></Relationships>
</file>

<file path=ppt/slides/_rels/slide29.xml.rels><?xml version="1.0" encoding="UTF-8" standalone="yes"?>
<Relationships xmlns="http://schemas.openxmlformats.org/package/2006/relationships"><Relationship Id="rId8" Type="http://schemas.openxmlformats.org/officeDocument/2006/relationships/tags" Target="../tags/tag1151.xml"/><Relationship Id="rId13" Type="http://schemas.openxmlformats.org/officeDocument/2006/relationships/tags" Target="../tags/tag1156.xml"/><Relationship Id="rId18" Type="http://schemas.openxmlformats.org/officeDocument/2006/relationships/image" Target="../media/image48.png"/><Relationship Id="rId3" Type="http://schemas.openxmlformats.org/officeDocument/2006/relationships/tags" Target="../tags/tag1146.xml"/><Relationship Id="rId7" Type="http://schemas.openxmlformats.org/officeDocument/2006/relationships/tags" Target="../tags/tag1150.xml"/><Relationship Id="rId12" Type="http://schemas.openxmlformats.org/officeDocument/2006/relationships/tags" Target="../tags/tag1155.xml"/><Relationship Id="rId17" Type="http://schemas.openxmlformats.org/officeDocument/2006/relationships/image" Target="../media/image47.png"/><Relationship Id="rId2" Type="http://schemas.openxmlformats.org/officeDocument/2006/relationships/tags" Target="../tags/tag1145.xml"/><Relationship Id="rId16" Type="http://schemas.openxmlformats.org/officeDocument/2006/relationships/slideLayout" Target="../slideLayouts/slideLayout18.xml"/><Relationship Id="rId1" Type="http://schemas.openxmlformats.org/officeDocument/2006/relationships/tags" Target="../tags/tag1144.xml"/><Relationship Id="rId6" Type="http://schemas.openxmlformats.org/officeDocument/2006/relationships/tags" Target="../tags/tag1149.xml"/><Relationship Id="rId11" Type="http://schemas.openxmlformats.org/officeDocument/2006/relationships/tags" Target="../tags/tag1154.xml"/><Relationship Id="rId5" Type="http://schemas.openxmlformats.org/officeDocument/2006/relationships/tags" Target="../tags/tag1148.xml"/><Relationship Id="rId15" Type="http://schemas.openxmlformats.org/officeDocument/2006/relationships/tags" Target="../tags/tag1158.xml"/><Relationship Id="rId10" Type="http://schemas.openxmlformats.org/officeDocument/2006/relationships/tags" Target="../tags/tag1153.xml"/><Relationship Id="rId4" Type="http://schemas.openxmlformats.org/officeDocument/2006/relationships/tags" Target="../tags/tag1147.xml"/><Relationship Id="rId9" Type="http://schemas.openxmlformats.org/officeDocument/2006/relationships/tags" Target="../tags/tag1152.xml"/><Relationship Id="rId14" Type="http://schemas.openxmlformats.org/officeDocument/2006/relationships/tags" Target="../tags/tag1157.xml"/></Relationships>
</file>

<file path=ppt/slides/_rels/slide30.xml.rels><?xml version="1.0" encoding="UTF-8" standalone="yes"?>
<Relationships xmlns="http://schemas.openxmlformats.org/package/2006/relationships"><Relationship Id="rId3" Type="http://schemas.openxmlformats.org/officeDocument/2006/relationships/tags" Target="../tags/tag1161.xml"/><Relationship Id="rId2" Type="http://schemas.openxmlformats.org/officeDocument/2006/relationships/tags" Target="../tags/tag1160.xml"/><Relationship Id="rId1" Type="http://schemas.openxmlformats.org/officeDocument/2006/relationships/tags" Target="../tags/tag1159.xml"/><Relationship Id="rId6" Type="http://schemas.openxmlformats.org/officeDocument/2006/relationships/slideLayout" Target="../slideLayouts/slideLayout20.xml"/><Relationship Id="rId5" Type="http://schemas.openxmlformats.org/officeDocument/2006/relationships/tags" Target="../tags/tag1163.xml"/><Relationship Id="rId4" Type="http://schemas.openxmlformats.org/officeDocument/2006/relationships/tags" Target="../tags/tag1162.xml"/></Relationships>
</file>

<file path=ppt/slides/_rels/slide31.xml.rels><?xml version="1.0" encoding="UTF-8" standalone="yes"?>
<Relationships xmlns="http://schemas.openxmlformats.org/package/2006/relationships"><Relationship Id="rId8" Type="http://schemas.openxmlformats.org/officeDocument/2006/relationships/tags" Target="../tags/tag1171.xml"/><Relationship Id="rId13" Type="http://schemas.openxmlformats.org/officeDocument/2006/relationships/tags" Target="../tags/tag1176.xml"/><Relationship Id="rId18" Type="http://schemas.openxmlformats.org/officeDocument/2006/relationships/image" Target="../media/image50.png"/><Relationship Id="rId3" Type="http://schemas.openxmlformats.org/officeDocument/2006/relationships/tags" Target="../tags/tag1166.xml"/><Relationship Id="rId7" Type="http://schemas.openxmlformats.org/officeDocument/2006/relationships/tags" Target="../tags/tag1170.xml"/><Relationship Id="rId12" Type="http://schemas.openxmlformats.org/officeDocument/2006/relationships/tags" Target="../tags/tag1175.xml"/><Relationship Id="rId17" Type="http://schemas.openxmlformats.org/officeDocument/2006/relationships/image" Target="../media/image49.png"/><Relationship Id="rId2" Type="http://schemas.openxmlformats.org/officeDocument/2006/relationships/tags" Target="../tags/tag1165.xml"/><Relationship Id="rId16" Type="http://schemas.openxmlformats.org/officeDocument/2006/relationships/notesSlide" Target="../notesSlides/notesSlide13.xml"/><Relationship Id="rId20" Type="http://schemas.openxmlformats.org/officeDocument/2006/relationships/image" Target="../media/image46.svg"/><Relationship Id="rId1" Type="http://schemas.openxmlformats.org/officeDocument/2006/relationships/tags" Target="../tags/tag1164.xml"/><Relationship Id="rId6" Type="http://schemas.openxmlformats.org/officeDocument/2006/relationships/tags" Target="../tags/tag1169.xml"/><Relationship Id="rId11" Type="http://schemas.openxmlformats.org/officeDocument/2006/relationships/tags" Target="../tags/tag1174.xml"/><Relationship Id="rId5" Type="http://schemas.openxmlformats.org/officeDocument/2006/relationships/tags" Target="../tags/tag1168.xml"/><Relationship Id="rId15" Type="http://schemas.openxmlformats.org/officeDocument/2006/relationships/slideLayout" Target="../slideLayouts/slideLayout18.xml"/><Relationship Id="rId10" Type="http://schemas.openxmlformats.org/officeDocument/2006/relationships/tags" Target="../tags/tag1173.xml"/><Relationship Id="rId19" Type="http://schemas.openxmlformats.org/officeDocument/2006/relationships/image" Target="../media/image45.png"/><Relationship Id="rId4" Type="http://schemas.openxmlformats.org/officeDocument/2006/relationships/tags" Target="../tags/tag1167.xml"/><Relationship Id="rId9" Type="http://schemas.openxmlformats.org/officeDocument/2006/relationships/tags" Target="../tags/tag1172.xml"/><Relationship Id="rId14" Type="http://schemas.openxmlformats.org/officeDocument/2006/relationships/tags" Target="../tags/tag1177.xml"/></Relationships>
</file>

<file path=ppt/slides/_rels/slide3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tags" Target="../tags/tag1180.xml"/><Relationship Id="rId7" Type="http://schemas.openxmlformats.org/officeDocument/2006/relationships/tags" Target="../tags/tag1184.xml"/><Relationship Id="rId2" Type="http://schemas.openxmlformats.org/officeDocument/2006/relationships/tags" Target="../tags/tag1179.xml"/><Relationship Id="rId1" Type="http://schemas.openxmlformats.org/officeDocument/2006/relationships/tags" Target="../tags/tag1178.xml"/><Relationship Id="rId6" Type="http://schemas.openxmlformats.org/officeDocument/2006/relationships/tags" Target="../tags/tag1183.xml"/><Relationship Id="rId5" Type="http://schemas.openxmlformats.org/officeDocument/2006/relationships/tags" Target="../tags/tag1182.xml"/><Relationship Id="rId4" Type="http://schemas.openxmlformats.org/officeDocument/2006/relationships/tags" Target="../tags/tag1181.xml"/></Relationships>
</file>

<file path=ppt/slides/_rels/slide33.xml.rels><?xml version="1.0" encoding="UTF-8" standalone="yes"?>
<Relationships xmlns="http://schemas.openxmlformats.org/package/2006/relationships"><Relationship Id="rId8" Type="http://schemas.openxmlformats.org/officeDocument/2006/relationships/tags" Target="../tags/tag1192.xml"/><Relationship Id="rId13" Type="http://schemas.openxmlformats.org/officeDocument/2006/relationships/image" Target="../media/image3.png"/><Relationship Id="rId3" Type="http://schemas.openxmlformats.org/officeDocument/2006/relationships/tags" Target="../tags/tag1187.xml"/><Relationship Id="rId7" Type="http://schemas.openxmlformats.org/officeDocument/2006/relationships/tags" Target="../tags/tag1191.xml"/><Relationship Id="rId12" Type="http://schemas.openxmlformats.org/officeDocument/2006/relationships/image" Target="../media/image2.png"/><Relationship Id="rId2" Type="http://schemas.openxmlformats.org/officeDocument/2006/relationships/tags" Target="../tags/tag1186.xml"/><Relationship Id="rId1" Type="http://schemas.openxmlformats.org/officeDocument/2006/relationships/tags" Target="../tags/tag1185.xml"/><Relationship Id="rId6" Type="http://schemas.openxmlformats.org/officeDocument/2006/relationships/tags" Target="../tags/tag1190.xml"/><Relationship Id="rId11" Type="http://schemas.openxmlformats.org/officeDocument/2006/relationships/slideLayout" Target="../slideLayouts/slideLayout18.xml"/><Relationship Id="rId5" Type="http://schemas.openxmlformats.org/officeDocument/2006/relationships/tags" Target="../tags/tag1189.xml"/><Relationship Id="rId10" Type="http://schemas.openxmlformats.org/officeDocument/2006/relationships/tags" Target="../tags/tag1194.xml"/><Relationship Id="rId4" Type="http://schemas.openxmlformats.org/officeDocument/2006/relationships/tags" Target="../tags/tag1188.xml"/><Relationship Id="rId9" Type="http://schemas.openxmlformats.org/officeDocument/2006/relationships/tags" Target="../tags/tag1193.xml"/></Relationships>
</file>

<file path=ppt/slides/_rels/slide34.xml.rels><?xml version="1.0" encoding="UTF-8" standalone="yes"?>
<Relationships xmlns="http://schemas.openxmlformats.org/package/2006/relationships"><Relationship Id="rId8" Type="http://schemas.openxmlformats.org/officeDocument/2006/relationships/tags" Target="../tags/tag1202.xml"/><Relationship Id="rId13" Type="http://schemas.openxmlformats.org/officeDocument/2006/relationships/slideLayout" Target="../slideLayouts/slideLayout18.xml"/><Relationship Id="rId18" Type="http://schemas.openxmlformats.org/officeDocument/2006/relationships/image" Target="../media/image45.png"/><Relationship Id="rId3" Type="http://schemas.openxmlformats.org/officeDocument/2006/relationships/tags" Target="../tags/tag1197.xml"/><Relationship Id="rId7" Type="http://schemas.openxmlformats.org/officeDocument/2006/relationships/tags" Target="../tags/tag1201.xml"/><Relationship Id="rId12" Type="http://schemas.openxmlformats.org/officeDocument/2006/relationships/tags" Target="../tags/tag1206.xml"/><Relationship Id="rId17" Type="http://schemas.openxmlformats.org/officeDocument/2006/relationships/image" Target="../media/image52.png"/><Relationship Id="rId2" Type="http://schemas.openxmlformats.org/officeDocument/2006/relationships/tags" Target="../tags/tag1196.xml"/><Relationship Id="rId16" Type="http://schemas.openxmlformats.org/officeDocument/2006/relationships/image" Target="../media/image51.png"/><Relationship Id="rId1" Type="http://schemas.openxmlformats.org/officeDocument/2006/relationships/tags" Target="../tags/tag1195.xml"/><Relationship Id="rId6" Type="http://schemas.openxmlformats.org/officeDocument/2006/relationships/tags" Target="../tags/tag1200.xml"/><Relationship Id="rId11" Type="http://schemas.openxmlformats.org/officeDocument/2006/relationships/tags" Target="../tags/tag1205.xml"/><Relationship Id="rId5" Type="http://schemas.openxmlformats.org/officeDocument/2006/relationships/tags" Target="../tags/tag1199.xml"/><Relationship Id="rId15" Type="http://schemas.openxmlformats.org/officeDocument/2006/relationships/image" Target="../media/image3.png"/><Relationship Id="rId10" Type="http://schemas.openxmlformats.org/officeDocument/2006/relationships/tags" Target="../tags/tag1204.xml"/><Relationship Id="rId19" Type="http://schemas.openxmlformats.org/officeDocument/2006/relationships/image" Target="../media/image46.svg"/><Relationship Id="rId4" Type="http://schemas.openxmlformats.org/officeDocument/2006/relationships/tags" Target="../tags/tag1198.xml"/><Relationship Id="rId9" Type="http://schemas.openxmlformats.org/officeDocument/2006/relationships/tags" Target="../tags/tag1203.xml"/><Relationship Id="rId14" Type="http://schemas.openxmlformats.org/officeDocument/2006/relationships/image" Target="../media/image2.png"/></Relationships>
</file>

<file path=ppt/slides/_rels/slide35.xml.rels><?xml version="1.0" encoding="UTF-8" standalone="yes"?>
<Relationships xmlns="http://schemas.openxmlformats.org/package/2006/relationships"><Relationship Id="rId8" Type="http://schemas.openxmlformats.org/officeDocument/2006/relationships/tags" Target="../tags/tag1214.xml"/><Relationship Id="rId13" Type="http://schemas.openxmlformats.org/officeDocument/2006/relationships/slideLayout" Target="../slideLayouts/slideLayout18.xml"/><Relationship Id="rId18" Type="http://schemas.openxmlformats.org/officeDocument/2006/relationships/image" Target="../media/image55.png"/><Relationship Id="rId3" Type="http://schemas.openxmlformats.org/officeDocument/2006/relationships/tags" Target="../tags/tag1209.xml"/><Relationship Id="rId7" Type="http://schemas.openxmlformats.org/officeDocument/2006/relationships/tags" Target="../tags/tag1213.xml"/><Relationship Id="rId12" Type="http://schemas.openxmlformats.org/officeDocument/2006/relationships/tags" Target="../tags/tag1218.xml"/><Relationship Id="rId17" Type="http://schemas.openxmlformats.org/officeDocument/2006/relationships/image" Target="../media/image54.png"/><Relationship Id="rId2" Type="http://schemas.openxmlformats.org/officeDocument/2006/relationships/tags" Target="../tags/tag1208.xml"/><Relationship Id="rId16" Type="http://schemas.openxmlformats.org/officeDocument/2006/relationships/image" Target="../media/image53.png"/><Relationship Id="rId20" Type="http://schemas.openxmlformats.org/officeDocument/2006/relationships/image" Target="../media/image46.svg"/><Relationship Id="rId1" Type="http://schemas.openxmlformats.org/officeDocument/2006/relationships/tags" Target="../tags/tag1207.xml"/><Relationship Id="rId6" Type="http://schemas.openxmlformats.org/officeDocument/2006/relationships/tags" Target="../tags/tag1212.xml"/><Relationship Id="rId11" Type="http://schemas.openxmlformats.org/officeDocument/2006/relationships/tags" Target="../tags/tag1217.xml"/><Relationship Id="rId5" Type="http://schemas.openxmlformats.org/officeDocument/2006/relationships/tags" Target="../tags/tag1211.xml"/><Relationship Id="rId15" Type="http://schemas.openxmlformats.org/officeDocument/2006/relationships/image" Target="../media/image3.png"/><Relationship Id="rId10" Type="http://schemas.openxmlformats.org/officeDocument/2006/relationships/tags" Target="../tags/tag1216.xml"/><Relationship Id="rId19" Type="http://schemas.openxmlformats.org/officeDocument/2006/relationships/image" Target="../media/image45.png"/><Relationship Id="rId4" Type="http://schemas.openxmlformats.org/officeDocument/2006/relationships/tags" Target="../tags/tag1210.xml"/><Relationship Id="rId9" Type="http://schemas.openxmlformats.org/officeDocument/2006/relationships/tags" Target="../tags/tag1215.xml"/><Relationship Id="rId14" Type="http://schemas.openxmlformats.org/officeDocument/2006/relationships/image" Target="../media/image2.png"/></Relationships>
</file>

<file path=ppt/slides/_rels/slide36.xml.rels><?xml version="1.0" encoding="UTF-8" standalone="yes"?>
<Relationships xmlns="http://schemas.openxmlformats.org/package/2006/relationships"><Relationship Id="rId8" Type="http://schemas.openxmlformats.org/officeDocument/2006/relationships/tags" Target="../tags/tag1226.xml"/><Relationship Id="rId13" Type="http://schemas.openxmlformats.org/officeDocument/2006/relationships/tags" Target="../tags/tag1231.xml"/><Relationship Id="rId3" Type="http://schemas.openxmlformats.org/officeDocument/2006/relationships/tags" Target="../tags/tag1221.xml"/><Relationship Id="rId7" Type="http://schemas.openxmlformats.org/officeDocument/2006/relationships/tags" Target="../tags/tag1225.xml"/><Relationship Id="rId12" Type="http://schemas.openxmlformats.org/officeDocument/2006/relationships/tags" Target="../tags/tag1230.xml"/><Relationship Id="rId2" Type="http://schemas.openxmlformats.org/officeDocument/2006/relationships/tags" Target="../tags/tag1220.xml"/><Relationship Id="rId1" Type="http://schemas.openxmlformats.org/officeDocument/2006/relationships/tags" Target="../tags/tag1219.xml"/><Relationship Id="rId6" Type="http://schemas.openxmlformats.org/officeDocument/2006/relationships/tags" Target="../tags/tag1224.xml"/><Relationship Id="rId11" Type="http://schemas.openxmlformats.org/officeDocument/2006/relationships/tags" Target="../tags/tag1229.xml"/><Relationship Id="rId5" Type="http://schemas.openxmlformats.org/officeDocument/2006/relationships/tags" Target="../tags/tag1223.xml"/><Relationship Id="rId15" Type="http://schemas.openxmlformats.org/officeDocument/2006/relationships/image" Target="../media/image1.png"/><Relationship Id="rId10" Type="http://schemas.openxmlformats.org/officeDocument/2006/relationships/tags" Target="../tags/tag1228.xml"/><Relationship Id="rId4" Type="http://schemas.openxmlformats.org/officeDocument/2006/relationships/tags" Target="../tags/tag1222.xml"/><Relationship Id="rId9" Type="http://schemas.openxmlformats.org/officeDocument/2006/relationships/tags" Target="../tags/tag1227.xml"/><Relationship Id="rId14"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8" Type="http://schemas.openxmlformats.org/officeDocument/2006/relationships/tags" Target="../tags/tag1239.xml"/><Relationship Id="rId13" Type="http://schemas.openxmlformats.org/officeDocument/2006/relationships/tags" Target="../tags/tag1244.xml"/><Relationship Id="rId3" Type="http://schemas.openxmlformats.org/officeDocument/2006/relationships/tags" Target="../tags/tag1234.xml"/><Relationship Id="rId7" Type="http://schemas.openxmlformats.org/officeDocument/2006/relationships/tags" Target="../tags/tag1238.xml"/><Relationship Id="rId12" Type="http://schemas.openxmlformats.org/officeDocument/2006/relationships/tags" Target="../tags/tag1243.xml"/><Relationship Id="rId2" Type="http://schemas.openxmlformats.org/officeDocument/2006/relationships/tags" Target="../tags/tag1233.xml"/><Relationship Id="rId1" Type="http://schemas.openxmlformats.org/officeDocument/2006/relationships/tags" Target="../tags/tag1232.xml"/><Relationship Id="rId6" Type="http://schemas.openxmlformats.org/officeDocument/2006/relationships/tags" Target="../tags/tag1237.xml"/><Relationship Id="rId11" Type="http://schemas.openxmlformats.org/officeDocument/2006/relationships/tags" Target="../tags/tag1242.xml"/><Relationship Id="rId5" Type="http://schemas.openxmlformats.org/officeDocument/2006/relationships/tags" Target="../tags/tag1236.xml"/><Relationship Id="rId10" Type="http://schemas.openxmlformats.org/officeDocument/2006/relationships/tags" Target="../tags/tag1241.xml"/><Relationship Id="rId4" Type="http://schemas.openxmlformats.org/officeDocument/2006/relationships/tags" Target="../tags/tag1235.xml"/><Relationship Id="rId9" Type="http://schemas.openxmlformats.org/officeDocument/2006/relationships/tags" Target="../tags/tag1240.xml"/><Relationship Id="rId14" Type="http://schemas.openxmlformats.org/officeDocument/2006/relationships/slideLayout" Target="../slideLayouts/slideLayout26.xml"/></Relationships>
</file>

<file path=ppt/slides/_rels/slide38.xml.rels><?xml version="1.0" encoding="UTF-8" standalone="yes"?>
<Relationships xmlns="http://schemas.openxmlformats.org/package/2006/relationships"><Relationship Id="rId8" Type="http://schemas.openxmlformats.org/officeDocument/2006/relationships/tags" Target="../tags/tag1252.xml"/><Relationship Id="rId13" Type="http://schemas.openxmlformats.org/officeDocument/2006/relationships/tags" Target="../tags/tag1257.xml"/><Relationship Id="rId18" Type="http://schemas.openxmlformats.org/officeDocument/2006/relationships/slideLayout" Target="../slideLayouts/slideLayout18.xml"/><Relationship Id="rId3" Type="http://schemas.openxmlformats.org/officeDocument/2006/relationships/tags" Target="../tags/tag1247.xml"/><Relationship Id="rId7" Type="http://schemas.openxmlformats.org/officeDocument/2006/relationships/tags" Target="../tags/tag1251.xml"/><Relationship Id="rId12" Type="http://schemas.openxmlformats.org/officeDocument/2006/relationships/tags" Target="../tags/tag1256.xml"/><Relationship Id="rId17" Type="http://schemas.openxmlformats.org/officeDocument/2006/relationships/tags" Target="../tags/tag1261.xml"/><Relationship Id="rId2" Type="http://schemas.openxmlformats.org/officeDocument/2006/relationships/tags" Target="../tags/tag1246.xml"/><Relationship Id="rId16" Type="http://schemas.openxmlformats.org/officeDocument/2006/relationships/tags" Target="../tags/tag1260.xml"/><Relationship Id="rId1" Type="http://schemas.openxmlformats.org/officeDocument/2006/relationships/tags" Target="../tags/tag1245.xml"/><Relationship Id="rId6" Type="http://schemas.openxmlformats.org/officeDocument/2006/relationships/tags" Target="../tags/tag1250.xml"/><Relationship Id="rId11" Type="http://schemas.openxmlformats.org/officeDocument/2006/relationships/tags" Target="../tags/tag1255.xml"/><Relationship Id="rId5" Type="http://schemas.openxmlformats.org/officeDocument/2006/relationships/tags" Target="../tags/tag1249.xml"/><Relationship Id="rId15" Type="http://schemas.openxmlformats.org/officeDocument/2006/relationships/tags" Target="../tags/tag1259.xml"/><Relationship Id="rId10" Type="http://schemas.openxmlformats.org/officeDocument/2006/relationships/tags" Target="../tags/tag1254.xml"/><Relationship Id="rId19" Type="http://schemas.openxmlformats.org/officeDocument/2006/relationships/image" Target="../media/image1.png"/><Relationship Id="rId4" Type="http://schemas.openxmlformats.org/officeDocument/2006/relationships/tags" Target="../tags/tag1248.xml"/><Relationship Id="rId9" Type="http://schemas.openxmlformats.org/officeDocument/2006/relationships/tags" Target="../tags/tag1253.xml"/><Relationship Id="rId14" Type="http://schemas.openxmlformats.org/officeDocument/2006/relationships/tags" Target="../tags/tag1258.xml"/></Relationships>
</file>

<file path=ppt/slides/_rels/slide39.xml.rels><?xml version="1.0" encoding="UTF-8" standalone="yes"?>
<Relationships xmlns="http://schemas.openxmlformats.org/package/2006/relationships"><Relationship Id="rId8" Type="http://schemas.openxmlformats.org/officeDocument/2006/relationships/tags" Target="../tags/tag1269.xml"/><Relationship Id="rId13" Type="http://schemas.openxmlformats.org/officeDocument/2006/relationships/tags" Target="../tags/tag1274.xml"/><Relationship Id="rId3" Type="http://schemas.openxmlformats.org/officeDocument/2006/relationships/tags" Target="../tags/tag1264.xml"/><Relationship Id="rId7" Type="http://schemas.openxmlformats.org/officeDocument/2006/relationships/tags" Target="../tags/tag1268.xml"/><Relationship Id="rId12" Type="http://schemas.openxmlformats.org/officeDocument/2006/relationships/tags" Target="../tags/tag1273.xml"/><Relationship Id="rId17" Type="http://schemas.openxmlformats.org/officeDocument/2006/relationships/image" Target="../media/image57.png"/><Relationship Id="rId2" Type="http://schemas.openxmlformats.org/officeDocument/2006/relationships/tags" Target="../tags/tag1263.xml"/><Relationship Id="rId16" Type="http://schemas.openxmlformats.org/officeDocument/2006/relationships/image" Target="../media/image56.png"/><Relationship Id="rId1" Type="http://schemas.openxmlformats.org/officeDocument/2006/relationships/tags" Target="../tags/tag1262.xml"/><Relationship Id="rId6" Type="http://schemas.openxmlformats.org/officeDocument/2006/relationships/tags" Target="../tags/tag1267.xml"/><Relationship Id="rId11" Type="http://schemas.openxmlformats.org/officeDocument/2006/relationships/tags" Target="../tags/tag1272.xml"/><Relationship Id="rId5" Type="http://schemas.openxmlformats.org/officeDocument/2006/relationships/tags" Target="../tags/tag1266.xml"/><Relationship Id="rId15" Type="http://schemas.openxmlformats.org/officeDocument/2006/relationships/slideLayout" Target="../slideLayouts/slideLayout18.xml"/><Relationship Id="rId10" Type="http://schemas.openxmlformats.org/officeDocument/2006/relationships/tags" Target="../tags/tag1271.xml"/><Relationship Id="rId4" Type="http://schemas.openxmlformats.org/officeDocument/2006/relationships/tags" Target="../tags/tag1265.xml"/><Relationship Id="rId9" Type="http://schemas.openxmlformats.org/officeDocument/2006/relationships/tags" Target="../tags/tag1270.xml"/><Relationship Id="rId14" Type="http://schemas.openxmlformats.org/officeDocument/2006/relationships/tags" Target="../tags/tag1275.xml"/></Relationships>
</file>

<file path=ppt/slides/_rels/slide40.xml.rels><?xml version="1.0" encoding="UTF-8" standalone="yes"?>
<Relationships xmlns="http://schemas.openxmlformats.org/package/2006/relationships"><Relationship Id="rId8" Type="http://schemas.openxmlformats.org/officeDocument/2006/relationships/tags" Target="../tags/tag1283.xml"/><Relationship Id="rId13" Type="http://schemas.openxmlformats.org/officeDocument/2006/relationships/image" Target="../media/image58.png"/><Relationship Id="rId3" Type="http://schemas.openxmlformats.org/officeDocument/2006/relationships/tags" Target="../tags/tag1278.xml"/><Relationship Id="rId7" Type="http://schemas.openxmlformats.org/officeDocument/2006/relationships/tags" Target="../tags/tag1282.xml"/><Relationship Id="rId12" Type="http://schemas.openxmlformats.org/officeDocument/2006/relationships/slideLayout" Target="../slideLayouts/slideLayout18.xml"/><Relationship Id="rId2" Type="http://schemas.openxmlformats.org/officeDocument/2006/relationships/tags" Target="../tags/tag1277.xml"/><Relationship Id="rId1" Type="http://schemas.openxmlformats.org/officeDocument/2006/relationships/tags" Target="../tags/tag1276.xml"/><Relationship Id="rId6" Type="http://schemas.openxmlformats.org/officeDocument/2006/relationships/tags" Target="../tags/tag1281.xml"/><Relationship Id="rId11" Type="http://schemas.openxmlformats.org/officeDocument/2006/relationships/tags" Target="../tags/tag1286.xml"/><Relationship Id="rId5" Type="http://schemas.openxmlformats.org/officeDocument/2006/relationships/tags" Target="../tags/tag1280.xml"/><Relationship Id="rId10" Type="http://schemas.openxmlformats.org/officeDocument/2006/relationships/tags" Target="../tags/tag1285.xml"/><Relationship Id="rId4" Type="http://schemas.openxmlformats.org/officeDocument/2006/relationships/tags" Target="../tags/tag1279.xml"/><Relationship Id="rId9" Type="http://schemas.openxmlformats.org/officeDocument/2006/relationships/tags" Target="../tags/tag1284.xml"/><Relationship Id="rId14" Type="http://schemas.openxmlformats.org/officeDocument/2006/relationships/image" Target="../media/image1.png"/></Relationships>
</file>

<file path=ppt/slides/_rels/slide41.xml.rels><?xml version="1.0" encoding="UTF-8" standalone="yes"?>
<Relationships xmlns="http://schemas.openxmlformats.org/package/2006/relationships"><Relationship Id="rId8" Type="http://schemas.openxmlformats.org/officeDocument/2006/relationships/tags" Target="../tags/tag1294.xml"/><Relationship Id="rId13" Type="http://schemas.openxmlformats.org/officeDocument/2006/relationships/tags" Target="../tags/tag1299.xml"/><Relationship Id="rId18" Type="http://schemas.openxmlformats.org/officeDocument/2006/relationships/tags" Target="../tags/tag1304.xml"/><Relationship Id="rId3" Type="http://schemas.openxmlformats.org/officeDocument/2006/relationships/tags" Target="../tags/tag1289.xml"/><Relationship Id="rId21" Type="http://schemas.openxmlformats.org/officeDocument/2006/relationships/tags" Target="../tags/tag1307.xml"/><Relationship Id="rId7" Type="http://schemas.openxmlformats.org/officeDocument/2006/relationships/tags" Target="../tags/tag1293.xml"/><Relationship Id="rId12" Type="http://schemas.openxmlformats.org/officeDocument/2006/relationships/tags" Target="../tags/tag1298.xml"/><Relationship Id="rId17" Type="http://schemas.openxmlformats.org/officeDocument/2006/relationships/tags" Target="../tags/tag1303.xml"/><Relationship Id="rId2" Type="http://schemas.openxmlformats.org/officeDocument/2006/relationships/tags" Target="../tags/tag1288.xml"/><Relationship Id="rId16" Type="http://schemas.openxmlformats.org/officeDocument/2006/relationships/tags" Target="../tags/tag1302.xml"/><Relationship Id="rId20" Type="http://schemas.openxmlformats.org/officeDocument/2006/relationships/tags" Target="../tags/tag1306.xml"/><Relationship Id="rId1" Type="http://schemas.openxmlformats.org/officeDocument/2006/relationships/tags" Target="../tags/tag1287.xml"/><Relationship Id="rId6" Type="http://schemas.openxmlformats.org/officeDocument/2006/relationships/tags" Target="../tags/tag1292.xml"/><Relationship Id="rId11" Type="http://schemas.openxmlformats.org/officeDocument/2006/relationships/tags" Target="../tags/tag1297.xml"/><Relationship Id="rId5" Type="http://schemas.openxmlformats.org/officeDocument/2006/relationships/tags" Target="../tags/tag1291.xml"/><Relationship Id="rId15" Type="http://schemas.openxmlformats.org/officeDocument/2006/relationships/tags" Target="../tags/tag1301.xml"/><Relationship Id="rId23" Type="http://schemas.openxmlformats.org/officeDocument/2006/relationships/image" Target="../media/image3.png"/><Relationship Id="rId10" Type="http://schemas.openxmlformats.org/officeDocument/2006/relationships/tags" Target="../tags/tag1296.xml"/><Relationship Id="rId19" Type="http://schemas.openxmlformats.org/officeDocument/2006/relationships/tags" Target="../tags/tag1305.xml"/><Relationship Id="rId4" Type="http://schemas.openxmlformats.org/officeDocument/2006/relationships/tags" Target="../tags/tag1290.xml"/><Relationship Id="rId9" Type="http://schemas.openxmlformats.org/officeDocument/2006/relationships/tags" Target="../tags/tag1295.xml"/><Relationship Id="rId14" Type="http://schemas.openxmlformats.org/officeDocument/2006/relationships/tags" Target="../tags/tag1300.xml"/><Relationship Id="rId22"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8" Type="http://schemas.openxmlformats.org/officeDocument/2006/relationships/tags" Target="../tags/tag1315.xml"/><Relationship Id="rId13" Type="http://schemas.openxmlformats.org/officeDocument/2006/relationships/tags" Target="../tags/tag1320.xml"/><Relationship Id="rId18" Type="http://schemas.openxmlformats.org/officeDocument/2006/relationships/tags" Target="../tags/tag1325.xml"/><Relationship Id="rId26" Type="http://schemas.openxmlformats.org/officeDocument/2006/relationships/slideLayout" Target="../slideLayouts/slideLayout18.xml"/><Relationship Id="rId3" Type="http://schemas.openxmlformats.org/officeDocument/2006/relationships/tags" Target="../tags/tag1310.xml"/><Relationship Id="rId21" Type="http://schemas.openxmlformats.org/officeDocument/2006/relationships/tags" Target="../tags/tag1328.xml"/><Relationship Id="rId7" Type="http://schemas.openxmlformats.org/officeDocument/2006/relationships/tags" Target="../tags/tag1314.xml"/><Relationship Id="rId12" Type="http://schemas.openxmlformats.org/officeDocument/2006/relationships/tags" Target="../tags/tag1319.xml"/><Relationship Id="rId17" Type="http://schemas.openxmlformats.org/officeDocument/2006/relationships/tags" Target="../tags/tag1324.xml"/><Relationship Id="rId25" Type="http://schemas.openxmlformats.org/officeDocument/2006/relationships/tags" Target="../tags/tag1332.xml"/><Relationship Id="rId2" Type="http://schemas.openxmlformats.org/officeDocument/2006/relationships/tags" Target="../tags/tag1309.xml"/><Relationship Id="rId16" Type="http://schemas.openxmlformats.org/officeDocument/2006/relationships/tags" Target="../tags/tag1323.xml"/><Relationship Id="rId20" Type="http://schemas.openxmlformats.org/officeDocument/2006/relationships/tags" Target="../tags/tag1327.xml"/><Relationship Id="rId1" Type="http://schemas.openxmlformats.org/officeDocument/2006/relationships/tags" Target="../tags/tag1308.xml"/><Relationship Id="rId6" Type="http://schemas.openxmlformats.org/officeDocument/2006/relationships/tags" Target="../tags/tag1313.xml"/><Relationship Id="rId11" Type="http://schemas.openxmlformats.org/officeDocument/2006/relationships/tags" Target="../tags/tag1318.xml"/><Relationship Id="rId24" Type="http://schemas.openxmlformats.org/officeDocument/2006/relationships/tags" Target="../tags/tag1331.xml"/><Relationship Id="rId5" Type="http://schemas.openxmlformats.org/officeDocument/2006/relationships/tags" Target="../tags/tag1312.xml"/><Relationship Id="rId15" Type="http://schemas.openxmlformats.org/officeDocument/2006/relationships/tags" Target="../tags/tag1322.xml"/><Relationship Id="rId23" Type="http://schemas.openxmlformats.org/officeDocument/2006/relationships/tags" Target="../tags/tag1330.xml"/><Relationship Id="rId10" Type="http://schemas.openxmlformats.org/officeDocument/2006/relationships/tags" Target="../tags/tag1317.xml"/><Relationship Id="rId19" Type="http://schemas.openxmlformats.org/officeDocument/2006/relationships/tags" Target="../tags/tag1326.xml"/><Relationship Id="rId4" Type="http://schemas.openxmlformats.org/officeDocument/2006/relationships/tags" Target="../tags/tag1311.xml"/><Relationship Id="rId9" Type="http://schemas.openxmlformats.org/officeDocument/2006/relationships/tags" Target="../tags/tag1316.xml"/><Relationship Id="rId14" Type="http://schemas.openxmlformats.org/officeDocument/2006/relationships/tags" Target="../tags/tag1321.xml"/><Relationship Id="rId22" Type="http://schemas.openxmlformats.org/officeDocument/2006/relationships/tags" Target="../tags/tag1329.xml"/></Relationships>
</file>

<file path=ppt/slides/_rels/slide43.xml.rels><?xml version="1.0" encoding="UTF-8" standalone="yes"?>
<Relationships xmlns="http://schemas.openxmlformats.org/package/2006/relationships"><Relationship Id="rId8" Type="http://schemas.openxmlformats.org/officeDocument/2006/relationships/tags" Target="../tags/tag1340.xml"/><Relationship Id="rId13" Type="http://schemas.openxmlformats.org/officeDocument/2006/relationships/image" Target="../media/image3.png"/><Relationship Id="rId3" Type="http://schemas.openxmlformats.org/officeDocument/2006/relationships/tags" Target="../tags/tag1335.xml"/><Relationship Id="rId7" Type="http://schemas.openxmlformats.org/officeDocument/2006/relationships/tags" Target="../tags/tag1339.xml"/><Relationship Id="rId12" Type="http://schemas.openxmlformats.org/officeDocument/2006/relationships/image" Target="../media/image2.png"/><Relationship Id="rId2" Type="http://schemas.openxmlformats.org/officeDocument/2006/relationships/tags" Target="../tags/tag1334.xml"/><Relationship Id="rId1" Type="http://schemas.openxmlformats.org/officeDocument/2006/relationships/tags" Target="../tags/tag1333.xml"/><Relationship Id="rId6" Type="http://schemas.openxmlformats.org/officeDocument/2006/relationships/tags" Target="../tags/tag1338.xml"/><Relationship Id="rId11" Type="http://schemas.openxmlformats.org/officeDocument/2006/relationships/slideLayout" Target="../slideLayouts/slideLayout18.xml"/><Relationship Id="rId5" Type="http://schemas.openxmlformats.org/officeDocument/2006/relationships/tags" Target="../tags/tag1337.xml"/><Relationship Id="rId10" Type="http://schemas.openxmlformats.org/officeDocument/2006/relationships/tags" Target="../tags/tag1342.xml"/><Relationship Id="rId4" Type="http://schemas.openxmlformats.org/officeDocument/2006/relationships/tags" Target="../tags/tag1336.xml"/><Relationship Id="rId9" Type="http://schemas.openxmlformats.org/officeDocument/2006/relationships/tags" Target="../tags/tag1341.xml"/></Relationships>
</file>

<file path=ppt/slides/_rels/slide44.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tags" Target="../tags/tag1345.xml"/><Relationship Id="rId7" Type="http://schemas.openxmlformats.org/officeDocument/2006/relationships/tags" Target="../tags/tag1349.xml"/><Relationship Id="rId2" Type="http://schemas.openxmlformats.org/officeDocument/2006/relationships/tags" Target="../tags/tag1344.xml"/><Relationship Id="rId1" Type="http://schemas.openxmlformats.org/officeDocument/2006/relationships/tags" Target="../tags/tag1343.xml"/><Relationship Id="rId6" Type="http://schemas.openxmlformats.org/officeDocument/2006/relationships/tags" Target="../tags/tag1348.xml"/><Relationship Id="rId5" Type="http://schemas.openxmlformats.org/officeDocument/2006/relationships/tags" Target="../tags/tag1347.xml"/><Relationship Id="rId4" Type="http://schemas.openxmlformats.org/officeDocument/2006/relationships/tags" Target="../tags/tag1346.xml"/></Relationships>
</file>

<file path=ppt/slides/_rels/slide45.xml.rels><?xml version="1.0" encoding="UTF-8" standalone="yes"?>
<Relationships xmlns="http://schemas.openxmlformats.org/package/2006/relationships"><Relationship Id="rId8" Type="http://schemas.openxmlformats.org/officeDocument/2006/relationships/tags" Target="../tags/tag1357.xml"/><Relationship Id="rId13" Type="http://schemas.openxmlformats.org/officeDocument/2006/relationships/tags" Target="../tags/tag1362.xml"/><Relationship Id="rId3" Type="http://schemas.openxmlformats.org/officeDocument/2006/relationships/tags" Target="../tags/tag1352.xml"/><Relationship Id="rId7" Type="http://schemas.openxmlformats.org/officeDocument/2006/relationships/tags" Target="../tags/tag1356.xml"/><Relationship Id="rId12" Type="http://schemas.openxmlformats.org/officeDocument/2006/relationships/tags" Target="../tags/tag1361.xml"/><Relationship Id="rId17" Type="http://schemas.openxmlformats.org/officeDocument/2006/relationships/image" Target="../media/image60.png"/><Relationship Id="rId2" Type="http://schemas.openxmlformats.org/officeDocument/2006/relationships/tags" Target="../tags/tag1351.xml"/><Relationship Id="rId16" Type="http://schemas.openxmlformats.org/officeDocument/2006/relationships/image" Target="../media/image59.emf"/><Relationship Id="rId1" Type="http://schemas.openxmlformats.org/officeDocument/2006/relationships/tags" Target="../tags/tag1350.xml"/><Relationship Id="rId6" Type="http://schemas.openxmlformats.org/officeDocument/2006/relationships/tags" Target="../tags/tag1355.xml"/><Relationship Id="rId11" Type="http://schemas.openxmlformats.org/officeDocument/2006/relationships/tags" Target="../tags/tag1360.xml"/><Relationship Id="rId5" Type="http://schemas.openxmlformats.org/officeDocument/2006/relationships/tags" Target="../tags/tag1354.xml"/><Relationship Id="rId15" Type="http://schemas.openxmlformats.org/officeDocument/2006/relationships/slideLayout" Target="../slideLayouts/slideLayout18.xml"/><Relationship Id="rId10" Type="http://schemas.openxmlformats.org/officeDocument/2006/relationships/tags" Target="../tags/tag1359.xml"/><Relationship Id="rId4" Type="http://schemas.openxmlformats.org/officeDocument/2006/relationships/tags" Target="../tags/tag1353.xml"/><Relationship Id="rId9" Type="http://schemas.openxmlformats.org/officeDocument/2006/relationships/tags" Target="../tags/tag1358.xml"/><Relationship Id="rId14" Type="http://schemas.openxmlformats.org/officeDocument/2006/relationships/tags" Target="../tags/tag1363.xml"/></Relationships>
</file>

<file path=ppt/slides/_rels/slide46.xml.rels><?xml version="1.0" encoding="UTF-8" standalone="yes"?>
<Relationships xmlns="http://schemas.openxmlformats.org/package/2006/relationships"><Relationship Id="rId8" Type="http://schemas.openxmlformats.org/officeDocument/2006/relationships/tags" Target="../tags/tag1371.xml"/><Relationship Id="rId13" Type="http://schemas.openxmlformats.org/officeDocument/2006/relationships/tags" Target="../tags/tag1376.xml"/><Relationship Id="rId18" Type="http://schemas.openxmlformats.org/officeDocument/2006/relationships/tags" Target="../tags/tag1381.xml"/><Relationship Id="rId3" Type="http://schemas.openxmlformats.org/officeDocument/2006/relationships/tags" Target="../tags/tag1366.xml"/><Relationship Id="rId21" Type="http://schemas.openxmlformats.org/officeDocument/2006/relationships/image" Target="../media/image1.png"/><Relationship Id="rId7" Type="http://schemas.openxmlformats.org/officeDocument/2006/relationships/tags" Target="../tags/tag1370.xml"/><Relationship Id="rId12" Type="http://schemas.openxmlformats.org/officeDocument/2006/relationships/tags" Target="../tags/tag1375.xml"/><Relationship Id="rId17" Type="http://schemas.openxmlformats.org/officeDocument/2006/relationships/tags" Target="../tags/tag1380.xml"/><Relationship Id="rId2" Type="http://schemas.openxmlformats.org/officeDocument/2006/relationships/tags" Target="../tags/tag1365.xml"/><Relationship Id="rId16" Type="http://schemas.openxmlformats.org/officeDocument/2006/relationships/tags" Target="../tags/tag1379.xml"/><Relationship Id="rId20" Type="http://schemas.openxmlformats.org/officeDocument/2006/relationships/slideLayout" Target="../slideLayouts/slideLayout18.xml"/><Relationship Id="rId1" Type="http://schemas.openxmlformats.org/officeDocument/2006/relationships/tags" Target="../tags/tag1364.xml"/><Relationship Id="rId6" Type="http://schemas.openxmlformats.org/officeDocument/2006/relationships/tags" Target="../tags/tag1369.xml"/><Relationship Id="rId11" Type="http://schemas.openxmlformats.org/officeDocument/2006/relationships/tags" Target="../tags/tag1374.xml"/><Relationship Id="rId5" Type="http://schemas.openxmlformats.org/officeDocument/2006/relationships/tags" Target="../tags/tag1368.xml"/><Relationship Id="rId15" Type="http://schemas.openxmlformats.org/officeDocument/2006/relationships/tags" Target="../tags/tag1378.xml"/><Relationship Id="rId10" Type="http://schemas.openxmlformats.org/officeDocument/2006/relationships/tags" Target="../tags/tag1373.xml"/><Relationship Id="rId19" Type="http://schemas.openxmlformats.org/officeDocument/2006/relationships/tags" Target="../tags/tag1382.xml"/><Relationship Id="rId4" Type="http://schemas.openxmlformats.org/officeDocument/2006/relationships/tags" Target="../tags/tag1367.xml"/><Relationship Id="rId9" Type="http://schemas.openxmlformats.org/officeDocument/2006/relationships/tags" Target="../tags/tag1372.xml"/><Relationship Id="rId14" Type="http://schemas.openxmlformats.org/officeDocument/2006/relationships/tags" Target="../tags/tag1377.xml"/></Relationships>
</file>

<file path=ppt/slides/_rels/slide47.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tags" Target="../tags/tag1385.xml"/><Relationship Id="rId7" Type="http://schemas.openxmlformats.org/officeDocument/2006/relationships/tags" Target="../tags/tag1389.xml"/><Relationship Id="rId2" Type="http://schemas.openxmlformats.org/officeDocument/2006/relationships/tags" Target="../tags/tag1384.xml"/><Relationship Id="rId1" Type="http://schemas.openxmlformats.org/officeDocument/2006/relationships/tags" Target="../tags/tag1383.xml"/><Relationship Id="rId6" Type="http://schemas.openxmlformats.org/officeDocument/2006/relationships/tags" Target="../tags/tag1388.xml"/><Relationship Id="rId5" Type="http://schemas.openxmlformats.org/officeDocument/2006/relationships/tags" Target="../tags/tag1387.xml"/><Relationship Id="rId4" Type="http://schemas.openxmlformats.org/officeDocument/2006/relationships/tags" Target="../tags/tag1386.xml"/><Relationship Id="rId9" Type="http://schemas.openxmlformats.org/officeDocument/2006/relationships/image" Target="../media/image1.png"/></Relationships>
</file>

<file path=ppt/slides/_rels/slide4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slideLayout" Target="../slideLayouts/slideLayout20.xml"/><Relationship Id="rId1" Type="http://schemas.openxmlformats.org/officeDocument/2006/relationships/tags" Target="../tags/tag1390.xml"/><Relationship Id="rId4" Type="http://schemas.openxmlformats.org/officeDocument/2006/relationships/image" Target="../media/image62.png"/></Relationships>
</file>

<file path=ppt/slides/_rels/slide49.xml.rels><?xml version="1.0" encoding="UTF-8" standalone="yes"?>
<Relationships xmlns="http://schemas.openxmlformats.org/package/2006/relationships"><Relationship Id="rId8" Type="http://schemas.openxmlformats.org/officeDocument/2006/relationships/tags" Target="../tags/tag1398.xml"/><Relationship Id="rId13" Type="http://schemas.openxmlformats.org/officeDocument/2006/relationships/image" Target="../media/image63.png"/><Relationship Id="rId3" Type="http://schemas.openxmlformats.org/officeDocument/2006/relationships/tags" Target="../tags/tag1393.xml"/><Relationship Id="rId7" Type="http://schemas.openxmlformats.org/officeDocument/2006/relationships/tags" Target="../tags/tag1397.xml"/><Relationship Id="rId12" Type="http://schemas.openxmlformats.org/officeDocument/2006/relationships/slideLayout" Target="../slideLayouts/slideLayout18.xml"/><Relationship Id="rId17" Type="http://schemas.openxmlformats.org/officeDocument/2006/relationships/image" Target="../media/image67.png"/><Relationship Id="rId2" Type="http://schemas.openxmlformats.org/officeDocument/2006/relationships/tags" Target="../tags/tag1392.xml"/><Relationship Id="rId16" Type="http://schemas.openxmlformats.org/officeDocument/2006/relationships/image" Target="../media/image66.png"/><Relationship Id="rId1" Type="http://schemas.openxmlformats.org/officeDocument/2006/relationships/tags" Target="../tags/tag1391.xml"/><Relationship Id="rId6" Type="http://schemas.openxmlformats.org/officeDocument/2006/relationships/tags" Target="../tags/tag1396.xml"/><Relationship Id="rId11" Type="http://schemas.openxmlformats.org/officeDocument/2006/relationships/tags" Target="../tags/tag1401.xml"/><Relationship Id="rId5" Type="http://schemas.openxmlformats.org/officeDocument/2006/relationships/tags" Target="../tags/tag1395.xml"/><Relationship Id="rId15" Type="http://schemas.openxmlformats.org/officeDocument/2006/relationships/image" Target="../media/image65.png"/><Relationship Id="rId10" Type="http://schemas.openxmlformats.org/officeDocument/2006/relationships/tags" Target="../tags/tag1400.xml"/><Relationship Id="rId4" Type="http://schemas.openxmlformats.org/officeDocument/2006/relationships/tags" Target="../tags/tag1394.xml"/><Relationship Id="rId9" Type="http://schemas.openxmlformats.org/officeDocument/2006/relationships/tags" Target="../tags/tag1399.xml"/><Relationship Id="rId14" Type="http://schemas.openxmlformats.org/officeDocument/2006/relationships/image" Target="../media/image64.png"/></Relationships>
</file>

<file path=ppt/slides/_rels/slide50.xml.rels><?xml version="1.0" encoding="UTF-8" standalone="yes"?>
<Relationships xmlns="http://schemas.openxmlformats.org/package/2006/relationships"><Relationship Id="rId8" Type="http://schemas.openxmlformats.org/officeDocument/2006/relationships/tags" Target="../tags/tag1409.xml"/><Relationship Id="rId13" Type="http://schemas.openxmlformats.org/officeDocument/2006/relationships/image" Target="../media/image1.png"/><Relationship Id="rId3" Type="http://schemas.openxmlformats.org/officeDocument/2006/relationships/tags" Target="../tags/tag1404.xml"/><Relationship Id="rId7" Type="http://schemas.openxmlformats.org/officeDocument/2006/relationships/tags" Target="../tags/tag1408.xml"/><Relationship Id="rId12" Type="http://schemas.openxmlformats.org/officeDocument/2006/relationships/slideLayout" Target="../slideLayouts/slideLayout18.xml"/><Relationship Id="rId2" Type="http://schemas.openxmlformats.org/officeDocument/2006/relationships/tags" Target="../tags/tag1403.xml"/><Relationship Id="rId1" Type="http://schemas.openxmlformats.org/officeDocument/2006/relationships/tags" Target="../tags/tag1402.xml"/><Relationship Id="rId6" Type="http://schemas.openxmlformats.org/officeDocument/2006/relationships/tags" Target="../tags/tag1407.xml"/><Relationship Id="rId11" Type="http://schemas.openxmlformats.org/officeDocument/2006/relationships/tags" Target="../tags/tag1412.xml"/><Relationship Id="rId5" Type="http://schemas.openxmlformats.org/officeDocument/2006/relationships/tags" Target="../tags/tag1406.xml"/><Relationship Id="rId10" Type="http://schemas.openxmlformats.org/officeDocument/2006/relationships/tags" Target="../tags/tag1411.xml"/><Relationship Id="rId4" Type="http://schemas.openxmlformats.org/officeDocument/2006/relationships/tags" Target="../tags/tag1405.xml"/><Relationship Id="rId9" Type="http://schemas.openxmlformats.org/officeDocument/2006/relationships/tags" Target="../tags/tag1410.xml"/></Relationships>
</file>

<file path=ppt/slides/_rels/slide51.xml.rels><?xml version="1.0" encoding="UTF-8" standalone="yes"?>
<Relationships xmlns="http://schemas.openxmlformats.org/package/2006/relationships"><Relationship Id="rId8" Type="http://schemas.openxmlformats.org/officeDocument/2006/relationships/tags" Target="../tags/tag1420.xml"/><Relationship Id="rId13" Type="http://schemas.openxmlformats.org/officeDocument/2006/relationships/tags" Target="../tags/tag1425.xml"/><Relationship Id="rId18" Type="http://schemas.openxmlformats.org/officeDocument/2006/relationships/image" Target="../media/image70.emf"/><Relationship Id="rId3" Type="http://schemas.openxmlformats.org/officeDocument/2006/relationships/tags" Target="../tags/tag1415.xml"/><Relationship Id="rId7" Type="http://schemas.openxmlformats.org/officeDocument/2006/relationships/tags" Target="../tags/tag1419.xml"/><Relationship Id="rId12" Type="http://schemas.openxmlformats.org/officeDocument/2006/relationships/tags" Target="../tags/tag1424.xml"/><Relationship Id="rId17" Type="http://schemas.openxmlformats.org/officeDocument/2006/relationships/image" Target="../media/image69.png"/><Relationship Id="rId2" Type="http://schemas.openxmlformats.org/officeDocument/2006/relationships/tags" Target="../tags/tag1414.xml"/><Relationship Id="rId16" Type="http://schemas.openxmlformats.org/officeDocument/2006/relationships/image" Target="../media/image68.emf"/><Relationship Id="rId1" Type="http://schemas.openxmlformats.org/officeDocument/2006/relationships/tags" Target="../tags/tag1413.xml"/><Relationship Id="rId6" Type="http://schemas.openxmlformats.org/officeDocument/2006/relationships/tags" Target="../tags/tag1418.xml"/><Relationship Id="rId11" Type="http://schemas.openxmlformats.org/officeDocument/2006/relationships/tags" Target="../tags/tag1423.xml"/><Relationship Id="rId5" Type="http://schemas.openxmlformats.org/officeDocument/2006/relationships/tags" Target="../tags/tag1417.xml"/><Relationship Id="rId15" Type="http://schemas.openxmlformats.org/officeDocument/2006/relationships/image" Target="../media/image3.png"/><Relationship Id="rId10" Type="http://schemas.openxmlformats.org/officeDocument/2006/relationships/tags" Target="../tags/tag1422.xml"/><Relationship Id="rId19" Type="http://schemas.openxmlformats.org/officeDocument/2006/relationships/image" Target="../media/image71.png"/><Relationship Id="rId4" Type="http://schemas.openxmlformats.org/officeDocument/2006/relationships/tags" Target="../tags/tag1416.xml"/><Relationship Id="rId9" Type="http://schemas.openxmlformats.org/officeDocument/2006/relationships/tags" Target="../tags/tag1421.xml"/><Relationship Id="rId14"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8" Type="http://schemas.openxmlformats.org/officeDocument/2006/relationships/tags" Target="../tags/tag1433.xml"/><Relationship Id="rId13" Type="http://schemas.openxmlformats.org/officeDocument/2006/relationships/tags" Target="../tags/tag1438.xml"/><Relationship Id="rId3" Type="http://schemas.openxmlformats.org/officeDocument/2006/relationships/tags" Target="../tags/tag1428.xml"/><Relationship Id="rId7" Type="http://schemas.openxmlformats.org/officeDocument/2006/relationships/tags" Target="../tags/tag1432.xml"/><Relationship Id="rId12" Type="http://schemas.openxmlformats.org/officeDocument/2006/relationships/tags" Target="../tags/tag1437.xml"/><Relationship Id="rId2" Type="http://schemas.openxmlformats.org/officeDocument/2006/relationships/tags" Target="../tags/tag1427.xml"/><Relationship Id="rId16" Type="http://schemas.openxmlformats.org/officeDocument/2006/relationships/image" Target="../media/image72.png"/><Relationship Id="rId1" Type="http://schemas.openxmlformats.org/officeDocument/2006/relationships/tags" Target="../tags/tag1426.xml"/><Relationship Id="rId6" Type="http://schemas.openxmlformats.org/officeDocument/2006/relationships/tags" Target="../tags/tag1431.xml"/><Relationship Id="rId11" Type="http://schemas.openxmlformats.org/officeDocument/2006/relationships/tags" Target="../tags/tag1436.xml"/><Relationship Id="rId5" Type="http://schemas.openxmlformats.org/officeDocument/2006/relationships/tags" Target="../tags/tag1430.xml"/><Relationship Id="rId15" Type="http://schemas.openxmlformats.org/officeDocument/2006/relationships/slideLayout" Target="../slideLayouts/slideLayout18.xml"/><Relationship Id="rId10" Type="http://schemas.openxmlformats.org/officeDocument/2006/relationships/tags" Target="../tags/tag1435.xml"/><Relationship Id="rId4" Type="http://schemas.openxmlformats.org/officeDocument/2006/relationships/tags" Target="../tags/tag1429.xml"/><Relationship Id="rId9" Type="http://schemas.openxmlformats.org/officeDocument/2006/relationships/tags" Target="../tags/tag1434.xml"/><Relationship Id="rId14" Type="http://schemas.openxmlformats.org/officeDocument/2006/relationships/tags" Target="../tags/tag1439.xml"/></Relationships>
</file>

<file path=ppt/slides/_rels/slide53.xml.rels><?xml version="1.0" encoding="UTF-8" standalone="yes"?>
<Relationships xmlns="http://schemas.openxmlformats.org/package/2006/relationships"><Relationship Id="rId8" Type="http://schemas.openxmlformats.org/officeDocument/2006/relationships/tags" Target="../tags/tag1447.xml"/><Relationship Id="rId13" Type="http://schemas.openxmlformats.org/officeDocument/2006/relationships/image" Target="../media/image3.png"/><Relationship Id="rId3" Type="http://schemas.openxmlformats.org/officeDocument/2006/relationships/tags" Target="../tags/tag1442.xml"/><Relationship Id="rId7" Type="http://schemas.openxmlformats.org/officeDocument/2006/relationships/tags" Target="../tags/tag1446.xml"/><Relationship Id="rId12" Type="http://schemas.openxmlformats.org/officeDocument/2006/relationships/image" Target="../media/image2.png"/><Relationship Id="rId2" Type="http://schemas.openxmlformats.org/officeDocument/2006/relationships/tags" Target="../tags/tag1441.xml"/><Relationship Id="rId1" Type="http://schemas.openxmlformats.org/officeDocument/2006/relationships/tags" Target="../tags/tag1440.xml"/><Relationship Id="rId6" Type="http://schemas.openxmlformats.org/officeDocument/2006/relationships/tags" Target="../tags/tag1445.xml"/><Relationship Id="rId11" Type="http://schemas.openxmlformats.org/officeDocument/2006/relationships/slideLayout" Target="../slideLayouts/slideLayout18.xml"/><Relationship Id="rId5" Type="http://schemas.openxmlformats.org/officeDocument/2006/relationships/tags" Target="../tags/tag1444.xml"/><Relationship Id="rId10" Type="http://schemas.openxmlformats.org/officeDocument/2006/relationships/tags" Target="../tags/tag1449.xml"/><Relationship Id="rId4" Type="http://schemas.openxmlformats.org/officeDocument/2006/relationships/tags" Target="../tags/tag1443.xml"/><Relationship Id="rId9" Type="http://schemas.openxmlformats.org/officeDocument/2006/relationships/tags" Target="../tags/tag1448.xml"/></Relationships>
</file>

<file path=ppt/slides/_rels/slide54.xml.rels><?xml version="1.0" encoding="UTF-8" standalone="yes"?>
<Relationships xmlns="http://schemas.openxmlformats.org/package/2006/relationships"><Relationship Id="rId8" Type="http://schemas.openxmlformats.org/officeDocument/2006/relationships/tags" Target="../tags/tag1457.xml"/><Relationship Id="rId13" Type="http://schemas.openxmlformats.org/officeDocument/2006/relationships/tags" Target="../tags/tag1462.xml"/><Relationship Id="rId18" Type="http://schemas.openxmlformats.org/officeDocument/2006/relationships/tags" Target="../tags/tag1467.xml"/><Relationship Id="rId3" Type="http://schemas.openxmlformats.org/officeDocument/2006/relationships/tags" Target="../tags/tag1452.xml"/><Relationship Id="rId21" Type="http://schemas.openxmlformats.org/officeDocument/2006/relationships/tags" Target="../tags/tag1470.xml"/><Relationship Id="rId7" Type="http://schemas.openxmlformats.org/officeDocument/2006/relationships/tags" Target="../tags/tag1456.xml"/><Relationship Id="rId12" Type="http://schemas.openxmlformats.org/officeDocument/2006/relationships/tags" Target="../tags/tag1461.xml"/><Relationship Id="rId17" Type="http://schemas.openxmlformats.org/officeDocument/2006/relationships/tags" Target="../tags/tag1466.xml"/><Relationship Id="rId2" Type="http://schemas.openxmlformats.org/officeDocument/2006/relationships/tags" Target="../tags/tag1451.xml"/><Relationship Id="rId16" Type="http://schemas.openxmlformats.org/officeDocument/2006/relationships/tags" Target="../tags/tag1465.xml"/><Relationship Id="rId20" Type="http://schemas.openxmlformats.org/officeDocument/2006/relationships/tags" Target="../tags/tag1469.xml"/><Relationship Id="rId1" Type="http://schemas.openxmlformats.org/officeDocument/2006/relationships/tags" Target="../tags/tag1450.xml"/><Relationship Id="rId6" Type="http://schemas.openxmlformats.org/officeDocument/2006/relationships/tags" Target="../tags/tag1455.xml"/><Relationship Id="rId11" Type="http://schemas.openxmlformats.org/officeDocument/2006/relationships/tags" Target="../tags/tag1460.xml"/><Relationship Id="rId24" Type="http://schemas.openxmlformats.org/officeDocument/2006/relationships/notesSlide" Target="../notesSlides/notesSlide14.xml"/><Relationship Id="rId5" Type="http://schemas.openxmlformats.org/officeDocument/2006/relationships/tags" Target="../tags/tag1454.xml"/><Relationship Id="rId15" Type="http://schemas.openxmlformats.org/officeDocument/2006/relationships/tags" Target="../tags/tag1464.xml"/><Relationship Id="rId23" Type="http://schemas.openxmlformats.org/officeDocument/2006/relationships/slideLayout" Target="../slideLayouts/slideLayout4.xml"/><Relationship Id="rId10" Type="http://schemas.openxmlformats.org/officeDocument/2006/relationships/tags" Target="../tags/tag1459.xml"/><Relationship Id="rId19" Type="http://schemas.openxmlformats.org/officeDocument/2006/relationships/tags" Target="../tags/tag1468.xml"/><Relationship Id="rId4" Type="http://schemas.openxmlformats.org/officeDocument/2006/relationships/tags" Target="../tags/tag1453.xml"/><Relationship Id="rId9" Type="http://schemas.openxmlformats.org/officeDocument/2006/relationships/tags" Target="../tags/tag1458.xml"/><Relationship Id="rId14" Type="http://schemas.openxmlformats.org/officeDocument/2006/relationships/tags" Target="../tags/tag1463.xml"/><Relationship Id="rId22" Type="http://schemas.openxmlformats.org/officeDocument/2006/relationships/tags" Target="../tags/tag1471.xml"/></Relationships>
</file>

<file path=ppt/slides/_rels/slide55.xml.rels><?xml version="1.0" encoding="UTF-8" standalone="yes"?>
<Relationships xmlns="http://schemas.openxmlformats.org/package/2006/relationships"><Relationship Id="rId8" Type="http://schemas.openxmlformats.org/officeDocument/2006/relationships/tags" Target="../tags/tag1479.xml"/><Relationship Id="rId13" Type="http://schemas.openxmlformats.org/officeDocument/2006/relationships/tags" Target="../tags/tag1484.xml"/><Relationship Id="rId3" Type="http://schemas.openxmlformats.org/officeDocument/2006/relationships/tags" Target="../tags/tag1474.xml"/><Relationship Id="rId7" Type="http://schemas.openxmlformats.org/officeDocument/2006/relationships/tags" Target="../tags/tag1478.xml"/><Relationship Id="rId12" Type="http://schemas.openxmlformats.org/officeDocument/2006/relationships/tags" Target="../tags/tag1483.xml"/><Relationship Id="rId17" Type="http://schemas.openxmlformats.org/officeDocument/2006/relationships/image" Target="../media/image4.png"/><Relationship Id="rId2" Type="http://schemas.openxmlformats.org/officeDocument/2006/relationships/tags" Target="../tags/tag1473.xml"/><Relationship Id="rId16" Type="http://schemas.openxmlformats.org/officeDocument/2006/relationships/image" Target="../media/image3.png"/><Relationship Id="rId1" Type="http://schemas.openxmlformats.org/officeDocument/2006/relationships/tags" Target="../tags/tag1472.xml"/><Relationship Id="rId6" Type="http://schemas.openxmlformats.org/officeDocument/2006/relationships/tags" Target="../tags/tag1477.xml"/><Relationship Id="rId11" Type="http://schemas.openxmlformats.org/officeDocument/2006/relationships/tags" Target="../tags/tag1482.xml"/><Relationship Id="rId5" Type="http://schemas.openxmlformats.org/officeDocument/2006/relationships/tags" Target="../tags/tag1476.xml"/><Relationship Id="rId15" Type="http://schemas.openxmlformats.org/officeDocument/2006/relationships/slideLayout" Target="../slideLayouts/slideLayout18.xml"/><Relationship Id="rId10" Type="http://schemas.openxmlformats.org/officeDocument/2006/relationships/tags" Target="../tags/tag1481.xml"/><Relationship Id="rId4" Type="http://schemas.openxmlformats.org/officeDocument/2006/relationships/tags" Target="../tags/tag1475.xml"/><Relationship Id="rId9" Type="http://schemas.openxmlformats.org/officeDocument/2006/relationships/tags" Target="../tags/tag1480.xml"/><Relationship Id="rId14" Type="http://schemas.openxmlformats.org/officeDocument/2006/relationships/tags" Target="../tags/tag1485.xml"/></Relationships>
</file>

<file path=ppt/slides/_rels/slide56.xml.rels><?xml version="1.0" encoding="UTF-8" standalone="yes"?>
<Relationships xmlns="http://schemas.openxmlformats.org/package/2006/relationships"><Relationship Id="rId8" Type="http://schemas.openxmlformats.org/officeDocument/2006/relationships/tags" Target="../tags/tag1493.xml"/><Relationship Id="rId13" Type="http://schemas.openxmlformats.org/officeDocument/2006/relationships/tags" Target="../tags/tag1498.xml"/><Relationship Id="rId18" Type="http://schemas.openxmlformats.org/officeDocument/2006/relationships/tags" Target="../tags/tag1503.xml"/><Relationship Id="rId3" Type="http://schemas.openxmlformats.org/officeDocument/2006/relationships/tags" Target="../tags/tag1488.xml"/><Relationship Id="rId21" Type="http://schemas.openxmlformats.org/officeDocument/2006/relationships/slideLayout" Target="../slideLayouts/slideLayout18.xml"/><Relationship Id="rId7" Type="http://schemas.openxmlformats.org/officeDocument/2006/relationships/tags" Target="../tags/tag1492.xml"/><Relationship Id="rId12" Type="http://schemas.openxmlformats.org/officeDocument/2006/relationships/tags" Target="../tags/tag1497.xml"/><Relationship Id="rId17" Type="http://schemas.openxmlformats.org/officeDocument/2006/relationships/tags" Target="../tags/tag1502.xml"/><Relationship Id="rId2" Type="http://schemas.openxmlformats.org/officeDocument/2006/relationships/tags" Target="../tags/tag1487.xml"/><Relationship Id="rId16" Type="http://schemas.openxmlformats.org/officeDocument/2006/relationships/tags" Target="../tags/tag1501.xml"/><Relationship Id="rId20" Type="http://schemas.openxmlformats.org/officeDocument/2006/relationships/tags" Target="../tags/tag1505.xml"/><Relationship Id="rId1" Type="http://schemas.openxmlformats.org/officeDocument/2006/relationships/tags" Target="../tags/tag1486.xml"/><Relationship Id="rId6" Type="http://schemas.openxmlformats.org/officeDocument/2006/relationships/tags" Target="../tags/tag1491.xml"/><Relationship Id="rId11" Type="http://schemas.openxmlformats.org/officeDocument/2006/relationships/tags" Target="../tags/tag1496.xml"/><Relationship Id="rId5" Type="http://schemas.openxmlformats.org/officeDocument/2006/relationships/tags" Target="../tags/tag1490.xml"/><Relationship Id="rId15" Type="http://schemas.openxmlformats.org/officeDocument/2006/relationships/tags" Target="../tags/tag1500.xml"/><Relationship Id="rId23" Type="http://schemas.microsoft.com/office/2007/relationships/hdphoto" Target="../media/hdphoto1.wdp"/><Relationship Id="rId10" Type="http://schemas.openxmlformats.org/officeDocument/2006/relationships/tags" Target="../tags/tag1495.xml"/><Relationship Id="rId19" Type="http://schemas.openxmlformats.org/officeDocument/2006/relationships/tags" Target="../tags/tag1504.xml"/><Relationship Id="rId4" Type="http://schemas.openxmlformats.org/officeDocument/2006/relationships/tags" Target="../tags/tag1489.xml"/><Relationship Id="rId9" Type="http://schemas.openxmlformats.org/officeDocument/2006/relationships/tags" Target="../tags/tag1494.xml"/><Relationship Id="rId14" Type="http://schemas.openxmlformats.org/officeDocument/2006/relationships/tags" Target="../tags/tag1499.xml"/><Relationship Id="rId22" Type="http://schemas.openxmlformats.org/officeDocument/2006/relationships/image" Target="../media/image73.png"/></Relationships>
</file>

<file path=ppt/slides/_rels/slide57.xml.rels><?xml version="1.0" encoding="UTF-8" standalone="yes"?>
<Relationships xmlns="http://schemas.openxmlformats.org/package/2006/relationships"><Relationship Id="rId8" Type="http://schemas.openxmlformats.org/officeDocument/2006/relationships/tags" Target="../tags/tag1513.xml"/><Relationship Id="rId13" Type="http://schemas.openxmlformats.org/officeDocument/2006/relationships/tags" Target="../tags/tag1518.xml"/><Relationship Id="rId18" Type="http://schemas.openxmlformats.org/officeDocument/2006/relationships/tags" Target="../tags/tag1523.xml"/><Relationship Id="rId3" Type="http://schemas.openxmlformats.org/officeDocument/2006/relationships/tags" Target="../tags/tag1508.xml"/><Relationship Id="rId21" Type="http://schemas.openxmlformats.org/officeDocument/2006/relationships/tags" Target="../tags/tag1526.xml"/><Relationship Id="rId7" Type="http://schemas.openxmlformats.org/officeDocument/2006/relationships/tags" Target="../tags/tag1512.xml"/><Relationship Id="rId12" Type="http://schemas.openxmlformats.org/officeDocument/2006/relationships/tags" Target="../tags/tag1517.xml"/><Relationship Id="rId17" Type="http://schemas.openxmlformats.org/officeDocument/2006/relationships/tags" Target="../tags/tag1522.xml"/><Relationship Id="rId2" Type="http://schemas.openxmlformats.org/officeDocument/2006/relationships/tags" Target="../tags/tag1507.xml"/><Relationship Id="rId16" Type="http://schemas.openxmlformats.org/officeDocument/2006/relationships/tags" Target="../tags/tag1521.xml"/><Relationship Id="rId20" Type="http://schemas.openxmlformats.org/officeDocument/2006/relationships/tags" Target="../tags/tag1525.xml"/><Relationship Id="rId1" Type="http://schemas.openxmlformats.org/officeDocument/2006/relationships/tags" Target="../tags/tag1506.xml"/><Relationship Id="rId6" Type="http://schemas.openxmlformats.org/officeDocument/2006/relationships/tags" Target="../tags/tag1511.xml"/><Relationship Id="rId11" Type="http://schemas.openxmlformats.org/officeDocument/2006/relationships/tags" Target="../tags/tag1516.xml"/><Relationship Id="rId5" Type="http://schemas.openxmlformats.org/officeDocument/2006/relationships/tags" Target="../tags/tag1510.xml"/><Relationship Id="rId15" Type="http://schemas.openxmlformats.org/officeDocument/2006/relationships/tags" Target="../tags/tag1520.xml"/><Relationship Id="rId23" Type="http://schemas.openxmlformats.org/officeDocument/2006/relationships/slideLayout" Target="../slideLayouts/slideLayout20.xml"/><Relationship Id="rId10" Type="http://schemas.openxmlformats.org/officeDocument/2006/relationships/tags" Target="../tags/tag1515.xml"/><Relationship Id="rId19" Type="http://schemas.openxmlformats.org/officeDocument/2006/relationships/tags" Target="../tags/tag1524.xml"/><Relationship Id="rId4" Type="http://schemas.openxmlformats.org/officeDocument/2006/relationships/tags" Target="../tags/tag1509.xml"/><Relationship Id="rId9" Type="http://schemas.openxmlformats.org/officeDocument/2006/relationships/tags" Target="../tags/tag1514.xml"/><Relationship Id="rId14" Type="http://schemas.openxmlformats.org/officeDocument/2006/relationships/tags" Target="../tags/tag1519.xml"/><Relationship Id="rId22" Type="http://schemas.openxmlformats.org/officeDocument/2006/relationships/tags" Target="../tags/tag1527.xml"/></Relationships>
</file>

<file path=ppt/slides/_rels/slide58.xml.rels><?xml version="1.0" encoding="UTF-8" standalone="yes"?>
<Relationships xmlns="http://schemas.openxmlformats.org/package/2006/relationships"><Relationship Id="rId8" Type="http://schemas.openxmlformats.org/officeDocument/2006/relationships/tags" Target="../tags/tag1535.xml"/><Relationship Id="rId13" Type="http://schemas.openxmlformats.org/officeDocument/2006/relationships/image" Target="../media/image1.png"/><Relationship Id="rId3" Type="http://schemas.openxmlformats.org/officeDocument/2006/relationships/tags" Target="../tags/tag1530.xml"/><Relationship Id="rId7" Type="http://schemas.openxmlformats.org/officeDocument/2006/relationships/tags" Target="../tags/tag1534.xml"/><Relationship Id="rId12" Type="http://schemas.openxmlformats.org/officeDocument/2006/relationships/image" Target="../media/image74.png"/><Relationship Id="rId2" Type="http://schemas.openxmlformats.org/officeDocument/2006/relationships/tags" Target="../tags/tag1529.xml"/><Relationship Id="rId1" Type="http://schemas.openxmlformats.org/officeDocument/2006/relationships/tags" Target="../tags/tag1528.xml"/><Relationship Id="rId6" Type="http://schemas.openxmlformats.org/officeDocument/2006/relationships/tags" Target="../tags/tag1533.xml"/><Relationship Id="rId11" Type="http://schemas.openxmlformats.org/officeDocument/2006/relationships/slideLayout" Target="../slideLayouts/slideLayout18.xml"/><Relationship Id="rId5" Type="http://schemas.openxmlformats.org/officeDocument/2006/relationships/tags" Target="../tags/tag1532.xml"/><Relationship Id="rId10" Type="http://schemas.openxmlformats.org/officeDocument/2006/relationships/tags" Target="../tags/tag1537.xml"/><Relationship Id="rId4" Type="http://schemas.openxmlformats.org/officeDocument/2006/relationships/tags" Target="../tags/tag1531.xml"/><Relationship Id="rId9" Type="http://schemas.openxmlformats.org/officeDocument/2006/relationships/tags" Target="../tags/tag1536.xml"/></Relationships>
</file>

<file path=ppt/slides/_rels/slide59.xml.rels><?xml version="1.0" encoding="UTF-8" standalone="yes"?>
<Relationships xmlns="http://schemas.openxmlformats.org/package/2006/relationships"><Relationship Id="rId8" Type="http://schemas.openxmlformats.org/officeDocument/2006/relationships/tags" Target="../tags/tag1545.xml"/><Relationship Id="rId13" Type="http://schemas.openxmlformats.org/officeDocument/2006/relationships/tags" Target="../tags/tag1550.xml"/><Relationship Id="rId3" Type="http://schemas.openxmlformats.org/officeDocument/2006/relationships/tags" Target="../tags/tag1540.xml"/><Relationship Id="rId7" Type="http://schemas.openxmlformats.org/officeDocument/2006/relationships/tags" Target="../tags/tag1544.xml"/><Relationship Id="rId12" Type="http://schemas.openxmlformats.org/officeDocument/2006/relationships/tags" Target="../tags/tag1549.xml"/><Relationship Id="rId2" Type="http://schemas.openxmlformats.org/officeDocument/2006/relationships/tags" Target="../tags/tag1539.xml"/><Relationship Id="rId16" Type="http://schemas.openxmlformats.org/officeDocument/2006/relationships/image" Target="../media/image75.png"/><Relationship Id="rId1" Type="http://schemas.openxmlformats.org/officeDocument/2006/relationships/tags" Target="../tags/tag1538.xml"/><Relationship Id="rId6" Type="http://schemas.openxmlformats.org/officeDocument/2006/relationships/tags" Target="../tags/tag1543.xml"/><Relationship Id="rId11" Type="http://schemas.openxmlformats.org/officeDocument/2006/relationships/tags" Target="../tags/tag1548.xml"/><Relationship Id="rId5" Type="http://schemas.openxmlformats.org/officeDocument/2006/relationships/tags" Target="../tags/tag1542.xml"/><Relationship Id="rId15" Type="http://schemas.openxmlformats.org/officeDocument/2006/relationships/slideLayout" Target="../slideLayouts/slideLayout18.xml"/><Relationship Id="rId10" Type="http://schemas.openxmlformats.org/officeDocument/2006/relationships/tags" Target="../tags/tag1547.xml"/><Relationship Id="rId4" Type="http://schemas.openxmlformats.org/officeDocument/2006/relationships/tags" Target="../tags/tag1541.xml"/><Relationship Id="rId9" Type="http://schemas.openxmlformats.org/officeDocument/2006/relationships/tags" Target="../tags/tag1546.xml"/><Relationship Id="rId14" Type="http://schemas.openxmlformats.org/officeDocument/2006/relationships/tags" Target="../tags/tag1551.xml"/></Relationships>
</file>

<file path=ppt/slides/_rels/slide60.xml.rels><?xml version="1.0" encoding="UTF-8" standalone="yes"?>
<Relationships xmlns="http://schemas.openxmlformats.org/package/2006/relationships"><Relationship Id="rId8" Type="http://schemas.openxmlformats.org/officeDocument/2006/relationships/tags" Target="../tags/tag1559.xml"/><Relationship Id="rId13" Type="http://schemas.openxmlformats.org/officeDocument/2006/relationships/slideLayout" Target="../slideLayouts/slideLayout18.xml"/><Relationship Id="rId3" Type="http://schemas.openxmlformats.org/officeDocument/2006/relationships/tags" Target="../tags/tag1554.xml"/><Relationship Id="rId7" Type="http://schemas.openxmlformats.org/officeDocument/2006/relationships/tags" Target="../tags/tag1558.xml"/><Relationship Id="rId12" Type="http://schemas.openxmlformats.org/officeDocument/2006/relationships/tags" Target="../tags/tag1563.xml"/><Relationship Id="rId2" Type="http://schemas.openxmlformats.org/officeDocument/2006/relationships/tags" Target="../tags/tag1553.xml"/><Relationship Id="rId16" Type="http://schemas.openxmlformats.org/officeDocument/2006/relationships/image" Target="../media/image76.png"/><Relationship Id="rId1" Type="http://schemas.openxmlformats.org/officeDocument/2006/relationships/tags" Target="../tags/tag1552.xml"/><Relationship Id="rId6" Type="http://schemas.openxmlformats.org/officeDocument/2006/relationships/tags" Target="../tags/tag1557.xml"/><Relationship Id="rId11" Type="http://schemas.openxmlformats.org/officeDocument/2006/relationships/tags" Target="../tags/tag1562.xml"/><Relationship Id="rId5" Type="http://schemas.openxmlformats.org/officeDocument/2006/relationships/tags" Target="../tags/tag1556.xml"/><Relationship Id="rId15" Type="http://schemas.openxmlformats.org/officeDocument/2006/relationships/image" Target="../media/image3.png"/><Relationship Id="rId10" Type="http://schemas.openxmlformats.org/officeDocument/2006/relationships/tags" Target="../tags/tag1561.xml"/><Relationship Id="rId4" Type="http://schemas.openxmlformats.org/officeDocument/2006/relationships/tags" Target="../tags/tag1555.xml"/><Relationship Id="rId9" Type="http://schemas.openxmlformats.org/officeDocument/2006/relationships/tags" Target="../tags/tag1560.xml"/><Relationship Id="rId14" Type="http://schemas.openxmlformats.org/officeDocument/2006/relationships/image" Target="../media/image2.png"/></Relationships>
</file>

<file path=ppt/slides/_rels/slide61.xml.rels><?xml version="1.0" encoding="UTF-8" standalone="yes"?>
<Relationships xmlns="http://schemas.openxmlformats.org/package/2006/relationships"><Relationship Id="rId8" Type="http://schemas.openxmlformats.org/officeDocument/2006/relationships/tags" Target="../tags/tag1571.xml"/><Relationship Id="rId13" Type="http://schemas.openxmlformats.org/officeDocument/2006/relationships/image" Target="../media/image77.png"/><Relationship Id="rId3" Type="http://schemas.openxmlformats.org/officeDocument/2006/relationships/tags" Target="../tags/tag1566.xml"/><Relationship Id="rId7" Type="http://schemas.openxmlformats.org/officeDocument/2006/relationships/tags" Target="../tags/tag1570.xml"/><Relationship Id="rId12" Type="http://schemas.openxmlformats.org/officeDocument/2006/relationships/image" Target="../media/image1.png"/><Relationship Id="rId2" Type="http://schemas.openxmlformats.org/officeDocument/2006/relationships/tags" Target="../tags/tag1565.xml"/><Relationship Id="rId1" Type="http://schemas.openxmlformats.org/officeDocument/2006/relationships/tags" Target="../tags/tag1564.xml"/><Relationship Id="rId6" Type="http://schemas.openxmlformats.org/officeDocument/2006/relationships/tags" Target="../tags/tag1569.xml"/><Relationship Id="rId11" Type="http://schemas.openxmlformats.org/officeDocument/2006/relationships/slideLayout" Target="../slideLayouts/slideLayout18.xml"/><Relationship Id="rId5" Type="http://schemas.openxmlformats.org/officeDocument/2006/relationships/tags" Target="../tags/tag1568.xml"/><Relationship Id="rId10" Type="http://schemas.openxmlformats.org/officeDocument/2006/relationships/tags" Target="../tags/tag1573.xml"/><Relationship Id="rId4" Type="http://schemas.openxmlformats.org/officeDocument/2006/relationships/tags" Target="../tags/tag1567.xml"/><Relationship Id="rId9" Type="http://schemas.openxmlformats.org/officeDocument/2006/relationships/tags" Target="../tags/tag1572.xml"/></Relationships>
</file>

<file path=ppt/slides/_rels/slide62.xml.rels><?xml version="1.0" encoding="UTF-8" standalone="yes"?>
<Relationships xmlns="http://schemas.openxmlformats.org/package/2006/relationships"><Relationship Id="rId8" Type="http://schemas.openxmlformats.org/officeDocument/2006/relationships/tags" Target="../tags/tag1581.xml"/><Relationship Id="rId13" Type="http://schemas.openxmlformats.org/officeDocument/2006/relationships/tags" Target="../tags/tag1586.xml"/><Relationship Id="rId18" Type="http://schemas.openxmlformats.org/officeDocument/2006/relationships/tags" Target="../tags/tag1591.xml"/><Relationship Id="rId3" Type="http://schemas.openxmlformats.org/officeDocument/2006/relationships/tags" Target="../tags/tag1576.xml"/><Relationship Id="rId21" Type="http://schemas.openxmlformats.org/officeDocument/2006/relationships/image" Target="../media/image26.png"/><Relationship Id="rId7" Type="http://schemas.openxmlformats.org/officeDocument/2006/relationships/tags" Target="../tags/tag1580.xml"/><Relationship Id="rId12" Type="http://schemas.openxmlformats.org/officeDocument/2006/relationships/tags" Target="../tags/tag1585.xml"/><Relationship Id="rId17" Type="http://schemas.openxmlformats.org/officeDocument/2006/relationships/tags" Target="../tags/tag1590.xml"/><Relationship Id="rId2" Type="http://schemas.openxmlformats.org/officeDocument/2006/relationships/tags" Target="../tags/tag1575.xml"/><Relationship Id="rId16" Type="http://schemas.openxmlformats.org/officeDocument/2006/relationships/tags" Target="../tags/tag1589.xml"/><Relationship Id="rId20" Type="http://schemas.openxmlformats.org/officeDocument/2006/relationships/image" Target="../media/image3.png"/><Relationship Id="rId1" Type="http://schemas.openxmlformats.org/officeDocument/2006/relationships/tags" Target="../tags/tag1574.xml"/><Relationship Id="rId6" Type="http://schemas.openxmlformats.org/officeDocument/2006/relationships/tags" Target="../tags/tag1579.xml"/><Relationship Id="rId11" Type="http://schemas.openxmlformats.org/officeDocument/2006/relationships/tags" Target="../tags/tag1584.xml"/><Relationship Id="rId5" Type="http://schemas.openxmlformats.org/officeDocument/2006/relationships/tags" Target="../tags/tag1578.xml"/><Relationship Id="rId15" Type="http://schemas.openxmlformats.org/officeDocument/2006/relationships/tags" Target="../tags/tag1588.xml"/><Relationship Id="rId10" Type="http://schemas.openxmlformats.org/officeDocument/2006/relationships/tags" Target="../tags/tag1583.xml"/><Relationship Id="rId19" Type="http://schemas.openxmlformats.org/officeDocument/2006/relationships/slideLayout" Target="../slideLayouts/slideLayout18.xml"/><Relationship Id="rId4" Type="http://schemas.openxmlformats.org/officeDocument/2006/relationships/tags" Target="../tags/tag1577.xml"/><Relationship Id="rId9" Type="http://schemas.openxmlformats.org/officeDocument/2006/relationships/tags" Target="../tags/tag1582.xml"/><Relationship Id="rId14" Type="http://schemas.openxmlformats.org/officeDocument/2006/relationships/tags" Target="../tags/tag1587.xml"/><Relationship Id="rId22" Type="http://schemas.openxmlformats.org/officeDocument/2006/relationships/image" Target="../media/image78.png"/></Relationships>
</file>

<file path=ppt/slides/_rels/slide63.xml.rels><?xml version="1.0" encoding="UTF-8" standalone="yes"?>
<Relationships xmlns="http://schemas.openxmlformats.org/package/2006/relationships"><Relationship Id="rId8" Type="http://schemas.openxmlformats.org/officeDocument/2006/relationships/tags" Target="../tags/tag1599.xml"/><Relationship Id="rId13" Type="http://schemas.openxmlformats.org/officeDocument/2006/relationships/tags" Target="../tags/tag1604.xml"/><Relationship Id="rId18" Type="http://schemas.openxmlformats.org/officeDocument/2006/relationships/tags" Target="../tags/tag1609.xml"/><Relationship Id="rId3" Type="http://schemas.openxmlformats.org/officeDocument/2006/relationships/tags" Target="../tags/tag1594.xml"/><Relationship Id="rId21" Type="http://schemas.openxmlformats.org/officeDocument/2006/relationships/image" Target="../media/image2.png"/><Relationship Id="rId7" Type="http://schemas.openxmlformats.org/officeDocument/2006/relationships/tags" Target="../tags/tag1598.xml"/><Relationship Id="rId12" Type="http://schemas.openxmlformats.org/officeDocument/2006/relationships/tags" Target="../tags/tag1603.xml"/><Relationship Id="rId17" Type="http://schemas.openxmlformats.org/officeDocument/2006/relationships/tags" Target="../tags/tag1608.xml"/><Relationship Id="rId2" Type="http://schemas.openxmlformats.org/officeDocument/2006/relationships/tags" Target="../tags/tag1593.xml"/><Relationship Id="rId16" Type="http://schemas.openxmlformats.org/officeDocument/2006/relationships/tags" Target="../tags/tag1607.xml"/><Relationship Id="rId20" Type="http://schemas.openxmlformats.org/officeDocument/2006/relationships/slideLayout" Target="../slideLayouts/slideLayout18.xml"/><Relationship Id="rId1" Type="http://schemas.openxmlformats.org/officeDocument/2006/relationships/tags" Target="../tags/tag1592.xml"/><Relationship Id="rId6" Type="http://schemas.openxmlformats.org/officeDocument/2006/relationships/tags" Target="../tags/tag1597.xml"/><Relationship Id="rId11" Type="http://schemas.openxmlformats.org/officeDocument/2006/relationships/tags" Target="../tags/tag1602.xml"/><Relationship Id="rId5" Type="http://schemas.openxmlformats.org/officeDocument/2006/relationships/tags" Target="../tags/tag1596.xml"/><Relationship Id="rId15" Type="http://schemas.openxmlformats.org/officeDocument/2006/relationships/tags" Target="../tags/tag1606.xml"/><Relationship Id="rId10" Type="http://schemas.openxmlformats.org/officeDocument/2006/relationships/tags" Target="../tags/tag1601.xml"/><Relationship Id="rId19" Type="http://schemas.openxmlformats.org/officeDocument/2006/relationships/tags" Target="../tags/tag1610.xml"/><Relationship Id="rId4" Type="http://schemas.openxmlformats.org/officeDocument/2006/relationships/tags" Target="../tags/tag1595.xml"/><Relationship Id="rId9" Type="http://schemas.openxmlformats.org/officeDocument/2006/relationships/tags" Target="../tags/tag1600.xml"/><Relationship Id="rId14" Type="http://schemas.openxmlformats.org/officeDocument/2006/relationships/tags" Target="../tags/tag1605.xml"/><Relationship Id="rId22" Type="http://schemas.openxmlformats.org/officeDocument/2006/relationships/image" Target="../media/image3.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1.xml"/></Relationships>
</file>

<file path=ppt/slides/_rels/slide65.xml.rels><?xml version="1.0" encoding="UTF-8" standalone="yes"?>
<Relationships xmlns="http://schemas.openxmlformats.org/package/2006/relationships"><Relationship Id="rId8" Type="http://schemas.openxmlformats.org/officeDocument/2006/relationships/tags" Target="../tags/tag1618.xml"/><Relationship Id="rId3" Type="http://schemas.openxmlformats.org/officeDocument/2006/relationships/tags" Target="../tags/tag1613.xml"/><Relationship Id="rId7" Type="http://schemas.openxmlformats.org/officeDocument/2006/relationships/tags" Target="../tags/tag1617.xml"/><Relationship Id="rId12" Type="http://schemas.openxmlformats.org/officeDocument/2006/relationships/image" Target="../media/image3.png"/><Relationship Id="rId2" Type="http://schemas.openxmlformats.org/officeDocument/2006/relationships/tags" Target="../tags/tag1612.xml"/><Relationship Id="rId1" Type="http://schemas.openxmlformats.org/officeDocument/2006/relationships/tags" Target="../tags/tag1611.xml"/><Relationship Id="rId6" Type="http://schemas.openxmlformats.org/officeDocument/2006/relationships/tags" Target="../tags/tag1616.xml"/><Relationship Id="rId11" Type="http://schemas.openxmlformats.org/officeDocument/2006/relationships/image" Target="../media/image2.png"/><Relationship Id="rId5" Type="http://schemas.openxmlformats.org/officeDocument/2006/relationships/tags" Target="../tags/tag1615.xml"/><Relationship Id="rId10" Type="http://schemas.openxmlformats.org/officeDocument/2006/relationships/slideLayout" Target="../slideLayouts/slideLayout18.xml"/><Relationship Id="rId4" Type="http://schemas.openxmlformats.org/officeDocument/2006/relationships/tags" Target="../tags/tag1614.xml"/><Relationship Id="rId9" Type="http://schemas.openxmlformats.org/officeDocument/2006/relationships/tags" Target="../tags/tag1619.xml"/></Relationships>
</file>

<file path=ppt/slides/_rels/slide66.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tags" Target="../tags/tag1622.xml"/><Relationship Id="rId7" Type="http://schemas.openxmlformats.org/officeDocument/2006/relationships/tags" Target="../tags/tag1626.xml"/><Relationship Id="rId2" Type="http://schemas.openxmlformats.org/officeDocument/2006/relationships/tags" Target="../tags/tag1621.xml"/><Relationship Id="rId1" Type="http://schemas.openxmlformats.org/officeDocument/2006/relationships/tags" Target="../tags/tag1620.xml"/><Relationship Id="rId6" Type="http://schemas.openxmlformats.org/officeDocument/2006/relationships/tags" Target="../tags/tag1625.xml"/><Relationship Id="rId5" Type="http://schemas.openxmlformats.org/officeDocument/2006/relationships/tags" Target="../tags/tag1624.xml"/><Relationship Id="rId4" Type="http://schemas.openxmlformats.org/officeDocument/2006/relationships/tags" Target="../tags/tag1623.xml"/><Relationship Id="rId9" Type="http://schemas.openxmlformats.org/officeDocument/2006/relationships/image" Target="../media/image1.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8" Type="http://schemas.openxmlformats.org/officeDocument/2006/relationships/tags" Target="../tags/tag1634.xml"/><Relationship Id="rId13" Type="http://schemas.openxmlformats.org/officeDocument/2006/relationships/tags" Target="../tags/tag1639.xml"/><Relationship Id="rId18" Type="http://schemas.openxmlformats.org/officeDocument/2006/relationships/tags" Target="../tags/tag1644.xml"/><Relationship Id="rId3" Type="http://schemas.openxmlformats.org/officeDocument/2006/relationships/tags" Target="../tags/tag1629.xml"/><Relationship Id="rId21" Type="http://schemas.openxmlformats.org/officeDocument/2006/relationships/tags" Target="../tags/tag1647.xml"/><Relationship Id="rId7" Type="http://schemas.openxmlformats.org/officeDocument/2006/relationships/tags" Target="../tags/tag1633.xml"/><Relationship Id="rId12" Type="http://schemas.openxmlformats.org/officeDocument/2006/relationships/tags" Target="../tags/tag1638.xml"/><Relationship Id="rId17" Type="http://schemas.openxmlformats.org/officeDocument/2006/relationships/tags" Target="../tags/tag1643.xml"/><Relationship Id="rId25" Type="http://schemas.openxmlformats.org/officeDocument/2006/relationships/notesSlide" Target="../notesSlides/notesSlide17.xml"/><Relationship Id="rId2" Type="http://schemas.openxmlformats.org/officeDocument/2006/relationships/tags" Target="../tags/tag1628.xml"/><Relationship Id="rId16" Type="http://schemas.openxmlformats.org/officeDocument/2006/relationships/tags" Target="../tags/tag1642.xml"/><Relationship Id="rId20" Type="http://schemas.openxmlformats.org/officeDocument/2006/relationships/tags" Target="../tags/tag1646.xml"/><Relationship Id="rId1" Type="http://schemas.openxmlformats.org/officeDocument/2006/relationships/tags" Target="../tags/tag1627.xml"/><Relationship Id="rId6" Type="http://schemas.openxmlformats.org/officeDocument/2006/relationships/tags" Target="../tags/tag1632.xml"/><Relationship Id="rId11" Type="http://schemas.openxmlformats.org/officeDocument/2006/relationships/tags" Target="../tags/tag1637.xml"/><Relationship Id="rId24" Type="http://schemas.openxmlformats.org/officeDocument/2006/relationships/slideLayout" Target="../slideLayouts/slideLayout4.xml"/><Relationship Id="rId5" Type="http://schemas.openxmlformats.org/officeDocument/2006/relationships/tags" Target="../tags/tag1631.xml"/><Relationship Id="rId15" Type="http://schemas.openxmlformats.org/officeDocument/2006/relationships/tags" Target="../tags/tag1641.xml"/><Relationship Id="rId23" Type="http://schemas.openxmlformats.org/officeDocument/2006/relationships/tags" Target="../tags/tag1649.xml"/><Relationship Id="rId10" Type="http://schemas.openxmlformats.org/officeDocument/2006/relationships/tags" Target="../tags/tag1636.xml"/><Relationship Id="rId19" Type="http://schemas.openxmlformats.org/officeDocument/2006/relationships/tags" Target="../tags/tag1645.xml"/><Relationship Id="rId4" Type="http://schemas.openxmlformats.org/officeDocument/2006/relationships/tags" Target="../tags/tag1630.xml"/><Relationship Id="rId9" Type="http://schemas.openxmlformats.org/officeDocument/2006/relationships/tags" Target="../tags/tag1635.xml"/><Relationship Id="rId14" Type="http://schemas.openxmlformats.org/officeDocument/2006/relationships/tags" Target="../tags/tag1640.xml"/><Relationship Id="rId22" Type="http://schemas.openxmlformats.org/officeDocument/2006/relationships/tags" Target="../tags/tag1648.xml"/></Relationships>
</file>

<file path=ppt/slides/_rels/slide69.xml.rels><?xml version="1.0" encoding="UTF-8" standalone="yes"?>
<Relationships xmlns="http://schemas.openxmlformats.org/package/2006/relationships"><Relationship Id="rId8" Type="http://schemas.openxmlformats.org/officeDocument/2006/relationships/tags" Target="../tags/tag1657.xml"/><Relationship Id="rId3" Type="http://schemas.openxmlformats.org/officeDocument/2006/relationships/tags" Target="../tags/tag1652.xml"/><Relationship Id="rId7" Type="http://schemas.openxmlformats.org/officeDocument/2006/relationships/tags" Target="../tags/tag1656.xml"/><Relationship Id="rId2" Type="http://schemas.openxmlformats.org/officeDocument/2006/relationships/tags" Target="../tags/tag1651.xml"/><Relationship Id="rId1" Type="http://schemas.openxmlformats.org/officeDocument/2006/relationships/tags" Target="../tags/tag1650.xml"/><Relationship Id="rId6" Type="http://schemas.openxmlformats.org/officeDocument/2006/relationships/tags" Target="../tags/tag1655.xml"/><Relationship Id="rId5" Type="http://schemas.openxmlformats.org/officeDocument/2006/relationships/tags" Target="../tags/tag1654.xml"/><Relationship Id="rId10" Type="http://schemas.openxmlformats.org/officeDocument/2006/relationships/image" Target="../media/image3.png"/><Relationship Id="rId4" Type="http://schemas.openxmlformats.org/officeDocument/2006/relationships/tags" Target="../tags/tag1653.xml"/><Relationship Id="rId9" Type="http://schemas.openxmlformats.org/officeDocument/2006/relationships/slideLayout" Target="../slideLayouts/slideLayout18.xml"/></Relationships>
</file>

<file path=ppt/slides/_rels/slide70.xml.rels><?xml version="1.0" encoding="UTF-8" standalone="yes"?>
<Relationships xmlns="http://schemas.openxmlformats.org/package/2006/relationships"><Relationship Id="rId8" Type="http://schemas.openxmlformats.org/officeDocument/2006/relationships/tags" Target="../tags/tag1665.xml"/><Relationship Id="rId13" Type="http://schemas.openxmlformats.org/officeDocument/2006/relationships/image" Target="../media/image1.png"/><Relationship Id="rId3" Type="http://schemas.openxmlformats.org/officeDocument/2006/relationships/tags" Target="../tags/tag1660.xml"/><Relationship Id="rId7" Type="http://schemas.openxmlformats.org/officeDocument/2006/relationships/tags" Target="../tags/tag1664.xml"/><Relationship Id="rId12" Type="http://schemas.openxmlformats.org/officeDocument/2006/relationships/slideLayout" Target="../slideLayouts/slideLayout18.xml"/><Relationship Id="rId2" Type="http://schemas.openxmlformats.org/officeDocument/2006/relationships/tags" Target="../tags/tag1659.xml"/><Relationship Id="rId1" Type="http://schemas.openxmlformats.org/officeDocument/2006/relationships/tags" Target="../tags/tag1658.xml"/><Relationship Id="rId6" Type="http://schemas.openxmlformats.org/officeDocument/2006/relationships/tags" Target="../tags/tag1663.xml"/><Relationship Id="rId11" Type="http://schemas.openxmlformats.org/officeDocument/2006/relationships/tags" Target="../tags/tag1668.xml"/><Relationship Id="rId5" Type="http://schemas.openxmlformats.org/officeDocument/2006/relationships/tags" Target="../tags/tag1662.xml"/><Relationship Id="rId10" Type="http://schemas.openxmlformats.org/officeDocument/2006/relationships/tags" Target="../tags/tag1667.xml"/><Relationship Id="rId4" Type="http://schemas.openxmlformats.org/officeDocument/2006/relationships/tags" Target="../tags/tag1661.xml"/><Relationship Id="rId9" Type="http://schemas.openxmlformats.org/officeDocument/2006/relationships/tags" Target="../tags/tag1666.xml"/></Relationships>
</file>

<file path=ppt/slides/_rels/slide7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slideLayout" Target="../slideLayouts/slideLayout20.xml"/><Relationship Id="rId1" Type="http://schemas.openxmlformats.org/officeDocument/2006/relationships/tags" Target="../tags/tag1669.xml"/></Relationships>
</file>

<file path=ppt/slides/_rels/slide7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slideLayout" Target="../slideLayouts/slideLayout20.xml"/><Relationship Id="rId1" Type="http://schemas.openxmlformats.org/officeDocument/2006/relationships/tags" Target="../tags/tag1670.xml"/></Relationships>
</file>

<file path=ppt/slides/_rels/slide7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slideLayout" Target="../slideLayouts/slideLayout20.xml"/><Relationship Id="rId1" Type="http://schemas.openxmlformats.org/officeDocument/2006/relationships/tags" Target="../tags/tag1671.xml"/></Relationships>
</file>

<file path=ppt/slides/_rels/slide7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slideLayout" Target="../slideLayouts/slideLayout20.xml"/><Relationship Id="rId1" Type="http://schemas.openxmlformats.org/officeDocument/2006/relationships/tags" Target="../tags/tag1672.xml"/></Relationships>
</file>

<file path=ppt/slides/_rels/slide75.xml.rels><?xml version="1.0" encoding="UTF-8" standalone="yes"?>
<Relationships xmlns="http://schemas.openxmlformats.org/package/2006/relationships"><Relationship Id="rId8" Type="http://schemas.openxmlformats.org/officeDocument/2006/relationships/tags" Target="../tags/tag1680.xml"/><Relationship Id="rId13" Type="http://schemas.openxmlformats.org/officeDocument/2006/relationships/tags" Target="../tags/tag1685.xml"/><Relationship Id="rId18" Type="http://schemas.openxmlformats.org/officeDocument/2006/relationships/tags" Target="../tags/tag1690.xml"/><Relationship Id="rId3" Type="http://schemas.openxmlformats.org/officeDocument/2006/relationships/tags" Target="../tags/tag1675.xml"/><Relationship Id="rId21" Type="http://schemas.openxmlformats.org/officeDocument/2006/relationships/slideLayout" Target="../slideLayouts/slideLayout18.xml"/><Relationship Id="rId7" Type="http://schemas.openxmlformats.org/officeDocument/2006/relationships/tags" Target="../tags/tag1679.xml"/><Relationship Id="rId12" Type="http://schemas.openxmlformats.org/officeDocument/2006/relationships/tags" Target="../tags/tag1684.xml"/><Relationship Id="rId17" Type="http://schemas.openxmlformats.org/officeDocument/2006/relationships/tags" Target="../tags/tag1689.xml"/><Relationship Id="rId2" Type="http://schemas.openxmlformats.org/officeDocument/2006/relationships/tags" Target="../tags/tag1674.xml"/><Relationship Id="rId16" Type="http://schemas.openxmlformats.org/officeDocument/2006/relationships/tags" Target="../tags/tag1688.xml"/><Relationship Id="rId20" Type="http://schemas.openxmlformats.org/officeDocument/2006/relationships/tags" Target="../tags/tag1692.xml"/><Relationship Id="rId1" Type="http://schemas.openxmlformats.org/officeDocument/2006/relationships/tags" Target="../tags/tag1673.xml"/><Relationship Id="rId6" Type="http://schemas.openxmlformats.org/officeDocument/2006/relationships/tags" Target="../tags/tag1678.xml"/><Relationship Id="rId11" Type="http://schemas.openxmlformats.org/officeDocument/2006/relationships/tags" Target="../tags/tag1683.xml"/><Relationship Id="rId5" Type="http://schemas.openxmlformats.org/officeDocument/2006/relationships/tags" Target="../tags/tag1677.xml"/><Relationship Id="rId15" Type="http://schemas.openxmlformats.org/officeDocument/2006/relationships/tags" Target="../tags/tag1687.xml"/><Relationship Id="rId10" Type="http://schemas.openxmlformats.org/officeDocument/2006/relationships/tags" Target="../tags/tag1682.xml"/><Relationship Id="rId19" Type="http://schemas.openxmlformats.org/officeDocument/2006/relationships/tags" Target="../tags/tag1691.xml"/><Relationship Id="rId4" Type="http://schemas.openxmlformats.org/officeDocument/2006/relationships/tags" Target="../tags/tag1676.xml"/><Relationship Id="rId9" Type="http://schemas.openxmlformats.org/officeDocument/2006/relationships/tags" Target="../tags/tag1681.xml"/><Relationship Id="rId14" Type="http://schemas.openxmlformats.org/officeDocument/2006/relationships/tags" Target="../tags/tag1686.xml"/></Relationships>
</file>

<file path=ppt/slides/_rels/slide76.xml.rels><?xml version="1.0" encoding="UTF-8" standalone="yes"?>
<Relationships xmlns="http://schemas.openxmlformats.org/package/2006/relationships"><Relationship Id="rId3" Type="http://schemas.openxmlformats.org/officeDocument/2006/relationships/image" Target="../media/image83.emf"/><Relationship Id="rId2" Type="http://schemas.openxmlformats.org/officeDocument/2006/relationships/slideLayout" Target="../slideLayouts/slideLayout21.xml"/><Relationship Id="rId1" Type="http://schemas.openxmlformats.org/officeDocument/2006/relationships/tags" Target="../tags/tag1693.xml"/><Relationship Id="rId4" Type="http://schemas.openxmlformats.org/officeDocument/2006/relationships/image" Target="../media/image84.emf"/></Relationships>
</file>

<file path=ppt/slides/_rels/slide77.xml.rels><?xml version="1.0" encoding="UTF-8" standalone="yes"?>
<Relationships xmlns="http://schemas.openxmlformats.org/package/2006/relationships"><Relationship Id="rId3" Type="http://schemas.openxmlformats.org/officeDocument/2006/relationships/image" Target="../media/image85.emf"/><Relationship Id="rId2" Type="http://schemas.openxmlformats.org/officeDocument/2006/relationships/slideLayout" Target="../slideLayouts/slideLayout21.xml"/><Relationship Id="rId1" Type="http://schemas.openxmlformats.org/officeDocument/2006/relationships/tags" Target="../tags/tag1694.xml"/><Relationship Id="rId4" Type="http://schemas.openxmlformats.org/officeDocument/2006/relationships/image" Target="../media/image86.emf"/></Relationships>
</file>

<file path=ppt/slides/_rels/slide78.xml.rels><?xml version="1.0" encoding="UTF-8" standalone="yes"?>
<Relationships xmlns="http://schemas.openxmlformats.org/package/2006/relationships"><Relationship Id="rId3" Type="http://schemas.openxmlformats.org/officeDocument/2006/relationships/image" Target="../media/image87.emf"/><Relationship Id="rId2" Type="http://schemas.openxmlformats.org/officeDocument/2006/relationships/slideLayout" Target="../slideLayouts/slideLayout20.xml"/><Relationship Id="rId1" Type="http://schemas.openxmlformats.org/officeDocument/2006/relationships/tags" Target="../tags/tag1695.xml"/><Relationship Id="rId4" Type="http://schemas.openxmlformats.org/officeDocument/2006/relationships/image" Target="../media/image88.emf"/></Relationships>
</file>

<file path=ppt/slides/_rels/slide79.xml.rels><?xml version="1.0" encoding="UTF-8" standalone="yes"?>
<Relationships xmlns="http://schemas.openxmlformats.org/package/2006/relationships"><Relationship Id="rId3" Type="http://schemas.openxmlformats.org/officeDocument/2006/relationships/image" Target="../media/image89.emf"/><Relationship Id="rId2" Type="http://schemas.openxmlformats.org/officeDocument/2006/relationships/slideLayout" Target="../slideLayouts/slideLayout20.xml"/><Relationship Id="rId1" Type="http://schemas.openxmlformats.org/officeDocument/2006/relationships/tags" Target="../tags/tag1696.xml"/><Relationship Id="rId4" Type="http://schemas.openxmlformats.org/officeDocument/2006/relationships/image" Target="../media/image90.emf"/></Relationships>
</file>

<file path=ppt/slides/_rels/slide80.xml.rels><?xml version="1.0" encoding="UTF-8" standalone="yes"?>
<Relationships xmlns="http://schemas.openxmlformats.org/package/2006/relationships"><Relationship Id="rId8" Type="http://schemas.openxmlformats.org/officeDocument/2006/relationships/tags" Target="../tags/tag1704.xml"/><Relationship Id="rId13" Type="http://schemas.openxmlformats.org/officeDocument/2006/relationships/slideLayout" Target="../slideLayouts/slideLayout18.xml"/><Relationship Id="rId3" Type="http://schemas.openxmlformats.org/officeDocument/2006/relationships/tags" Target="../tags/tag1699.xml"/><Relationship Id="rId7" Type="http://schemas.openxmlformats.org/officeDocument/2006/relationships/tags" Target="../tags/tag1703.xml"/><Relationship Id="rId12" Type="http://schemas.openxmlformats.org/officeDocument/2006/relationships/tags" Target="../tags/tag1708.xml"/><Relationship Id="rId2" Type="http://schemas.openxmlformats.org/officeDocument/2006/relationships/tags" Target="../tags/tag1698.xml"/><Relationship Id="rId16" Type="http://schemas.openxmlformats.org/officeDocument/2006/relationships/image" Target="../media/image91.png"/><Relationship Id="rId1" Type="http://schemas.openxmlformats.org/officeDocument/2006/relationships/tags" Target="../tags/tag1697.xml"/><Relationship Id="rId6" Type="http://schemas.openxmlformats.org/officeDocument/2006/relationships/tags" Target="../tags/tag1702.xml"/><Relationship Id="rId11" Type="http://schemas.openxmlformats.org/officeDocument/2006/relationships/tags" Target="../tags/tag1707.xml"/><Relationship Id="rId5" Type="http://schemas.openxmlformats.org/officeDocument/2006/relationships/tags" Target="../tags/tag1701.xml"/><Relationship Id="rId15" Type="http://schemas.openxmlformats.org/officeDocument/2006/relationships/image" Target="../media/image3.png"/><Relationship Id="rId10" Type="http://schemas.openxmlformats.org/officeDocument/2006/relationships/tags" Target="../tags/tag1706.xml"/><Relationship Id="rId4" Type="http://schemas.openxmlformats.org/officeDocument/2006/relationships/tags" Target="../tags/tag1700.xml"/><Relationship Id="rId9" Type="http://schemas.openxmlformats.org/officeDocument/2006/relationships/tags" Target="../tags/tag1705.xml"/><Relationship Id="rId14" Type="http://schemas.openxmlformats.org/officeDocument/2006/relationships/image" Target="../media/image2.png"/></Relationships>
</file>

<file path=ppt/slides/_rels/slide81.xml.rels><?xml version="1.0" encoding="UTF-8" standalone="yes"?>
<Relationships xmlns="http://schemas.openxmlformats.org/package/2006/relationships"><Relationship Id="rId8" Type="http://schemas.openxmlformats.org/officeDocument/2006/relationships/tags" Target="../tags/tag1716.xml"/><Relationship Id="rId13" Type="http://schemas.openxmlformats.org/officeDocument/2006/relationships/slideLayout" Target="../slideLayouts/slideLayout20.xml"/><Relationship Id="rId3" Type="http://schemas.openxmlformats.org/officeDocument/2006/relationships/tags" Target="../tags/tag1711.xml"/><Relationship Id="rId7" Type="http://schemas.openxmlformats.org/officeDocument/2006/relationships/tags" Target="../tags/tag1715.xml"/><Relationship Id="rId12" Type="http://schemas.openxmlformats.org/officeDocument/2006/relationships/tags" Target="../tags/tag1720.xml"/><Relationship Id="rId2" Type="http://schemas.openxmlformats.org/officeDocument/2006/relationships/tags" Target="../tags/tag1710.xml"/><Relationship Id="rId16" Type="http://schemas.openxmlformats.org/officeDocument/2006/relationships/image" Target="../media/image1.png"/><Relationship Id="rId1" Type="http://schemas.openxmlformats.org/officeDocument/2006/relationships/tags" Target="../tags/tag1709.xml"/><Relationship Id="rId6" Type="http://schemas.openxmlformats.org/officeDocument/2006/relationships/tags" Target="../tags/tag1714.xml"/><Relationship Id="rId11" Type="http://schemas.openxmlformats.org/officeDocument/2006/relationships/tags" Target="../tags/tag1719.xml"/><Relationship Id="rId5" Type="http://schemas.openxmlformats.org/officeDocument/2006/relationships/tags" Target="../tags/tag1713.xml"/><Relationship Id="rId15" Type="http://schemas.openxmlformats.org/officeDocument/2006/relationships/image" Target="../media/image93.png"/><Relationship Id="rId10" Type="http://schemas.openxmlformats.org/officeDocument/2006/relationships/tags" Target="../tags/tag1718.xml"/><Relationship Id="rId4" Type="http://schemas.openxmlformats.org/officeDocument/2006/relationships/tags" Target="../tags/tag1712.xml"/><Relationship Id="rId9" Type="http://schemas.openxmlformats.org/officeDocument/2006/relationships/tags" Target="../tags/tag1717.xml"/><Relationship Id="rId14" Type="http://schemas.openxmlformats.org/officeDocument/2006/relationships/image" Target="../media/image92.jpeg"/></Relationships>
</file>

<file path=ppt/slides/_rels/slide82.xml.rels><?xml version="1.0" encoding="UTF-8" standalone="yes"?>
<Relationships xmlns="http://schemas.openxmlformats.org/package/2006/relationships"><Relationship Id="rId8" Type="http://schemas.openxmlformats.org/officeDocument/2006/relationships/tags" Target="../tags/tag1728.xml"/><Relationship Id="rId13" Type="http://schemas.openxmlformats.org/officeDocument/2006/relationships/tags" Target="../tags/tag1733.xml"/><Relationship Id="rId18" Type="http://schemas.openxmlformats.org/officeDocument/2006/relationships/tags" Target="../tags/tag1738.xml"/><Relationship Id="rId26" Type="http://schemas.openxmlformats.org/officeDocument/2006/relationships/slideLayout" Target="../slideLayouts/slideLayout18.xml"/><Relationship Id="rId3" Type="http://schemas.openxmlformats.org/officeDocument/2006/relationships/tags" Target="../tags/tag1723.xml"/><Relationship Id="rId21" Type="http://schemas.openxmlformats.org/officeDocument/2006/relationships/tags" Target="../tags/tag1741.xml"/><Relationship Id="rId7" Type="http://schemas.openxmlformats.org/officeDocument/2006/relationships/tags" Target="../tags/tag1727.xml"/><Relationship Id="rId12" Type="http://schemas.openxmlformats.org/officeDocument/2006/relationships/tags" Target="../tags/tag1732.xml"/><Relationship Id="rId17" Type="http://schemas.openxmlformats.org/officeDocument/2006/relationships/tags" Target="../tags/tag1737.xml"/><Relationship Id="rId25" Type="http://schemas.openxmlformats.org/officeDocument/2006/relationships/tags" Target="../tags/tag1745.xml"/><Relationship Id="rId2" Type="http://schemas.openxmlformats.org/officeDocument/2006/relationships/tags" Target="../tags/tag1722.xml"/><Relationship Id="rId16" Type="http://schemas.openxmlformats.org/officeDocument/2006/relationships/tags" Target="../tags/tag1736.xml"/><Relationship Id="rId20" Type="http://schemas.openxmlformats.org/officeDocument/2006/relationships/tags" Target="../tags/tag1740.xml"/><Relationship Id="rId1" Type="http://schemas.openxmlformats.org/officeDocument/2006/relationships/tags" Target="../tags/tag1721.xml"/><Relationship Id="rId6" Type="http://schemas.openxmlformats.org/officeDocument/2006/relationships/tags" Target="../tags/tag1726.xml"/><Relationship Id="rId11" Type="http://schemas.openxmlformats.org/officeDocument/2006/relationships/tags" Target="../tags/tag1731.xml"/><Relationship Id="rId24" Type="http://schemas.openxmlformats.org/officeDocument/2006/relationships/tags" Target="../tags/tag1744.xml"/><Relationship Id="rId5" Type="http://schemas.openxmlformats.org/officeDocument/2006/relationships/tags" Target="../tags/tag1725.xml"/><Relationship Id="rId15" Type="http://schemas.openxmlformats.org/officeDocument/2006/relationships/tags" Target="../tags/tag1735.xml"/><Relationship Id="rId23" Type="http://schemas.openxmlformats.org/officeDocument/2006/relationships/tags" Target="../tags/tag1743.xml"/><Relationship Id="rId10" Type="http://schemas.openxmlformats.org/officeDocument/2006/relationships/tags" Target="../tags/tag1730.xml"/><Relationship Id="rId19" Type="http://schemas.openxmlformats.org/officeDocument/2006/relationships/tags" Target="../tags/tag1739.xml"/><Relationship Id="rId4" Type="http://schemas.openxmlformats.org/officeDocument/2006/relationships/tags" Target="../tags/tag1724.xml"/><Relationship Id="rId9" Type="http://schemas.openxmlformats.org/officeDocument/2006/relationships/tags" Target="../tags/tag1729.xml"/><Relationship Id="rId14" Type="http://schemas.openxmlformats.org/officeDocument/2006/relationships/tags" Target="../tags/tag1734.xml"/><Relationship Id="rId22" Type="http://schemas.openxmlformats.org/officeDocument/2006/relationships/tags" Target="../tags/tag1742.xml"/></Relationships>
</file>

<file path=ppt/slides/_rels/slide83.xml.rels><?xml version="1.0" encoding="UTF-8" standalone="yes"?>
<Relationships xmlns="http://schemas.openxmlformats.org/package/2006/relationships"><Relationship Id="rId3" Type="http://schemas.openxmlformats.org/officeDocument/2006/relationships/image" Target="../media/image94.emf"/><Relationship Id="rId2" Type="http://schemas.openxmlformats.org/officeDocument/2006/relationships/slideLayout" Target="../slideLayouts/slideLayout20.xml"/><Relationship Id="rId1" Type="http://schemas.openxmlformats.org/officeDocument/2006/relationships/tags" Target="../tags/tag1746.xml"/></Relationships>
</file>

<file path=ppt/slides/_rels/slide84.xml.rels><?xml version="1.0" encoding="UTF-8" standalone="yes"?>
<Relationships xmlns="http://schemas.openxmlformats.org/package/2006/relationships"><Relationship Id="rId8" Type="http://schemas.openxmlformats.org/officeDocument/2006/relationships/tags" Target="../tags/tag1754.xml"/><Relationship Id="rId3" Type="http://schemas.openxmlformats.org/officeDocument/2006/relationships/tags" Target="../tags/tag1749.xml"/><Relationship Id="rId7" Type="http://schemas.openxmlformats.org/officeDocument/2006/relationships/tags" Target="../tags/tag1753.xml"/><Relationship Id="rId12" Type="http://schemas.openxmlformats.org/officeDocument/2006/relationships/image" Target="../media/image95.emf"/><Relationship Id="rId2" Type="http://schemas.openxmlformats.org/officeDocument/2006/relationships/tags" Target="../tags/tag1748.xml"/><Relationship Id="rId1" Type="http://schemas.openxmlformats.org/officeDocument/2006/relationships/tags" Target="../tags/tag1747.xml"/><Relationship Id="rId6" Type="http://schemas.openxmlformats.org/officeDocument/2006/relationships/tags" Target="../tags/tag1752.xml"/><Relationship Id="rId11" Type="http://schemas.openxmlformats.org/officeDocument/2006/relationships/image" Target="../media/image1.png"/><Relationship Id="rId5" Type="http://schemas.openxmlformats.org/officeDocument/2006/relationships/tags" Target="../tags/tag1751.xml"/><Relationship Id="rId10" Type="http://schemas.openxmlformats.org/officeDocument/2006/relationships/slideLayout" Target="../slideLayouts/slideLayout18.xml"/><Relationship Id="rId4" Type="http://schemas.openxmlformats.org/officeDocument/2006/relationships/tags" Target="../tags/tag1750.xml"/><Relationship Id="rId9" Type="http://schemas.openxmlformats.org/officeDocument/2006/relationships/tags" Target="../tags/tag1755.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1.xml"/><Relationship Id="rId1" Type="http://schemas.openxmlformats.org/officeDocument/2006/relationships/tags" Target="../tags/tag1756.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87.xml.rels><?xml version="1.0" encoding="UTF-8" standalone="yes"?>
<Relationships xmlns="http://schemas.openxmlformats.org/package/2006/relationships"><Relationship Id="rId8" Type="http://schemas.openxmlformats.org/officeDocument/2006/relationships/tags" Target="../tags/tag1764.xml"/><Relationship Id="rId13" Type="http://schemas.openxmlformats.org/officeDocument/2006/relationships/tags" Target="../tags/tag1769.xml"/><Relationship Id="rId3" Type="http://schemas.openxmlformats.org/officeDocument/2006/relationships/tags" Target="../tags/tag1759.xml"/><Relationship Id="rId7" Type="http://schemas.openxmlformats.org/officeDocument/2006/relationships/tags" Target="../tags/tag1763.xml"/><Relationship Id="rId12" Type="http://schemas.openxmlformats.org/officeDocument/2006/relationships/tags" Target="../tags/tag1768.xml"/><Relationship Id="rId2" Type="http://schemas.openxmlformats.org/officeDocument/2006/relationships/tags" Target="../tags/tag1758.xml"/><Relationship Id="rId1" Type="http://schemas.openxmlformats.org/officeDocument/2006/relationships/tags" Target="../tags/tag1757.xml"/><Relationship Id="rId6" Type="http://schemas.openxmlformats.org/officeDocument/2006/relationships/tags" Target="../tags/tag1762.xml"/><Relationship Id="rId11" Type="http://schemas.openxmlformats.org/officeDocument/2006/relationships/tags" Target="../tags/tag1767.xml"/><Relationship Id="rId5" Type="http://schemas.openxmlformats.org/officeDocument/2006/relationships/tags" Target="../tags/tag1761.xml"/><Relationship Id="rId15" Type="http://schemas.openxmlformats.org/officeDocument/2006/relationships/image" Target="../media/image96.emf"/><Relationship Id="rId10" Type="http://schemas.openxmlformats.org/officeDocument/2006/relationships/tags" Target="../tags/tag1766.xml"/><Relationship Id="rId4" Type="http://schemas.openxmlformats.org/officeDocument/2006/relationships/tags" Target="../tags/tag1760.xml"/><Relationship Id="rId9" Type="http://schemas.openxmlformats.org/officeDocument/2006/relationships/tags" Target="../tags/tag1765.xml"/><Relationship Id="rId14" Type="http://schemas.openxmlformats.org/officeDocument/2006/relationships/slideLayout" Target="../slideLayouts/slideLayout18.xml"/></Relationships>
</file>

<file path=ppt/slides/_rels/slide88.xml.rels><?xml version="1.0" encoding="UTF-8" standalone="yes"?>
<Relationships xmlns="http://schemas.openxmlformats.org/package/2006/relationships"><Relationship Id="rId8" Type="http://schemas.openxmlformats.org/officeDocument/2006/relationships/tags" Target="../tags/tag1777.xml"/><Relationship Id="rId13" Type="http://schemas.openxmlformats.org/officeDocument/2006/relationships/tags" Target="../tags/tag1782.xml"/><Relationship Id="rId3" Type="http://schemas.openxmlformats.org/officeDocument/2006/relationships/tags" Target="../tags/tag1772.xml"/><Relationship Id="rId7" Type="http://schemas.openxmlformats.org/officeDocument/2006/relationships/tags" Target="../tags/tag1776.xml"/><Relationship Id="rId12" Type="http://schemas.openxmlformats.org/officeDocument/2006/relationships/tags" Target="../tags/tag1781.xml"/><Relationship Id="rId2" Type="http://schemas.openxmlformats.org/officeDocument/2006/relationships/tags" Target="../tags/tag1771.xml"/><Relationship Id="rId16" Type="http://schemas.openxmlformats.org/officeDocument/2006/relationships/slideLayout" Target="../slideLayouts/slideLayout18.xml"/><Relationship Id="rId1" Type="http://schemas.openxmlformats.org/officeDocument/2006/relationships/tags" Target="../tags/tag1770.xml"/><Relationship Id="rId6" Type="http://schemas.openxmlformats.org/officeDocument/2006/relationships/tags" Target="../tags/tag1775.xml"/><Relationship Id="rId11" Type="http://schemas.openxmlformats.org/officeDocument/2006/relationships/tags" Target="../tags/tag1780.xml"/><Relationship Id="rId5" Type="http://schemas.openxmlformats.org/officeDocument/2006/relationships/tags" Target="../tags/tag1774.xml"/><Relationship Id="rId15" Type="http://schemas.openxmlformats.org/officeDocument/2006/relationships/tags" Target="../tags/tag1784.xml"/><Relationship Id="rId10" Type="http://schemas.openxmlformats.org/officeDocument/2006/relationships/tags" Target="../tags/tag1779.xml"/><Relationship Id="rId4" Type="http://schemas.openxmlformats.org/officeDocument/2006/relationships/tags" Target="../tags/tag1773.xml"/><Relationship Id="rId9" Type="http://schemas.openxmlformats.org/officeDocument/2006/relationships/tags" Target="../tags/tag1778.xml"/><Relationship Id="rId14" Type="http://schemas.openxmlformats.org/officeDocument/2006/relationships/tags" Target="../tags/tag1783.xml"/></Relationships>
</file>

<file path=ppt/slides/_rels/slide89.xml.rels><?xml version="1.0" encoding="UTF-8" standalone="yes"?>
<Relationships xmlns="http://schemas.openxmlformats.org/package/2006/relationships"><Relationship Id="rId8" Type="http://schemas.openxmlformats.org/officeDocument/2006/relationships/tags" Target="../tags/tag1792.xml"/><Relationship Id="rId13" Type="http://schemas.openxmlformats.org/officeDocument/2006/relationships/slideLayout" Target="../slideLayouts/slideLayout18.xml"/><Relationship Id="rId3" Type="http://schemas.openxmlformats.org/officeDocument/2006/relationships/tags" Target="../tags/tag1787.xml"/><Relationship Id="rId7" Type="http://schemas.openxmlformats.org/officeDocument/2006/relationships/tags" Target="../tags/tag1791.xml"/><Relationship Id="rId12" Type="http://schemas.openxmlformats.org/officeDocument/2006/relationships/tags" Target="../tags/tag1796.xml"/><Relationship Id="rId2" Type="http://schemas.openxmlformats.org/officeDocument/2006/relationships/tags" Target="../tags/tag1786.xml"/><Relationship Id="rId1" Type="http://schemas.openxmlformats.org/officeDocument/2006/relationships/tags" Target="../tags/tag1785.xml"/><Relationship Id="rId6" Type="http://schemas.openxmlformats.org/officeDocument/2006/relationships/tags" Target="../tags/tag1790.xml"/><Relationship Id="rId11" Type="http://schemas.openxmlformats.org/officeDocument/2006/relationships/tags" Target="../tags/tag1795.xml"/><Relationship Id="rId5" Type="http://schemas.openxmlformats.org/officeDocument/2006/relationships/tags" Target="../tags/tag1789.xml"/><Relationship Id="rId10" Type="http://schemas.openxmlformats.org/officeDocument/2006/relationships/tags" Target="../tags/tag1794.xml"/><Relationship Id="rId4" Type="http://schemas.openxmlformats.org/officeDocument/2006/relationships/tags" Target="../tags/tag1788.xml"/><Relationship Id="rId9" Type="http://schemas.openxmlformats.org/officeDocument/2006/relationships/tags" Target="../tags/tag1793.xml"/></Relationships>
</file>

<file path=ppt/slides/_rels/slide90.xml.rels><?xml version="1.0" encoding="UTF-8" standalone="yes"?>
<Relationships xmlns="http://schemas.openxmlformats.org/package/2006/relationships"><Relationship Id="rId8" Type="http://schemas.openxmlformats.org/officeDocument/2006/relationships/tags" Target="../tags/tag1804.xml"/><Relationship Id="rId13" Type="http://schemas.openxmlformats.org/officeDocument/2006/relationships/slideLayout" Target="../slideLayouts/slideLayout18.xml"/><Relationship Id="rId3" Type="http://schemas.openxmlformats.org/officeDocument/2006/relationships/tags" Target="../tags/tag1799.xml"/><Relationship Id="rId7" Type="http://schemas.openxmlformats.org/officeDocument/2006/relationships/tags" Target="../tags/tag1803.xml"/><Relationship Id="rId12" Type="http://schemas.openxmlformats.org/officeDocument/2006/relationships/tags" Target="../tags/tag1808.xml"/><Relationship Id="rId2" Type="http://schemas.openxmlformats.org/officeDocument/2006/relationships/tags" Target="../tags/tag1798.xml"/><Relationship Id="rId1" Type="http://schemas.openxmlformats.org/officeDocument/2006/relationships/tags" Target="../tags/tag1797.xml"/><Relationship Id="rId6" Type="http://schemas.openxmlformats.org/officeDocument/2006/relationships/tags" Target="../tags/tag1802.xml"/><Relationship Id="rId11" Type="http://schemas.openxmlformats.org/officeDocument/2006/relationships/tags" Target="../tags/tag1807.xml"/><Relationship Id="rId5" Type="http://schemas.openxmlformats.org/officeDocument/2006/relationships/tags" Target="../tags/tag1801.xml"/><Relationship Id="rId10" Type="http://schemas.openxmlformats.org/officeDocument/2006/relationships/tags" Target="../tags/tag1806.xml"/><Relationship Id="rId4" Type="http://schemas.openxmlformats.org/officeDocument/2006/relationships/tags" Target="../tags/tag1800.xml"/><Relationship Id="rId9" Type="http://schemas.openxmlformats.org/officeDocument/2006/relationships/tags" Target="../tags/tag1805.xml"/><Relationship Id="rId14" Type="http://schemas.openxmlformats.org/officeDocument/2006/relationships/image" Target="../media/image97.jpeg"/></Relationships>
</file>

<file path=ppt/slides/_rels/slide91.xml.rels><?xml version="1.0" encoding="UTF-8" standalone="yes"?>
<Relationships xmlns="http://schemas.openxmlformats.org/package/2006/relationships"><Relationship Id="rId8" Type="http://schemas.openxmlformats.org/officeDocument/2006/relationships/tags" Target="../tags/tag1816.xml"/><Relationship Id="rId13" Type="http://schemas.openxmlformats.org/officeDocument/2006/relationships/tags" Target="../tags/tag1821.xml"/><Relationship Id="rId18" Type="http://schemas.openxmlformats.org/officeDocument/2006/relationships/tags" Target="../tags/tag1826.xml"/><Relationship Id="rId26" Type="http://schemas.openxmlformats.org/officeDocument/2006/relationships/tags" Target="../tags/tag1834.xml"/><Relationship Id="rId3" Type="http://schemas.openxmlformats.org/officeDocument/2006/relationships/tags" Target="../tags/tag1811.xml"/><Relationship Id="rId21" Type="http://schemas.openxmlformats.org/officeDocument/2006/relationships/tags" Target="../tags/tag1829.xml"/><Relationship Id="rId7" Type="http://schemas.openxmlformats.org/officeDocument/2006/relationships/tags" Target="../tags/tag1815.xml"/><Relationship Id="rId12" Type="http://schemas.openxmlformats.org/officeDocument/2006/relationships/tags" Target="../tags/tag1820.xml"/><Relationship Id="rId17" Type="http://schemas.openxmlformats.org/officeDocument/2006/relationships/tags" Target="../tags/tag1825.xml"/><Relationship Id="rId25" Type="http://schemas.openxmlformats.org/officeDocument/2006/relationships/tags" Target="../tags/tag1833.xml"/><Relationship Id="rId2" Type="http://schemas.openxmlformats.org/officeDocument/2006/relationships/tags" Target="../tags/tag1810.xml"/><Relationship Id="rId16" Type="http://schemas.openxmlformats.org/officeDocument/2006/relationships/tags" Target="../tags/tag1824.xml"/><Relationship Id="rId20" Type="http://schemas.openxmlformats.org/officeDocument/2006/relationships/tags" Target="../tags/tag1828.xml"/><Relationship Id="rId29" Type="http://schemas.openxmlformats.org/officeDocument/2006/relationships/image" Target="../media/image99.png"/><Relationship Id="rId1" Type="http://schemas.openxmlformats.org/officeDocument/2006/relationships/tags" Target="../tags/tag1809.xml"/><Relationship Id="rId6" Type="http://schemas.openxmlformats.org/officeDocument/2006/relationships/tags" Target="../tags/tag1814.xml"/><Relationship Id="rId11" Type="http://schemas.openxmlformats.org/officeDocument/2006/relationships/tags" Target="../tags/tag1819.xml"/><Relationship Id="rId24" Type="http://schemas.openxmlformats.org/officeDocument/2006/relationships/tags" Target="../tags/tag1832.xml"/><Relationship Id="rId5" Type="http://schemas.openxmlformats.org/officeDocument/2006/relationships/tags" Target="../tags/tag1813.xml"/><Relationship Id="rId15" Type="http://schemas.openxmlformats.org/officeDocument/2006/relationships/tags" Target="../tags/tag1823.xml"/><Relationship Id="rId23" Type="http://schemas.openxmlformats.org/officeDocument/2006/relationships/tags" Target="../tags/tag1831.xml"/><Relationship Id="rId28" Type="http://schemas.openxmlformats.org/officeDocument/2006/relationships/image" Target="../media/image98.png"/><Relationship Id="rId10" Type="http://schemas.openxmlformats.org/officeDocument/2006/relationships/tags" Target="../tags/tag1818.xml"/><Relationship Id="rId19" Type="http://schemas.openxmlformats.org/officeDocument/2006/relationships/tags" Target="../tags/tag1827.xml"/><Relationship Id="rId4" Type="http://schemas.openxmlformats.org/officeDocument/2006/relationships/tags" Target="../tags/tag1812.xml"/><Relationship Id="rId9" Type="http://schemas.openxmlformats.org/officeDocument/2006/relationships/tags" Target="../tags/tag1817.xml"/><Relationship Id="rId14" Type="http://schemas.openxmlformats.org/officeDocument/2006/relationships/tags" Target="../tags/tag1822.xml"/><Relationship Id="rId22" Type="http://schemas.openxmlformats.org/officeDocument/2006/relationships/tags" Target="../tags/tag1830.xml"/><Relationship Id="rId27" Type="http://schemas.openxmlformats.org/officeDocument/2006/relationships/slideLayout" Target="../slideLayouts/slideLayout20.xml"/></Relationships>
</file>

<file path=ppt/slides/_rels/slide92.xml.rels><?xml version="1.0" encoding="UTF-8" standalone="yes"?>
<Relationships xmlns="http://schemas.openxmlformats.org/package/2006/relationships"><Relationship Id="rId8" Type="http://schemas.openxmlformats.org/officeDocument/2006/relationships/tags" Target="../tags/tag1842.xml"/><Relationship Id="rId13" Type="http://schemas.openxmlformats.org/officeDocument/2006/relationships/image" Target="../media/image1.png"/><Relationship Id="rId3" Type="http://schemas.openxmlformats.org/officeDocument/2006/relationships/tags" Target="../tags/tag1837.xml"/><Relationship Id="rId7" Type="http://schemas.openxmlformats.org/officeDocument/2006/relationships/tags" Target="../tags/tag1841.xml"/><Relationship Id="rId12" Type="http://schemas.openxmlformats.org/officeDocument/2006/relationships/slideLayout" Target="../slideLayouts/slideLayout18.xml"/><Relationship Id="rId2" Type="http://schemas.openxmlformats.org/officeDocument/2006/relationships/tags" Target="../tags/tag1836.xml"/><Relationship Id="rId1" Type="http://schemas.openxmlformats.org/officeDocument/2006/relationships/tags" Target="../tags/tag1835.xml"/><Relationship Id="rId6" Type="http://schemas.openxmlformats.org/officeDocument/2006/relationships/tags" Target="../tags/tag1840.xml"/><Relationship Id="rId11" Type="http://schemas.openxmlformats.org/officeDocument/2006/relationships/tags" Target="../tags/tag1845.xml"/><Relationship Id="rId5" Type="http://schemas.openxmlformats.org/officeDocument/2006/relationships/tags" Target="../tags/tag1839.xml"/><Relationship Id="rId10" Type="http://schemas.openxmlformats.org/officeDocument/2006/relationships/tags" Target="../tags/tag1844.xml"/><Relationship Id="rId4" Type="http://schemas.openxmlformats.org/officeDocument/2006/relationships/tags" Target="../tags/tag1838.xml"/><Relationship Id="rId9" Type="http://schemas.openxmlformats.org/officeDocument/2006/relationships/tags" Target="../tags/tag1843.xml"/></Relationships>
</file>

<file path=ppt/slides/_rels/slide93.xml.rels><?xml version="1.0" encoding="UTF-8" standalone="yes"?>
<Relationships xmlns="http://schemas.openxmlformats.org/package/2006/relationships"><Relationship Id="rId8" Type="http://schemas.openxmlformats.org/officeDocument/2006/relationships/tags" Target="../tags/tag1853.xml"/><Relationship Id="rId13" Type="http://schemas.openxmlformats.org/officeDocument/2006/relationships/tags" Target="../tags/tag1858.xml"/><Relationship Id="rId18" Type="http://schemas.openxmlformats.org/officeDocument/2006/relationships/tags" Target="../tags/tag1863.xml"/><Relationship Id="rId3" Type="http://schemas.openxmlformats.org/officeDocument/2006/relationships/tags" Target="../tags/tag1848.xml"/><Relationship Id="rId21" Type="http://schemas.openxmlformats.org/officeDocument/2006/relationships/tags" Target="../tags/tag1866.xml"/><Relationship Id="rId7" Type="http://schemas.openxmlformats.org/officeDocument/2006/relationships/tags" Target="../tags/tag1852.xml"/><Relationship Id="rId12" Type="http://schemas.openxmlformats.org/officeDocument/2006/relationships/tags" Target="../tags/tag1857.xml"/><Relationship Id="rId17" Type="http://schemas.openxmlformats.org/officeDocument/2006/relationships/tags" Target="../tags/tag1862.xml"/><Relationship Id="rId25" Type="http://schemas.openxmlformats.org/officeDocument/2006/relationships/slideLayout" Target="../slideLayouts/slideLayout18.xml"/><Relationship Id="rId2" Type="http://schemas.openxmlformats.org/officeDocument/2006/relationships/tags" Target="../tags/tag1847.xml"/><Relationship Id="rId16" Type="http://schemas.openxmlformats.org/officeDocument/2006/relationships/tags" Target="../tags/tag1861.xml"/><Relationship Id="rId20" Type="http://schemas.openxmlformats.org/officeDocument/2006/relationships/tags" Target="../tags/tag1865.xml"/><Relationship Id="rId1" Type="http://schemas.openxmlformats.org/officeDocument/2006/relationships/tags" Target="../tags/tag1846.xml"/><Relationship Id="rId6" Type="http://schemas.openxmlformats.org/officeDocument/2006/relationships/tags" Target="../tags/tag1851.xml"/><Relationship Id="rId11" Type="http://schemas.openxmlformats.org/officeDocument/2006/relationships/tags" Target="../tags/tag1856.xml"/><Relationship Id="rId24" Type="http://schemas.openxmlformats.org/officeDocument/2006/relationships/tags" Target="../tags/tag1869.xml"/><Relationship Id="rId5" Type="http://schemas.openxmlformats.org/officeDocument/2006/relationships/tags" Target="../tags/tag1850.xml"/><Relationship Id="rId15" Type="http://schemas.openxmlformats.org/officeDocument/2006/relationships/tags" Target="../tags/tag1860.xml"/><Relationship Id="rId23" Type="http://schemas.openxmlformats.org/officeDocument/2006/relationships/tags" Target="../tags/tag1868.xml"/><Relationship Id="rId10" Type="http://schemas.openxmlformats.org/officeDocument/2006/relationships/tags" Target="../tags/tag1855.xml"/><Relationship Id="rId19" Type="http://schemas.openxmlformats.org/officeDocument/2006/relationships/tags" Target="../tags/tag1864.xml"/><Relationship Id="rId4" Type="http://schemas.openxmlformats.org/officeDocument/2006/relationships/tags" Target="../tags/tag1849.xml"/><Relationship Id="rId9" Type="http://schemas.openxmlformats.org/officeDocument/2006/relationships/tags" Target="../tags/tag1854.xml"/><Relationship Id="rId14" Type="http://schemas.openxmlformats.org/officeDocument/2006/relationships/tags" Target="../tags/tag1859.xml"/><Relationship Id="rId22" Type="http://schemas.openxmlformats.org/officeDocument/2006/relationships/tags" Target="../tags/tag1867.xml"/></Relationships>
</file>

<file path=ppt/slides/_rels/slide94.xml.rels><?xml version="1.0" encoding="UTF-8" standalone="yes"?>
<Relationships xmlns="http://schemas.openxmlformats.org/package/2006/relationships"><Relationship Id="rId3" Type="http://schemas.openxmlformats.org/officeDocument/2006/relationships/image" Target="../media/image100.emf"/><Relationship Id="rId2" Type="http://schemas.openxmlformats.org/officeDocument/2006/relationships/slideLayout" Target="../slideLayouts/slideLayout20.xml"/><Relationship Id="rId1" Type="http://schemas.openxmlformats.org/officeDocument/2006/relationships/tags" Target="../tags/tag1870.xml"/></Relationships>
</file>

<file path=ppt/slides/_rels/slide95.xml.rels><?xml version="1.0" encoding="UTF-8" standalone="yes"?>
<Relationships xmlns="http://schemas.openxmlformats.org/package/2006/relationships"><Relationship Id="rId3" Type="http://schemas.openxmlformats.org/officeDocument/2006/relationships/image" Target="../media/image101.emf"/><Relationship Id="rId2" Type="http://schemas.openxmlformats.org/officeDocument/2006/relationships/slideLayout" Target="../slideLayouts/slideLayout20.xml"/><Relationship Id="rId1" Type="http://schemas.openxmlformats.org/officeDocument/2006/relationships/tags" Target="../tags/tag1871.xml"/></Relationships>
</file>

<file path=ppt/slides/_rels/slide96.xml.rels><?xml version="1.0" encoding="UTF-8" standalone="yes"?>
<Relationships xmlns="http://schemas.openxmlformats.org/package/2006/relationships"><Relationship Id="rId3" Type="http://schemas.openxmlformats.org/officeDocument/2006/relationships/image" Target="../media/image102.emf"/><Relationship Id="rId2" Type="http://schemas.openxmlformats.org/officeDocument/2006/relationships/slideLayout" Target="../slideLayouts/slideLayout20.xml"/><Relationship Id="rId1" Type="http://schemas.openxmlformats.org/officeDocument/2006/relationships/tags" Target="../tags/tag1872.xml"/></Relationships>
</file>

<file path=ppt/slides/_rels/slide97.xml.rels><?xml version="1.0" encoding="UTF-8" standalone="yes"?>
<Relationships xmlns="http://schemas.openxmlformats.org/package/2006/relationships"><Relationship Id="rId8" Type="http://schemas.openxmlformats.org/officeDocument/2006/relationships/tags" Target="../tags/tag1880.xml"/><Relationship Id="rId13" Type="http://schemas.openxmlformats.org/officeDocument/2006/relationships/tags" Target="../tags/tag1885.xml"/><Relationship Id="rId18" Type="http://schemas.openxmlformats.org/officeDocument/2006/relationships/tags" Target="../tags/tag1890.xml"/><Relationship Id="rId3" Type="http://schemas.openxmlformats.org/officeDocument/2006/relationships/tags" Target="../tags/tag1875.xml"/><Relationship Id="rId21" Type="http://schemas.openxmlformats.org/officeDocument/2006/relationships/tags" Target="../tags/tag1893.xml"/><Relationship Id="rId7" Type="http://schemas.openxmlformats.org/officeDocument/2006/relationships/tags" Target="../tags/tag1879.xml"/><Relationship Id="rId12" Type="http://schemas.openxmlformats.org/officeDocument/2006/relationships/tags" Target="../tags/tag1884.xml"/><Relationship Id="rId17" Type="http://schemas.openxmlformats.org/officeDocument/2006/relationships/tags" Target="../tags/tag1889.xml"/><Relationship Id="rId25" Type="http://schemas.openxmlformats.org/officeDocument/2006/relationships/image" Target="../media/image104.emf"/><Relationship Id="rId2" Type="http://schemas.openxmlformats.org/officeDocument/2006/relationships/tags" Target="../tags/tag1874.xml"/><Relationship Id="rId16" Type="http://schemas.openxmlformats.org/officeDocument/2006/relationships/tags" Target="../tags/tag1888.xml"/><Relationship Id="rId20" Type="http://schemas.openxmlformats.org/officeDocument/2006/relationships/tags" Target="../tags/tag1892.xml"/><Relationship Id="rId1" Type="http://schemas.openxmlformats.org/officeDocument/2006/relationships/tags" Target="../tags/tag1873.xml"/><Relationship Id="rId6" Type="http://schemas.openxmlformats.org/officeDocument/2006/relationships/tags" Target="../tags/tag1878.xml"/><Relationship Id="rId11" Type="http://schemas.openxmlformats.org/officeDocument/2006/relationships/tags" Target="../tags/tag1883.xml"/><Relationship Id="rId24" Type="http://schemas.openxmlformats.org/officeDocument/2006/relationships/image" Target="../media/image103.emf"/><Relationship Id="rId5" Type="http://schemas.openxmlformats.org/officeDocument/2006/relationships/tags" Target="../tags/tag1877.xml"/><Relationship Id="rId15" Type="http://schemas.openxmlformats.org/officeDocument/2006/relationships/tags" Target="../tags/tag1887.xml"/><Relationship Id="rId23" Type="http://schemas.openxmlformats.org/officeDocument/2006/relationships/notesSlide" Target="../notesSlides/notesSlide20.xml"/><Relationship Id="rId10" Type="http://schemas.openxmlformats.org/officeDocument/2006/relationships/tags" Target="../tags/tag1882.xml"/><Relationship Id="rId19" Type="http://schemas.openxmlformats.org/officeDocument/2006/relationships/tags" Target="../tags/tag1891.xml"/><Relationship Id="rId4" Type="http://schemas.openxmlformats.org/officeDocument/2006/relationships/tags" Target="../tags/tag1876.xml"/><Relationship Id="rId9" Type="http://schemas.openxmlformats.org/officeDocument/2006/relationships/tags" Target="../tags/tag1881.xml"/><Relationship Id="rId14" Type="http://schemas.openxmlformats.org/officeDocument/2006/relationships/tags" Target="../tags/tag1886.xml"/><Relationship Id="rId22" Type="http://schemas.openxmlformats.org/officeDocument/2006/relationships/slideLayout" Target="../slideLayouts/slideLayout18.xml"/></Relationships>
</file>

<file path=ppt/slides/_rels/slide98.xml.rels><?xml version="1.0" encoding="UTF-8" standalone="yes"?>
<Relationships xmlns="http://schemas.openxmlformats.org/package/2006/relationships"><Relationship Id="rId8" Type="http://schemas.openxmlformats.org/officeDocument/2006/relationships/tags" Target="../tags/tag1901.xml"/><Relationship Id="rId3" Type="http://schemas.openxmlformats.org/officeDocument/2006/relationships/tags" Target="../tags/tag1896.xml"/><Relationship Id="rId7" Type="http://schemas.openxmlformats.org/officeDocument/2006/relationships/tags" Target="../tags/tag1900.xml"/><Relationship Id="rId12" Type="http://schemas.openxmlformats.org/officeDocument/2006/relationships/image" Target="../media/image1.png"/><Relationship Id="rId2" Type="http://schemas.openxmlformats.org/officeDocument/2006/relationships/tags" Target="../tags/tag1895.xml"/><Relationship Id="rId1" Type="http://schemas.openxmlformats.org/officeDocument/2006/relationships/tags" Target="../tags/tag1894.xml"/><Relationship Id="rId6" Type="http://schemas.openxmlformats.org/officeDocument/2006/relationships/tags" Target="../tags/tag1899.xml"/><Relationship Id="rId11" Type="http://schemas.openxmlformats.org/officeDocument/2006/relationships/slideLayout" Target="../slideLayouts/slideLayout18.xml"/><Relationship Id="rId5" Type="http://schemas.openxmlformats.org/officeDocument/2006/relationships/tags" Target="../tags/tag1898.xml"/><Relationship Id="rId10" Type="http://schemas.openxmlformats.org/officeDocument/2006/relationships/tags" Target="../tags/tag1903.xml"/><Relationship Id="rId4" Type="http://schemas.openxmlformats.org/officeDocument/2006/relationships/tags" Target="../tags/tag1897.xml"/><Relationship Id="rId9" Type="http://schemas.openxmlformats.org/officeDocument/2006/relationships/tags" Target="../tags/tag1902.xml"/></Relationships>
</file>

<file path=ppt/slides/_rels/slide99.xml.rels><?xml version="1.0" encoding="UTF-8" standalone="yes"?>
<Relationships xmlns="http://schemas.openxmlformats.org/package/2006/relationships"><Relationship Id="rId8" Type="http://schemas.openxmlformats.org/officeDocument/2006/relationships/tags" Target="../tags/tag1911.xml"/><Relationship Id="rId13" Type="http://schemas.openxmlformats.org/officeDocument/2006/relationships/tags" Target="../tags/tag1916.xml"/><Relationship Id="rId18" Type="http://schemas.openxmlformats.org/officeDocument/2006/relationships/tags" Target="../tags/tag1921.xml"/><Relationship Id="rId26" Type="http://schemas.openxmlformats.org/officeDocument/2006/relationships/tags" Target="../tags/tag1929.xml"/><Relationship Id="rId3" Type="http://schemas.openxmlformats.org/officeDocument/2006/relationships/tags" Target="../tags/tag1906.xml"/><Relationship Id="rId21" Type="http://schemas.openxmlformats.org/officeDocument/2006/relationships/tags" Target="../tags/tag1924.xml"/><Relationship Id="rId7" Type="http://schemas.openxmlformats.org/officeDocument/2006/relationships/tags" Target="../tags/tag1910.xml"/><Relationship Id="rId12" Type="http://schemas.openxmlformats.org/officeDocument/2006/relationships/tags" Target="../tags/tag1915.xml"/><Relationship Id="rId17" Type="http://schemas.openxmlformats.org/officeDocument/2006/relationships/tags" Target="../tags/tag1920.xml"/><Relationship Id="rId25" Type="http://schemas.openxmlformats.org/officeDocument/2006/relationships/tags" Target="../tags/tag1928.xml"/><Relationship Id="rId2" Type="http://schemas.openxmlformats.org/officeDocument/2006/relationships/tags" Target="../tags/tag1905.xml"/><Relationship Id="rId16" Type="http://schemas.openxmlformats.org/officeDocument/2006/relationships/tags" Target="../tags/tag1919.xml"/><Relationship Id="rId20" Type="http://schemas.openxmlformats.org/officeDocument/2006/relationships/tags" Target="../tags/tag1923.xml"/><Relationship Id="rId29" Type="http://schemas.openxmlformats.org/officeDocument/2006/relationships/slideLayout" Target="../slideLayouts/slideLayout18.xml"/><Relationship Id="rId1" Type="http://schemas.openxmlformats.org/officeDocument/2006/relationships/tags" Target="../tags/tag1904.xml"/><Relationship Id="rId6" Type="http://schemas.openxmlformats.org/officeDocument/2006/relationships/tags" Target="../tags/tag1909.xml"/><Relationship Id="rId11" Type="http://schemas.openxmlformats.org/officeDocument/2006/relationships/tags" Target="../tags/tag1914.xml"/><Relationship Id="rId24" Type="http://schemas.openxmlformats.org/officeDocument/2006/relationships/tags" Target="../tags/tag1927.xml"/><Relationship Id="rId5" Type="http://schemas.openxmlformats.org/officeDocument/2006/relationships/tags" Target="../tags/tag1908.xml"/><Relationship Id="rId15" Type="http://schemas.openxmlformats.org/officeDocument/2006/relationships/tags" Target="../tags/tag1918.xml"/><Relationship Id="rId23" Type="http://schemas.openxmlformats.org/officeDocument/2006/relationships/tags" Target="../tags/tag1926.xml"/><Relationship Id="rId28" Type="http://schemas.openxmlformats.org/officeDocument/2006/relationships/tags" Target="../tags/tag1931.xml"/><Relationship Id="rId10" Type="http://schemas.openxmlformats.org/officeDocument/2006/relationships/tags" Target="../tags/tag1913.xml"/><Relationship Id="rId19" Type="http://schemas.openxmlformats.org/officeDocument/2006/relationships/tags" Target="../tags/tag1922.xml"/><Relationship Id="rId4" Type="http://schemas.openxmlformats.org/officeDocument/2006/relationships/tags" Target="../tags/tag1907.xml"/><Relationship Id="rId9" Type="http://schemas.openxmlformats.org/officeDocument/2006/relationships/tags" Target="../tags/tag1912.xml"/><Relationship Id="rId14" Type="http://schemas.openxmlformats.org/officeDocument/2006/relationships/tags" Target="../tags/tag1917.xml"/><Relationship Id="rId22" Type="http://schemas.openxmlformats.org/officeDocument/2006/relationships/tags" Target="../tags/tag1925.xml"/><Relationship Id="rId27" Type="http://schemas.openxmlformats.org/officeDocument/2006/relationships/tags" Target="../tags/tag1930.xml"/></Relationships>
</file>

<file path=ppt/slides/_rels/slide100.xml.rels><?xml version="1.0" encoding="UTF-8" standalone="yes"?>
<Relationships xmlns="http://schemas.openxmlformats.org/package/2006/relationships"><Relationship Id="rId8" Type="http://schemas.openxmlformats.org/officeDocument/2006/relationships/tags" Target="../tags/tag1939.xml"/><Relationship Id="rId13" Type="http://schemas.openxmlformats.org/officeDocument/2006/relationships/tags" Target="../tags/tag1944.xml"/><Relationship Id="rId18" Type="http://schemas.openxmlformats.org/officeDocument/2006/relationships/slideLayout" Target="../slideLayouts/slideLayout18.xml"/><Relationship Id="rId3" Type="http://schemas.openxmlformats.org/officeDocument/2006/relationships/tags" Target="../tags/tag1934.xml"/><Relationship Id="rId7" Type="http://schemas.openxmlformats.org/officeDocument/2006/relationships/tags" Target="../tags/tag1938.xml"/><Relationship Id="rId12" Type="http://schemas.openxmlformats.org/officeDocument/2006/relationships/tags" Target="../tags/tag1943.xml"/><Relationship Id="rId17" Type="http://schemas.openxmlformats.org/officeDocument/2006/relationships/tags" Target="../tags/tag1948.xml"/><Relationship Id="rId2" Type="http://schemas.openxmlformats.org/officeDocument/2006/relationships/tags" Target="../tags/tag1933.xml"/><Relationship Id="rId16" Type="http://schemas.openxmlformats.org/officeDocument/2006/relationships/tags" Target="../tags/tag1947.xml"/><Relationship Id="rId1" Type="http://schemas.openxmlformats.org/officeDocument/2006/relationships/tags" Target="../tags/tag1932.xml"/><Relationship Id="rId6" Type="http://schemas.openxmlformats.org/officeDocument/2006/relationships/tags" Target="../tags/tag1937.xml"/><Relationship Id="rId11" Type="http://schemas.openxmlformats.org/officeDocument/2006/relationships/tags" Target="../tags/tag1942.xml"/><Relationship Id="rId5" Type="http://schemas.openxmlformats.org/officeDocument/2006/relationships/tags" Target="../tags/tag1936.xml"/><Relationship Id="rId15" Type="http://schemas.openxmlformats.org/officeDocument/2006/relationships/tags" Target="../tags/tag1946.xml"/><Relationship Id="rId10" Type="http://schemas.openxmlformats.org/officeDocument/2006/relationships/tags" Target="../tags/tag1941.xml"/><Relationship Id="rId4" Type="http://schemas.openxmlformats.org/officeDocument/2006/relationships/tags" Target="../tags/tag1935.xml"/><Relationship Id="rId9" Type="http://schemas.openxmlformats.org/officeDocument/2006/relationships/tags" Target="../tags/tag1940.xml"/><Relationship Id="rId14" Type="http://schemas.openxmlformats.org/officeDocument/2006/relationships/tags" Target="../tags/tag1945.xml"/></Relationships>
</file>

<file path=ppt/slides/_rels/slide101.xml.rels><?xml version="1.0" encoding="UTF-8" standalone="yes"?>
<Relationships xmlns="http://schemas.openxmlformats.org/package/2006/relationships"><Relationship Id="rId26" Type="http://schemas.openxmlformats.org/officeDocument/2006/relationships/tags" Target="../tags/tag1974.xml"/><Relationship Id="rId21" Type="http://schemas.openxmlformats.org/officeDocument/2006/relationships/tags" Target="../tags/tag1969.xml"/><Relationship Id="rId42" Type="http://schemas.openxmlformats.org/officeDocument/2006/relationships/tags" Target="../tags/tag1990.xml"/><Relationship Id="rId47" Type="http://schemas.openxmlformats.org/officeDocument/2006/relationships/tags" Target="../tags/tag1995.xml"/><Relationship Id="rId63" Type="http://schemas.openxmlformats.org/officeDocument/2006/relationships/tags" Target="../tags/tag2011.xml"/><Relationship Id="rId68" Type="http://schemas.openxmlformats.org/officeDocument/2006/relationships/tags" Target="../tags/tag2016.xml"/><Relationship Id="rId2" Type="http://schemas.openxmlformats.org/officeDocument/2006/relationships/tags" Target="../tags/tag1950.xml"/><Relationship Id="rId16" Type="http://schemas.openxmlformats.org/officeDocument/2006/relationships/tags" Target="../tags/tag1964.xml"/><Relationship Id="rId29" Type="http://schemas.openxmlformats.org/officeDocument/2006/relationships/tags" Target="../tags/tag1977.xml"/><Relationship Id="rId11" Type="http://schemas.openxmlformats.org/officeDocument/2006/relationships/tags" Target="../tags/tag1959.xml"/><Relationship Id="rId24" Type="http://schemas.openxmlformats.org/officeDocument/2006/relationships/tags" Target="../tags/tag1972.xml"/><Relationship Id="rId32" Type="http://schemas.openxmlformats.org/officeDocument/2006/relationships/tags" Target="../tags/tag1980.xml"/><Relationship Id="rId37" Type="http://schemas.openxmlformats.org/officeDocument/2006/relationships/tags" Target="../tags/tag1985.xml"/><Relationship Id="rId40" Type="http://schemas.openxmlformats.org/officeDocument/2006/relationships/tags" Target="../tags/tag1988.xml"/><Relationship Id="rId45" Type="http://schemas.openxmlformats.org/officeDocument/2006/relationships/tags" Target="../tags/tag1993.xml"/><Relationship Id="rId53" Type="http://schemas.openxmlformats.org/officeDocument/2006/relationships/tags" Target="../tags/tag2001.xml"/><Relationship Id="rId58" Type="http://schemas.openxmlformats.org/officeDocument/2006/relationships/tags" Target="../tags/tag2006.xml"/><Relationship Id="rId66" Type="http://schemas.openxmlformats.org/officeDocument/2006/relationships/tags" Target="../tags/tag2014.xml"/><Relationship Id="rId74" Type="http://schemas.openxmlformats.org/officeDocument/2006/relationships/tags" Target="../tags/tag2022.xml"/><Relationship Id="rId5" Type="http://schemas.openxmlformats.org/officeDocument/2006/relationships/tags" Target="../tags/tag1953.xml"/><Relationship Id="rId61" Type="http://schemas.openxmlformats.org/officeDocument/2006/relationships/tags" Target="../tags/tag2009.xml"/><Relationship Id="rId19" Type="http://schemas.openxmlformats.org/officeDocument/2006/relationships/tags" Target="../tags/tag1967.xml"/><Relationship Id="rId14" Type="http://schemas.openxmlformats.org/officeDocument/2006/relationships/tags" Target="../tags/tag1962.xml"/><Relationship Id="rId22" Type="http://schemas.openxmlformats.org/officeDocument/2006/relationships/tags" Target="../tags/tag1970.xml"/><Relationship Id="rId27" Type="http://schemas.openxmlformats.org/officeDocument/2006/relationships/tags" Target="../tags/tag1975.xml"/><Relationship Id="rId30" Type="http://schemas.openxmlformats.org/officeDocument/2006/relationships/tags" Target="../tags/tag1978.xml"/><Relationship Id="rId35" Type="http://schemas.openxmlformats.org/officeDocument/2006/relationships/tags" Target="../tags/tag1983.xml"/><Relationship Id="rId43" Type="http://schemas.openxmlformats.org/officeDocument/2006/relationships/tags" Target="../tags/tag1991.xml"/><Relationship Id="rId48" Type="http://schemas.openxmlformats.org/officeDocument/2006/relationships/tags" Target="../tags/tag1996.xml"/><Relationship Id="rId56" Type="http://schemas.openxmlformats.org/officeDocument/2006/relationships/tags" Target="../tags/tag2004.xml"/><Relationship Id="rId64" Type="http://schemas.openxmlformats.org/officeDocument/2006/relationships/tags" Target="../tags/tag2012.xml"/><Relationship Id="rId69" Type="http://schemas.openxmlformats.org/officeDocument/2006/relationships/tags" Target="../tags/tag2017.xml"/><Relationship Id="rId8" Type="http://schemas.openxmlformats.org/officeDocument/2006/relationships/tags" Target="../tags/tag1956.xml"/><Relationship Id="rId51" Type="http://schemas.openxmlformats.org/officeDocument/2006/relationships/tags" Target="../tags/tag1999.xml"/><Relationship Id="rId72" Type="http://schemas.openxmlformats.org/officeDocument/2006/relationships/tags" Target="../tags/tag2020.xml"/><Relationship Id="rId3" Type="http://schemas.openxmlformats.org/officeDocument/2006/relationships/tags" Target="../tags/tag1951.xml"/><Relationship Id="rId12" Type="http://schemas.openxmlformats.org/officeDocument/2006/relationships/tags" Target="../tags/tag1960.xml"/><Relationship Id="rId17" Type="http://schemas.openxmlformats.org/officeDocument/2006/relationships/tags" Target="../tags/tag1965.xml"/><Relationship Id="rId25" Type="http://schemas.openxmlformats.org/officeDocument/2006/relationships/tags" Target="../tags/tag1973.xml"/><Relationship Id="rId33" Type="http://schemas.openxmlformats.org/officeDocument/2006/relationships/tags" Target="../tags/tag1981.xml"/><Relationship Id="rId38" Type="http://schemas.openxmlformats.org/officeDocument/2006/relationships/tags" Target="../tags/tag1986.xml"/><Relationship Id="rId46" Type="http://schemas.openxmlformats.org/officeDocument/2006/relationships/tags" Target="../tags/tag1994.xml"/><Relationship Id="rId59" Type="http://schemas.openxmlformats.org/officeDocument/2006/relationships/tags" Target="../tags/tag2007.xml"/><Relationship Id="rId67" Type="http://schemas.openxmlformats.org/officeDocument/2006/relationships/tags" Target="../tags/tag2015.xml"/><Relationship Id="rId20" Type="http://schemas.openxmlformats.org/officeDocument/2006/relationships/tags" Target="../tags/tag1968.xml"/><Relationship Id="rId41" Type="http://schemas.openxmlformats.org/officeDocument/2006/relationships/tags" Target="../tags/tag1989.xml"/><Relationship Id="rId54" Type="http://schemas.openxmlformats.org/officeDocument/2006/relationships/tags" Target="../tags/tag2002.xml"/><Relationship Id="rId62" Type="http://schemas.openxmlformats.org/officeDocument/2006/relationships/tags" Target="../tags/tag2010.xml"/><Relationship Id="rId70" Type="http://schemas.openxmlformats.org/officeDocument/2006/relationships/tags" Target="../tags/tag2018.xml"/><Relationship Id="rId75" Type="http://schemas.openxmlformats.org/officeDocument/2006/relationships/tags" Target="../tags/tag2023.xml"/><Relationship Id="rId1" Type="http://schemas.openxmlformats.org/officeDocument/2006/relationships/tags" Target="../tags/tag1949.xml"/><Relationship Id="rId6" Type="http://schemas.openxmlformats.org/officeDocument/2006/relationships/tags" Target="../tags/tag1954.xml"/><Relationship Id="rId15" Type="http://schemas.openxmlformats.org/officeDocument/2006/relationships/tags" Target="../tags/tag1963.xml"/><Relationship Id="rId23" Type="http://schemas.openxmlformats.org/officeDocument/2006/relationships/tags" Target="../tags/tag1971.xml"/><Relationship Id="rId28" Type="http://schemas.openxmlformats.org/officeDocument/2006/relationships/tags" Target="../tags/tag1976.xml"/><Relationship Id="rId36" Type="http://schemas.openxmlformats.org/officeDocument/2006/relationships/tags" Target="../tags/tag1984.xml"/><Relationship Id="rId49" Type="http://schemas.openxmlformats.org/officeDocument/2006/relationships/tags" Target="../tags/tag1997.xml"/><Relationship Id="rId57" Type="http://schemas.openxmlformats.org/officeDocument/2006/relationships/tags" Target="../tags/tag2005.xml"/><Relationship Id="rId10" Type="http://schemas.openxmlformats.org/officeDocument/2006/relationships/tags" Target="../tags/tag1958.xml"/><Relationship Id="rId31" Type="http://schemas.openxmlformats.org/officeDocument/2006/relationships/tags" Target="../tags/tag1979.xml"/><Relationship Id="rId44" Type="http://schemas.openxmlformats.org/officeDocument/2006/relationships/tags" Target="../tags/tag1992.xml"/><Relationship Id="rId52" Type="http://schemas.openxmlformats.org/officeDocument/2006/relationships/tags" Target="../tags/tag2000.xml"/><Relationship Id="rId60" Type="http://schemas.openxmlformats.org/officeDocument/2006/relationships/tags" Target="../tags/tag2008.xml"/><Relationship Id="rId65" Type="http://schemas.openxmlformats.org/officeDocument/2006/relationships/tags" Target="../tags/tag2013.xml"/><Relationship Id="rId73" Type="http://schemas.openxmlformats.org/officeDocument/2006/relationships/tags" Target="../tags/tag2021.xml"/><Relationship Id="rId4" Type="http://schemas.openxmlformats.org/officeDocument/2006/relationships/tags" Target="../tags/tag1952.xml"/><Relationship Id="rId9" Type="http://schemas.openxmlformats.org/officeDocument/2006/relationships/tags" Target="../tags/tag1957.xml"/><Relationship Id="rId13" Type="http://schemas.openxmlformats.org/officeDocument/2006/relationships/tags" Target="../tags/tag1961.xml"/><Relationship Id="rId18" Type="http://schemas.openxmlformats.org/officeDocument/2006/relationships/tags" Target="../tags/tag1966.xml"/><Relationship Id="rId39" Type="http://schemas.openxmlformats.org/officeDocument/2006/relationships/tags" Target="../tags/tag1987.xml"/><Relationship Id="rId34" Type="http://schemas.openxmlformats.org/officeDocument/2006/relationships/tags" Target="../tags/tag1982.xml"/><Relationship Id="rId50" Type="http://schemas.openxmlformats.org/officeDocument/2006/relationships/tags" Target="../tags/tag1998.xml"/><Relationship Id="rId55" Type="http://schemas.openxmlformats.org/officeDocument/2006/relationships/tags" Target="../tags/tag2003.xml"/><Relationship Id="rId76" Type="http://schemas.openxmlformats.org/officeDocument/2006/relationships/slideLayout" Target="../slideLayouts/slideLayout18.xml"/><Relationship Id="rId7" Type="http://schemas.openxmlformats.org/officeDocument/2006/relationships/tags" Target="../tags/tag1955.xml"/><Relationship Id="rId71" Type="http://schemas.openxmlformats.org/officeDocument/2006/relationships/tags" Target="../tags/tag2019.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文本占位符 4"/>
          <p:cNvSpPr>
            <a:spLocks noGrp="1"/>
          </p:cNvSpPr>
          <p:nvPr/>
        </p:nvSpPr>
        <p:spPr>
          <a:xfrm>
            <a:off x="1188720" y="4031615"/>
            <a:ext cx="1518920" cy="403860"/>
          </a:xfrm>
          <a:prstGeom prst="roundRect">
            <a:avLst>
              <a:gd name="adj" fmla="val 50000"/>
            </a:avLst>
          </a:prstGeom>
          <a:ln w="19050">
            <a:solidFill>
              <a:schemeClr val="tx2"/>
            </a:solidFill>
          </a:ln>
        </p:spPr>
        <p:txBody>
          <a:bodyPr vert="horz" wrap="square" lIns="90000" tIns="46800" rIns="90000" bIns="46800" rtlCol="0" anchor="ctr">
            <a:noAutofit/>
          </a:bodyPr>
          <a:lstStyle>
            <a:lvl1pPr marL="0" indent="0" algn="l" defTabSz="685800" rtl="0" eaLnBrk="1" fontAlgn="auto" latinLnBrk="0" hangingPunct="1">
              <a:lnSpc>
                <a:spcPct val="120000"/>
              </a:lnSpc>
              <a:spcBef>
                <a:spcPts val="0"/>
              </a:spcBef>
              <a:spcAft>
                <a:spcPts val="1000"/>
              </a:spcAft>
              <a:buFont typeface="Arial" panose="020B0604020202020204" pitchFamily="34" charset="0"/>
              <a:buNone/>
              <a:defRPr sz="1125" b="0" u="none" strike="noStrike" kern="1200" cap="none" spc="150" normalizeH="0" baseline="0">
                <a:solidFill>
                  <a:schemeClr val="accent1"/>
                </a:solidFill>
                <a:uFillTx/>
                <a:latin typeface="Arial" panose="020B0604020202020204" pitchFamily="34" charset="0"/>
                <a:ea typeface="微软雅黑" panose="020B0503020204020204" pitchFamily="34" charset="-122"/>
                <a:cs typeface="+mn-cs"/>
              </a:defRPr>
            </a:lvl1pPr>
            <a:lvl2pPr marL="342900" indent="0" algn="l" defTabSz="685800" rtl="0" eaLnBrk="1" fontAlgn="auto" latinLnBrk="0" hangingPunct="1">
              <a:lnSpc>
                <a:spcPct val="120000"/>
              </a:lnSpc>
              <a:spcBef>
                <a:spcPts val="0"/>
              </a:spcBef>
              <a:spcAft>
                <a:spcPts val="1000"/>
              </a:spcAft>
              <a:buFont typeface="Arial" panose="020B0604020202020204" pitchFamily="34" charset="0"/>
              <a:buNone/>
              <a:tabLst>
                <a:tab pos="1207135" algn="l"/>
              </a:tabLst>
              <a:defRPr sz="12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2pPr>
            <a:lvl3pPr marL="685800" indent="0" algn="l" defTabSz="685800" rtl="0" eaLnBrk="1" fontAlgn="auto" latinLnBrk="0" hangingPunct="1">
              <a:lnSpc>
                <a:spcPct val="120000"/>
              </a:lnSpc>
              <a:spcBef>
                <a:spcPts val="0"/>
              </a:spcBef>
              <a:spcAft>
                <a:spcPts val="1000"/>
              </a:spcAft>
              <a:buFont typeface="Arial" panose="020B0604020202020204" pitchFamily="34" charset="0"/>
              <a:buNone/>
              <a:defRPr sz="12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3pPr>
            <a:lvl4pPr marL="1028700" indent="0" algn="l" defTabSz="685800" rtl="0" eaLnBrk="1" fontAlgn="auto" latinLnBrk="0" hangingPunct="1">
              <a:lnSpc>
                <a:spcPct val="120000"/>
              </a:lnSpc>
              <a:spcBef>
                <a:spcPts val="0"/>
              </a:spcBef>
              <a:spcAft>
                <a:spcPts val="1000"/>
              </a:spcAft>
              <a:buFont typeface="Arial" panose="020B0604020202020204" pitchFamily="34" charset="0"/>
              <a:buNone/>
              <a:defRPr sz="12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4pPr>
            <a:lvl5pPr marL="1371600" indent="0" algn="l" defTabSz="685800" rtl="0" eaLnBrk="1" fontAlgn="auto" latinLnBrk="0" hangingPunct="1">
              <a:lnSpc>
                <a:spcPct val="120000"/>
              </a:lnSpc>
              <a:spcBef>
                <a:spcPts val="0"/>
              </a:spcBef>
              <a:spcAft>
                <a:spcPts val="1000"/>
              </a:spcAft>
              <a:buFont typeface="Arial" panose="020B0604020202020204" pitchFamily="34" charset="0"/>
              <a:buNone/>
              <a:defRPr sz="12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lnSpc>
                <a:spcPct val="100000"/>
              </a:lnSpc>
              <a:spcAft>
                <a:spcPts val="0"/>
              </a:spcAft>
            </a:pPr>
            <a:r>
              <a:rPr lang="en-US" altLang="zh-CN" sz="1600">
                <a:solidFill>
                  <a:schemeClr val="bg1"/>
                </a:solidFill>
                <a:latin typeface="创艺简老宋" charset="0"/>
                <a:ea typeface="创艺简老宋" charset="0"/>
                <a:cs typeface="创艺简老宋" charset="0"/>
              </a:rPr>
              <a:t> </a:t>
            </a:r>
          </a:p>
        </p:txBody>
      </p:sp>
      <p:sp>
        <p:nvSpPr>
          <p:cNvPr id="7" name="文本框 6"/>
          <p:cNvSpPr txBox="1"/>
          <p:nvPr/>
        </p:nvSpPr>
        <p:spPr>
          <a:xfrm>
            <a:off x="1497965" y="4049395"/>
            <a:ext cx="900430" cy="368300"/>
          </a:xfrm>
          <a:prstGeom prst="rect">
            <a:avLst/>
          </a:prstGeom>
          <a:noFill/>
        </p:spPr>
        <p:txBody>
          <a:bodyPr wrap="square" rtlCol="0" anchor="t">
            <a:spAutoFit/>
          </a:bodyPr>
          <a:lstStyle/>
          <a:p>
            <a:pPr algn="dist"/>
            <a:r>
              <a:rPr lang="zh-CN" altLang="en-US">
                <a:solidFill>
                  <a:schemeClr val="bg1"/>
                </a:solidFill>
                <a:latin typeface="创艺简老宋" charset="0"/>
                <a:ea typeface="创艺简老宋" charset="0"/>
                <a:cs typeface="创艺简老宋" charset="0"/>
                <a:sym typeface="+mn-ea"/>
              </a:rPr>
              <a:t>第</a:t>
            </a:r>
            <a:r>
              <a:rPr lang="en-US" altLang="zh-CN">
                <a:solidFill>
                  <a:schemeClr val="bg1"/>
                </a:solidFill>
                <a:latin typeface="创艺简老宋" charset="0"/>
                <a:ea typeface="创艺简老宋" charset="0"/>
                <a:cs typeface="创艺简老宋" charset="0"/>
                <a:sym typeface="+mn-ea"/>
              </a:rPr>
              <a:t>2</a:t>
            </a:r>
            <a:r>
              <a:rPr lang="zh-CN" altLang="en-US">
                <a:solidFill>
                  <a:schemeClr val="bg1"/>
                </a:solidFill>
                <a:latin typeface="创艺简老宋" charset="0"/>
                <a:ea typeface="创艺简老宋" charset="0"/>
                <a:cs typeface="创艺简老宋" charset="0"/>
                <a:sym typeface="+mn-ea"/>
              </a:rPr>
              <a:t>版</a:t>
            </a:r>
            <a:endParaRPr lang="zh-CN" altLang="en-US"/>
          </a:p>
        </p:txBody>
      </p:sp>
      <p:sp>
        <p:nvSpPr>
          <p:cNvPr id="8" name="文本框 7"/>
          <p:cNvSpPr txBox="1"/>
          <p:nvPr/>
        </p:nvSpPr>
        <p:spPr>
          <a:xfrm>
            <a:off x="923290" y="2813050"/>
            <a:ext cx="1402080" cy="337185"/>
          </a:xfrm>
          <a:prstGeom prst="rect">
            <a:avLst/>
          </a:prstGeom>
          <a:noFill/>
        </p:spPr>
        <p:txBody>
          <a:bodyPr wrap="none" rtlCol="0" anchor="t">
            <a:spAutoFit/>
          </a:bodyPr>
          <a:lstStyle/>
          <a:p>
            <a:r>
              <a:rPr lang="zh-CN" altLang="en-US" sz="1600" b="1" dirty="0">
                <a:solidFill>
                  <a:schemeClr val="bg1"/>
                </a:solidFill>
                <a:ea typeface="+mn-lt"/>
                <a:sym typeface="+mn-ea"/>
              </a:rPr>
              <a:t>主编：丁爱萍</a:t>
            </a:r>
          </a:p>
        </p:txBody>
      </p:sp>
      <p:sp>
        <p:nvSpPr>
          <p:cNvPr id="13" name="副标题 12"/>
          <p:cNvSpPr>
            <a:spLocks noGrp="1"/>
          </p:cNvSpPr>
          <p:nvPr>
            <p:ph type="subTitle" idx="1"/>
          </p:nvPr>
        </p:nvSpPr>
        <p:spPr>
          <a:xfrm>
            <a:off x="509905" y="2002790"/>
            <a:ext cx="4015740" cy="313055"/>
          </a:xfrm>
        </p:spPr>
        <p:txBody>
          <a:bodyPr>
            <a:spAutoFit/>
          </a:bodyPr>
          <a:lstStyle/>
          <a:p>
            <a:r>
              <a:rPr lang="en-US" sz="1200" dirty="0">
                <a:solidFill>
                  <a:schemeClr val="tx1">
                    <a:lumMod val="75000"/>
                    <a:lumOff val="25000"/>
                  </a:schemeClr>
                </a:solidFill>
                <a:latin typeface="+mn-ea"/>
                <a:sym typeface="+mn-ea"/>
              </a:rPr>
              <a:t>Fundamentals of computer application</a:t>
            </a:r>
            <a:endParaRPr lang="en-US" altLang="en-US" sz="1200" dirty="0">
              <a:solidFill>
                <a:schemeClr val="tx1">
                  <a:lumMod val="75000"/>
                  <a:lumOff val="25000"/>
                </a:schemeClr>
              </a:solidFill>
              <a:latin typeface="+mn-ea"/>
              <a:sym typeface="+mn-ea"/>
            </a:endParaRPr>
          </a:p>
        </p:txBody>
      </p:sp>
      <p:sp>
        <p:nvSpPr>
          <p:cNvPr id="14" name="标题 13"/>
          <p:cNvSpPr>
            <a:spLocks noGrp="1"/>
          </p:cNvSpPr>
          <p:nvPr>
            <p:ph type="ctrTitle"/>
          </p:nvPr>
        </p:nvSpPr>
        <p:spPr>
          <a:xfrm>
            <a:off x="441960" y="1433195"/>
            <a:ext cx="4516755" cy="715010"/>
          </a:xfrm>
        </p:spPr>
        <p:txBody>
          <a:bodyPr anchor="ctr" anchorCtr="0">
            <a:spAutoFit/>
          </a:bodyPr>
          <a:lstStyle/>
          <a:p>
            <a:pPr>
              <a:lnSpc>
                <a:spcPct val="100000"/>
              </a:lnSpc>
            </a:pPr>
            <a:r>
              <a:rPr lang="zh-CN" altLang="en-US"/>
              <a:t>计算机应用基础</a:t>
            </a:r>
          </a:p>
        </p:txBody>
      </p:sp>
    </p:spTree>
  </p:cSld>
  <p:clrMapOvr>
    <a:masterClrMapping/>
  </p:clrMapOvr>
  <mc:AlternateContent xmlns:mc="http://schemas.openxmlformats.org/markup-compatibility/2006" xmlns:p14="http://schemas.microsoft.com/office/powerpoint/2010/main">
    <mc:Choice Requires="p14">
      <p:transition spd="slow" p14:dur="1500" advTm="3000"/>
    </mc:Choice>
    <mc:Fallback xmlns="">
      <p:transition advTm="3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flipH="1" flipV="1">
            <a:off x="-1" y="1275447"/>
            <a:ext cx="9144001" cy="2610957"/>
          </a:xfrm>
          <a:prstGeom prst="rect">
            <a:avLst/>
          </a:prstGeom>
          <a:pattFill prst="ltHorz">
            <a:fgClr>
              <a:srgbClr val="EAD9EA"/>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250720" y="821354"/>
            <a:ext cx="4718472" cy="3281031"/>
            <a:chOff x="250720" y="821354"/>
            <a:chExt cx="4718472" cy="3281031"/>
          </a:xfrm>
        </p:grpSpPr>
        <p:sp>
          <p:nvSpPr>
            <p:cNvPr id="8" name="等腰三角形 7"/>
            <p:cNvSpPr/>
            <p:nvPr/>
          </p:nvSpPr>
          <p:spPr>
            <a:xfrm flipH="1">
              <a:off x="4124848" y="825785"/>
              <a:ext cx="844344" cy="449663"/>
            </a:xfrm>
            <a:prstGeom prst="triangle">
              <a:avLst>
                <a:gd name="adj" fmla="val 59494"/>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p:nvSpPr>
          <p:spPr>
            <a:xfrm flipH="1" flipV="1">
              <a:off x="250720" y="821354"/>
              <a:ext cx="4245079" cy="3281031"/>
            </a:xfrm>
            <a:custGeom>
              <a:avLst/>
              <a:gdLst>
                <a:gd name="connsiteX0" fmla="*/ 0 w 3283112"/>
                <a:gd name="connsiteY0" fmla="*/ 2894069 h 2894069"/>
                <a:gd name="connsiteX1" fmla="*/ 1641556 w 3283112"/>
                <a:gd name="connsiteY1" fmla="*/ 0 h 2894069"/>
                <a:gd name="connsiteX2" fmla="*/ 3283112 w 3283112"/>
                <a:gd name="connsiteY2" fmla="*/ 2894069 h 2894069"/>
                <a:gd name="connsiteX3" fmla="*/ 0 w 3283112"/>
                <a:gd name="connsiteY3" fmla="*/ 2894069 h 2894069"/>
                <a:gd name="connsiteX0-1" fmla="*/ 0 w 3272095"/>
                <a:gd name="connsiteY0-2" fmla="*/ 2938136 h 2938136"/>
                <a:gd name="connsiteX1-3" fmla="*/ 1630539 w 3272095"/>
                <a:gd name="connsiteY1-4" fmla="*/ 0 h 2938136"/>
                <a:gd name="connsiteX2-5" fmla="*/ 3272095 w 3272095"/>
                <a:gd name="connsiteY2-6" fmla="*/ 2894069 h 2938136"/>
                <a:gd name="connsiteX3-7" fmla="*/ 0 w 3272095"/>
                <a:gd name="connsiteY3-8" fmla="*/ 2938136 h 2938136"/>
                <a:gd name="connsiteX0-9" fmla="*/ 0 w 3272095"/>
                <a:gd name="connsiteY0-10" fmla="*/ 2938136 h 2938136"/>
                <a:gd name="connsiteX1-11" fmla="*/ 1668639 w 3272095"/>
                <a:gd name="connsiteY1-12" fmla="*/ 0 h 2938136"/>
                <a:gd name="connsiteX2-13" fmla="*/ 3272095 w 3272095"/>
                <a:gd name="connsiteY2-14" fmla="*/ 2894069 h 2938136"/>
                <a:gd name="connsiteX3-15" fmla="*/ 0 w 3272095"/>
                <a:gd name="connsiteY3-16" fmla="*/ 2938136 h 2938136"/>
              </a:gdLst>
              <a:ahLst/>
              <a:cxnLst>
                <a:cxn ang="0">
                  <a:pos x="connsiteX0-1" y="connsiteY0-2"/>
                </a:cxn>
                <a:cxn ang="0">
                  <a:pos x="connsiteX1-3" y="connsiteY1-4"/>
                </a:cxn>
                <a:cxn ang="0">
                  <a:pos x="connsiteX2-5" y="connsiteY2-6"/>
                </a:cxn>
                <a:cxn ang="0">
                  <a:pos x="connsiteX3-7" y="connsiteY3-8"/>
                </a:cxn>
              </a:cxnLst>
              <a:rect l="l" t="t" r="r" b="b"/>
              <a:pathLst>
                <a:path w="3272095" h="2938136">
                  <a:moveTo>
                    <a:pt x="0" y="2938136"/>
                  </a:moveTo>
                  <a:lnTo>
                    <a:pt x="1668639" y="0"/>
                  </a:lnTo>
                  <a:lnTo>
                    <a:pt x="3272095" y="2894069"/>
                  </a:lnTo>
                  <a:lnTo>
                    <a:pt x="0" y="2938136"/>
                  </a:lnTo>
                  <a:close/>
                </a:path>
              </a:pathLst>
            </a:custGeom>
            <a:gradFill>
              <a:gsLst>
                <a:gs pos="0">
                  <a:srgbClr val="EEDFF3"/>
                </a:gs>
                <a:gs pos="100000">
                  <a:srgbClr val="D2BFF1"/>
                </a:gs>
              </a:gsLst>
              <a:lin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Noto Serif CJK SC" panose="02020400000000000000" pitchFamily="18" charset="-122"/>
                <a:ea typeface="方正黑体简体" panose="03000509000000000000" pitchFamily="2" charset="-122"/>
                <a:sym typeface="Noto Serif CJK SC" panose="02020400000000000000" pitchFamily="18" charset="-122"/>
              </a:endParaRPr>
            </a:p>
          </p:txBody>
        </p:sp>
      </p:grpSp>
      <p:sp>
        <p:nvSpPr>
          <p:cNvPr id="10" name="任意多边形 9"/>
          <p:cNvSpPr/>
          <p:nvPr/>
        </p:nvSpPr>
        <p:spPr>
          <a:xfrm flipH="1" flipV="1">
            <a:off x="-3" y="864158"/>
            <a:ext cx="1417565" cy="3459290"/>
          </a:xfrm>
          <a:custGeom>
            <a:avLst/>
            <a:gdLst>
              <a:gd name="connsiteX0" fmla="*/ 1254412 w 1465190"/>
              <a:gd name="connsiteY0" fmla="*/ 4029693 h 4029693"/>
              <a:gd name="connsiteX1" fmla="*/ 0 w 1465190"/>
              <a:gd name="connsiteY1" fmla="*/ 1855307 h 4029693"/>
              <a:gd name="connsiteX2" fmla="*/ 965220 w 1465190"/>
              <a:gd name="connsiteY2" fmla="*/ 1173 h 4029693"/>
              <a:gd name="connsiteX3" fmla="*/ 1465190 w 1465190"/>
              <a:gd name="connsiteY3" fmla="*/ 0 h 4029693"/>
              <a:gd name="connsiteX4" fmla="*/ 1465190 w 1465190"/>
              <a:gd name="connsiteY4" fmla="*/ 4029324 h 4029693"/>
              <a:gd name="connsiteX0-1" fmla="*/ 1206787 w 1417565"/>
              <a:gd name="connsiteY0-2" fmla="*/ 4029693 h 4029693"/>
              <a:gd name="connsiteX1-3" fmla="*/ 0 w 1417565"/>
              <a:gd name="connsiteY1-4" fmla="*/ 1778001 h 4029693"/>
              <a:gd name="connsiteX2-5" fmla="*/ 917595 w 1417565"/>
              <a:gd name="connsiteY2-6" fmla="*/ 1173 h 4029693"/>
              <a:gd name="connsiteX3-7" fmla="*/ 1417565 w 1417565"/>
              <a:gd name="connsiteY3-8" fmla="*/ 0 h 4029693"/>
              <a:gd name="connsiteX4-9" fmla="*/ 1417565 w 1417565"/>
              <a:gd name="connsiteY4-10" fmla="*/ 4029324 h 4029693"/>
              <a:gd name="connsiteX5" fmla="*/ 1206787 w 1417565"/>
              <a:gd name="connsiteY5" fmla="*/ 4029693 h 402969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 y="connsiteY5"/>
              </a:cxn>
            </a:cxnLst>
            <a:rect l="l" t="t" r="r" b="b"/>
            <a:pathLst>
              <a:path w="1417565" h="4029693">
                <a:moveTo>
                  <a:pt x="1206787" y="4029693"/>
                </a:moveTo>
                <a:cubicBezTo>
                  <a:pt x="1191913" y="3980776"/>
                  <a:pt x="587" y="1754371"/>
                  <a:pt x="0" y="1778001"/>
                </a:cubicBezTo>
                <a:cubicBezTo>
                  <a:pt x="587" y="1775708"/>
                  <a:pt x="931296" y="17976"/>
                  <a:pt x="917595" y="1173"/>
                </a:cubicBezTo>
                <a:lnTo>
                  <a:pt x="1417565" y="0"/>
                </a:lnTo>
                <a:lnTo>
                  <a:pt x="1417565" y="4029324"/>
                </a:lnTo>
                <a:lnTo>
                  <a:pt x="1206787" y="4029693"/>
                </a:lnTo>
                <a:close/>
              </a:path>
            </a:pathLst>
          </a:custGeom>
          <a:solidFill>
            <a:srgbClr val="EAD9E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latin typeface="Noto Serif CJK SC" panose="02020400000000000000" pitchFamily="18" charset="-122"/>
              <a:ea typeface="方正黑体简体" panose="03000509000000000000" pitchFamily="2" charset="-122"/>
              <a:sym typeface="Noto Serif CJK SC" panose="02020400000000000000" pitchFamily="18" charset="-122"/>
            </a:endParaRPr>
          </a:p>
        </p:txBody>
      </p:sp>
      <p:sp>
        <p:nvSpPr>
          <p:cNvPr id="11" name="等腰三角形 8"/>
          <p:cNvSpPr/>
          <p:nvPr/>
        </p:nvSpPr>
        <p:spPr>
          <a:xfrm flipH="1">
            <a:off x="571707" y="2823821"/>
            <a:ext cx="1794859" cy="1499626"/>
          </a:xfrm>
          <a:custGeom>
            <a:avLst/>
            <a:gdLst>
              <a:gd name="connsiteX0" fmla="*/ 0 w 3283112"/>
              <a:gd name="connsiteY0" fmla="*/ 2894069 h 2894069"/>
              <a:gd name="connsiteX1" fmla="*/ 1641556 w 3283112"/>
              <a:gd name="connsiteY1" fmla="*/ 0 h 2894069"/>
              <a:gd name="connsiteX2" fmla="*/ 3283112 w 3283112"/>
              <a:gd name="connsiteY2" fmla="*/ 2894069 h 2894069"/>
              <a:gd name="connsiteX3" fmla="*/ 0 w 3283112"/>
              <a:gd name="connsiteY3" fmla="*/ 2894069 h 2894069"/>
              <a:gd name="connsiteX0-1" fmla="*/ 0 w 3272095"/>
              <a:gd name="connsiteY0-2" fmla="*/ 2938136 h 2938136"/>
              <a:gd name="connsiteX1-3" fmla="*/ 1630539 w 3272095"/>
              <a:gd name="connsiteY1-4" fmla="*/ 0 h 2938136"/>
              <a:gd name="connsiteX2-5" fmla="*/ 3272095 w 3272095"/>
              <a:gd name="connsiteY2-6" fmla="*/ 2894069 h 2938136"/>
              <a:gd name="connsiteX3-7" fmla="*/ 0 w 3272095"/>
              <a:gd name="connsiteY3-8" fmla="*/ 2938136 h 2938136"/>
              <a:gd name="connsiteX0-9" fmla="*/ 0 w 3272095"/>
              <a:gd name="connsiteY0-10" fmla="*/ 2938136 h 2938136"/>
              <a:gd name="connsiteX1-11" fmla="*/ 1668639 w 3272095"/>
              <a:gd name="connsiteY1-12" fmla="*/ 0 h 2938136"/>
              <a:gd name="connsiteX2-13" fmla="*/ 3272095 w 3272095"/>
              <a:gd name="connsiteY2-14" fmla="*/ 2894069 h 2938136"/>
              <a:gd name="connsiteX3-15" fmla="*/ 0 w 3272095"/>
              <a:gd name="connsiteY3-16" fmla="*/ 2938136 h 2938136"/>
            </a:gdLst>
            <a:ahLst/>
            <a:cxnLst>
              <a:cxn ang="0">
                <a:pos x="connsiteX0-1" y="connsiteY0-2"/>
              </a:cxn>
              <a:cxn ang="0">
                <a:pos x="connsiteX1-3" y="connsiteY1-4"/>
              </a:cxn>
              <a:cxn ang="0">
                <a:pos x="connsiteX2-5" y="connsiteY2-6"/>
              </a:cxn>
              <a:cxn ang="0">
                <a:pos x="connsiteX3-7" y="connsiteY3-8"/>
              </a:cxn>
            </a:cxnLst>
            <a:rect l="l" t="t" r="r" b="b"/>
            <a:pathLst>
              <a:path w="3272095" h="2938136">
                <a:moveTo>
                  <a:pt x="0" y="2938136"/>
                </a:moveTo>
                <a:lnTo>
                  <a:pt x="1668639" y="0"/>
                </a:lnTo>
                <a:lnTo>
                  <a:pt x="3272095" y="2894069"/>
                </a:lnTo>
                <a:lnTo>
                  <a:pt x="0" y="2938136"/>
                </a:lnTo>
                <a:close/>
              </a:path>
            </a:pathLst>
          </a:cu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Noto Serif CJK SC" panose="02020400000000000000" pitchFamily="18" charset="-122"/>
              <a:ea typeface="方正黑体简体" panose="03000509000000000000" pitchFamily="2" charset="-122"/>
              <a:sym typeface="Noto Serif CJK SC" panose="02020400000000000000" pitchFamily="18" charset="-122"/>
            </a:endParaRPr>
          </a:p>
        </p:txBody>
      </p:sp>
      <p:sp>
        <p:nvSpPr>
          <p:cNvPr id="12" name="文本框 11"/>
          <p:cNvSpPr txBox="1"/>
          <p:nvPr/>
        </p:nvSpPr>
        <p:spPr>
          <a:xfrm>
            <a:off x="1418048" y="1457167"/>
            <a:ext cx="1415772" cy="830997"/>
          </a:xfrm>
          <a:prstGeom prst="rect">
            <a:avLst/>
          </a:prstGeom>
          <a:noFill/>
        </p:spPr>
        <p:txBody>
          <a:bodyPr wrap="none" rtlCol="0">
            <a:spAutoFit/>
          </a:bodyPr>
          <a:lstStyle/>
          <a:p>
            <a:r>
              <a:rPr lang="zh-CN" altLang="en-US" sz="4800" dirty="0">
                <a:solidFill>
                  <a:schemeClr val="accent1"/>
                </a:solidFill>
                <a:latin typeface="+mn-ea"/>
              </a:rPr>
              <a:t>目录</a:t>
            </a:r>
          </a:p>
        </p:txBody>
      </p:sp>
      <p:grpSp>
        <p:nvGrpSpPr>
          <p:cNvPr id="13" name="组合 12"/>
          <p:cNvGrpSpPr/>
          <p:nvPr/>
        </p:nvGrpSpPr>
        <p:grpSpPr>
          <a:xfrm>
            <a:off x="4276655" y="1726931"/>
            <a:ext cx="2103380" cy="412618"/>
            <a:chOff x="868421" y="3447195"/>
            <a:chExt cx="2103380" cy="412618"/>
          </a:xfrm>
        </p:grpSpPr>
        <p:sp>
          <p:nvSpPr>
            <p:cNvPr id="15" name="MH_Other_1"/>
            <p:cNvSpPr>
              <a:spLocks noChangeAspect="1"/>
            </p:cNvSpPr>
            <p:nvPr>
              <p:custDataLst>
                <p:tags r:id="rId11"/>
              </p:custDataLst>
            </p:nvPr>
          </p:nvSpPr>
          <p:spPr>
            <a:xfrm>
              <a:off x="868421" y="3447195"/>
              <a:ext cx="411740" cy="412618"/>
            </a:xfrm>
            <a:prstGeom prst="ellipse">
              <a:avLst/>
            </a:prstGeom>
            <a:solidFill>
              <a:srgbClr val="7030A0"/>
            </a:solidFill>
            <a:ln w="57150" cap="flat" cmpd="sng" algn="ctr">
              <a:solidFill>
                <a:srgbClr val="7030A0"/>
              </a:solidFill>
              <a:prstDash val="solid"/>
            </a:ln>
            <a:effectLst/>
          </p:spPr>
          <p:txBody>
            <a:bodyPr lIns="0" tIns="0" rIns="0" bIns="0" anchor="ctr"/>
            <a:lstStyle/>
            <a:p>
              <a:pPr algn="ctr">
                <a:defRPr/>
              </a:pPr>
              <a:r>
                <a:rPr lang="en-US" altLang="zh-CN" sz="2400" kern="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rPr>
                <a:t>1</a:t>
              </a:r>
              <a:endParaRPr lang="en-US" altLang="zh-CN" sz="3200" kern="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endParaRPr>
            </a:p>
          </p:txBody>
        </p:sp>
        <p:sp>
          <p:nvSpPr>
            <p:cNvPr id="16" name="MH_Text_1"/>
            <p:cNvSpPr/>
            <p:nvPr>
              <p:custDataLst>
                <p:tags r:id="rId12"/>
              </p:custDataLst>
            </p:nvPr>
          </p:nvSpPr>
          <p:spPr>
            <a:xfrm>
              <a:off x="1374649" y="3561171"/>
              <a:ext cx="1597152" cy="276860"/>
            </a:xfrm>
            <a:prstGeom prst="rect">
              <a:avLst/>
            </a:prstGeom>
          </p:spPr>
          <p:txBody>
            <a:bodyPr wrap="square" lIns="0" tIns="0" rIns="0" bIns="0" anchor="ctr">
              <a:spAutoFit/>
            </a:bodyPr>
            <a:lstStyle/>
            <a:p>
              <a:r>
                <a:rPr lang="zh-CN" altLang="en-US" dirty="0">
                  <a:solidFill>
                    <a:schemeClr val="tx1">
                      <a:lumMod val="75000"/>
                      <a:lumOff val="25000"/>
                    </a:schemeClr>
                  </a:solidFill>
                  <a:latin typeface="字魂35号-经典雅黑" panose="02000000000000000000" pitchFamily="2" charset="-122"/>
                  <a:ea typeface="字魂35号-经典雅黑" panose="02000000000000000000" pitchFamily="2" charset="-122"/>
                  <a:sym typeface="Arial" panose="020B0604020202020204" pitchFamily="34" charset="0"/>
                </a:rPr>
                <a:t>认识计算机</a:t>
              </a:r>
            </a:p>
          </p:txBody>
        </p:sp>
      </p:grpSp>
      <p:grpSp>
        <p:nvGrpSpPr>
          <p:cNvPr id="17" name="组合 16"/>
          <p:cNvGrpSpPr/>
          <p:nvPr/>
        </p:nvGrpSpPr>
        <p:grpSpPr>
          <a:xfrm>
            <a:off x="4277290" y="2364122"/>
            <a:ext cx="2102745" cy="411480"/>
            <a:chOff x="869056" y="3447830"/>
            <a:chExt cx="2102745" cy="411480"/>
          </a:xfrm>
        </p:grpSpPr>
        <p:sp>
          <p:nvSpPr>
            <p:cNvPr id="18" name="MH_Other_1"/>
            <p:cNvSpPr>
              <a:spLocks noChangeAspect="1"/>
            </p:cNvSpPr>
            <p:nvPr>
              <p:custDataLst>
                <p:tags r:id="rId9"/>
              </p:custDataLst>
            </p:nvPr>
          </p:nvSpPr>
          <p:spPr>
            <a:xfrm>
              <a:off x="869056" y="3447830"/>
              <a:ext cx="410210" cy="411480"/>
            </a:xfrm>
            <a:prstGeom prst="ellipse">
              <a:avLst/>
            </a:prstGeom>
            <a:solidFill>
              <a:srgbClr val="7030A0"/>
            </a:solidFill>
            <a:ln w="57150" cap="flat" cmpd="sng" algn="ctr">
              <a:solidFill>
                <a:srgbClr val="7030A0"/>
              </a:solidFill>
              <a:prstDash val="solid"/>
            </a:ln>
            <a:effectLst/>
          </p:spPr>
          <p:txBody>
            <a:bodyPr lIns="0" tIns="0" rIns="0" bIns="0" anchor="ctr"/>
            <a:lstStyle/>
            <a:p>
              <a:pPr algn="ctr">
                <a:defRPr/>
              </a:pPr>
              <a:r>
                <a:rPr lang="en-US" altLang="zh-CN" sz="2400" kern="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rPr>
                <a:t>2</a:t>
              </a:r>
              <a:endParaRPr lang="en-US" altLang="zh-CN" sz="3200" kern="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endParaRPr>
            </a:p>
          </p:txBody>
        </p:sp>
        <p:sp>
          <p:nvSpPr>
            <p:cNvPr id="19" name="MH_Text_1"/>
            <p:cNvSpPr/>
            <p:nvPr>
              <p:custDataLst>
                <p:tags r:id="rId10"/>
              </p:custDataLst>
            </p:nvPr>
          </p:nvSpPr>
          <p:spPr>
            <a:xfrm>
              <a:off x="1374649" y="3561171"/>
              <a:ext cx="1597152" cy="276860"/>
            </a:xfrm>
            <a:prstGeom prst="rect">
              <a:avLst/>
            </a:prstGeom>
          </p:spPr>
          <p:txBody>
            <a:bodyPr wrap="square" lIns="0" tIns="0" rIns="0" bIns="0" anchor="ctr">
              <a:spAutoFit/>
            </a:bodyPr>
            <a:lstStyle/>
            <a:p>
              <a:r>
                <a:rPr lang="zh-CN" altLang="en-US" dirty="0">
                  <a:solidFill>
                    <a:schemeClr val="tx1">
                      <a:lumMod val="75000"/>
                      <a:lumOff val="25000"/>
                    </a:schemeClr>
                  </a:solidFill>
                  <a:latin typeface="字魂35号-经典雅黑" panose="02000000000000000000" pitchFamily="2" charset="-122"/>
                  <a:ea typeface="字魂35号-经典雅黑" panose="02000000000000000000" pitchFamily="2" charset="-122"/>
                  <a:sym typeface="Arial" panose="020B0604020202020204" pitchFamily="34" charset="0"/>
                </a:rPr>
                <a:t>操作系统应用</a:t>
              </a:r>
            </a:p>
          </p:txBody>
        </p:sp>
      </p:grpSp>
      <p:grpSp>
        <p:nvGrpSpPr>
          <p:cNvPr id="40" name="组合 39"/>
          <p:cNvGrpSpPr/>
          <p:nvPr/>
        </p:nvGrpSpPr>
        <p:grpSpPr>
          <a:xfrm>
            <a:off x="4267571" y="2965133"/>
            <a:ext cx="2103380" cy="412618"/>
            <a:chOff x="868421" y="3447195"/>
            <a:chExt cx="2103380" cy="412618"/>
          </a:xfrm>
        </p:grpSpPr>
        <p:sp>
          <p:nvSpPr>
            <p:cNvPr id="41" name="MH_Other_1"/>
            <p:cNvSpPr>
              <a:spLocks noChangeAspect="1"/>
            </p:cNvSpPr>
            <p:nvPr>
              <p:custDataLst>
                <p:tags r:id="rId7"/>
              </p:custDataLst>
            </p:nvPr>
          </p:nvSpPr>
          <p:spPr>
            <a:xfrm>
              <a:off x="868421" y="3447195"/>
              <a:ext cx="411740" cy="412618"/>
            </a:xfrm>
            <a:prstGeom prst="ellipse">
              <a:avLst/>
            </a:prstGeom>
            <a:solidFill>
              <a:srgbClr val="7030A0"/>
            </a:solidFill>
            <a:ln w="57150" cap="flat" cmpd="sng" algn="ctr">
              <a:solidFill>
                <a:srgbClr val="7030A0"/>
              </a:solidFill>
              <a:prstDash val="solid"/>
            </a:ln>
            <a:effectLst/>
          </p:spPr>
          <p:txBody>
            <a:bodyPr lIns="0" tIns="0" rIns="0" bIns="0" anchor="ctr"/>
            <a:lstStyle/>
            <a:p>
              <a:pPr algn="ctr">
                <a:defRPr/>
              </a:pPr>
              <a:r>
                <a:rPr lang="en-US" altLang="zh-CN" sz="2400" kern="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rPr>
                <a:t>3</a:t>
              </a:r>
              <a:endParaRPr lang="en-US" altLang="zh-CN" sz="3200" kern="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endParaRPr>
            </a:p>
          </p:txBody>
        </p:sp>
        <p:sp>
          <p:nvSpPr>
            <p:cNvPr id="42" name="MH_Text_1"/>
            <p:cNvSpPr/>
            <p:nvPr>
              <p:custDataLst>
                <p:tags r:id="rId8"/>
              </p:custDataLst>
            </p:nvPr>
          </p:nvSpPr>
          <p:spPr>
            <a:xfrm>
              <a:off x="1374649" y="3561171"/>
              <a:ext cx="1597152" cy="276860"/>
            </a:xfrm>
            <a:prstGeom prst="rect">
              <a:avLst/>
            </a:prstGeom>
          </p:spPr>
          <p:txBody>
            <a:bodyPr wrap="square" lIns="0" tIns="0" rIns="0" bIns="0" anchor="ctr">
              <a:spAutoFit/>
            </a:bodyPr>
            <a:lstStyle/>
            <a:p>
              <a:r>
                <a:rPr lang="zh-CN" altLang="en-US" dirty="0">
                  <a:solidFill>
                    <a:schemeClr val="tx1">
                      <a:lumMod val="75000"/>
                      <a:lumOff val="25000"/>
                    </a:schemeClr>
                  </a:solidFill>
                  <a:latin typeface="字魂35号-经典雅黑" panose="02000000000000000000" pitchFamily="2" charset="-122"/>
                  <a:ea typeface="字魂35号-经典雅黑" panose="02000000000000000000" pitchFamily="2" charset="-122"/>
                  <a:sym typeface="Arial" panose="020B0604020202020204" pitchFamily="34" charset="0"/>
                </a:rPr>
                <a:t>网络应用</a:t>
              </a:r>
            </a:p>
          </p:txBody>
        </p:sp>
      </p:grpSp>
      <p:grpSp>
        <p:nvGrpSpPr>
          <p:cNvPr id="43" name="组合 42"/>
          <p:cNvGrpSpPr/>
          <p:nvPr/>
        </p:nvGrpSpPr>
        <p:grpSpPr>
          <a:xfrm>
            <a:off x="6659620" y="1755516"/>
            <a:ext cx="2103380" cy="412618"/>
            <a:chOff x="868421" y="3447195"/>
            <a:chExt cx="2103380" cy="412618"/>
          </a:xfrm>
        </p:grpSpPr>
        <p:sp>
          <p:nvSpPr>
            <p:cNvPr id="44" name="MH_Other_1"/>
            <p:cNvSpPr>
              <a:spLocks noChangeAspect="1"/>
            </p:cNvSpPr>
            <p:nvPr>
              <p:custDataLst>
                <p:tags r:id="rId5"/>
              </p:custDataLst>
            </p:nvPr>
          </p:nvSpPr>
          <p:spPr>
            <a:xfrm>
              <a:off x="868421" y="3447195"/>
              <a:ext cx="411740" cy="412618"/>
            </a:xfrm>
            <a:prstGeom prst="ellipse">
              <a:avLst/>
            </a:prstGeom>
            <a:solidFill>
              <a:srgbClr val="7030A0"/>
            </a:solidFill>
            <a:ln w="57150" cap="flat" cmpd="sng" algn="ctr">
              <a:solidFill>
                <a:srgbClr val="7030A0"/>
              </a:solidFill>
              <a:prstDash val="solid"/>
            </a:ln>
            <a:effectLst/>
          </p:spPr>
          <p:txBody>
            <a:bodyPr lIns="0" tIns="0" rIns="0" bIns="0" anchor="ctr"/>
            <a:lstStyle/>
            <a:p>
              <a:pPr algn="ctr">
                <a:defRPr/>
              </a:pPr>
              <a:r>
                <a:rPr lang="en-US" altLang="zh-CN" sz="2400" kern="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rPr>
                <a:t>4</a:t>
              </a:r>
              <a:endParaRPr lang="en-US" altLang="zh-CN" sz="3200" kern="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endParaRPr>
            </a:p>
          </p:txBody>
        </p:sp>
        <p:sp>
          <p:nvSpPr>
            <p:cNvPr id="45" name="MH_Text_1"/>
            <p:cNvSpPr/>
            <p:nvPr>
              <p:custDataLst>
                <p:tags r:id="rId6"/>
              </p:custDataLst>
            </p:nvPr>
          </p:nvSpPr>
          <p:spPr>
            <a:xfrm>
              <a:off x="1374649" y="3561171"/>
              <a:ext cx="1597152" cy="276860"/>
            </a:xfrm>
            <a:prstGeom prst="rect">
              <a:avLst/>
            </a:prstGeom>
          </p:spPr>
          <p:txBody>
            <a:bodyPr wrap="square" lIns="0" tIns="0" rIns="0" bIns="0" anchor="ctr">
              <a:spAutoFit/>
            </a:bodyPr>
            <a:lstStyle/>
            <a:p>
              <a:r>
                <a:rPr lang="zh-CN" altLang="en-US" dirty="0">
                  <a:solidFill>
                    <a:schemeClr val="tx1">
                      <a:lumMod val="75000"/>
                      <a:lumOff val="25000"/>
                    </a:schemeClr>
                  </a:solidFill>
                  <a:latin typeface="字魂35号-经典雅黑" panose="02000000000000000000" pitchFamily="2" charset="-122"/>
                  <a:ea typeface="字魂35号-经典雅黑" panose="02000000000000000000" pitchFamily="2" charset="-122"/>
                  <a:sym typeface="Arial" panose="020B0604020202020204" pitchFamily="34" charset="0"/>
                </a:rPr>
                <a:t>图文排版</a:t>
              </a:r>
            </a:p>
          </p:txBody>
        </p:sp>
      </p:grpSp>
      <p:grpSp>
        <p:nvGrpSpPr>
          <p:cNvPr id="46" name="组合 45"/>
          <p:cNvGrpSpPr/>
          <p:nvPr/>
        </p:nvGrpSpPr>
        <p:grpSpPr>
          <a:xfrm>
            <a:off x="6659620" y="2363487"/>
            <a:ext cx="2103380" cy="412618"/>
            <a:chOff x="868421" y="3447195"/>
            <a:chExt cx="2103380" cy="412618"/>
          </a:xfrm>
        </p:grpSpPr>
        <p:sp>
          <p:nvSpPr>
            <p:cNvPr id="47" name="MH_Other_1"/>
            <p:cNvSpPr>
              <a:spLocks noChangeAspect="1"/>
            </p:cNvSpPr>
            <p:nvPr>
              <p:custDataLst>
                <p:tags r:id="rId3"/>
              </p:custDataLst>
            </p:nvPr>
          </p:nvSpPr>
          <p:spPr>
            <a:xfrm>
              <a:off x="868421" y="3447195"/>
              <a:ext cx="411740" cy="412618"/>
            </a:xfrm>
            <a:prstGeom prst="ellipse">
              <a:avLst/>
            </a:prstGeom>
            <a:solidFill>
              <a:srgbClr val="7030A0"/>
            </a:solidFill>
            <a:ln w="57150" cap="flat" cmpd="sng" algn="ctr">
              <a:solidFill>
                <a:srgbClr val="7030A0"/>
              </a:solidFill>
              <a:prstDash val="solid"/>
            </a:ln>
            <a:effectLst/>
          </p:spPr>
          <p:txBody>
            <a:bodyPr lIns="0" tIns="0" rIns="0" bIns="0" anchor="ctr"/>
            <a:lstStyle/>
            <a:p>
              <a:pPr algn="ctr">
                <a:defRPr/>
              </a:pPr>
              <a:r>
                <a:rPr lang="en-US" altLang="zh-CN" sz="2400" kern="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rPr>
                <a:t>5</a:t>
              </a:r>
              <a:endParaRPr lang="en-US" altLang="zh-CN" sz="3200" kern="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endParaRPr>
            </a:p>
          </p:txBody>
        </p:sp>
        <p:sp>
          <p:nvSpPr>
            <p:cNvPr id="48" name="MH_Text_1"/>
            <p:cNvSpPr/>
            <p:nvPr>
              <p:custDataLst>
                <p:tags r:id="rId4"/>
              </p:custDataLst>
            </p:nvPr>
          </p:nvSpPr>
          <p:spPr>
            <a:xfrm>
              <a:off x="1374649" y="3561171"/>
              <a:ext cx="1597152" cy="276860"/>
            </a:xfrm>
            <a:prstGeom prst="rect">
              <a:avLst/>
            </a:prstGeom>
          </p:spPr>
          <p:txBody>
            <a:bodyPr wrap="square" lIns="0" tIns="0" rIns="0" bIns="0" anchor="ctr">
              <a:spAutoFit/>
            </a:bodyPr>
            <a:lstStyle/>
            <a:p>
              <a:r>
                <a:rPr lang="zh-CN" altLang="en-US" dirty="0">
                  <a:solidFill>
                    <a:schemeClr val="tx1">
                      <a:lumMod val="75000"/>
                      <a:lumOff val="25000"/>
                    </a:schemeClr>
                  </a:solidFill>
                  <a:latin typeface="字魂35号-经典雅黑" panose="02000000000000000000" pitchFamily="2" charset="-122"/>
                  <a:ea typeface="字魂35号-经典雅黑" panose="02000000000000000000" pitchFamily="2" charset="-122"/>
                  <a:sym typeface="Arial" panose="020B0604020202020204" pitchFamily="34" charset="0"/>
                </a:rPr>
                <a:t>数据处理</a:t>
              </a:r>
            </a:p>
          </p:txBody>
        </p:sp>
      </p:grpSp>
      <p:grpSp>
        <p:nvGrpSpPr>
          <p:cNvPr id="49" name="组合 48"/>
          <p:cNvGrpSpPr/>
          <p:nvPr/>
        </p:nvGrpSpPr>
        <p:grpSpPr>
          <a:xfrm>
            <a:off x="6659616" y="2965133"/>
            <a:ext cx="2103380" cy="412618"/>
            <a:chOff x="868421" y="3447195"/>
            <a:chExt cx="2103380" cy="412618"/>
          </a:xfrm>
        </p:grpSpPr>
        <p:sp>
          <p:nvSpPr>
            <p:cNvPr id="50" name="MH_Other_1"/>
            <p:cNvSpPr>
              <a:spLocks noChangeAspect="1"/>
            </p:cNvSpPr>
            <p:nvPr>
              <p:custDataLst>
                <p:tags r:id="rId1"/>
              </p:custDataLst>
            </p:nvPr>
          </p:nvSpPr>
          <p:spPr>
            <a:xfrm>
              <a:off x="868421" y="3447195"/>
              <a:ext cx="411740" cy="412618"/>
            </a:xfrm>
            <a:prstGeom prst="ellipse">
              <a:avLst/>
            </a:prstGeom>
            <a:solidFill>
              <a:srgbClr val="7030A0"/>
            </a:solidFill>
            <a:ln w="57150" cap="flat" cmpd="sng" algn="ctr">
              <a:solidFill>
                <a:srgbClr val="7030A0"/>
              </a:solidFill>
              <a:prstDash val="solid"/>
            </a:ln>
            <a:effectLst/>
          </p:spPr>
          <p:txBody>
            <a:bodyPr lIns="0" tIns="0" rIns="0" bIns="0" anchor="ctr"/>
            <a:lstStyle/>
            <a:p>
              <a:pPr algn="ctr">
                <a:defRPr/>
              </a:pPr>
              <a:r>
                <a:rPr lang="en-US" altLang="zh-CN" sz="2400" kern="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rPr>
                <a:t>6</a:t>
              </a:r>
              <a:endParaRPr lang="en-US" altLang="zh-CN" sz="3200" kern="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endParaRPr>
            </a:p>
          </p:txBody>
        </p:sp>
        <p:sp>
          <p:nvSpPr>
            <p:cNvPr id="51" name="MH_Text_1"/>
            <p:cNvSpPr/>
            <p:nvPr>
              <p:custDataLst>
                <p:tags r:id="rId2"/>
              </p:custDataLst>
            </p:nvPr>
          </p:nvSpPr>
          <p:spPr>
            <a:xfrm>
              <a:off x="1374649" y="3561171"/>
              <a:ext cx="1597152" cy="276860"/>
            </a:xfrm>
            <a:prstGeom prst="rect">
              <a:avLst/>
            </a:prstGeom>
          </p:spPr>
          <p:txBody>
            <a:bodyPr wrap="square" lIns="0" tIns="0" rIns="0" bIns="0" anchor="ctr">
              <a:spAutoFit/>
            </a:bodyPr>
            <a:lstStyle/>
            <a:p>
              <a:r>
                <a:rPr lang="zh-CN" altLang="en-US" dirty="0">
                  <a:solidFill>
                    <a:schemeClr val="tx1">
                      <a:lumMod val="75000"/>
                      <a:lumOff val="25000"/>
                    </a:schemeClr>
                  </a:solidFill>
                  <a:latin typeface="字魂35号-经典雅黑" panose="02000000000000000000" pitchFamily="2" charset="-122"/>
                  <a:ea typeface="字魂35号-经典雅黑" panose="02000000000000000000" pitchFamily="2" charset="-122"/>
                  <a:sym typeface="Arial" panose="020B0604020202020204" pitchFamily="34" charset="0"/>
                </a:rPr>
                <a:t>演示文稿制作</a:t>
              </a:r>
            </a:p>
          </p:txBody>
        </p:sp>
      </p:gr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0-#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0-#ppt_w/2"/>
                                          </p:val>
                                        </p:tav>
                                        <p:tav tm="100000">
                                          <p:val>
                                            <p:strVal val="#ppt_x"/>
                                          </p:val>
                                        </p:tav>
                                      </p:tavLst>
                                    </p:anim>
                                    <p:anim calcmode="lin" valueType="num">
                                      <p:cBhvr additive="base">
                                        <p:cTn id="20" dur="500" fill="hold"/>
                                        <p:tgtEl>
                                          <p:spTgt spid="3"/>
                                        </p:tgtEl>
                                        <p:attrNameLst>
                                          <p:attrName>ppt_y</p:attrName>
                                        </p:attrNameLst>
                                      </p:cBhvr>
                                      <p:tavLst>
                                        <p:tav tm="0">
                                          <p:val>
                                            <p:strVal val="#ppt_y"/>
                                          </p:val>
                                        </p:tav>
                                        <p:tav tm="100000">
                                          <p:val>
                                            <p:strVal val="#ppt_y"/>
                                          </p:val>
                                        </p:tav>
                                      </p:tavLst>
                                    </p:anim>
                                  </p:childTnLst>
                                </p:cTn>
                              </p:par>
                            </p:childTnLst>
                          </p:cTn>
                        </p:par>
                        <p:par>
                          <p:cTn id="21" fill="hold">
                            <p:stCondLst>
                              <p:cond delay="1000"/>
                            </p:stCondLst>
                            <p:childTnLst>
                              <p:par>
                                <p:cTn id="22" presetID="53" presetClass="entr" presetSubtype="16"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 calcmode="lin" valueType="num">
                                      <p:cBhvr>
                                        <p:cTn id="24" dur="500" fill="hold"/>
                                        <p:tgtEl>
                                          <p:spTgt spid="12"/>
                                        </p:tgtEl>
                                        <p:attrNameLst>
                                          <p:attrName>ppt_w</p:attrName>
                                        </p:attrNameLst>
                                      </p:cBhvr>
                                      <p:tavLst>
                                        <p:tav tm="0">
                                          <p:val>
                                            <p:fltVal val="0"/>
                                          </p:val>
                                        </p:tav>
                                        <p:tav tm="100000">
                                          <p:val>
                                            <p:strVal val="#ppt_w"/>
                                          </p:val>
                                        </p:tav>
                                      </p:tavLst>
                                    </p:anim>
                                    <p:anim calcmode="lin" valueType="num">
                                      <p:cBhvr>
                                        <p:cTn id="25" dur="500" fill="hold"/>
                                        <p:tgtEl>
                                          <p:spTgt spid="12"/>
                                        </p:tgtEl>
                                        <p:attrNameLst>
                                          <p:attrName>ppt_h</p:attrName>
                                        </p:attrNameLst>
                                      </p:cBhvr>
                                      <p:tavLst>
                                        <p:tav tm="0">
                                          <p:val>
                                            <p:fltVal val="0"/>
                                          </p:val>
                                        </p:tav>
                                        <p:tav tm="100000">
                                          <p:val>
                                            <p:strVal val="#ppt_h"/>
                                          </p:val>
                                        </p:tav>
                                      </p:tavLst>
                                    </p:anim>
                                    <p:animEffect transition="in" filter="fade">
                                      <p:cBhvr>
                                        <p:cTn id="26" dur="500"/>
                                        <p:tgtEl>
                                          <p:spTgt spid="12"/>
                                        </p:tgtEl>
                                      </p:cBhvr>
                                    </p:animEffect>
                                  </p:childTnLst>
                                </p:cTn>
                              </p:par>
                            </p:childTnLst>
                          </p:cTn>
                        </p:par>
                        <p:par>
                          <p:cTn id="27" fill="hold">
                            <p:stCondLst>
                              <p:cond delay="1500"/>
                            </p:stCondLst>
                            <p:childTnLst>
                              <p:par>
                                <p:cTn id="28" presetID="53" presetClass="entr" presetSubtype="16" fill="hold" nodeType="afterEffect">
                                  <p:stCondLst>
                                    <p:cond delay="0"/>
                                  </p:stCondLst>
                                  <p:childTnLst>
                                    <p:set>
                                      <p:cBhvr>
                                        <p:cTn id="29" dur="1" fill="hold">
                                          <p:stCondLst>
                                            <p:cond delay="0"/>
                                          </p:stCondLst>
                                        </p:cTn>
                                        <p:tgtEl>
                                          <p:spTgt spid="13"/>
                                        </p:tgtEl>
                                        <p:attrNameLst>
                                          <p:attrName>style.visibility</p:attrName>
                                        </p:attrNameLst>
                                      </p:cBhvr>
                                      <p:to>
                                        <p:strVal val="visible"/>
                                      </p:to>
                                    </p:set>
                                    <p:anim calcmode="lin" valueType="num">
                                      <p:cBhvr>
                                        <p:cTn id="30" dur="500" fill="hold"/>
                                        <p:tgtEl>
                                          <p:spTgt spid="13"/>
                                        </p:tgtEl>
                                        <p:attrNameLst>
                                          <p:attrName>ppt_w</p:attrName>
                                        </p:attrNameLst>
                                      </p:cBhvr>
                                      <p:tavLst>
                                        <p:tav tm="0">
                                          <p:val>
                                            <p:fltVal val="0"/>
                                          </p:val>
                                        </p:tav>
                                        <p:tav tm="100000">
                                          <p:val>
                                            <p:strVal val="#ppt_w"/>
                                          </p:val>
                                        </p:tav>
                                      </p:tavLst>
                                    </p:anim>
                                    <p:anim calcmode="lin" valueType="num">
                                      <p:cBhvr>
                                        <p:cTn id="31" dur="500" fill="hold"/>
                                        <p:tgtEl>
                                          <p:spTgt spid="13"/>
                                        </p:tgtEl>
                                        <p:attrNameLst>
                                          <p:attrName>ppt_h</p:attrName>
                                        </p:attrNameLst>
                                      </p:cBhvr>
                                      <p:tavLst>
                                        <p:tav tm="0">
                                          <p:val>
                                            <p:fltVal val="0"/>
                                          </p:val>
                                        </p:tav>
                                        <p:tav tm="100000">
                                          <p:val>
                                            <p:strVal val="#ppt_h"/>
                                          </p:val>
                                        </p:tav>
                                      </p:tavLst>
                                    </p:anim>
                                    <p:animEffect transition="in" filter="fade">
                                      <p:cBhvr>
                                        <p:cTn id="32" dur="500"/>
                                        <p:tgtEl>
                                          <p:spTgt spid="13"/>
                                        </p:tgtEl>
                                      </p:cBhvr>
                                    </p:animEffect>
                                  </p:childTnLst>
                                </p:cTn>
                              </p:par>
                            </p:childTnLst>
                          </p:cTn>
                        </p:par>
                        <p:par>
                          <p:cTn id="33" fill="hold">
                            <p:stCondLst>
                              <p:cond delay="2000"/>
                            </p:stCondLst>
                            <p:childTnLst>
                              <p:par>
                                <p:cTn id="34" presetID="53" presetClass="entr" presetSubtype="16" fill="hold" nodeType="afterEffect">
                                  <p:stCondLst>
                                    <p:cond delay="0"/>
                                  </p:stCondLst>
                                  <p:childTnLst>
                                    <p:set>
                                      <p:cBhvr>
                                        <p:cTn id="35" dur="1" fill="hold">
                                          <p:stCondLst>
                                            <p:cond delay="0"/>
                                          </p:stCondLst>
                                        </p:cTn>
                                        <p:tgtEl>
                                          <p:spTgt spid="17"/>
                                        </p:tgtEl>
                                        <p:attrNameLst>
                                          <p:attrName>style.visibility</p:attrName>
                                        </p:attrNameLst>
                                      </p:cBhvr>
                                      <p:to>
                                        <p:strVal val="visible"/>
                                      </p:to>
                                    </p:set>
                                    <p:anim calcmode="lin" valueType="num">
                                      <p:cBhvr>
                                        <p:cTn id="36" dur="500" fill="hold"/>
                                        <p:tgtEl>
                                          <p:spTgt spid="17"/>
                                        </p:tgtEl>
                                        <p:attrNameLst>
                                          <p:attrName>ppt_w</p:attrName>
                                        </p:attrNameLst>
                                      </p:cBhvr>
                                      <p:tavLst>
                                        <p:tav tm="0">
                                          <p:val>
                                            <p:fltVal val="0"/>
                                          </p:val>
                                        </p:tav>
                                        <p:tav tm="100000">
                                          <p:val>
                                            <p:strVal val="#ppt_w"/>
                                          </p:val>
                                        </p:tav>
                                      </p:tavLst>
                                    </p:anim>
                                    <p:anim calcmode="lin" valueType="num">
                                      <p:cBhvr>
                                        <p:cTn id="37" dur="500" fill="hold"/>
                                        <p:tgtEl>
                                          <p:spTgt spid="17"/>
                                        </p:tgtEl>
                                        <p:attrNameLst>
                                          <p:attrName>ppt_h</p:attrName>
                                        </p:attrNameLst>
                                      </p:cBhvr>
                                      <p:tavLst>
                                        <p:tav tm="0">
                                          <p:val>
                                            <p:fltVal val="0"/>
                                          </p:val>
                                        </p:tav>
                                        <p:tav tm="100000">
                                          <p:val>
                                            <p:strVal val="#ppt_h"/>
                                          </p:val>
                                        </p:tav>
                                      </p:tavLst>
                                    </p:anim>
                                    <p:animEffect transition="in" filter="fade">
                                      <p:cBhvr>
                                        <p:cTn id="38" dur="500"/>
                                        <p:tgtEl>
                                          <p:spTgt spid="17"/>
                                        </p:tgtEl>
                                      </p:cBhvr>
                                    </p:animEffect>
                                  </p:childTnLst>
                                </p:cTn>
                              </p:par>
                            </p:childTnLst>
                          </p:cTn>
                        </p:par>
                        <p:par>
                          <p:cTn id="39" fill="hold">
                            <p:stCondLst>
                              <p:cond delay="2500"/>
                            </p:stCondLst>
                            <p:childTnLst>
                              <p:par>
                                <p:cTn id="40" presetID="53" presetClass="entr" presetSubtype="16" fill="hold" nodeType="afterEffect">
                                  <p:stCondLst>
                                    <p:cond delay="0"/>
                                  </p:stCondLst>
                                  <p:childTnLst>
                                    <p:set>
                                      <p:cBhvr>
                                        <p:cTn id="41" dur="1" fill="hold">
                                          <p:stCondLst>
                                            <p:cond delay="0"/>
                                          </p:stCondLst>
                                        </p:cTn>
                                        <p:tgtEl>
                                          <p:spTgt spid="40"/>
                                        </p:tgtEl>
                                        <p:attrNameLst>
                                          <p:attrName>style.visibility</p:attrName>
                                        </p:attrNameLst>
                                      </p:cBhvr>
                                      <p:to>
                                        <p:strVal val="visible"/>
                                      </p:to>
                                    </p:set>
                                    <p:anim calcmode="lin" valueType="num">
                                      <p:cBhvr>
                                        <p:cTn id="42" dur="500" fill="hold"/>
                                        <p:tgtEl>
                                          <p:spTgt spid="40"/>
                                        </p:tgtEl>
                                        <p:attrNameLst>
                                          <p:attrName>ppt_w</p:attrName>
                                        </p:attrNameLst>
                                      </p:cBhvr>
                                      <p:tavLst>
                                        <p:tav tm="0">
                                          <p:val>
                                            <p:fltVal val="0"/>
                                          </p:val>
                                        </p:tav>
                                        <p:tav tm="100000">
                                          <p:val>
                                            <p:strVal val="#ppt_w"/>
                                          </p:val>
                                        </p:tav>
                                      </p:tavLst>
                                    </p:anim>
                                    <p:anim calcmode="lin" valueType="num">
                                      <p:cBhvr>
                                        <p:cTn id="43" dur="500" fill="hold"/>
                                        <p:tgtEl>
                                          <p:spTgt spid="40"/>
                                        </p:tgtEl>
                                        <p:attrNameLst>
                                          <p:attrName>ppt_h</p:attrName>
                                        </p:attrNameLst>
                                      </p:cBhvr>
                                      <p:tavLst>
                                        <p:tav tm="0">
                                          <p:val>
                                            <p:fltVal val="0"/>
                                          </p:val>
                                        </p:tav>
                                        <p:tav tm="100000">
                                          <p:val>
                                            <p:strVal val="#ppt_h"/>
                                          </p:val>
                                        </p:tav>
                                      </p:tavLst>
                                    </p:anim>
                                    <p:animEffect transition="in" filter="fade">
                                      <p:cBhvr>
                                        <p:cTn id="44" dur="500"/>
                                        <p:tgtEl>
                                          <p:spTgt spid="40"/>
                                        </p:tgtEl>
                                      </p:cBhvr>
                                    </p:animEffect>
                                  </p:childTnLst>
                                </p:cTn>
                              </p:par>
                            </p:childTnLst>
                          </p:cTn>
                        </p:par>
                        <p:par>
                          <p:cTn id="45" fill="hold">
                            <p:stCondLst>
                              <p:cond delay="3000"/>
                            </p:stCondLst>
                            <p:childTnLst>
                              <p:par>
                                <p:cTn id="46" presetID="53" presetClass="entr" presetSubtype="16" fill="hold" nodeType="afterEffect">
                                  <p:stCondLst>
                                    <p:cond delay="0"/>
                                  </p:stCondLst>
                                  <p:childTnLst>
                                    <p:set>
                                      <p:cBhvr>
                                        <p:cTn id="47" dur="1" fill="hold">
                                          <p:stCondLst>
                                            <p:cond delay="0"/>
                                          </p:stCondLst>
                                        </p:cTn>
                                        <p:tgtEl>
                                          <p:spTgt spid="43"/>
                                        </p:tgtEl>
                                        <p:attrNameLst>
                                          <p:attrName>style.visibility</p:attrName>
                                        </p:attrNameLst>
                                      </p:cBhvr>
                                      <p:to>
                                        <p:strVal val="visible"/>
                                      </p:to>
                                    </p:set>
                                    <p:anim calcmode="lin" valueType="num">
                                      <p:cBhvr>
                                        <p:cTn id="48" dur="500" fill="hold"/>
                                        <p:tgtEl>
                                          <p:spTgt spid="43"/>
                                        </p:tgtEl>
                                        <p:attrNameLst>
                                          <p:attrName>ppt_w</p:attrName>
                                        </p:attrNameLst>
                                      </p:cBhvr>
                                      <p:tavLst>
                                        <p:tav tm="0">
                                          <p:val>
                                            <p:fltVal val="0"/>
                                          </p:val>
                                        </p:tav>
                                        <p:tav tm="100000">
                                          <p:val>
                                            <p:strVal val="#ppt_w"/>
                                          </p:val>
                                        </p:tav>
                                      </p:tavLst>
                                    </p:anim>
                                    <p:anim calcmode="lin" valueType="num">
                                      <p:cBhvr>
                                        <p:cTn id="49" dur="500" fill="hold"/>
                                        <p:tgtEl>
                                          <p:spTgt spid="43"/>
                                        </p:tgtEl>
                                        <p:attrNameLst>
                                          <p:attrName>ppt_h</p:attrName>
                                        </p:attrNameLst>
                                      </p:cBhvr>
                                      <p:tavLst>
                                        <p:tav tm="0">
                                          <p:val>
                                            <p:fltVal val="0"/>
                                          </p:val>
                                        </p:tav>
                                        <p:tav tm="100000">
                                          <p:val>
                                            <p:strVal val="#ppt_h"/>
                                          </p:val>
                                        </p:tav>
                                      </p:tavLst>
                                    </p:anim>
                                    <p:animEffect transition="in" filter="fade">
                                      <p:cBhvr>
                                        <p:cTn id="50" dur="500"/>
                                        <p:tgtEl>
                                          <p:spTgt spid="43"/>
                                        </p:tgtEl>
                                      </p:cBhvr>
                                    </p:animEffect>
                                  </p:childTnLst>
                                </p:cTn>
                              </p:par>
                            </p:childTnLst>
                          </p:cTn>
                        </p:par>
                        <p:par>
                          <p:cTn id="51" fill="hold">
                            <p:stCondLst>
                              <p:cond delay="3500"/>
                            </p:stCondLst>
                            <p:childTnLst>
                              <p:par>
                                <p:cTn id="52" presetID="53" presetClass="entr" presetSubtype="16" fill="hold" nodeType="afterEffect">
                                  <p:stCondLst>
                                    <p:cond delay="0"/>
                                  </p:stCondLst>
                                  <p:childTnLst>
                                    <p:set>
                                      <p:cBhvr>
                                        <p:cTn id="53" dur="1" fill="hold">
                                          <p:stCondLst>
                                            <p:cond delay="0"/>
                                          </p:stCondLst>
                                        </p:cTn>
                                        <p:tgtEl>
                                          <p:spTgt spid="46"/>
                                        </p:tgtEl>
                                        <p:attrNameLst>
                                          <p:attrName>style.visibility</p:attrName>
                                        </p:attrNameLst>
                                      </p:cBhvr>
                                      <p:to>
                                        <p:strVal val="visible"/>
                                      </p:to>
                                    </p:set>
                                    <p:anim calcmode="lin" valueType="num">
                                      <p:cBhvr>
                                        <p:cTn id="54" dur="500" fill="hold"/>
                                        <p:tgtEl>
                                          <p:spTgt spid="46"/>
                                        </p:tgtEl>
                                        <p:attrNameLst>
                                          <p:attrName>ppt_w</p:attrName>
                                        </p:attrNameLst>
                                      </p:cBhvr>
                                      <p:tavLst>
                                        <p:tav tm="0">
                                          <p:val>
                                            <p:fltVal val="0"/>
                                          </p:val>
                                        </p:tav>
                                        <p:tav tm="100000">
                                          <p:val>
                                            <p:strVal val="#ppt_w"/>
                                          </p:val>
                                        </p:tav>
                                      </p:tavLst>
                                    </p:anim>
                                    <p:anim calcmode="lin" valueType="num">
                                      <p:cBhvr>
                                        <p:cTn id="55" dur="500" fill="hold"/>
                                        <p:tgtEl>
                                          <p:spTgt spid="46"/>
                                        </p:tgtEl>
                                        <p:attrNameLst>
                                          <p:attrName>ppt_h</p:attrName>
                                        </p:attrNameLst>
                                      </p:cBhvr>
                                      <p:tavLst>
                                        <p:tav tm="0">
                                          <p:val>
                                            <p:fltVal val="0"/>
                                          </p:val>
                                        </p:tav>
                                        <p:tav tm="100000">
                                          <p:val>
                                            <p:strVal val="#ppt_h"/>
                                          </p:val>
                                        </p:tav>
                                      </p:tavLst>
                                    </p:anim>
                                    <p:animEffect transition="in" filter="fade">
                                      <p:cBhvr>
                                        <p:cTn id="56" dur="500"/>
                                        <p:tgtEl>
                                          <p:spTgt spid="46"/>
                                        </p:tgtEl>
                                      </p:cBhvr>
                                    </p:animEffect>
                                  </p:childTnLst>
                                </p:cTn>
                              </p:par>
                            </p:childTnLst>
                          </p:cTn>
                        </p:par>
                        <p:par>
                          <p:cTn id="57" fill="hold">
                            <p:stCondLst>
                              <p:cond delay="4000"/>
                            </p:stCondLst>
                            <p:childTnLst>
                              <p:par>
                                <p:cTn id="58" presetID="53" presetClass="entr" presetSubtype="16" fill="hold" nodeType="afterEffect">
                                  <p:stCondLst>
                                    <p:cond delay="0"/>
                                  </p:stCondLst>
                                  <p:childTnLst>
                                    <p:set>
                                      <p:cBhvr>
                                        <p:cTn id="59" dur="1" fill="hold">
                                          <p:stCondLst>
                                            <p:cond delay="0"/>
                                          </p:stCondLst>
                                        </p:cTn>
                                        <p:tgtEl>
                                          <p:spTgt spid="49"/>
                                        </p:tgtEl>
                                        <p:attrNameLst>
                                          <p:attrName>style.visibility</p:attrName>
                                        </p:attrNameLst>
                                      </p:cBhvr>
                                      <p:to>
                                        <p:strVal val="visible"/>
                                      </p:to>
                                    </p:set>
                                    <p:anim calcmode="lin" valueType="num">
                                      <p:cBhvr>
                                        <p:cTn id="60" dur="500" fill="hold"/>
                                        <p:tgtEl>
                                          <p:spTgt spid="49"/>
                                        </p:tgtEl>
                                        <p:attrNameLst>
                                          <p:attrName>ppt_w</p:attrName>
                                        </p:attrNameLst>
                                      </p:cBhvr>
                                      <p:tavLst>
                                        <p:tav tm="0">
                                          <p:val>
                                            <p:fltVal val="0"/>
                                          </p:val>
                                        </p:tav>
                                        <p:tav tm="100000">
                                          <p:val>
                                            <p:strVal val="#ppt_w"/>
                                          </p:val>
                                        </p:tav>
                                      </p:tavLst>
                                    </p:anim>
                                    <p:anim calcmode="lin" valueType="num">
                                      <p:cBhvr>
                                        <p:cTn id="61" dur="500" fill="hold"/>
                                        <p:tgtEl>
                                          <p:spTgt spid="49"/>
                                        </p:tgtEl>
                                        <p:attrNameLst>
                                          <p:attrName>ppt_h</p:attrName>
                                        </p:attrNameLst>
                                      </p:cBhvr>
                                      <p:tavLst>
                                        <p:tav tm="0">
                                          <p:val>
                                            <p:fltVal val="0"/>
                                          </p:val>
                                        </p:tav>
                                        <p:tav tm="100000">
                                          <p:val>
                                            <p:strVal val="#ppt_h"/>
                                          </p:val>
                                        </p:tav>
                                      </p:tavLst>
                                    </p:anim>
                                    <p:animEffect transition="in" filter="fade">
                                      <p:cBhvr>
                                        <p:cTn id="62"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0" grpId="0" bldLvl="0" animBg="1"/>
      <p:bldP spid="11" grpId="0" bldLvl="0" animBg="1"/>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solidFill>
                  <a:schemeClr val="tx1">
                    <a:lumMod val="75000"/>
                    <a:lumOff val="25000"/>
                  </a:schemeClr>
                </a:solidFill>
                <a:latin typeface="字魂35号-经典雅黑" panose="02000000000000000000" pitchFamily="2" charset="-122"/>
                <a:ea typeface="字魂35号-经典雅黑" panose="02000000000000000000" pitchFamily="2" charset="-122"/>
                <a:sym typeface="Arial" panose="020B0604020202020204" pitchFamily="34" charset="0"/>
              </a:rPr>
              <a:t>操作系统应用</a:t>
            </a:r>
            <a:endParaRPr lang="zh-CN" altLang="en-US"/>
          </a:p>
        </p:txBody>
      </p:sp>
      <p:sp>
        <p:nvSpPr>
          <p:cNvPr id="3" name="文本占位符 2"/>
          <p:cNvSpPr>
            <a:spLocks noGrp="1"/>
          </p:cNvSpPr>
          <p:nvPr>
            <p:ph type="body" idx="1"/>
          </p:nvPr>
        </p:nvSpPr>
        <p:spPr/>
        <p:txBody>
          <a:bodyPr>
            <a:normAutofit/>
          </a:bodyPr>
          <a:lstStyle/>
          <a:p>
            <a:pPr algn="l" fontAlgn="auto">
              <a:lnSpc>
                <a:spcPct val="100000"/>
              </a:lnSpc>
              <a:spcBef>
                <a:spcPts val="0"/>
              </a:spcBef>
              <a:defRPr/>
            </a:pPr>
            <a:r>
              <a:rPr lang="zh-CN" altLang="en-US" kern="0" dirty="0">
                <a:solidFill>
                  <a:schemeClr val="tx1">
                    <a:lumMod val="75000"/>
                    <a:lumOff val="25000"/>
                  </a:schemeClr>
                </a:solidFill>
                <a:latin typeface="字魂35号-经典雅黑" panose="02000000000000000000" pitchFamily="2" charset="-122"/>
                <a:ea typeface="字魂35号-经典雅黑" panose="02000000000000000000" pitchFamily="2" charset="-122"/>
                <a:sym typeface="Arial" panose="020B0604020202020204" pitchFamily="34" charset="0"/>
              </a:rPr>
              <a:t>任务1　文件资源管理</a:t>
            </a:r>
          </a:p>
          <a:p>
            <a:pPr algn="l" fontAlgn="auto">
              <a:lnSpc>
                <a:spcPct val="100000"/>
              </a:lnSpc>
              <a:spcBef>
                <a:spcPts val="0"/>
              </a:spcBef>
              <a:defRPr/>
            </a:pPr>
            <a:r>
              <a:rPr lang="zh-CN" altLang="en-US" kern="0" dirty="0">
                <a:solidFill>
                  <a:schemeClr val="tx1">
                    <a:lumMod val="75000"/>
                    <a:lumOff val="25000"/>
                  </a:schemeClr>
                </a:solidFill>
                <a:latin typeface="字魂35号-经典雅黑" panose="02000000000000000000" pitchFamily="2" charset="-122"/>
                <a:ea typeface="字魂35号-经典雅黑" panose="02000000000000000000" pitchFamily="2" charset="-122"/>
                <a:sym typeface="Arial" panose="020B0604020202020204" pitchFamily="34" charset="0"/>
              </a:rPr>
              <a:t>任务2　计算机管理</a:t>
            </a:r>
            <a:endParaRPr lang="en-US" altLang="zh-CN"/>
          </a:p>
        </p:txBody>
      </p:sp>
      <p:sp>
        <p:nvSpPr>
          <p:cNvPr id="39" name="文本框 38"/>
          <p:cNvSpPr txBox="1"/>
          <p:nvPr/>
        </p:nvSpPr>
        <p:spPr>
          <a:xfrm>
            <a:off x="1908810" y="1748155"/>
            <a:ext cx="928370" cy="829945"/>
          </a:xfrm>
          <a:prstGeom prst="rect">
            <a:avLst/>
          </a:prstGeom>
          <a:noFill/>
        </p:spPr>
        <p:txBody>
          <a:bodyPr wrap="square" rtlCol="0">
            <a:spAutoFit/>
          </a:bodyPr>
          <a:lstStyle/>
          <a:p>
            <a:pPr algn="ctr"/>
            <a:r>
              <a:rPr lang="en-US" altLang="zh-CN" sz="4800" dirty="0">
                <a:solidFill>
                  <a:schemeClr val="accent1"/>
                </a:solidFill>
                <a:latin typeface="微软雅黑" panose="020B0503020204020204" pitchFamily="34" charset="-122"/>
                <a:ea typeface="微软雅黑" panose="020B0503020204020204" pitchFamily="34" charset="-122"/>
              </a:rPr>
              <a:t>01</a:t>
            </a:r>
          </a:p>
        </p:txBody>
      </p:sp>
    </p:spTree>
  </p:cSld>
  <p:clrMapOvr>
    <a:masterClrMapping/>
  </p:clrMapOvr>
  <mc:AlternateContent xmlns:mc="http://schemas.openxmlformats.org/markup-compatibility/2006" xmlns:p14="http://schemas.microsoft.com/office/powerpoint/2010/main">
    <mc:Choice Requires="p14">
      <p:transition spd="slow" p14:dur="1500" advTm="3000"/>
    </mc:Choice>
    <mc:Fallback xmlns="">
      <p:transition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p:cTn id="7" dur="500" fill="hold"/>
                                        <p:tgtEl>
                                          <p:spTgt spid="39"/>
                                        </p:tgtEl>
                                        <p:attrNameLst>
                                          <p:attrName>ppt_w</p:attrName>
                                        </p:attrNameLst>
                                      </p:cBhvr>
                                      <p:tavLst>
                                        <p:tav tm="0">
                                          <p:val>
                                            <p:fltVal val="0"/>
                                          </p:val>
                                        </p:tav>
                                        <p:tav tm="100000">
                                          <p:val>
                                            <p:strVal val="#ppt_w"/>
                                          </p:val>
                                        </p:tav>
                                      </p:tavLst>
                                    </p:anim>
                                    <p:anim calcmode="lin" valueType="num">
                                      <p:cBhvr>
                                        <p:cTn id="8" dur="500" fill="hold"/>
                                        <p:tgtEl>
                                          <p:spTgt spid="39"/>
                                        </p:tgtEl>
                                        <p:attrNameLst>
                                          <p:attrName>ppt_h</p:attrName>
                                        </p:attrNameLst>
                                      </p:cBhvr>
                                      <p:tavLst>
                                        <p:tav tm="0">
                                          <p:val>
                                            <p:fltVal val="0"/>
                                          </p:val>
                                        </p:tav>
                                        <p:tav tm="100000">
                                          <p:val>
                                            <p:strVal val="#ppt_h"/>
                                          </p:val>
                                        </p:tav>
                                      </p:tavLst>
                                    </p:anim>
                                    <p:animEffect transition="in" filter="fade">
                                      <p:cBhvr>
                                        <p:cTn id="9"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custDataLst>
              <p:tags r:id="rId2"/>
            </p:custDataLst>
          </p:nvPr>
        </p:nvPicPr>
        <p:blipFill>
          <a:blip r:embed="rId9"/>
          <a:stretch>
            <a:fillRect/>
          </a:stretch>
        </p:blipFill>
        <p:spPr>
          <a:xfrm>
            <a:off x="0" y="0"/>
            <a:ext cx="9144000" cy="5143499"/>
          </a:xfrm>
          <a:prstGeom prst="rect">
            <a:avLst/>
          </a:prstGeom>
        </p:spPr>
      </p:pic>
      <p:sp>
        <p:nvSpPr>
          <p:cNvPr id="5" name="矩形 4"/>
          <p:cNvSpPr/>
          <p:nvPr>
            <p:custDataLst>
              <p:tags r:id="rId3"/>
            </p:custDataLst>
          </p:nvPr>
        </p:nvSpPr>
        <p:spPr>
          <a:xfrm>
            <a:off x="796290" y="1518920"/>
            <a:ext cx="7560000" cy="3089275"/>
          </a:xfrm>
          <a:prstGeom prst="rect">
            <a:avLst/>
          </a:prstGeom>
          <a:solidFill>
            <a:srgbClr val="2196F3"/>
          </a:solidFill>
          <a:ln>
            <a:noFill/>
          </a:ln>
        </p:spPr>
        <p:style>
          <a:lnRef idx="2">
            <a:srgbClr val="2196F3">
              <a:shade val="50000"/>
            </a:srgbClr>
          </a:lnRef>
          <a:fillRef idx="1">
            <a:srgbClr val="2196F3"/>
          </a:fillRef>
          <a:effectRef idx="0">
            <a:srgbClr val="2196F3"/>
          </a:effectRef>
          <a:fontRef idx="minor">
            <a:srgbClr val="FFFFFF"/>
          </a:fontRef>
        </p:style>
        <p:txBody>
          <a:bodyPr rtlCol="0" anchor="ctr"/>
          <a:lstStyle/>
          <a:p>
            <a:pPr algn="ctr"/>
            <a:endParaRPr lang="zh-CN" altLang="en-US" sz="1350"/>
          </a:p>
        </p:txBody>
      </p:sp>
      <p:cxnSp>
        <p:nvCxnSpPr>
          <p:cNvPr id="10" name="直线连接符 9"/>
          <p:cNvCxnSpPr/>
          <p:nvPr>
            <p:custDataLst>
              <p:tags r:id="rId4"/>
            </p:custDataLst>
          </p:nvPr>
        </p:nvCxnSpPr>
        <p:spPr>
          <a:xfrm>
            <a:off x="1066217" y="2232196"/>
            <a:ext cx="709243" cy="0"/>
          </a:xfrm>
          <a:prstGeom prst="line">
            <a:avLst/>
          </a:prstGeom>
          <a:ln w="19050">
            <a:solidFill>
              <a:srgbClr val="FFFFFF"/>
            </a:solidFill>
          </a:ln>
        </p:spPr>
        <p:style>
          <a:lnRef idx="1">
            <a:srgbClr val="2196F3"/>
          </a:lnRef>
          <a:fillRef idx="0">
            <a:srgbClr val="2196F3"/>
          </a:fillRef>
          <a:effectRef idx="0">
            <a:srgbClr val="2196F3"/>
          </a:effectRef>
          <a:fontRef idx="minor">
            <a:srgbClr val="222222"/>
          </a:fontRef>
        </p:style>
      </p:cxnSp>
      <p:sp>
        <p:nvSpPr>
          <p:cNvPr id="8" name="矩形 7"/>
          <p:cNvSpPr/>
          <p:nvPr>
            <p:custDataLst>
              <p:tags r:id="rId5"/>
            </p:custDataLst>
          </p:nvPr>
        </p:nvSpPr>
        <p:spPr>
          <a:xfrm>
            <a:off x="796290" y="1519162"/>
            <a:ext cx="7560000" cy="49577"/>
          </a:xfrm>
          <a:prstGeom prst="rect">
            <a:avLst/>
          </a:prstGeom>
          <a:solidFill>
            <a:srgbClr val="2196F3">
              <a:lumMod val="75000"/>
            </a:srgbClr>
          </a:solidFill>
          <a:ln>
            <a:noFill/>
          </a:ln>
        </p:spPr>
        <p:style>
          <a:lnRef idx="2">
            <a:srgbClr val="2196F3">
              <a:shade val="50000"/>
            </a:srgbClr>
          </a:lnRef>
          <a:fillRef idx="1">
            <a:srgbClr val="2196F3"/>
          </a:fillRef>
          <a:effectRef idx="0">
            <a:srgbClr val="2196F3"/>
          </a:effectRef>
          <a:fontRef idx="minor">
            <a:srgbClr val="FFFFFF"/>
          </a:fontRef>
        </p:style>
        <p:txBody>
          <a:bodyPr rtlCol="0" anchor="ctr"/>
          <a:lstStyle/>
          <a:p>
            <a:pPr algn="ctr"/>
            <a:endParaRPr kumimoji="1" lang="zh-CN" altLang="en-US" sz="1350"/>
          </a:p>
        </p:txBody>
      </p:sp>
      <p:sp>
        <p:nvSpPr>
          <p:cNvPr id="20" name="TextBox 5"/>
          <p:cNvSpPr txBox="1"/>
          <p:nvPr>
            <p:custDataLst>
              <p:tags r:id="rId6"/>
            </p:custDataLst>
          </p:nvPr>
        </p:nvSpPr>
        <p:spPr>
          <a:xfrm>
            <a:off x="949960" y="1745615"/>
            <a:ext cx="1799590" cy="392430"/>
          </a:xfrm>
          <a:prstGeom prst="rect">
            <a:avLst/>
          </a:prstGeom>
          <a:noFill/>
        </p:spPr>
        <p:txBody>
          <a:bodyPr wrap="square" bIns="0" rtlCol="0" anchor="b" anchorCtr="0">
            <a:normAutofit/>
          </a:bodyPr>
          <a:lstStyle/>
          <a:p>
            <a:pPr>
              <a:lnSpc>
                <a:spcPct val="120000"/>
              </a:lnSpc>
            </a:pPr>
            <a:r>
              <a:rPr lang="zh-CN" altLang="en-US" b="1" spc="300" dirty="0">
                <a:solidFill>
                  <a:srgbClr val="FFFFFF"/>
                </a:solidFill>
                <a:latin typeface="微软雅黑" panose="020B0503020204020204" pitchFamily="34" charset="-122"/>
                <a:ea typeface="微软雅黑" panose="020B0503020204020204" pitchFamily="34" charset="-122"/>
              </a:rPr>
              <a:t>项目导读</a:t>
            </a:r>
          </a:p>
        </p:txBody>
      </p:sp>
      <p:sp>
        <p:nvSpPr>
          <p:cNvPr id="21" name="文本框 20"/>
          <p:cNvSpPr txBox="1"/>
          <p:nvPr>
            <p:custDataLst>
              <p:tags r:id="rId7"/>
            </p:custDataLst>
          </p:nvPr>
        </p:nvSpPr>
        <p:spPr>
          <a:xfrm>
            <a:off x="971550" y="2317750"/>
            <a:ext cx="7210425" cy="2175510"/>
          </a:xfrm>
          <a:prstGeom prst="rect">
            <a:avLst/>
          </a:prstGeom>
          <a:noFill/>
        </p:spPr>
        <p:txBody>
          <a:bodyPr wrap="square" tIns="0" rtlCol="0">
            <a:spAutoFit/>
          </a:bodyPr>
          <a:lstStyle>
            <a:defPPr>
              <a:defRPr lang="en-US"/>
            </a:defPPr>
            <a:lvl1pPr marL="342900" indent="-342900">
              <a:lnSpc>
                <a:spcPct val="140000"/>
              </a:lnSpc>
              <a:buFont typeface="Arial" panose="020B0604020202020204" pitchFamily="34" charset="0"/>
              <a:buAutoNum type="arabicPeriod"/>
              <a:defRPr kumimoji="1" sz="1400">
                <a:solidFill>
                  <a:srgbClr val="222222">
                    <a:lumMod val="75000"/>
                    <a:lumOff val="25000"/>
                  </a:srgbClr>
                </a:solidFill>
              </a:defRPr>
            </a:lvl1pPr>
          </a:lstStyle>
          <a:p>
            <a:pPr marL="0" indent="304800" algn="just" fontAlgn="auto">
              <a:lnSpc>
                <a:spcPct val="120000"/>
              </a:lnSpc>
              <a:buNone/>
              <a:extLst>
                <a:ext uri="{35155182-B16C-46BC-9424-99874614C6A1}">
                  <wpsdc:indentchars xmlns:wpsdc="http://www.wps.cn/officeDocument/2017/drawingmlCustomData" xmlns="" val="200" checksum="2875442453"/>
                </a:ext>
              </a:extLst>
            </a:pPr>
            <a:r>
              <a:rPr lang="zh-CN" altLang="en-US" sz="1050" spc="150" dirty="0">
                <a:solidFill>
                  <a:srgbClr val="FFFFFF"/>
                </a:solidFill>
                <a:latin typeface="微软雅黑" panose="020B0503020204020204" pitchFamily="34" charset="-122"/>
                <a:ea typeface="微软雅黑" panose="020B0503020204020204" pitchFamily="34" charset="-122"/>
              </a:rPr>
              <a:t>当我们成功启动计算机后，首先映入眼帘的就是操作系统的界面。我们所做的一切工作都是在操作系统之上来完成的。此时你可能没有想到：为什么拖曳鼠标就能完成对文件、磁盘、各种软硬件资源的管理呢？这是因为有了操作系统的支撑，我们才能如此方便地使用计算机。如果开机后发觉整个屏幕黑乎乎的一片，就会知道操作系统是多么重要，就会明白所有程序的运行都是离不开操作系统的。如果离开了操作系统，我们的计算机也就成了一堆废铁，什么事也干不了。</a:t>
            </a:r>
          </a:p>
          <a:p>
            <a:pPr marL="0" indent="304800" algn="just" fontAlgn="auto">
              <a:lnSpc>
                <a:spcPct val="120000"/>
              </a:lnSpc>
              <a:buNone/>
              <a:extLst>
                <a:ext uri="{35155182-B16C-46BC-9424-99874614C6A1}">
                  <wpsdc:indentchars xmlns:wpsdc="http://www.wps.cn/officeDocument/2017/drawingmlCustomData" xmlns="" val="200" checksum="2875442453"/>
                </a:ext>
              </a:extLst>
            </a:pPr>
            <a:r>
              <a:rPr lang="zh-CN" altLang="en-US" sz="1050" spc="150" dirty="0">
                <a:solidFill>
                  <a:srgbClr val="FFFFFF"/>
                </a:solidFill>
                <a:latin typeface="微软雅黑" panose="020B0503020204020204" pitchFamily="34" charset="-122"/>
                <a:ea typeface="微软雅黑" panose="020B0503020204020204" pitchFamily="34" charset="-122"/>
              </a:rPr>
              <a:t>操作系统的作用是为用户提供一个良好的界面，方便用户使用计算机，同时对内部各种软硬件资源能够进行有效的管理和分配，使整个系统能高效率地运行。</a:t>
            </a:r>
          </a:p>
          <a:p>
            <a:pPr marL="0" indent="304800" algn="just" fontAlgn="auto">
              <a:lnSpc>
                <a:spcPct val="120000"/>
              </a:lnSpc>
              <a:buNone/>
              <a:extLst>
                <a:ext uri="{35155182-B16C-46BC-9424-99874614C6A1}">
                  <wpsdc:indentchars xmlns:wpsdc="http://www.wps.cn/officeDocument/2017/drawingmlCustomData" xmlns="" val="200" checksum="2875442453"/>
                </a:ext>
              </a:extLst>
            </a:pPr>
            <a:r>
              <a:rPr lang="zh-CN" altLang="en-US" sz="1050" spc="150" dirty="0">
                <a:solidFill>
                  <a:srgbClr val="FFFFFF"/>
                </a:solidFill>
                <a:latin typeface="微软雅黑" panose="020B0503020204020204" pitchFamily="34" charset="-122"/>
                <a:ea typeface="微软雅黑" panose="020B0503020204020204" pitchFamily="34" charset="-122"/>
              </a:rPr>
              <a:t>目前，全世界80%以上的计算机上安装了Microsoft Windows 操作系统。Windows 操作系统的名称来源于出现在桌面上的那些矩形工作区，每一个工作区窗口都能显示不同的文档或程序，为操作系统的多任务处理提供了可视化模型。</a:t>
            </a:r>
          </a:p>
          <a:p>
            <a:pPr marL="0" indent="304800" algn="just" fontAlgn="auto">
              <a:lnSpc>
                <a:spcPct val="120000"/>
              </a:lnSpc>
              <a:buNone/>
              <a:extLst>
                <a:ext uri="{35155182-B16C-46BC-9424-99874614C6A1}">
                  <wpsdc:indentchars xmlns:wpsdc="http://www.wps.cn/officeDocument/2017/drawingmlCustomData" xmlns="" val="200" checksum="2875442453"/>
                </a:ext>
              </a:extLst>
            </a:pPr>
            <a:r>
              <a:rPr lang="zh-CN" altLang="en-US" sz="1050" spc="150" dirty="0">
                <a:solidFill>
                  <a:srgbClr val="FFFFFF"/>
                </a:solidFill>
                <a:latin typeface="微软雅黑" panose="020B0503020204020204" pitchFamily="34" charset="-122"/>
                <a:ea typeface="微软雅黑" panose="020B0503020204020204" pitchFamily="34" charset="-122"/>
              </a:rPr>
              <a:t>本项目将通过两个学习型任务介绍文件和文件夹管理、用户管理、应用程序管理等。</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840105" y="1176020"/>
            <a:ext cx="2912745" cy="3155315"/>
            <a:chOff x="1417" y="2008"/>
            <a:chExt cx="4587" cy="4969"/>
          </a:xfrm>
        </p:grpSpPr>
        <p:sp>
          <p:nvSpPr>
            <p:cNvPr id="27" name="任意多边形 26"/>
            <p:cNvSpPr/>
            <p:nvPr>
              <p:custDataLst>
                <p:tags r:id="rId26"/>
              </p:custDataLst>
            </p:nvPr>
          </p:nvSpPr>
          <p:spPr bwMode="auto">
            <a:xfrm rot="19150809" flipH="1">
              <a:off x="1987" y="2867"/>
              <a:ext cx="182" cy="357"/>
            </a:xfrm>
            <a:custGeom>
              <a:avLst/>
              <a:gdLst>
                <a:gd name="T0" fmla="*/ 80 w 152"/>
                <a:gd name="T1" fmla="*/ 2 h 410"/>
                <a:gd name="T2" fmla="*/ 80 w 152"/>
                <a:gd name="T3" fmla="*/ 2 h 410"/>
                <a:gd name="T4" fmla="*/ 84 w 152"/>
                <a:gd name="T5" fmla="*/ 10 h 410"/>
                <a:gd name="T6" fmla="*/ 100 w 152"/>
                <a:gd name="T7" fmla="*/ 32 h 410"/>
                <a:gd name="T8" fmla="*/ 118 w 152"/>
                <a:gd name="T9" fmla="*/ 66 h 410"/>
                <a:gd name="T10" fmla="*/ 128 w 152"/>
                <a:gd name="T11" fmla="*/ 88 h 410"/>
                <a:gd name="T12" fmla="*/ 136 w 152"/>
                <a:gd name="T13" fmla="*/ 112 h 410"/>
                <a:gd name="T14" fmla="*/ 144 w 152"/>
                <a:gd name="T15" fmla="*/ 138 h 410"/>
                <a:gd name="T16" fmla="*/ 150 w 152"/>
                <a:gd name="T17" fmla="*/ 168 h 410"/>
                <a:gd name="T18" fmla="*/ 152 w 152"/>
                <a:gd name="T19" fmla="*/ 198 h 410"/>
                <a:gd name="T20" fmla="*/ 152 w 152"/>
                <a:gd name="T21" fmla="*/ 230 h 410"/>
                <a:gd name="T22" fmla="*/ 148 w 152"/>
                <a:gd name="T23" fmla="*/ 264 h 410"/>
                <a:gd name="T24" fmla="*/ 138 w 152"/>
                <a:gd name="T25" fmla="*/ 298 h 410"/>
                <a:gd name="T26" fmla="*/ 124 w 152"/>
                <a:gd name="T27" fmla="*/ 334 h 410"/>
                <a:gd name="T28" fmla="*/ 116 w 152"/>
                <a:gd name="T29" fmla="*/ 352 h 410"/>
                <a:gd name="T30" fmla="*/ 106 w 152"/>
                <a:gd name="T31" fmla="*/ 370 h 410"/>
                <a:gd name="T32" fmla="*/ 106 w 152"/>
                <a:gd name="T33" fmla="*/ 370 h 410"/>
                <a:gd name="T34" fmla="*/ 96 w 152"/>
                <a:gd name="T35" fmla="*/ 386 h 410"/>
                <a:gd name="T36" fmla="*/ 84 w 152"/>
                <a:gd name="T37" fmla="*/ 398 h 410"/>
                <a:gd name="T38" fmla="*/ 74 w 152"/>
                <a:gd name="T39" fmla="*/ 406 h 410"/>
                <a:gd name="T40" fmla="*/ 66 w 152"/>
                <a:gd name="T41" fmla="*/ 408 h 410"/>
                <a:gd name="T42" fmla="*/ 56 w 152"/>
                <a:gd name="T43" fmla="*/ 410 h 410"/>
                <a:gd name="T44" fmla="*/ 48 w 152"/>
                <a:gd name="T45" fmla="*/ 406 h 410"/>
                <a:gd name="T46" fmla="*/ 42 w 152"/>
                <a:gd name="T47" fmla="*/ 400 h 410"/>
                <a:gd name="T48" fmla="*/ 34 w 152"/>
                <a:gd name="T49" fmla="*/ 390 h 410"/>
                <a:gd name="T50" fmla="*/ 28 w 152"/>
                <a:gd name="T51" fmla="*/ 380 h 410"/>
                <a:gd name="T52" fmla="*/ 22 w 152"/>
                <a:gd name="T53" fmla="*/ 366 h 410"/>
                <a:gd name="T54" fmla="*/ 12 w 152"/>
                <a:gd name="T55" fmla="*/ 332 h 410"/>
                <a:gd name="T56" fmla="*/ 6 w 152"/>
                <a:gd name="T57" fmla="*/ 292 h 410"/>
                <a:gd name="T58" fmla="*/ 0 w 152"/>
                <a:gd name="T59" fmla="*/ 250 h 410"/>
                <a:gd name="T60" fmla="*/ 0 w 152"/>
                <a:gd name="T61" fmla="*/ 204 h 410"/>
                <a:gd name="T62" fmla="*/ 0 w 152"/>
                <a:gd name="T63" fmla="*/ 158 h 410"/>
                <a:gd name="T64" fmla="*/ 6 w 152"/>
                <a:gd name="T65" fmla="*/ 114 h 410"/>
                <a:gd name="T66" fmla="*/ 14 w 152"/>
                <a:gd name="T67" fmla="*/ 76 h 410"/>
                <a:gd name="T68" fmla="*/ 18 w 152"/>
                <a:gd name="T69" fmla="*/ 58 h 410"/>
                <a:gd name="T70" fmla="*/ 24 w 152"/>
                <a:gd name="T71" fmla="*/ 42 h 410"/>
                <a:gd name="T72" fmla="*/ 32 w 152"/>
                <a:gd name="T73" fmla="*/ 30 h 410"/>
                <a:gd name="T74" fmla="*/ 38 w 152"/>
                <a:gd name="T75" fmla="*/ 18 h 410"/>
                <a:gd name="T76" fmla="*/ 48 w 152"/>
                <a:gd name="T77" fmla="*/ 10 h 410"/>
                <a:gd name="T78" fmla="*/ 58 w 152"/>
                <a:gd name="T79" fmla="*/ 4 h 410"/>
                <a:gd name="T80" fmla="*/ 68 w 152"/>
                <a:gd name="T81" fmla="*/ 0 h 410"/>
                <a:gd name="T82" fmla="*/ 80 w 152"/>
                <a:gd name="T83" fmla="*/ 2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2" h="410">
                  <a:moveTo>
                    <a:pt x="80" y="2"/>
                  </a:moveTo>
                  <a:lnTo>
                    <a:pt x="80" y="2"/>
                  </a:lnTo>
                  <a:lnTo>
                    <a:pt x="84" y="10"/>
                  </a:lnTo>
                  <a:lnTo>
                    <a:pt x="100" y="32"/>
                  </a:lnTo>
                  <a:lnTo>
                    <a:pt x="118" y="66"/>
                  </a:lnTo>
                  <a:lnTo>
                    <a:pt x="128" y="88"/>
                  </a:lnTo>
                  <a:lnTo>
                    <a:pt x="136" y="112"/>
                  </a:lnTo>
                  <a:lnTo>
                    <a:pt x="144" y="138"/>
                  </a:lnTo>
                  <a:lnTo>
                    <a:pt x="150" y="168"/>
                  </a:lnTo>
                  <a:lnTo>
                    <a:pt x="152" y="198"/>
                  </a:lnTo>
                  <a:lnTo>
                    <a:pt x="152" y="230"/>
                  </a:lnTo>
                  <a:lnTo>
                    <a:pt x="148" y="264"/>
                  </a:lnTo>
                  <a:lnTo>
                    <a:pt x="138" y="298"/>
                  </a:lnTo>
                  <a:lnTo>
                    <a:pt x="124" y="334"/>
                  </a:lnTo>
                  <a:lnTo>
                    <a:pt x="116" y="352"/>
                  </a:lnTo>
                  <a:lnTo>
                    <a:pt x="106" y="370"/>
                  </a:lnTo>
                  <a:lnTo>
                    <a:pt x="106" y="370"/>
                  </a:lnTo>
                  <a:lnTo>
                    <a:pt x="96" y="386"/>
                  </a:lnTo>
                  <a:lnTo>
                    <a:pt x="84" y="398"/>
                  </a:lnTo>
                  <a:lnTo>
                    <a:pt x="74" y="406"/>
                  </a:lnTo>
                  <a:lnTo>
                    <a:pt x="66" y="408"/>
                  </a:lnTo>
                  <a:lnTo>
                    <a:pt x="56" y="410"/>
                  </a:lnTo>
                  <a:lnTo>
                    <a:pt x="48" y="406"/>
                  </a:lnTo>
                  <a:lnTo>
                    <a:pt x="42" y="400"/>
                  </a:lnTo>
                  <a:lnTo>
                    <a:pt x="34" y="390"/>
                  </a:lnTo>
                  <a:lnTo>
                    <a:pt x="28" y="380"/>
                  </a:lnTo>
                  <a:lnTo>
                    <a:pt x="22" y="366"/>
                  </a:lnTo>
                  <a:lnTo>
                    <a:pt x="12" y="332"/>
                  </a:lnTo>
                  <a:lnTo>
                    <a:pt x="6" y="292"/>
                  </a:lnTo>
                  <a:lnTo>
                    <a:pt x="0" y="250"/>
                  </a:lnTo>
                  <a:lnTo>
                    <a:pt x="0" y="204"/>
                  </a:lnTo>
                  <a:lnTo>
                    <a:pt x="0" y="158"/>
                  </a:lnTo>
                  <a:lnTo>
                    <a:pt x="6" y="114"/>
                  </a:lnTo>
                  <a:lnTo>
                    <a:pt x="14" y="76"/>
                  </a:lnTo>
                  <a:lnTo>
                    <a:pt x="18" y="58"/>
                  </a:lnTo>
                  <a:lnTo>
                    <a:pt x="24" y="42"/>
                  </a:lnTo>
                  <a:lnTo>
                    <a:pt x="32" y="30"/>
                  </a:lnTo>
                  <a:lnTo>
                    <a:pt x="38" y="18"/>
                  </a:lnTo>
                  <a:lnTo>
                    <a:pt x="48" y="10"/>
                  </a:lnTo>
                  <a:lnTo>
                    <a:pt x="58" y="4"/>
                  </a:lnTo>
                  <a:lnTo>
                    <a:pt x="68" y="0"/>
                  </a:lnTo>
                  <a:lnTo>
                    <a:pt x="80" y="2"/>
                  </a:lnTo>
                  <a:close/>
                </a:path>
              </a:pathLst>
            </a:custGeom>
            <a:solidFill>
              <a:srgbClr val="755243"/>
            </a:solidFill>
            <a:ln>
              <a:noFill/>
            </a:ln>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28" name="任意多边形 27"/>
            <p:cNvSpPr/>
            <p:nvPr>
              <p:custDataLst>
                <p:tags r:id="rId27"/>
              </p:custDataLst>
            </p:nvPr>
          </p:nvSpPr>
          <p:spPr bwMode="auto">
            <a:xfrm>
              <a:off x="4184" y="3512"/>
              <a:ext cx="415" cy="238"/>
            </a:xfrm>
            <a:custGeom>
              <a:avLst/>
              <a:gdLst>
                <a:gd name="T0" fmla="*/ 346 w 346"/>
                <a:gd name="T1" fmla="*/ 126 h 198"/>
                <a:gd name="T2" fmla="*/ 346 w 346"/>
                <a:gd name="T3" fmla="*/ 126 h 198"/>
                <a:gd name="T4" fmla="*/ 296 w 346"/>
                <a:gd name="T5" fmla="*/ 112 h 198"/>
                <a:gd name="T6" fmla="*/ 254 w 346"/>
                <a:gd name="T7" fmla="*/ 102 h 198"/>
                <a:gd name="T8" fmla="*/ 236 w 346"/>
                <a:gd name="T9" fmla="*/ 100 h 198"/>
                <a:gd name="T10" fmla="*/ 224 w 346"/>
                <a:gd name="T11" fmla="*/ 98 h 198"/>
                <a:gd name="T12" fmla="*/ 224 w 346"/>
                <a:gd name="T13" fmla="*/ 98 h 198"/>
                <a:gd name="T14" fmla="*/ 218 w 346"/>
                <a:gd name="T15" fmla="*/ 100 h 198"/>
                <a:gd name="T16" fmla="*/ 212 w 346"/>
                <a:gd name="T17" fmla="*/ 104 h 198"/>
                <a:gd name="T18" fmla="*/ 198 w 346"/>
                <a:gd name="T19" fmla="*/ 116 h 198"/>
                <a:gd name="T20" fmla="*/ 182 w 346"/>
                <a:gd name="T21" fmla="*/ 132 h 198"/>
                <a:gd name="T22" fmla="*/ 166 w 346"/>
                <a:gd name="T23" fmla="*/ 152 h 198"/>
                <a:gd name="T24" fmla="*/ 150 w 346"/>
                <a:gd name="T25" fmla="*/ 170 h 198"/>
                <a:gd name="T26" fmla="*/ 136 w 346"/>
                <a:gd name="T27" fmla="*/ 186 h 198"/>
                <a:gd name="T28" fmla="*/ 122 w 346"/>
                <a:gd name="T29" fmla="*/ 196 h 198"/>
                <a:gd name="T30" fmla="*/ 116 w 346"/>
                <a:gd name="T31" fmla="*/ 198 h 198"/>
                <a:gd name="T32" fmla="*/ 112 w 346"/>
                <a:gd name="T33" fmla="*/ 198 h 198"/>
                <a:gd name="T34" fmla="*/ 112 w 346"/>
                <a:gd name="T35" fmla="*/ 198 h 198"/>
                <a:gd name="T36" fmla="*/ 84 w 346"/>
                <a:gd name="T37" fmla="*/ 192 h 198"/>
                <a:gd name="T38" fmla="*/ 68 w 346"/>
                <a:gd name="T39" fmla="*/ 186 h 198"/>
                <a:gd name="T40" fmla="*/ 50 w 346"/>
                <a:gd name="T41" fmla="*/ 178 h 198"/>
                <a:gd name="T42" fmla="*/ 32 w 346"/>
                <a:gd name="T43" fmla="*/ 170 h 198"/>
                <a:gd name="T44" fmla="*/ 18 w 346"/>
                <a:gd name="T45" fmla="*/ 160 h 198"/>
                <a:gd name="T46" fmla="*/ 12 w 346"/>
                <a:gd name="T47" fmla="*/ 152 h 198"/>
                <a:gd name="T48" fmla="*/ 6 w 346"/>
                <a:gd name="T49" fmla="*/ 146 h 198"/>
                <a:gd name="T50" fmla="*/ 2 w 346"/>
                <a:gd name="T51" fmla="*/ 138 h 198"/>
                <a:gd name="T52" fmla="*/ 0 w 346"/>
                <a:gd name="T53" fmla="*/ 130 h 198"/>
                <a:gd name="T54" fmla="*/ 0 w 346"/>
                <a:gd name="T55" fmla="*/ 130 h 198"/>
                <a:gd name="T56" fmla="*/ 0 w 346"/>
                <a:gd name="T57" fmla="*/ 120 h 198"/>
                <a:gd name="T58" fmla="*/ 2 w 346"/>
                <a:gd name="T59" fmla="*/ 110 h 198"/>
                <a:gd name="T60" fmla="*/ 6 w 346"/>
                <a:gd name="T61" fmla="*/ 100 h 198"/>
                <a:gd name="T62" fmla="*/ 12 w 346"/>
                <a:gd name="T63" fmla="*/ 90 h 198"/>
                <a:gd name="T64" fmla="*/ 28 w 346"/>
                <a:gd name="T65" fmla="*/ 68 h 198"/>
                <a:gd name="T66" fmla="*/ 46 w 346"/>
                <a:gd name="T67" fmla="*/ 48 h 198"/>
                <a:gd name="T68" fmla="*/ 64 w 346"/>
                <a:gd name="T69" fmla="*/ 28 h 198"/>
                <a:gd name="T70" fmla="*/ 80 w 346"/>
                <a:gd name="T71" fmla="*/ 14 h 198"/>
                <a:gd name="T72" fmla="*/ 96 w 346"/>
                <a:gd name="T73" fmla="*/ 0 h 198"/>
                <a:gd name="T74" fmla="*/ 96 w 346"/>
                <a:gd name="T75" fmla="*/ 0 h 198"/>
                <a:gd name="T76" fmla="*/ 130 w 346"/>
                <a:gd name="T77" fmla="*/ 14 h 198"/>
                <a:gd name="T78" fmla="*/ 208 w 346"/>
                <a:gd name="T79" fmla="*/ 48 h 198"/>
                <a:gd name="T80" fmla="*/ 252 w 346"/>
                <a:gd name="T81" fmla="*/ 70 h 198"/>
                <a:gd name="T82" fmla="*/ 292 w 346"/>
                <a:gd name="T83" fmla="*/ 90 h 198"/>
                <a:gd name="T84" fmla="*/ 326 w 346"/>
                <a:gd name="T85" fmla="*/ 110 h 198"/>
                <a:gd name="T86" fmla="*/ 338 w 346"/>
                <a:gd name="T87" fmla="*/ 118 h 198"/>
                <a:gd name="T88" fmla="*/ 346 w 346"/>
                <a:gd name="T89" fmla="*/ 126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46" h="198">
                  <a:moveTo>
                    <a:pt x="346" y="126"/>
                  </a:moveTo>
                  <a:lnTo>
                    <a:pt x="346" y="126"/>
                  </a:lnTo>
                  <a:lnTo>
                    <a:pt x="296" y="112"/>
                  </a:lnTo>
                  <a:lnTo>
                    <a:pt x="254" y="102"/>
                  </a:lnTo>
                  <a:lnTo>
                    <a:pt x="236" y="100"/>
                  </a:lnTo>
                  <a:lnTo>
                    <a:pt x="224" y="98"/>
                  </a:lnTo>
                  <a:lnTo>
                    <a:pt x="224" y="98"/>
                  </a:lnTo>
                  <a:lnTo>
                    <a:pt x="218" y="100"/>
                  </a:lnTo>
                  <a:lnTo>
                    <a:pt x="212" y="104"/>
                  </a:lnTo>
                  <a:lnTo>
                    <a:pt x="198" y="116"/>
                  </a:lnTo>
                  <a:lnTo>
                    <a:pt x="182" y="132"/>
                  </a:lnTo>
                  <a:lnTo>
                    <a:pt x="166" y="152"/>
                  </a:lnTo>
                  <a:lnTo>
                    <a:pt x="150" y="170"/>
                  </a:lnTo>
                  <a:lnTo>
                    <a:pt x="136" y="186"/>
                  </a:lnTo>
                  <a:lnTo>
                    <a:pt x="122" y="196"/>
                  </a:lnTo>
                  <a:lnTo>
                    <a:pt x="116" y="198"/>
                  </a:lnTo>
                  <a:lnTo>
                    <a:pt x="112" y="198"/>
                  </a:lnTo>
                  <a:lnTo>
                    <a:pt x="112" y="198"/>
                  </a:lnTo>
                  <a:lnTo>
                    <a:pt x="84" y="192"/>
                  </a:lnTo>
                  <a:lnTo>
                    <a:pt x="68" y="186"/>
                  </a:lnTo>
                  <a:lnTo>
                    <a:pt x="50" y="178"/>
                  </a:lnTo>
                  <a:lnTo>
                    <a:pt x="32" y="170"/>
                  </a:lnTo>
                  <a:lnTo>
                    <a:pt x="18" y="160"/>
                  </a:lnTo>
                  <a:lnTo>
                    <a:pt x="12" y="152"/>
                  </a:lnTo>
                  <a:lnTo>
                    <a:pt x="6" y="146"/>
                  </a:lnTo>
                  <a:lnTo>
                    <a:pt x="2" y="138"/>
                  </a:lnTo>
                  <a:lnTo>
                    <a:pt x="0" y="130"/>
                  </a:lnTo>
                  <a:lnTo>
                    <a:pt x="0" y="130"/>
                  </a:lnTo>
                  <a:lnTo>
                    <a:pt x="0" y="120"/>
                  </a:lnTo>
                  <a:lnTo>
                    <a:pt x="2" y="110"/>
                  </a:lnTo>
                  <a:lnTo>
                    <a:pt x="6" y="100"/>
                  </a:lnTo>
                  <a:lnTo>
                    <a:pt x="12" y="90"/>
                  </a:lnTo>
                  <a:lnTo>
                    <a:pt x="28" y="68"/>
                  </a:lnTo>
                  <a:lnTo>
                    <a:pt x="46" y="48"/>
                  </a:lnTo>
                  <a:lnTo>
                    <a:pt x="64" y="28"/>
                  </a:lnTo>
                  <a:lnTo>
                    <a:pt x="80" y="14"/>
                  </a:lnTo>
                  <a:lnTo>
                    <a:pt x="96" y="0"/>
                  </a:lnTo>
                  <a:lnTo>
                    <a:pt x="96" y="0"/>
                  </a:lnTo>
                  <a:lnTo>
                    <a:pt x="130" y="14"/>
                  </a:lnTo>
                  <a:lnTo>
                    <a:pt x="208" y="48"/>
                  </a:lnTo>
                  <a:lnTo>
                    <a:pt x="252" y="70"/>
                  </a:lnTo>
                  <a:lnTo>
                    <a:pt x="292" y="90"/>
                  </a:lnTo>
                  <a:lnTo>
                    <a:pt x="326" y="110"/>
                  </a:lnTo>
                  <a:lnTo>
                    <a:pt x="338" y="118"/>
                  </a:lnTo>
                  <a:lnTo>
                    <a:pt x="346" y="126"/>
                  </a:lnTo>
                  <a:close/>
                </a:path>
              </a:pathLst>
            </a:custGeom>
            <a:solidFill>
              <a:srgbClr val="F2CEA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29" name="任意多边形 28"/>
            <p:cNvSpPr/>
            <p:nvPr>
              <p:custDataLst>
                <p:tags r:id="rId28"/>
              </p:custDataLst>
            </p:nvPr>
          </p:nvSpPr>
          <p:spPr bwMode="auto">
            <a:xfrm>
              <a:off x="4184" y="3512"/>
              <a:ext cx="415" cy="238"/>
            </a:xfrm>
            <a:custGeom>
              <a:avLst/>
              <a:gdLst>
                <a:gd name="T0" fmla="*/ 346 w 346"/>
                <a:gd name="T1" fmla="*/ 126 h 198"/>
                <a:gd name="T2" fmla="*/ 346 w 346"/>
                <a:gd name="T3" fmla="*/ 126 h 198"/>
                <a:gd name="T4" fmla="*/ 296 w 346"/>
                <a:gd name="T5" fmla="*/ 112 h 198"/>
                <a:gd name="T6" fmla="*/ 254 w 346"/>
                <a:gd name="T7" fmla="*/ 102 h 198"/>
                <a:gd name="T8" fmla="*/ 236 w 346"/>
                <a:gd name="T9" fmla="*/ 100 h 198"/>
                <a:gd name="T10" fmla="*/ 224 w 346"/>
                <a:gd name="T11" fmla="*/ 98 h 198"/>
                <a:gd name="T12" fmla="*/ 224 w 346"/>
                <a:gd name="T13" fmla="*/ 98 h 198"/>
                <a:gd name="T14" fmla="*/ 218 w 346"/>
                <a:gd name="T15" fmla="*/ 100 h 198"/>
                <a:gd name="T16" fmla="*/ 212 w 346"/>
                <a:gd name="T17" fmla="*/ 104 h 198"/>
                <a:gd name="T18" fmla="*/ 198 w 346"/>
                <a:gd name="T19" fmla="*/ 116 h 198"/>
                <a:gd name="T20" fmla="*/ 182 w 346"/>
                <a:gd name="T21" fmla="*/ 132 h 198"/>
                <a:gd name="T22" fmla="*/ 166 w 346"/>
                <a:gd name="T23" fmla="*/ 152 h 198"/>
                <a:gd name="T24" fmla="*/ 150 w 346"/>
                <a:gd name="T25" fmla="*/ 170 h 198"/>
                <a:gd name="T26" fmla="*/ 136 w 346"/>
                <a:gd name="T27" fmla="*/ 186 h 198"/>
                <a:gd name="T28" fmla="*/ 122 w 346"/>
                <a:gd name="T29" fmla="*/ 196 h 198"/>
                <a:gd name="T30" fmla="*/ 116 w 346"/>
                <a:gd name="T31" fmla="*/ 198 h 198"/>
                <a:gd name="T32" fmla="*/ 112 w 346"/>
                <a:gd name="T33" fmla="*/ 198 h 198"/>
                <a:gd name="T34" fmla="*/ 112 w 346"/>
                <a:gd name="T35" fmla="*/ 198 h 198"/>
                <a:gd name="T36" fmla="*/ 84 w 346"/>
                <a:gd name="T37" fmla="*/ 192 h 198"/>
                <a:gd name="T38" fmla="*/ 68 w 346"/>
                <a:gd name="T39" fmla="*/ 186 h 198"/>
                <a:gd name="T40" fmla="*/ 50 w 346"/>
                <a:gd name="T41" fmla="*/ 178 h 198"/>
                <a:gd name="T42" fmla="*/ 32 w 346"/>
                <a:gd name="T43" fmla="*/ 170 h 198"/>
                <a:gd name="T44" fmla="*/ 18 w 346"/>
                <a:gd name="T45" fmla="*/ 160 h 198"/>
                <a:gd name="T46" fmla="*/ 12 w 346"/>
                <a:gd name="T47" fmla="*/ 152 h 198"/>
                <a:gd name="T48" fmla="*/ 6 w 346"/>
                <a:gd name="T49" fmla="*/ 146 h 198"/>
                <a:gd name="T50" fmla="*/ 2 w 346"/>
                <a:gd name="T51" fmla="*/ 138 h 198"/>
                <a:gd name="T52" fmla="*/ 0 w 346"/>
                <a:gd name="T53" fmla="*/ 130 h 198"/>
                <a:gd name="T54" fmla="*/ 0 w 346"/>
                <a:gd name="T55" fmla="*/ 130 h 198"/>
                <a:gd name="T56" fmla="*/ 0 w 346"/>
                <a:gd name="T57" fmla="*/ 120 h 198"/>
                <a:gd name="T58" fmla="*/ 2 w 346"/>
                <a:gd name="T59" fmla="*/ 110 h 198"/>
                <a:gd name="T60" fmla="*/ 6 w 346"/>
                <a:gd name="T61" fmla="*/ 100 h 198"/>
                <a:gd name="T62" fmla="*/ 12 w 346"/>
                <a:gd name="T63" fmla="*/ 90 h 198"/>
                <a:gd name="T64" fmla="*/ 28 w 346"/>
                <a:gd name="T65" fmla="*/ 68 h 198"/>
                <a:gd name="T66" fmla="*/ 46 w 346"/>
                <a:gd name="T67" fmla="*/ 48 h 198"/>
                <a:gd name="T68" fmla="*/ 64 w 346"/>
                <a:gd name="T69" fmla="*/ 28 h 198"/>
                <a:gd name="T70" fmla="*/ 80 w 346"/>
                <a:gd name="T71" fmla="*/ 14 h 198"/>
                <a:gd name="T72" fmla="*/ 96 w 346"/>
                <a:gd name="T73" fmla="*/ 0 h 198"/>
                <a:gd name="T74" fmla="*/ 96 w 346"/>
                <a:gd name="T75" fmla="*/ 0 h 198"/>
                <a:gd name="T76" fmla="*/ 130 w 346"/>
                <a:gd name="T77" fmla="*/ 14 h 198"/>
                <a:gd name="T78" fmla="*/ 208 w 346"/>
                <a:gd name="T79" fmla="*/ 48 h 198"/>
                <a:gd name="T80" fmla="*/ 252 w 346"/>
                <a:gd name="T81" fmla="*/ 70 h 198"/>
                <a:gd name="T82" fmla="*/ 292 w 346"/>
                <a:gd name="T83" fmla="*/ 90 h 198"/>
                <a:gd name="T84" fmla="*/ 326 w 346"/>
                <a:gd name="T85" fmla="*/ 110 h 198"/>
                <a:gd name="T86" fmla="*/ 338 w 346"/>
                <a:gd name="T87" fmla="*/ 118 h 198"/>
                <a:gd name="T88" fmla="*/ 346 w 346"/>
                <a:gd name="T89" fmla="*/ 126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46" h="198">
                  <a:moveTo>
                    <a:pt x="346" y="126"/>
                  </a:moveTo>
                  <a:lnTo>
                    <a:pt x="346" y="126"/>
                  </a:lnTo>
                  <a:lnTo>
                    <a:pt x="296" y="112"/>
                  </a:lnTo>
                  <a:lnTo>
                    <a:pt x="254" y="102"/>
                  </a:lnTo>
                  <a:lnTo>
                    <a:pt x="236" y="100"/>
                  </a:lnTo>
                  <a:lnTo>
                    <a:pt x="224" y="98"/>
                  </a:lnTo>
                  <a:lnTo>
                    <a:pt x="224" y="98"/>
                  </a:lnTo>
                  <a:lnTo>
                    <a:pt x="218" y="100"/>
                  </a:lnTo>
                  <a:lnTo>
                    <a:pt x="212" y="104"/>
                  </a:lnTo>
                  <a:lnTo>
                    <a:pt x="198" y="116"/>
                  </a:lnTo>
                  <a:lnTo>
                    <a:pt x="182" y="132"/>
                  </a:lnTo>
                  <a:lnTo>
                    <a:pt x="166" y="152"/>
                  </a:lnTo>
                  <a:lnTo>
                    <a:pt x="150" y="170"/>
                  </a:lnTo>
                  <a:lnTo>
                    <a:pt x="136" y="186"/>
                  </a:lnTo>
                  <a:lnTo>
                    <a:pt x="122" y="196"/>
                  </a:lnTo>
                  <a:lnTo>
                    <a:pt x="116" y="198"/>
                  </a:lnTo>
                  <a:lnTo>
                    <a:pt x="112" y="198"/>
                  </a:lnTo>
                  <a:lnTo>
                    <a:pt x="112" y="198"/>
                  </a:lnTo>
                  <a:lnTo>
                    <a:pt x="84" y="192"/>
                  </a:lnTo>
                  <a:lnTo>
                    <a:pt x="68" y="186"/>
                  </a:lnTo>
                  <a:lnTo>
                    <a:pt x="50" y="178"/>
                  </a:lnTo>
                  <a:lnTo>
                    <a:pt x="32" y="170"/>
                  </a:lnTo>
                  <a:lnTo>
                    <a:pt x="18" y="160"/>
                  </a:lnTo>
                  <a:lnTo>
                    <a:pt x="12" y="152"/>
                  </a:lnTo>
                  <a:lnTo>
                    <a:pt x="6" y="146"/>
                  </a:lnTo>
                  <a:lnTo>
                    <a:pt x="2" y="138"/>
                  </a:lnTo>
                  <a:lnTo>
                    <a:pt x="0" y="130"/>
                  </a:lnTo>
                  <a:lnTo>
                    <a:pt x="0" y="130"/>
                  </a:lnTo>
                  <a:lnTo>
                    <a:pt x="0" y="120"/>
                  </a:lnTo>
                  <a:lnTo>
                    <a:pt x="2" y="110"/>
                  </a:lnTo>
                  <a:lnTo>
                    <a:pt x="6" y="100"/>
                  </a:lnTo>
                  <a:lnTo>
                    <a:pt x="12" y="90"/>
                  </a:lnTo>
                  <a:lnTo>
                    <a:pt x="28" y="68"/>
                  </a:lnTo>
                  <a:lnTo>
                    <a:pt x="46" y="48"/>
                  </a:lnTo>
                  <a:lnTo>
                    <a:pt x="64" y="28"/>
                  </a:lnTo>
                  <a:lnTo>
                    <a:pt x="80" y="14"/>
                  </a:lnTo>
                  <a:lnTo>
                    <a:pt x="96" y="0"/>
                  </a:lnTo>
                  <a:lnTo>
                    <a:pt x="96" y="0"/>
                  </a:lnTo>
                  <a:lnTo>
                    <a:pt x="130" y="14"/>
                  </a:lnTo>
                  <a:lnTo>
                    <a:pt x="208" y="48"/>
                  </a:lnTo>
                  <a:lnTo>
                    <a:pt x="252" y="70"/>
                  </a:lnTo>
                  <a:lnTo>
                    <a:pt x="292" y="90"/>
                  </a:lnTo>
                  <a:lnTo>
                    <a:pt x="326" y="110"/>
                  </a:lnTo>
                  <a:lnTo>
                    <a:pt x="338" y="118"/>
                  </a:lnTo>
                  <a:lnTo>
                    <a:pt x="346" y="12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30" name="任意多边形 29"/>
            <p:cNvSpPr/>
            <p:nvPr>
              <p:custDataLst>
                <p:tags r:id="rId29"/>
              </p:custDataLst>
            </p:nvPr>
          </p:nvSpPr>
          <p:spPr bwMode="auto">
            <a:xfrm>
              <a:off x="3920" y="2188"/>
              <a:ext cx="1848" cy="1903"/>
            </a:xfrm>
            <a:custGeom>
              <a:avLst/>
              <a:gdLst>
                <a:gd name="T0" fmla="*/ 0 w 1540"/>
                <a:gd name="T1" fmla="*/ 1526 h 1586"/>
                <a:gd name="T2" fmla="*/ 0 w 1540"/>
                <a:gd name="T3" fmla="*/ 1526 h 1586"/>
                <a:gd name="T4" fmla="*/ 220 w 1540"/>
                <a:gd name="T5" fmla="*/ 1300 h 1586"/>
                <a:gd name="T6" fmla="*/ 712 w 1540"/>
                <a:gd name="T7" fmla="*/ 792 h 1586"/>
                <a:gd name="T8" fmla="*/ 982 w 1540"/>
                <a:gd name="T9" fmla="*/ 518 h 1586"/>
                <a:gd name="T10" fmla="*/ 1226 w 1540"/>
                <a:gd name="T11" fmla="*/ 272 h 1586"/>
                <a:gd name="T12" fmla="*/ 1410 w 1540"/>
                <a:gd name="T13" fmla="*/ 88 h 1586"/>
                <a:gd name="T14" fmla="*/ 1472 w 1540"/>
                <a:gd name="T15" fmla="*/ 30 h 1586"/>
                <a:gd name="T16" fmla="*/ 1506 w 1540"/>
                <a:gd name="T17" fmla="*/ 0 h 1586"/>
                <a:gd name="T18" fmla="*/ 1506 w 1540"/>
                <a:gd name="T19" fmla="*/ 0 h 1586"/>
                <a:gd name="T20" fmla="*/ 1516 w 1540"/>
                <a:gd name="T21" fmla="*/ 10 h 1586"/>
                <a:gd name="T22" fmla="*/ 1540 w 1540"/>
                <a:gd name="T23" fmla="*/ 32 h 1586"/>
                <a:gd name="T24" fmla="*/ 1540 w 1540"/>
                <a:gd name="T25" fmla="*/ 32 h 1586"/>
                <a:gd name="T26" fmla="*/ 854 w 1540"/>
                <a:gd name="T27" fmla="*/ 772 h 1586"/>
                <a:gd name="T28" fmla="*/ 360 w 1540"/>
                <a:gd name="T29" fmla="*/ 1302 h 1586"/>
                <a:gd name="T30" fmla="*/ 182 w 1540"/>
                <a:gd name="T31" fmla="*/ 1492 h 1586"/>
                <a:gd name="T32" fmla="*/ 124 w 1540"/>
                <a:gd name="T33" fmla="*/ 1554 h 1586"/>
                <a:gd name="T34" fmla="*/ 90 w 1540"/>
                <a:gd name="T35" fmla="*/ 1586 h 1586"/>
                <a:gd name="T36" fmla="*/ 90 w 1540"/>
                <a:gd name="T37" fmla="*/ 1586 h 1586"/>
                <a:gd name="T38" fmla="*/ 78 w 1540"/>
                <a:gd name="T39" fmla="*/ 1586 h 1586"/>
                <a:gd name="T40" fmla="*/ 64 w 1540"/>
                <a:gd name="T41" fmla="*/ 1582 h 1586"/>
                <a:gd name="T42" fmla="*/ 50 w 1540"/>
                <a:gd name="T43" fmla="*/ 1578 h 1586"/>
                <a:gd name="T44" fmla="*/ 34 w 1540"/>
                <a:gd name="T45" fmla="*/ 1570 h 1586"/>
                <a:gd name="T46" fmla="*/ 20 w 1540"/>
                <a:gd name="T47" fmla="*/ 1560 h 1586"/>
                <a:gd name="T48" fmla="*/ 14 w 1540"/>
                <a:gd name="T49" fmla="*/ 1552 h 1586"/>
                <a:gd name="T50" fmla="*/ 8 w 1540"/>
                <a:gd name="T51" fmla="*/ 1546 h 1586"/>
                <a:gd name="T52" fmla="*/ 2 w 1540"/>
                <a:gd name="T53" fmla="*/ 1536 h 1586"/>
                <a:gd name="T54" fmla="*/ 0 w 1540"/>
                <a:gd name="T55" fmla="*/ 1526 h 1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540" h="1586">
                  <a:moveTo>
                    <a:pt x="0" y="1526"/>
                  </a:moveTo>
                  <a:lnTo>
                    <a:pt x="0" y="1526"/>
                  </a:lnTo>
                  <a:lnTo>
                    <a:pt x="220" y="1300"/>
                  </a:lnTo>
                  <a:lnTo>
                    <a:pt x="712" y="792"/>
                  </a:lnTo>
                  <a:lnTo>
                    <a:pt x="982" y="518"/>
                  </a:lnTo>
                  <a:lnTo>
                    <a:pt x="1226" y="272"/>
                  </a:lnTo>
                  <a:lnTo>
                    <a:pt x="1410" y="88"/>
                  </a:lnTo>
                  <a:lnTo>
                    <a:pt x="1472" y="30"/>
                  </a:lnTo>
                  <a:lnTo>
                    <a:pt x="1506" y="0"/>
                  </a:lnTo>
                  <a:lnTo>
                    <a:pt x="1506" y="0"/>
                  </a:lnTo>
                  <a:lnTo>
                    <a:pt x="1516" y="10"/>
                  </a:lnTo>
                  <a:lnTo>
                    <a:pt x="1540" y="32"/>
                  </a:lnTo>
                  <a:lnTo>
                    <a:pt x="1540" y="32"/>
                  </a:lnTo>
                  <a:lnTo>
                    <a:pt x="854" y="772"/>
                  </a:lnTo>
                  <a:lnTo>
                    <a:pt x="360" y="1302"/>
                  </a:lnTo>
                  <a:lnTo>
                    <a:pt x="182" y="1492"/>
                  </a:lnTo>
                  <a:lnTo>
                    <a:pt x="124" y="1554"/>
                  </a:lnTo>
                  <a:lnTo>
                    <a:pt x="90" y="1586"/>
                  </a:lnTo>
                  <a:lnTo>
                    <a:pt x="90" y="1586"/>
                  </a:lnTo>
                  <a:lnTo>
                    <a:pt x="78" y="1586"/>
                  </a:lnTo>
                  <a:lnTo>
                    <a:pt x="64" y="1582"/>
                  </a:lnTo>
                  <a:lnTo>
                    <a:pt x="50" y="1578"/>
                  </a:lnTo>
                  <a:lnTo>
                    <a:pt x="34" y="1570"/>
                  </a:lnTo>
                  <a:lnTo>
                    <a:pt x="20" y="1560"/>
                  </a:lnTo>
                  <a:lnTo>
                    <a:pt x="14" y="1552"/>
                  </a:lnTo>
                  <a:lnTo>
                    <a:pt x="8" y="1546"/>
                  </a:lnTo>
                  <a:lnTo>
                    <a:pt x="2" y="1536"/>
                  </a:lnTo>
                  <a:lnTo>
                    <a:pt x="0" y="1526"/>
                  </a:lnTo>
                  <a:close/>
                </a:path>
              </a:pathLst>
            </a:custGeom>
            <a:solidFill>
              <a:srgbClr val="16161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31" name="任意多边形 30"/>
            <p:cNvSpPr/>
            <p:nvPr>
              <p:custDataLst>
                <p:tags r:id="rId30"/>
              </p:custDataLst>
            </p:nvPr>
          </p:nvSpPr>
          <p:spPr bwMode="auto">
            <a:xfrm>
              <a:off x="3920" y="2188"/>
              <a:ext cx="1848" cy="1903"/>
            </a:xfrm>
            <a:custGeom>
              <a:avLst/>
              <a:gdLst>
                <a:gd name="T0" fmla="*/ 0 w 1540"/>
                <a:gd name="T1" fmla="*/ 1526 h 1586"/>
                <a:gd name="T2" fmla="*/ 0 w 1540"/>
                <a:gd name="T3" fmla="*/ 1526 h 1586"/>
                <a:gd name="T4" fmla="*/ 220 w 1540"/>
                <a:gd name="T5" fmla="*/ 1300 h 1586"/>
                <a:gd name="T6" fmla="*/ 712 w 1540"/>
                <a:gd name="T7" fmla="*/ 792 h 1586"/>
                <a:gd name="T8" fmla="*/ 982 w 1540"/>
                <a:gd name="T9" fmla="*/ 518 h 1586"/>
                <a:gd name="T10" fmla="*/ 1226 w 1540"/>
                <a:gd name="T11" fmla="*/ 272 h 1586"/>
                <a:gd name="T12" fmla="*/ 1410 w 1540"/>
                <a:gd name="T13" fmla="*/ 88 h 1586"/>
                <a:gd name="T14" fmla="*/ 1472 w 1540"/>
                <a:gd name="T15" fmla="*/ 30 h 1586"/>
                <a:gd name="T16" fmla="*/ 1506 w 1540"/>
                <a:gd name="T17" fmla="*/ 0 h 1586"/>
                <a:gd name="T18" fmla="*/ 1506 w 1540"/>
                <a:gd name="T19" fmla="*/ 0 h 1586"/>
                <a:gd name="T20" fmla="*/ 1516 w 1540"/>
                <a:gd name="T21" fmla="*/ 10 h 1586"/>
                <a:gd name="T22" fmla="*/ 1540 w 1540"/>
                <a:gd name="T23" fmla="*/ 32 h 1586"/>
                <a:gd name="T24" fmla="*/ 1540 w 1540"/>
                <a:gd name="T25" fmla="*/ 32 h 1586"/>
                <a:gd name="T26" fmla="*/ 854 w 1540"/>
                <a:gd name="T27" fmla="*/ 772 h 1586"/>
                <a:gd name="T28" fmla="*/ 360 w 1540"/>
                <a:gd name="T29" fmla="*/ 1302 h 1586"/>
                <a:gd name="T30" fmla="*/ 182 w 1540"/>
                <a:gd name="T31" fmla="*/ 1492 h 1586"/>
                <a:gd name="T32" fmla="*/ 124 w 1540"/>
                <a:gd name="T33" fmla="*/ 1554 h 1586"/>
                <a:gd name="T34" fmla="*/ 90 w 1540"/>
                <a:gd name="T35" fmla="*/ 1586 h 1586"/>
                <a:gd name="T36" fmla="*/ 90 w 1540"/>
                <a:gd name="T37" fmla="*/ 1586 h 1586"/>
                <a:gd name="T38" fmla="*/ 78 w 1540"/>
                <a:gd name="T39" fmla="*/ 1586 h 1586"/>
                <a:gd name="T40" fmla="*/ 64 w 1540"/>
                <a:gd name="T41" fmla="*/ 1582 h 1586"/>
                <a:gd name="T42" fmla="*/ 50 w 1540"/>
                <a:gd name="T43" fmla="*/ 1578 h 1586"/>
                <a:gd name="T44" fmla="*/ 34 w 1540"/>
                <a:gd name="T45" fmla="*/ 1570 h 1586"/>
                <a:gd name="T46" fmla="*/ 20 w 1540"/>
                <a:gd name="T47" fmla="*/ 1560 h 1586"/>
                <a:gd name="T48" fmla="*/ 14 w 1540"/>
                <a:gd name="T49" fmla="*/ 1552 h 1586"/>
                <a:gd name="T50" fmla="*/ 8 w 1540"/>
                <a:gd name="T51" fmla="*/ 1546 h 1586"/>
                <a:gd name="T52" fmla="*/ 2 w 1540"/>
                <a:gd name="T53" fmla="*/ 1536 h 1586"/>
                <a:gd name="T54" fmla="*/ 0 w 1540"/>
                <a:gd name="T55" fmla="*/ 1526 h 1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540" h="1586">
                  <a:moveTo>
                    <a:pt x="0" y="1526"/>
                  </a:moveTo>
                  <a:lnTo>
                    <a:pt x="0" y="1526"/>
                  </a:lnTo>
                  <a:lnTo>
                    <a:pt x="220" y="1300"/>
                  </a:lnTo>
                  <a:lnTo>
                    <a:pt x="712" y="792"/>
                  </a:lnTo>
                  <a:lnTo>
                    <a:pt x="982" y="518"/>
                  </a:lnTo>
                  <a:lnTo>
                    <a:pt x="1226" y="272"/>
                  </a:lnTo>
                  <a:lnTo>
                    <a:pt x="1410" y="88"/>
                  </a:lnTo>
                  <a:lnTo>
                    <a:pt x="1472" y="30"/>
                  </a:lnTo>
                  <a:lnTo>
                    <a:pt x="1506" y="0"/>
                  </a:lnTo>
                  <a:lnTo>
                    <a:pt x="1506" y="0"/>
                  </a:lnTo>
                  <a:lnTo>
                    <a:pt x="1516" y="10"/>
                  </a:lnTo>
                  <a:lnTo>
                    <a:pt x="1540" y="32"/>
                  </a:lnTo>
                  <a:lnTo>
                    <a:pt x="1540" y="32"/>
                  </a:lnTo>
                  <a:lnTo>
                    <a:pt x="854" y="772"/>
                  </a:lnTo>
                  <a:lnTo>
                    <a:pt x="360" y="1302"/>
                  </a:lnTo>
                  <a:lnTo>
                    <a:pt x="182" y="1492"/>
                  </a:lnTo>
                  <a:lnTo>
                    <a:pt x="124" y="1554"/>
                  </a:lnTo>
                  <a:lnTo>
                    <a:pt x="90" y="1586"/>
                  </a:lnTo>
                  <a:lnTo>
                    <a:pt x="90" y="1586"/>
                  </a:lnTo>
                  <a:lnTo>
                    <a:pt x="78" y="1586"/>
                  </a:lnTo>
                  <a:lnTo>
                    <a:pt x="64" y="1582"/>
                  </a:lnTo>
                  <a:lnTo>
                    <a:pt x="50" y="1578"/>
                  </a:lnTo>
                  <a:lnTo>
                    <a:pt x="34" y="1570"/>
                  </a:lnTo>
                  <a:lnTo>
                    <a:pt x="20" y="1560"/>
                  </a:lnTo>
                  <a:lnTo>
                    <a:pt x="14" y="1552"/>
                  </a:lnTo>
                  <a:lnTo>
                    <a:pt x="8" y="1546"/>
                  </a:lnTo>
                  <a:lnTo>
                    <a:pt x="2" y="1536"/>
                  </a:lnTo>
                  <a:lnTo>
                    <a:pt x="0" y="152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32" name="任意多边形 31"/>
            <p:cNvSpPr/>
            <p:nvPr>
              <p:custDataLst>
                <p:tags r:id="rId31"/>
              </p:custDataLst>
            </p:nvPr>
          </p:nvSpPr>
          <p:spPr bwMode="auto">
            <a:xfrm>
              <a:off x="4491" y="3522"/>
              <a:ext cx="175" cy="146"/>
            </a:xfrm>
            <a:custGeom>
              <a:avLst/>
              <a:gdLst>
                <a:gd name="T0" fmla="*/ 146 w 146"/>
                <a:gd name="T1" fmla="*/ 50 h 122"/>
                <a:gd name="T2" fmla="*/ 146 w 146"/>
                <a:gd name="T3" fmla="*/ 50 h 122"/>
                <a:gd name="T4" fmla="*/ 40 w 146"/>
                <a:gd name="T5" fmla="*/ 2 h 122"/>
                <a:gd name="T6" fmla="*/ 40 w 146"/>
                <a:gd name="T7" fmla="*/ 2 h 122"/>
                <a:gd name="T8" fmla="*/ 36 w 146"/>
                <a:gd name="T9" fmla="*/ 0 h 122"/>
                <a:gd name="T10" fmla="*/ 34 w 146"/>
                <a:gd name="T11" fmla="*/ 2 h 122"/>
                <a:gd name="T12" fmla="*/ 26 w 146"/>
                <a:gd name="T13" fmla="*/ 6 h 122"/>
                <a:gd name="T14" fmla="*/ 18 w 146"/>
                <a:gd name="T15" fmla="*/ 16 h 122"/>
                <a:gd name="T16" fmla="*/ 10 w 146"/>
                <a:gd name="T17" fmla="*/ 28 h 122"/>
                <a:gd name="T18" fmla="*/ 4 w 146"/>
                <a:gd name="T19" fmla="*/ 40 h 122"/>
                <a:gd name="T20" fmla="*/ 0 w 146"/>
                <a:gd name="T21" fmla="*/ 54 h 122"/>
                <a:gd name="T22" fmla="*/ 0 w 146"/>
                <a:gd name="T23" fmla="*/ 66 h 122"/>
                <a:gd name="T24" fmla="*/ 0 w 146"/>
                <a:gd name="T25" fmla="*/ 76 h 122"/>
                <a:gd name="T26" fmla="*/ 0 w 146"/>
                <a:gd name="T27" fmla="*/ 76 h 122"/>
                <a:gd name="T28" fmla="*/ 4 w 146"/>
                <a:gd name="T29" fmla="*/ 80 h 122"/>
                <a:gd name="T30" fmla="*/ 8 w 146"/>
                <a:gd name="T31" fmla="*/ 84 h 122"/>
                <a:gd name="T32" fmla="*/ 20 w 146"/>
                <a:gd name="T33" fmla="*/ 94 h 122"/>
                <a:gd name="T34" fmla="*/ 34 w 146"/>
                <a:gd name="T35" fmla="*/ 100 h 122"/>
                <a:gd name="T36" fmla="*/ 52 w 146"/>
                <a:gd name="T37" fmla="*/ 108 h 122"/>
                <a:gd name="T38" fmla="*/ 86 w 146"/>
                <a:gd name="T39" fmla="*/ 118 h 122"/>
                <a:gd name="T40" fmla="*/ 108 w 146"/>
                <a:gd name="T41" fmla="*/ 122 h 122"/>
                <a:gd name="T42" fmla="*/ 108 w 146"/>
                <a:gd name="T43" fmla="*/ 122 h 122"/>
                <a:gd name="T44" fmla="*/ 110 w 146"/>
                <a:gd name="T45" fmla="*/ 120 h 122"/>
                <a:gd name="T46" fmla="*/ 114 w 146"/>
                <a:gd name="T47" fmla="*/ 118 h 122"/>
                <a:gd name="T48" fmla="*/ 120 w 146"/>
                <a:gd name="T49" fmla="*/ 110 h 122"/>
                <a:gd name="T50" fmla="*/ 126 w 146"/>
                <a:gd name="T51" fmla="*/ 98 h 122"/>
                <a:gd name="T52" fmla="*/ 132 w 146"/>
                <a:gd name="T53" fmla="*/ 86 h 122"/>
                <a:gd name="T54" fmla="*/ 142 w 146"/>
                <a:gd name="T55" fmla="*/ 62 h 122"/>
                <a:gd name="T56" fmla="*/ 146 w 146"/>
                <a:gd name="T57" fmla="*/ 5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46" h="122">
                  <a:moveTo>
                    <a:pt x="146" y="50"/>
                  </a:moveTo>
                  <a:lnTo>
                    <a:pt x="146" y="50"/>
                  </a:lnTo>
                  <a:lnTo>
                    <a:pt x="40" y="2"/>
                  </a:lnTo>
                  <a:lnTo>
                    <a:pt x="40" y="2"/>
                  </a:lnTo>
                  <a:lnTo>
                    <a:pt x="36" y="0"/>
                  </a:lnTo>
                  <a:lnTo>
                    <a:pt x="34" y="2"/>
                  </a:lnTo>
                  <a:lnTo>
                    <a:pt x="26" y="6"/>
                  </a:lnTo>
                  <a:lnTo>
                    <a:pt x="18" y="16"/>
                  </a:lnTo>
                  <a:lnTo>
                    <a:pt x="10" y="28"/>
                  </a:lnTo>
                  <a:lnTo>
                    <a:pt x="4" y="40"/>
                  </a:lnTo>
                  <a:lnTo>
                    <a:pt x="0" y="54"/>
                  </a:lnTo>
                  <a:lnTo>
                    <a:pt x="0" y="66"/>
                  </a:lnTo>
                  <a:lnTo>
                    <a:pt x="0" y="76"/>
                  </a:lnTo>
                  <a:lnTo>
                    <a:pt x="0" y="76"/>
                  </a:lnTo>
                  <a:lnTo>
                    <a:pt x="4" y="80"/>
                  </a:lnTo>
                  <a:lnTo>
                    <a:pt x="8" y="84"/>
                  </a:lnTo>
                  <a:lnTo>
                    <a:pt x="20" y="94"/>
                  </a:lnTo>
                  <a:lnTo>
                    <a:pt x="34" y="100"/>
                  </a:lnTo>
                  <a:lnTo>
                    <a:pt x="52" y="108"/>
                  </a:lnTo>
                  <a:lnTo>
                    <a:pt x="86" y="118"/>
                  </a:lnTo>
                  <a:lnTo>
                    <a:pt x="108" y="122"/>
                  </a:lnTo>
                  <a:lnTo>
                    <a:pt x="108" y="122"/>
                  </a:lnTo>
                  <a:lnTo>
                    <a:pt x="110" y="120"/>
                  </a:lnTo>
                  <a:lnTo>
                    <a:pt x="114" y="118"/>
                  </a:lnTo>
                  <a:lnTo>
                    <a:pt x="120" y="110"/>
                  </a:lnTo>
                  <a:lnTo>
                    <a:pt x="126" y="98"/>
                  </a:lnTo>
                  <a:lnTo>
                    <a:pt x="132" y="86"/>
                  </a:lnTo>
                  <a:lnTo>
                    <a:pt x="142" y="62"/>
                  </a:lnTo>
                  <a:lnTo>
                    <a:pt x="146" y="50"/>
                  </a:lnTo>
                  <a:close/>
                </a:path>
              </a:pathLst>
            </a:custGeom>
            <a:solidFill>
              <a:srgbClr val="FED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33" name="任意多边形 32"/>
            <p:cNvSpPr/>
            <p:nvPr>
              <p:custDataLst>
                <p:tags r:id="rId32"/>
              </p:custDataLst>
            </p:nvPr>
          </p:nvSpPr>
          <p:spPr bwMode="auto">
            <a:xfrm>
              <a:off x="4491" y="3522"/>
              <a:ext cx="175" cy="146"/>
            </a:xfrm>
            <a:custGeom>
              <a:avLst/>
              <a:gdLst>
                <a:gd name="T0" fmla="*/ 146 w 146"/>
                <a:gd name="T1" fmla="*/ 50 h 122"/>
                <a:gd name="T2" fmla="*/ 146 w 146"/>
                <a:gd name="T3" fmla="*/ 50 h 122"/>
                <a:gd name="T4" fmla="*/ 40 w 146"/>
                <a:gd name="T5" fmla="*/ 2 h 122"/>
                <a:gd name="T6" fmla="*/ 40 w 146"/>
                <a:gd name="T7" fmla="*/ 2 h 122"/>
                <a:gd name="T8" fmla="*/ 36 w 146"/>
                <a:gd name="T9" fmla="*/ 0 h 122"/>
                <a:gd name="T10" fmla="*/ 34 w 146"/>
                <a:gd name="T11" fmla="*/ 2 h 122"/>
                <a:gd name="T12" fmla="*/ 26 w 146"/>
                <a:gd name="T13" fmla="*/ 6 h 122"/>
                <a:gd name="T14" fmla="*/ 18 w 146"/>
                <a:gd name="T15" fmla="*/ 16 h 122"/>
                <a:gd name="T16" fmla="*/ 10 w 146"/>
                <a:gd name="T17" fmla="*/ 28 h 122"/>
                <a:gd name="T18" fmla="*/ 4 w 146"/>
                <a:gd name="T19" fmla="*/ 40 h 122"/>
                <a:gd name="T20" fmla="*/ 0 w 146"/>
                <a:gd name="T21" fmla="*/ 54 h 122"/>
                <a:gd name="T22" fmla="*/ 0 w 146"/>
                <a:gd name="T23" fmla="*/ 66 h 122"/>
                <a:gd name="T24" fmla="*/ 0 w 146"/>
                <a:gd name="T25" fmla="*/ 76 h 122"/>
                <a:gd name="T26" fmla="*/ 0 w 146"/>
                <a:gd name="T27" fmla="*/ 76 h 122"/>
                <a:gd name="T28" fmla="*/ 4 w 146"/>
                <a:gd name="T29" fmla="*/ 80 h 122"/>
                <a:gd name="T30" fmla="*/ 8 w 146"/>
                <a:gd name="T31" fmla="*/ 84 h 122"/>
                <a:gd name="T32" fmla="*/ 20 w 146"/>
                <a:gd name="T33" fmla="*/ 94 h 122"/>
                <a:gd name="T34" fmla="*/ 34 w 146"/>
                <a:gd name="T35" fmla="*/ 100 h 122"/>
                <a:gd name="T36" fmla="*/ 52 w 146"/>
                <a:gd name="T37" fmla="*/ 108 h 122"/>
                <a:gd name="T38" fmla="*/ 86 w 146"/>
                <a:gd name="T39" fmla="*/ 118 h 122"/>
                <a:gd name="T40" fmla="*/ 108 w 146"/>
                <a:gd name="T41" fmla="*/ 122 h 122"/>
                <a:gd name="T42" fmla="*/ 108 w 146"/>
                <a:gd name="T43" fmla="*/ 122 h 122"/>
                <a:gd name="T44" fmla="*/ 110 w 146"/>
                <a:gd name="T45" fmla="*/ 120 h 122"/>
                <a:gd name="T46" fmla="*/ 114 w 146"/>
                <a:gd name="T47" fmla="*/ 118 h 122"/>
                <a:gd name="T48" fmla="*/ 120 w 146"/>
                <a:gd name="T49" fmla="*/ 110 h 122"/>
                <a:gd name="T50" fmla="*/ 126 w 146"/>
                <a:gd name="T51" fmla="*/ 98 h 122"/>
                <a:gd name="T52" fmla="*/ 132 w 146"/>
                <a:gd name="T53" fmla="*/ 86 h 122"/>
                <a:gd name="T54" fmla="*/ 142 w 146"/>
                <a:gd name="T55" fmla="*/ 62 h 122"/>
                <a:gd name="T56" fmla="*/ 146 w 146"/>
                <a:gd name="T57" fmla="*/ 5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46" h="122">
                  <a:moveTo>
                    <a:pt x="146" y="50"/>
                  </a:moveTo>
                  <a:lnTo>
                    <a:pt x="146" y="50"/>
                  </a:lnTo>
                  <a:lnTo>
                    <a:pt x="40" y="2"/>
                  </a:lnTo>
                  <a:lnTo>
                    <a:pt x="40" y="2"/>
                  </a:lnTo>
                  <a:lnTo>
                    <a:pt x="36" y="0"/>
                  </a:lnTo>
                  <a:lnTo>
                    <a:pt x="34" y="2"/>
                  </a:lnTo>
                  <a:lnTo>
                    <a:pt x="26" y="6"/>
                  </a:lnTo>
                  <a:lnTo>
                    <a:pt x="18" y="16"/>
                  </a:lnTo>
                  <a:lnTo>
                    <a:pt x="10" y="28"/>
                  </a:lnTo>
                  <a:lnTo>
                    <a:pt x="4" y="40"/>
                  </a:lnTo>
                  <a:lnTo>
                    <a:pt x="0" y="54"/>
                  </a:lnTo>
                  <a:lnTo>
                    <a:pt x="0" y="66"/>
                  </a:lnTo>
                  <a:lnTo>
                    <a:pt x="0" y="76"/>
                  </a:lnTo>
                  <a:lnTo>
                    <a:pt x="0" y="76"/>
                  </a:lnTo>
                  <a:lnTo>
                    <a:pt x="4" y="80"/>
                  </a:lnTo>
                  <a:lnTo>
                    <a:pt x="8" y="84"/>
                  </a:lnTo>
                  <a:lnTo>
                    <a:pt x="20" y="94"/>
                  </a:lnTo>
                  <a:lnTo>
                    <a:pt x="34" y="100"/>
                  </a:lnTo>
                  <a:lnTo>
                    <a:pt x="52" y="108"/>
                  </a:lnTo>
                  <a:lnTo>
                    <a:pt x="86" y="118"/>
                  </a:lnTo>
                  <a:lnTo>
                    <a:pt x="108" y="122"/>
                  </a:lnTo>
                  <a:lnTo>
                    <a:pt x="108" y="122"/>
                  </a:lnTo>
                  <a:lnTo>
                    <a:pt x="110" y="120"/>
                  </a:lnTo>
                  <a:lnTo>
                    <a:pt x="114" y="118"/>
                  </a:lnTo>
                  <a:lnTo>
                    <a:pt x="120" y="110"/>
                  </a:lnTo>
                  <a:lnTo>
                    <a:pt x="126" y="98"/>
                  </a:lnTo>
                  <a:lnTo>
                    <a:pt x="132" y="86"/>
                  </a:lnTo>
                  <a:lnTo>
                    <a:pt x="142" y="62"/>
                  </a:lnTo>
                  <a:lnTo>
                    <a:pt x="146" y="5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34" name="任意多边形 33"/>
            <p:cNvSpPr/>
            <p:nvPr>
              <p:custDataLst>
                <p:tags r:id="rId33"/>
              </p:custDataLst>
            </p:nvPr>
          </p:nvSpPr>
          <p:spPr bwMode="auto">
            <a:xfrm>
              <a:off x="4371" y="3611"/>
              <a:ext cx="149" cy="139"/>
            </a:xfrm>
            <a:custGeom>
              <a:avLst/>
              <a:gdLst>
                <a:gd name="T0" fmla="*/ 68 w 124"/>
                <a:gd name="T1" fmla="*/ 16 h 116"/>
                <a:gd name="T2" fmla="*/ 68 w 124"/>
                <a:gd name="T3" fmla="*/ 16 h 116"/>
                <a:gd name="T4" fmla="*/ 78 w 124"/>
                <a:gd name="T5" fmla="*/ 26 h 116"/>
                <a:gd name="T6" fmla="*/ 100 w 124"/>
                <a:gd name="T7" fmla="*/ 50 h 116"/>
                <a:gd name="T8" fmla="*/ 110 w 124"/>
                <a:gd name="T9" fmla="*/ 64 h 116"/>
                <a:gd name="T10" fmla="*/ 120 w 124"/>
                <a:gd name="T11" fmla="*/ 78 h 116"/>
                <a:gd name="T12" fmla="*/ 124 w 124"/>
                <a:gd name="T13" fmla="*/ 92 h 116"/>
                <a:gd name="T14" fmla="*/ 124 w 124"/>
                <a:gd name="T15" fmla="*/ 96 h 116"/>
                <a:gd name="T16" fmla="*/ 122 w 124"/>
                <a:gd name="T17" fmla="*/ 102 h 116"/>
                <a:gd name="T18" fmla="*/ 122 w 124"/>
                <a:gd name="T19" fmla="*/ 102 h 116"/>
                <a:gd name="T20" fmla="*/ 120 w 124"/>
                <a:gd name="T21" fmla="*/ 106 h 116"/>
                <a:gd name="T22" fmla="*/ 116 w 124"/>
                <a:gd name="T23" fmla="*/ 110 h 116"/>
                <a:gd name="T24" fmla="*/ 104 w 124"/>
                <a:gd name="T25" fmla="*/ 114 h 116"/>
                <a:gd name="T26" fmla="*/ 90 w 124"/>
                <a:gd name="T27" fmla="*/ 116 h 116"/>
                <a:gd name="T28" fmla="*/ 74 w 124"/>
                <a:gd name="T29" fmla="*/ 112 h 116"/>
                <a:gd name="T30" fmla="*/ 56 w 124"/>
                <a:gd name="T31" fmla="*/ 106 h 116"/>
                <a:gd name="T32" fmla="*/ 38 w 124"/>
                <a:gd name="T33" fmla="*/ 92 h 116"/>
                <a:gd name="T34" fmla="*/ 30 w 124"/>
                <a:gd name="T35" fmla="*/ 84 h 116"/>
                <a:gd name="T36" fmla="*/ 22 w 124"/>
                <a:gd name="T37" fmla="*/ 74 h 116"/>
                <a:gd name="T38" fmla="*/ 14 w 124"/>
                <a:gd name="T39" fmla="*/ 62 h 116"/>
                <a:gd name="T40" fmla="*/ 8 w 124"/>
                <a:gd name="T41" fmla="*/ 50 h 116"/>
                <a:gd name="T42" fmla="*/ 8 w 124"/>
                <a:gd name="T43" fmla="*/ 50 h 116"/>
                <a:gd name="T44" fmla="*/ 2 w 124"/>
                <a:gd name="T45" fmla="*/ 38 h 116"/>
                <a:gd name="T46" fmla="*/ 0 w 124"/>
                <a:gd name="T47" fmla="*/ 28 h 116"/>
                <a:gd name="T48" fmla="*/ 0 w 124"/>
                <a:gd name="T49" fmla="*/ 18 h 116"/>
                <a:gd name="T50" fmla="*/ 0 w 124"/>
                <a:gd name="T51" fmla="*/ 12 h 116"/>
                <a:gd name="T52" fmla="*/ 4 w 124"/>
                <a:gd name="T53" fmla="*/ 6 h 116"/>
                <a:gd name="T54" fmla="*/ 8 w 124"/>
                <a:gd name="T55" fmla="*/ 2 h 116"/>
                <a:gd name="T56" fmla="*/ 12 w 124"/>
                <a:gd name="T57" fmla="*/ 0 h 116"/>
                <a:gd name="T58" fmla="*/ 18 w 124"/>
                <a:gd name="T59" fmla="*/ 0 h 116"/>
                <a:gd name="T60" fmla="*/ 32 w 124"/>
                <a:gd name="T61" fmla="*/ 0 h 116"/>
                <a:gd name="T62" fmla="*/ 46 w 124"/>
                <a:gd name="T63" fmla="*/ 4 h 116"/>
                <a:gd name="T64" fmla="*/ 58 w 124"/>
                <a:gd name="T65" fmla="*/ 10 h 116"/>
                <a:gd name="T66" fmla="*/ 68 w 124"/>
                <a:gd name="T6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4" h="116">
                  <a:moveTo>
                    <a:pt x="68" y="16"/>
                  </a:moveTo>
                  <a:lnTo>
                    <a:pt x="68" y="16"/>
                  </a:lnTo>
                  <a:lnTo>
                    <a:pt x="78" y="26"/>
                  </a:lnTo>
                  <a:lnTo>
                    <a:pt x="100" y="50"/>
                  </a:lnTo>
                  <a:lnTo>
                    <a:pt x="110" y="64"/>
                  </a:lnTo>
                  <a:lnTo>
                    <a:pt x="120" y="78"/>
                  </a:lnTo>
                  <a:lnTo>
                    <a:pt x="124" y="92"/>
                  </a:lnTo>
                  <a:lnTo>
                    <a:pt x="124" y="96"/>
                  </a:lnTo>
                  <a:lnTo>
                    <a:pt x="122" y="102"/>
                  </a:lnTo>
                  <a:lnTo>
                    <a:pt x="122" y="102"/>
                  </a:lnTo>
                  <a:lnTo>
                    <a:pt x="120" y="106"/>
                  </a:lnTo>
                  <a:lnTo>
                    <a:pt x="116" y="110"/>
                  </a:lnTo>
                  <a:lnTo>
                    <a:pt x="104" y="114"/>
                  </a:lnTo>
                  <a:lnTo>
                    <a:pt x="90" y="116"/>
                  </a:lnTo>
                  <a:lnTo>
                    <a:pt x="74" y="112"/>
                  </a:lnTo>
                  <a:lnTo>
                    <a:pt x="56" y="106"/>
                  </a:lnTo>
                  <a:lnTo>
                    <a:pt x="38" y="92"/>
                  </a:lnTo>
                  <a:lnTo>
                    <a:pt x="30" y="84"/>
                  </a:lnTo>
                  <a:lnTo>
                    <a:pt x="22" y="74"/>
                  </a:lnTo>
                  <a:lnTo>
                    <a:pt x="14" y="62"/>
                  </a:lnTo>
                  <a:lnTo>
                    <a:pt x="8" y="50"/>
                  </a:lnTo>
                  <a:lnTo>
                    <a:pt x="8" y="50"/>
                  </a:lnTo>
                  <a:lnTo>
                    <a:pt x="2" y="38"/>
                  </a:lnTo>
                  <a:lnTo>
                    <a:pt x="0" y="28"/>
                  </a:lnTo>
                  <a:lnTo>
                    <a:pt x="0" y="18"/>
                  </a:lnTo>
                  <a:lnTo>
                    <a:pt x="0" y="12"/>
                  </a:lnTo>
                  <a:lnTo>
                    <a:pt x="4" y="6"/>
                  </a:lnTo>
                  <a:lnTo>
                    <a:pt x="8" y="2"/>
                  </a:lnTo>
                  <a:lnTo>
                    <a:pt x="12" y="0"/>
                  </a:lnTo>
                  <a:lnTo>
                    <a:pt x="18" y="0"/>
                  </a:lnTo>
                  <a:lnTo>
                    <a:pt x="32" y="0"/>
                  </a:lnTo>
                  <a:lnTo>
                    <a:pt x="46" y="4"/>
                  </a:lnTo>
                  <a:lnTo>
                    <a:pt x="58" y="10"/>
                  </a:lnTo>
                  <a:lnTo>
                    <a:pt x="68" y="16"/>
                  </a:lnTo>
                  <a:close/>
                </a:path>
              </a:pathLst>
            </a:custGeom>
            <a:solidFill>
              <a:srgbClr val="FED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35" name="任意多边形 34"/>
            <p:cNvSpPr/>
            <p:nvPr>
              <p:custDataLst>
                <p:tags r:id="rId34"/>
              </p:custDataLst>
            </p:nvPr>
          </p:nvSpPr>
          <p:spPr bwMode="auto">
            <a:xfrm>
              <a:off x="4371" y="3611"/>
              <a:ext cx="149" cy="139"/>
            </a:xfrm>
            <a:custGeom>
              <a:avLst/>
              <a:gdLst>
                <a:gd name="T0" fmla="*/ 68 w 124"/>
                <a:gd name="T1" fmla="*/ 16 h 116"/>
                <a:gd name="T2" fmla="*/ 68 w 124"/>
                <a:gd name="T3" fmla="*/ 16 h 116"/>
                <a:gd name="T4" fmla="*/ 78 w 124"/>
                <a:gd name="T5" fmla="*/ 26 h 116"/>
                <a:gd name="T6" fmla="*/ 100 w 124"/>
                <a:gd name="T7" fmla="*/ 50 h 116"/>
                <a:gd name="T8" fmla="*/ 110 w 124"/>
                <a:gd name="T9" fmla="*/ 64 h 116"/>
                <a:gd name="T10" fmla="*/ 120 w 124"/>
                <a:gd name="T11" fmla="*/ 78 h 116"/>
                <a:gd name="T12" fmla="*/ 124 w 124"/>
                <a:gd name="T13" fmla="*/ 92 h 116"/>
                <a:gd name="T14" fmla="*/ 124 w 124"/>
                <a:gd name="T15" fmla="*/ 96 h 116"/>
                <a:gd name="T16" fmla="*/ 122 w 124"/>
                <a:gd name="T17" fmla="*/ 102 h 116"/>
                <a:gd name="T18" fmla="*/ 122 w 124"/>
                <a:gd name="T19" fmla="*/ 102 h 116"/>
                <a:gd name="T20" fmla="*/ 120 w 124"/>
                <a:gd name="T21" fmla="*/ 106 h 116"/>
                <a:gd name="T22" fmla="*/ 116 w 124"/>
                <a:gd name="T23" fmla="*/ 110 h 116"/>
                <a:gd name="T24" fmla="*/ 104 w 124"/>
                <a:gd name="T25" fmla="*/ 114 h 116"/>
                <a:gd name="T26" fmla="*/ 90 w 124"/>
                <a:gd name="T27" fmla="*/ 116 h 116"/>
                <a:gd name="T28" fmla="*/ 74 w 124"/>
                <a:gd name="T29" fmla="*/ 112 h 116"/>
                <a:gd name="T30" fmla="*/ 56 w 124"/>
                <a:gd name="T31" fmla="*/ 106 h 116"/>
                <a:gd name="T32" fmla="*/ 38 w 124"/>
                <a:gd name="T33" fmla="*/ 92 h 116"/>
                <a:gd name="T34" fmla="*/ 30 w 124"/>
                <a:gd name="T35" fmla="*/ 84 h 116"/>
                <a:gd name="T36" fmla="*/ 22 w 124"/>
                <a:gd name="T37" fmla="*/ 74 h 116"/>
                <a:gd name="T38" fmla="*/ 14 w 124"/>
                <a:gd name="T39" fmla="*/ 62 h 116"/>
                <a:gd name="T40" fmla="*/ 8 w 124"/>
                <a:gd name="T41" fmla="*/ 50 h 116"/>
                <a:gd name="T42" fmla="*/ 8 w 124"/>
                <a:gd name="T43" fmla="*/ 50 h 116"/>
                <a:gd name="T44" fmla="*/ 2 w 124"/>
                <a:gd name="T45" fmla="*/ 38 h 116"/>
                <a:gd name="T46" fmla="*/ 0 w 124"/>
                <a:gd name="T47" fmla="*/ 28 h 116"/>
                <a:gd name="T48" fmla="*/ 0 w 124"/>
                <a:gd name="T49" fmla="*/ 18 h 116"/>
                <a:gd name="T50" fmla="*/ 0 w 124"/>
                <a:gd name="T51" fmla="*/ 12 h 116"/>
                <a:gd name="T52" fmla="*/ 4 w 124"/>
                <a:gd name="T53" fmla="*/ 6 h 116"/>
                <a:gd name="T54" fmla="*/ 8 w 124"/>
                <a:gd name="T55" fmla="*/ 2 h 116"/>
                <a:gd name="T56" fmla="*/ 12 w 124"/>
                <a:gd name="T57" fmla="*/ 0 h 116"/>
                <a:gd name="T58" fmla="*/ 18 w 124"/>
                <a:gd name="T59" fmla="*/ 0 h 116"/>
                <a:gd name="T60" fmla="*/ 32 w 124"/>
                <a:gd name="T61" fmla="*/ 0 h 116"/>
                <a:gd name="T62" fmla="*/ 46 w 124"/>
                <a:gd name="T63" fmla="*/ 4 h 116"/>
                <a:gd name="T64" fmla="*/ 58 w 124"/>
                <a:gd name="T65" fmla="*/ 10 h 116"/>
                <a:gd name="T66" fmla="*/ 68 w 124"/>
                <a:gd name="T6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4" h="116">
                  <a:moveTo>
                    <a:pt x="68" y="16"/>
                  </a:moveTo>
                  <a:lnTo>
                    <a:pt x="68" y="16"/>
                  </a:lnTo>
                  <a:lnTo>
                    <a:pt x="78" y="26"/>
                  </a:lnTo>
                  <a:lnTo>
                    <a:pt x="100" y="50"/>
                  </a:lnTo>
                  <a:lnTo>
                    <a:pt x="110" y="64"/>
                  </a:lnTo>
                  <a:lnTo>
                    <a:pt x="120" y="78"/>
                  </a:lnTo>
                  <a:lnTo>
                    <a:pt x="124" y="92"/>
                  </a:lnTo>
                  <a:lnTo>
                    <a:pt x="124" y="96"/>
                  </a:lnTo>
                  <a:lnTo>
                    <a:pt x="122" y="102"/>
                  </a:lnTo>
                  <a:lnTo>
                    <a:pt x="122" y="102"/>
                  </a:lnTo>
                  <a:lnTo>
                    <a:pt x="120" y="106"/>
                  </a:lnTo>
                  <a:lnTo>
                    <a:pt x="116" y="110"/>
                  </a:lnTo>
                  <a:lnTo>
                    <a:pt x="104" y="114"/>
                  </a:lnTo>
                  <a:lnTo>
                    <a:pt x="90" y="116"/>
                  </a:lnTo>
                  <a:lnTo>
                    <a:pt x="74" y="112"/>
                  </a:lnTo>
                  <a:lnTo>
                    <a:pt x="56" y="106"/>
                  </a:lnTo>
                  <a:lnTo>
                    <a:pt x="38" y="92"/>
                  </a:lnTo>
                  <a:lnTo>
                    <a:pt x="30" y="84"/>
                  </a:lnTo>
                  <a:lnTo>
                    <a:pt x="22" y="74"/>
                  </a:lnTo>
                  <a:lnTo>
                    <a:pt x="14" y="62"/>
                  </a:lnTo>
                  <a:lnTo>
                    <a:pt x="8" y="50"/>
                  </a:lnTo>
                  <a:lnTo>
                    <a:pt x="8" y="50"/>
                  </a:lnTo>
                  <a:lnTo>
                    <a:pt x="2" y="38"/>
                  </a:lnTo>
                  <a:lnTo>
                    <a:pt x="0" y="28"/>
                  </a:lnTo>
                  <a:lnTo>
                    <a:pt x="0" y="18"/>
                  </a:lnTo>
                  <a:lnTo>
                    <a:pt x="0" y="12"/>
                  </a:lnTo>
                  <a:lnTo>
                    <a:pt x="4" y="6"/>
                  </a:lnTo>
                  <a:lnTo>
                    <a:pt x="8" y="2"/>
                  </a:lnTo>
                  <a:lnTo>
                    <a:pt x="12" y="0"/>
                  </a:lnTo>
                  <a:lnTo>
                    <a:pt x="18" y="0"/>
                  </a:lnTo>
                  <a:lnTo>
                    <a:pt x="32" y="0"/>
                  </a:lnTo>
                  <a:lnTo>
                    <a:pt x="46" y="4"/>
                  </a:lnTo>
                  <a:lnTo>
                    <a:pt x="58" y="10"/>
                  </a:lnTo>
                  <a:lnTo>
                    <a:pt x="68" y="1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36" name="任意多边形 35"/>
            <p:cNvSpPr/>
            <p:nvPr>
              <p:custDataLst>
                <p:tags r:id="rId35"/>
              </p:custDataLst>
            </p:nvPr>
          </p:nvSpPr>
          <p:spPr bwMode="auto">
            <a:xfrm>
              <a:off x="4318" y="3669"/>
              <a:ext cx="127" cy="130"/>
            </a:xfrm>
            <a:custGeom>
              <a:avLst/>
              <a:gdLst>
                <a:gd name="T0" fmla="*/ 20 w 106"/>
                <a:gd name="T1" fmla="*/ 0 h 108"/>
                <a:gd name="T2" fmla="*/ 20 w 106"/>
                <a:gd name="T3" fmla="*/ 0 h 108"/>
                <a:gd name="T4" fmla="*/ 30 w 106"/>
                <a:gd name="T5" fmla="*/ 2 h 108"/>
                <a:gd name="T6" fmla="*/ 44 w 106"/>
                <a:gd name="T7" fmla="*/ 6 h 108"/>
                <a:gd name="T8" fmla="*/ 60 w 106"/>
                <a:gd name="T9" fmla="*/ 14 h 108"/>
                <a:gd name="T10" fmla="*/ 74 w 106"/>
                <a:gd name="T11" fmla="*/ 26 h 108"/>
                <a:gd name="T12" fmla="*/ 86 w 106"/>
                <a:gd name="T13" fmla="*/ 36 h 108"/>
                <a:gd name="T14" fmla="*/ 96 w 106"/>
                <a:gd name="T15" fmla="*/ 48 h 108"/>
                <a:gd name="T16" fmla="*/ 104 w 106"/>
                <a:gd name="T17" fmla="*/ 58 h 108"/>
                <a:gd name="T18" fmla="*/ 106 w 106"/>
                <a:gd name="T19" fmla="*/ 64 h 108"/>
                <a:gd name="T20" fmla="*/ 106 w 106"/>
                <a:gd name="T21" fmla="*/ 68 h 108"/>
                <a:gd name="T22" fmla="*/ 106 w 106"/>
                <a:gd name="T23" fmla="*/ 68 h 108"/>
                <a:gd name="T24" fmla="*/ 104 w 106"/>
                <a:gd name="T25" fmla="*/ 76 h 108"/>
                <a:gd name="T26" fmla="*/ 100 w 106"/>
                <a:gd name="T27" fmla="*/ 86 h 108"/>
                <a:gd name="T28" fmla="*/ 94 w 106"/>
                <a:gd name="T29" fmla="*/ 94 h 108"/>
                <a:gd name="T30" fmla="*/ 88 w 106"/>
                <a:gd name="T31" fmla="*/ 102 h 108"/>
                <a:gd name="T32" fmla="*/ 78 w 106"/>
                <a:gd name="T33" fmla="*/ 106 h 108"/>
                <a:gd name="T34" fmla="*/ 68 w 106"/>
                <a:gd name="T35" fmla="*/ 108 h 108"/>
                <a:gd name="T36" fmla="*/ 56 w 106"/>
                <a:gd name="T37" fmla="*/ 106 h 108"/>
                <a:gd name="T38" fmla="*/ 44 w 106"/>
                <a:gd name="T39" fmla="*/ 100 h 108"/>
                <a:gd name="T40" fmla="*/ 44 w 106"/>
                <a:gd name="T41" fmla="*/ 100 h 108"/>
                <a:gd name="T42" fmla="*/ 30 w 106"/>
                <a:gd name="T43" fmla="*/ 88 h 108"/>
                <a:gd name="T44" fmla="*/ 18 w 106"/>
                <a:gd name="T45" fmla="*/ 74 h 108"/>
                <a:gd name="T46" fmla="*/ 8 w 106"/>
                <a:gd name="T47" fmla="*/ 58 h 108"/>
                <a:gd name="T48" fmla="*/ 2 w 106"/>
                <a:gd name="T49" fmla="*/ 42 h 108"/>
                <a:gd name="T50" fmla="*/ 0 w 106"/>
                <a:gd name="T51" fmla="*/ 26 h 108"/>
                <a:gd name="T52" fmla="*/ 0 w 106"/>
                <a:gd name="T53" fmla="*/ 18 h 108"/>
                <a:gd name="T54" fmla="*/ 0 w 106"/>
                <a:gd name="T55" fmla="*/ 12 h 108"/>
                <a:gd name="T56" fmla="*/ 4 w 106"/>
                <a:gd name="T57" fmla="*/ 8 h 108"/>
                <a:gd name="T58" fmla="*/ 8 w 106"/>
                <a:gd name="T59" fmla="*/ 4 h 108"/>
                <a:gd name="T60" fmla="*/ 12 w 106"/>
                <a:gd name="T61" fmla="*/ 0 h 108"/>
                <a:gd name="T62" fmla="*/ 20 w 106"/>
                <a:gd name="T63" fmla="*/ 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6" h="108">
                  <a:moveTo>
                    <a:pt x="20" y="0"/>
                  </a:moveTo>
                  <a:lnTo>
                    <a:pt x="20" y="0"/>
                  </a:lnTo>
                  <a:lnTo>
                    <a:pt x="30" y="2"/>
                  </a:lnTo>
                  <a:lnTo>
                    <a:pt x="44" y="6"/>
                  </a:lnTo>
                  <a:lnTo>
                    <a:pt x="60" y="14"/>
                  </a:lnTo>
                  <a:lnTo>
                    <a:pt x="74" y="26"/>
                  </a:lnTo>
                  <a:lnTo>
                    <a:pt x="86" y="36"/>
                  </a:lnTo>
                  <a:lnTo>
                    <a:pt x="96" y="48"/>
                  </a:lnTo>
                  <a:lnTo>
                    <a:pt x="104" y="58"/>
                  </a:lnTo>
                  <a:lnTo>
                    <a:pt x="106" y="64"/>
                  </a:lnTo>
                  <a:lnTo>
                    <a:pt x="106" y="68"/>
                  </a:lnTo>
                  <a:lnTo>
                    <a:pt x="106" y="68"/>
                  </a:lnTo>
                  <a:lnTo>
                    <a:pt x="104" y="76"/>
                  </a:lnTo>
                  <a:lnTo>
                    <a:pt x="100" y="86"/>
                  </a:lnTo>
                  <a:lnTo>
                    <a:pt x="94" y="94"/>
                  </a:lnTo>
                  <a:lnTo>
                    <a:pt x="88" y="102"/>
                  </a:lnTo>
                  <a:lnTo>
                    <a:pt x="78" y="106"/>
                  </a:lnTo>
                  <a:lnTo>
                    <a:pt x="68" y="108"/>
                  </a:lnTo>
                  <a:lnTo>
                    <a:pt x="56" y="106"/>
                  </a:lnTo>
                  <a:lnTo>
                    <a:pt x="44" y="100"/>
                  </a:lnTo>
                  <a:lnTo>
                    <a:pt x="44" y="100"/>
                  </a:lnTo>
                  <a:lnTo>
                    <a:pt x="30" y="88"/>
                  </a:lnTo>
                  <a:lnTo>
                    <a:pt x="18" y="74"/>
                  </a:lnTo>
                  <a:lnTo>
                    <a:pt x="8" y="58"/>
                  </a:lnTo>
                  <a:lnTo>
                    <a:pt x="2" y="42"/>
                  </a:lnTo>
                  <a:lnTo>
                    <a:pt x="0" y="26"/>
                  </a:lnTo>
                  <a:lnTo>
                    <a:pt x="0" y="18"/>
                  </a:lnTo>
                  <a:lnTo>
                    <a:pt x="0" y="12"/>
                  </a:lnTo>
                  <a:lnTo>
                    <a:pt x="4" y="8"/>
                  </a:lnTo>
                  <a:lnTo>
                    <a:pt x="8" y="4"/>
                  </a:lnTo>
                  <a:lnTo>
                    <a:pt x="12" y="0"/>
                  </a:lnTo>
                  <a:lnTo>
                    <a:pt x="20" y="0"/>
                  </a:lnTo>
                  <a:close/>
                </a:path>
              </a:pathLst>
            </a:custGeom>
            <a:solidFill>
              <a:srgbClr val="FED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37" name="任意多边形 36"/>
            <p:cNvSpPr/>
            <p:nvPr>
              <p:custDataLst>
                <p:tags r:id="rId36"/>
              </p:custDataLst>
            </p:nvPr>
          </p:nvSpPr>
          <p:spPr bwMode="auto">
            <a:xfrm>
              <a:off x="4318" y="3669"/>
              <a:ext cx="127" cy="130"/>
            </a:xfrm>
            <a:custGeom>
              <a:avLst/>
              <a:gdLst>
                <a:gd name="T0" fmla="*/ 20 w 106"/>
                <a:gd name="T1" fmla="*/ 0 h 108"/>
                <a:gd name="T2" fmla="*/ 20 w 106"/>
                <a:gd name="T3" fmla="*/ 0 h 108"/>
                <a:gd name="T4" fmla="*/ 30 w 106"/>
                <a:gd name="T5" fmla="*/ 2 h 108"/>
                <a:gd name="T6" fmla="*/ 44 w 106"/>
                <a:gd name="T7" fmla="*/ 6 h 108"/>
                <a:gd name="T8" fmla="*/ 60 w 106"/>
                <a:gd name="T9" fmla="*/ 14 h 108"/>
                <a:gd name="T10" fmla="*/ 74 w 106"/>
                <a:gd name="T11" fmla="*/ 26 h 108"/>
                <a:gd name="T12" fmla="*/ 86 w 106"/>
                <a:gd name="T13" fmla="*/ 36 h 108"/>
                <a:gd name="T14" fmla="*/ 96 w 106"/>
                <a:gd name="T15" fmla="*/ 48 h 108"/>
                <a:gd name="T16" fmla="*/ 104 w 106"/>
                <a:gd name="T17" fmla="*/ 58 h 108"/>
                <a:gd name="T18" fmla="*/ 106 w 106"/>
                <a:gd name="T19" fmla="*/ 64 h 108"/>
                <a:gd name="T20" fmla="*/ 106 w 106"/>
                <a:gd name="T21" fmla="*/ 68 h 108"/>
                <a:gd name="T22" fmla="*/ 106 w 106"/>
                <a:gd name="T23" fmla="*/ 68 h 108"/>
                <a:gd name="T24" fmla="*/ 104 w 106"/>
                <a:gd name="T25" fmla="*/ 76 h 108"/>
                <a:gd name="T26" fmla="*/ 100 w 106"/>
                <a:gd name="T27" fmla="*/ 86 h 108"/>
                <a:gd name="T28" fmla="*/ 94 w 106"/>
                <a:gd name="T29" fmla="*/ 94 h 108"/>
                <a:gd name="T30" fmla="*/ 88 w 106"/>
                <a:gd name="T31" fmla="*/ 102 h 108"/>
                <a:gd name="T32" fmla="*/ 78 w 106"/>
                <a:gd name="T33" fmla="*/ 106 h 108"/>
                <a:gd name="T34" fmla="*/ 68 w 106"/>
                <a:gd name="T35" fmla="*/ 108 h 108"/>
                <a:gd name="T36" fmla="*/ 56 w 106"/>
                <a:gd name="T37" fmla="*/ 106 h 108"/>
                <a:gd name="T38" fmla="*/ 44 w 106"/>
                <a:gd name="T39" fmla="*/ 100 h 108"/>
                <a:gd name="T40" fmla="*/ 44 w 106"/>
                <a:gd name="T41" fmla="*/ 100 h 108"/>
                <a:gd name="T42" fmla="*/ 30 w 106"/>
                <a:gd name="T43" fmla="*/ 88 h 108"/>
                <a:gd name="T44" fmla="*/ 18 w 106"/>
                <a:gd name="T45" fmla="*/ 74 h 108"/>
                <a:gd name="T46" fmla="*/ 8 w 106"/>
                <a:gd name="T47" fmla="*/ 58 h 108"/>
                <a:gd name="T48" fmla="*/ 2 w 106"/>
                <a:gd name="T49" fmla="*/ 42 h 108"/>
                <a:gd name="T50" fmla="*/ 0 w 106"/>
                <a:gd name="T51" fmla="*/ 26 h 108"/>
                <a:gd name="T52" fmla="*/ 0 w 106"/>
                <a:gd name="T53" fmla="*/ 18 h 108"/>
                <a:gd name="T54" fmla="*/ 0 w 106"/>
                <a:gd name="T55" fmla="*/ 12 h 108"/>
                <a:gd name="T56" fmla="*/ 4 w 106"/>
                <a:gd name="T57" fmla="*/ 8 h 108"/>
                <a:gd name="T58" fmla="*/ 8 w 106"/>
                <a:gd name="T59" fmla="*/ 4 h 108"/>
                <a:gd name="T60" fmla="*/ 12 w 106"/>
                <a:gd name="T61" fmla="*/ 0 h 108"/>
                <a:gd name="T62" fmla="*/ 20 w 106"/>
                <a:gd name="T63" fmla="*/ 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6" h="108">
                  <a:moveTo>
                    <a:pt x="20" y="0"/>
                  </a:moveTo>
                  <a:lnTo>
                    <a:pt x="20" y="0"/>
                  </a:lnTo>
                  <a:lnTo>
                    <a:pt x="30" y="2"/>
                  </a:lnTo>
                  <a:lnTo>
                    <a:pt x="44" y="6"/>
                  </a:lnTo>
                  <a:lnTo>
                    <a:pt x="60" y="14"/>
                  </a:lnTo>
                  <a:lnTo>
                    <a:pt x="74" y="26"/>
                  </a:lnTo>
                  <a:lnTo>
                    <a:pt x="86" y="36"/>
                  </a:lnTo>
                  <a:lnTo>
                    <a:pt x="96" y="48"/>
                  </a:lnTo>
                  <a:lnTo>
                    <a:pt x="104" y="58"/>
                  </a:lnTo>
                  <a:lnTo>
                    <a:pt x="106" y="64"/>
                  </a:lnTo>
                  <a:lnTo>
                    <a:pt x="106" y="68"/>
                  </a:lnTo>
                  <a:lnTo>
                    <a:pt x="106" y="68"/>
                  </a:lnTo>
                  <a:lnTo>
                    <a:pt x="104" y="76"/>
                  </a:lnTo>
                  <a:lnTo>
                    <a:pt x="100" y="86"/>
                  </a:lnTo>
                  <a:lnTo>
                    <a:pt x="94" y="94"/>
                  </a:lnTo>
                  <a:lnTo>
                    <a:pt x="88" y="102"/>
                  </a:lnTo>
                  <a:lnTo>
                    <a:pt x="78" y="106"/>
                  </a:lnTo>
                  <a:lnTo>
                    <a:pt x="68" y="108"/>
                  </a:lnTo>
                  <a:lnTo>
                    <a:pt x="56" y="106"/>
                  </a:lnTo>
                  <a:lnTo>
                    <a:pt x="44" y="100"/>
                  </a:lnTo>
                  <a:lnTo>
                    <a:pt x="44" y="100"/>
                  </a:lnTo>
                  <a:lnTo>
                    <a:pt x="30" y="88"/>
                  </a:lnTo>
                  <a:lnTo>
                    <a:pt x="18" y="74"/>
                  </a:lnTo>
                  <a:lnTo>
                    <a:pt x="8" y="58"/>
                  </a:lnTo>
                  <a:lnTo>
                    <a:pt x="2" y="42"/>
                  </a:lnTo>
                  <a:lnTo>
                    <a:pt x="0" y="26"/>
                  </a:lnTo>
                  <a:lnTo>
                    <a:pt x="0" y="18"/>
                  </a:lnTo>
                  <a:lnTo>
                    <a:pt x="0" y="12"/>
                  </a:lnTo>
                  <a:lnTo>
                    <a:pt x="4" y="8"/>
                  </a:lnTo>
                  <a:lnTo>
                    <a:pt x="8" y="4"/>
                  </a:lnTo>
                  <a:lnTo>
                    <a:pt x="12" y="0"/>
                  </a:lnTo>
                  <a:lnTo>
                    <a:pt x="2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38" name="任意多边形 37"/>
            <p:cNvSpPr/>
            <p:nvPr>
              <p:custDataLst>
                <p:tags r:id="rId37"/>
              </p:custDataLst>
            </p:nvPr>
          </p:nvSpPr>
          <p:spPr bwMode="auto">
            <a:xfrm>
              <a:off x="4160" y="3455"/>
              <a:ext cx="331" cy="216"/>
            </a:xfrm>
            <a:custGeom>
              <a:avLst/>
              <a:gdLst>
                <a:gd name="T0" fmla="*/ 4 w 276"/>
                <a:gd name="T1" fmla="*/ 114 h 180"/>
                <a:gd name="T2" fmla="*/ 4 w 276"/>
                <a:gd name="T3" fmla="*/ 114 h 180"/>
                <a:gd name="T4" fmla="*/ 14 w 276"/>
                <a:gd name="T5" fmla="*/ 98 h 180"/>
                <a:gd name="T6" fmla="*/ 36 w 276"/>
                <a:gd name="T7" fmla="*/ 62 h 180"/>
                <a:gd name="T8" fmla="*/ 50 w 276"/>
                <a:gd name="T9" fmla="*/ 42 h 180"/>
                <a:gd name="T10" fmla="*/ 64 w 276"/>
                <a:gd name="T11" fmla="*/ 24 h 180"/>
                <a:gd name="T12" fmla="*/ 78 w 276"/>
                <a:gd name="T13" fmla="*/ 8 h 180"/>
                <a:gd name="T14" fmla="*/ 88 w 276"/>
                <a:gd name="T15" fmla="*/ 0 h 180"/>
                <a:gd name="T16" fmla="*/ 88 w 276"/>
                <a:gd name="T17" fmla="*/ 0 h 180"/>
                <a:gd name="T18" fmla="*/ 94 w 276"/>
                <a:gd name="T19" fmla="*/ 0 h 180"/>
                <a:gd name="T20" fmla="*/ 102 w 276"/>
                <a:gd name="T21" fmla="*/ 2 h 180"/>
                <a:gd name="T22" fmla="*/ 122 w 276"/>
                <a:gd name="T23" fmla="*/ 10 h 180"/>
                <a:gd name="T24" fmla="*/ 146 w 276"/>
                <a:gd name="T25" fmla="*/ 22 h 180"/>
                <a:gd name="T26" fmla="*/ 174 w 276"/>
                <a:gd name="T27" fmla="*/ 40 h 180"/>
                <a:gd name="T28" fmla="*/ 228 w 276"/>
                <a:gd name="T29" fmla="*/ 72 h 180"/>
                <a:gd name="T30" fmla="*/ 250 w 276"/>
                <a:gd name="T31" fmla="*/ 82 h 180"/>
                <a:gd name="T32" fmla="*/ 258 w 276"/>
                <a:gd name="T33" fmla="*/ 86 h 180"/>
                <a:gd name="T34" fmla="*/ 266 w 276"/>
                <a:gd name="T35" fmla="*/ 86 h 180"/>
                <a:gd name="T36" fmla="*/ 266 w 276"/>
                <a:gd name="T37" fmla="*/ 86 h 180"/>
                <a:gd name="T38" fmla="*/ 272 w 276"/>
                <a:gd name="T39" fmla="*/ 88 h 180"/>
                <a:gd name="T40" fmla="*/ 276 w 276"/>
                <a:gd name="T41" fmla="*/ 90 h 180"/>
                <a:gd name="T42" fmla="*/ 276 w 276"/>
                <a:gd name="T43" fmla="*/ 92 h 180"/>
                <a:gd name="T44" fmla="*/ 276 w 276"/>
                <a:gd name="T45" fmla="*/ 96 h 180"/>
                <a:gd name="T46" fmla="*/ 272 w 276"/>
                <a:gd name="T47" fmla="*/ 104 h 180"/>
                <a:gd name="T48" fmla="*/ 262 w 276"/>
                <a:gd name="T49" fmla="*/ 112 h 180"/>
                <a:gd name="T50" fmla="*/ 250 w 276"/>
                <a:gd name="T51" fmla="*/ 122 h 180"/>
                <a:gd name="T52" fmla="*/ 236 w 276"/>
                <a:gd name="T53" fmla="*/ 128 h 180"/>
                <a:gd name="T54" fmla="*/ 220 w 276"/>
                <a:gd name="T55" fmla="*/ 132 h 180"/>
                <a:gd name="T56" fmla="*/ 212 w 276"/>
                <a:gd name="T57" fmla="*/ 134 h 180"/>
                <a:gd name="T58" fmla="*/ 206 w 276"/>
                <a:gd name="T59" fmla="*/ 132 h 180"/>
                <a:gd name="T60" fmla="*/ 206 w 276"/>
                <a:gd name="T61" fmla="*/ 132 h 180"/>
                <a:gd name="T62" fmla="*/ 192 w 276"/>
                <a:gd name="T63" fmla="*/ 128 h 180"/>
                <a:gd name="T64" fmla="*/ 178 w 276"/>
                <a:gd name="T65" fmla="*/ 122 h 180"/>
                <a:gd name="T66" fmla="*/ 150 w 276"/>
                <a:gd name="T67" fmla="*/ 106 h 180"/>
                <a:gd name="T68" fmla="*/ 128 w 276"/>
                <a:gd name="T69" fmla="*/ 92 h 180"/>
                <a:gd name="T70" fmla="*/ 118 w 276"/>
                <a:gd name="T71" fmla="*/ 86 h 180"/>
                <a:gd name="T72" fmla="*/ 118 w 276"/>
                <a:gd name="T73" fmla="*/ 86 h 180"/>
                <a:gd name="T74" fmla="*/ 118 w 276"/>
                <a:gd name="T75" fmla="*/ 98 h 180"/>
                <a:gd name="T76" fmla="*/ 118 w 276"/>
                <a:gd name="T77" fmla="*/ 110 h 180"/>
                <a:gd name="T78" fmla="*/ 114 w 276"/>
                <a:gd name="T79" fmla="*/ 126 h 180"/>
                <a:gd name="T80" fmla="*/ 106 w 276"/>
                <a:gd name="T81" fmla="*/ 142 h 180"/>
                <a:gd name="T82" fmla="*/ 102 w 276"/>
                <a:gd name="T83" fmla="*/ 148 h 180"/>
                <a:gd name="T84" fmla="*/ 94 w 276"/>
                <a:gd name="T85" fmla="*/ 156 h 180"/>
                <a:gd name="T86" fmla="*/ 86 w 276"/>
                <a:gd name="T87" fmla="*/ 162 h 180"/>
                <a:gd name="T88" fmla="*/ 78 w 276"/>
                <a:gd name="T89" fmla="*/ 168 h 180"/>
                <a:gd name="T90" fmla="*/ 66 w 276"/>
                <a:gd name="T91" fmla="*/ 174 h 180"/>
                <a:gd name="T92" fmla="*/ 54 w 276"/>
                <a:gd name="T93" fmla="*/ 178 h 180"/>
                <a:gd name="T94" fmla="*/ 54 w 276"/>
                <a:gd name="T95" fmla="*/ 178 h 180"/>
                <a:gd name="T96" fmla="*/ 42 w 276"/>
                <a:gd name="T97" fmla="*/ 180 h 180"/>
                <a:gd name="T98" fmla="*/ 30 w 276"/>
                <a:gd name="T99" fmla="*/ 180 h 180"/>
                <a:gd name="T100" fmla="*/ 22 w 276"/>
                <a:gd name="T101" fmla="*/ 178 h 180"/>
                <a:gd name="T102" fmla="*/ 16 w 276"/>
                <a:gd name="T103" fmla="*/ 176 h 180"/>
                <a:gd name="T104" fmla="*/ 10 w 276"/>
                <a:gd name="T105" fmla="*/ 170 h 180"/>
                <a:gd name="T106" fmla="*/ 6 w 276"/>
                <a:gd name="T107" fmla="*/ 166 h 180"/>
                <a:gd name="T108" fmla="*/ 4 w 276"/>
                <a:gd name="T109" fmla="*/ 160 h 180"/>
                <a:gd name="T110" fmla="*/ 2 w 276"/>
                <a:gd name="T111" fmla="*/ 152 h 180"/>
                <a:gd name="T112" fmla="*/ 0 w 276"/>
                <a:gd name="T113" fmla="*/ 138 h 180"/>
                <a:gd name="T114" fmla="*/ 2 w 276"/>
                <a:gd name="T115" fmla="*/ 126 h 180"/>
                <a:gd name="T116" fmla="*/ 4 w 276"/>
                <a:gd name="T117" fmla="*/ 114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76" h="180">
                  <a:moveTo>
                    <a:pt x="4" y="114"/>
                  </a:moveTo>
                  <a:lnTo>
                    <a:pt x="4" y="114"/>
                  </a:lnTo>
                  <a:lnTo>
                    <a:pt x="14" y="98"/>
                  </a:lnTo>
                  <a:lnTo>
                    <a:pt x="36" y="62"/>
                  </a:lnTo>
                  <a:lnTo>
                    <a:pt x="50" y="42"/>
                  </a:lnTo>
                  <a:lnTo>
                    <a:pt x="64" y="24"/>
                  </a:lnTo>
                  <a:lnTo>
                    <a:pt x="78" y="8"/>
                  </a:lnTo>
                  <a:lnTo>
                    <a:pt x="88" y="0"/>
                  </a:lnTo>
                  <a:lnTo>
                    <a:pt x="88" y="0"/>
                  </a:lnTo>
                  <a:lnTo>
                    <a:pt x="94" y="0"/>
                  </a:lnTo>
                  <a:lnTo>
                    <a:pt x="102" y="2"/>
                  </a:lnTo>
                  <a:lnTo>
                    <a:pt x="122" y="10"/>
                  </a:lnTo>
                  <a:lnTo>
                    <a:pt x="146" y="22"/>
                  </a:lnTo>
                  <a:lnTo>
                    <a:pt x="174" y="40"/>
                  </a:lnTo>
                  <a:lnTo>
                    <a:pt x="228" y="72"/>
                  </a:lnTo>
                  <a:lnTo>
                    <a:pt x="250" y="82"/>
                  </a:lnTo>
                  <a:lnTo>
                    <a:pt x="258" y="86"/>
                  </a:lnTo>
                  <a:lnTo>
                    <a:pt x="266" y="86"/>
                  </a:lnTo>
                  <a:lnTo>
                    <a:pt x="266" y="86"/>
                  </a:lnTo>
                  <a:lnTo>
                    <a:pt x="272" y="88"/>
                  </a:lnTo>
                  <a:lnTo>
                    <a:pt x="276" y="90"/>
                  </a:lnTo>
                  <a:lnTo>
                    <a:pt x="276" y="92"/>
                  </a:lnTo>
                  <a:lnTo>
                    <a:pt x="276" y="96"/>
                  </a:lnTo>
                  <a:lnTo>
                    <a:pt x="272" y="104"/>
                  </a:lnTo>
                  <a:lnTo>
                    <a:pt x="262" y="112"/>
                  </a:lnTo>
                  <a:lnTo>
                    <a:pt x="250" y="122"/>
                  </a:lnTo>
                  <a:lnTo>
                    <a:pt x="236" y="128"/>
                  </a:lnTo>
                  <a:lnTo>
                    <a:pt x="220" y="132"/>
                  </a:lnTo>
                  <a:lnTo>
                    <a:pt x="212" y="134"/>
                  </a:lnTo>
                  <a:lnTo>
                    <a:pt x="206" y="132"/>
                  </a:lnTo>
                  <a:lnTo>
                    <a:pt x="206" y="132"/>
                  </a:lnTo>
                  <a:lnTo>
                    <a:pt x="192" y="128"/>
                  </a:lnTo>
                  <a:lnTo>
                    <a:pt x="178" y="122"/>
                  </a:lnTo>
                  <a:lnTo>
                    <a:pt x="150" y="106"/>
                  </a:lnTo>
                  <a:lnTo>
                    <a:pt x="128" y="92"/>
                  </a:lnTo>
                  <a:lnTo>
                    <a:pt x="118" y="86"/>
                  </a:lnTo>
                  <a:lnTo>
                    <a:pt x="118" y="86"/>
                  </a:lnTo>
                  <a:lnTo>
                    <a:pt x="118" y="98"/>
                  </a:lnTo>
                  <a:lnTo>
                    <a:pt x="118" y="110"/>
                  </a:lnTo>
                  <a:lnTo>
                    <a:pt x="114" y="126"/>
                  </a:lnTo>
                  <a:lnTo>
                    <a:pt x="106" y="142"/>
                  </a:lnTo>
                  <a:lnTo>
                    <a:pt x="102" y="148"/>
                  </a:lnTo>
                  <a:lnTo>
                    <a:pt x="94" y="156"/>
                  </a:lnTo>
                  <a:lnTo>
                    <a:pt x="86" y="162"/>
                  </a:lnTo>
                  <a:lnTo>
                    <a:pt x="78" y="168"/>
                  </a:lnTo>
                  <a:lnTo>
                    <a:pt x="66" y="174"/>
                  </a:lnTo>
                  <a:lnTo>
                    <a:pt x="54" y="178"/>
                  </a:lnTo>
                  <a:lnTo>
                    <a:pt x="54" y="178"/>
                  </a:lnTo>
                  <a:lnTo>
                    <a:pt x="42" y="180"/>
                  </a:lnTo>
                  <a:lnTo>
                    <a:pt x="30" y="180"/>
                  </a:lnTo>
                  <a:lnTo>
                    <a:pt x="22" y="178"/>
                  </a:lnTo>
                  <a:lnTo>
                    <a:pt x="16" y="176"/>
                  </a:lnTo>
                  <a:lnTo>
                    <a:pt x="10" y="170"/>
                  </a:lnTo>
                  <a:lnTo>
                    <a:pt x="6" y="166"/>
                  </a:lnTo>
                  <a:lnTo>
                    <a:pt x="4" y="160"/>
                  </a:lnTo>
                  <a:lnTo>
                    <a:pt x="2" y="152"/>
                  </a:lnTo>
                  <a:lnTo>
                    <a:pt x="0" y="138"/>
                  </a:lnTo>
                  <a:lnTo>
                    <a:pt x="2" y="126"/>
                  </a:lnTo>
                  <a:lnTo>
                    <a:pt x="4" y="114"/>
                  </a:lnTo>
                  <a:close/>
                </a:path>
              </a:pathLst>
            </a:custGeom>
            <a:solidFill>
              <a:srgbClr val="FED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39" name="任意多边形 38"/>
            <p:cNvSpPr/>
            <p:nvPr>
              <p:custDataLst>
                <p:tags r:id="rId38"/>
              </p:custDataLst>
            </p:nvPr>
          </p:nvSpPr>
          <p:spPr bwMode="auto">
            <a:xfrm>
              <a:off x="4160" y="3455"/>
              <a:ext cx="331" cy="216"/>
            </a:xfrm>
            <a:custGeom>
              <a:avLst/>
              <a:gdLst>
                <a:gd name="T0" fmla="*/ 4 w 276"/>
                <a:gd name="T1" fmla="*/ 114 h 180"/>
                <a:gd name="T2" fmla="*/ 4 w 276"/>
                <a:gd name="T3" fmla="*/ 114 h 180"/>
                <a:gd name="T4" fmla="*/ 14 w 276"/>
                <a:gd name="T5" fmla="*/ 98 h 180"/>
                <a:gd name="T6" fmla="*/ 36 w 276"/>
                <a:gd name="T7" fmla="*/ 62 h 180"/>
                <a:gd name="T8" fmla="*/ 50 w 276"/>
                <a:gd name="T9" fmla="*/ 42 h 180"/>
                <a:gd name="T10" fmla="*/ 64 w 276"/>
                <a:gd name="T11" fmla="*/ 24 h 180"/>
                <a:gd name="T12" fmla="*/ 78 w 276"/>
                <a:gd name="T13" fmla="*/ 8 h 180"/>
                <a:gd name="T14" fmla="*/ 88 w 276"/>
                <a:gd name="T15" fmla="*/ 0 h 180"/>
                <a:gd name="T16" fmla="*/ 88 w 276"/>
                <a:gd name="T17" fmla="*/ 0 h 180"/>
                <a:gd name="T18" fmla="*/ 94 w 276"/>
                <a:gd name="T19" fmla="*/ 0 h 180"/>
                <a:gd name="T20" fmla="*/ 102 w 276"/>
                <a:gd name="T21" fmla="*/ 2 h 180"/>
                <a:gd name="T22" fmla="*/ 122 w 276"/>
                <a:gd name="T23" fmla="*/ 10 h 180"/>
                <a:gd name="T24" fmla="*/ 146 w 276"/>
                <a:gd name="T25" fmla="*/ 22 h 180"/>
                <a:gd name="T26" fmla="*/ 174 w 276"/>
                <a:gd name="T27" fmla="*/ 40 h 180"/>
                <a:gd name="T28" fmla="*/ 228 w 276"/>
                <a:gd name="T29" fmla="*/ 72 h 180"/>
                <a:gd name="T30" fmla="*/ 250 w 276"/>
                <a:gd name="T31" fmla="*/ 82 h 180"/>
                <a:gd name="T32" fmla="*/ 258 w 276"/>
                <a:gd name="T33" fmla="*/ 86 h 180"/>
                <a:gd name="T34" fmla="*/ 266 w 276"/>
                <a:gd name="T35" fmla="*/ 86 h 180"/>
                <a:gd name="T36" fmla="*/ 266 w 276"/>
                <a:gd name="T37" fmla="*/ 86 h 180"/>
                <a:gd name="T38" fmla="*/ 272 w 276"/>
                <a:gd name="T39" fmla="*/ 88 h 180"/>
                <a:gd name="T40" fmla="*/ 276 w 276"/>
                <a:gd name="T41" fmla="*/ 90 h 180"/>
                <a:gd name="T42" fmla="*/ 276 w 276"/>
                <a:gd name="T43" fmla="*/ 92 h 180"/>
                <a:gd name="T44" fmla="*/ 276 w 276"/>
                <a:gd name="T45" fmla="*/ 96 h 180"/>
                <a:gd name="T46" fmla="*/ 272 w 276"/>
                <a:gd name="T47" fmla="*/ 104 h 180"/>
                <a:gd name="T48" fmla="*/ 262 w 276"/>
                <a:gd name="T49" fmla="*/ 112 h 180"/>
                <a:gd name="T50" fmla="*/ 250 w 276"/>
                <a:gd name="T51" fmla="*/ 122 h 180"/>
                <a:gd name="T52" fmla="*/ 236 w 276"/>
                <a:gd name="T53" fmla="*/ 128 h 180"/>
                <a:gd name="T54" fmla="*/ 220 w 276"/>
                <a:gd name="T55" fmla="*/ 132 h 180"/>
                <a:gd name="T56" fmla="*/ 212 w 276"/>
                <a:gd name="T57" fmla="*/ 134 h 180"/>
                <a:gd name="T58" fmla="*/ 206 w 276"/>
                <a:gd name="T59" fmla="*/ 132 h 180"/>
                <a:gd name="T60" fmla="*/ 206 w 276"/>
                <a:gd name="T61" fmla="*/ 132 h 180"/>
                <a:gd name="T62" fmla="*/ 192 w 276"/>
                <a:gd name="T63" fmla="*/ 128 h 180"/>
                <a:gd name="T64" fmla="*/ 178 w 276"/>
                <a:gd name="T65" fmla="*/ 122 h 180"/>
                <a:gd name="T66" fmla="*/ 150 w 276"/>
                <a:gd name="T67" fmla="*/ 106 h 180"/>
                <a:gd name="T68" fmla="*/ 128 w 276"/>
                <a:gd name="T69" fmla="*/ 92 h 180"/>
                <a:gd name="T70" fmla="*/ 118 w 276"/>
                <a:gd name="T71" fmla="*/ 86 h 180"/>
                <a:gd name="T72" fmla="*/ 118 w 276"/>
                <a:gd name="T73" fmla="*/ 86 h 180"/>
                <a:gd name="T74" fmla="*/ 118 w 276"/>
                <a:gd name="T75" fmla="*/ 98 h 180"/>
                <a:gd name="T76" fmla="*/ 118 w 276"/>
                <a:gd name="T77" fmla="*/ 110 h 180"/>
                <a:gd name="T78" fmla="*/ 114 w 276"/>
                <a:gd name="T79" fmla="*/ 126 h 180"/>
                <a:gd name="T80" fmla="*/ 106 w 276"/>
                <a:gd name="T81" fmla="*/ 142 h 180"/>
                <a:gd name="T82" fmla="*/ 102 w 276"/>
                <a:gd name="T83" fmla="*/ 148 h 180"/>
                <a:gd name="T84" fmla="*/ 94 w 276"/>
                <a:gd name="T85" fmla="*/ 156 h 180"/>
                <a:gd name="T86" fmla="*/ 86 w 276"/>
                <a:gd name="T87" fmla="*/ 162 h 180"/>
                <a:gd name="T88" fmla="*/ 78 w 276"/>
                <a:gd name="T89" fmla="*/ 168 h 180"/>
                <a:gd name="T90" fmla="*/ 66 w 276"/>
                <a:gd name="T91" fmla="*/ 174 h 180"/>
                <a:gd name="T92" fmla="*/ 54 w 276"/>
                <a:gd name="T93" fmla="*/ 178 h 180"/>
                <a:gd name="T94" fmla="*/ 54 w 276"/>
                <a:gd name="T95" fmla="*/ 178 h 180"/>
                <a:gd name="T96" fmla="*/ 42 w 276"/>
                <a:gd name="T97" fmla="*/ 180 h 180"/>
                <a:gd name="T98" fmla="*/ 30 w 276"/>
                <a:gd name="T99" fmla="*/ 180 h 180"/>
                <a:gd name="T100" fmla="*/ 22 w 276"/>
                <a:gd name="T101" fmla="*/ 178 h 180"/>
                <a:gd name="T102" fmla="*/ 16 w 276"/>
                <a:gd name="T103" fmla="*/ 176 h 180"/>
                <a:gd name="T104" fmla="*/ 10 w 276"/>
                <a:gd name="T105" fmla="*/ 170 h 180"/>
                <a:gd name="T106" fmla="*/ 6 w 276"/>
                <a:gd name="T107" fmla="*/ 166 h 180"/>
                <a:gd name="T108" fmla="*/ 4 w 276"/>
                <a:gd name="T109" fmla="*/ 160 h 180"/>
                <a:gd name="T110" fmla="*/ 2 w 276"/>
                <a:gd name="T111" fmla="*/ 152 h 180"/>
                <a:gd name="T112" fmla="*/ 0 w 276"/>
                <a:gd name="T113" fmla="*/ 138 h 180"/>
                <a:gd name="T114" fmla="*/ 2 w 276"/>
                <a:gd name="T115" fmla="*/ 126 h 180"/>
                <a:gd name="T116" fmla="*/ 4 w 276"/>
                <a:gd name="T117" fmla="*/ 114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76" h="180">
                  <a:moveTo>
                    <a:pt x="4" y="114"/>
                  </a:moveTo>
                  <a:lnTo>
                    <a:pt x="4" y="114"/>
                  </a:lnTo>
                  <a:lnTo>
                    <a:pt x="14" y="98"/>
                  </a:lnTo>
                  <a:lnTo>
                    <a:pt x="36" y="62"/>
                  </a:lnTo>
                  <a:lnTo>
                    <a:pt x="50" y="42"/>
                  </a:lnTo>
                  <a:lnTo>
                    <a:pt x="64" y="24"/>
                  </a:lnTo>
                  <a:lnTo>
                    <a:pt x="78" y="8"/>
                  </a:lnTo>
                  <a:lnTo>
                    <a:pt x="88" y="0"/>
                  </a:lnTo>
                  <a:lnTo>
                    <a:pt x="88" y="0"/>
                  </a:lnTo>
                  <a:lnTo>
                    <a:pt x="94" y="0"/>
                  </a:lnTo>
                  <a:lnTo>
                    <a:pt x="102" y="2"/>
                  </a:lnTo>
                  <a:lnTo>
                    <a:pt x="122" y="10"/>
                  </a:lnTo>
                  <a:lnTo>
                    <a:pt x="146" y="22"/>
                  </a:lnTo>
                  <a:lnTo>
                    <a:pt x="174" y="40"/>
                  </a:lnTo>
                  <a:lnTo>
                    <a:pt x="228" y="72"/>
                  </a:lnTo>
                  <a:lnTo>
                    <a:pt x="250" y="82"/>
                  </a:lnTo>
                  <a:lnTo>
                    <a:pt x="258" y="86"/>
                  </a:lnTo>
                  <a:lnTo>
                    <a:pt x="266" y="86"/>
                  </a:lnTo>
                  <a:lnTo>
                    <a:pt x="266" y="86"/>
                  </a:lnTo>
                  <a:lnTo>
                    <a:pt x="272" y="88"/>
                  </a:lnTo>
                  <a:lnTo>
                    <a:pt x="276" y="90"/>
                  </a:lnTo>
                  <a:lnTo>
                    <a:pt x="276" y="92"/>
                  </a:lnTo>
                  <a:lnTo>
                    <a:pt x="276" y="96"/>
                  </a:lnTo>
                  <a:lnTo>
                    <a:pt x="272" y="104"/>
                  </a:lnTo>
                  <a:lnTo>
                    <a:pt x="262" y="112"/>
                  </a:lnTo>
                  <a:lnTo>
                    <a:pt x="250" y="122"/>
                  </a:lnTo>
                  <a:lnTo>
                    <a:pt x="236" y="128"/>
                  </a:lnTo>
                  <a:lnTo>
                    <a:pt x="220" y="132"/>
                  </a:lnTo>
                  <a:lnTo>
                    <a:pt x="212" y="134"/>
                  </a:lnTo>
                  <a:lnTo>
                    <a:pt x="206" y="132"/>
                  </a:lnTo>
                  <a:lnTo>
                    <a:pt x="206" y="132"/>
                  </a:lnTo>
                  <a:lnTo>
                    <a:pt x="192" y="128"/>
                  </a:lnTo>
                  <a:lnTo>
                    <a:pt x="178" y="122"/>
                  </a:lnTo>
                  <a:lnTo>
                    <a:pt x="150" y="106"/>
                  </a:lnTo>
                  <a:lnTo>
                    <a:pt x="128" y="92"/>
                  </a:lnTo>
                  <a:lnTo>
                    <a:pt x="118" y="86"/>
                  </a:lnTo>
                  <a:lnTo>
                    <a:pt x="118" y="86"/>
                  </a:lnTo>
                  <a:lnTo>
                    <a:pt x="118" y="98"/>
                  </a:lnTo>
                  <a:lnTo>
                    <a:pt x="118" y="110"/>
                  </a:lnTo>
                  <a:lnTo>
                    <a:pt x="114" y="126"/>
                  </a:lnTo>
                  <a:lnTo>
                    <a:pt x="106" y="142"/>
                  </a:lnTo>
                  <a:lnTo>
                    <a:pt x="102" y="148"/>
                  </a:lnTo>
                  <a:lnTo>
                    <a:pt x="94" y="156"/>
                  </a:lnTo>
                  <a:lnTo>
                    <a:pt x="86" y="162"/>
                  </a:lnTo>
                  <a:lnTo>
                    <a:pt x="78" y="168"/>
                  </a:lnTo>
                  <a:lnTo>
                    <a:pt x="66" y="174"/>
                  </a:lnTo>
                  <a:lnTo>
                    <a:pt x="54" y="178"/>
                  </a:lnTo>
                  <a:lnTo>
                    <a:pt x="54" y="178"/>
                  </a:lnTo>
                  <a:lnTo>
                    <a:pt x="42" y="180"/>
                  </a:lnTo>
                  <a:lnTo>
                    <a:pt x="30" y="180"/>
                  </a:lnTo>
                  <a:lnTo>
                    <a:pt x="22" y="178"/>
                  </a:lnTo>
                  <a:lnTo>
                    <a:pt x="16" y="176"/>
                  </a:lnTo>
                  <a:lnTo>
                    <a:pt x="10" y="170"/>
                  </a:lnTo>
                  <a:lnTo>
                    <a:pt x="6" y="166"/>
                  </a:lnTo>
                  <a:lnTo>
                    <a:pt x="4" y="160"/>
                  </a:lnTo>
                  <a:lnTo>
                    <a:pt x="2" y="152"/>
                  </a:lnTo>
                  <a:lnTo>
                    <a:pt x="0" y="138"/>
                  </a:lnTo>
                  <a:lnTo>
                    <a:pt x="2" y="126"/>
                  </a:lnTo>
                  <a:lnTo>
                    <a:pt x="4" y="11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40" name="任意多边形 39"/>
            <p:cNvSpPr/>
            <p:nvPr>
              <p:custDataLst>
                <p:tags r:id="rId39"/>
              </p:custDataLst>
            </p:nvPr>
          </p:nvSpPr>
          <p:spPr bwMode="auto">
            <a:xfrm>
              <a:off x="2643" y="3376"/>
              <a:ext cx="1606" cy="511"/>
            </a:xfrm>
            <a:custGeom>
              <a:avLst/>
              <a:gdLst>
                <a:gd name="T0" fmla="*/ 42 w 1338"/>
                <a:gd name="T1" fmla="*/ 0 h 426"/>
                <a:gd name="T2" fmla="*/ 54 w 1338"/>
                <a:gd name="T3" fmla="*/ 2 h 426"/>
                <a:gd name="T4" fmla="*/ 158 w 1338"/>
                <a:gd name="T5" fmla="*/ 62 h 426"/>
                <a:gd name="T6" fmla="*/ 276 w 1338"/>
                <a:gd name="T7" fmla="*/ 124 h 426"/>
                <a:gd name="T8" fmla="*/ 386 w 1338"/>
                <a:gd name="T9" fmla="*/ 172 h 426"/>
                <a:gd name="T10" fmla="*/ 468 w 1338"/>
                <a:gd name="T11" fmla="*/ 202 h 426"/>
                <a:gd name="T12" fmla="*/ 556 w 1338"/>
                <a:gd name="T13" fmla="*/ 228 h 426"/>
                <a:gd name="T14" fmla="*/ 652 w 1338"/>
                <a:gd name="T15" fmla="*/ 248 h 426"/>
                <a:gd name="T16" fmla="*/ 752 w 1338"/>
                <a:gd name="T17" fmla="*/ 260 h 426"/>
                <a:gd name="T18" fmla="*/ 858 w 1338"/>
                <a:gd name="T19" fmla="*/ 262 h 426"/>
                <a:gd name="T20" fmla="*/ 968 w 1338"/>
                <a:gd name="T21" fmla="*/ 254 h 426"/>
                <a:gd name="T22" fmla="*/ 1082 w 1338"/>
                <a:gd name="T23" fmla="*/ 232 h 426"/>
                <a:gd name="T24" fmla="*/ 1198 w 1338"/>
                <a:gd name="T25" fmla="*/ 196 h 426"/>
                <a:gd name="T26" fmla="*/ 1258 w 1338"/>
                <a:gd name="T27" fmla="*/ 172 h 426"/>
                <a:gd name="T28" fmla="*/ 1278 w 1338"/>
                <a:gd name="T29" fmla="*/ 188 h 426"/>
                <a:gd name="T30" fmla="*/ 1304 w 1338"/>
                <a:gd name="T31" fmla="*/ 220 h 426"/>
                <a:gd name="T32" fmla="*/ 1328 w 1338"/>
                <a:gd name="T33" fmla="*/ 268 h 426"/>
                <a:gd name="T34" fmla="*/ 1338 w 1338"/>
                <a:gd name="T35" fmla="*/ 298 h 426"/>
                <a:gd name="T36" fmla="*/ 1272 w 1338"/>
                <a:gd name="T37" fmla="*/ 328 h 426"/>
                <a:gd name="T38" fmla="*/ 1166 w 1338"/>
                <a:gd name="T39" fmla="*/ 364 h 426"/>
                <a:gd name="T40" fmla="*/ 1018 w 1338"/>
                <a:gd name="T41" fmla="*/ 402 h 426"/>
                <a:gd name="T42" fmla="*/ 934 w 1338"/>
                <a:gd name="T43" fmla="*/ 416 h 426"/>
                <a:gd name="T44" fmla="*/ 840 w 1338"/>
                <a:gd name="T45" fmla="*/ 424 h 426"/>
                <a:gd name="T46" fmla="*/ 742 w 1338"/>
                <a:gd name="T47" fmla="*/ 426 h 426"/>
                <a:gd name="T48" fmla="*/ 640 w 1338"/>
                <a:gd name="T49" fmla="*/ 420 h 426"/>
                <a:gd name="T50" fmla="*/ 534 w 1338"/>
                <a:gd name="T51" fmla="*/ 402 h 426"/>
                <a:gd name="T52" fmla="*/ 426 w 1338"/>
                <a:gd name="T53" fmla="*/ 374 h 426"/>
                <a:gd name="T54" fmla="*/ 316 w 1338"/>
                <a:gd name="T55" fmla="*/ 330 h 426"/>
                <a:gd name="T56" fmla="*/ 206 w 1338"/>
                <a:gd name="T57" fmla="*/ 274 h 426"/>
                <a:gd name="T58" fmla="*/ 98 w 1338"/>
                <a:gd name="T59" fmla="*/ 198 h 426"/>
                <a:gd name="T60" fmla="*/ 72 w 1338"/>
                <a:gd name="T61" fmla="*/ 172 h 426"/>
                <a:gd name="T62" fmla="*/ 26 w 1338"/>
                <a:gd name="T63" fmla="*/ 112 h 426"/>
                <a:gd name="T64" fmla="*/ 8 w 1338"/>
                <a:gd name="T65" fmla="*/ 78 h 426"/>
                <a:gd name="T66" fmla="*/ 0 w 1338"/>
                <a:gd name="T67" fmla="*/ 44 h 426"/>
                <a:gd name="T68" fmla="*/ 2 w 1338"/>
                <a:gd name="T69" fmla="*/ 30 h 426"/>
                <a:gd name="T70" fmla="*/ 10 w 1338"/>
                <a:gd name="T71" fmla="*/ 18 h 426"/>
                <a:gd name="T72" fmla="*/ 22 w 1338"/>
                <a:gd name="T73" fmla="*/ 8 h 426"/>
                <a:gd name="T74" fmla="*/ 42 w 1338"/>
                <a:gd name="T75" fmla="*/ 0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38" h="426">
                  <a:moveTo>
                    <a:pt x="42" y="0"/>
                  </a:moveTo>
                  <a:lnTo>
                    <a:pt x="42" y="0"/>
                  </a:lnTo>
                  <a:lnTo>
                    <a:pt x="46" y="0"/>
                  </a:lnTo>
                  <a:lnTo>
                    <a:pt x="54" y="2"/>
                  </a:lnTo>
                  <a:lnTo>
                    <a:pt x="78" y="16"/>
                  </a:lnTo>
                  <a:lnTo>
                    <a:pt x="158" y="62"/>
                  </a:lnTo>
                  <a:lnTo>
                    <a:pt x="212" y="92"/>
                  </a:lnTo>
                  <a:lnTo>
                    <a:pt x="276" y="124"/>
                  </a:lnTo>
                  <a:lnTo>
                    <a:pt x="346" y="156"/>
                  </a:lnTo>
                  <a:lnTo>
                    <a:pt x="386" y="172"/>
                  </a:lnTo>
                  <a:lnTo>
                    <a:pt x="426" y="188"/>
                  </a:lnTo>
                  <a:lnTo>
                    <a:pt x="468" y="202"/>
                  </a:lnTo>
                  <a:lnTo>
                    <a:pt x="512" y="216"/>
                  </a:lnTo>
                  <a:lnTo>
                    <a:pt x="556" y="228"/>
                  </a:lnTo>
                  <a:lnTo>
                    <a:pt x="604" y="238"/>
                  </a:lnTo>
                  <a:lnTo>
                    <a:pt x="652" y="248"/>
                  </a:lnTo>
                  <a:lnTo>
                    <a:pt x="702" y="254"/>
                  </a:lnTo>
                  <a:lnTo>
                    <a:pt x="752" y="260"/>
                  </a:lnTo>
                  <a:lnTo>
                    <a:pt x="804" y="262"/>
                  </a:lnTo>
                  <a:lnTo>
                    <a:pt x="858" y="262"/>
                  </a:lnTo>
                  <a:lnTo>
                    <a:pt x="912" y="260"/>
                  </a:lnTo>
                  <a:lnTo>
                    <a:pt x="968" y="254"/>
                  </a:lnTo>
                  <a:lnTo>
                    <a:pt x="1024" y="246"/>
                  </a:lnTo>
                  <a:lnTo>
                    <a:pt x="1082" y="232"/>
                  </a:lnTo>
                  <a:lnTo>
                    <a:pt x="1140" y="216"/>
                  </a:lnTo>
                  <a:lnTo>
                    <a:pt x="1198" y="196"/>
                  </a:lnTo>
                  <a:lnTo>
                    <a:pt x="1258" y="172"/>
                  </a:lnTo>
                  <a:lnTo>
                    <a:pt x="1258" y="172"/>
                  </a:lnTo>
                  <a:lnTo>
                    <a:pt x="1268" y="180"/>
                  </a:lnTo>
                  <a:lnTo>
                    <a:pt x="1278" y="188"/>
                  </a:lnTo>
                  <a:lnTo>
                    <a:pt x="1290" y="202"/>
                  </a:lnTo>
                  <a:lnTo>
                    <a:pt x="1304" y="220"/>
                  </a:lnTo>
                  <a:lnTo>
                    <a:pt x="1316" y="242"/>
                  </a:lnTo>
                  <a:lnTo>
                    <a:pt x="1328" y="268"/>
                  </a:lnTo>
                  <a:lnTo>
                    <a:pt x="1338" y="298"/>
                  </a:lnTo>
                  <a:lnTo>
                    <a:pt x="1338" y="298"/>
                  </a:lnTo>
                  <a:lnTo>
                    <a:pt x="1308" y="312"/>
                  </a:lnTo>
                  <a:lnTo>
                    <a:pt x="1272" y="328"/>
                  </a:lnTo>
                  <a:lnTo>
                    <a:pt x="1224" y="346"/>
                  </a:lnTo>
                  <a:lnTo>
                    <a:pt x="1166" y="364"/>
                  </a:lnTo>
                  <a:lnTo>
                    <a:pt x="1096" y="384"/>
                  </a:lnTo>
                  <a:lnTo>
                    <a:pt x="1018" y="402"/>
                  </a:lnTo>
                  <a:lnTo>
                    <a:pt x="976" y="408"/>
                  </a:lnTo>
                  <a:lnTo>
                    <a:pt x="934" y="416"/>
                  </a:lnTo>
                  <a:lnTo>
                    <a:pt x="888" y="420"/>
                  </a:lnTo>
                  <a:lnTo>
                    <a:pt x="840" y="424"/>
                  </a:lnTo>
                  <a:lnTo>
                    <a:pt x="792" y="426"/>
                  </a:lnTo>
                  <a:lnTo>
                    <a:pt x="742" y="426"/>
                  </a:lnTo>
                  <a:lnTo>
                    <a:pt x="692" y="424"/>
                  </a:lnTo>
                  <a:lnTo>
                    <a:pt x="640" y="420"/>
                  </a:lnTo>
                  <a:lnTo>
                    <a:pt x="588" y="412"/>
                  </a:lnTo>
                  <a:lnTo>
                    <a:pt x="534" y="402"/>
                  </a:lnTo>
                  <a:lnTo>
                    <a:pt x="480" y="390"/>
                  </a:lnTo>
                  <a:lnTo>
                    <a:pt x="426" y="374"/>
                  </a:lnTo>
                  <a:lnTo>
                    <a:pt x="370" y="354"/>
                  </a:lnTo>
                  <a:lnTo>
                    <a:pt x="316" y="330"/>
                  </a:lnTo>
                  <a:lnTo>
                    <a:pt x="262" y="304"/>
                  </a:lnTo>
                  <a:lnTo>
                    <a:pt x="206" y="274"/>
                  </a:lnTo>
                  <a:lnTo>
                    <a:pt x="152" y="238"/>
                  </a:lnTo>
                  <a:lnTo>
                    <a:pt x="98" y="198"/>
                  </a:lnTo>
                  <a:lnTo>
                    <a:pt x="98" y="198"/>
                  </a:lnTo>
                  <a:lnTo>
                    <a:pt x="72" y="172"/>
                  </a:lnTo>
                  <a:lnTo>
                    <a:pt x="48" y="144"/>
                  </a:lnTo>
                  <a:lnTo>
                    <a:pt x="26" y="112"/>
                  </a:lnTo>
                  <a:lnTo>
                    <a:pt x="16" y="94"/>
                  </a:lnTo>
                  <a:lnTo>
                    <a:pt x="8" y="78"/>
                  </a:lnTo>
                  <a:lnTo>
                    <a:pt x="2" y="60"/>
                  </a:lnTo>
                  <a:lnTo>
                    <a:pt x="0" y="44"/>
                  </a:lnTo>
                  <a:lnTo>
                    <a:pt x="0" y="38"/>
                  </a:lnTo>
                  <a:lnTo>
                    <a:pt x="2" y="30"/>
                  </a:lnTo>
                  <a:lnTo>
                    <a:pt x="6" y="24"/>
                  </a:lnTo>
                  <a:lnTo>
                    <a:pt x="10" y="18"/>
                  </a:lnTo>
                  <a:lnTo>
                    <a:pt x="16" y="12"/>
                  </a:lnTo>
                  <a:lnTo>
                    <a:pt x="22" y="8"/>
                  </a:lnTo>
                  <a:lnTo>
                    <a:pt x="32" y="2"/>
                  </a:lnTo>
                  <a:lnTo>
                    <a:pt x="42" y="0"/>
                  </a:lnTo>
                  <a:close/>
                </a:path>
              </a:pathLst>
            </a:custGeom>
            <a:solidFill>
              <a:srgbClr val="474C4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41" name="任意多边形 40"/>
            <p:cNvSpPr/>
            <p:nvPr>
              <p:custDataLst>
                <p:tags r:id="rId40"/>
              </p:custDataLst>
            </p:nvPr>
          </p:nvSpPr>
          <p:spPr bwMode="auto">
            <a:xfrm>
              <a:off x="2643" y="3376"/>
              <a:ext cx="1606" cy="511"/>
            </a:xfrm>
            <a:custGeom>
              <a:avLst/>
              <a:gdLst>
                <a:gd name="T0" fmla="*/ 42 w 1338"/>
                <a:gd name="T1" fmla="*/ 0 h 426"/>
                <a:gd name="T2" fmla="*/ 54 w 1338"/>
                <a:gd name="T3" fmla="*/ 2 h 426"/>
                <a:gd name="T4" fmla="*/ 158 w 1338"/>
                <a:gd name="T5" fmla="*/ 62 h 426"/>
                <a:gd name="T6" fmla="*/ 276 w 1338"/>
                <a:gd name="T7" fmla="*/ 124 h 426"/>
                <a:gd name="T8" fmla="*/ 386 w 1338"/>
                <a:gd name="T9" fmla="*/ 172 h 426"/>
                <a:gd name="T10" fmla="*/ 468 w 1338"/>
                <a:gd name="T11" fmla="*/ 202 h 426"/>
                <a:gd name="T12" fmla="*/ 556 w 1338"/>
                <a:gd name="T13" fmla="*/ 228 h 426"/>
                <a:gd name="T14" fmla="*/ 652 w 1338"/>
                <a:gd name="T15" fmla="*/ 248 h 426"/>
                <a:gd name="T16" fmla="*/ 752 w 1338"/>
                <a:gd name="T17" fmla="*/ 260 h 426"/>
                <a:gd name="T18" fmla="*/ 858 w 1338"/>
                <a:gd name="T19" fmla="*/ 262 h 426"/>
                <a:gd name="T20" fmla="*/ 968 w 1338"/>
                <a:gd name="T21" fmla="*/ 254 h 426"/>
                <a:gd name="T22" fmla="*/ 1082 w 1338"/>
                <a:gd name="T23" fmla="*/ 232 h 426"/>
                <a:gd name="T24" fmla="*/ 1198 w 1338"/>
                <a:gd name="T25" fmla="*/ 196 h 426"/>
                <a:gd name="T26" fmla="*/ 1258 w 1338"/>
                <a:gd name="T27" fmla="*/ 172 h 426"/>
                <a:gd name="T28" fmla="*/ 1278 w 1338"/>
                <a:gd name="T29" fmla="*/ 188 h 426"/>
                <a:gd name="T30" fmla="*/ 1304 w 1338"/>
                <a:gd name="T31" fmla="*/ 220 h 426"/>
                <a:gd name="T32" fmla="*/ 1328 w 1338"/>
                <a:gd name="T33" fmla="*/ 268 h 426"/>
                <a:gd name="T34" fmla="*/ 1338 w 1338"/>
                <a:gd name="T35" fmla="*/ 298 h 426"/>
                <a:gd name="T36" fmla="*/ 1272 w 1338"/>
                <a:gd name="T37" fmla="*/ 328 h 426"/>
                <a:gd name="T38" fmla="*/ 1166 w 1338"/>
                <a:gd name="T39" fmla="*/ 364 h 426"/>
                <a:gd name="T40" fmla="*/ 1018 w 1338"/>
                <a:gd name="T41" fmla="*/ 402 h 426"/>
                <a:gd name="T42" fmla="*/ 934 w 1338"/>
                <a:gd name="T43" fmla="*/ 416 h 426"/>
                <a:gd name="T44" fmla="*/ 840 w 1338"/>
                <a:gd name="T45" fmla="*/ 424 h 426"/>
                <a:gd name="T46" fmla="*/ 742 w 1338"/>
                <a:gd name="T47" fmla="*/ 426 h 426"/>
                <a:gd name="T48" fmla="*/ 640 w 1338"/>
                <a:gd name="T49" fmla="*/ 420 h 426"/>
                <a:gd name="T50" fmla="*/ 534 w 1338"/>
                <a:gd name="T51" fmla="*/ 402 h 426"/>
                <a:gd name="T52" fmla="*/ 426 w 1338"/>
                <a:gd name="T53" fmla="*/ 374 h 426"/>
                <a:gd name="T54" fmla="*/ 316 w 1338"/>
                <a:gd name="T55" fmla="*/ 330 h 426"/>
                <a:gd name="T56" fmla="*/ 206 w 1338"/>
                <a:gd name="T57" fmla="*/ 274 h 426"/>
                <a:gd name="T58" fmla="*/ 98 w 1338"/>
                <a:gd name="T59" fmla="*/ 198 h 426"/>
                <a:gd name="T60" fmla="*/ 72 w 1338"/>
                <a:gd name="T61" fmla="*/ 172 h 426"/>
                <a:gd name="T62" fmla="*/ 26 w 1338"/>
                <a:gd name="T63" fmla="*/ 112 h 426"/>
                <a:gd name="T64" fmla="*/ 8 w 1338"/>
                <a:gd name="T65" fmla="*/ 78 h 426"/>
                <a:gd name="T66" fmla="*/ 0 w 1338"/>
                <a:gd name="T67" fmla="*/ 44 h 426"/>
                <a:gd name="T68" fmla="*/ 2 w 1338"/>
                <a:gd name="T69" fmla="*/ 30 h 426"/>
                <a:gd name="T70" fmla="*/ 10 w 1338"/>
                <a:gd name="T71" fmla="*/ 18 h 426"/>
                <a:gd name="T72" fmla="*/ 22 w 1338"/>
                <a:gd name="T73" fmla="*/ 8 h 426"/>
                <a:gd name="T74" fmla="*/ 42 w 1338"/>
                <a:gd name="T75" fmla="*/ 0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38" h="426">
                  <a:moveTo>
                    <a:pt x="42" y="0"/>
                  </a:moveTo>
                  <a:lnTo>
                    <a:pt x="42" y="0"/>
                  </a:lnTo>
                  <a:lnTo>
                    <a:pt x="46" y="0"/>
                  </a:lnTo>
                  <a:lnTo>
                    <a:pt x="54" y="2"/>
                  </a:lnTo>
                  <a:lnTo>
                    <a:pt x="78" y="16"/>
                  </a:lnTo>
                  <a:lnTo>
                    <a:pt x="158" y="62"/>
                  </a:lnTo>
                  <a:lnTo>
                    <a:pt x="212" y="92"/>
                  </a:lnTo>
                  <a:lnTo>
                    <a:pt x="276" y="124"/>
                  </a:lnTo>
                  <a:lnTo>
                    <a:pt x="346" y="156"/>
                  </a:lnTo>
                  <a:lnTo>
                    <a:pt x="386" y="172"/>
                  </a:lnTo>
                  <a:lnTo>
                    <a:pt x="426" y="188"/>
                  </a:lnTo>
                  <a:lnTo>
                    <a:pt x="468" y="202"/>
                  </a:lnTo>
                  <a:lnTo>
                    <a:pt x="512" y="216"/>
                  </a:lnTo>
                  <a:lnTo>
                    <a:pt x="556" y="228"/>
                  </a:lnTo>
                  <a:lnTo>
                    <a:pt x="604" y="238"/>
                  </a:lnTo>
                  <a:lnTo>
                    <a:pt x="652" y="248"/>
                  </a:lnTo>
                  <a:lnTo>
                    <a:pt x="702" y="254"/>
                  </a:lnTo>
                  <a:lnTo>
                    <a:pt x="752" y="260"/>
                  </a:lnTo>
                  <a:lnTo>
                    <a:pt x="804" y="262"/>
                  </a:lnTo>
                  <a:lnTo>
                    <a:pt x="858" y="262"/>
                  </a:lnTo>
                  <a:lnTo>
                    <a:pt x="912" y="260"/>
                  </a:lnTo>
                  <a:lnTo>
                    <a:pt x="968" y="254"/>
                  </a:lnTo>
                  <a:lnTo>
                    <a:pt x="1024" y="246"/>
                  </a:lnTo>
                  <a:lnTo>
                    <a:pt x="1082" y="232"/>
                  </a:lnTo>
                  <a:lnTo>
                    <a:pt x="1140" y="216"/>
                  </a:lnTo>
                  <a:lnTo>
                    <a:pt x="1198" y="196"/>
                  </a:lnTo>
                  <a:lnTo>
                    <a:pt x="1258" y="172"/>
                  </a:lnTo>
                  <a:lnTo>
                    <a:pt x="1258" y="172"/>
                  </a:lnTo>
                  <a:lnTo>
                    <a:pt x="1268" y="180"/>
                  </a:lnTo>
                  <a:lnTo>
                    <a:pt x="1278" y="188"/>
                  </a:lnTo>
                  <a:lnTo>
                    <a:pt x="1290" y="202"/>
                  </a:lnTo>
                  <a:lnTo>
                    <a:pt x="1304" y="220"/>
                  </a:lnTo>
                  <a:lnTo>
                    <a:pt x="1316" y="242"/>
                  </a:lnTo>
                  <a:lnTo>
                    <a:pt x="1328" y="268"/>
                  </a:lnTo>
                  <a:lnTo>
                    <a:pt x="1338" y="298"/>
                  </a:lnTo>
                  <a:lnTo>
                    <a:pt x="1338" y="298"/>
                  </a:lnTo>
                  <a:lnTo>
                    <a:pt x="1308" y="312"/>
                  </a:lnTo>
                  <a:lnTo>
                    <a:pt x="1272" y="328"/>
                  </a:lnTo>
                  <a:lnTo>
                    <a:pt x="1224" y="346"/>
                  </a:lnTo>
                  <a:lnTo>
                    <a:pt x="1166" y="364"/>
                  </a:lnTo>
                  <a:lnTo>
                    <a:pt x="1096" y="384"/>
                  </a:lnTo>
                  <a:lnTo>
                    <a:pt x="1018" y="402"/>
                  </a:lnTo>
                  <a:lnTo>
                    <a:pt x="976" y="408"/>
                  </a:lnTo>
                  <a:lnTo>
                    <a:pt x="934" y="416"/>
                  </a:lnTo>
                  <a:lnTo>
                    <a:pt x="888" y="420"/>
                  </a:lnTo>
                  <a:lnTo>
                    <a:pt x="840" y="424"/>
                  </a:lnTo>
                  <a:lnTo>
                    <a:pt x="792" y="426"/>
                  </a:lnTo>
                  <a:lnTo>
                    <a:pt x="742" y="426"/>
                  </a:lnTo>
                  <a:lnTo>
                    <a:pt x="692" y="424"/>
                  </a:lnTo>
                  <a:lnTo>
                    <a:pt x="640" y="420"/>
                  </a:lnTo>
                  <a:lnTo>
                    <a:pt x="588" y="412"/>
                  </a:lnTo>
                  <a:lnTo>
                    <a:pt x="534" y="402"/>
                  </a:lnTo>
                  <a:lnTo>
                    <a:pt x="480" y="390"/>
                  </a:lnTo>
                  <a:lnTo>
                    <a:pt x="426" y="374"/>
                  </a:lnTo>
                  <a:lnTo>
                    <a:pt x="370" y="354"/>
                  </a:lnTo>
                  <a:lnTo>
                    <a:pt x="316" y="330"/>
                  </a:lnTo>
                  <a:lnTo>
                    <a:pt x="262" y="304"/>
                  </a:lnTo>
                  <a:lnTo>
                    <a:pt x="206" y="274"/>
                  </a:lnTo>
                  <a:lnTo>
                    <a:pt x="152" y="238"/>
                  </a:lnTo>
                  <a:lnTo>
                    <a:pt x="98" y="198"/>
                  </a:lnTo>
                  <a:lnTo>
                    <a:pt x="98" y="198"/>
                  </a:lnTo>
                  <a:lnTo>
                    <a:pt x="72" y="172"/>
                  </a:lnTo>
                  <a:lnTo>
                    <a:pt x="48" y="144"/>
                  </a:lnTo>
                  <a:lnTo>
                    <a:pt x="26" y="112"/>
                  </a:lnTo>
                  <a:lnTo>
                    <a:pt x="16" y="94"/>
                  </a:lnTo>
                  <a:lnTo>
                    <a:pt x="8" y="78"/>
                  </a:lnTo>
                  <a:lnTo>
                    <a:pt x="2" y="60"/>
                  </a:lnTo>
                  <a:lnTo>
                    <a:pt x="0" y="44"/>
                  </a:lnTo>
                  <a:lnTo>
                    <a:pt x="0" y="38"/>
                  </a:lnTo>
                  <a:lnTo>
                    <a:pt x="2" y="30"/>
                  </a:lnTo>
                  <a:lnTo>
                    <a:pt x="6" y="24"/>
                  </a:lnTo>
                  <a:lnTo>
                    <a:pt x="10" y="18"/>
                  </a:lnTo>
                  <a:lnTo>
                    <a:pt x="16" y="12"/>
                  </a:lnTo>
                  <a:lnTo>
                    <a:pt x="22" y="8"/>
                  </a:lnTo>
                  <a:lnTo>
                    <a:pt x="32" y="2"/>
                  </a:lnTo>
                  <a:lnTo>
                    <a:pt x="4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42" name="任意多边形 41"/>
            <p:cNvSpPr/>
            <p:nvPr>
              <p:custDataLst>
                <p:tags r:id="rId41"/>
              </p:custDataLst>
            </p:nvPr>
          </p:nvSpPr>
          <p:spPr bwMode="auto">
            <a:xfrm>
              <a:off x="2550" y="2188"/>
              <a:ext cx="182" cy="492"/>
            </a:xfrm>
            <a:custGeom>
              <a:avLst/>
              <a:gdLst>
                <a:gd name="T0" fmla="*/ 80 w 152"/>
                <a:gd name="T1" fmla="*/ 2 h 410"/>
                <a:gd name="T2" fmla="*/ 80 w 152"/>
                <a:gd name="T3" fmla="*/ 2 h 410"/>
                <a:gd name="T4" fmla="*/ 84 w 152"/>
                <a:gd name="T5" fmla="*/ 10 h 410"/>
                <a:gd name="T6" fmla="*/ 100 w 152"/>
                <a:gd name="T7" fmla="*/ 32 h 410"/>
                <a:gd name="T8" fmla="*/ 118 w 152"/>
                <a:gd name="T9" fmla="*/ 66 h 410"/>
                <a:gd name="T10" fmla="*/ 128 w 152"/>
                <a:gd name="T11" fmla="*/ 88 h 410"/>
                <a:gd name="T12" fmla="*/ 136 w 152"/>
                <a:gd name="T13" fmla="*/ 112 h 410"/>
                <a:gd name="T14" fmla="*/ 144 w 152"/>
                <a:gd name="T15" fmla="*/ 138 h 410"/>
                <a:gd name="T16" fmla="*/ 150 w 152"/>
                <a:gd name="T17" fmla="*/ 168 h 410"/>
                <a:gd name="T18" fmla="*/ 152 w 152"/>
                <a:gd name="T19" fmla="*/ 198 h 410"/>
                <a:gd name="T20" fmla="*/ 152 w 152"/>
                <a:gd name="T21" fmla="*/ 230 h 410"/>
                <a:gd name="T22" fmla="*/ 148 w 152"/>
                <a:gd name="T23" fmla="*/ 264 h 410"/>
                <a:gd name="T24" fmla="*/ 138 w 152"/>
                <a:gd name="T25" fmla="*/ 298 h 410"/>
                <a:gd name="T26" fmla="*/ 124 w 152"/>
                <a:gd name="T27" fmla="*/ 334 h 410"/>
                <a:gd name="T28" fmla="*/ 116 w 152"/>
                <a:gd name="T29" fmla="*/ 352 h 410"/>
                <a:gd name="T30" fmla="*/ 106 w 152"/>
                <a:gd name="T31" fmla="*/ 370 h 410"/>
                <a:gd name="T32" fmla="*/ 106 w 152"/>
                <a:gd name="T33" fmla="*/ 370 h 410"/>
                <a:gd name="T34" fmla="*/ 96 w 152"/>
                <a:gd name="T35" fmla="*/ 386 h 410"/>
                <a:gd name="T36" fmla="*/ 84 w 152"/>
                <a:gd name="T37" fmla="*/ 398 h 410"/>
                <a:gd name="T38" fmla="*/ 74 w 152"/>
                <a:gd name="T39" fmla="*/ 406 h 410"/>
                <a:gd name="T40" fmla="*/ 66 w 152"/>
                <a:gd name="T41" fmla="*/ 408 h 410"/>
                <a:gd name="T42" fmla="*/ 56 w 152"/>
                <a:gd name="T43" fmla="*/ 410 h 410"/>
                <a:gd name="T44" fmla="*/ 48 w 152"/>
                <a:gd name="T45" fmla="*/ 406 h 410"/>
                <a:gd name="T46" fmla="*/ 42 w 152"/>
                <a:gd name="T47" fmla="*/ 400 h 410"/>
                <a:gd name="T48" fmla="*/ 34 w 152"/>
                <a:gd name="T49" fmla="*/ 390 h 410"/>
                <a:gd name="T50" fmla="*/ 28 w 152"/>
                <a:gd name="T51" fmla="*/ 380 h 410"/>
                <a:gd name="T52" fmla="*/ 22 w 152"/>
                <a:gd name="T53" fmla="*/ 366 h 410"/>
                <a:gd name="T54" fmla="*/ 12 w 152"/>
                <a:gd name="T55" fmla="*/ 332 h 410"/>
                <a:gd name="T56" fmla="*/ 6 w 152"/>
                <a:gd name="T57" fmla="*/ 292 h 410"/>
                <a:gd name="T58" fmla="*/ 0 w 152"/>
                <a:gd name="T59" fmla="*/ 250 h 410"/>
                <a:gd name="T60" fmla="*/ 0 w 152"/>
                <a:gd name="T61" fmla="*/ 204 h 410"/>
                <a:gd name="T62" fmla="*/ 0 w 152"/>
                <a:gd name="T63" fmla="*/ 158 h 410"/>
                <a:gd name="T64" fmla="*/ 6 w 152"/>
                <a:gd name="T65" fmla="*/ 114 h 410"/>
                <a:gd name="T66" fmla="*/ 14 w 152"/>
                <a:gd name="T67" fmla="*/ 76 h 410"/>
                <a:gd name="T68" fmla="*/ 18 w 152"/>
                <a:gd name="T69" fmla="*/ 58 h 410"/>
                <a:gd name="T70" fmla="*/ 24 w 152"/>
                <a:gd name="T71" fmla="*/ 42 h 410"/>
                <a:gd name="T72" fmla="*/ 32 w 152"/>
                <a:gd name="T73" fmla="*/ 30 h 410"/>
                <a:gd name="T74" fmla="*/ 38 w 152"/>
                <a:gd name="T75" fmla="*/ 18 h 410"/>
                <a:gd name="T76" fmla="*/ 48 w 152"/>
                <a:gd name="T77" fmla="*/ 10 h 410"/>
                <a:gd name="T78" fmla="*/ 58 w 152"/>
                <a:gd name="T79" fmla="*/ 4 h 410"/>
                <a:gd name="T80" fmla="*/ 68 w 152"/>
                <a:gd name="T81" fmla="*/ 0 h 410"/>
                <a:gd name="T82" fmla="*/ 80 w 152"/>
                <a:gd name="T83" fmla="*/ 2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2" h="410">
                  <a:moveTo>
                    <a:pt x="80" y="2"/>
                  </a:moveTo>
                  <a:lnTo>
                    <a:pt x="80" y="2"/>
                  </a:lnTo>
                  <a:lnTo>
                    <a:pt x="84" y="10"/>
                  </a:lnTo>
                  <a:lnTo>
                    <a:pt x="100" y="32"/>
                  </a:lnTo>
                  <a:lnTo>
                    <a:pt x="118" y="66"/>
                  </a:lnTo>
                  <a:lnTo>
                    <a:pt x="128" y="88"/>
                  </a:lnTo>
                  <a:lnTo>
                    <a:pt x="136" y="112"/>
                  </a:lnTo>
                  <a:lnTo>
                    <a:pt x="144" y="138"/>
                  </a:lnTo>
                  <a:lnTo>
                    <a:pt x="150" y="168"/>
                  </a:lnTo>
                  <a:lnTo>
                    <a:pt x="152" y="198"/>
                  </a:lnTo>
                  <a:lnTo>
                    <a:pt x="152" y="230"/>
                  </a:lnTo>
                  <a:lnTo>
                    <a:pt x="148" y="264"/>
                  </a:lnTo>
                  <a:lnTo>
                    <a:pt x="138" y="298"/>
                  </a:lnTo>
                  <a:lnTo>
                    <a:pt x="124" y="334"/>
                  </a:lnTo>
                  <a:lnTo>
                    <a:pt x="116" y="352"/>
                  </a:lnTo>
                  <a:lnTo>
                    <a:pt x="106" y="370"/>
                  </a:lnTo>
                  <a:lnTo>
                    <a:pt x="106" y="370"/>
                  </a:lnTo>
                  <a:lnTo>
                    <a:pt x="96" y="386"/>
                  </a:lnTo>
                  <a:lnTo>
                    <a:pt x="84" y="398"/>
                  </a:lnTo>
                  <a:lnTo>
                    <a:pt x="74" y="406"/>
                  </a:lnTo>
                  <a:lnTo>
                    <a:pt x="66" y="408"/>
                  </a:lnTo>
                  <a:lnTo>
                    <a:pt x="56" y="410"/>
                  </a:lnTo>
                  <a:lnTo>
                    <a:pt x="48" y="406"/>
                  </a:lnTo>
                  <a:lnTo>
                    <a:pt x="42" y="400"/>
                  </a:lnTo>
                  <a:lnTo>
                    <a:pt x="34" y="390"/>
                  </a:lnTo>
                  <a:lnTo>
                    <a:pt x="28" y="380"/>
                  </a:lnTo>
                  <a:lnTo>
                    <a:pt x="22" y="366"/>
                  </a:lnTo>
                  <a:lnTo>
                    <a:pt x="12" y="332"/>
                  </a:lnTo>
                  <a:lnTo>
                    <a:pt x="6" y="292"/>
                  </a:lnTo>
                  <a:lnTo>
                    <a:pt x="0" y="250"/>
                  </a:lnTo>
                  <a:lnTo>
                    <a:pt x="0" y="204"/>
                  </a:lnTo>
                  <a:lnTo>
                    <a:pt x="0" y="158"/>
                  </a:lnTo>
                  <a:lnTo>
                    <a:pt x="6" y="114"/>
                  </a:lnTo>
                  <a:lnTo>
                    <a:pt x="14" y="76"/>
                  </a:lnTo>
                  <a:lnTo>
                    <a:pt x="18" y="58"/>
                  </a:lnTo>
                  <a:lnTo>
                    <a:pt x="24" y="42"/>
                  </a:lnTo>
                  <a:lnTo>
                    <a:pt x="32" y="30"/>
                  </a:lnTo>
                  <a:lnTo>
                    <a:pt x="38" y="18"/>
                  </a:lnTo>
                  <a:lnTo>
                    <a:pt x="48" y="10"/>
                  </a:lnTo>
                  <a:lnTo>
                    <a:pt x="58" y="4"/>
                  </a:lnTo>
                  <a:lnTo>
                    <a:pt x="68" y="0"/>
                  </a:lnTo>
                  <a:lnTo>
                    <a:pt x="80" y="2"/>
                  </a:lnTo>
                  <a:close/>
                </a:path>
              </a:pathLst>
            </a:custGeom>
            <a:solidFill>
              <a:srgbClr val="755243"/>
            </a:solidFill>
            <a:ln>
              <a:noFill/>
            </a:ln>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43" name="任意多边形 42"/>
            <p:cNvSpPr/>
            <p:nvPr>
              <p:custDataLst>
                <p:tags r:id="rId42"/>
              </p:custDataLst>
            </p:nvPr>
          </p:nvSpPr>
          <p:spPr bwMode="auto">
            <a:xfrm>
              <a:off x="2550" y="2188"/>
              <a:ext cx="182" cy="492"/>
            </a:xfrm>
            <a:custGeom>
              <a:avLst/>
              <a:gdLst>
                <a:gd name="T0" fmla="*/ 80 w 152"/>
                <a:gd name="T1" fmla="*/ 2 h 410"/>
                <a:gd name="T2" fmla="*/ 80 w 152"/>
                <a:gd name="T3" fmla="*/ 2 h 410"/>
                <a:gd name="T4" fmla="*/ 84 w 152"/>
                <a:gd name="T5" fmla="*/ 10 h 410"/>
                <a:gd name="T6" fmla="*/ 100 w 152"/>
                <a:gd name="T7" fmla="*/ 32 h 410"/>
                <a:gd name="T8" fmla="*/ 118 w 152"/>
                <a:gd name="T9" fmla="*/ 66 h 410"/>
                <a:gd name="T10" fmla="*/ 128 w 152"/>
                <a:gd name="T11" fmla="*/ 88 h 410"/>
                <a:gd name="T12" fmla="*/ 136 w 152"/>
                <a:gd name="T13" fmla="*/ 112 h 410"/>
                <a:gd name="T14" fmla="*/ 144 w 152"/>
                <a:gd name="T15" fmla="*/ 138 h 410"/>
                <a:gd name="T16" fmla="*/ 150 w 152"/>
                <a:gd name="T17" fmla="*/ 168 h 410"/>
                <a:gd name="T18" fmla="*/ 152 w 152"/>
                <a:gd name="T19" fmla="*/ 198 h 410"/>
                <a:gd name="T20" fmla="*/ 152 w 152"/>
                <a:gd name="T21" fmla="*/ 230 h 410"/>
                <a:gd name="T22" fmla="*/ 148 w 152"/>
                <a:gd name="T23" fmla="*/ 264 h 410"/>
                <a:gd name="T24" fmla="*/ 138 w 152"/>
                <a:gd name="T25" fmla="*/ 298 h 410"/>
                <a:gd name="T26" fmla="*/ 124 w 152"/>
                <a:gd name="T27" fmla="*/ 334 h 410"/>
                <a:gd name="T28" fmla="*/ 116 w 152"/>
                <a:gd name="T29" fmla="*/ 352 h 410"/>
                <a:gd name="T30" fmla="*/ 106 w 152"/>
                <a:gd name="T31" fmla="*/ 370 h 410"/>
                <a:gd name="T32" fmla="*/ 106 w 152"/>
                <a:gd name="T33" fmla="*/ 370 h 410"/>
                <a:gd name="T34" fmla="*/ 96 w 152"/>
                <a:gd name="T35" fmla="*/ 386 h 410"/>
                <a:gd name="T36" fmla="*/ 84 w 152"/>
                <a:gd name="T37" fmla="*/ 398 h 410"/>
                <a:gd name="T38" fmla="*/ 74 w 152"/>
                <a:gd name="T39" fmla="*/ 406 h 410"/>
                <a:gd name="T40" fmla="*/ 66 w 152"/>
                <a:gd name="T41" fmla="*/ 408 h 410"/>
                <a:gd name="T42" fmla="*/ 56 w 152"/>
                <a:gd name="T43" fmla="*/ 410 h 410"/>
                <a:gd name="T44" fmla="*/ 48 w 152"/>
                <a:gd name="T45" fmla="*/ 406 h 410"/>
                <a:gd name="T46" fmla="*/ 42 w 152"/>
                <a:gd name="T47" fmla="*/ 400 h 410"/>
                <a:gd name="T48" fmla="*/ 34 w 152"/>
                <a:gd name="T49" fmla="*/ 390 h 410"/>
                <a:gd name="T50" fmla="*/ 28 w 152"/>
                <a:gd name="T51" fmla="*/ 380 h 410"/>
                <a:gd name="T52" fmla="*/ 22 w 152"/>
                <a:gd name="T53" fmla="*/ 366 h 410"/>
                <a:gd name="T54" fmla="*/ 12 w 152"/>
                <a:gd name="T55" fmla="*/ 332 h 410"/>
                <a:gd name="T56" fmla="*/ 6 w 152"/>
                <a:gd name="T57" fmla="*/ 292 h 410"/>
                <a:gd name="T58" fmla="*/ 0 w 152"/>
                <a:gd name="T59" fmla="*/ 250 h 410"/>
                <a:gd name="T60" fmla="*/ 0 w 152"/>
                <a:gd name="T61" fmla="*/ 204 h 410"/>
                <a:gd name="T62" fmla="*/ 0 w 152"/>
                <a:gd name="T63" fmla="*/ 158 h 410"/>
                <a:gd name="T64" fmla="*/ 6 w 152"/>
                <a:gd name="T65" fmla="*/ 114 h 410"/>
                <a:gd name="T66" fmla="*/ 14 w 152"/>
                <a:gd name="T67" fmla="*/ 76 h 410"/>
                <a:gd name="T68" fmla="*/ 18 w 152"/>
                <a:gd name="T69" fmla="*/ 58 h 410"/>
                <a:gd name="T70" fmla="*/ 24 w 152"/>
                <a:gd name="T71" fmla="*/ 42 h 410"/>
                <a:gd name="T72" fmla="*/ 32 w 152"/>
                <a:gd name="T73" fmla="*/ 30 h 410"/>
                <a:gd name="T74" fmla="*/ 38 w 152"/>
                <a:gd name="T75" fmla="*/ 18 h 410"/>
                <a:gd name="T76" fmla="*/ 48 w 152"/>
                <a:gd name="T77" fmla="*/ 10 h 410"/>
                <a:gd name="T78" fmla="*/ 58 w 152"/>
                <a:gd name="T79" fmla="*/ 4 h 410"/>
                <a:gd name="T80" fmla="*/ 68 w 152"/>
                <a:gd name="T81" fmla="*/ 0 h 410"/>
                <a:gd name="T82" fmla="*/ 80 w 152"/>
                <a:gd name="T83" fmla="*/ 2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2" h="410">
                  <a:moveTo>
                    <a:pt x="80" y="2"/>
                  </a:moveTo>
                  <a:lnTo>
                    <a:pt x="80" y="2"/>
                  </a:lnTo>
                  <a:lnTo>
                    <a:pt x="84" y="10"/>
                  </a:lnTo>
                  <a:lnTo>
                    <a:pt x="100" y="32"/>
                  </a:lnTo>
                  <a:lnTo>
                    <a:pt x="118" y="66"/>
                  </a:lnTo>
                  <a:lnTo>
                    <a:pt x="128" y="88"/>
                  </a:lnTo>
                  <a:lnTo>
                    <a:pt x="136" y="112"/>
                  </a:lnTo>
                  <a:lnTo>
                    <a:pt x="144" y="138"/>
                  </a:lnTo>
                  <a:lnTo>
                    <a:pt x="150" y="168"/>
                  </a:lnTo>
                  <a:lnTo>
                    <a:pt x="152" y="198"/>
                  </a:lnTo>
                  <a:lnTo>
                    <a:pt x="152" y="230"/>
                  </a:lnTo>
                  <a:lnTo>
                    <a:pt x="148" y="264"/>
                  </a:lnTo>
                  <a:lnTo>
                    <a:pt x="138" y="298"/>
                  </a:lnTo>
                  <a:lnTo>
                    <a:pt x="124" y="334"/>
                  </a:lnTo>
                  <a:lnTo>
                    <a:pt x="116" y="352"/>
                  </a:lnTo>
                  <a:lnTo>
                    <a:pt x="106" y="370"/>
                  </a:lnTo>
                  <a:lnTo>
                    <a:pt x="106" y="370"/>
                  </a:lnTo>
                  <a:lnTo>
                    <a:pt x="96" y="386"/>
                  </a:lnTo>
                  <a:lnTo>
                    <a:pt x="84" y="398"/>
                  </a:lnTo>
                  <a:lnTo>
                    <a:pt x="74" y="406"/>
                  </a:lnTo>
                  <a:lnTo>
                    <a:pt x="66" y="408"/>
                  </a:lnTo>
                  <a:lnTo>
                    <a:pt x="56" y="410"/>
                  </a:lnTo>
                  <a:lnTo>
                    <a:pt x="48" y="406"/>
                  </a:lnTo>
                  <a:lnTo>
                    <a:pt x="42" y="400"/>
                  </a:lnTo>
                  <a:lnTo>
                    <a:pt x="34" y="390"/>
                  </a:lnTo>
                  <a:lnTo>
                    <a:pt x="28" y="380"/>
                  </a:lnTo>
                  <a:lnTo>
                    <a:pt x="22" y="366"/>
                  </a:lnTo>
                  <a:lnTo>
                    <a:pt x="12" y="332"/>
                  </a:lnTo>
                  <a:lnTo>
                    <a:pt x="6" y="292"/>
                  </a:lnTo>
                  <a:lnTo>
                    <a:pt x="0" y="250"/>
                  </a:lnTo>
                  <a:lnTo>
                    <a:pt x="0" y="204"/>
                  </a:lnTo>
                  <a:lnTo>
                    <a:pt x="0" y="158"/>
                  </a:lnTo>
                  <a:lnTo>
                    <a:pt x="6" y="114"/>
                  </a:lnTo>
                  <a:lnTo>
                    <a:pt x="14" y="76"/>
                  </a:lnTo>
                  <a:lnTo>
                    <a:pt x="18" y="58"/>
                  </a:lnTo>
                  <a:lnTo>
                    <a:pt x="24" y="42"/>
                  </a:lnTo>
                  <a:lnTo>
                    <a:pt x="32" y="30"/>
                  </a:lnTo>
                  <a:lnTo>
                    <a:pt x="38" y="18"/>
                  </a:lnTo>
                  <a:lnTo>
                    <a:pt x="48" y="10"/>
                  </a:lnTo>
                  <a:lnTo>
                    <a:pt x="58" y="4"/>
                  </a:lnTo>
                  <a:lnTo>
                    <a:pt x="68" y="0"/>
                  </a:lnTo>
                  <a:lnTo>
                    <a:pt x="8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44" name="任意多边形 43"/>
            <p:cNvSpPr/>
            <p:nvPr>
              <p:custDataLst>
                <p:tags r:id="rId43"/>
              </p:custDataLst>
            </p:nvPr>
          </p:nvSpPr>
          <p:spPr bwMode="auto">
            <a:xfrm>
              <a:off x="1949" y="2128"/>
              <a:ext cx="809" cy="1123"/>
            </a:xfrm>
            <a:custGeom>
              <a:avLst/>
              <a:gdLst>
                <a:gd name="T0" fmla="*/ 556 w 674"/>
                <a:gd name="T1" fmla="*/ 106 h 936"/>
                <a:gd name="T2" fmla="*/ 598 w 674"/>
                <a:gd name="T3" fmla="*/ 256 h 936"/>
                <a:gd name="T4" fmla="*/ 646 w 674"/>
                <a:gd name="T5" fmla="*/ 458 h 936"/>
                <a:gd name="T6" fmla="*/ 664 w 674"/>
                <a:gd name="T7" fmla="*/ 564 h 936"/>
                <a:gd name="T8" fmla="*/ 674 w 674"/>
                <a:gd name="T9" fmla="*/ 664 h 936"/>
                <a:gd name="T10" fmla="*/ 672 w 674"/>
                <a:gd name="T11" fmla="*/ 750 h 936"/>
                <a:gd name="T12" fmla="*/ 670 w 674"/>
                <a:gd name="T13" fmla="*/ 768 h 936"/>
                <a:gd name="T14" fmla="*/ 656 w 674"/>
                <a:gd name="T15" fmla="*/ 802 h 936"/>
                <a:gd name="T16" fmla="*/ 638 w 674"/>
                <a:gd name="T17" fmla="*/ 832 h 936"/>
                <a:gd name="T18" fmla="*/ 612 w 674"/>
                <a:gd name="T19" fmla="*/ 858 h 936"/>
                <a:gd name="T20" fmla="*/ 580 w 674"/>
                <a:gd name="T21" fmla="*/ 880 h 936"/>
                <a:gd name="T22" fmla="*/ 526 w 674"/>
                <a:gd name="T23" fmla="*/ 906 h 936"/>
                <a:gd name="T24" fmla="*/ 444 w 674"/>
                <a:gd name="T25" fmla="*/ 928 h 936"/>
                <a:gd name="T26" fmla="*/ 360 w 674"/>
                <a:gd name="T27" fmla="*/ 936 h 936"/>
                <a:gd name="T28" fmla="*/ 280 w 674"/>
                <a:gd name="T29" fmla="*/ 934 h 936"/>
                <a:gd name="T30" fmla="*/ 214 w 674"/>
                <a:gd name="T31" fmla="*/ 920 h 936"/>
                <a:gd name="T32" fmla="*/ 178 w 674"/>
                <a:gd name="T33" fmla="*/ 904 h 936"/>
                <a:gd name="T34" fmla="*/ 170 w 674"/>
                <a:gd name="T35" fmla="*/ 896 h 936"/>
                <a:gd name="T36" fmla="*/ 138 w 674"/>
                <a:gd name="T37" fmla="*/ 860 h 936"/>
                <a:gd name="T38" fmla="*/ 110 w 674"/>
                <a:gd name="T39" fmla="*/ 810 h 936"/>
                <a:gd name="T40" fmla="*/ 84 w 674"/>
                <a:gd name="T41" fmla="*/ 750 h 936"/>
                <a:gd name="T42" fmla="*/ 46 w 674"/>
                <a:gd name="T43" fmla="*/ 632 h 936"/>
                <a:gd name="T44" fmla="*/ 22 w 674"/>
                <a:gd name="T45" fmla="*/ 540 h 936"/>
                <a:gd name="T46" fmla="*/ 12 w 674"/>
                <a:gd name="T47" fmla="*/ 482 h 936"/>
                <a:gd name="T48" fmla="*/ 0 w 674"/>
                <a:gd name="T49" fmla="*/ 348 h 936"/>
                <a:gd name="T50" fmla="*/ 0 w 674"/>
                <a:gd name="T51" fmla="*/ 272 h 936"/>
                <a:gd name="T52" fmla="*/ 8 w 674"/>
                <a:gd name="T53" fmla="*/ 198 h 936"/>
                <a:gd name="T54" fmla="*/ 28 w 674"/>
                <a:gd name="T55" fmla="*/ 134 h 936"/>
                <a:gd name="T56" fmla="*/ 42 w 674"/>
                <a:gd name="T57" fmla="*/ 110 h 936"/>
                <a:gd name="T58" fmla="*/ 60 w 674"/>
                <a:gd name="T59" fmla="*/ 90 h 936"/>
                <a:gd name="T60" fmla="*/ 82 w 674"/>
                <a:gd name="T61" fmla="*/ 72 h 936"/>
                <a:gd name="T62" fmla="*/ 140 w 674"/>
                <a:gd name="T63" fmla="*/ 42 h 936"/>
                <a:gd name="T64" fmla="*/ 208 w 674"/>
                <a:gd name="T65" fmla="*/ 20 h 936"/>
                <a:gd name="T66" fmla="*/ 282 w 674"/>
                <a:gd name="T67" fmla="*/ 4 h 936"/>
                <a:gd name="T68" fmla="*/ 356 w 674"/>
                <a:gd name="T69" fmla="*/ 0 h 936"/>
                <a:gd name="T70" fmla="*/ 428 w 674"/>
                <a:gd name="T71" fmla="*/ 10 h 936"/>
                <a:gd name="T72" fmla="*/ 476 w 674"/>
                <a:gd name="T73" fmla="*/ 26 h 936"/>
                <a:gd name="T74" fmla="*/ 504 w 674"/>
                <a:gd name="T75" fmla="*/ 42 h 936"/>
                <a:gd name="T76" fmla="*/ 528 w 674"/>
                <a:gd name="T77" fmla="*/ 64 h 936"/>
                <a:gd name="T78" fmla="*/ 548 w 674"/>
                <a:gd name="T79" fmla="*/ 90 h 9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74" h="936">
                  <a:moveTo>
                    <a:pt x="556" y="106"/>
                  </a:moveTo>
                  <a:lnTo>
                    <a:pt x="556" y="106"/>
                  </a:lnTo>
                  <a:lnTo>
                    <a:pt x="578" y="178"/>
                  </a:lnTo>
                  <a:lnTo>
                    <a:pt x="598" y="256"/>
                  </a:lnTo>
                  <a:lnTo>
                    <a:pt x="622" y="352"/>
                  </a:lnTo>
                  <a:lnTo>
                    <a:pt x="646" y="458"/>
                  </a:lnTo>
                  <a:lnTo>
                    <a:pt x="656" y="510"/>
                  </a:lnTo>
                  <a:lnTo>
                    <a:pt x="664" y="564"/>
                  </a:lnTo>
                  <a:lnTo>
                    <a:pt x="670" y="616"/>
                  </a:lnTo>
                  <a:lnTo>
                    <a:pt x="674" y="664"/>
                  </a:lnTo>
                  <a:lnTo>
                    <a:pt x="674" y="710"/>
                  </a:lnTo>
                  <a:lnTo>
                    <a:pt x="672" y="750"/>
                  </a:lnTo>
                  <a:lnTo>
                    <a:pt x="672" y="750"/>
                  </a:lnTo>
                  <a:lnTo>
                    <a:pt x="670" y="768"/>
                  </a:lnTo>
                  <a:lnTo>
                    <a:pt x="664" y="786"/>
                  </a:lnTo>
                  <a:lnTo>
                    <a:pt x="656" y="802"/>
                  </a:lnTo>
                  <a:lnTo>
                    <a:pt x="648" y="818"/>
                  </a:lnTo>
                  <a:lnTo>
                    <a:pt x="638" y="832"/>
                  </a:lnTo>
                  <a:lnTo>
                    <a:pt x="624" y="846"/>
                  </a:lnTo>
                  <a:lnTo>
                    <a:pt x="612" y="858"/>
                  </a:lnTo>
                  <a:lnTo>
                    <a:pt x="596" y="870"/>
                  </a:lnTo>
                  <a:lnTo>
                    <a:pt x="580" y="880"/>
                  </a:lnTo>
                  <a:lnTo>
                    <a:pt x="562" y="890"/>
                  </a:lnTo>
                  <a:lnTo>
                    <a:pt x="526" y="906"/>
                  </a:lnTo>
                  <a:lnTo>
                    <a:pt x="486" y="918"/>
                  </a:lnTo>
                  <a:lnTo>
                    <a:pt x="444" y="928"/>
                  </a:lnTo>
                  <a:lnTo>
                    <a:pt x="402" y="934"/>
                  </a:lnTo>
                  <a:lnTo>
                    <a:pt x="360" y="936"/>
                  </a:lnTo>
                  <a:lnTo>
                    <a:pt x="320" y="936"/>
                  </a:lnTo>
                  <a:lnTo>
                    <a:pt x="280" y="934"/>
                  </a:lnTo>
                  <a:lnTo>
                    <a:pt x="246" y="928"/>
                  </a:lnTo>
                  <a:lnTo>
                    <a:pt x="214" y="920"/>
                  </a:lnTo>
                  <a:lnTo>
                    <a:pt x="188" y="910"/>
                  </a:lnTo>
                  <a:lnTo>
                    <a:pt x="178" y="904"/>
                  </a:lnTo>
                  <a:lnTo>
                    <a:pt x="170" y="896"/>
                  </a:lnTo>
                  <a:lnTo>
                    <a:pt x="170" y="896"/>
                  </a:lnTo>
                  <a:lnTo>
                    <a:pt x="154" y="880"/>
                  </a:lnTo>
                  <a:lnTo>
                    <a:pt x="138" y="860"/>
                  </a:lnTo>
                  <a:lnTo>
                    <a:pt x="124" y="836"/>
                  </a:lnTo>
                  <a:lnTo>
                    <a:pt x="110" y="810"/>
                  </a:lnTo>
                  <a:lnTo>
                    <a:pt x="96" y="780"/>
                  </a:lnTo>
                  <a:lnTo>
                    <a:pt x="84" y="750"/>
                  </a:lnTo>
                  <a:lnTo>
                    <a:pt x="64" y="690"/>
                  </a:lnTo>
                  <a:lnTo>
                    <a:pt x="46" y="632"/>
                  </a:lnTo>
                  <a:lnTo>
                    <a:pt x="34" y="586"/>
                  </a:lnTo>
                  <a:lnTo>
                    <a:pt x="22" y="540"/>
                  </a:lnTo>
                  <a:lnTo>
                    <a:pt x="22" y="540"/>
                  </a:lnTo>
                  <a:lnTo>
                    <a:pt x="12" y="482"/>
                  </a:lnTo>
                  <a:lnTo>
                    <a:pt x="6" y="422"/>
                  </a:lnTo>
                  <a:lnTo>
                    <a:pt x="0" y="348"/>
                  </a:lnTo>
                  <a:lnTo>
                    <a:pt x="0" y="310"/>
                  </a:lnTo>
                  <a:lnTo>
                    <a:pt x="0" y="272"/>
                  </a:lnTo>
                  <a:lnTo>
                    <a:pt x="4" y="234"/>
                  </a:lnTo>
                  <a:lnTo>
                    <a:pt x="8" y="198"/>
                  </a:lnTo>
                  <a:lnTo>
                    <a:pt x="16" y="164"/>
                  </a:lnTo>
                  <a:lnTo>
                    <a:pt x="28" y="134"/>
                  </a:lnTo>
                  <a:lnTo>
                    <a:pt x="34" y="122"/>
                  </a:lnTo>
                  <a:lnTo>
                    <a:pt x="42" y="110"/>
                  </a:lnTo>
                  <a:lnTo>
                    <a:pt x="50" y="98"/>
                  </a:lnTo>
                  <a:lnTo>
                    <a:pt x="60" y="90"/>
                  </a:lnTo>
                  <a:lnTo>
                    <a:pt x="60" y="90"/>
                  </a:lnTo>
                  <a:lnTo>
                    <a:pt x="82" y="72"/>
                  </a:lnTo>
                  <a:lnTo>
                    <a:pt x="110" y="58"/>
                  </a:lnTo>
                  <a:lnTo>
                    <a:pt x="140" y="42"/>
                  </a:lnTo>
                  <a:lnTo>
                    <a:pt x="172" y="30"/>
                  </a:lnTo>
                  <a:lnTo>
                    <a:pt x="208" y="20"/>
                  </a:lnTo>
                  <a:lnTo>
                    <a:pt x="244" y="10"/>
                  </a:lnTo>
                  <a:lnTo>
                    <a:pt x="282" y="4"/>
                  </a:lnTo>
                  <a:lnTo>
                    <a:pt x="320" y="0"/>
                  </a:lnTo>
                  <a:lnTo>
                    <a:pt x="356" y="0"/>
                  </a:lnTo>
                  <a:lnTo>
                    <a:pt x="394" y="2"/>
                  </a:lnTo>
                  <a:lnTo>
                    <a:pt x="428" y="10"/>
                  </a:lnTo>
                  <a:lnTo>
                    <a:pt x="460" y="20"/>
                  </a:lnTo>
                  <a:lnTo>
                    <a:pt x="476" y="26"/>
                  </a:lnTo>
                  <a:lnTo>
                    <a:pt x="490" y="34"/>
                  </a:lnTo>
                  <a:lnTo>
                    <a:pt x="504" y="42"/>
                  </a:lnTo>
                  <a:lnTo>
                    <a:pt x="516" y="54"/>
                  </a:lnTo>
                  <a:lnTo>
                    <a:pt x="528" y="64"/>
                  </a:lnTo>
                  <a:lnTo>
                    <a:pt x="538" y="76"/>
                  </a:lnTo>
                  <a:lnTo>
                    <a:pt x="548" y="90"/>
                  </a:lnTo>
                  <a:lnTo>
                    <a:pt x="556" y="106"/>
                  </a:lnTo>
                  <a:close/>
                </a:path>
              </a:pathLst>
            </a:custGeom>
            <a:solidFill>
              <a:srgbClr val="FED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45" name="任意多边形 44"/>
            <p:cNvSpPr/>
            <p:nvPr>
              <p:custDataLst>
                <p:tags r:id="rId44"/>
              </p:custDataLst>
            </p:nvPr>
          </p:nvSpPr>
          <p:spPr bwMode="auto">
            <a:xfrm>
              <a:off x="1949" y="2128"/>
              <a:ext cx="809" cy="1123"/>
            </a:xfrm>
            <a:custGeom>
              <a:avLst/>
              <a:gdLst>
                <a:gd name="T0" fmla="*/ 556 w 674"/>
                <a:gd name="T1" fmla="*/ 106 h 936"/>
                <a:gd name="T2" fmla="*/ 598 w 674"/>
                <a:gd name="T3" fmla="*/ 256 h 936"/>
                <a:gd name="T4" fmla="*/ 646 w 674"/>
                <a:gd name="T5" fmla="*/ 458 h 936"/>
                <a:gd name="T6" fmla="*/ 664 w 674"/>
                <a:gd name="T7" fmla="*/ 564 h 936"/>
                <a:gd name="T8" fmla="*/ 674 w 674"/>
                <a:gd name="T9" fmla="*/ 664 h 936"/>
                <a:gd name="T10" fmla="*/ 672 w 674"/>
                <a:gd name="T11" fmla="*/ 750 h 936"/>
                <a:gd name="T12" fmla="*/ 670 w 674"/>
                <a:gd name="T13" fmla="*/ 768 h 936"/>
                <a:gd name="T14" fmla="*/ 656 w 674"/>
                <a:gd name="T15" fmla="*/ 802 h 936"/>
                <a:gd name="T16" fmla="*/ 638 w 674"/>
                <a:gd name="T17" fmla="*/ 832 h 936"/>
                <a:gd name="T18" fmla="*/ 612 w 674"/>
                <a:gd name="T19" fmla="*/ 858 h 936"/>
                <a:gd name="T20" fmla="*/ 580 w 674"/>
                <a:gd name="T21" fmla="*/ 880 h 936"/>
                <a:gd name="T22" fmla="*/ 526 w 674"/>
                <a:gd name="T23" fmla="*/ 906 h 936"/>
                <a:gd name="T24" fmla="*/ 444 w 674"/>
                <a:gd name="T25" fmla="*/ 928 h 936"/>
                <a:gd name="T26" fmla="*/ 360 w 674"/>
                <a:gd name="T27" fmla="*/ 936 h 936"/>
                <a:gd name="T28" fmla="*/ 280 w 674"/>
                <a:gd name="T29" fmla="*/ 934 h 936"/>
                <a:gd name="T30" fmla="*/ 214 w 674"/>
                <a:gd name="T31" fmla="*/ 920 h 936"/>
                <a:gd name="T32" fmla="*/ 178 w 674"/>
                <a:gd name="T33" fmla="*/ 904 h 936"/>
                <a:gd name="T34" fmla="*/ 170 w 674"/>
                <a:gd name="T35" fmla="*/ 896 h 936"/>
                <a:gd name="T36" fmla="*/ 138 w 674"/>
                <a:gd name="T37" fmla="*/ 860 h 936"/>
                <a:gd name="T38" fmla="*/ 110 w 674"/>
                <a:gd name="T39" fmla="*/ 810 h 936"/>
                <a:gd name="T40" fmla="*/ 84 w 674"/>
                <a:gd name="T41" fmla="*/ 750 h 936"/>
                <a:gd name="T42" fmla="*/ 46 w 674"/>
                <a:gd name="T43" fmla="*/ 632 h 936"/>
                <a:gd name="T44" fmla="*/ 22 w 674"/>
                <a:gd name="T45" fmla="*/ 540 h 936"/>
                <a:gd name="T46" fmla="*/ 12 w 674"/>
                <a:gd name="T47" fmla="*/ 482 h 936"/>
                <a:gd name="T48" fmla="*/ 0 w 674"/>
                <a:gd name="T49" fmla="*/ 348 h 936"/>
                <a:gd name="T50" fmla="*/ 0 w 674"/>
                <a:gd name="T51" fmla="*/ 272 h 936"/>
                <a:gd name="T52" fmla="*/ 8 w 674"/>
                <a:gd name="T53" fmla="*/ 198 h 936"/>
                <a:gd name="T54" fmla="*/ 28 w 674"/>
                <a:gd name="T55" fmla="*/ 134 h 936"/>
                <a:gd name="T56" fmla="*/ 42 w 674"/>
                <a:gd name="T57" fmla="*/ 110 h 936"/>
                <a:gd name="T58" fmla="*/ 60 w 674"/>
                <a:gd name="T59" fmla="*/ 90 h 936"/>
                <a:gd name="T60" fmla="*/ 82 w 674"/>
                <a:gd name="T61" fmla="*/ 72 h 936"/>
                <a:gd name="T62" fmla="*/ 140 w 674"/>
                <a:gd name="T63" fmla="*/ 42 h 936"/>
                <a:gd name="T64" fmla="*/ 208 w 674"/>
                <a:gd name="T65" fmla="*/ 20 h 936"/>
                <a:gd name="T66" fmla="*/ 282 w 674"/>
                <a:gd name="T67" fmla="*/ 4 h 936"/>
                <a:gd name="T68" fmla="*/ 356 w 674"/>
                <a:gd name="T69" fmla="*/ 0 h 936"/>
                <a:gd name="T70" fmla="*/ 428 w 674"/>
                <a:gd name="T71" fmla="*/ 10 h 936"/>
                <a:gd name="T72" fmla="*/ 476 w 674"/>
                <a:gd name="T73" fmla="*/ 26 h 936"/>
                <a:gd name="T74" fmla="*/ 504 w 674"/>
                <a:gd name="T75" fmla="*/ 42 h 936"/>
                <a:gd name="T76" fmla="*/ 528 w 674"/>
                <a:gd name="T77" fmla="*/ 64 h 936"/>
                <a:gd name="T78" fmla="*/ 548 w 674"/>
                <a:gd name="T79" fmla="*/ 90 h 9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74" h="936">
                  <a:moveTo>
                    <a:pt x="556" y="106"/>
                  </a:moveTo>
                  <a:lnTo>
                    <a:pt x="556" y="106"/>
                  </a:lnTo>
                  <a:lnTo>
                    <a:pt x="578" y="178"/>
                  </a:lnTo>
                  <a:lnTo>
                    <a:pt x="598" y="256"/>
                  </a:lnTo>
                  <a:lnTo>
                    <a:pt x="622" y="352"/>
                  </a:lnTo>
                  <a:lnTo>
                    <a:pt x="646" y="458"/>
                  </a:lnTo>
                  <a:lnTo>
                    <a:pt x="656" y="510"/>
                  </a:lnTo>
                  <a:lnTo>
                    <a:pt x="664" y="564"/>
                  </a:lnTo>
                  <a:lnTo>
                    <a:pt x="670" y="616"/>
                  </a:lnTo>
                  <a:lnTo>
                    <a:pt x="674" y="664"/>
                  </a:lnTo>
                  <a:lnTo>
                    <a:pt x="674" y="710"/>
                  </a:lnTo>
                  <a:lnTo>
                    <a:pt x="672" y="750"/>
                  </a:lnTo>
                  <a:lnTo>
                    <a:pt x="672" y="750"/>
                  </a:lnTo>
                  <a:lnTo>
                    <a:pt x="670" y="768"/>
                  </a:lnTo>
                  <a:lnTo>
                    <a:pt x="664" y="786"/>
                  </a:lnTo>
                  <a:lnTo>
                    <a:pt x="656" y="802"/>
                  </a:lnTo>
                  <a:lnTo>
                    <a:pt x="648" y="818"/>
                  </a:lnTo>
                  <a:lnTo>
                    <a:pt x="638" y="832"/>
                  </a:lnTo>
                  <a:lnTo>
                    <a:pt x="624" y="846"/>
                  </a:lnTo>
                  <a:lnTo>
                    <a:pt x="612" y="858"/>
                  </a:lnTo>
                  <a:lnTo>
                    <a:pt x="596" y="870"/>
                  </a:lnTo>
                  <a:lnTo>
                    <a:pt x="580" y="880"/>
                  </a:lnTo>
                  <a:lnTo>
                    <a:pt x="562" y="890"/>
                  </a:lnTo>
                  <a:lnTo>
                    <a:pt x="526" y="906"/>
                  </a:lnTo>
                  <a:lnTo>
                    <a:pt x="486" y="918"/>
                  </a:lnTo>
                  <a:lnTo>
                    <a:pt x="444" y="928"/>
                  </a:lnTo>
                  <a:lnTo>
                    <a:pt x="402" y="934"/>
                  </a:lnTo>
                  <a:lnTo>
                    <a:pt x="360" y="936"/>
                  </a:lnTo>
                  <a:lnTo>
                    <a:pt x="320" y="936"/>
                  </a:lnTo>
                  <a:lnTo>
                    <a:pt x="280" y="934"/>
                  </a:lnTo>
                  <a:lnTo>
                    <a:pt x="246" y="928"/>
                  </a:lnTo>
                  <a:lnTo>
                    <a:pt x="214" y="920"/>
                  </a:lnTo>
                  <a:lnTo>
                    <a:pt x="188" y="910"/>
                  </a:lnTo>
                  <a:lnTo>
                    <a:pt x="178" y="904"/>
                  </a:lnTo>
                  <a:lnTo>
                    <a:pt x="170" y="896"/>
                  </a:lnTo>
                  <a:lnTo>
                    <a:pt x="170" y="896"/>
                  </a:lnTo>
                  <a:lnTo>
                    <a:pt x="154" y="880"/>
                  </a:lnTo>
                  <a:lnTo>
                    <a:pt x="138" y="860"/>
                  </a:lnTo>
                  <a:lnTo>
                    <a:pt x="124" y="836"/>
                  </a:lnTo>
                  <a:lnTo>
                    <a:pt x="110" y="810"/>
                  </a:lnTo>
                  <a:lnTo>
                    <a:pt x="96" y="780"/>
                  </a:lnTo>
                  <a:lnTo>
                    <a:pt x="84" y="750"/>
                  </a:lnTo>
                  <a:lnTo>
                    <a:pt x="64" y="690"/>
                  </a:lnTo>
                  <a:lnTo>
                    <a:pt x="46" y="632"/>
                  </a:lnTo>
                  <a:lnTo>
                    <a:pt x="34" y="586"/>
                  </a:lnTo>
                  <a:lnTo>
                    <a:pt x="22" y="540"/>
                  </a:lnTo>
                  <a:lnTo>
                    <a:pt x="22" y="540"/>
                  </a:lnTo>
                  <a:lnTo>
                    <a:pt x="12" y="482"/>
                  </a:lnTo>
                  <a:lnTo>
                    <a:pt x="6" y="422"/>
                  </a:lnTo>
                  <a:lnTo>
                    <a:pt x="0" y="348"/>
                  </a:lnTo>
                  <a:lnTo>
                    <a:pt x="0" y="310"/>
                  </a:lnTo>
                  <a:lnTo>
                    <a:pt x="0" y="272"/>
                  </a:lnTo>
                  <a:lnTo>
                    <a:pt x="4" y="234"/>
                  </a:lnTo>
                  <a:lnTo>
                    <a:pt x="8" y="198"/>
                  </a:lnTo>
                  <a:lnTo>
                    <a:pt x="16" y="164"/>
                  </a:lnTo>
                  <a:lnTo>
                    <a:pt x="28" y="134"/>
                  </a:lnTo>
                  <a:lnTo>
                    <a:pt x="34" y="122"/>
                  </a:lnTo>
                  <a:lnTo>
                    <a:pt x="42" y="110"/>
                  </a:lnTo>
                  <a:lnTo>
                    <a:pt x="50" y="98"/>
                  </a:lnTo>
                  <a:lnTo>
                    <a:pt x="60" y="90"/>
                  </a:lnTo>
                  <a:lnTo>
                    <a:pt x="60" y="90"/>
                  </a:lnTo>
                  <a:lnTo>
                    <a:pt x="82" y="72"/>
                  </a:lnTo>
                  <a:lnTo>
                    <a:pt x="110" y="58"/>
                  </a:lnTo>
                  <a:lnTo>
                    <a:pt x="140" y="42"/>
                  </a:lnTo>
                  <a:lnTo>
                    <a:pt x="172" y="30"/>
                  </a:lnTo>
                  <a:lnTo>
                    <a:pt x="208" y="20"/>
                  </a:lnTo>
                  <a:lnTo>
                    <a:pt x="244" y="10"/>
                  </a:lnTo>
                  <a:lnTo>
                    <a:pt x="282" y="4"/>
                  </a:lnTo>
                  <a:lnTo>
                    <a:pt x="320" y="0"/>
                  </a:lnTo>
                  <a:lnTo>
                    <a:pt x="356" y="0"/>
                  </a:lnTo>
                  <a:lnTo>
                    <a:pt x="394" y="2"/>
                  </a:lnTo>
                  <a:lnTo>
                    <a:pt x="428" y="10"/>
                  </a:lnTo>
                  <a:lnTo>
                    <a:pt x="460" y="20"/>
                  </a:lnTo>
                  <a:lnTo>
                    <a:pt x="476" y="26"/>
                  </a:lnTo>
                  <a:lnTo>
                    <a:pt x="490" y="34"/>
                  </a:lnTo>
                  <a:lnTo>
                    <a:pt x="504" y="42"/>
                  </a:lnTo>
                  <a:lnTo>
                    <a:pt x="516" y="54"/>
                  </a:lnTo>
                  <a:lnTo>
                    <a:pt x="528" y="64"/>
                  </a:lnTo>
                  <a:lnTo>
                    <a:pt x="538" y="76"/>
                  </a:lnTo>
                  <a:lnTo>
                    <a:pt x="548" y="90"/>
                  </a:lnTo>
                  <a:lnTo>
                    <a:pt x="556" y="10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46" name="任意多边形 45"/>
            <p:cNvSpPr/>
            <p:nvPr>
              <p:custDataLst>
                <p:tags r:id="rId45"/>
              </p:custDataLst>
            </p:nvPr>
          </p:nvSpPr>
          <p:spPr bwMode="auto">
            <a:xfrm>
              <a:off x="1825" y="2814"/>
              <a:ext cx="276" cy="288"/>
            </a:xfrm>
            <a:custGeom>
              <a:avLst/>
              <a:gdLst>
                <a:gd name="T0" fmla="*/ 172 w 230"/>
                <a:gd name="T1" fmla="*/ 50 h 240"/>
                <a:gd name="T2" fmla="*/ 172 w 230"/>
                <a:gd name="T3" fmla="*/ 50 h 240"/>
                <a:gd name="T4" fmla="*/ 160 w 230"/>
                <a:gd name="T5" fmla="*/ 38 h 240"/>
                <a:gd name="T6" fmla="*/ 144 w 230"/>
                <a:gd name="T7" fmla="*/ 28 h 240"/>
                <a:gd name="T8" fmla="*/ 126 w 230"/>
                <a:gd name="T9" fmla="*/ 16 h 240"/>
                <a:gd name="T10" fmla="*/ 102 w 230"/>
                <a:gd name="T11" fmla="*/ 6 h 240"/>
                <a:gd name="T12" fmla="*/ 90 w 230"/>
                <a:gd name="T13" fmla="*/ 4 h 240"/>
                <a:gd name="T14" fmla="*/ 78 w 230"/>
                <a:gd name="T15" fmla="*/ 2 h 240"/>
                <a:gd name="T16" fmla="*/ 66 w 230"/>
                <a:gd name="T17" fmla="*/ 0 h 240"/>
                <a:gd name="T18" fmla="*/ 52 w 230"/>
                <a:gd name="T19" fmla="*/ 2 h 240"/>
                <a:gd name="T20" fmla="*/ 38 w 230"/>
                <a:gd name="T21" fmla="*/ 6 h 240"/>
                <a:gd name="T22" fmla="*/ 26 w 230"/>
                <a:gd name="T23" fmla="*/ 12 h 240"/>
                <a:gd name="T24" fmla="*/ 26 w 230"/>
                <a:gd name="T25" fmla="*/ 12 h 240"/>
                <a:gd name="T26" fmla="*/ 18 w 230"/>
                <a:gd name="T27" fmla="*/ 18 h 240"/>
                <a:gd name="T28" fmla="*/ 14 w 230"/>
                <a:gd name="T29" fmla="*/ 24 h 240"/>
                <a:gd name="T30" fmla="*/ 10 w 230"/>
                <a:gd name="T31" fmla="*/ 30 h 240"/>
                <a:gd name="T32" fmla="*/ 6 w 230"/>
                <a:gd name="T33" fmla="*/ 38 h 240"/>
                <a:gd name="T34" fmla="*/ 2 w 230"/>
                <a:gd name="T35" fmla="*/ 56 h 240"/>
                <a:gd name="T36" fmla="*/ 0 w 230"/>
                <a:gd name="T37" fmla="*/ 76 h 240"/>
                <a:gd name="T38" fmla="*/ 4 w 230"/>
                <a:gd name="T39" fmla="*/ 98 h 240"/>
                <a:gd name="T40" fmla="*/ 10 w 230"/>
                <a:gd name="T41" fmla="*/ 122 h 240"/>
                <a:gd name="T42" fmla="*/ 18 w 230"/>
                <a:gd name="T43" fmla="*/ 144 h 240"/>
                <a:gd name="T44" fmla="*/ 30 w 230"/>
                <a:gd name="T45" fmla="*/ 166 h 240"/>
                <a:gd name="T46" fmla="*/ 44 w 230"/>
                <a:gd name="T47" fmla="*/ 188 h 240"/>
                <a:gd name="T48" fmla="*/ 60 w 230"/>
                <a:gd name="T49" fmla="*/ 206 h 240"/>
                <a:gd name="T50" fmla="*/ 80 w 230"/>
                <a:gd name="T51" fmla="*/ 222 h 240"/>
                <a:gd name="T52" fmla="*/ 90 w 230"/>
                <a:gd name="T53" fmla="*/ 228 h 240"/>
                <a:gd name="T54" fmla="*/ 100 w 230"/>
                <a:gd name="T55" fmla="*/ 234 h 240"/>
                <a:gd name="T56" fmla="*/ 112 w 230"/>
                <a:gd name="T57" fmla="*/ 236 h 240"/>
                <a:gd name="T58" fmla="*/ 124 w 230"/>
                <a:gd name="T59" fmla="*/ 240 h 240"/>
                <a:gd name="T60" fmla="*/ 136 w 230"/>
                <a:gd name="T61" fmla="*/ 240 h 240"/>
                <a:gd name="T62" fmla="*/ 150 w 230"/>
                <a:gd name="T63" fmla="*/ 240 h 240"/>
                <a:gd name="T64" fmla="*/ 164 w 230"/>
                <a:gd name="T65" fmla="*/ 238 h 240"/>
                <a:gd name="T66" fmla="*/ 178 w 230"/>
                <a:gd name="T67" fmla="*/ 234 h 240"/>
                <a:gd name="T68" fmla="*/ 192 w 230"/>
                <a:gd name="T69" fmla="*/ 228 h 240"/>
                <a:gd name="T70" fmla="*/ 206 w 230"/>
                <a:gd name="T71" fmla="*/ 220 h 240"/>
                <a:gd name="T72" fmla="*/ 206 w 230"/>
                <a:gd name="T73" fmla="*/ 220 h 240"/>
                <a:gd name="T74" fmla="*/ 216 w 230"/>
                <a:gd name="T75" fmla="*/ 212 h 240"/>
                <a:gd name="T76" fmla="*/ 224 w 230"/>
                <a:gd name="T77" fmla="*/ 202 h 240"/>
                <a:gd name="T78" fmla="*/ 228 w 230"/>
                <a:gd name="T79" fmla="*/ 190 h 240"/>
                <a:gd name="T80" fmla="*/ 230 w 230"/>
                <a:gd name="T81" fmla="*/ 178 h 240"/>
                <a:gd name="T82" fmla="*/ 228 w 230"/>
                <a:gd name="T83" fmla="*/ 164 h 240"/>
                <a:gd name="T84" fmla="*/ 224 w 230"/>
                <a:gd name="T85" fmla="*/ 150 h 240"/>
                <a:gd name="T86" fmla="*/ 220 w 230"/>
                <a:gd name="T87" fmla="*/ 134 h 240"/>
                <a:gd name="T88" fmla="*/ 214 w 230"/>
                <a:gd name="T89" fmla="*/ 120 h 240"/>
                <a:gd name="T90" fmla="*/ 200 w 230"/>
                <a:gd name="T91" fmla="*/ 94 h 240"/>
                <a:gd name="T92" fmla="*/ 186 w 230"/>
                <a:gd name="T93" fmla="*/ 70 h 240"/>
                <a:gd name="T94" fmla="*/ 172 w 230"/>
                <a:gd name="T95" fmla="*/ 5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0" h="240">
                  <a:moveTo>
                    <a:pt x="172" y="50"/>
                  </a:moveTo>
                  <a:lnTo>
                    <a:pt x="172" y="50"/>
                  </a:lnTo>
                  <a:lnTo>
                    <a:pt x="160" y="38"/>
                  </a:lnTo>
                  <a:lnTo>
                    <a:pt x="144" y="28"/>
                  </a:lnTo>
                  <a:lnTo>
                    <a:pt x="126" y="16"/>
                  </a:lnTo>
                  <a:lnTo>
                    <a:pt x="102" y="6"/>
                  </a:lnTo>
                  <a:lnTo>
                    <a:pt x="90" y="4"/>
                  </a:lnTo>
                  <a:lnTo>
                    <a:pt x="78" y="2"/>
                  </a:lnTo>
                  <a:lnTo>
                    <a:pt x="66" y="0"/>
                  </a:lnTo>
                  <a:lnTo>
                    <a:pt x="52" y="2"/>
                  </a:lnTo>
                  <a:lnTo>
                    <a:pt x="38" y="6"/>
                  </a:lnTo>
                  <a:lnTo>
                    <a:pt x="26" y="12"/>
                  </a:lnTo>
                  <a:lnTo>
                    <a:pt x="26" y="12"/>
                  </a:lnTo>
                  <a:lnTo>
                    <a:pt x="18" y="18"/>
                  </a:lnTo>
                  <a:lnTo>
                    <a:pt x="14" y="24"/>
                  </a:lnTo>
                  <a:lnTo>
                    <a:pt x="10" y="30"/>
                  </a:lnTo>
                  <a:lnTo>
                    <a:pt x="6" y="38"/>
                  </a:lnTo>
                  <a:lnTo>
                    <a:pt x="2" y="56"/>
                  </a:lnTo>
                  <a:lnTo>
                    <a:pt x="0" y="76"/>
                  </a:lnTo>
                  <a:lnTo>
                    <a:pt x="4" y="98"/>
                  </a:lnTo>
                  <a:lnTo>
                    <a:pt x="10" y="122"/>
                  </a:lnTo>
                  <a:lnTo>
                    <a:pt x="18" y="144"/>
                  </a:lnTo>
                  <a:lnTo>
                    <a:pt x="30" y="166"/>
                  </a:lnTo>
                  <a:lnTo>
                    <a:pt x="44" y="188"/>
                  </a:lnTo>
                  <a:lnTo>
                    <a:pt x="60" y="206"/>
                  </a:lnTo>
                  <a:lnTo>
                    <a:pt x="80" y="222"/>
                  </a:lnTo>
                  <a:lnTo>
                    <a:pt x="90" y="228"/>
                  </a:lnTo>
                  <a:lnTo>
                    <a:pt x="100" y="234"/>
                  </a:lnTo>
                  <a:lnTo>
                    <a:pt x="112" y="236"/>
                  </a:lnTo>
                  <a:lnTo>
                    <a:pt x="124" y="240"/>
                  </a:lnTo>
                  <a:lnTo>
                    <a:pt x="136" y="240"/>
                  </a:lnTo>
                  <a:lnTo>
                    <a:pt x="150" y="240"/>
                  </a:lnTo>
                  <a:lnTo>
                    <a:pt x="164" y="238"/>
                  </a:lnTo>
                  <a:lnTo>
                    <a:pt x="178" y="234"/>
                  </a:lnTo>
                  <a:lnTo>
                    <a:pt x="192" y="228"/>
                  </a:lnTo>
                  <a:lnTo>
                    <a:pt x="206" y="220"/>
                  </a:lnTo>
                  <a:lnTo>
                    <a:pt x="206" y="220"/>
                  </a:lnTo>
                  <a:lnTo>
                    <a:pt x="216" y="212"/>
                  </a:lnTo>
                  <a:lnTo>
                    <a:pt x="224" y="202"/>
                  </a:lnTo>
                  <a:lnTo>
                    <a:pt x="228" y="190"/>
                  </a:lnTo>
                  <a:lnTo>
                    <a:pt x="230" y="178"/>
                  </a:lnTo>
                  <a:lnTo>
                    <a:pt x="228" y="164"/>
                  </a:lnTo>
                  <a:lnTo>
                    <a:pt x="224" y="150"/>
                  </a:lnTo>
                  <a:lnTo>
                    <a:pt x="220" y="134"/>
                  </a:lnTo>
                  <a:lnTo>
                    <a:pt x="214" y="120"/>
                  </a:lnTo>
                  <a:lnTo>
                    <a:pt x="200" y="94"/>
                  </a:lnTo>
                  <a:lnTo>
                    <a:pt x="186" y="70"/>
                  </a:lnTo>
                  <a:lnTo>
                    <a:pt x="172" y="5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47" name="任意多边形 46"/>
            <p:cNvSpPr/>
            <p:nvPr>
              <p:custDataLst>
                <p:tags r:id="rId46"/>
              </p:custDataLst>
            </p:nvPr>
          </p:nvSpPr>
          <p:spPr bwMode="auto">
            <a:xfrm>
              <a:off x="2523" y="2526"/>
              <a:ext cx="154" cy="211"/>
            </a:xfrm>
            <a:custGeom>
              <a:avLst/>
              <a:gdLst>
                <a:gd name="T0" fmla="*/ 8 w 128"/>
                <a:gd name="T1" fmla="*/ 0 h 176"/>
                <a:gd name="T2" fmla="*/ 8 w 128"/>
                <a:gd name="T3" fmla="*/ 0 h 176"/>
                <a:gd name="T4" fmla="*/ 6 w 128"/>
                <a:gd name="T5" fmla="*/ 14 h 176"/>
                <a:gd name="T6" fmla="*/ 2 w 128"/>
                <a:gd name="T7" fmla="*/ 48 h 176"/>
                <a:gd name="T8" fmla="*/ 0 w 128"/>
                <a:gd name="T9" fmla="*/ 68 h 176"/>
                <a:gd name="T10" fmla="*/ 0 w 128"/>
                <a:gd name="T11" fmla="*/ 86 h 176"/>
                <a:gd name="T12" fmla="*/ 2 w 128"/>
                <a:gd name="T13" fmla="*/ 104 h 176"/>
                <a:gd name="T14" fmla="*/ 4 w 128"/>
                <a:gd name="T15" fmla="*/ 110 h 176"/>
                <a:gd name="T16" fmla="*/ 8 w 128"/>
                <a:gd name="T17" fmla="*/ 116 h 176"/>
                <a:gd name="T18" fmla="*/ 8 w 128"/>
                <a:gd name="T19" fmla="*/ 116 h 176"/>
                <a:gd name="T20" fmla="*/ 12 w 128"/>
                <a:gd name="T21" fmla="*/ 120 h 176"/>
                <a:gd name="T22" fmla="*/ 16 w 128"/>
                <a:gd name="T23" fmla="*/ 122 h 176"/>
                <a:gd name="T24" fmla="*/ 22 w 128"/>
                <a:gd name="T25" fmla="*/ 122 h 176"/>
                <a:gd name="T26" fmla="*/ 28 w 128"/>
                <a:gd name="T27" fmla="*/ 122 h 176"/>
                <a:gd name="T28" fmla="*/ 44 w 128"/>
                <a:gd name="T29" fmla="*/ 118 h 176"/>
                <a:gd name="T30" fmla="*/ 58 w 128"/>
                <a:gd name="T31" fmla="*/ 114 h 176"/>
                <a:gd name="T32" fmla="*/ 74 w 128"/>
                <a:gd name="T33" fmla="*/ 110 h 176"/>
                <a:gd name="T34" fmla="*/ 86 w 128"/>
                <a:gd name="T35" fmla="*/ 108 h 176"/>
                <a:gd name="T36" fmla="*/ 92 w 128"/>
                <a:gd name="T37" fmla="*/ 108 h 176"/>
                <a:gd name="T38" fmla="*/ 96 w 128"/>
                <a:gd name="T39" fmla="*/ 108 h 176"/>
                <a:gd name="T40" fmla="*/ 100 w 128"/>
                <a:gd name="T41" fmla="*/ 110 h 176"/>
                <a:gd name="T42" fmla="*/ 102 w 128"/>
                <a:gd name="T43" fmla="*/ 116 h 176"/>
                <a:gd name="T44" fmla="*/ 102 w 128"/>
                <a:gd name="T45" fmla="*/ 116 h 176"/>
                <a:gd name="T46" fmla="*/ 102 w 128"/>
                <a:gd name="T47" fmla="*/ 126 h 176"/>
                <a:gd name="T48" fmla="*/ 102 w 128"/>
                <a:gd name="T49" fmla="*/ 134 h 176"/>
                <a:gd name="T50" fmla="*/ 100 w 128"/>
                <a:gd name="T51" fmla="*/ 144 h 176"/>
                <a:gd name="T52" fmla="*/ 96 w 128"/>
                <a:gd name="T53" fmla="*/ 152 h 176"/>
                <a:gd name="T54" fmla="*/ 88 w 128"/>
                <a:gd name="T55" fmla="*/ 160 h 176"/>
                <a:gd name="T56" fmla="*/ 74 w 128"/>
                <a:gd name="T57" fmla="*/ 166 h 176"/>
                <a:gd name="T58" fmla="*/ 58 w 128"/>
                <a:gd name="T59" fmla="*/ 172 h 176"/>
                <a:gd name="T60" fmla="*/ 38 w 128"/>
                <a:gd name="T61" fmla="*/ 176 h 176"/>
                <a:gd name="T62" fmla="*/ 38 w 128"/>
                <a:gd name="T63" fmla="*/ 176 h 176"/>
                <a:gd name="T64" fmla="*/ 52 w 128"/>
                <a:gd name="T65" fmla="*/ 174 h 176"/>
                <a:gd name="T66" fmla="*/ 66 w 128"/>
                <a:gd name="T67" fmla="*/ 172 h 176"/>
                <a:gd name="T68" fmla="*/ 82 w 128"/>
                <a:gd name="T69" fmla="*/ 170 h 176"/>
                <a:gd name="T70" fmla="*/ 100 w 128"/>
                <a:gd name="T71" fmla="*/ 166 h 176"/>
                <a:gd name="T72" fmla="*/ 114 w 128"/>
                <a:gd name="T73" fmla="*/ 158 h 176"/>
                <a:gd name="T74" fmla="*/ 120 w 128"/>
                <a:gd name="T75" fmla="*/ 154 h 176"/>
                <a:gd name="T76" fmla="*/ 124 w 128"/>
                <a:gd name="T77" fmla="*/ 148 h 176"/>
                <a:gd name="T78" fmla="*/ 126 w 128"/>
                <a:gd name="T79" fmla="*/ 144 h 176"/>
                <a:gd name="T80" fmla="*/ 128 w 128"/>
                <a:gd name="T81" fmla="*/ 136 h 176"/>
                <a:gd name="T82" fmla="*/ 128 w 128"/>
                <a:gd name="T83" fmla="*/ 136 h 176"/>
                <a:gd name="T84" fmla="*/ 126 w 128"/>
                <a:gd name="T85" fmla="*/ 118 h 176"/>
                <a:gd name="T86" fmla="*/ 122 w 128"/>
                <a:gd name="T87" fmla="*/ 102 h 176"/>
                <a:gd name="T88" fmla="*/ 118 w 128"/>
                <a:gd name="T89" fmla="*/ 96 h 176"/>
                <a:gd name="T90" fmla="*/ 114 w 128"/>
                <a:gd name="T91" fmla="*/ 92 h 176"/>
                <a:gd name="T92" fmla="*/ 110 w 128"/>
                <a:gd name="T93" fmla="*/ 88 h 176"/>
                <a:gd name="T94" fmla="*/ 104 w 128"/>
                <a:gd name="T95" fmla="*/ 86 h 176"/>
                <a:gd name="T96" fmla="*/ 92 w 128"/>
                <a:gd name="T97" fmla="*/ 84 h 176"/>
                <a:gd name="T98" fmla="*/ 76 w 128"/>
                <a:gd name="T99" fmla="*/ 86 h 176"/>
                <a:gd name="T100" fmla="*/ 60 w 128"/>
                <a:gd name="T101" fmla="*/ 90 h 176"/>
                <a:gd name="T102" fmla="*/ 42 w 128"/>
                <a:gd name="T103" fmla="*/ 98 h 176"/>
                <a:gd name="T104" fmla="*/ 42 w 128"/>
                <a:gd name="T105" fmla="*/ 98 h 176"/>
                <a:gd name="T106" fmla="*/ 36 w 128"/>
                <a:gd name="T107" fmla="*/ 100 h 176"/>
                <a:gd name="T108" fmla="*/ 32 w 128"/>
                <a:gd name="T109" fmla="*/ 100 h 176"/>
                <a:gd name="T110" fmla="*/ 26 w 128"/>
                <a:gd name="T111" fmla="*/ 100 h 176"/>
                <a:gd name="T112" fmla="*/ 22 w 128"/>
                <a:gd name="T113" fmla="*/ 96 h 176"/>
                <a:gd name="T114" fmla="*/ 16 w 128"/>
                <a:gd name="T115" fmla="*/ 88 h 176"/>
                <a:gd name="T116" fmla="*/ 12 w 128"/>
                <a:gd name="T117" fmla="*/ 74 h 176"/>
                <a:gd name="T118" fmla="*/ 10 w 128"/>
                <a:gd name="T119" fmla="*/ 58 h 176"/>
                <a:gd name="T120" fmla="*/ 8 w 128"/>
                <a:gd name="T121" fmla="*/ 38 h 176"/>
                <a:gd name="T122" fmla="*/ 8 w 128"/>
                <a:gd name="T123" fmla="*/ 0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8" h="176">
                  <a:moveTo>
                    <a:pt x="8" y="0"/>
                  </a:moveTo>
                  <a:lnTo>
                    <a:pt x="8" y="0"/>
                  </a:lnTo>
                  <a:lnTo>
                    <a:pt x="6" y="14"/>
                  </a:lnTo>
                  <a:lnTo>
                    <a:pt x="2" y="48"/>
                  </a:lnTo>
                  <a:lnTo>
                    <a:pt x="0" y="68"/>
                  </a:lnTo>
                  <a:lnTo>
                    <a:pt x="0" y="86"/>
                  </a:lnTo>
                  <a:lnTo>
                    <a:pt x="2" y="104"/>
                  </a:lnTo>
                  <a:lnTo>
                    <a:pt x="4" y="110"/>
                  </a:lnTo>
                  <a:lnTo>
                    <a:pt x="8" y="116"/>
                  </a:lnTo>
                  <a:lnTo>
                    <a:pt x="8" y="116"/>
                  </a:lnTo>
                  <a:lnTo>
                    <a:pt x="12" y="120"/>
                  </a:lnTo>
                  <a:lnTo>
                    <a:pt x="16" y="122"/>
                  </a:lnTo>
                  <a:lnTo>
                    <a:pt x="22" y="122"/>
                  </a:lnTo>
                  <a:lnTo>
                    <a:pt x="28" y="122"/>
                  </a:lnTo>
                  <a:lnTo>
                    <a:pt x="44" y="118"/>
                  </a:lnTo>
                  <a:lnTo>
                    <a:pt x="58" y="114"/>
                  </a:lnTo>
                  <a:lnTo>
                    <a:pt x="74" y="110"/>
                  </a:lnTo>
                  <a:lnTo>
                    <a:pt x="86" y="108"/>
                  </a:lnTo>
                  <a:lnTo>
                    <a:pt x="92" y="108"/>
                  </a:lnTo>
                  <a:lnTo>
                    <a:pt x="96" y="108"/>
                  </a:lnTo>
                  <a:lnTo>
                    <a:pt x="100" y="110"/>
                  </a:lnTo>
                  <a:lnTo>
                    <a:pt x="102" y="116"/>
                  </a:lnTo>
                  <a:lnTo>
                    <a:pt x="102" y="116"/>
                  </a:lnTo>
                  <a:lnTo>
                    <a:pt x="102" y="126"/>
                  </a:lnTo>
                  <a:lnTo>
                    <a:pt x="102" y="134"/>
                  </a:lnTo>
                  <a:lnTo>
                    <a:pt x="100" y="144"/>
                  </a:lnTo>
                  <a:lnTo>
                    <a:pt x="96" y="152"/>
                  </a:lnTo>
                  <a:lnTo>
                    <a:pt x="88" y="160"/>
                  </a:lnTo>
                  <a:lnTo>
                    <a:pt x="74" y="166"/>
                  </a:lnTo>
                  <a:lnTo>
                    <a:pt x="58" y="172"/>
                  </a:lnTo>
                  <a:lnTo>
                    <a:pt x="38" y="176"/>
                  </a:lnTo>
                  <a:lnTo>
                    <a:pt x="38" y="176"/>
                  </a:lnTo>
                  <a:lnTo>
                    <a:pt x="52" y="174"/>
                  </a:lnTo>
                  <a:lnTo>
                    <a:pt x="66" y="172"/>
                  </a:lnTo>
                  <a:lnTo>
                    <a:pt x="82" y="170"/>
                  </a:lnTo>
                  <a:lnTo>
                    <a:pt x="100" y="166"/>
                  </a:lnTo>
                  <a:lnTo>
                    <a:pt x="114" y="158"/>
                  </a:lnTo>
                  <a:lnTo>
                    <a:pt x="120" y="154"/>
                  </a:lnTo>
                  <a:lnTo>
                    <a:pt x="124" y="148"/>
                  </a:lnTo>
                  <a:lnTo>
                    <a:pt x="126" y="144"/>
                  </a:lnTo>
                  <a:lnTo>
                    <a:pt x="128" y="136"/>
                  </a:lnTo>
                  <a:lnTo>
                    <a:pt x="128" y="136"/>
                  </a:lnTo>
                  <a:lnTo>
                    <a:pt x="126" y="118"/>
                  </a:lnTo>
                  <a:lnTo>
                    <a:pt x="122" y="102"/>
                  </a:lnTo>
                  <a:lnTo>
                    <a:pt x="118" y="96"/>
                  </a:lnTo>
                  <a:lnTo>
                    <a:pt x="114" y="92"/>
                  </a:lnTo>
                  <a:lnTo>
                    <a:pt x="110" y="88"/>
                  </a:lnTo>
                  <a:lnTo>
                    <a:pt x="104" y="86"/>
                  </a:lnTo>
                  <a:lnTo>
                    <a:pt x="92" y="84"/>
                  </a:lnTo>
                  <a:lnTo>
                    <a:pt x="76" y="86"/>
                  </a:lnTo>
                  <a:lnTo>
                    <a:pt x="60" y="90"/>
                  </a:lnTo>
                  <a:lnTo>
                    <a:pt x="42" y="98"/>
                  </a:lnTo>
                  <a:lnTo>
                    <a:pt x="42" y="98"/>
                  </a:lnTo>
                  <a:lnTo>
                    <a:pt x="36" y="100"/>
                  </a:lnTo>
                  <a:lnTo>
                    <a:pt x="32" y="100"/>
                  </a:lnTo>
                  <a:lnTo>
                    <a:pt x="26" y="100"/>
                  </a:lnTo>
                  <a:lnTo>
                    <a:pt x="22" y="96"/>
                  </a:lnTo>
                  <a:lnTo>
                    <a:pt x="16" y="88"/>
                  </a:lnTo>
                  <a:lnTo>
                    <a:pt x="12" y="74"/>
                  </a:lnTo>
                  <a:lnTo>
                    <a:pt x="10" y="58"/>
                  </a:lnTo>
                  <a:lnTo>
                    <a:pt x="8" y="38"/>
                  </a:lnTo>
                  <a:lnTo>
                    <a:pt x="8" y="0"/>
                  </a:lnTo>
                  <a:close/>
                </a:path>
              </a:pathLst>
            </a:custGeom>
            <a:solidFill>
              <a:srgbClr val="CB8F5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48" name="任意多边形 47"/>
            <p:cNvSpPr/>
            <p:nvPr>
              <p:custDataLst>
                <p:tags r:id="rId47"/>
              </p:custDataLst>
            </p:nvPr>
          </p:nvSpPr>
          <p:spPr bwMode="auto">
            <a:xfrm>
              <a:off x="2523" y="2526"/>
              <a:ext cx="154" cy="211"/>
            </a:xfrm>
            <a:custGeom>
              <a:avLst/>
              <a:gdLst>
                <a:gd name="T0" fmla="*/ 8 w 128"/>
                <a:gd name="T1" fmla="*/ 0 h 176"/>
                <a:gd name="T2" fmla="*/ 8 w 128"/>
                <a:gd name="T3" fmla="*/ 0 h 176"/>
                <a:gd name="T4" fmla="*/ 6 w 128"/>
                <a:gd name="T5" fmla="*/ 14 h 176"/>
                <a:gd name="T6" fmla="*/ 2 w 128"/>
                <a:gd name="T7" fmla="*/ 48 h 176"/>
                <a:gd name="T8" fmla="*/ 0 w 128"/>
                <a:gd name="T9" fmla="*/ 68 h 176"/>
                <a:gd name="T10" fmla="*/ 0 w 128"/>
                <a:gd name="T11" fmla="*/ 86 h 176"/>
                <a:gd name="T12" fmla="*/ 2 w 128"/>
                <a:gd name="T13" fmla="*/ 104 h 176"/>
                <a:gd name="T14" fmla="*/ 4 w 128"/>
                <a:gd name="T15" fmla="*/ 110 h 176"/>
                <a:gd name="T16" fmla="*/ 8 w 128"/>
                <a:gd name="T17" fmla="*/ 116 h 176"/>
                <a:gd name="T18" fmla="*/ 8 w 128"/>
                <a:gd name="T19" fmla="*/ 116 h 176"/>
                <a:gd name="T20" fmla="*/ 12 w 128"/>
                <a:gd name="T21" fmla="*/ 120 h 176"/>
                <a:gd name="T22" fmla="*/ 16 w 128"/>
                <a:gd name="T23" fmla="*/ 122 h 176"/>
                <a:gd name="T24" fmla="*/ 22 w 128"/>
                <a:gd name="T25" fmla="*/ 122 h 176"/>
                <a:gd name="T26" fmla="*/ 28 w 128"/>
                <a:gd name="T27" fmla="*/ 122 h 176"/>
                <a:gd name="T28" fmla="*/ 44 w 128"/>
                <a:gd name="T29" fmla="*/ 118 h 176"/>
                <a:gd name="T30" fmla="*/ 58 w 128"/>
                <a:gd name="T31" fmla="*/ 114 h 176"/>
                <a:gd name="T32" fmla="*/ 74 w 128"/>
                <a:gd name="T33" fmla="*/ 110 h 176"/>
                <a:gd name="T34" fmla="*/ 86 w 128"/>
                <a:gd name="T35" fmla="*/ 108 h 176"/>
                <a:gd name="T36" fmla="*/ 92 w 128"/>
                <a:gd name="T37" fmla="*/ 108 h 176"/>
                <a:gd name="T38" fmla="*/ 96 w 128"/>
                <a:gd name="T39" fmla="*/ 108 h 176"/>
                <a:gd name="T40" fmla="*/ 100 w 128"/>
                <a:gd name="T41" fmla="*/ 110 h 176"/>
                <a:gd name="T42" fmla="*/ 102 w 128"/>
                <a:gd name="T43" fmla="*/ 116 h 176"/>
                <a:gd name="T44" fmla="*/ 102 w 128"/>
                <a:gd name="T45" fmla="*/ 116 h 176"/>
                <a:gd name="T46" fmla="*/ 102 w 128"/>
                <a:gd name="T47" fmla="*/ 126 h 176"/>
                <a:gd name="T48" fmla="*/ 102 w 128"/>
                <a:gd name="T49" fmla="*/ 134 h 176"/>
                <a:gd name="T50" fmla="*/ 100 w 128"/>
                <a:gd name="T51" fmla="*/ 144 h 176"/>
                <a:gd name="T52" fmla="*/ 96 w 128"/>
                <a:gd name="T53" fmla="*/ 152 h 176"/>
                <a:gd name="T54" fmla="*/ 88 w 128"/>
                <a:gd name="T55" fmla="*/ 160 h 176"/>
                <a:gd name="T56" fmla="*/ 74 w 128"/>
                <a:gd name="T57" fmla="*/ 166 h 176"/>
                <a:gd name="T58" fmla="*/ 58 w 128"/>
                <a:gd name="T59" fmla="*/ 172 h 176"/>
                <a:gd name="T60" fmla="*/ 38 w 128"/>
                <a:gd name="T61" fmla="*/ 176 h 176"/>
                <a:gd name="T62" fmla="*/ 38 w 128"/>
                <a:gd name="T63" fmla="*/ 176 h 176"/>
                <a:gd name="T64" fmla="*/ 52 w 128"/>
                <a:gd name="T65" fmla="*/ 174 h 176"/>
                <a:gd name="T66" fmla="*/ 66 w 128"/>
                <a:gd name="T67" fmla="*/ 172 h 176"/>
                <a:gd name="T68" fmla="*/ 82 w 128"/>
                <a:gd name="T69" fmla="*/ 170 h 176"/>
                <a:gd name="T70" fmla="*/ 100 w 128"/>
                <a:gd name="T71" fmla="*/ 166 h 176"/>
                <a:gd name="T72" fmla="*/ 114 w 128"/>
                <a:gd name="T73" fmla="*/ 158 h 176"/>
                <a:gd name="T74" fmla="*/ 120 w 128"/>
                <a:gd name="T75" fmla="*/ 154 h 176"/>
                <a:gd name="T76" fmla="*/ 124 w 128"/>
                <a:gd name="T77" fmla="*/ 148 h 176"/>
                <a:gd name="T78" fmla="*/ 126 w 128"/>
                <a:gd name="T79" fmla="*/ 144 h 176"/>
                <a:gd name="T80" fmla="*/ 128 w 128"/>
                <a:gd name="T81" fmla="*/ 136 h 176"/>
                <a:gd name="T82" fmla="*/ 128 w 128"/>
                <a:gd name="T83" fmla="*/ 136 h 176"/>
                <a:gd name="T84" fmla="*/ 126 w 128"/>
                <a:gd name="T85" fmla="*/ 118 h 176"/>
                <a:gd name="T86" fmla="*/ 122 w 128"/>
                <a:gd name="T87" fmla="*/ 102 h 176"/>
                <a:gd name="T88" fmla="*/ 118 w 128"/>
                <a:gd name="T89" fmla="*/ 96 h 176"/>
                <a:gd name="T90" fmla="*/ 114 w 128"/>
                <a:gd name="T91" fmla="*/ 92 h 176"/>
                <a:gd name="T92" fmla="*/ 110 w 128"/>
                <a:gd name="T93" fmla="*/ 88 h 176"/>
                <a:gd name="T94" fmla="*/ 104 w 128"/>
                <a:gd name="T95" fmla="*/ 86 h 176"/>
                <a:gd name="T96" fmla="*/ 92 w 128"/>
                <a:gd name="T97" fmla="*/ 84 h 176"/>
                <a:gd name="T98" fmla="*/ 76 w 128"/>
                <a:gd name="T99" fmla="*/ 86 h 176"/>
                <a:gd name="T100" fmla="*/ 60 w 128"/>
                <a:gd name="T101" fmla="*/ 90 h 176"/>
                <a:gd name="T102" fmla="*/ 42 w 128"/>
                <a:gd name="T103" fmla="*/ 98 h 176"/>
                <a:gd name="T104" fmla="*/ 42 w 128"/>
                <a:gd name="T105" fmla="*/ 98 h 176"/>
                <a:gd name="T106" fmla="*/ 36 w 128"/>
                <a:gd name="T107" fmla="*/ 100 h 176"/>
                <a:gd name="T108" fmla="*/ 32 w 128"/>
                <a:gd name="T109" fmla="*/ 100 h 176"/>
                <a:gd name="T110" fmla="*/ 26 w 128"/>
                <a:gd name="T111" fmla="*/ 100 h 176"/>
                <a:gd name="T112" fmla="*/ 22 w 128"/>
                <a:gd name="T113" fmla="*/ 96 h 176"/>
                <a:gd name="T114" fmla="*/ 16 w 128"/>
                <a:gd name="T115" fmla="*/ 88 h 176"/>
                <a:gd name="T116" fmla="*/ 12 w 128"/>
                <a:gd name="T117" fmla="*/ 74 h 176"/>
                <a:gd name="T118" fmla="*/ 10 w 128"/>
                <a:gd name="T119" fmla="*/ 58 h 176"/>
                <a:gd name="T120" fmla="*/ 8 w 128"/>
                <a:gd name="T121" fmla="*/ 38 h 176"/>
                <a:gd name="T122" fmla="*/ 8 w 128"/>
                <a:gd name="T123" fmla="*/ 0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8" h="176">
                  <a:moveTo>
                    <a:pt x="8" y="0"/>
                  </a:moveTo>
                  <a:lnTo>
                    <a:pt x="8" y="0"/>
                  </a:lnTo>
                  <a:lnTo>
                    <a:pt x="6" y="14"/>
                  </a:lnTo>
                  <a:lnTo>
                    <a:pt x="2" y="48"/>
                  </a:lnTo>
                  <a:lnTo>
                    <a:pt x="0" y="68"/>
                  </a:lnTo>
                  <a:lnTo>
                    <a:pt x="0" y="86"/>
                  </a:lnTo>
                  <a:lnTo>
                    <a:pt x="2" y="104"/>
                  </a:lnTo>
                  <a:lnTo>
                    <a:pt x="4" y="110"/>
                  </a:lnTo>
                  <a:lnTo>
                    <a:pt x="8" y="116"/>
                  </a:lnTo>
                  <a:lnTo>
                    <a:pt x="8" y="116"/>
                  </a:lnTo>
                  <a:lnTo>
                    <a:pt x="12" y="120"/>
                  </a:lnTo>
                  <a:lnTo>
                    <a:pt x="16" y="122"/>
                  </a:lnTo>
                  <a:lnTo>
                    <a:pt x="22" y="122"/>
                  </a:lnTo>
                  <a:lnTo>
                    <a:pt x="28" y="122"/>
                  </a:lnTo>
                  <a:lnTo>
                    <a:pt x="44" y="118"/>
                  </a:lnTo>
                  <a:lnTo>
                    <a:pt x="58" y="114"/>
                  </a:lnTo>
                  <a:lnTo>
                    <a:pt x="74" y="110"/>
                  </a:lnTo>
                  <a:lnTo>
                    <a:pt x="86" y="108"/>
                  </a:lnTo>
                  <a:lnTo>
                    <a:pt x="92" y="108"/>
                  </a:lnTo>
                  <a:lnTo>
                    <a:pt x="96" y="108"/>
                  </a:lnTo>
                  <a:lnTo>
                    <a:pt x="100" y="110"/>
                  </a:lnTo>
                  <a:lnTo>
                    <a:pt x="102" y="116"/>
                  </a:lnTo>
                  <a:lnTo>
                    <a:pt x="102" y="116"/>
                  </a:lnTo>
                  <a:lnTo>
                    <a:pt x="102" y="126"/>
                  </a:lnTo>
                  <a:lnTo>
                    <a:pt x="102" y="134"/>
                  </a:lnTo>
                  <a:lnTo>
                    <a:pt x="100" y="144"/>
                  </a:lnTo>
                  <a:lnTo>
                    <a:pt x="96" y="152"/>
                  </a:lnTo>
                  <a:lnTo>
                    <a:pt x="88" y="160"/>
                  </a:lnTo>
                  <a:lnTo>
                    <a:pt x="74" y="166"/>
                  </a:lnTo>
                  <a:lnTo>
                    <a:pt x="58" y="172"/>
                  </a:lnTo>
                  <a:lnTo>
                    <a:pt x="38" y="176"/>
                  </a:lnTo>
                  <a:lnTo>
                    <a:pt x="38" y="176"/>
                  </a:lnTo>
                  <a:lnTo>
                    <a:pt x="52" y="174"/>
                  </a:lnTo>
                  <a:lnTo>
                    <a:pt x="66" y="172"/>
                  </a:lnTo>
                  <a:lnTo>
                    <a:pt x="82" y="170"/>
                  </a:lnTo>
                  <a:lnTo>
                    <a:pt x="100" y="166"/>
                  </a:lnTo>
                  <a:lnTo>
                    <a:pt x="114" y="158"/>
                  </a:lnTo>
                  <a:lnTo>
                    <a:pt x="120" y="154"/>
                  </a:lnTo>
                  <a:lnTo>
                    <a:pt x="124" y="148"/>
                  </a:lnTo>
                  <a:lnTo>
                    <a:pt x="126" y="144"/>
                  </a:lnTo>
                  <a:lnTo>
                    <a:pt x="128" y="136"/>
                  </a:lnTo>
                  <a:lnTo>
                    <a:pt x="128" y="136"/>
                  </a:lnTo>
                  <a:lnTo>
                    <a:pt x="126" y="118"/>
                  </a:lnTo>
                  <a:lnTo>
                    <a:pt x="122" y="102"/>
                  </a:lnTo>
                  <a:lnTo>
                    <a:pt x="118" y="96"/>
                  </a:lnTo>
                  <a:lnTo>
                    <a:pt x="114" y="92"/>
                  </a:lnTo>
                  <a:lnTo>
                    <a:pt x="110" y="88"/>
                  </a:lnTo>
                  <a:lnTo>
                    <a:pt x="104" y="86"/>
                  </a:lnTo>
                  <a:lnTo>
                    <a:pt x="92" y="84"/>
                  </a:lnTo>
                  <a:lnTo>
                    <a:pt x="76" y="86"/>
                  </a:lnTo>
                  <a:lnTo>
                    <a:pt x="60" y="90"/>
                  </a:lnTo>
                  <a:lnTo>
                    <a:pt x="42" y="98"/>
                  </a:lnTo>
                  <a:lnTo>
                    <a:pt x="42" y="98"/>
                  </a:lnTo>
                  <a:lnTo>
                    <a:pt x="36" y="100"/>
                  </a:lnTo>
                  <a:lnTo>
                    <a:pt x="32" y="100"/>
                  </a:lnTo>
                  <a:lnTo>
                    <a:pt x="26" y="100"/>
                  </a:lnTo>
                  <a:lnTo>
                    <a:pt x="22" y="96"/>
                  </a:lnTo>
                  <a:lnTo>
                    <a:pt x="16" y="88"/>
                  </a:lnTo>
                  <a:lnTo>
                    <a:pt x="12" y="74"/>
                  </a:lnTo>
                  <a:lnTo>
                    <a:pt x="10" y="58"/>
                  </a:lnTo>
                  <a:lnTo>
                    <a:pt x="8" y="3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49" name="任意多边形 48"/>
            <p:cNvSpPr/>
            <p:nvPr>
              <p:custDataLst>
                <p:tags r:id="rId48"/>
              </p:custDataLst>
            </p:nvPr>
          </p:nvSpPr>
          <p:spPr bwMode="auto">
            <a:xfrm>
              <a:off x="2317" y="2569"/>
              <a:ext cx="65" cy="94"/>
            </a:xfrm>
            <a:custGeom>
              <a:avLst/>
              <a:gdLst>
                <a:gd name="T0" fmla="*/ 54 w 54"/>
                <a:gd name="T1" fmla="*/ 34 h 78"/>
                <a:gd name="T2" fmla="*/ 54 w 54"/>
                <a:gd name="T3" fmla="*/ 34 h 78"/>
                <a:gd name="T4" fmla="*/ 54 w 54"/>
                <a:gd name="T5" fmla="*/ 50 h 78"/>
                <a:gd name="T6" fmla="*/ 52 w 54"/>
                <a:gd name="T7" fmla="*/ 64 h 78"/>
                <a:gd name="T8" fmla="*/ 48 w 54"/>
                <a:gd name="T9" fmla="*/ 68 h 78"/>
                <a:gd name="T10" fmla="*/ 46 w 54"/>
                <a:gd name="T11" fmla="*/ 74 h 78"/>
                <a:gd name="T12" fmla="*/ 40 w 54"/>
                <a:gd name="T13" fmla="*/ 76 h 78"/>
                <a:gd name="T14" fmla="*/ 36 w 54"/>
                <a:gd name="T15" fmla="*/ 78 h 78"/>
                <a:gd name="T16" fmla="*/ 36 w 54"/>
                <a:gd name="T17" fmla="*/ 78 h 78"/>
                <a:gd name="T18" fmla="*/ 30 w 54"/>
                <a:gd name="T19" fmla="*/ 78 h 78"/>
                <a:gd name="T20" fmla="*/ 24 w 54"/>
                <a:gd name="T21" fmla="*/ 78 h 78"/>
                <a:gd name="T22" fmla="*/ 20 w 54"/>
                <a:gd name="T23" fmla="*/ 74 h 78"/>
                <a:gd name="T24" fmla="*/ 14 w 54"/>
                <a:gd name="T25" fmla="*/ 70 h 78"/>
                <a:gd name="T26" fmla="*/ 6 w 54"/>
                <a:gd name="T27" fmla="*/ 60 h 78"/>
                <a:gd name="T28" fmla="*/ 2 w 54"/>
                <a:gd name="T29" fmla="*/ 44 h 78"/>
                <a:gd name="T30" fmla="*/ 2 w 54"/>
                <a:gd name="T31" fmla="*/ 44 h 78"/>
                <a:gd name="T32" fmla="*/ 0 w 54"/>
                <a:gd name="T33" fmla="*/ 28 h 78"/>
                <a:gd name="T34" fmla="*/ 4 w 54"/>
                <a:gd name="T35" fmla="*/ 16 h 78"/>
                <a:gd name="T36" fmla="*/ 6 w 54"/>
                <a:gd name="T37" fmla="*/ 10 h 78"/>
                <a:gd name="T38" fmla="*/ 10 w 54"/>
                <a:gd name="T39" fmla="*/ 6 h 78"/>
                <a:gd name="T40" fmla="*/ 14 w 54"/>
                <a:gd name="T41" fmla="*/ 2 h 78"/>
                <a:gd name="T42" fmla="*/ 20 w 54"/>
                <a:gd name="T43" fmla="*/ 0 h 78"/>
                <a:gd name="T44" fmla="*/ 20 w 54"/>
                <a:gd name="T45" fmla="*/ 0 h 78"/>
                <a:gd name="T46" fmla="*/ 26 w 54"/>
                <a:gd name="T47" fmla="*/ 0 h 78"/>
                <a:gd name="T48" fmla="*/ 30 w 54"/>
                <a:gd name="T49" fmla="*/ 0 h 78"/>
                <a:gd name="T50" fmla="*/ 36 w 54"/>
                <a:gd name="T51" fmla="*/ 4 h 78"/>
                <a:gd name="T52" fmla="*/ 40 w 54"/>
                <a:gd name="T53" fmla="*/ 8 h 78"/>
                <a:gd name="T54" fmla="*/ 48 w 54"/>
                <a:gd name="T55" fmla="*/ 20 h 78"/>
                <a:gd name="T56" fmla="*/ 54 w 54"/>
                <a:gd name="T57" fmla="*/ 34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4" h="78">
                  <a:moveTo>
                    <a:pt x="54" y="34"/>
                  </a:moveTo>
                  <a:lnTo>
                    <a:pt x="54" y="34"/>
                  </a:lnTo>
                  <a:lnTo>
                    <a:pt x="54" y="50"/>
                  </a:lnTo>
                  <a:lnTo>
                    <a:pt x="52" y="64"/>
                  </a:lnTo>
                  <a:lnTo>
                    <a:pt x="48" y="68"/>
                  </a:lnTo>
                  <a:lnTo>
                    <a:pt x="46" y="74"/>
                  </a:lnTo>
                  <a:lnTo>
                    <a:pt x="40" y="76"/>
                  </a:lnTo>
                  <a:lnTo>
                    <a:pt x="36" y="78"/>
                  </a:lnTo>
                  <a:lnTo>
                    <a:pt x="36" y="78"/>
                  </a:lnTo>
                  <a:lnTo>
                    <a:pt x="30" y="78"/>
                  </a:lnTo>
                  <a:lnTo>
                    <a:pt x="24" y="78"/>
                  </a:lnTo>
                  <a:lnTo>
                    <a:pt x="20" y="74"/>
                  </a:lnTo>
                  <a:lnTo>
                    <a:pt x="14" y="70"/>
                  </a:lnTo>
                  <a:lnTo>
                    <a:pt x="6" y="60"/>
                  </a:lnTo>
                  <a:lnTo>
                    <a:pt x="2" y="44"/>
                  </a:lnTo>
                  <a:lnTo>
                    <a:pt x="2" y="44"/>
                  </a:lnTo>
                  <a:lnTo>
                    <a:pt x="0" y="28"/>
                  </a:lnTo>
                  <a:lnTo>
                    <a:pt x="4" y="16"/>
                  </a:lnTo>
                  <a:lnTo>
                    <a:pt x="6" y="10"/>
                  </a:lnTo>
                  <a:lnTo>
                    <a:pt x="10" y="6"/>
                  </a:lnTo>
                  <a:lnTo>
                    <a:pt x="14" y="2"/>
                  </a:lnTo>
                  <a:lnTo>
                    <a:pt x="20" y="0"/>
                  </a:lnTo>
                  <a:lnTo>
                    <a:pt x="20" y="0"/>
                  </a:lnTo>
                  <a:lnTo>
                    <a:pt x="26" y="0"/>
                  </a:lnTo>
                  <a:lnTo>
                    <a:pt x="30" y="0"/>
                  </a:lnTo>
                  <a:lnTo>
                    <a:pt x="36" y="4"/>
                  </a:lnTo>
                  <a:lnTo>
                    <a:pt x="40" y="8"/>
                  </a:lnTo>
                  <a:lnTo>
                    <a:pt x="48" y="20"/>
                  </a:lnTo>
                  <a:lnTo>
                    <a:pt x="54" y="3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50" name="任意多边形 49"/>
            <p:cNvSpPr/>
            <p:nvPr>
              <p:custDataLst>
                <p:tags r:id="rId49"/>
              </p:custDataLst>
            </p:nvPr>
          </p:nvSpPr>
          <p:spPr bwMode="auto">
            <a:xfrm>
              <a:off x="2593" y="2526"/>
              <a:ext cx="60" cy="84"/>
            </a:xfrm>
            <a:custGeom>
              <a:avLst/>
              <a:gdLst>
                <a:gd name="T0" fmla="*/ 48 w 50"/>
                <a:gd name="T1" fmla="*/ 30 h 70"/>
                <a:gd name="T2" fmla="*/ 48 w 50"/>
                <a:gd name="T3" fmla="*/ 30 h 70"/>
                <a:gd name="T4" fmla="*/ 50 w 50"/>
                <a:gd name="T5" fmla="*/ 44 h 70"/>
                <a:gd name="T6" fmla="*/ 46 w 50"/>
                <a:gd name="T7" fmla="*/ 58 h 70"/>
                <a:gd name="T8" fmla="*/ 40 w 50"/>
                <a:gd name="T9" fmla="*/ 66 h 70"/>
                <a:gd name="T10" fmla="*/ 36 w 50"/>
                <a:gd name="T11" fmla="*/ 68 h 70"/>
                <a:gd name="T12" fmla="*/ 32 w 50"/>
                <a:gd name="T13" fmla="*/ 70 h 70"/>
                <a:gd name="T14" fmla="*/ 32 w 50"/>
                <a:gd name="T15" fmla="*/ 70 h 70"/>
                <a:gd name="T16" fmla="*/ 28 w 50"/>
                <a:gd name="T17" fmla="*/ 70 h 70"/>
                <a:gd name="T18" fmla="*/ 22 w 50"/>
                <a:gd name="T19" fmla="*/ 70 h 70"/>
                <a:gd name="T20" fmla="*/ 14 w 50"/>
                <a:gd name="T21" fmla="*/ 64 h 70"/>
                <a:gd name="T22" fmla="*/ 6 w 50"/>
                <a:gd name="T23" fmla="*/ 54 h 70"/>
                <a:gd name="T24" fmla="*/ 2 w 50"/>
                <a:gd name="T25" fmla="*/ 40 h 70"/>
                <a:gd name="T26" fmla="*/ 2 w 50"/>
                <a:gd name="T27" fmla="*/ 40 h 70"/>
                <a:gd name="T28" fmla="*/ 0 w 50"/>
                <a:gd name="T29" fmla="*/ 26 h 70"/>
                <a:gd name="T30" fmla="*/ 4 w 50"/>
                <a:gd name="T31" fmla="*/ 14 h 70"/>
                <a:gd name="T32" fmla="*/ 10 w 50"/>
                <a:gd name="T33" fmla="*/ 6 h 70"/>
                <a:gd name="T34" fmla="*/ 14 w 50"/>
                <a:gd name="T35" fmla="*/ 2 h 70"/>
                <a:gd name="T36" fmla="*/ 18 w 50"/>
                <a:gd name="T37" fmla="*/ 0 h 70"/>
                <a:gd name="T38" fmla="*/ 18 w 50"/>
                <a:gd name="T39" fmla="*/ 0 h 70"/>
                <a:gd name="T40" fmla="*/ 22 w 50"/>
                <a:gd name="T41" fmla="*/ 0 h 70"/>
                <a:gd name="T42" fmla="*/ 28 w 50"/>
                <a:gd name="T43" fmla="*/ 2 h 70"/>
                <a:gd name="T44" fmla="*/ 36 w 50"/>
                <a:gd name="T45" fmla="*/ 8 h 70"/>
                <a:gd name="T46" fmla="*/ 44 w 50"/>
                <a:gd name="T47" fmla="*/ 18 h 70"/>
                <a:gd name="T48" fmla="*/ 48 w 50"/>
                <a:gd name="T49" fmla="*/ 3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0" h="70">
                  <a:moveTo>
                    <a:pt x="48" y="30"/>
                  </a:moveTo>
                  <a:lnTo>
                    <a:pt x="48" y="30"/>
                  </a:lnTo>
                  <a:lnTo>
                    <a:pt x="50" y="44"/>
                  </a:lnTo>
                  <a:lnTo>
                    <a:pt x="46" y="58"/>
                  </a:lnTo>
                  <a:lnTo>
                    <a:pt x="40" y="66"/>
                  </a:lnTo>
                  <a:lnTo>
                    <a:pt x="36" y="68"/>
                  </a:lnTo>
                  <a:lnTo>
                    <a:pt x="32" y="70"/>
                  </a:lnTo>
                  <a:lnTo>
                    <a:pt x="32" y="70"/>
                  </a:lnTo>
                  <a:lnTo>
                    <a:pt x="28" y="70"/>
                  </a:lnTo>
                  <a:lnTo>
                    <a:pt x="22" y="70"/>
                  </a:lnTo>
                  <a:lnTo>
                    <a:pt x="14" y="64"/>
                  </a:lnTo>
                  <a:lnTo>
                    <a:pt x="6" y="54"/>
                  </a:lnTo>
                  <a:lnTo>
                    <a:pt x="2" y="40"/>
                  </a:lnTo>
                  <a:lnTo>
                    <a:pt x="2" y="40"/>
                  </a:lnTo>
                  <a:lnTo>
                    <a:pt x="0" y="26"/>
                  </a:lnTo>
                  <a:lnTo>
                    <a:pt x="4" y="14"/>
                  </a:lnTo>
                  <a:lnTo>
                    <a:pt x="10" y="6"/>
                  </a:lnTo>
                  <a:lnTo>
                    <a:pt x="14" y="2"/>
                  </a:lnTo>
                  <a:lnTo>
                    <a:pt x="18" y="0"/>
                  </a:lnTo>
                  <a:lnTo>
                    <a:pt x="18" y="0"/>
                  </a:lnTo>
                  <a:lnTo>
                    <a:pt x="22" y="0"/>
                  </a:lnTo>
                  <a:lnTo>
                    <a:pt x="28" y="2"/>
                  </a:lnTo>
                  <a:lnTo>
                    <a:pt x="36" y="8"/>
                  </a:lnTo>
                  <a:lnTo>
                    <a:pt x="44" y="18"/>
                  </a:lnTo>
                  <a:lnTo>
                    <a:pt x="48" y="3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51" name="任意多边形 50"/>
            <p:cNvSpPr/>
            <p:nvPr>
              <p:custDataLst>
                <p:tags r:id="rId50"/>
              </p:custDataLst>
            </p:nvPr>
          </p:nvSpPr>
          <p:spPr bwMode="auto">
            <a:xfrm>
              <a:off x="2235" y="3040"/>
              <a:ext cx="322" cy="134"/>
            </a:xfrm>
            <a:custGeom>
              <a:avLst/>
              <a:gdLst>
                <a:gd name="T0" fmla="*/ 0 w 268"/>
                <a:gd name="T1" fmla="*/ 4 h 112"/>
                <a:gd name="T2" fmla="*/ 0 w 268"/>
                <a:gd name="T3" fmla="*/ 4 h 112"/>
                <a:gd name="T4" fmla="*/ 18 w 268"/>
                <a:gd name="T5" fmla="*/ 26 h 112"/>
                <a:gd name="T6" fmla="*/ 40 w 268"/>
                <a:gd name="T7" fmla="*/ 48 h 112"/>
                <a:gd name="T8" fmla="*/ 62 w 268"/>
                <a:gd name="T9" fmla="*/ 66 h 112"/>
                <a:gd name="T10" fmla="*/ 86 w 268"/>
                <a:gd name="T11" fmla="*/ 84 h 112"/>
                <a:gd name="T12" fmla="*/ 114 w 268"/>
                <a:gd name="T13" fmla="*/ 98 h 112"/>
                <a:gd name="T14" fmla="*/ 128 w 268"/>
                <a:gd name="T15" fmla="*/ 102 h 112"/>
                <a:gd name="T16" fmla="*/ 142 w 268"/>
                <a:gd name="T17" fmla="*/ 108 h 112"/>
                <a:gd name="T18" fmla="*/ 156 w 268"/>
                <a:gd name="T19" fmla="*/ 110 h 112"/>
                <a:gd name="T20" fmla="*/ 170 w 268"/>
                <a:gd name="T21" fmla="*/ 112 h 112"/>
                <a:gd name="T22" fmla="*/ 186 w 268"/>
                <a:gd name="T23" fmla="*/ 112 h 112"/>
                <a:gd name="T24" fmla="*/ 202 w 268"/>
                <a:gd name="T25" fmla="*/ 110 h 112"/>
                <a:gd name="T26" fmla="*/ 202 w 268"/>
                <a:gd name="T27" fmla="*/ 110 h 112"/>
                <a:gd name="T28" fmla="*/ 222 w 268"/>
                <a:gd name="T29" fmla="*/ 106 h 112"/>
                <a:gd name="T30" fmla="*/ 238 w 268"/>
                <a:gd name="T31" fmla="*/ 98 h 112"/>
                <a:gd name="T32" fmla="*/ 254 w 268"/>
                <a:gd name="T33" fmla="*/ 90 h 112"/>
                <a:gd name="T34" fmla="*/ 268 w 268"/>
                <a:gd name="T35" fmla="*/ 78 h 112"/>
                <a:gd name="T36" fmla="*/ 268 w 268"/>
                <a:gd name="T37" fmla="*/ 78 h 112"/>
                <a:gd name="T38" fmla="*/ 256 w 268"/>
                <a:gd name="T39" fmla="*/ 62 h 112"/>
                <a:gd name="T40" fmla="*/ 240 w 268"/>
                <a:gd name="T41" fmla="*/ 50 h 112"/>
                <a:gd name="T42" fmla="*/ 224 w 268"/>
                <a:gd name="T43" fmla="*/ 38 h 112"/>
                <a:gd name="T44" fmla="*/ 208 w 268"/>
                <a:gd name="T45" fmla="*/ 28 h 112"/>
                <a:gd name="T46" fmla="*/ 190 w 268"/>
                <a:gd name="T47" fmla="*/ 20 h 112"/>
                <a:gd name="T48" fmla="*/ 172 w 268"/>
                <a:gd name="T49" fmla="*/ 14 h 112"/>
                <a:gd name="T50" fmla="*/ 154 w 268"/>
                <a:gd name="T51" fmla="*/ 8 h 112"/>
                <a:gd name="T52" fmla="*/ 134 w 268"/>
                <a:gd name="T53" fmla="*/ 4 h 112"/>
                <a:gd name="T54" fmla="*/ 98 w 268"/>
                <a:gd name="T55" fmla="*/ 0 h 112"/>
                <a:gd name="T56" fmla="*/ 62 w 268"/>
                <a:gd name="T57" fmla="*/ 0 h 112"/>
                <a:gd name="T58" fmla="*/ 28 w 268"/>
                <a:gd name="T59" fmla="*/ 2 h 112"/>
                <a:gd name="T60" fmla="*/ 0 w 268"/>
                <a:gd name="T61" fmla="*/ 4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8" h="112">
                  <a:moveTo>
                    <a:pt x="0" y="4"/>
                  </a:moveTo>
                  <a:lnTo>
                    <a:pt x="0" y="4"/>
                  </a:lnTo>
                  <a:lnTo>
                    <a:pt x="18" y="26"/>
                  </a:lnTo>
                  <a:lnTo>
                    <a:pt x="40" y="48"/>
                  </a:lnTo>
                  <a:lnTo>
                    <a:pt x="62" y="66"/>
                  </a:lnTo>
                  <a:lnTo>
                    <a:pt x="86" y="84"/>
                  </a:lnTo>
                  <a:lnTo>
                    <a:pt x="114" y="98"/>
                  </a:lnTo>
                  <a:lnTo>
                    <a:pt x="128" y="102"/>
                  </a:lnTo>
                  <a:lnTo>
                    <a:pt x="142" y="108"/>
                  </a:lnTo>
                  <a:lnTo>
                    <a:pt x="156" y="110"/>
                  </a:lnTo>
                  <a:lnTo>
                    <a:pt x="170" y="112"/>
                  </a:lnTo>
                  <a:lnTo>
                    <a:pt x="186" y="112"/>
                  </a:lnTo>
                  <a:lnTo>
                    <a:pt x="202" y="110"/>
                  </a:lnTo>
                  <a:lnTo>
                    <a:pt x="202" y="110"/>
                  </a:lnTo>
                  <a:lnTo>
                    <a:pt x="222" y="106"/>
                  </a:lnTo>
                  <a:lnTo>
                    <a:pt x="238" y="98"/>
                  </a:lnTo>
                  <a:lnTo>
                    <a:pt x="254" y="90"/>
                  </a:lnTo>
                  <a:lnTo>
                    <a:pt x="268" y="78"/>
                  </a:lnTo>
                  <a:lnTo>
                    <a:pt x="268" y="78"/>
                  </a:lnTo>
                  <a:lnTo>
                    <a:pt x="256" y="62"/>
                  </a:lnTo>
                  <a:lnTo>
                    <a:pt x="240" y="50"/>
                  </a:lnTo>
                  <a:lnTo>
                    <a:pt x="224" y="38"/>
                  </a:lnTo>
                  <a:lnTo>
                    <a:pt x="208" y="28"/>
                  </a:lnTo>
                  <a:lnTo>
                    <a:pt x="190" y="20"/>
                  </a:lnTo>
                  <a:lnTo>
                    <a:pt x="172" y="14"/>
                  </a:lnTo>
                  <a:lnTo>
                    <a:pt x="154" y="8"/>
                  </a:lnTo>
                  <a:lnTo>
                    <a:pt x="134" y="4"/>
                  </a:lnTo>
                  <a:lnTo>
                    <a:pt x="98" y="0"/>
                  </a:lnTo>
                  <a:lnTo>
                    <a:pt x="62" y="0"/>
                  </a:lnTo>
                  <a:lnTo>
                    <a:pt x="28" y="2"/>
                  </a:lnTo>
                  <a:lnTo>
                    <a:pt x="0" y="4"/>
                  </a:lnTo>
                  <a:close/>
                </a:path>
              </a:pathLst>
            </a:custGeom>
            <a:solidFill>
              <a:srgbClr val="DA90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52" name="任意多边形 51"/>
            <p:cNvSpPr/>
            <p:nvPr>
              <p:custDataLst>
                <p:tags r:id="rId51"/>
              </p:custDataLst>
            </p:nvPr>
          </p:nvSpPr>
          <p:spPr bwMode="auto">
            <a:xfrm>
              <a:off x="2235" y="3040"/>
              <a:ext cx="322" cy="134"/>
            </a:xfrm>
            <a:custGeom>
              <a:avLst/>
              <a:gdLst>
                <a:gd name="T0" fmla="*/ 0 w 268"/>
                <a:gd name="T1" fmla="*/ 4 h 112"/>
                <a:gd name="T2" fmla="*/ 0 w 268"/>
                <a:gd name="T3" fmla="*/ 4 h 112"/>
                <a:gd name="T4" fmla="*/ 18 w 268"/>
                <a:gd name="T5" fmla="*/ 26 h 112"/>
                <a:gd name="T6" fmla="*/ 40 w 268"/>
                <a:gd name="T7" fmla="*/ 48 h 112"/>
                <a:gd name="T8" fmla="*/ 62 w 268"/>
                <a:gd name="T9" fmla="*/ 66 h 112"/>
                <a:gd name="T10" fmla="*/ 86 w 268"/>
                <a:gd name="T11" fmla="*/ 84 h 112"/>
                <a:gd name="T12" fmla="*/ 114 w 268"/>
                <a:gd name="T13" fmla="*/ 98 h 112"/>
                <a:gd name="T14" fmla="*/ 128 w 268"/>
                <a:gd name="T15" fmla="*/ 102 h 112"/>
                <a:gd name="T16" fmla="*/ 142 w 268"/>
                <a:gd name="T17" fmla="*/ 108 h 112"/>
                <a:gd name="T18" fmla="*/ 156 w 268"/>
                <a:gd name="T19" fmla="*/ 110 h 112"/>
                <a:gd name="T20" fmla="*/ 170 w 268"/>
                <a:gd name="T21" fmla="*/ 112 h 112"/>
                <a:gd name="T22" fmla="*/ 186 w 268"/>
                <a:gd name="T23" fmla="*/ 112 h 112"/>
                <a:gd name="T24" fmla="*/ 202 w 268"/>
                <a:gd name="T25" fmla="*/ 110 h 112"/>
                <a:gd name="T26" fmla="*/ 202 w 268"/>
                <a:gd name="T27" fmla="*/ 110 h 112"/>
                <a:gd name="T28" fmla="*/ 222 w 268"/>
                <a:gd name="T29" fmla="*/ 106 h 112"/>
                <a:gd name="T30" fmla="*/ 238 w 268"/>
                <a:gd name="T31" fmla="*/ 98 h 112"/>
                <a:gd name="T32" fmla="*/ 254 w 268"/>
                <a:gd name="T33" fmla="*/ 90 h 112"/>
                <a:gd name="T34" fmla="*/ 268 w 268"/>
                <a:gd name="T35" fmla="*/ 78 h 112"/>
                <a:gd name="T36" fmla="*/ 268 w 268"/>
                <a:gd name="T37" fmla="*/ 78 h 112"/>
                <a:gd name="T38" fmla="*/ 256 w 268"/>
                <a:gd name="T39" fmla="*/ 62 h 112"/>
                <a:gd name="T40" fmla="*/ 240 w 268"/>
                <a:gd name="T41" fmla="*/ 50 h 112"/>
                <a:gd name="T42" fmla="*/ 224 w 268"/>
                <a:gd name="T43" fmla="*/ 38 h 112"/>
                <a:gd name="T44" fmla="*/ 208 w 268"/>
                <a:gd name="T45" fmla="*/ 28 h 112"/>
                <a:gd name="T46" fmla="*/ 190 w 268"/>
                <a:gd name="T47" fmla="*/ 20 h 112"/>
                <a:gd name="T48" fmla="*/ 172 w 268"/>
                <a:gd name="T49" fmla="*/ 14 h 112"/>
                <a:gd name="T50" fmla="*/ 154 w 268"/>
                <a:gd name="T51" fmla="*/ 8 h 112"/>
                <a:gd name="T52" fmla="*/ 134 w 268"/>
                <a:gd name="T53" fmla="*/ 4 h 112"/>
                <a:gd name="T54" fmla="*/ 98 w 268"/>
                <a:gd name="T55" fmla="*/ 0 h 112"/>
                <a:gd name="T56" fmla="*/ 62 w 268"/>
                <a:gd name="T57" fmla="*/ 0 h 112"/>
                <a:gd name="T58" fmla="*/ 28 w 268"/>
                <a:gd name="T59" fmla="*/ 2 h 112"/>
                <a:gd name="T60" fmla="*/ 0 w 268"/>
                <a:gd name="T61" fmla="*/ 4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8" h="112">
                  <a:moveTo>
                    <a:pt x="0" y="4"/>
                  </a:moveTo>
                  <a:lnTo>
                    <a:pt x="0" y="4"/>
                  </a:lnTo>
                  <a:lnTo>
                    <a:pt x="18" y="26"/>
                  </a:lnTo>
                  <a:lnTo>
                    <a:pt x="40" y="48"/>
                  </a:lnTo>
                  <a:lnTo>
                    <a:pt x="62" y="66"/>
                  </a:lnTo>
                  <a:lnTo>
                    <a:pt x="86" y="84"/>
                  </a:lnTo>
                  <a:lnTo>
                    <a:pt x="114" y="98"/>
                  </a:lnTo>
                  <a:lnTo>
                    <a:pt x="128" y="102"/>
                  </a:lnTo>
                  <a:lnTo>
                    <a:pt x="142" y="108"/>
                  </a:lnTo>
                  <a:lnTo>
                    <a:pt x="156" y="110"/>
                  </a:lnTo>
                  <a:lnTo>
                    <a:pt x="170" y="112"/>
                  </a:lnTo>
                  <a:lnTo>
                    <a:pt x="186" y="112"/>
                  </a:lnTo>
                  <a:lnTo>
                    <a:pt x="202" y="110"/>
                  </a:lnTo>
                  <a:lnTo>
                    <a:pt x="202" y="110"/>
                  </a:lnTo>
                  <a:lnTo>
                    <a:pt x="222" y="106"/>
                  </a:lnTo>
                  <a:lnTo>
                    <a:pt x="238" y="98"/>
                  </a:lnTo>
                  <a:lnTo>
                    <a:pt x="254" y="90"/>
                  </a:lnTo>
                  <a:lnTo>
                    <a:pt x="268" y="78"/>
                  </a:lnTo>
                  <a:lnTo>
                    <a:pt x="268" y="78"/>
                  </a:lnTo>
                  <a:lnTo>
                    <a:pt x="256" y="62"/>
                  </a:lnTo>
                  <a:lnTo>
                    <a:pt x="240" y="50"/>
                  </a:lnTo>
                  <a:lnTo>
                    <a:pt x="224" y="38"/>
                  </a:lnTo>
                  <a:lnTo>
                    <a:pt x="208" y="28"/>
                  </a:lnTo>
                  <a:lnTo>
                    <a:pt x="190" y="20"/>
                  </a:lnTo>
                  <a:lnTo>
                    <a:pt x="172" y="14"/>
                  </a:lnTo>
                  <a:lnTo>
                    <a:pt x="154" y="8"/>
                  </a:lnTo>
                  <a:lnTo>
                    <a:pt x="134" y="4"/>
                  </a:lnTo>
                  <a:lnTo>
                    <a:pt x="98" y="0"/>
                  </a:lnTo>
                  <a:lnTo>
                    <a:pt x="62" y="0"/>
                  </a:lnTo>
                  <a:lnTo>
                    <a:pt x="28" y="2"/>
                  </a:lnTo>
                  <a:lnTo>
                    <a:pt x="0" y="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53" name="任意多边形 52"/>
            <p:cNvSpPr/>
            <p:nvPr>
              <p:custDataLst>
                <p:tags r:id="rId52"/>
              </p:custDataLst>
            </p:nvPr>
          </p:nvSpPr>
          <p:spPr bwMode="auto">
            <a:xfrm>
              <a:off x="2154" y="2814"/>
              <a:ext cx="490" cy="319"/>
            </a:xfrm>
            <a:custGeom>
              <a:avLst/>
              <a:gdLst>
                <a:gd name="T0" fmla="*/ 408 w 408"/>
                <a:gd name="T1" fmla="*/ 0 h 266"/>
                <a:gd name="T2" fmla="*/ 408 w 408"/>
                <a:gd name="T3" fmla="*/ 0 h 266"/>
                <a:gd name="T4" fmla="*/ 378 w 408"/>
                <a:gd name="T5" fmla="*/ 2 h 266"/>
                <a:gd name="T6" fmla="*/ 346 w 408"/>
                <a:gd name="T7" fmla="*/ 4 h 266"/>
                <a:gd name="T8" fmla="*/ 312 w 408"/>
                <a:gd name="T9" fmla="*/ 8 h 266"/>
                <a:gd name="T10" fmla="*/ 278 w 408"/>
                <a:gd name="T11" fmla="*/ 14 h 266"/>
                <a:gd name="T12" fmla="*/ 210 w 408"/>
                <a:gd name="T13" fmla="*/ 28 h 266"/>
                <a:gd name="T14" fmla="*/ 144 w 408"/>
                <a:gd name="T15" fmla="*/ 44 h 266"/>
                <a:gd name="T16" fmla="*/ 86 w 408"/>
                <a:gd name="T17" fmla="*/ 60 h 266"/>
                <a:gd name="T18" fmla="*/ 40 w 408"/>
                <a:gd name="T19" fmla="*/ 74 h 266"/>
                <a:gd name="T20" fmla="*/ 0 w 408"/>
                <a:gd name="T21" fmla="*/ 88 h 266"/>
                <a:gd name="T22" fmla="*/ 0 w 408"/>
                <a:gd name="T23" fmla="*/ 88 h 266"/>
                <a:gd name="T24" fmla="*/ 16 w 408"/>
                <a:gd name="T25" fmla="*/ 120 h 266"/>
                <a:gd name="T26" fmla="*/ 38 w 408"/>
                <a:gd name="T27" fmla="*/ 154 h 266"/>
                <a:gd name="T28" fmla="*/ 68 w 408"/>
                <a:gd name="T29" fmla="*/ 192 h 266"/>
                <a:gd name="T30" fmla="*/ 68 w 408"/>
                <a:gd name="T31" fmla="*/ 192 h 266"/>
                <a:gd name="T32" fmla="*/ 96 w 408"/>
                <a:gd name="T33" fmla="*/ 190 h 266"/>
                <a:gd name="T34" fmla="*/ 130 w 408"/>
                <a:gd name="T35" fmla="*/ 188 h 266"/>
                <a:gd name="T36" fmla="*/ 166 w 408"/>
                <a:gd name="T37" fmla="*/ 188 h 266"/>
                <a:gd name="T38" fmla="*/ 202 w 408"/>
                <a:gd name="T39" fmla="*/ 192 h 266"/>
                <a:gd name="T40" fmla="*/ 222 w 408"/>
                <a:gd name="T41" fmla="*/ 196 h 266"/>
                <a:gd name="T42" fmla="*/ 240 w 408"/>
                <a:gd name="T43" fmla="*/ 202 h 266"/>
                <a:gd name="T44" fmla="*/ 258 w 408"/>
                <a:gd name="T45" fmla="*/ 208 h 266"/>
                <a:gd name="T46" fmla="*/ 276 w 408"/>
                <a:gd name="T47" fmla="*/ 216 h 266"/>
                <a:gd name="T48" fmla="*/ 292 w 408"/>
                <a:gd name="T49" fmla="*/ 226 h 266"/>
                <a:gd name="T50" fmla="*/ 308 w 408"/>
                <a:gd name="T51" fmla="*/ 238 h 266"/>
                <a:gd name="T52" fmla="*/ 324 w 408"/>
                <a:gd name="T53" fmla="*/ 250 h 266"/>
                <a:gd name="T54" fmla="*/ 336 w 408"/>
                <a:gd name="T55" fmla="*/ 266 h 266"/>
                <a:gd name="T56" fmla="*/ 336 w 408"/>
                <a:gd name="T57" fmla="*/ 266 h 266"/>
                <a:gd name="T58" fmla="*/ 352 w 408"/>
                <a:gd name="T59" fmla="*/ 250 h 266"/>
                <a:gd name="T60" fmla="*/ 364 w 408"/>
                <a:gd name="T61" fmla="*/ 232 h 266"/>
                <a:gd name="T62" fmla="*/ 374 w 408"/>
                <a:gd name="T63" fmla="*/ 212 h 266"/>
                <a:gd name="T64" fmla="*/ 384 w 408"/>
                <a:gd name="T65" fmla="*/ 192 h 266"/>
                <a:gd name="T66" fmla="*/ 390 w 408"/>
                <a:gd name="T67" fmla="*/ 170 h 266"/>
                <a:gd name="T68" fmla="*/ 396 w 408"/>
                <a:gd name="T69" fmla="*/ 148 h 266"/>
                <a:gd name="T70" fmla="*/ 404 w 408"/>
                <a:gd name="T71" fmla="*/ 104 h 266"/>
                <a:gd name="T72" fmla="*/ 408 w 408"/>
                <a:gd name="T73" fmla="*/ 64 h 266"/>
                <a:gd name="T74" fmla="*/ 408 w 408"/>
                <a:gd name="T75" fmla="*/ 32 h 266"/>
                <a:gd name="T76" fmla="*/ 408 w 408"/>
                <a:gd name="T77"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08" h="266">
                  <a:moveTo>
                    <a:pt x="408" y="0"/>
                  </a:moveTo>
                  <a:lnTo>
                    <a:pt x="408" y="0"/>
                  </a:lnTo>
                  <a:lnTo>
                    <a:pt x="378" y="2"/>
                  </a:lnTo>
                  <a:lnTo>
                    <a:pt x="346" y="4"/>
                  </a:lnTo>
                  <a:lnTo>
                    <a:pt x="312" y="8"/>
                  </a:lnTo>
                  <a:lnTo>
                    <a:pt x="278" y="14"/>
                  </a:lnTo>
                  <a:lnTo>
                    <a:pt x="210" y="28"/>
                  </a:lnTo>
                  <a:lnTo>
                    <a:pt x="144" y="44"/>
                  </a:lnTo>
                  <a:lnTo>
                    <a:pt x="86" y="60"/>
                  </a:lnTo>
                  <a:lnTo>
                    <a:pt x="40" y="74"/>
                  </a:lnTo>
                  <a:lnTo>
                    <a:pt x="0" y="88"/>
                  </a:lnTo>
                  <a:lnTo>
                    <a:pt x="0" y="88"/>
                  </a:lnTo>
                  <a:lnTo>
                    <a:pt x="16" y="120"/>
                  </a:lnTo>
                  <a:lnTo>
                    <a:pt x="38" y="154"/>
                  </a:lnTo>
                  <a:lnTo>
                    <a:pt x="68" y="192"/>
                  </a:lnTo>
                  <a:lnTo>
                    <a:pt x="68" y="192"/>
                  </a:lnTo>
                  <a:lnTo>
                    <a:pt x="96" y="190"/>
                  </a:lnTo>
                  <a:lnTo>
                    <a:pt x="130" y="188"/>
                  </a:lnTo>
                  <a:lnTo>
                    <a:pt x="166" y="188"/>
                  </a:lnTo>
                  <a:lnTo>
                    <a:pt x="202" y="192"/>
                  </a:lnTo>
                  <a:lnTo>
                    <a:pt x="222" y="196"/>
                  </a:lnTo>
                  <a:lnTo>
                    <a:pt x="240" y="202"/>
                  </a:lnTo>
                  <a:lnTo>
                    <a:pt x="258" y="208"/>
                  </a:lnTo>
                  <a:lnTo>
                    <a:pt x="276" y="216"/>
                  </a:lnTo>
                  <a:lnTo>
                    <a:pt x="292" y="226"/>
                  </a:lnTo>
                  <a:lnTo>
                    <a:pt x="308" y="238"/>
                  </a:lnTo>
                  <a:lnTo>
                    <a:pt x="324" y="250"/>
                  </a:lnTo>
                  <a:lnTo>
                    <a:pt x="336" y="266"/>
                  </a:lnTo>
                  <a:lnTo>
                    <a:pt x="336" y="266"/>
                  </a:lnTo>
                  <a:lnTo>
                    <a:pt x="352" y="250"/>
                  </a:lnTo>
                  <a:lnTo>
                    <a:pt x="364" y="232"/>
                  </a:lnTo>
                  <a:lnTo>
                    <a:pt x="374" y="212"/>
                  </a:lnTo>
                  <a:lnTo>
                    <a:pt x="384" y="192"/>
                  </a:lnTo>
                  <a:lnTo>
                    <a:pt x="390" y="170"/>
                  </a:lnTo>
                  <a:lnTo>
                    <a:pt x="396" y="148"/>
                  </a:lnTo>
                  <a:lnTo>
                    <a:pt x="404" y="104"/>
                  </a:lnTo>
                  <a:lnTo>
                    <a:pt x="408" y="64"/>
                  </a:lnTo>
                  <a:lnTo>
                    <a:pt x="408" y="32"/>
                  </a:lnTo>
                  <a:lnTo>
                    <a:pt x="408" y="0"/>
                  </a:lnTo>
                  <a:close/>
                </a:path>
              </a:pathLst>
            </a:custGeom>
            <a:solidFill>
              <a:srgbClr val="76352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54" name="任意多边形 53"/>
            <p:cNvSpPr/>
            <p:nvPr>
              <p:custDataLst>
                <p:tags r:id="rId53"/>
              </p:custDataLst>
            </p:nvPr>
          </p:nvSpPr>
          <p:spPr bwMode="auto">
            <a:xfrm>
              <a:off x="2154" y="2814"/>
              <a:ext cx="490" cy="319"/>
            </a:xfrm>
            <a:custGeom>
              <a:avLst/>
              <a:gdLst>
                <a:gd name="T0" fmla="*/ 408 w 408"/>
                <a:gd name="T1" fmla="*/ 0 h 266"/>
                <a:gd name="T2" fmla="*/ 408 w 408"/>
                <a:gd name="T3" fmla="*/ 0 h 266"/>
                <a:gd name="T4" fmla="*/ 378 w 408"/>
                <a:gd name="T5" fmla="*/ 2 h 266"/>
                <a:gd name="T6" fmla="*/ 346 w 408"/>
                <a:gd name="T7" fmla="*/ 4 h 266"/>
                <a:gd name="T8" fmla="*/ 312 w 408"/>
                <a:gd name="T9" fmla="*/ 8 h 266"/>
                <a:gd name="T10" fmla="*/ 278 w 408"/>
                <a:gd name="T11" fmla="*/ 14 h 266"/>
                <a:gd name="T12" fmla="*/ 210 w 408"/>
                <a:gd name="T13" fmla="*/ 28 h 266"/>
                <a:gd name="T14" fmla="*/ 144 w 408"/>
                <a:gd name="T15" fmla="*/ 44 h 266"/>
                <a:gd name="T16" fmla="*/ 86 w 408"/>
                <a:gd name="T17" fmla="*/ 60 h 266"/>
                <a:gd name="T18" fmla="*/ 40 w 408"/>
                <a:gd name="T19" fmla="*/ 74 h 266"/>
                <a:gd name="T20" fmla="*/ 0 w 408"/>
                <a:gd name="T21" fmla="*/ 88 h 266"/>
                <a:gd name="T22" fmla="*/ 0 w 408"/>
                <a:gd name="T23" fmla="*/ 88 h 266"/>
                <a:gd name="T24" fmla="*/ 16 w 408"/>
                <a:gd name="T25" fmla="*/ 120 h 266"/>
                <a:gd name="T26" fmla="*/ 38 w 408"/>
                <a:gd name="T27" fmla="*/ 154 h 266"/>
                <a:gd name="T28" fmla="*/ 68 w 408"/>
                <a:gd name="T29" fmla="*/ 192 h 266"/>
                <a:gd name="T30" fmla="*/ 68 w 408"/>
                <a:gd name="T31" fmla="*/ 192 h 266"/>
                <a:gd name="T32" fmla="*/ 96 w 408"/>
                <a:gd name="T33" fmla="*/ 190 h 266"/>
                <a:gd name="T34" fmla="*/ 130 w 408"/>
                <a:gd name="T35" fmla="*/ 188 h 266"/>
                <a:gd name="T36" fmla="*/ 166 w 408"/>
                <a:gd name="T37" fmla="*/ 188 h 266"/>
                <a:gd name="T38" fmla="*/ 202 w 408"/>
                <a:gd name="T39" fmla="*/ 192 h 266"/>
                <a:gd name="T40" fmla="*/ 222 w 408"/>
                <a:gd name="T41" fmla="*/ 196 h 266"/>
                <a:gd name="T42" fmla="*/ 240 w 408"/>
                <a:gd name="T43" fmla="*/ 202 h 266"/>
                <a:gd name="T44" fmla="*/ 258 w 408"/>
                <a:gd name="T45" fmla="*/ 208 h 266"/>
                <a:gd name="T46" fmla="*/ 276 w 408"/>
                <a:gd name="T47" fmla="*/ 216 h 266"/>
                <a:gd name="T48" fmla="*/ 292 w 408"/>
                <a:gd name="T49" fmla="*/ 226 h 266"/>
                <a:gd name="T50" fmla="*/ 308 w 408"/>
                <a:gd name="T51" fmla="*/ 238 h 266"/>
                <a:gd name="T52" fmla="*/ 324 w 408"/>
                <a:gd name="T53" fmla="*/ 250 h 266"/>
                <a:gd name="T54" fmla="*/ 336 w 408"/>
                <a:gd name="T55" fmla="*/ 266 h 266"/>
                <a:gd name="T56" fmla="*/ 336 w 408"/>
                <a:gd name="T57" fmla="*/ 266 h 266"/>
                <a:gd name="T58" fmla="*/ 352 w 408"/>
                <a:gd name="T59" fmla="*/ 250 h 266"/>
                <a:gd name="T60" fmla="*/ 364 w 408"/>
                <a:gd name="T61" fmla="*/ 232 h 266"/>
                <a:gd name="T62" fmla="*/ 374 w 408"/>
                <a:gd name="T63" fmla="*/ 212 h 266"/>
                <a:gd name="T64" fmla="*/ 384 w 408"/>
                <a:gd name="T65" fmla="*/ 192 h 266"/>
                <a:gd name="T66" fmla="*/ 390 w 408"/>
                <a:gd name="T67" fmla="*/ 170 h 266"/>
                <a:gd name="T68" fmla="*/ 396 w 408"/>
                <a:gd name="T69" fmla="*/ 148 h 266"/>
                <a:gd name="T70" fmla="*/ 404 w 408"/>
                <a:gd name="T71" fmla="*/ 104 h 266"/>
                <a:gd name="T72" fmla="*/ 408 w 408"/>
                <a:gd name="T73" fmla="*/ 64 h 266"/>
                <a:gd name="T74" fmla="*/ 408 w 408"/>
                <a:gd name="T75" fmla="*/ 32 h 266"/>
                <a:gd name="T76" fmla="*/ 408 w 408"/>
                <a:gd name="T77"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08" h="266">
                  <a:moveTo>
                    <a:pt x="408" y="0"/>
                  </a:moveTo>
                  <a:lnTo>
                    <a:pt x="408" y="0"/>
                  </a:lnTo>
                  <a:lnTo>
                    <a:pt x="378" y="2"/>
                  </a:lnTo>
                  <a:lnTo>
                    <a:pt x="346" y="4"/>
                  </a:lnTo>
                  <a:lnTo>
                    <a:pt x="312" y="8"/>
                  </a:lnTo>
                  <a:lnTo>
                    <a:pt x="278" y="14"/>
                  </a:lnTo>
                  <a:lnTo>
                    <a:pt x="210" y="28"/>
                  </a:lnTo>
                  <a:lnTo>
                    <a:pt x="144" y="44"/>
                  </a:lnTo>
                  <a:lnTo>
                    <a:pt x="86" y="60"/>
                  </a:lnTo>
                  <a:lnTo>
                    <a:pt x="40" y="74"/>
                  </a:lnTo>
                  <a:lnTo>
                    <a:pt x="0" y="88"/>
                  </a:lnTo>
                  <a:lnTo>
                    <a:pt x="0" y="88"/>
                  </a:lnTo>
                  <a:lnTo>
                    <a:pt x="16" y="120"/>
                  </a:lnTo>
                  <a:lnTo>
                    <a:pt x="38" y="154"/>
                  </a:lnTo>
                  <a:lnTo>
                    <a:pt x="68" y="192"/>
                  </a:lnTo>
                  <a:lnTo>
                    <a:pt x="68" y="192"/>
                  </a:lnTo>
                  <a:lnTo>
                    <a:pt x="96" y="190"/>
                  </a:lnTo>
                  <a:lnTo>
                    <a:pt x="130" y="188"/>
                  </a:lnTo>
                  <a:lnTo>
                    <a:pt x="166" y="188"/>
                  </a:lnTo>
                  <a:lnTo>
                    <a:pt x="202" y="192"/>
                  </a:lnTo>
                  <a:lnTo>
                    <a:pt x="222" y="196"/>
                  </a:lnTo>
                  <a:lnTo>
                    <a:pt x="240" y="202"/>
                  </a:lnTo>
                  <a:lnTo>
                    <a:pt x="258" y="208"/>
                  </a:lnTo>
                  <a:lnTo>
                    <a:pt x="276" y="216"/>
                  </a:lnTo>
                  <a:lnTo>
                    <a:pt x="292" y="226"/>
                  </a:lnTo>
                  <a:lnTo>
                    <a:pt x="308" y="238"/>
                  </a:lnTo>
                  <a:lnTo>
                    <a:pt x="324" y="250"/>
                  </a:lnTo>
                  <a:lnTo>
                    <a:pt x="336" y="266"/>
                  </a:lnTo>
                  <a:lnTo>
                    <a:pt x="336" y="266"/>
                  </a:lnTo>
                  <a:lnTo>
                    <a:pt x="352" y="250"/>
                  </a:lnTo>
                  <a:lnTo>
                    <a:pt x="364" y="232"/>
                  </a:lnTo>
                  <a:lnTo>
                    <a:pt x="374" y="212"/>
                  </a:lnTo>
                  <a:lnTo>
                    <a:pt x="384" y="192"/>
                  </a:lnTo>
                  <a:lnTo>
                    <a:pt x="390" y="170"/>
                  </a:lnTo>
                  <a:lnTo>
                    <a:pt x="396" y="148"/>
                  </a:lnTo>
                  <a:lnTo>
                    <a:pt x="404" y="104"/>
                  </a:lnTo>
                  <a:lnTo>
                    <a:pt x="408" y="64"/>
                  </a:lnTo>
                  <a:lnTo>
                    <a:pt x="408" y="32"/>
                  </a:lnTo>
                  <a:lnTo>
                    <a:pt x="40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55" name="任意多边形 54"/>
            <p:cNvSpPr/>
            <p:nvPr>
              <p:custDataLst>
                <p:tags r:id="rId54"/>
              </p:custDataLst>
            </p:nvPr>
          </p:nvSpPr>
          <p:spPr bwMode="auto">
            <a:xfrm>
              <a:off x="2235" y="2440"/>
              <a:ext cx="149" cy="65"/>
            </a:xfrm>
            <a:custGeom>
              <a:avLst/>
              <a:gdLst>
                <a:gd name="T0" fmla="*/ 0 w 124"/>
                <a:gd name="T1" fmla="*/ 54 h 54"/>
                <a:gd name="T2" fmla="*/ 0 w 124"/>
                <a:gd name="T3" fmla="*/ 54 h 54"/>
                <a:gd name="T4" fmla="*/ 10 w 124"/>
                <a:gd name="T5" fmla="*/ 48 h 54"/>
                <a:gd name="T6" fmla="*/ 22 w 124"/>
                <a:gd name="T7" fmla="*/ 40 h 54"/>
                <a:gd name="T8" fmla="*/ 38 w 124"/>
                <a:gd name="T9" fmla="*/ 32 h 54"/>
                <a:gd name="T10" fmla="*/ 56 w 124"/>
                <a:gd name="T11" fmla="*/ 24 h 54"/>
                <a:gd name="T12" fmla="*/ 78 w 124"/>
                <a:gd name="T13" fmla="*/ 16 h 54"/>
                <a:gd name="T14" fmla="*/ 100 w 124"/>
                <a:gd name="T15" fmla="*/ 12 h 54"/>
                <a:gd name="T16" fmla="*/ 112 w 124"/>
                <a:gd name="T17" fmla="*/ 12 h 54"/>
                <a:gd name="T18" fmla="*/ 124 w 124"/>
                <a:gd name="T19" fmla="*/ 14 h 54"/>
                <a:gd name="T20" fmla="*/ 124 w 124"/>
                <a:gd name="T21" fmla="*/ 14 h 54"/>
                <a:gd name="T22" fmla="*/ 110 w 124"/>
                <a:gd name="T23" fmla="*/ 8 h 54"/>
                <a:gd name="T24" fmla="*/ 94 w 124"/>
                <a:gd name="T25" fmla="*/ 2 h 54"/>
                <a:gd name="T26" fmla="*/ 76 w 124"/>
                <a:gd name="T27" fmla="*/ 0 h 54"/>
                <a:gd name="T28" fmla="*/ 66 w 124"/>
                <a:gd name="T29" fmla="*/ 0 h 54"/>
                <a:gd name="T30" fmla="*/ 56 w 124"/>
                <a:gd name="T31" fmla="*/ 2 h 54"/>
                <a:gd name="T32" fmla="*/ 44 w 124"/>
                <a:gd name="T33" fmla="*/ 6 h 54"/>
                <a:gd name="T34" fmla="*/ 34 w 124"/>
                <a:gd name="T35" fmla="*/ 10 h 54"/>
                <a:gd name="T36" fmla="*/ 24 w 124"/>
                <a:gd name="T37" fmla="*/ 18 h 54"/>
                <a:gd name="T38" fmla="*/ 16 w 124"/>
                <a:gd name="T39" fmla="*/ 26 h 54"/>
                <a:gd name="T40" fmla="*/ 6 w 124"/>
                <a:gd name="T41" fmla="*/ 40 h 54"/>
                <a:gd name="T42" fmla="*/ 0 w 124"/>
                <a:gd name="T43"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4" h="54">
                  <a:moveTo>
                    <a:pt x="0" y="54"/>
                  </a:moveTo>
                  <a:lnTo>
                    <a:pt x="0" y="54"/>
                  </a:lnTo>
                  <a:lnTo>
                    <a:pt x="10" y="48"/>
                  </a:lnTo>
                  <a:lnTo>
                    <a:pt x="22" y="40"/>
                  </a:lnTo>
                  <a:lnTo>
                    <a:pt x="38" y="32"/>
                  </a:lnTo>
                  <a:lnTo>
                    <a:pt x="56" y="24"/>
                  </a:lnTo>
                  <a:lnTo>
                    <a:pt x="78" y="16"/>
                  </a:lnTo>
                  <a:lnTo>
                    <a:pt x="100" y="12"/>
                  </a:lnTo>
                  <a:lnTo>
                    <a:pt x="112" y="12"/>
                  </a:lnTo>
                  <a:lnTo>
                    <a:pt x="124" y="14"/>
                  </a:lnTo>
                  <a:lnTo>
                    <a:pt x="124" y="14"/>
                  </a:lnTo>
                  <a:lnTo>
                    <a:pt x="110" y="8"/>
                  </a:lnTo>
                  <a:lnTo>
                    <a:pt x="94" y="2"/>
                  </a:lnTo>
                  <a:lnTo>
                    <a:pt x="76" y="0"/>
                  </a:lnTo>
                  <a:lnTo>
                    <a:pt x="66" y="0"/>
                  </a:lnTo>
                  <a:lnTo>
                    <a:pt x="56" y="2"/>
                  </a:lnTo>
                  <a:lnTo>
                    <a:pt x="44" y="6"/>
                  </a:lnTo>
                  <a:lnTo>
                    <a:pt x="34" y="10"/>
                  </a:lnTo>
                  <a:lnTo>
                    <a:pt x="24" y="18"/>
                  </a:lnTo>
                  <a:lnTo>
                    <a:pt x="16" y="26"/>
                  </a:lnTo>
                  <a:lnTo>
                    <a:pt x="6" y="40"/>
                  </a:lnTo>
                  <a:lnTo>
                    <a:pt x="0" y="54"/>
                  </a:lnTo>
                  <a:close/>
                </a:path>
              </a:pathLst>
            </a:custGeom>
            <a:solidFill>
              <a:srgbClr val="755243"/>
            </a:solidFill>
            <a:ln>
              <a:noFill/>
            </a:ln>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56" name="任意多边形 55"/>
            <p:cNvSpPr/>
            <p:nvPr>
              <p:custDataLst>
                <p:tags r:id="rId55"/>
              </p:custDataLst>
            </p:nvPr>
          </p:nvSpPr>
          <p:spPr bwMode="auto">
            <a:xfrm>
              <a:off x="2235" y="2440"/>
              <a:ext cx="149" cy="65"/>
            </a:xfrm>
            <a:custGeom>
              <a:avLst/>
              <a:gdLst>
                <a:gd name="T0" fmla="*/ 0 w 124"/>
                <a:gd name="T1" fmla="*/ 54 h 54"/>
                <a:gd name="T2" fmla="*/ 0 w 124"/>
                <a:gd name="T3" fmla="*/ 54 h 54"/>
                <a:gd name="T4" fmla="*/ 10 w 124"/>
                <a:gd name="T5" fmla="*/ 48 h 54"/>
                <a:gd name="T6" fmla="*/ 22 w 124"/>
                <a:gd name="T7" fmla="*/ 40 h 54"/>
                <a:gd name="T8" fmla="*/ 38 w 124"/>
                <a:gd name="T9" fmla="*/ 32 h 54"/>
                <a:gd name="T10" fmla="*/ 56 w 124"/>
                <a:gd name="T11" fmla="*/ 24 h 54"/>
                <a:gd name="T12" fmla="*/ 78 w 124"/>
                <a:gd name="T13" fmla="*/ 16 h 54"/>
                <a:gd name="T14" fmla="*/ 100 w 124"/>
                <a:gd name="T15" fmla="*/ 12 h 54"/>
                <a:gd name="T16" fmla="*/ 112 w 124"/>
                <a:gd name="T17" fmla="*/ 12 h 54"/>
                <a:gd name="T18" fmla="*/ 124 w 124"/>
                <a:gd name="T19" fmla="*/ 14 h 54"/>
                <a:gd name="T20" fmla="*/ 124 w 124"/>
                <a:gd name="T21" fmla="*/ 14 h 54"/>
                <a:gd name="T22" fmla="*/ 110 w 124"/>
                <a:gd name="T23" fmla="*/ 8 h 54"/>
                <a:gd name="T24" fmla="*/ 94 w 124"/>
                <a:gd name="T25" fmla="*/ 2 h 54"/>
                <a:gd name="T26" fmla="*/ 76 w 124"/>
                <a:gd name="T27" fmla="*/ 0 h 54"/>
                <a:gd name="T28" fmla="*/ 66 w 124"/>
                <a:gd name="T29" fmla="*/ 0 h 54"/>
                <a:gd name="T30" fmla="*/ 56 w 124"/>
                <a:gd name="T31" fmla="*/ 2 h 54"/>
                <a:gd name="T32" fmla="*/ 44 w 124"/>
                <a:gd name="T33" fmla="*/ 6 h 54"/>
                <a:gd name="T34" fmla="*/ 34 w 124"/>
                <a:gd name="T35" fmla="*/ 10 h 54"/>
                <a:gd name="T36" fmla="*/ 24 w 124"/>
                <a:gd name="T37" fmla="*/ 18 h 54"/>
                <a:gd name="T38" fmla="*/ 16 w 124"/>
                <a:gd name="T39" fmla="*/ 26 h 54"/>
                <a:gd name="T40" fmla="*/ 6 w 124"/>
                <a:gd name="T41" fmla="*/ 40 h 54"/>
                <a:gd name="T42" fmla="*/ 0 w 124"/>
                <a:gd name="T43"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4" h="54">
                  <a:moveTo>
                    <a:pt x="0" y="54"/>
                  </a:moveTo>
                  <a:lnTo>
                    <a:pt x="0" y="54"/>
                  </a:lnTo>
                  <a:lnTo>
                    <a:pt x="10" y="48"/>
                  </a:lnTo>
                  <a:lnTo>
                    <a:pt x="22" y="40"/>
                  </a:lnTo>
                  <a:lnTo>
                    <a:pt x="38" y="32"/>
                  </a:lnTo>
                  <a:lnTo>
                    <a:pt x="56" y="24"/>
                  </a:lnTo>
                  <a:lnTo>
                    <a:pt x="78" y="16"/>
                  </a:lnTo>
                  <a:lnTo>
                    <a:pt x="100" y="12"/>
                  </a:lnTo>
                  <a:lnTo>
                    <a:pt x="112" y="12"/>
                  </a:lnTo>
                  <a:lnTo>
                    <a:pt x="124" y="14"/>
                  </a:lnTo>
                  <a:lnTo>
                    <a:pt x="124" y="14"/>
                  </a:lnTo>
                  <a:lnTo>
                    <a:pt x="110" y="8"/>
                  </a:lnTo>
                  <a:lnTo>
                    <a:pt x="94" y="2"/>
                  </a:lnTo>
                  <a:lnTo>
                    <a:pt x="76" y="0"/>
                  </a:lnTo>
                  <a:lnTo>
                    <a:pt x="66" y="0"/>
                  </a:lnTo>
                  <a:lnTo>
                    <a:pt x="56" y="2"/>
                  </a:lnTo>
                  <a:lnTo>
                    <a:pt x="44" y="6"/>
                  </a:lnTo>
                  <a:lnTo>
                    <a:pt x="34" y="10"/>
                  </a:lnTo>
                  <a:lnTo>
                    <a:pt x="24" y="18"/>
                  </a:lnTo>
                  <a:lnTo>
                    <a:pt x="16" y="26"/>
                  </a:lnTo>
                  <a:lnTo>
                    <a:pt x="6" y="40"/>
                  </a:lnTo>
                  <a:lnTo>
                    <a:pt x="0" y="5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57" name="任意多边形 56"/>
            <p:cNvSpPr/>
            <p:nvPr>
              <p:custDataLst>
                <p:tags r:id="rId56"/>
              </p:custDataLst>
            </p:nvPr>
          </p:nvSpPr>
          <p:spPr bwMode="auto">
            <a:xfrm>
              <a:off x="2523" y="2404"/>
              <a:ext cx="122" cy="36"/>
            </a:xfrm>
            <a:custGeom>
              <a:avLst/>
              <a:gdLst>
                <a:gd name="T0" fmla="*/ 0 w 102"/>
                <a:gd name="T1" fmla="*/ 30 h 30"/>
                <a:gd name="T2" fmla="*/ 0 w 102"/>
                <a:gd name="T3" fmla="*/ 30 h 30"/>
                <a:gd name="T4" fmla="*/ 12 w 102"/>
                <a:gd name="T5" fmla="*/ 26 h 30"/>
                <a:gd name="T6" fmla="*/ 40 w 102"/>
                <a:gd name="T7" fmla="*/ 20 h 30"/>
                <a:gd name="T8" fmla="*/ 58 w 102"/>
                <a:gd name="T9" fmla="*/ 20 h 30"/>
                <a:gd name="T10" fmla="*/ 74 w 102"/>
                <a:gd name="T11" fmla="*/ 20 h 30"/>
                <a:gd name="T12" fmla="*/ 88 w 102"/>
                <a:gd name="T13" fmla="*/ 22 h 30"/>
                <a:gd name="T14" fmla="*/ 96 w 102"/>
                <a:gd name="T15" fmla="*/ 26 h 30"/>
                <a:gd name="T16" fmla="*/ 102 w 102"/>
                <a:gd name="T17" fmla="*/ 30 h 30"/>
                <a:gd name="T18" fmla="*/ 102 w 102"/>
                <a:gd name="T19" fmla="*/ 30 h 30"/>
                <a:gd name="T20" fmla="*/ 92 w 102"/>
                <a:gd name="T21" fmla="*/ 20 h 30"/>
                <a:gd name="T22" fmla="*/ 80 w 102"/>
                <a:gd name="T23" fmla="*/ 12 h 30"/>
                <a:gd name="T24" fmla="*/ 66 w 102"/>
                <a:gd name="T25" fmla="*/ 6 h 30"/>
                <a:gd name="T26" fmla="*/ 58 w 102"/>
                <a:gd name="T27" fmla="*/ 2 h 30"/>
                <a:gd name="T28" fmla="*/ 50 w 102"/>
                <a:gd name="T29" fmla="*/ 2 h 30"/>
                <a:gd name="T30" fmla="*/ 42 w 102"/>
                <a:gd name="T31" fmla="*/ 0 h 30"/>
                <a:gd name="T32" fmla="*/ 34 w 102"/>
                <a:gd name="T33" fmla="*/ 2 h 30"/>
                <a:gd name="T34" fmla="*/ 24 w 102"/>
                <a:gd name="T35" fmla="*/ 6 h 30"/>
                <a:gd name="T36" fmla="*/ 16 w 102"/>
                <a:gd name="T37" fmla="*/ 12 h 30"/>
                <a:gd name="T38" fmla="*/ 8 w 102"/>
                <a:gd name="T39" fmla="*/ 20 h 30"/>
                <a:gd name="T40" fmla="*/ 0 w 102"/>
                <a:gd name="T41"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2" h="30">
                  <a:moveTo>
                    <a:pt x="0" y="30"/>
                  </a:moveTo>
                  <a:lnTo>
                    <a:pt x="0" y="30"/>
                  </a:lnTo>
                  <a:lnTo>
                    <a:pt x="12" y="26"/>
                  </a:lnTo>
                  <a:lnTo>
                    <a:pt x="40" y="20"/>
                  </a:lnTo>
                  <a:lnTo>
                    <a:pt x="58" y="20"/>
                  </a:lnTo>
                  <a:lnTo>
                    <a:pt x="74" y="20"/>
                  </a:lnTo>
                  <a:lnTo>
                    <a:pt x="88" y="22"/>
                  </a:lnTo>
                  <a:lnTo>
                    <a:pt x="96" y="26"/>
                  </a:lnTo>
                  <a:lnTo>
                    <a:pt x="102" y="30"/>
                  </a:lnTo>
                  <a:lnTo>
                    <a:pt x="102" y="30"/>
                  </a:lnTo>
                  <a:lnTo>
                    <a:pt x="92" y="20"/>
                  </a:lnTo>
                  <a:lnTo>
                    <a:pt x="80" y="12"/>
                  </a:lnTo>
                  <a:lnTo>
                    <a:pt x="66" y="6"/>
                  </a:lnTo>
                  <a:lnTo>
                    <a:pt x="58" y="2"/>
                  </a:lnTo>
                  <a:lnTo>
                    <a:pt x="50" y="2"/>
                  </a:lnTo>
                  <a:lnTo>
                    <a:pt x="42" y="0"/>
                  </a:lnTo>
                  <a:lnTo>
                    <a:pt x="34" y="2"/>
                  </a:lnTo>
                  <a:lnTo>
                    <a:pt x="24" y="6"/>
                  </a:lnTo>
                  <a:lnTo>
                    <a:pt x="16" y="12"/>
                  </a:lnTo>
                  <a:lnTo>
                    <a:pt x="8" y="20"/>
                  </a:lnTo>
                  <a:lnTo>
                    <a:pt x="0" y="30"/>
                  </a:lnTo>
                  <a:close/>
                </a:path>
              </a:pathLst>
            </a:custGeom>
            <a:solidFill>
              <a:srgbClr val="755243"/>
            </a:solidFill>
            <a:ln>
              <a:noFill/>
            </a:ln>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58" name="任意多边形 57"/>
            <p:cNvSpPr/>
            <p:nvPr>
              <p:custDataLst>
                <p:tags r:id="rId57"/>
              </p:custDataLst>
            </p:nvPr>
          </p:nvSpPr>
          <p:spPr bwMode="auto">
            <a:xfrm>
              <a:off x="2523" y="2404"/>
              <a:ext cx="122" cy="36"/>
            </a:xfrm>
            <a:custGeom>
              <a:avLst/>
              <a:gdLst>
                <a:gd name="T0" fmla="*/ 0 w 102"/>
                <a:gd name="T1" fmla="*/ 30 h 30"/>
                <a:gd name="T2" fmla="*/ 0 w 102"/>
                <a:gd name="T3" fmla="*/ 30 h 30"/>
                <a:gd name="T4" fmla="*/ 12 w 102"/>
                <a:gd name="T5" fmla="*/ 26 h 30"/>
                <a:gd name="T6" fmla="*/ 40 w 102"/>
                <a:gd name="T7" fmla="*/ 20 h 30"/>
                <a:gd name="T8" fmla="*/ 58 w 102"/>
                <a:gd name="T9" fmla="*/ 20 h 30"/>
                <a:gd name="T10" fmla="*/ 74 w 102"/>
                <a:gd name="T11" fmla="*/ 20 h 30"/>
                <a:gd name="T12" fmla="*/ 88 w 102"/>
                <a:gd name="T13" fmla="*/ 22 h 30"/>
                <a:gd name="T14" fmla="*/ 96 w 102"/>
                <a:gd name="T15" fmla="*/ 26 h 30"/>
                <a:gd name="T16" fmla="*/ 102 w 102"/>
                <a:gd name="T17" fmla="*/ 30 h 30"/>
                <a:gd name="T18" fmla="*/ 102 w 102"/>
                <a:gd name="T19" fmla="*/ 30 h 30"/>
                <a:gd name="T20" fmla="*/ 92 w 102"/>
                <a:gd name="T21" fmla="*/ 20 h 30"/>
                <a:gd name="T22" fmla="*/ 80 w 102"/>
                <a:gd name="T23" fmla="*/ 12 h 30"/>
                <a:gd name="T24" fmla="*/ 66 w 102"/>
                <a:gd name="T25" fmla="*/ 6 h 30"/>
                <a:gd name="T26" fmla="*/ 58 w 102"/>
                <a:gd name="T27" fmla="*/ 2 h 30"/>
                <a:gd name="T28" fmla="*/ 50 w 102"/>
                <a:gd name="T29" fmla="*/ 2 h 30"/>
                <a:gd name="T30" fmla="*/ 42 w 102"/>
                <a:gd name="T31" fmla="*/ 0 h 30"/>
                <a:gd name="T32" fmla="*/ 34 w 102"/>
                <a:gd name="T33" fmla="*/ 2 h 30"/>
                <a:gd name="T34" fmla="*/ 24 w 102"/>
                <a:gd name="T35" fmla="*/ 6 h 30"/>
                <a:gd name="T36" fmla="*/ 16 w 102"/>
                <a:gd name="T37" fmla="*/ 12 h 30"/>
                <a:gd name="T38" fmla="*/ 8 w 102"/>
                <a:gd name="T39" fmla="*/ 20 h 30"/>
                <a:gd name="T40" fmla="*/ 0 w 102"/>
                <a:gd name="T41"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2" h="30">
                  <a:moveTo>
                    <a:pt x="0" y="30"/>
                  </a:moveTo>
                  <a:lnTo>
                    <a:pt x="0" y="30"/>
                  </a:lnTo>
                  <a:lnTo>
                    <a:pt x="12" y="26"/>
                  </a:lnTo>
                  <a:lnTo>
                    <a:pt x="40" y="20"/>
                  </a:lnTo>
                  <a:lnTo>
                    <a:pt x="58" y="20"/>
                  </a:lnTo>
                  <a:lnTo>
                    <a:pt x="74" y="20"/>
                  </a:lnTo>
                  <a:lnTo>
                    <a:pt x="88" y="22"/>
                  </a:lnTo>
                  <a:lnTo>
                    <a:pt x="96" y="26"/>
                  </a:lnTo>
                  <a:lnTo>
                    <a:pt x="102" y="30"/>
                  </a:lnTo>
                  <a:lnTo>
                    <a:pt x="102" y="30"/>
                  </a:lnTo>
                  <a:lnTo>
                    <a:pt x="92" y="20"/>
                  </a:lnTo>
                  <a:lnTo>
                    <a:pt x="80" y="12"/>
                  </a:lnTo>
                  <a:lnTo>
                    <a:pt x="66" y="6"/>
                  </a:lnTo>
                  <a:lnTo>
                    <a:pt x="58" y="2"/>
                  </a:lnTo>
                  <a:lnTo>
                    <a:pt x="50" y="2"/>
                  </a:lnTo>
                  <a:lnTo>
                    <a:pt x="42" y="0"/>
                  </a:lnTo>
                  <a:lnTo>
                    <a:pt x="34" y="2"/>
                  </a:lnTo>
                  <a:lnTo>
                    <a:pt x="24" y="6"/>
                  </a:lnTo>
                  <a:lnTo>
                    <a:pt x="16" y="12"/>
                  </a:lnTo>
                  <a:lnTo>
                    <a:pt x="8" y="20"/>
                  </a:lnTo>
                  <a:lnTo>
                    <a:pt x="0" y="3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59" name="任意多边形 58"/>
            <p:cNvSpPr/>
            <p:nvPr>
              <p:custDataLst>
                <p:tags r:id="rId58"/>
              </p:custDataLst>
            </p:nvPr>
          </p:nvSpPr>
          <p:spPr bwMode="auto">
            <a:xfrm>
              <a:off x="2818" y="6654"/>
              <a:ext cx="490" cy="278"/>
            </a:xfrm>
            <a:custGeom>
              <a:avLst/>
              <a:gdLst>
                <a:gd name="T0" fmla="*/ 188 w 408"/>
                <a:gd name="T1" fmla="*/ 26 h 232"/>
                <a:gd name="T2" fmla="*/ 188 w 408"/>
                <a:gd name="T3" fmla="*/ 26 h 232"/>
                <a:gd name="T4" fmla="*/ 192 w 408"/>
                <a:gd name="T5" fmla="*/ 38 h 232"/>
                <a:gd name="T6" fmla="*/ 204 w 408"/>
                <a:gd name="T7" fmla="*/ 64 h 232"/>
                <a:gd name="T8" fmla="*/ 214 w 408"/>
                <a:gd name="T9" fmla="*/ 78 h 232"/>
                <a:gd name="T10" fmla="*/ 224 w 408"/>
                <a:gd name="T11" fmla="*/ 92 h 232"/>
                <a:gd name="T12" fmla="*/ 234 w 408"/>
                <a:gd name="T13" fmla="*/ 102 h 232"/>
                <a:gd name="T14" fmla="*/ 240 w 408"/>
                <a:gd name="T15" fmla="*/ 108 h 232"/>
                <a:gd name="T16" fmla="*/ 248 w 408"/>
                <a:gd name="T17" fmla="*/ 110 h 232"/>
                <a:gd name="T18" fmla="*/ 248 w 408"/>
                <a:gd name="T19" fmla="*/ 110 h 232"/>
                <a:gd name="T20" fmla="*/ 262 w 408"/>
                <a:gd name="T21" fmla="*/ 114 h 232"/>
                <a:gd name="T22" fmla="*/ 280 w 408"/>
                <a:gd name="T23" fmla="*/ 116 h 232"/>
                <a:gd name="T24" fmla="*/ 322 w 408"/>
                <a:gd name="T25" fmla="*/ 120 h 232"/>
                <a:gd name="T26" fmla="*/ 344 w 408"/>
                <a:gd name="T27" fmla="*/ 122 h 232"/>
                <a:gd name="T28" fmla="*/ 364 w 408"/>
                <a:gd name="T29" fmla="*/ 124 h 232"/>
                <a:gd name="T30" fmla="*/ 382 w 408"/>
                <a:gd name="T31" fmla="*/ 130 h 232"/>
                <a:gd name="T32" fmla="*/ 396 w 408"/>
                <a:gd name="T33" fmla="*/ 138 h 232"/>
                <a:gd name="T34" fmla="*/ 396 w 408"/>
                <a:gd name="T35" fmla="*/ 138 h 232"/>
                <a:gd name="T36" fmla="*/ 400 w 408"/>
                <a:gd name="T37" fmla="*/ 142 h 232"/>
                <a:gd name="T38" fmla="*/ 404 w 408"/>
                <a:gd name="T39" fmla="*/ 148 h 232"/>
                <a:gd name="T40" fmla="*/ 408 w 408"/>
                <a:gd name="T41" fmla="*/ 160 h 232"/>
                <a:gd name="T42" fmla="*/ 408 w 408"/>
                <a:gd name="T43" fmla="*/ 172 h 232"/>
                <a:gd name="T44" fmla="*/ 406 w 408"/>
                <a:gd name="T45" fmla="*/ 184 h 232"/>
                <a:gd name="T46" fmla="*/ 404 w 408"/>
                <a:gd name="T47" fmla="*/ 196 h 232"/>
                <a:gd name="T48" fmla="*/ 400 w 408"/>
                <a:gd name="T49" fmla="*/ 206 h 232"/>
                <a:gd name="T50" fmla="*/ 396 w 408"/>
                <a:gd name="T51" fmla="*/ 214 h 232"/>
                <a:gd name="T52" fmla="*/ 396 w 408"/>
                <a:gd name="T53" fmla="*/ 214 h 232"/>
                <a:gd name="T54" fmla="*/ 346 w 408"/>
                <a:gd name="T55" fmla="*/ 220 h 232"/>
                <a:gd name="T56" fmla="*/ 292 w 408"/>
                <a:gd name="T57" fmla="*/ 224 h 232"/>
                <a:gd name="T58" fmla="*/ 230 w 408"/>
                <a:gd name="T59" fmla="*/ 228 h 232"/>
                <a:gd name="T60" fmla="*/ 164 w 408"/>
                <a:gd name="T61" fmla="*/ 232 h 232"/>
                <a:gd name="T62" fmla="*/ 102 w 408"/>
                <a:gd name="T63" fmla="*/ 230 h 232"/>
                <a:gd name="T64" fmla="*/ 74 w 408"/>
                <a:gd name="T65" fmla="*/ 228 h 232"/>
                <a:gd name="T66" fmla="*/ 48 w 408"/>
                <a:gd name="T67" fmla="*/ 226 h 232"/>
                <a:gd name="T68" fmla="*/ 28 w 408"/>
                <a:gd name="T69" fmla="*/ 220 h 232"/>
                <a:gd name="T70" fmla="*/ 12 w 408"/>
                <a:gd name="T71" fmla="*/ 214 h 232"/>
                <a:gd name="T72" fmla="*/ 12 w 408"/>
                <a:gd name="T73" fmla="*/ 214 h 232"/>
                <a:gd name="T74" fmla="*/ 8 w 408"/>
                <a:gd name="T75" fmla="*/ 192 h 232"/>
                <a:gd name="T76" fmla="*/ 2 w 408"/>
                <a:gd name="T77" fmla="*/ 142 h 232"/>
                <a:gd name="T78" fmla="*/ 0 w 408"/>
                <a:gd name="T79" fmla="*/ 112 h 232"/>
                <a:gd name="T80" fmla="*/ 0 w 408"/>
                <a:gd name="T81" fmla="*/ 80 h 232"/>
                <a:gd name="T82" fmla="*/ 4 w 408"/>
                <a:gd name="T83" fmla="*/ 52 h 232"/>
                <a:gd name="T84" fmla="*/ 8 w 408"/>
                <a:gd name="T85" fmla="*/ 38 h 232"/>
                <a:gd name="T86" fmla="*/ 12 w 408"/>
                <a:gd name="T87" fmla="*/ 26 h 232"/>
                <a:gd name="T88" fmla="*/ 12 w 408"/>
                <a:gd name="T89" fmla="*/ 26 h 232"/>
                <a:gd name="T90" fmla="*/ 18 w 408"/>
                <a:gd name="T91" fmla="*/ 16 h 232"/>
                <a:gd name="T92" fmla="*/ 28 w 408"/>
                <a:gd name="T93" fmla="*/ 8 h 232"/>
                <a:gd name="T94" fmla="*/ 38 w 408"/>
                <a:gd name="T95" fmla="*/ 4 h 232"/>
                <a:gd name="T96" fmla="*/ 52 w 408"/>
                <a:gd name="T97" fmla="*/ 0 h 232"/>
                <a:gd name="T98" fmla="*/ 66 w 408"/>
                <a:gd name="T99" fmla="*/ 0 h 232"/>
                <a:gd name="T100" fmla="*/ 80 w 408"/>
                <a:gd name="T101" fmla="*/ 0 h 232"/>
                <a:gd name="T102" fmla="*/ 110 w 408"/>
                <a:gd name="T103" fmla="*/ 4 h 232"/>
                <a:gd name="T104" fmla="*/ 140 w 408"/>
                <a:gd name="T105" fmla="*/ 10 h 232"/>
                <a:gd name="T106" fmla="*/ 164 w 408"/>
                <a:gd name="T107" fmla="*/ 18 h 232"/>
                <a:gd name="T108" fmla="*/ 188 w 408"/>
                <a:gd name="T109" fmla="*/ 26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08" h="232">
                  <a:moveTo>
                    <a:pt x="188" y="26"/>
                  </a:moveTo>
                  <a:lnTo>
                    <a:pt x="188" y="26"/>
                  </a:lnTo>
                  <a:lnTo>
                    <a:pt x="192" y="38"/>
                  </a:lnTo>
                  <a:lnTo>
                    <a:pt x="204" y="64"/>
                  </a:lnTo>
                  <a:lnTo>
                    <a:pt x="214" y="78"/>
                  </a:lnTo>
                  <a:lnTo>
                    <a:pt x="224" y="92"/>
                  </a:lnTo>
                  <a:lnTo>
                    <a:pt x="234" y="102"/>
                  </a:lnTo>
                  <a:lnTo>
                    <a:pt x="240" y="108"/>
                  </a:lnTo>
                  <a:lnTo>
                    <a:pt x="248" y="110"/>
                  </a:lnTo>
                  <a:lnTo>
                    <a:pt x="248" y="110"/>
                  </a:lnTo>
                  <a:lnTo>
                    <a:pt x="262" y="114"/>
                  </a:lnTo>
                  <a:lnTo>
                    <a:pt x="280" y="116"/>
                  </a:lnTo>
                  <a:lnTo>
                    <a:pt x="322" y="120"/>
                  </a:lnTo>
                  <a:lnTo>
                    <a:pt x="344" y="122"/>
                  </a:lnTo>
                  <a:lnTo>
                    <a:pt x="364" y="124"/>
                  </a:lnTo>
                  <a:lnTo>
                    <a:pt x="382" y="130"/>
                  </a:lnTo>
                  <a:lnTo>
                    <a:pt x="396" y="138"/>
                  </a:lnTo>
                  <a:lnTo>
                    <a:pt x="396" y="138"/>
                  </a:lnTo>
                  <a:lnTo>
                    <a:pt x="400" y="142"/>
                  </a:lnTo>
                  <a:lnTo>
                    <a:pt x="404" y="148"/>
                  </a:lnTo>
                  <a:lnTo>
                    <a:pt x="408" y="160"/>
                  </a:lnTo>
                  <a:lnTo>
                    <a:pt x="408" y="172"/>
                  </a:lnTo>
                  <a:lnTo>
                    <a:pt x="406" y="184"/>
                  </a:lnTo>
                  <a:lnTo>
                    <a:pt x="404" y="196"/>
                  </a:lnTo>
                  <a:lnTo>
                    <a:pt x="400" y="206"/>
                  </a:lnTo>
                  <a:lnTo>
                    <a:pt x="396" y="214"/>
                  </a:lnTo>
                  <a:lnTo>
                    <a:pt x="396" y="214"/>
                  </a:lnTo>
                  <a:lnTo>
                    <a:pt x="346" y="220"/>
                  </a:lnTo>
                  <a:lnTo>
                    <a:pt x="292" y="224"/>
                  </a:lnTo>
                  <a:lnTo>
                    <a:pt x="230" y="228"/>
                  </a:lnTo>
                  <a:lnTo>
                    <a:pt x="164" y="232"/>
                  </a:lnTo>
                  <a:lnTo>
                    <a:pt x="102" y="230"/>
                  </a:lnTo>
                  <a:lnTo>
                    <a:pt x="74" y="228"/>
                  </a:lnTo>
                  <a:lnTo>
                    <a:pt x="48" y="226"/>
                  </a:lnTo>
                  <a:lnTo>
                    <a:pt x="28" y="220"/>
                  </a:lnTo>
                  <a:lnTo>
                    <a:pt x="12" y="214"/>
                  </a:lnTo>
                  <a:lnTo>
                    <a:pt x="12" y="214"/>
                  </a:lnTo>
                  <a:lnTo>
                    <a:pt x="8" y="192"/>
                  </a:lnTo>
                  <a:lnTo>
                    <a:pt x="2" y="142"/>
                  </a:lnTo>
                  <a:lnTo>
                    <a:pt x="0" y="112"/>
                  </a:lnTo>
                  <a:lnTo>
                    <a:pt x="0" y="80"/>
                  </a:lnTo>
                  <a:lnTo>
                    <a:pt x="4" y="52"/>
                  </a:lnTo>
                  <a:lnTo>
                    <a:pt x="8" y="38"/>
                  </a:lnTo>
                  <a:lnTo>
                    <a:pt x="12" y="26"/>
                  </a:lnTo>
                  <a:lnTo>
                    <a:pt x="12" y="26"/>
                  </a:lnTo>
                  <a:lnTo>
                    <a:pt x="18" y="16"/>
                  </a:lnTo>
                  <a:lnTo>
                    <a:pt x="28" y="8"/>
                  </a:lnTo>
                  <a:lnTo>
                    <a:pt x="38" y="4"/>
                  </a:lnTo>
                  <a:lnTo>
                    <a:pt x="52" y="0"/>
                  </a:lnTo>
                  <a:lnTo>
                    <a:pt x="66" y="0"/>
                  </a:lnTo>
                  <a:lnTo>
                    <a:pt x="80" y="0"/>
                  </a:lnTo>
                  <a:lnTo>
                    <a:pt x="110" y="4"/>
                  </a:lnTo>
                  <a:lnTo>
                    <a:pt x="140" y="10"/>
                  </a:lnTo>
                  <a:lnTo>
                    <a:pt x="164" y="18"/>
                  </a:lnTo>
                  <a:lnTo>
                    <a:pt x="188" y="26"/>
                  </a:lnTo>
                  <a:close/>
                </a:path>
              </a:pathLst>
            </a:custGeom>
            <a:solidFill>
              <a:srgbClr val="291E1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60" name="任意多边形 59"/>
            <p:cNvSpPr/>
            <p:nvPr>
              <p:custDataLst>
                <p:tags r:id="rId59"/>
              </p:custDataLst>
            </p:nvPr>
          </p:nvSpPr>
          <p:spPr bwMode="auto">
            <a:xfrm>
              <a:off x="2818" y="6654"/>
              <a:ext cx="490" cy="278"/>
            </a:xfrm>
            <a:custGeom>
              <a:avLst/>
              <a:gdLst>
                <a:gd name="T0" fmla="*/ 188 w 408"/>
                <a:gd name="T1" fmla="*/ 26 h 232"/>
                <a:gd name="T2" fmla="*/ 188 w 408"/>
                <a:gd name="T3" fmla="*/ 26 h 232"/>
                <a:gd name="T4" fmla="*/ 192 w 408"/>
                <a:gd name="T5" fmla="*/ 38 h 232"/>
                <a:gd name="T6" fmla="*/ 204 w 408"/>
                <a:gd name="T7" fmla="*/ 64 h 232"/>
                <a:gd name="T8" fmla="*/ 214 w 408"/>
                <a:gd name="T9" fmla="*/ 78 h 232"/>
                <a:gd name="T10" fmla="*/ 224 w 408"/>
                <a:gd name="T11" fmla="*/ 92 h 232"/>
                <a:gd name="T12" fmla="*/ 234 w 408"/>
                <a:gd name="T13" fmla="*/ 102 h 232"/>
                <a:gd name="T14" fmla="*/ 240 w 408"/>
                <a:gd name="T15" fmla="*/ 108 h 232"/>
                <a:gd name="T16" fmla="*/ 248 w 408"/>
                <a:gd name="T17" fmla="*/ 110 h 232"/>
                <a:gd name="T18" fmla="*/ 248 w 408"/>
                <a:gd name="T19" fmla="*/ 110 h 232"/>
                <a:gd name="T20" fmla="*/ 262 w 408"/>
                <a:gd name="T21" fmla="*/ 114 h 232"/>
                <a:gd name="T22" fmla="*/ 280 w 408"/>
                <a:gd name="T23" fmla="*/ 116 h 232"/>
                <a:gd name="T24" fmla="*/ 322 w 408"/>
                <a:gd name="T25" fmla="*/ 120 h 232"/>
                <a:gd name="T26" fmla="*/ 344 w 408"/>
                <a:gd name="T27" fmla="*/ 122 h 232"/>
                <a:gd name="T28" fmla="*/ 364 w 408"/>
                <a:gd name="T29" fmla="*/ 124 h 232"/>
                <a:gd name="T30" fmla="*/ 382 w 408"/>
                <a:gd name="T31" fmla="*/ 130 h 232"/>
                <a:gd name="T32" fmla="*/ 396 w 408"/>
                <a:gd name="T33" fmla="*/ 138 h 232"/>
                <a:gd name="T34" fmla="*/ 396 w 408"/>
                <a:gd name="T35" fmla="*/ 138 h 232"/>
                <a:gd name="T36" fmla="*/ 400 w 408"/>
                <a:gd name="T37" fmla="*/ 142 h 232"/>
                <a:gd name="T38" fmla="*/ 404 w 408"/>
                <a:gd name="T39" fmla="*/ 148 h 232"/>
                <a:gd name="T40" fmla="*/ 408 w 408"/>
                <a:gd name="T41" fmla="*/ 160 h 232"/>
                <a:gd name="T42" fmla="*/ 408 w 408"/>
                <a:gd name="T43" fmla="*/ 172 h 232"/>
                <a:gd name="T44" fmla="*/ 406 w 408"/>
                <a:gd name="T45" fmla="*/ 184 h 232"/>
                <a:gd name="T46" fmla="*/ 404 w 408"/>
                <a:gd name="T47" fmla="*/ 196 h 232"/>
                <a:gd name="T48" fmla="*/ 400 w 408"/>
                <a:gd name="T49" fmla="*/ 206 h 232"/>
                <a:gd name="T50" fmla="*/ 396 w 408"/>
                <a:gd name="T51" fmla="*/ 214 h 232"/>
                <a:gd name="T52" fmla="*/ 396 w 408"/>
                <a:gd name="T53" fmla="*/ 214 h 232"/>
                <a:gd name="T54" fmla="*/ 346 w 408"/>
                <a:gd name="T55" fmla="*/ 220 h 232"/>
                <a:gd name="T56" fmla="*/ 292 w 408"/>
                <a:gd name="T57" fmla="*/ 224 h 232"/>
                <a:gd name="T58" fmla="*/ 230 w 408"/>
                <a:gd name="T59" fmla="*/ 228 h 232"/>
                <a:gd name="T60" fmla="*/ 164 w 408"/>
                <a:gd name="T61" fmla="*/ 232 h 232"/>
                <a:gd name="T62" fmla="*/ 102 w 408"/>
                <a:gd name="T63" fmla="*/ 230 h 232"/>
                <a:gd name="T64" fmla="*/ 74 w 408"/>
                <a:gd name="T65" fmla="*/ 228 h 232"/>
                <a:gd name="T66" fmla="*/ 48 w 408"/>
                <a:gd name="T67" fmla="*/ 226 h 232"/>
                <a:gd name="T68" fmla="*/ 28 w 408"/>
                <a:gd name="T69" fmla="*/ 220 h 232"/>
                <a:gd name="T70" fmla="*/ 12 w 408"/>
                <a:gd name="T71" fmla="*/ 214 h 232"/>
                <a:gd name="T72" fmla="*/ 12 w 408"/>
                <a:gd name="T73" fmla="*/ 214 h 232"/>
                <a:gd name="T74" fmla="*/ 8 w 408"/>
                <a:gd name="T75" fmla="*/ 192 h 232"/>
                <a:gd name="T76" fmla="*/ 2 w 408"/>
                <a:gd name="T77" fmla="*/ 142 h 232"/>
                <a:gd name="T78" fmla="*/ 0 w 408"/>
                <a:gd name="T79" fmla="*/ 112 h 232"/>
                <a:gd name="T80" fmla="*/ 0 w 408"/>
                <a:gd name="T81" fmla="*/ 80 h 232"/>
                <a:gd name="T82" fmla="*/ 4 w 408"/>
                <a:gd name="T83" fmla="*/ 52 h 232"/>
                <a:gd name="T84" fmla="*/ 8 w 408"/>
                <a:gd name="T85" fmla="*/ 38 h 232"/>
                <a:gd name="T86" fmla="*/ 12 w 408"/>
                <a:gd name="T87" fmla="*/ 26 h 232"/>
                <a:gd name="T88" fmla="*/ 12 w 408"/>
                <a:gd name="T89" fmla="*/ 26 h 232"/>
                <a:gd name="T90" fmla="*/ 18 w 408"/>
                <a:gd name="T91" fmla="*/ 16 h 232"/>
                <a:gd name="T92" fmla="*/ 28 w 408"/>
                <a:gd name="T93" fmla="*/ 8 h 232"/>
                <a:gd name="T94" fmla="*/ 38 w 408"/>
                <a:gd name="T95" fmla="*/ 4 h 232"/>
                <a:gd name="T96" fmla="*/ 52 w 408"/>
                <a:gd name="T97" fmla="*/ 0 h 232"/>
                <a:gd name="T98" fmla="*/ 66 w 408"/>
                <a:gd name="T99" fmla="*/ 0 h 232"/>
                <a:gd name="T100" fmla="*/ 80 w 408"/>
                <a:gd name="T101" fmla="*/ 0 h 232"/>
                <a:gd name="T102" fmla="*/ 110 w 408"/>
                <a:gd name="T103" fmla="*/ 4 h 232"/>
                <a:gd name="T104" fmla="*/ 140 w 408"/>
                <a:gd name="T105" fmla="*/ 10 h 232"/>
                <a:gd name="T106" fmla="*/ 164 w 408"/>
                <a:gd name="T107" fmla="*/ 18 h 232"/>
                <a:gd name="T108" fmla="*/ 188 w 408"/>
                <a:gd name="T109" fmla="*/ 26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08" h="232">
                  <a:moveTo>
                    <a:pt x="188" y="26"/>
                  </a:moveTo>
                  <a:lnTo>
                    <a:pt x="188" y="26"/>
                  </a:lnTo>
                  <a:lnTo>
                    <a:pt x="192" y="38"/>
                  </a:lnTo>
                  <a:lnTo>
                    <a:pt x="204" y="64"/>
                  </a:lnTo>
                  <a:lnTo>
                    <a:pt x="214" y="78"/>
                  </a:lnTo>
                  <a:lnTo>
                    <a:pt x="224" y="92"/>
                  </a:lnTo>
                  <a:lnTo>
                    <a:pt x="234" y="102"/>
                  </a:lnTo>
                  <a:lnTo>
                    <a:pt x="240" y="108"/>
                  </a:lnTo>
                  <a:lnTo>
                    <a:pt x="248" y="110"/>
                  </a:lnTo>
                  <a:lnTo>
                    <a:pt x="248" y="110"/>
                  </a:lnTo>
                  <a:lnTo>
                    <a:pt x="262" y="114"/>
                  </a:lnTo>
                  <a:lnTo>
                    <a:pt x="280" y="116"/>
                  </a:lnTo>
                  <a:lnTo>
                    <a:pt x="322" y="120"/>
                  </a:lnTo>
                  <a:lnTo>
                    <a:pt x="344" y="122"/>
                  </a:lnTo>
                  <a:lnTo>
                    <a:pt x="364" y="124"/>
                  </a:lnTo>
                  <a:lnTo>
                    <a:pt x="382" y="130"/>
                  </a:lnTo>
                  <a:lnTo>
                    <a:pt x="396" y="138"/>
                  </a:lnTo>
                  <a:lnTo>
                    <a:pt x="396" y="138"/>
                  </a:lnTo>
                  <a:lnTo>
                    <a:pt x="400" y="142"/>
                  </a:lnTo>
                  <a:lnTo>
                    <a:pt x="404" y="148"/>
                  </a:lnTo>
                  <a:lnTo>
                    <a:pt x="408" y="160"/>
                  </a:lnTo>
                  <a:lnTo>
                    <a:pt x="408" y="172"/>
                  </a:lnTo>
                  <a:lnTo>
                    <a:pt x="406" y="184"/>
                  </a:lnTo>
                  <a:lnTo>
                    <a:pt x="404" y="196"/>
                  </a:lnTo>
                  <a:lnTo>
                    <a:pt x="400" y="206"/>
                  </a:lnTo>
                  <a:lnTo>
                    <a:pt x="396" y="214"/>
                  </a:lnTo>
                  <a:lnTo>
                    <a:pt x="396" y="214"/>
                  </a:lnTo>
                  <a:lnTo>
                    <a:pt x="346" y="220"/>
                  </a:lnTo>
                  <a:lnTo>
                    <a:pt x="292" y="224"/>
                  </a:lnTo>
                  <a:lnTo>
                    <a:pt x="230" y="228"/>
                  </a:lnTo>
                  <a:lnTo>
                    <a:pt x="164" y="232"/>
                  </a:lnTo>
                  <a:lnTo>
                    <a:pt x="102" y="230"/>
                  </a:lnTo>
                  <a:lnTo>
                    <a:pt x="74" y="228"/>
                  </a:lnTo>
                  <a:lnTo>
                    <a:pt x="48" y="226"/>
                  </a:lnTo>
                  <a:lnTo>
                    <a:pt x="28" y="220"/>
                  </a:lnTo>
                  <a:lnTo>
                    <a:pt x="12" y="214"/>
                  </a:lnTo>
                  <a:lnTo>
                    <a:pt x="12" y="214"/>
                  </a:lnTo>
                  <a:lnTo>
                    <a:pt x="8" y="192"/>
                  </a:lnTo>
                  <a:lnTo>
                    <a:pt x="2" y="142"/>
                  </a:lnTo>
                  <a:lnTo>
                    <a:pt x="0" y="112"/>
                  </a:lnTo>
                  <a:lnTo>
                    <a:pt x="0" y="80"/>
                  </a:lnTo>
                  <a:lnTo>
                    <a:pt x="4" y="52"/>
                  </a:lnTo>
                  <a:lnTo>
                    <a:pt x="8" y="38"/>
                  </a:lnTo>
                  <a:lnTo>
                    <a:pt x="12" y="26"/>
                  </a:lnTo>
                  <a:lnTo>
                    <a:pt x="12" y="26"/>
                  </a:lnTo>
                  <a:lnTo>
                    <a:pt x="18" y="16"/>
                  </a:lnTo>
                  <a:lnTo>
                    <a:pt x="28" y="8"/>
                  </a:lnTo>
                  <a:lnTo>
                    <a:pt x="38" y="4"/>
                  </a:lnTo>
                  <a:lnTo>
                    <a:pt x="52" y="0"/>
                  </a:lnTo>
                  <a:lnTo>
                    <a:pt x="66" y="0"/>
                  </a:lnTo>
                  <a:lnTo>
                    <a:pt x="80" y="0"/>
                  </a:lnTo>
                  <a:lnTo>
                    <a:pt x="110" y="4"/>
                  </a:lnTo>
                  <a:lnTo>
                    <a:pt x="140" y="10"/>
                  </a:lnTo>
                  <a:lnTo>
                    <a:pt x="164" y="18"/>
                  </a:lnTo>
                  <a:lnTo>
                    <a:pt x="188" y="2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61" name="任意多边形 60"/>
            <p:cNvSpPr/>
            <p:nvPr>
              <p:custDataLst>
                <p:tags r:id="rId60"/>
              </p:custDataLst>
            </p:nvPr>
          </p:nvSpPr>
          <p:spPr bwMode="auto">
            <a:xfrm>
              <a:off x="2564" y="6685"/>
              <a:ext cx="490" cy="293"/>
            </a:xfrm>
            <a:custGeom>
              <a:avLst/>
              <a:gdLst>
                <a:gd name="T0" fmla="*/ 224 w 408"/>
                <a:gd name="T1" fmla="*/ 20 h 244"/>
                <a:gd name="T2" fmla="*/ 224 w 408"/>
                <a:gd name="T3" fmla="*/ 20 h 244"/>
                <a:gd name="T4" fmla="*/ 226 w 408"/>
                <a:gd name="T5" fmla="*/ 32 h 244"/>
                <a:gd name="T6" fmla="*/ 228 w 408"/>
                <a:gd name="T7" fmla="*/ 46 h 244"/>
                <a:gd name="T8" fmla="*/ 232 w 408"/>
                <a:gd name="T9" fmla="*/ 60 h 244"/>
                <a:gd name="T10" fmla="*/ 240 w 408"/>
                <a:gd name="T11" fmla="*/ 76 h 244"/>
                <a:gd name="T12" fmla="*/ 250 w 408"/>
                <a:gd name="T13" fmla="*/ 92 h 244"/>
                <a:gd name="T14" fmla="*/ 258 w 408"/>
                <a:gd name="T15" fmla="*/ 100 h 244"/>
                <a:gd name="T16" fmla="*/ 266 w 408"/>
                <a:gd name="T17" fmla="*/ 106 h 244"/>
                <a:gd name="T18" fmla="*/ 274 w 408"/>
                <a:gd name="T19" fmla="*/ 112 h 244"/>
                <a:gd name="T20" fmla="*/ 284 w 408"/>
                <a:gd name="T21" fmla="*/ 118 h 244"/>
                <a:gd name="T22" fmla="*/ 284 w 408"/>
                <a:gd name="T23" fmla="*/ 118 h 244"/>
                <a:gd name="T24" fmla="*/ 314 w 408"/>
                <a:gd name="T25" fmla="*/ 128 h 244"/>
                <a:gd name="T26" fmla="*/ 346 w 408"/>
                <a:gd name="T27" fmla="*/ 138 h 244"/>
                <a:gd name="T28" fmla="*/ 378 w 408"/>
                <a:gd name="T29" fmla="*/ 148 h 244"/>
                <a:gd name="T30" fmla="*/ 390 w 408"/>
                <a:gd name="T31" fmla="*/ 154 h 244"/>
                <a:gd name="T32" fmla="*/ 400 w 408"/>
                <a:gd name="T33" fmla="*/ 162 h 244"/>
                <a:gd name="T34" fmla="*/ 400 w 408"/>
                <a:gd name="T35" fmla="*/ 162 h 244"/>
                <a:gd name="T36" fmla="*/ 406 w 408"/>
                <a:gd name="T37" fmla="*/ 166 h 244"/>
                <a:gd name="T38" fmla="*/ 408 w 408"/>
                <a:gd name="T39" fmla="*/ 172 h 244"/>
                <a:gd name="T40" fmla="*/ 408 w 408"/>
                <a:gd name="T41" fmla="*/ 178 h 244"/>
                <a:gd name="T42" fmla="*/ 408 w 408"/>
                <a:gd name="T43" fmla="*/ 184 h 244"/>
                <a:gd name="T44" fmla="*/ 404 w 408"/>
                <a:gd name="T45" fmla="*/ 200 h 244"/>
                <a:gd name="T46" fmla="*/ 400 w 408"/>
                <a:gd name="T47" fmla="*/ 218 h 244"/>
                <a:gd name="T48" fmla="*/ 400 w 408"/>
                <a:gd name="T49" fmla="*/ 218 h 244"/>
                <a:gd name="T50" fmla="*/ 400 w 408"/>
                <a:gd name="T51" fmla="*/ 222 h 244"/>
                <a:gd name="T52" fmla="*/ 396 w 408"/>
                <a:gd name="T53" fmla="*/ 228 h 244"/>
                <a:gd name="T54" fmla="*/ 392 w 408"/>
                <a:gd name="T55" fmla="*/ 232 h 244"/>
                <a:gd name="T56" fmla="*/ 386 w 408"/>
                <a:gd name="T57" fmla="*/ 236 h 244"/>
                <a:gd name="T58" fmla="*/ 368 w 408"/>
                <a:gd name="T59" fmla="*/ 240 h 244"/>
                <a:gd name="T60" fmla="*/ 346 w 408"/>
                <a:gd name="T61" fmla="*/ 244 h 244"/>
                <a:gd name="T62" fmla="*/ 320 w 408"/>
                <a:gd name="T63" fmla="*/ 244 h 244"/>
                <a:gd name="T64" fmla="*/ 292 w 408"/>
                <a:gd name="T65" fmla="*/ 244 h 244"/>
                <a:gd name="T66" fmla="*/ 260 w 408"/>
                <a:gd name="T67" fmla="*/ 242 h 244"/>
                <a:gd name="T68" fmla="*/ 226 w 408"/>
                <a:gd name="T69" fmla="*/ 238 h 244"/>
                <a:gd name="T70" fmla="*/ 158 w 408"/>
                <a:gd name="T71" fmla="*/ 226 h 244"/>
                <a:gd name="T72" fmla="*/ 94 w 408"/>
                <a:gd name="T73" fmla="*/ 214 h 244"/>
                <a:gd name="T74" fmla="*/ 38 w 408"/>
                <a:gd name="T75" fmla="*/ 200 h 244"/>
                <a:gd name="T76" fmla="*/ 0 w 408"/>
                <a:gd name="T77" fmla="*/ 188 h 244"/>
                <a:gd name="T78" fmla="*/ 0 w 408"/>
                <a:gd name="T79" fmla="*/ 188 h 244"/>
                <a:gd name="T80" fmla="*/ 2 w 408"/>
                <a:gd name="T81" fmla="*/ 122 h 244"/>
                <a:gd name="T82" fmla="*/ 8 w 408"/>
                <a:gd name="T83" fmla="*/ 66 h 244"/>
                <a:gd name="T84" fmla="*/ 12 w 408"/>
                <a:gd name="T85" fmla="*/ 40 h 244"/>
                <a:gd name="T86" fmla="*/ 18 w 408"/>
                <a:gd name="T87" fmla="*/ 20 h 244"/>
                <a:gd name="T88" fmla="*/ 18 w 408"/>
                <a:gd name="T89" fmla="*/ 20 h 244"/>
                <a:gd name="T90" fmla="*/ 22 w 408"/>
                <a:gd name="T91" fmla="*/ 12 h 244"/>
                <a:gd name="T92" fmla="*/ 30 w 408"/>
                <a:gd name="T93" fmla="*/ 8 h 244"/>
                <a:gd name="T94" fmla="*/ 42 w 408"/>
                <a:gd name="T95" fmla="*/ 4 h 244"/>
                <a:gd name="T96" fmla="*/ 56 w 408"/>
                <a:gd name="T97" fmla="*/ 0 h 244"/>
                <a:gd name="T98" fmla="*/ 72 w 408"/>
                <a:gd name="T99" fmla="*/ 0 h 244"/>
                <a:gd name="T100" fmla="*/ 90 w 408"/>
                <a:gd name="T101" fmla="*/ 0 h 244"/>
                <a:gd name="T102" fmla="*/ 126 w 408"/>
                <a:gd name="T103" fmla="*/ 4 h 244"/>
                <a:gd name="T104" fmla="*/ 162 w 408"/>
                <a:gd name="T105" fmla="*/ 8 h 244"/>
                <a:gd name="T106" fmla="*/ 194 w 408"/>
                <a:gd name="T107" fmla="*/ 14 h 244"/>
                <a:gd name="T108" fmla="*/ 224 w 408"/>
                <a:gd name="T109" fmla="*/ 2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08" h="244">
                  <a:moveTo>
                    <a:pt x="224" y="20"/>
                  </a:moveTo>
                  <a:lnTo>
                    <a:pt x="224" y="20"/>
                  </a:lnTo>
                  <a:lnTo>
                    <a:pt x="226" y="32"/>
                  </a:lnTo>
                  <a:lnTo>
                    <a:pt x="228" y="46"/>
                  </a:lnTo>
                  <a:lnTo>
                    <a:pt x="232" y="60"/>
                  </a:lnTo>
                  <a:lnTo>
                    <a:pt x="240" y="76"/>
                  </a:lnTo>
                  <a:lnTo>
                    <a:pt x="250" y="92"/>
                  </a:lnTo>
                  <a:lnTo>
                    <a:pt x="258" y="100"/>
                  </a:lnTo>
                  <a:lnTo>
                    <a:pt x="266" y="106"/>
                  </a:lnTo>
                  <a:lnTo>
                    <a:pt x="274" y="112"/>
                  </a:lnTo>
                  <a:lnTo>
                    <a:pt x="284" y="118"/>
                  </a:lnTo>
                  <a:lnTo>
                    <a:pt x="284" y="118"/>
                  </a:lnTo>
                  <a:lnTo>
                    <a:pt x="314" y="128"/>
                  </a:lnTo>
                  <a:lnTo>
                    <a:pt x="346" y="138"/>
                  </a:lnTo>
                  <a:lnTo>
                    <a:pt x="378" y="148"/>
                  </a:lnTo>
                  <a:lnTo>
                    <a:pt x="390" y="154"/>
                  </a:lnTo>
                  <a:lnTo>
                    <a:pt x="400" y="162"/>
                  </a:lnTo>
                  <a:lnTo>
                    <a:pt x="400" y="162"/>
                  </a:lnTo>
                  <a:lnTo>
                    <a:pt x="406" y="166"/>
                  </a:lnTo>
                  <a:lnTo>
                    <a:pt x="408" y="172"/>
                  </a:lnTo>
                  <a:lnTo>
                    <a:pt x="408" y="178"/>
                  </a:lnTo>
                  <a:lnTo>
                    <a:pt x="408" y="184"/>
                  </a:lnTo>
                  <a:lnTo>
                    <a:pt x="404" y="200"/>
                  </a:lnTo>
                  <a:lnTo>
                    <a:pt x="400" y="218"/>
                  </a:lnTo>
                  <a:lnTo>
                    <a:pt x="400" y="218"/>
                  </a:lnTo>
                  <a:lnTo>
                    <a:pt x="400" y="222"/>
                  </a:lnTo>
                  <a:lnTo>
                    <a:pt x="396" y="228"/>
                  </a:lnTo>
                  <a:lnTo>
                    <a:pt x="392" y="232"/>
                  </a:lnTo>
                  <a:lnTo>
                    <a:pt x="386" y="236"/>
                  </a:lnTo>
                  <a:lnTo>
                    <a:pt x="368" y="240"/>
                  </a:lnTo>
                  <a:lnTo>
                    <a:pt x="346" y="244"/>
                  </a:lnTo>
                  <a:lnTo>
                    <a:pt x="320" y="244"/>
                  </a:lnTo>
                  <a:lnTo>
                    <a:pt x="292" y="244"/>
                  </a:lnTo>
                  <a:lnTo>
                    <a:pt x="260" y="242"/>
                  </a:lnTo>
                  <a:lnTo>
                    <a:pt x="226" y="238"/>
                  </a:lnTo>
                  <a:lnTo>
                    <a:pt x="158" y="226"/>
                  </a:lnTo>
                  <a:lnTo>
                    <a:pt x="94" y="214"/>
                  </a:lnTo>
                  <a:lnTo>
                    <a:pt x="38" y="200"/>
                  </a:lnTo>
                  <a:lnTo>
                    <a:pt x="0" y="188"/>
                  </a:lnTo>
                  <a:lnTo>
                    <a:pt x="0" y="188"/>
                  </a:lnTo>
                  <a:lnTo>
                    <a:pt x="2" y="122"/>
                  </a:lnTo>
                  <a:lnTo>
                    <a:pt x="8" y="66"/>
                  </a:lnTo>
                  <a:lnTo>
                    <a:pt x="12" y="40"/>
                  </a:lnTo>
                  <a:lnTo>
                    <a:pt x="18" y="20"/>
                  </a:lnTo>
                  <a:lnTo>
                    <a:pt x="18" y="20"/>
                  </a:lnTo>
                  <a:lnTo>
                    <a:pt x="22" y="12"/>
                  </a:lnTo>
                  <a:lnTo>
                    <a:pt x="30" y="8"/>
                  </a:lnTo>
                  <a:lnTo>
                    <a:pt x="42" y="4"/>
                  </a:lnTo>
                  <a:lnTo>
                    <a:pt x="56" y="0"/>
                  </a:lnTo>
                  <a:lnTo>
                    <a:pt x="72" y="0"/>
                  </a:lnTo>
                  <a:lnTo>
                    <a:pt x="90" y="0"/>
                  </a:lnTo>
                  <a:lnTo>
                    <a:pt x="126" y="4"/>
                  </a:lnTo>
                  <a:lnTo>
                    <a:pt x="162" y="8"/>
                  </a:lnTo>
                  <a:lnTo>
                    <a:pt x="194" y="14"/>
                  </a:lnTo>
                  <a:lnTo>
                    <a:pt x="224" y="20"/>
                  </a:lnTo>
                  <a:close/>
                </a:path>
              </a:pathLst>
            </a:custGeom>
            <a:solidFill>
              <a:srgbClr val="382C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62" name="任意多边形 61"/>
            <p:cNvSpPr/>
            <p:nvPr>
              <p:custDataLst>
                <p:tags r:id="rId61"/>
              </p:custDataLst>
            </p:nvPr>
          </p:nvSpPr>
          <p:spPr bwMode="auto">
            <a:xfrm>
              <a:off x="2564" y="6685"/>
              <a:ext cx="490" cy="293"/>
            </a:xfrm>
            <a:custGeom>
              <a:avLst/>
              <a:gdLst>
                <a:gd name="T0" fmla="*/ 224 w 408"/>
                <a:gd name="T1" fmla="*/ 20 h 244"/>
                <a:gd name="T2" fmla="*/ 224 w 408"/>
                <a:gd name="T3" fmla="*/ 20 h 244"/>
                <a:gd name="T4" fmla="*/ 226 w 408"/>
                <a:gd name="T5" fmla="*/ 32 h 244"/>
                <a:gd name="T6" fmla="*/ 228 w 408"/>
                <a:gd name="T7" fmla="*/ 46 h 244"/>
                <a:gd name="T8" fmla="*/ 232 w 408"/>
                <a:gd name="T9" fmla="*/ 60 h 244"/>
                <a:gd name="T10" fmla="*/ 240 w 408"/>
                <a:gd name="T11" fmla="*/ 76 h 244"/>
                <a:gd name="T12" fmla="*/ 250 w 408"/>
                <a:gd name="T13" fmla="*/ 92 h 244"/>
                <a:gd name="T14" fmla="*/ 258 w 408"/>
                <a:gd name="T15" fmla="*/ 100 h 244"/>
                <a:gd name="T16" fmla="*/ 266 w 408"/>
                <a:gd name="T17" fmla="*/ 106 h 244"/>
                <a:gd name="T18" fmla="*/ 274 w 408"/>
                <a:gd name="T19" fmla="*/ 112 h 244"/>
                <a:gd name="T20" fmla="*/ 284 w 408"/>
                <a:gd name="T21" fmla="*/ 118 h 244"/>
                <a:gd name="T22" fmla="*/ 284 w 408"/>
                <a:gd name="T23" fmla="*/ 118 h 244"/>
                <a:gd name="T24" fmla="*/ 314 w 408"/>
                <a:gd name="T25" fmla="*/ 128 h 244"/>
                <a:gd name="T26" fmla="*/ 346 w 408"/>
                <a:gd name="T27" fmla="*/ 138 h 244"/>
                <a:gd name="T28" fmla="*/ 378 w 408"/>
                <a:gd name="T29" fmla="*/ 148 h 244"/>
                <a:gd name="T30" fmla="*/ 390 w 408"/>
                <a:gd name="T31" fmla="*/ 154 h 244"/>
                <a:gd name="T32" fmla="*/ 400 w 408"/>
                <a:gd name="T33" fmla="*/ 162 h 244"/>
                <a:gd name="T34" fmla="*/ 400 w 408"/>
                <a:gd name="T35" fmla="*/ 162 h 244"/>
                <a:gd name="T36" fmla="*/ 406 w 408"/>
                <a:gd name="T37" fmla="*/ 166 h 244"/>
                <a:gd name="T38" fmla="*/ 408 w 408"/>
                <a:gd name="T39" fmla="*/ 172 h 244"/>
                <a:gd name="T40" fmla="*/ 408 w 408"/>
                <a:gd name="T41" fmla="*/ 178 h 244"/>
                <a:gd name="T42" fmla="*/ 408 w 408"/>
                <a:gd name="T43" fmla="*/ 184 h 244"/>
                <a:gd name="T44" fmla="*/ 404 w 408"/>
                <a:gd name="T45" fmla="*/ 200 h 244"/>
                <a:gd name="T46" fmla="*/ 400 w 408"/>
                <a:gd name="T47" fmla="*/ 218 h 244"/>
                <a:gd name="T48" fmla="*/ 400 w 408"/>
                <a:gd name="T49" fmla="*/ 218 h 244"/>
                <a:gd name="T50" fmla="*/ 400 w 408"/>
                <a:gd name="T51" fmla="*/ 222 h 244"/>
                <a:gd name="T52" fmla="*/ 396 w 408"/>
                <a:gd name="T53" fmla="*/ 228 h 244"/>
                <a:gd name="T54" fmla="*/ 392 w 408"/>
                <a:gd name="T55" fmla="*/ 232 h 244"/>
                <a:gd name="T56" fmla="*/ 386 w 408"/>
                <a:gd name="T57" fmla="*/ 236 h 244"/>
                <a:gd name="T58" fmla="*/ 368 w 408"/>
                <a:gd name="T59" fmla="*/ 240 h 244"/>
                <a:gd name="T60" fmla="*/ 346 w 408"/>
                <a:gd name="T61" fmla="*/ 244 h 244"/>
                <a:gd name="T62" fmla="*/ 320 w 408"/>
                <a:gd name="T63" fmla="*/ 244 h 244"/>
                <a:gd name="T64" fmla="*/ 292 w 408"/>
                <a:gd name="T65" fmla="*/ 244 h 244"/>
                <a:gd name="T66" fmla="*/ 260 w 408"/>
                <a:gd name="T67" fmla="*/ 242 h 244"/>
                <a:gd name="T68" fmla="*/ 226 w 408"/>
                <a:gd name="T69" fmla="*/ 238 h 244"/>
                <a:gd name="T70" fmla="*/ 158 w 408"/>
                <a:gd name="T71" fmla="*/ 226 h 244"/>
                <a:gd name="T72" fmla="*/ 94 w 408"/>
                <a:gd name="T73" fmla="*/ 214 h 244"/>
                <a:gd name="T74" fmla="*/ 38 w 408"/>
                <a:gd name="T75" fmla="*/ 200 h 244"/>
                <a:gd name="T76" fmla="*/ 0 w 408"/>
                <a:gd name="T77" fmla="*/ 188 h 244"/>
                <a:gd name="T78" fmla="*/ 0 w 408"/>
                <a:gd name="T79" fmla="*/ 188 h 244"/>
                <a:gd name="T80" fmla="*/ 2 w 408"/>
                <a:gd name="T81" fmla="*/ 122 h 244"/>
                <a:gd name="T82" fmla="*/ 8 w 408"/>
                <a:gd name="T83" fmla="*/ 66 h 244"/>
                <a:gd name="T84" fmla="*/ 12 w 408"/>
                <a:gd name="T85" fmla="*/ 40 h 244"/>
                <a:gd name="T86" fmla="*/ 18 w 408"/>
                <a:gd name="T87" fmla="*/ 20 h 244"/>
                <a:gd name="T88" fmla="*/ 18 w 408"/>
                <a:gd name="T89" fmla="*/ 20 h 244"/>
                <a:gd name="T90" fmla="*/ 22 w 408"/>
                <a:gd name="T91" fmla="*/ 12 h 244"/>
                <a:gd name="T92" fmla="*/ 30 w 408"/>
                <a:gd name="T93" fmla="*/ 8 h 244"/>
                <a:gd name="T94" fmla="*/ 42 w 408"/>
                <a:gd name="T95" fmla="*/ 4 h 244"/>
                <a:gd name="T96" fmla="*/ 56 w 408"/>
                <a:gd name="T97" fmla="*/ 0 h 244"/>
                <a:gd name="T98" fmla="*/ 72 w 408"/>
                <a:gd name="T99" fmla="*/ 0 h 244"/>
                <a:gd name="T100" fmla="*/ 90 w 408"/>
                <a:gd name="T101" fmla="*/ 0 h 244"/>
                <a:gd name="T102" fmla="*/ 126 w 408"/>
                <a:gd name="T103" fmla="*/ 4 h 244"/>
                <a:gd name="T104" fmla="*/ 162 w 408"/>
                <a:gd name="T105" fmla="*/ 8 h 244"/>
                <a:gd name="T106" fmla="*/ 194 w 408"/>
                <a:gd name="T107" fmla="*/ 14 h 244"/>
                <a:gd name="T108" fmla="*/ 224 w 408"/>
                <a:gd name="T109" fmla="*/ 2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08" h="244">
                  <a:moveTo>
                    <a:pt x="224" y="20"/>
                  </a:moveTo>
                  <a:lnTo>
                    <a:pt x="224" y="20"/>
                  </a:lnTo>
                  <a:lnTo>
                    <a:pt x="226" y="32"/>
                  </a:lnTo>
                  <a:lnTo>
                    <a:pt x="228" y="46"/>
                  </a:lnTo>
                  <a:lnTo>
                    <a:pt x="232" y="60"/>
                  </a:lnTo>
                  <a:lnTo>
                    <a:pt x="240" y="76"/>
                  </a:lnTo>
                  <a:lnTo>
                    <a:pt x="250" y="92"/>
                  </a:lnTo>
                  <a:lnTo>
                    <a:pt x="258" y="100"/>
                  </a:lnTo>
                  <a:lnTo>
                    <a:pt x="266" y="106"/>
                  </a:lnTo>
                  <a:lnTo>
                    <a:pt x="274" y="112"/>
                  </a:lnTo>
                  <a:lnTo>
                    <a:pt x="284" y="118"/>
                  </a:lnTo>
                  <a:lnTo>
                    <a:pt x="284" y="118"/>
                  </a:lnTo>
                  <a:lnTo>
                    <a:pt x="314" y="128"/>
                  </a:lnTo>
                  <a:lnTo>
                    <a:pt x="346" y="138"/>
                  </a:lnTo>
                  <a:lnTo>
                    <a:pt x="378" y="148"/>
                  </a:lnTo>
                  <a:lnTo>
                    <a:pt x="390" y="154"/>
                  </a:lnTo>
                  <a:lnTo>
                    <a:pt x="400" y="162"/>
                  </a:lnTo>
                  <a:lnTo>
                    <a:pt x="400" y="162"/>
                  </a:lnTo>
                  <a:lnTo>
                    <a:pt x="406" y="166"/>
                  </a:lnTo>
                  <a:lnTo>
                    <a:pt x="408" y="172"/>
                  </a:lnTo>
                  <a:lnTo>
                    <a:pt x="408" y="178"/>
                  </a:lnTo>
                  <a:lnTo>
                    <a:pt x="408" y="184"/>
                  </a:lnTo>
                  <a:lnTo>
                    <a:pt x="404" y="200"/>
                  </a:lnTo>
                  <a:lnTo>
                    <a:pt x="400" y="218"/>
                  </a:lnTo>
                  <a:lnTo>
                    <a:pt x="400" y="218"/>
                  </a:lnTo>
                  <a:lnTo>
                    <a:pt x="400" y="222"/>
                  </a:lnTo>
                  <a:lnTo>
                    <a:pt x="396" y="228"/>
                  </a:lnTo>
                  <a:lnTo>
                    <a:pt x="392" y="232"/>
                  </a:lnTo>
                  <a:lnTo>
                    <a:pt x="386" y="236"/>
                  </a:lnTo>
                  <a:lnTo>
                    <a:pt x="368" y="240"/>
                  </a:lnTo>
                  <a:lnTo>
                    <a:pt x="346" y="244"/>
                  </a:lnTo>
                  <a:lnTo>
                    <a:pt x="320" y="244"/>
                  </a:lnTo>
                  <a:lnTo>
                    <a:pt x="292" y="244"/>
                  </a:lnTo>
                  <a:lnTo>
                    <a:pt x="260" y="242"/>
                  </a:lnTo>
                  <a:lnTo>
                    <a:pt x="226" y="238"/>
                  </a:lnTo>
                  <a:lnTo>
                    <a:pt x="158" y="226"/>
                  </a:lnTo>
                  <a:lnTo>
                    <a:pt x="94" y="214"/>
                  </a:lnTo>
                  <a:lnTo>
                    <a:pt x="38" y="200"/>
                  </a:lnTo>
                  <a:lnTo>
                    <a:pt x="0" y="188"/>
                  </a:lnTo>
                  <a:lnTo>
                    <a:pt x="0" y="188"/>
                  </a:lnTo>
                  <a:lnTo>
                    <a:pt x="2" y="122"/>
                  </a:lnTo>
                  <a:lnTo>
                    <a:pt x="8" y="66"/>
                  </a:lnTo>
                  <a:lnTo>
                    <a:pt x="12" y="40"/>
                  </a:lnTo>
                  <a:lnTo>
                    <a:pt x="18" y="20"/>
                  </a:lnTo>
                  <a:lnTo>
                    <a:pt x="18" y="20"/>
                  </a:lnTo>
                  <a:lnTo>
                    <a:pt x="22" y="12"/>
                  </a:lnTo>
                  <a:lnTo>
                    <a:pt x="30" y="8"/>
                  </a:lnTo>
                  <a:lnTo>
                    <a:pt x="42" y="4"/>
                  </a:lnTo>
                  <a:lnTo>
                    <a:pt x="56" y="0"/>
                  </a:lnTo>
                  <a:lnTo>
                    <a:pt x="72" y="0"/>
                  </a:lnTo>
                  <a:lnTo>
                    <a:pt x="90" y="0"/>
                  </a:lnTo>
                  <a:lnTo>
                    <a:pt x="126" y="4"/>
                  </a:lnTo>
                  <a:lnTo>
                    <a:pt x="162" y="8"/>
                  </a:lnTo>
                  <a:lnTo>
                    <a:pt x="194" y="14"/>
                  </a:lnTo>
                  <a:lnTo>
                    <a:pt x="224" y="2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63" name="任意多边形 62"/>
            <p:cNvSpPr/>
            <p:nvPr>
              <p:custDataLst>
                <p:tags r:id="rId62"/>
              </p:custDataLst>
            </p:nvPr>
          </p:nvSpPr>
          <p:spPr bwMode="auto">
            <a:xfrm>
              <a:off x="2490" y="4677"/>
              <a:ext cx="696" cy="2069"/>
            </a:xfrm>
            <a:custGeom>
              <a:avLst/>
              <a:gdLst>
                <a:gd name="T0" fmla="*/ 0 w 580"/>
                <a:gd name="T1" fmla="*/ 98 h 1724"/>
                <a:gd name="T2" fmla="*/ 0 w 580"/>
                <a:gd name="T3" fmla="*/ 98 h 1724"/>
                <a:gd name="T4" fmla="*/ 6 w 580"/>
                <a:gd name="T5" fmla="*/ 142 h 1724"/>
                <a:gd name="T6" fmla="*/ 22 w 580"/>
                <a:gd name="T7" fmla="*/ 258 h 1724"/>
                <a:gd name="T8" fmla="*/ 40 w 580"/>
                <a:gd name="T9" fmla="*/ 436 h 1724"/>
                <a:gd name="T10" fmla="*/ 50 w 580"/>
                <a:gd name="T11" fmla="*/ 544 h 1724"/>
                <a:gd name="T12" fmla="*/ 60 w 580"/>
                <a:gd name="T13" fmla="*/ 660 h 1724"/>
                <a:gd name="T14" fmla="*/ 70 w 580"/>
                <a:gd name="T15" fmla="*/ 784 h 1724"/>
                <a:gd name="T16" fmla="*/ 78 w 580"/>
                <a:gd name="T17" fmla="*/ 914 h 1724"/>
                <a:gd name="T18" fmla="*/ 84 w 580"/>
                <a:gd name="T19" fmla="*/ 1048 h 1724"/>
                <a:gd name="T20" fmla="*/ 88 w 580"/>
                <a:gd name="T21" fmla="*/ 1182 h 1724"/>
                <a:gd name="T22" fmla="*/ 90 w 580"/>
                <a:gd name="T23" fmla="*/ 1318 h 1724"/>
                <a:gd name="T24" fmla="*/ 86 w 580"/>
                <a:gd name="T25" fmla="*/ 1452 h 1724"/>
                <a:gd name="T26" fmla="*/ 80 w 580"/>
                <a:gd name="T27" fmla="*/ 1582 h 1724"/>
                <a:gd name="T28" fmla="*/ 76 w 580"/>
                <a:gd name="T29" fmla="*/ 1644 h 1724"/>
                <a:gd name="T30" fmla="*/ 70 w 580"/>
                <a:gd name="T31" fmla="*/ 1706 h 1724"/>
                <a:gd name="T32" fmla="*/ 70 w 580"/>
                <a:gd name="T33" fmla="*/ 1706 h 1724"/>
                <a:gd name="T34" fmla="*/ 94 w 580"/>
                <a:gd name="T35" fmla="*/ 1712 h 1724"/>
                <a:gd name="T36" fmla="*/ 120 w 580"/>
                <a:gd name="T37" fmla="*/ 1716 h 1724"/>
                <a:gd name="T38" fmla="*/ 154 w 580"/>
                <a:gd name="T39" fmla="*/ 1720 h 1724"/>
                <a:gd name="T40" fmla="*/ 194 w 580"/>
                <a:gd name="T41" fmla="*/ 1724 h 1724"/>
                <a:gd name="T42" fmla="*/ 236 w 580"/>
                <a:gd name="T43" fmla="*/ 1722 h 1724"/>
                <a:gd name="T44" fmla="*/ 258 w 580"/>
                <a:gd name="T45" fmla="*/ 1720 h 1724"/>
                <a:gd name="T46" fmla="*/ 280 w 580"/>
                <a:gd name="T47" fmla="*/ 1718 h 1724"/>
                <a:gd name="T48" fmla="*/ 302 w 580"/>
                <a:gd name="T49" fmla="*/ 1712 h 1724"/>
                <a:gd name="T50" fmla="*/ 324 w 580"/>
                <a:gd name="T51" fmla="*/ 1706 h 1724"/>
                <a:gd name="T52" fmla="*/ 324 w 580"/>
                <a:gd name="T53" fmla="*/ 1706 h 1724"/>
                <a:gd name="T54" fmla="*/ 386 w 580"/>
                <a:gd name="T55" fmla="*/ 1020 h 1724"/>
                <a:gd name="T56" fmla="*/ 430 w 580"/>
                <a:gd name="T57" fmla="*/ 522 h 1724"/>
                <a:gd name="T58" fmla="*/ 444 w 580"/>
                <a:gd name="T59" fmla="*/ 342 h 1724"/>
                <a:gd name="T60" fmla="*/ 448 w 580"/>
                <a:gd name="T61" fmla="*/ 280 h 1724"/>
                <a:gd name="T62" fmla="*/ 448 w 580"/>
                <a:gd name="T63" fmla="*/ 244 h 1724"/>
                <a:gd name="T64" fmla="*/ 448 w 580"/>
                <a:gd name="T65" fmla="*/ 244 h 1724"/>
                <a:gd name="T66" fmla="*/ 450 w 580"/>
                <a:gd name="T67" fmla="*/ 222 h 1724"/>
                <a:gd name="T68" fmla="*/ 454 w 580"/>
                <a:gd name="T69" fmla="*/ 198 h 1724"/>
                <a:gd name="T70" fmla="*/ 460 w 580"/>
                <a:gd name="T71" fmla="*/ 176 h 1724"/>
                <a:gd name="T72" fmla="*/ 470 w 580"/>
                <a:gd name="T73" fmla="*/ 156 h 1724"/>
                <a:gd name="T74" fmla="*/ 480 w 580"/>
                <a:gd name="T75" fmla="*/ 134 h 1724"/>
                <a:gd name="T76" fmla="*/ 490 w 580"/>
                <a:gd name="T77" fmla="*/ 114 h 1724"/>
                <a:gd name="T78" fmla="*/ 514 w 580"/>
                <a:gd name="T79" fmla="*/ 78 h 1724"/>
                <a:gd name="T80" fmla="*/ 538 w 580"/>
                <a:gd name="T81" fmla="*/ 48 h 1724"/>
                <a:gd name="T82" fmla="*/ 558 w 580"/>
                <a:gd name="T83" fmla="*/ 24 h 1724"/>
                <a:gd name="T84" fmla="*/ 580 w 580"/>
                <a:gd name="T85" fmla="*/ 4 h 1724"/>
                <a:gd name="T86" fmla="*/ 580 w 580"/>
                <a:gd name="T87" fmla="*/ 4 h 1724"/>
                <a:gd name="T88" fmla="*/ 496 w 580"/>
                <a:gd name="T89" fmla="*/ 0 h 1724"/>
                <a:gd name="T90" fmla="*/ 412 w 580"/>
                <a:gd name="T91" fmla="*/ 0 h 1724"/>
                <a:gd name="T92" fmla="*/ 362 w 580"/>
                <a:gd name="T93" fmla="*/ 2 h 1724"/>
                <a:gd name="T94" fmla="*/ 312 w 580"/>
                <a:gd name="T95" fmla="*/ 4 h 1724"/>
                <a:gd name="T96" fmla="*/ 260 w 580"/>
                <a:gd name="T97" fmla="*/ 8 h 1724"/>
                <a:gd name="T98" fmla="*/ 210 w 580"/>
                <a:gd name="T99" fmla="*/ 14 h 1724"/>
                <a:gd name="T100" fmla="*/ 160 w 580"/>
                <a:gd name="T101" fmla="*/ 22 h 1724"/>
                <a:gd name="T102" fmla="*/ 116 w 580"/>
                <a:gd name="T103" fmla="*/ 30 h 1724"/>
                <a:gd name="T104" fmla="*/ 76 w 580"/>
                <a:gd name="T105" fmla="*/ 44 h 1724"/>
                <a:gd name="T106" fmla="*/ 58 w 580"/>
                <a:gd name="T107" fmla="*/ 50 h 1724"/>
                <a:gd name="T108" fmla="*/ 42 w 580"/>
                <a:gd name="T109" fmla="*/ 58 h 1724"/>
                <a:gd name="T110" fmla="*/ 28 w 580"/>
                <a:gd name="T111" fmla="*/ 68 h 1724"/>
                <a:gd name="T112" fmla="*/ 16 w 580"/>
                <a:gd name="T113" fmla="*/ 76 h 1724"/>
                <a:gd name="T114" fmla="*/ 8 w 580"/>
                <a:gd name="T115" fmla="*/ 88 h 1724"/>
                <a:gd name="T116" fmla="*/ 0 w 580"/>
                <a:gd name="T117" fmla="*/ 98 h 1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80" h="1724">
                  <a:moveTo>
                    <a:pt x="0" y="98"/>
                  </a:moveTo>
                  <a:lnTo>
                    <a:pt x="0" y="98"/>
                  </a:lnTo>
                  <a:lnTo>
                    <a:pt x="6" y="142"/>
                  </a:lnTo>
                  <a:lnTo>
                    <a:pt x="22" y="258"/>
                  </a:lnTo>
                  <a:lnTo>
                    <a:pt x="40" y="436"/>
                  </a:lnTo>
                  <a:lnTo>
                    <a:pt x="50" y="544"/>
                  </a:lnTo>
                  <a:lnTo>
                    <a:pt x="60" y="660"/>
                  </a:lnTo>
                  <a:lnTo>
                    <a:pt x="70" y="784"/>
                  </a:lnTo>
                  <a:lnTo>
                    <a:pt x="78" y="914"/>
                  </a:lnTo>
                  <a:lnTo>
                    <a:pt x="84" y="1048"/>
                  </a:lnTo>
                  <a:lnTo>
                    <a:pt x="88" y="1182"/>
                  </a:lnTo>
                  <a:lnTo>
                    <a:pt x="90" y="1318"/>
                  </a:lnTo>
                  <a:lnTo>
                    <a:pt x="86" y="1452"/>
                  </a:lnTo>
                  <a:lnTo>
                    <a:pt x="80" y="1582"/>
                  </a:lnTo>
                  <a:lnTo>
                    <a:pt x="76" y="1644"/>
                  </a:lnTo>
                  <a:lnTo>
                    <a:pt x="70" y="1706"/>
                  </a:lnTo>
                  <a:lnTo>
                    <a:pt x="70" y="1706"/>
                  </a:lnTo>
                  <a:lnTo>
                    <a:pt x="94" y="1712"/>
                  </a:lnTo>
                  <a:lnTo>
                    <a:pt x="120" y="1716"/>
                  </a:lnTo>
                  <a:lnTo>
                    <a:pt x="154" y="1720"/>
                  </a:lnTo>
                  <a:lnTo>
                    <a:pt x="194" y="1724"/>
                  </a:lnTo>
                  <a:lnTo>
                    <a:pt x="236" y="1722"/>
                  </a:lnTo>
                  <a:lnTo>
                    <a:pt x="258" y="1720"/>
                  </a:lnTo>
                  <a:lnTo>
                    <a:pt x="280" y="1718"/>
                  </a:lnTo>
                  <a:lnTo>
                    <a:pt x="302" y="1712"/>
                  </a:lnTo>
                  <a:lnTo>
                    <a:pt x="324" y="1706"/>
                  </a:lnTo>
                  <a:lnTo>
                    <a:pt x="324" y="1706"/>
                  </a:lnTo>
                  <a:lnTo>
                    <a:pt x="386" y="1020"/>
                  </a:lnTo>
                  <a:lnTo>
                    <a:pt x="430" y="522"/>
                  </a:lnTo>
                  <a:lnTo>
                    <a:pt x="444" y="342"/>
                  </a:lnTo>
                  <a:lnTo>
                    <a:pt x="448" y="280"/>
                  </a:lnTo>
                  <a:lnTo>
                    <a:pt x="448" y="244"/>
                  </a:lnTo>
                  <a:lnTo>
                    <a:pt x="448" y="244"/>
                  </a:lnTo>
                  <a:lnTo>
                    <a:pt x="450" y="222"/>
                  </a:lnTo>
                  <a:lnTo>
                    <a:pt x="454" y="198"/>
                  </a:lnTo>
                  <a:lnTo>
                    <a:pt x="460" y="176"/>
                  </a:lnTo>
                  <a:lnTo>
                    <a:pt x="470" y="156"/>
                  </a:lnTo>
                  <a:lnTo>
                    <a:pt x="480" y="134"/>
                  </a:lnTo>
                  <a:lnTo>
                    <a:pt x="490" y="114"/>
                  </a:lnTo>
                  <a:lnTo>
                    <a:pt x="514" y="78"/>
                  </a:lnTo>
                  <a:lnTo>
                    <a:pt x="538" y="48"/>
                  </a:lnTo>
                  <a:lnTo>
                    <a:pt x="558" y="24"/>
                  </a:lnTo>
                  <a:lnTo>
                    <a:pt x="580" y="4"/>
                  </a:lnTo>
                  <a:lnTo>
                    <a:pt x="580" y="4"/>
                  </a:lnTo>
                  <a:lnTo>
                    <a:pt x="496" y="0"/>
                  </a:lnTo>
                  <a:lnTo>
                    <a:pt x="412" y="0"/>
                  </a:lnTo>
                  <a:lnTo>
                    <a:pt x="362" y="2"/>
                  </a:lnTo>
                  <a:lnTo>
                    <a:pt x="312" y="4"/>
                  </a:lnTo>
                  <a:lnTo>
                    <a:pt x="260" y="8"/>
                  </a:lnTo>
                  <a:lnTo>
                    <a:pt x="210" y="14"/>
                  </a:lnTo>
                  <a:lnTo>
                    <a:pt x="160" y="22"/>
                  </a:lnTo>
                  <a:lnTo>
                    <a:pt x="116" y="30"/>
                  </a:lnTo>
                  <a:lnTo>
                    <a:pt x="76" y="44"/>
                  </a:lnTo>
                  <a:lnTo>
                    <a:pt x="58" y="50"/>
                  </a:lnTo>
                  <a:lnTo>
                    <a:pt x="42" y="58"/>
                  </a:lnTo>
                  <a:lnTo>
                    <a:pt x="28" y="68"/>
                  </a:lnTo>
                  <a:lnTo>
                    <a:pt x="16" y="76"/>
                  </a:lnTo>
                  <a:lnTo>
                    <a:pt x="8" y="88"/>
                  </a:lnTo>
                  <a:lnTo>
                    <a:pt x="0" y="98"/>
                  </a:lnTo>
                  <a:close/>
                </a:path>
              </a:pathLst>
            </a:custGeom>
            <a:solidFill>
              <a:srgbClr val="474C4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64" name="任意多边形 63"/>
            <p:cNvSpPr/>
            <p:nvPr>
              <p:custDataLst>
                <p:tags r:id="rId63"/>
              </p:custDataLst>
            </p:nvPr>
          </p:nvSpPr>
          <p:spPr bwMode="auto">
            <a:xfrm>
              <a:off x="2490" y="4677"/>
              <a:ext cx="696" cy="2069"/>
            </a:xfrm>
            <a:custGeom>
              <a:avLst/>
              <a:gdLst>
                <a:gd name="T0" fmla="*/ 0 w 580"/>
                <a:gd name="T1" fmla="*/ 98 h 1724"/>
                <a:gd name="T2" fmla="*/ 0 w 580"/>
                <a:gd name="T3" fmla="*/ 98 h 1724"/>
                <a:gd name="T4" fmla="*/ 6 w 580"/>
                <a:gd name="T5" fmla="*/ 142 h 1724"/>
                <a:gd name="T6" fmla="*/ 22 w 580"/>
                <a:gd name="T7" fmla="*/ 258 h 1724"/>
                <a:gd name="T8" fmla="*/ 40 w 580"/>
                <a:gd name="T9" fmla="*/ 436 h 1724"/>
                <a:gd name="T10" fmla="*/ 50 w 580"/>
                <a:gd name="T11" fmla="*/ 544 h 1724"/>
                <a:gd name="T12" fmla="*/ 60 w 580"/>
                <a:gd name="T13" fmla="*/ 660 h 1724"/>
                <a:gd name="T14" fmla="*/ 70 w 580"/>
                <a:gd name="T15" fmla="*/ 784 h 1724"/>
                <a:gd name="T16" fmla="*/ 78 w 580"/>
                <a:gd name="T17" fmla="*/ 914 h 1724"/>
                <a:gd name="T18" fmla="*/ 84 w 580"/>
                <a:gd name="T19" fmla="*/ 1048 h 1724"/>
                <a:gd name="T20" fmla="*/ 88 w 580"/>
                <a:gd name="T21" fmla="*/ 1182 h 1724"/>
                <a:gd name="T22" fmla="*/ 90 w 580"/>
                <a:gd name="T23" fmla="*/ 1318 h 1724"/>
                <a:gd name="T24" fmla="*/ 86 w 580"/>
                <a:gd name="T25" fmla="*/ 1452 h 1724"/>
                <a:gd name="T26" fmla="*/ 80 w 580"/>
                <a:gd name="T27" fmla="*/ 1582 h 1724"/>
                <a:gd name="T28" fmla="*/ 76 w 580"/>
                <a:gd name="T29" fmla="*/ 1644 h 1724"/>
                <a:gd name="T30" fmla="*/ 70 w 580"/>
                <a:gd name="T31" fmla="*/ 1706 h 1724"/>
                <a:gd name="T32" fmla="*/ 70 w 580"/>
                <a:gd name="T33" fmla="*/ 1706 h 1724"/>
                <a:gd name="T34" fmla="*/ 94 w 580"/>
                <a:gd name="T35" fmla="*/ 1712 h 1724"/>
                <a:gd name="T36" fmla="*/ 120 w 580"/>
                <a:gd name="T37" fmla="*/ 1716 h 1724"/>
                <a:gd name="T38" fmla="*/ 154 w 580"/>
                <a:gd name="T39" fmla="*/ 1720 h 1724"/>
                <a:gd name="T40" fmla="*/ 194 w 580"/>
                <a:gd name="T41" fmla="*/ 1724 h 1724"/>
                <a:gd name="T42" fmla="*/ 236 w 580"/>
                <a:gd name="T43" fmla="*/ 1722 h 1724"/>
                <a:gd name="T44" fmla="*/ 258 w 580"/>
                <a:gd name="T45" fmla="*/ 1720 h 1724"/>
                <a:gd name="T46" fmla="*/ 280 w 580"/>
                <a:gd name="T47" fmla="*/ 1718 h 1724"/>
                <a:gd name="T48" fmla="*/ 302 w 580"/>
                <a:gd name="T49" fmla="*/ 1712 h 1724"/>
                <a:gd name="T50" fmla="*/ 324 w 580"/>
                <a:gd name="T51" fmla="*/ 1706 h 1724"/>
                <a:gd name="T52" fmla="*/ 324 w 580"/>
                <a:gd name="T53" fmla="*/ 1706 h 1724"/>
                <a:gd name="T54" fmla="*/ 386 w 580"/>
                <a:gd name="T55" fmla="*/ 1020 h 1724"/>
                <a:gd name="T56" fmla="*/ 430 w 580"/>
                <a:gd name="T57" fmla="*/ 522 h 1724"/>
                <a:gd name="T58" fmla="*/ 444 w 580"/>
                <a:gd name="T59" fmla="*/ 342 h 1724"/>
                <a:gd name="T60" fmla="*/ 448 w 580"/>
                <a:gd name="T61" fmla="*/ 280 h 1724"/>
                <a:gd name="T62" fmla="*/ 448 w 580"/>
                <a:gd name="T63" fmla="*/ 244 h 1724"/>
                <a:gd name="T64" fmla="*/ 448 w 580"/>
                <a:gd name="T65" fmla="*/ 244 h 1724"/>
                <a:gd name="T66" fmla="*/ 450 w 580"/>
                <a:gd name="T67" fmla="*/ 222 h 1724"/>
                <a:gd name="T68" fmla="*/ 454 w 580"/>
                <a:gd name="T69" fmla="*/ 198 h 1724"/>
                <a:gd name="T70" fmla="*/ 460 w 580"/>
                <a:gd name="T71" fmla="*/ 176 h 1724"/>
                <a:gd name="T72" fmla="*/ 470 w 580"/>
                <a:gd name="T73" fmla="*/ 156 h 1724"/>
                <a:gd name="T74" fmla="*/ 480 w 580"/>
                <a:gd name="T75" fmla="*/ 134 h 1724"/>
                <a:gd name="T76" fmla="*/ 490 w 580"/>
                <a:gd name="T77" fmla="*/ 114 h 1724"/>
                <a:gd name="T78" fmla="*/ 514 w 580"/>
                <a:gd name="T79" fmla="*/ 78 h 1724"/>
                <a:gd name="T80" fmla="*/ 538 w 580"/>
                <a:gd name="T81" fmla="*/ 48 h 1724"/>
                <a:gd name="T82" fmla="*/ 558 w 580"/>
                <a:gd name="T83" fmla="*/ 24 h 1724"/>
                <a:gd name="T84" fmla="*/ 580 w 580"/>
                <a:gd name="T85" fmla="*/ 4 h 1724"/>
                <a:gd name="T86" fmla="*/ 580 w 580"/>
                <a:gd name="T87" fmla="*/ 4 h 1724"/>
                <a:gd name="T88" fmla="*/ 496 w 580"/>
                <a:gd name="T89" fmla="*/ 0 h 1724"/>
                <a:gd name="T90" fmla="*/ 412 w 580"/>
                <a:gd name="T91" fmla="*/ 0 h 1724"/>
                <a:gd name="T92" fmla="*/ 362 w 580"/>
                <a:gd name="T93" fmla="*/ 2 h 1724"/>
                <a:gd name="T94" fmla="*/ 312 w 580"/>
                <a:gd name="T95" fmla="*/ 4 h 1724"/>
                <a:gd name="T96" fmla="*/ 260 w 580"/>
                <a:gd name="T97" fmla="*/ 8 h 1724"/>
                <a:gd name="T98" fmla="*/ 210 w 580"/>
                <a:gd name="T99" fmla="*/ 14 h 1724"/>
                <a:gd name="T100" fmla="*/ 160 w 580"/>
                <a:gd name="T101" fmla="*/ 22 h 1724"/>
                <a:gd name="T102" fmla="*/ 116 w 580"/>
                <a:gd name="T103" fmla="*/ 30 h 1724"/>
                <a:gd name="T104" fmla="*/ 76 w 580"/>
                <a:gd name="T105" fmla="*/ 44 h 1724"/>
                <a:gd name="T106" fmla="*/ 58 w 580"/>
                <a:gd name="T107" fmla="*/ 50 h 1724"/>
                <a:gd name="T108" fmla="*/ 42 w 580"/>
                <a:gd name="T109" fmla="*/ 58 h 1724"/>
                <a:gd name="T110" fmla="*/ 28 w 580"/>
                <a:gd name="T111" fmla="*/ 68 h 1724"/>
                <a:gd name="T112" fmla="*/ 16 w 580"/>
                <a:gd name="T113" fmla="*/ 76 h 1724"/>
                <a:gd name="T114" fmla="*/ 8 w 580"/>
                <a:gd name="T115" fmla="*/ 88 h 1724"/>
                <a:gd name="T116" fmla="*/ 0 w 580"/>
                <a:gd name="T117" fmla="*/ 98 h 1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80" h="1724">
                  <a:moveTo>
                    <a:pt x="0" y="98"/>
                  </a:moveTo>
                  <a:lnTo>
                    <a:pt x="0" y="98"/>
                  </a:lnTo>
                  <a:lnTo>
                    <a:pt x="6" y="142"/>
                  </a:lnTo>
                  <a:lnTo>
                    <a:pt x="22" y="258"/>
                  </a:lnTo>
                  <a:lnTo>
                    <a:pt x="40" y="436"/>
                  </a:lnTo>
                  <a:lnTo>
                    <a:pt x="50" y="544"/>
                  </a:lnTo>
                  <a:lnTo>
                    <a:pt x="60" y="660"/>
                  </a:lnTo>
                  <a:lnTo>
                    <a:pt x="70" y="784"/>
                  </a:lnTo>
                  <a:lnTo>
                    <a:pt x="78" y="914"/>
                  </a:lnTo>
                  <a:lnTo>
                    <a:pt x="84" y="1048"/>
                  </a:lnTo>
                  <a:lnTo>
                    <a:pt x="88" y="1182"/>
                  </a:lnTo>
                  <a:lnTo>
                    <a:pt x="90" y="1318"/>
                  </a:lnTo>
                  <a:lnTo>
                    <a:pt x="86" y="1452"/>
                  </a:lnTo>
                  <a:lnTo>
                    <a:pt x="80" y="1582"/>
                  </a:lnTo>
                  <a:lnTo>
                    <a:pt x="76" y="1644"/>
                  </a:lnTo>
                  <a:lnTo>
                    <a:pt x="70" y="1706"/>
                  </a:lnTo>
                  <a:lnTo>
                    <a:pt x="70" y="1706"/>
                  </a:lnTo>
                  <a:lnTo>
                    <a:pt x="94" y="1712"/>
                  </a:lnTo>
                  <a:lnTo>
                    <a:pt x="120" y="1716"/>
                  </a:lnTo>
                  <a:lnTo>
                    <a:pt x="154" y="1720"/>
                  </a:lnTo>
                  <a:lnTo>
                    <a:pt x="194" y="1724"/>
                  </a:lnTo>
                  <a:lnTo>
                    <a:pt x="236" y="1722"/>
                  </a:lnTo>
                  <a:lnTo>
                    <a:pt x="258" y="1720"/>
                  </a:lnTo>
                  <a:lnTo>
                    <a:pt x="280" y="1718"/>
                  </a:lnTo>
                  <a:lnTo>
                    <a:pt x="302" y="1712"/>
                  </a:lnTo>
                  <a:lnTo>
                    <a:pt x="324" y="1706"/>
                  </a:lnTo>
                  <a:lnTo>
                    <a:pt x="324" y="1706"/>
                  </a:lnTo>
                  <a:lnTo>
                    <a:pt x="386" y="1020"/>
                  </a:lnTo>
                  <a:lnTo>
                    <a:pt x="430" y="522"/>
                  </a:lnTo>
                  <a:lnTo>
                    <a:pt x="444" y="342"/>
                  </a:lnTo>
                  <a:lnTo>
                    <a:pt x="448" y="280"/>
                  </a:lnTo>
                  <a:lnTo>
                    <a:pt x="448" y="244"/>
                  </a:lnTo>
                  <a:lnTo>
                    <a:pt x="448" y="244"/>
                  </a:lnTo>
                  <a:lnTo>
                    <a:pt x="450" y="222"/>
                  </a:lnTo>
                  <a:lnTo>
                    <a:pt x="454" y="198"/>
                  </a:lnTo>
                  <a:lnTo>
                    <a:pt x="460" y="176"/>
                  </a:lnTo>
                  <a:lnTo>
                    <a:pt x="470" y="156"/>
                  </a:lnTo>
                  <a:lnTo>
                    <a:pt x="480" y="134"/>
                  </a:lnTo>
                  <a:lnTo>
                    <a:pt x="490" y="114"/>
                  </a:lnTo>
                  <a:lnTo>
                    <a:pt x="514" y="78"/>
                  </a:lnTo>
                  <a:lnTo>
                    <a:pt x="538" y="48"/>
                  </a:lnTo>
                  <a:lnTo>
                    <a:pt x="558" y="24"/>
                  </a:lnTo>
                  <a:lnTo>
                    <a:pt x="580" y="4"/>
                  </a:lnTo>
                  <a:lnTo>
                    <a:pt x="580" y="4"/>
                  </a:lnTo>
                  <a:lnTo>
                    <a:pt x="496" y="0"/>
                  </a:lnTo>
                  <a:lnTo>
                    <a:pt x="412" y="0"/>
                  </a:lnTo>
                  <a:lnTo>
                    <a:pt x="362" y="2"/>
                  </a:lnTo>
                  <a:lnTo>
                    <a:pt x="312" y="4"/>
                  </a:lnTo>
                  <a:lnTo>
                    <a:pt x="260" y="8"/>
                  </a:lnTo>
                  <a:lnTo>
                    <a:pt x="210" y="14"/>
                  </a:lnTo>
                  <a:lnTo>
                    <a:pt x="160" y="22"/>
                  </a:lnTo>
                  <a:lnTo>
                    <a:pt x="116" y="30"/>
                  </a:lnTo>
                  <a:lnTo>
                    <a:pt x="76" y="44"/>
                  </a:lnTo>
                  <a:lnTo>
                    <a:pt x="58" y="50"/>
                  </a:lnTo>
                  <a:lnTo>
                    <a:pt x="42" y="58"/>
                  </a:lnTo>
                  <a:lnTo>
                    <a:pt x="28" y="68"/>
                  </a:lnTo>
                  <a:lnTo>
                    <a:pt x="16" y="76"/>
                  </a:lnTo>
                  <a:lnTo>
                    <a:pt x="8" y="88"/>
                  </a:lnTo>
                  <a:lnTo>
                    <a:pt x="0" y="9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65" name="任意多边形 64"/>
            <p:cNvSpPr/>
            <p:nvPr>
              <p:custDataLst>
                <p:tags r:id="rId64"/>
              </p:custDataLst>
            </p:nvPr>
          </p:nvSpPr>
          <p:spPr bwMode="auto">
            <a:xfrm>
              <a:off x="2818" y="4653"/>
              <a:ext cx="418" cy="2066"/>
            </a:xfrm>
            <a:custGeom>
              <a:avLst/>
              <a:gdLst>
                <a:gd name="T0" fmla="*/ 346 w 348"/>
                <a:gd name="T1" fmla="*/ 24 h 1722"/>
                <a:gd name="T2" fmla="*/ 346 w 348"/>
                <a:gd name="T3" fmla="*/ 24 h 1722"/>
                <a:gd name="T4" fmla="*/ 346 w 348"/>
                <a:gd name="T5" fmla="*/ 64 h 1722"/>
                <a:gd name="T6" fmla="*/ 348 w 348"/>
                <a:gd name="T7" fmla="*/ 178 h 1722"/>
                <a:gd name="T8" fmla="*/ 348 w 348"/>
                <a:gd name="T9" fmla="*/ 354 h 1722"/>
                <a:gd name="T10" fmla="*/ 344 w 348"/>
                <a:gd name="T11" fmla="*/ 460 h 1722"/>
                <a:gd name="T12" fmla="*/ 340 w 348"/>
                <a:gd name="T13" fmla="*/ 578 h 1722"/>
                <a:gd name="T14" fmla="*/ 334 w 348"/>
                <a:gd name="T15" fmla="*/ 704 h 1722"/>
                <a:gd name="T16" fmla="*/ 326 w 348"/>
                <a:gd name="T17" fmla="*/ 838 h 1722"/>
                <a:gd name="T18" fmla="*/ 314 w 348"/>
                <a:gd name="T19" fmla="*/ 978 h 1722"/>
                <a:gd name="T20" fmla="*/ 298 w 348"/>
                <a:gd name="T21" fmla="*/ 1124 h 1722"/>
                <a:gd name="T22" fmla="*/ 280 w 348"/>
                <a:gd name="T23" fmla="*/ 1270 h 1722"/>
                <a:gd name="T24" fmla="*/ 256 w 348"/>
                <a:gd name="T25" fmla="*/ 1420 h 1722"/>
                <a:gd name="T26" fmla="*/ 244 w 348"/>
                <a:gd name="T27" fmla="*/ 1494 h 1722"/>
                <a:gd name="T28" fmla="*/ 228 w 348"/>
                <a:gd name="T29" fmla="*/ 1568 h 1722"/>
                <a:gd name="T30" fmla="*/ 214 w 348"/>
                <a:gd name="T31" fmla="*/ 1642 h 1722"/>
                <a:gd name="T32" fmla="*/ 196 w 348"/>
                <a:gd name="T33" fmla="*/ 1714 h 1722"/>
                <a:gd name="T34" fmla="*/ 196 w 348"/>
                <a:gd name="T35" fmla="*/ 1714 h 1722"/>
                <a:gd name="T36" fmla="*/ 178 w 348"/>
                <a:gd name="T37" fmla="*/ 1718 h 1722"/>
                <a:gd name="T38" fmla="*/ 158 w 348"/>
                <a:gd name="T39" fmla="*/ 1722 h 1722"/>
                <a:gd name="T40" fmla="*/ 132 w 348"/>
                <a:gd name="T41" fmla="*/ 1722 h 1722"/>
                <a:gd name="T42" fmla="*/ 100 w 348"/>
                <a:gd name="T43" fmla="*/ 1722 h 1722"/>
                <a:gd name="T44" fmla="*/ 68 w 348"/>
                <a:gd name="T45" fmla="*/ 1718 h 1722"/>
                <a:gd name="T46" fmla="*/ 50 w 348"/>
                <a:gd name="T47" fmla="*/ 1714 h 1722"/>
                <a:gd name="T48" fmla="*/ 34 w 348"/>
                <a:gd name="T49" fmla="*/ 1710 h 1722"/>
                <a:gd name="T50" fmla="*/ 16 w 348"/>
                <a:gd name="T51" fmla="*/ 1702 h 1722"/>
                <a:gd name="T52" fmla="*/ 0 w 348"/>
                <a:gd name="T53" fmla="*/ 1694 h 1722"/>
                <a:gd name="T54" fmla="*/ 0 w 348"/>
                <a:gd name="T55" fmla="*/ 1694 h 1722"/>
                <a:gd name="T56" fmla="*/ 20 w 348"/>
                <a:gd name="T57" fmla="*/ 1246 h 1722"/>
                <a:gd name="T58" fmla="*/ 34 w 348"/>
                <a:gd name="T59" fmla="*/ 906 h 1722"/>
                <a:gd name="T60" fmla="*/ 38 w 348"/>
                <a:gd name="T61" fmla="*/ 770 h 1722"/>
                <a:gd name="T62" fmla="*/ 40 w 348"/>
                <a:gd name="T63" fmla="*/ 680 h 1722"/>
                <a:gd name="T64" fmla="*/ 40 w 348"/>
                <a:gd name="T65" fmla="*/ 680 h 1722"/>
                <a:gd name="T66" fmla="*/ 42 w 348"/>
                <a:gd name="T67" fmla="*/ 608 h 1722"/>
                <a:gd name="T68" fmla="*/ 48 w 348"/>
                <a:gd name="T69" fmla="*/ 520 h 1722"/>
                <a:gd name="T70" fmla="*/ 56 w 348"/>
                <a:gd name="T71" fmla="*/ 422 h 1722"/>
                <a:gd name="T72" fmla="*/ 66 w 348"/>
                <a:gd name="T73" fmla="*/ 322 h 1722"/>
                <a:gd name="T74" fmla="*/ 78 w 348"/>
                <a:gd name="T75" fmla="*/ 230 h 1722"/>
                <a:gd name="T76" fmla="*/ 88 w 348"/>
                <a:gd name="T77" fmla="*/ 148 h 1722"/>
                <a:gd name="T78" fmla="*/ 98 w 348"/>
                <a:gd name="T79" fmla="*/ 90 h 1722"/>
                <a:gd name="T80" fmla="*/ 104 w 348"/>
                <a:gd name="T81" fmla="*/ 58 h 1722"/>
                <a:gd name="T82" fmla="*/ 104 w 348"/>
                <a:gd name="T83" fmla="*/ 58 h 1722"/>
                <a:gd name="T84" fmla="*/ 108 w 348"/>
                <a:gd name="T85" fmla="*/ 52 h 1722"/>
                <a:gd name="T86" fmla="*/ 116 w 348"/>
                <a:gd name="T87" fmla="*/ 44 h 1722"/>
                <a:gd name="T88" fmla="*/ 124 w 348"/>
                <a:gd name="T89" fmla="*/ 36 h 1722"/>
                <a:gd name="T90" fmla="*/ 136 w 348"/>
                <a:gd name="T91" fmla="*/ 30 h 1722"/>
                <a:gd name="T92" fmla="*/ 164 w 348"/>
                <a:gd name="T93" fmla="*/ 16 h 1722"/>
                <a:gd name="T94" fmla="*/ 180 w 348"/>
                <a:gd name="T95" fmla="*/ 10 h 1722"/>
                <a:gd name="T96" fmla="*/ 196 w 348"/>
                <a:gd name="T97" fmla="*/ 6 h 1722"/>
                <a:gd name="T98" fmla="*/ 214 w 348"/>
                <a:gd name="T99" fmla="*/ 2 h 1722"/>
                <a:gd name="T100" fmla="*/ 234 w 348"/>
                <a:gd name="T101" fmla="*/ 0 h 1722"/>
                <a:gd name="T102" fmla="*/ 252 w 348"/>
                <a:gd name="T103" fmla="*/ 0 h 1722"/>
                <a:gd name="T104" fmla="*/ 272 w 348"/>
                <a:gd name="T105" fmla="*/ 0 h 1722"/>
                <a:gd name="T106" fmla="*/ 290 w 348"/>
                <a:gd name="T107" fmla="*/ 2 h 1722"/>
                <a:gd name="T108" fmla="*/ 310 w 348"/>
                <a:gd name="T109" fmla="*/ 8 h 1722"/>
                <a:gd name="T110" fmla="*/ 328 w 348"/>
                <a:gd name="T111" fmla="*/ 14 h 1722"/>
                <a:gd name="T112" fmla="*/ 346 w 348"/>
                <a:gd name="T113" fmla="*/ 24 h 1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48" h="1722">
                  <a:moveTo>
                    <a:pt x="346" y="24"/>
                  </a:moveTo>
                  <a:lnTo>
                    <a:pt x="346" y="24"/>
                  </a:lnTo>
                  <a:lnTo>
                    <a:pt x="346" y="64"/>
                  </a:lnTo>
                  <a:lnTo>
                    <a:pt x="348" y="178"/>
                  </a:lnTo>
                  <a:lnTo>
                    <a:pt x="348" y="354"/>
                  </a:lnTo>
                  <a:lnTo>
                    <a:pt x="344" y="460"/>
                  </a:lnTo>
                  <a:lnTo>
                    <a:pt x="340" y="578"/>
                  </a:lnTo>
                  <a:lnTo>
                    <a:pt x="334" y="704"/>
                  </a:lnTo>
                  <a:lnTo>
                    <a:pt x="326" y="838"/>
                  </a:lnTo>
                  <a:lnTo>
                    <a:pt x="314" y="978"/>
                  </a:lnTo>
                  <a:lnTo>
                    <a:pt x="298" y="1124"/>
                  </a:lnTo>
                  <a:lnTo>
                    <a:pt x="280" y="1270"/>
                  </a:lnTo>
                  <a:lnTo>
                    <a:pt x="256" y="1420"/>
                  </a:lnTo>
                  <a:lnTo>
                    <a:pt x="244" y="1494"/>
                  </a:lnTo>
                  <a:lnTo>
                    <a:pt x="228" y="1568"/>
                  </a:lnTo>
                  <a:lnTo>
                    <a:pt x="214" y="1642"/>
                  </a:lnTo>
                  <a:lnTo>
                    <a:pt x="196" y="1714"/>
                  </a:lnTo>
                  <a:lnTo>
                    <a:pt x="196" y="1714"/>
                  </a:lnTo>
                  <a:lnTo>
                    <a:pt x="178" y="1718"/>
                  </a:lnTo>
                  <a:lnTo>
                    <a:pt x="158" y="1722"/>
                  </a:lnTo>
                  <a:lnTo>
                    <a:pt x="132" y="1722"/>
                  </a:lnTo>
                  <a:lnTo>
                    <a:pt x="100" y="1722"/>
                  </a:lnTo>
                  <a:lnTo>
                    <a:pt x="68" y="1718"/>
                  </a:lnTo>
                  <a:lnTo>
                    <a:pt x="50" y="1714"/>
                  </a:lnTo>
                  <a:lnTo>
                    <a:pt x="34" y="1710"/>
                  </a:lnTo>
                  <a:lnTo>
                    <a:pt x="16" y="1702"/>
                  </a:lnTo>
                  <a:lnTo>
                    <a:pt x="0" y="1694"/>
                  </a:lnTo>
                  <a:lnTo>
                    <a:pt x="0" y="1694"/>
                  </a:lnTo>
                  <a:lnTo>
                    <a:pt x="20" y="1246"/>
                  </a:lnTo>
                  <a:lnTo>
                    <a:pt x="34" y="906"/>
                  </a:lnTo>
                  <a:lnTo>
                    <a:pt x="38" y="770"/>
                  </a:lnTo>
                  <a:lnTo>
                    <a:pt x="40" y="680"/>
                  </a:lnTo>
                  <a:lnTo>
                    <a:pt x="40" y="680"/>
                  </a:lnTo>
                  <a:lnTo>
                    <a:pt x="42" y="608"/>
                  </a:lnTo>
                  <a:lnTo>
                    <a:pt x="48" y="520"/>
                  </a:lnTo>
                  <a:lnTo>
                    <a:pt x="56" y="422"/>
                  </a:lnTo>
                  <a:lnTo>
                    <a:pt x="66" y="322"/>
                  </a:lnTo>
                  <a:lnTo>
                    <a:pt x="78" y="230"/>
                  </a:lnTo>
                  <a:lnTo>
                    <a:pt x="88" y="148"/>
                  </a:lnTo>
                  <a:lnTo>
                    <a:pt x="98" y="90"/>
                  </a:lnTo>
                  <a:lnTo>
                    <a:pt x="104" y="58"/>
                  </a:lnTo>
                  <a:lnTo>
                    <a:pt x="104" y="58"/>
                  </a:lnTo>
                  <a:lnTo>
                    <a:pt x="108" y="52"/>
                  </a:lnTo>
                  <a:lnTo>
                    <a:pt x="116" y="44"/>
                  </a:lnTo>
                  <a:lnTo>
                    <a:pt x="124" y="36"/>
                  </a:lnTo>
                  <a:lnTo>
                    <a:pt x="136" y="30"/>
                  </a:lnTo>
                  <a:lnTo>
                    <a:pt x="164" y="16"/>
                  </a:lnTo>
                  <a:lnTo>
                    <a:pt x="180" y="10"/>
                  </a:lnTo>
                  <a:lnTo>
                    <a:pt x="196" y="6"/>
                  </a:lnTo>
                  <a:lnTo>
                    <a:pt x="214" y="2"/>
                  </a:lnTo>
                  <a:lnTo>
                    <a:pt x="234" y="0"/>
                  </a:lnTo>
                  <a:lnTo>
                    <a:pt x="252" y="0"/>
                  </a:lnTo>
                  <a:lnTo>
                    <a:pt x="272" y="0"/>
                  </a:lnTo>
                  <a:lnTo>
                    <a:pt x="290" y="2"/>
                  </a:lnTo>
                  <a:lnTo>
                    <a:pt x="310" y="8"/>
                  </a:lnTo>
                  <a:lnTo>
                    <a:pt x="328" y="14"/>
                  </a:lnTo>
                  <a:lnTo>
                    <a:pt x="346" y="24"/>
                  </a:lnTo>
                  <a:close/>
                </a:path>
              </a:pathLst>
            </a:custGeom>
            <a:solidFill>
              <a:srgbClr val="474C4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66" name="任意多边形 65"/>
            <p:cNvSpPr/>
            <p:nvPr>
              <p:custDataLst>
                <p:tags r:id="rId65"/>
              </p:custDataLst>
            </p:nvPr>
          </p:nvSpPr>
          <p:spPr bwMode="auto">
            <a:xfrm>
              <a:off x="2818" y="4653"/>
              <a:ext cx="418" cy="2066"/>
            </a:xfrm>
            <a:custGeom>
              <a:avLst/>
              <a:gdLst>
                <a:gd name="T0" fmla="*/ 346 w 348"/>
                <a:gd name="T1" fmla="*/ 24 h 1722"/>
                <a:gd name="T2" fmla="*/ 346 w 348"/>
                <a:gd name="T3" fmla="*/ 24 h 1722"/>
                <a:gd name="T4" fmla="*/ 346 w 348"/>
                <a:gd name="T5" fmla="*/ 64 h 1722"/>
                <a:gd name="T6" fmla="*/ 348 w 348"/>
                <a:gd name="T7" fmla="*/ 178 h 1722"/>
                <a:gd name="T8" fmla="*/ 348 w 348"/>
                <a:gd name="T9" fmla="*/ 354 h 1722"/>
                <a:gd name="T10" fmla="*/ 344 w 348"/>
                <a:gd name="T11" fmla="*/ 460 h 1722"/>
                <a:gd name="T12" fmla="*/ 340 w 348"/>
                <a:gd name="T13" fmla="*/ 578 h 1722"/>
                <a:gd name="T14" fmla="*/ 334 w 348"/>
                <a:gd name="T15" fmla="*/ 704 h 1722"/>
                <a:gd name="T16" fmla="*/ 326 w 348"/>
                <a:gd name="T17" fmla="*/ 838 h 1722"/>
                <a:gd name="T18" fmla="*/ 314 w 348"/>
                <a:gd name="T19" fmla="*/ 978 h 1722"/>
                <a:gd name="T20" fmla="*/ 298 w 348"/>
                <a:gd name="T21" fmla="*/ 1124 h 1722"/>
                <a:gd name="T22" fmla="*/ 280 w 348"/>
                <a:gd name="T23" fmla="*/ 1270 h 1722"/>
                <a:gd name="T24" fmla="*/ 256 w 348"/>
                <a:gd name="T25" fmla="*/ 1420 h 1722"/>
                <a:gd name="T26" fmla="*/ 244 w 348"/>
                <a:gd name="T27" fmla="*/ 1494 h 1722"/>
                <a:gd name="T28" fmla="*/ 228 w 348"/>
                <a:gd name="T29" fmla="*/ 1568 h 1722"/>
                <a:gd name="T30" fmla="*/ 214 w 348"/>
                <a:gd name="T31" fmla="*/ 1642 h 1722"/>
                <a:gd name="T32" fmla="*/ 196 w 348"/>
                <a:gd name="T33" fmla="*/ 1714 h 1722"/>
                <a:gd name="T34" fmla="*/ 196 w 348"/>
                <a:gd name="T35" fmla="*/ 1714 h 1722"/>
                <a:gd name="T36" fmla="*/ 178 w 348"/>
                <a:gd name="T37" fmla="*/ 1718 h 1722"/>
                <a:gd name="T38" fmla="*/ 158 w 348"/>
                <a:gd name="T39" fmla="*/ 1722 h 1722"/>
                <a:gd name="T40" fmla="*/ 132 w 348"/>
                <a:gd name="T41" fmla="*/ 1722 h 1722"/>
                <a:gd name="T42" fmla="*/ 100 w 348"/>
                <a:gd name="T43" fmla="*/ 1722 h 1722"/>
                <a:gd name="T44" fmla="*/ 68 w 348"/>
                <a:gd name="T45" fmla="*/ 1718 h 1722"/>
                <a:gd name="T46" fmla="*/ 50 w 348"/>
                <a:gd name="T47" fmla="*/ 1714 h 1722"/>
                <a:gd name="T48" fmla="*/ 34 w 348"/>
                <a:gd name="T49" fmla="*/ 1710 h 1722"/>
                <a:gd name="T50" fmla="*/ 16 w 348"/>
                <a:gd name="T51" fmla="*/ 1702 h 1722"/>
                <a:gd name="T52" fmla="*/ 0 w 348"/>
                <a:gd name="T53" fmla="*/ 1694 h 1722"/>
                <a:gd name="T54" fmla="*/ 0 w 348"/>
                <a:gd name="T55" fmla="*/ 1694 h 1722"/>
                <a:gd name="T56" fmla="*/ 20 w 348"/>
                <a:gd name="T57" fmla="*/ 1246 h 1722"/>
                <a:gd name="T58" fmla="*/ 34 w 348"/>
                <a:gd name="T59" fmla="*/ 906 h 1722"/>
                <a:gd name="T60" fmla="*/ 38 w 348"/>
                <a:gd name="T61" fmla="*/ 770 h 1722"/>
                <a:gd name="T62" fmla="*/ 40 w 348"/>
                <a:gd name="T63" fmla="*/ 680 h 1722"/>
                <a:gd name="T64" fmla="*/ 40 w 348"/>
                <a:gd name="T65" fmla="*/ 680 h 1722"/>
                <a:gd name="T66" fmla="*/ 42 w 348"/>
                <a:gd name="T67" fmla="*/ 608 h 1722"/>
                <a:gd name="T68" fmla="*/ 48 w 348"/>
                <a:gd name="T69" fmla="*/ 520 h 1722"/>
                <a:gd name="T70" fmla="*/ 56 w 348"/>
                <a:gd name="T71" fmla="*/ 422 h 1722"/>
                <a:gd name="T72" fmla="*/ 66 w 348"/>
                <a:gd name="T73" fmla="*/ 322 h 1722"/>
                <a:gd name="T74" fmla="*/ 78 w 348"/>
                <a:gd name="T75" fmla="*/ 230 h 1722"/>
                <a:gd name="T76" fmla="*/ 88 w 348"/>
                <a:gd name="T77" fmla="*/ 148 h 1722"/>
                <a:gd name="T78" fmla="*/ 98 w 348"/>
                <a:gd name="T79" fmla="*/ 90 h 1722"/>
                <a:gd name="T80" fmla="*/ 104 w 348"/>
                <a:gd name="T81" fmla="*/ 58 h 1722"/>
                <a:gd name="T82" fmla="*/ 104 w 348"/>
                <a:gd name="T83" fmla="*/ 58 h 1722"/>
                <a:gd name="T84" fmla="*/ 108 w 348"/>
                <a:gd name="T85" fmla="*/ 52 h 1722"/>
                <a:gd name="T86" fmla="*/ 116 w 348"/>
                <a:gd name="T87" fmla="*/ 44 h 1722"/>
                <a:gd name="T88" fmla="*/ 124 w 348"/>
                <a:gd name="T89" fmla="*/ 36 h 1722"/>
                <a:gd name="T90" fmla="*/ 136 w 348"/>
                <a:gd name="T91" fmla="*/ 30 h 1722"/>
                <a:gd name="T92" fmla="*/ 164 w 348"/>
                <a:gd name="T93" fmla="*/ 16 h 1722"/>
                <a:gd name="T94" fmla="*/ 180 w 348"/>
                <a:gd name="T95" fmla="*/ 10 h 1722"/>
                <a:gd name="T96" fmla="*/ 196 w 348"/>
                <a:gd name="T97" fmla="*/ 6 h 1722"/>
                <a:gd name="T98" fmla="*/ 214 w 348"/>
                <a:gd name="T99" fmla="*/ 2 h 1722"/>
                <a:gd name="T100" fmla="*/ 234 w 348"/>
                <a:gd name="T101" fmla="*/ 0 h 1722"/>
                <a:gd name="T102" fmla="*/ 252 w 348"/>
                <a:gd name="T103" fmla="*/ 0 h 1722"/>
                <a:gd name="T104" fmla="*/ 272 w 348"/>
                <a:gd name="T105" fmla="*/ 0 h 1722"/>
                <a:gd name="T106" fmla="*/ 290 w 348"/>
                <a:gd name="T107" fmla="*/ 2 h 1722"/>
                <a:gd name="T108" fmla="*/ 310 w 348"/>
                <a:gd name="T109" fmla="*/ 8 h 1722"/>
                <a:gd name="T110" fmla="*/ 328 w 348"/>
                <a:gd name="T111" fmla="*/ 14 h 1722"/>
                <a:gd name="T112" fmla="*/ 346 w 348"/>
                <a:gd name="T113" fmla="*/ 24 h 1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48" h="1722">
                  <a:moveTo>
                    <a:pt x="346" y="24"/>
                  </a:moveTo>
                  <a:lnTo>
                    <a:pt x="346" y="24"/>
                  </a:lnTo>
                  <a:lnTo>
                    <a:pt x="346" y="64"/>
                  </a:lnTo>
                  <a:lnTo>
                    <a:pt x="348" y="178"/>
                  </a:lnTo>
                  <a:lnTo>
                    <a:pt x="348" y="354"/>
                  </a:lnTo>
                  <a:lnTo>
                    <a:pt x="344" y="460"/>
                  </a:lnTo>
                  <a:lnTo>
                    <a:pt x="340" y="578"/>
                  </a:lnTo>
                  <a:lnTo>
                    <a:pt x="334" y="704"/>
                  </a:lnTo>
                  <a:lnTo>
                    <a:pt x="326" y="838"/>
                  </a:lnTo>
                  <a:lnTo>
                    <a:pt x="314" y="978"/>
                  </a:lnTo>
                  <a:lnTo>
                    <a:pt x="298" y="1124"/>
                  </a:lnTo>
                  <a:lnTo>
                    <a:pt x="280" y="1270"/>
                  </a:lnTo>
                  <a:lnTo>
                    <a:pt x="256" y="1420"/>
                  </a:lnTo>
                  <a:lnTo>
                    <a:pt x="244" y="1494"/>
                  </a:lnTo>
                  <a:lnTo>
                    <a:pt x="228" y="1568"/>
                  </a:lnTo>
                  <a:lnTo>
                    <a:pt x="214" y="1642"/>
                  </a:lnTo>
                  <a:lnTo>
                    <a:pt x="196" y="1714"/>
                  </a:lnTo>
                  <a:lnTo>
                    <a:pt x="196" y="1714"/>
                  </a:lnTo>
                  <a:lnTo>
                    <a:pt x="178" y="1718"/>
                  </a:lnTo>
                  <a:lnTo>
                    <a:pt x="158" y="1722"/>
                  </a:lnTo>
                  <a:lnTo>
                    <a:pt x="132" y="1722"/>
                  </a:lnTo>
                  <a:lnTo>
                    <a:pt x="100" y="1722"/>
                  </a:lnTo>
                  <a:lnTo>
                    <a:pt x="68" y="1718"/>
                  </a:lnTo>
                  <a:lnTo>
                    <a:pt x="50" y="1714"/>
                  </a:lnTo>
                  <a:lnTo>
                    <a:pt x="34" y="1710"/>
                  </a:lnTo>
                  <a:lnTo>
                    <a:pt x="16" y="1702"/>
                  </a:lnTo>
                  <a:lnTo>
                    <a:pt x="0" y="1694"/>
                  </a:lnTo>
                  <a:lnTo>
                    <a:pt x="0" y="1694"/>
                  </a:lnTo>
                  <a:lnTo>
                    <a:pt x="20" y="1246"/>
                  </a:lnTo>
                  <a:lnTo>
                    <a:pt x="34" y="906"/>
                  </a:lnTo>
                  <a:lnTo>
                    <a:pt x="38" y="770"/>
                  </a:lnTo>
                  <a:lnTo>
                    <a:pt x="40" y="680"/>
                  </a:lnTo>
                  <a:lnTo>
                    <a:pt x="40" y="680"/>
                  </a:lnTo>
                  <a:lnTo>
                    <a:pt x="42" y="608"/>
                  </a:lnTo>
                  <a:lnTo>
                    <a:pt x="48" y="520"/>
                  </a:lnTo>
                  <a:lnTo>
                    <a:pt x="56" y="422"/>
                  </a:lnTo>
                  <a:lnTo>
                    <a:pt x="66" y="322"/>
                  </a:lnTo>
                  <a:lnTo>
                    <a:pt x="78" y="230"/>
                  </a:lnTo>
                  <a:lnTo>
                    <a:pt x="88" y="148"/>
                  </a:lnTo>
                  <a:lnTo>
                    <a:pt x="98" y="90"/>
                  </a:lnTo>
                  <a:lnTo>
                    <a:pt x="104" y="58"/>
                  </a:lnTo>
                  <a:lnTo>
                    <a:pt x="104" y="58"/>
                  </a:lnTo>
                  <a:lnTo>
                    <a:pt x="108" y="52"/>
                  </a:lnTo>
                  <a:lnTo>
                    <a:pt x="116" y="44"/>
                  </a:lnTo>
                  <a:lnTo>
                    <a:pt x="124" y="36"/>
                  </a:lnTo>
                  <a:lnTo>
                    <a:pt x="136" y="30"/>
                  </a:lnTo>
                  <a:lnTo>
                    <a:pt x="164" y="16"/>
                  </a:lnTo>
                  <a:lnTo>
                    <a:pt x="180" y="10"/>
                  </a:lnTo>
                  <a:lnTo>
                    <a:pt x="196" y="6"/>
                  </a:lnTo>
                  <a:lnTo>
                    <a:pt x="214" y="2"/>
                  </a:lnTo>
                  <a:lnTo>
                    <a:pt x="234" y="0"/>
                  </a:lnTo>
                  <a:lnTo>
                    <a:pt x="252" y="0"/>
                  </a:lnTo>
                  <a:lnTo>
                    <a:pt x="272" y="0"/>
                  </a:lnTo>
                  <a:lnTo>
                    <a:pt x="290" y="2"/>
                  </a:lnTo>
                  <a:lnTo>
                    <a:pt x="310" y="8"/>
                  </a:lnTo>
                  <a:lnTo>
                    <a:pt x="328" y="14"/>
                  </a:lnTo>
                  <a:lnTo>
                    <a:pt x="346" y="2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67" name="任意多边形 66"/>
            <p:cNvSpPr/>
            <p:nvPr>
              <p:custDataLst>
                <p:tags r:id="rId66"/>
              </p:custDataLst>
            </p:nvPr>
          </p:nvSpPr>
          <p:spPr bwMode="auto">
            <a:xfrm>
              <a:off x="2910" y="4809"/>
              <a:ext cx="170" cy="1716"/>
            </a:xfrm>
            <a:custGeom>
              <a:avLst/>
              <a:gdLst>
                <a:gd name="T0" fmla="*/ 142 w 142"/>
                <a:gd name="T1" fmla="*/ 0 h 1430"/>
                <a:gd name="T2" fmla="*/ 142 w 142"/>
                <a:gd name="T3" fmla="*/ 0 h 1430"/>
                <a:gd name="T4" fmla="*/ 136 w 142"/>
                <a:gd name="T5" fmla="*/ 12 h 1430"/>
                <a:gd name="T6" fmla="*/ 128 w 142"/>
                <a:gd name="T7" fmla="*/ 26 h 1430"/>
                <a:gd name="T8" fmla="*/ 120 w 142"/>
                <a:gd name="T9" fmla="*/ 48 h 1430"/>
                <a:gd name="T10" fmla="*/ 112 w 142"/>
                <a:gd name="T11" fmla="*/ 74 h 1430"/>
                <a:gd name="T12" fmla="*/ 104 w 142"/>
                <a:gd name="T13" fmla="*/ 108 h 1430"/>
                <a:gd name="T14" fmla="*/ 98 w 142"/>
                <a:gd name="T15" fmla="*/ 150 h 1430"/>
                <a:gd name="T16" fmla="*/ 94 w 142"/>
                <a:gd name="T17" fmla="*/ 198 h 1430"/>
                <a:gd name="T18" fmla="*/ 94 w 142"/>
                <a:gd name="T19" fmla="*/ 198 h 1430"/>
                <a:gd name="T20" fmla="*/ 80 w 142"/>
                <a:gd name="T21" fmla="*/ 420 h 1430"/>
                <a:gd name="T22" fmla="*/ 56 w 142"/>
                <a:gd name="T23" fmla="*/ 786 h 1430"/>
                <a:gd name="T24" fmla="*/ 42 w 142"/>
                <a:gd name="T25" fmla="*/ 982 h 1430"/>
                <a:gd name="T26" fmla="*/ 28 w 142"/>
                <a:gd name="T27" fmla="*/ 1166 h 1430"/>
                <a:gd name="T28" fmla="*/ 14 w 142"/>
                <a:gd name="T29" fmla="*/ 1322 h 1430"/>
                <a:gd name="T30" fmla="*/ 6 w 142"/>
                <a:gd name="T31" fmla="*/ 1382 h 1430"/>
                <a:gd name="T32" fmla="*/ 0 w 142"/>
                <a:gd name="T33" fmla="*/ 1430 h 1430"/>
                <a:gd name="T34" fmla="*/ 0 w 142"/>
                <a:gd name="T35" fmla="*/ 1430 h 1430"/>
                <a:gd name="T36" fmla="*/ 38 w 142"/>
                <a:gd name="T37" fmla="*/ 858 h 1430"/>
                <a:gd name="T38" fmla="*/ 62 w 142"/>
                <a:gd name="T39" fmla="*/ 442 h 1430"/>
                <a:gd name="T40" fmla="*/ 70 w 142"/>
                <a:gd name="T41" fmla="*/ 290 h 1430"/>
                <a:gd name="T42" fmla="*/ 72 w 142"/>
                <a:gd name="T43" fmla="*/ 238 h 1430"/>
                <a:gd name="T44" fmla="*/ 72 w 142"/>
                <a:gd name="T45" fmla="*/ 206 h 1430"/>
                <a:gd name="T46" fmla="*/ 72 w 142"/>
                <a:gd name="T47" fmla="*/ 206 h 1430"/>
                <a:gd name="T48" fmla="*/ 72 w 142"/>
                <a:gd name="T49" fmla="*/ 188 h 1430"/>
                <a:gd name="T50" fmla="*/ 72 w 142"/>
                <a:gd name="T51" fmla="*/ 168 h 1430"/>
                <a:gd name="T52" fmla="*/ 78 w 142"/>
                <a:gd name="T53" fmla="*/ 134 h 1430"/>
                <a:gd name="T54" fmla="*/ 88 w 142"/>
                <a:gd name="T55" fmla="*/ 102 h 1430"/>
                <a:gd name="T56" fmla="*/ 100 w 142"/>
                <a:gd name="T57" fmla="*/ 74 h 1430"/>
                <a:gd name="T58" fmla="*/ 112 w 142"/>
                <a:gd name="T59" fmla="*/ 50 h 1430"/>
                <a:gd name="T60" fmla="*/ 124 w 142"/>
                <a:gd name="T61" fmla="*/ 28 h 1430"/>
                <a:gd name="T62" fmla="*/ 142 w 142"/>
                <a:gd name="T63" fmla="*/ 0 h 1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2" h="1430">
                  <a:moveTo>
                    <a:pt x="142" y="0"/>
                  </a:moveTo>
                  <a:lnTo>
                    <a:pt x="142" y="0"/>
                  </a:lnTo>
                  <a:lnTo>
                    <a:pt x="136" y="12"/>
                  </a:lnTo>
                  <a:lnTo>
                    <a:pt x="128" y="26"/>
                  </a:lnTo>
                  <a:lnTo>
                    <a:pt x="120" y="48"/>
                  </a:lnTo>
                  <a:lnTo>
                    <a:pt x="112" y="74"/>
                  </a:lnTo>
                  <a:lnTo>
                    <a:pt x="104" y="108"/>
                  </a:lnTo>
                  <a:lnTo>
                    <a:pt x="98" y="150"/>
                  </a:lnTo>
                  <a:lnTo>
                    <a:pt x="94" y="198"/>
                  </a:lnTo>
                  <a:lnTo>
                    <a:pt x="94" y="198"/>
                  </a:lnTo>
                  <a:lnTo>
                    <a:pt x="80" y="420"/>
                  </a:lnTo>
                  <a:lnTo>
                    <a:pt x="56" y="786"/>
                  </a:lnTo>
                  <a:lnTo>
                    <a:pt x="42" y="982"/>
                  </a:lnTo>
                  <a:lnTo>
                    <a:pt x="28" y="1166"/>
                  </a:lnTo>
                  <a:lnTo>
                    <a:pt x="14" y="1322"/>
                  </a:lnTo>
                  <a:lnTo>
                    <a:pt x="6" y="1382"/>
                  </a:lnTo>
                  <a:lnTo>
                    <a:pt x="0" y="1430"/>
                  </a:lnTo>
                  <a:lnTo>
                    <a:pt x="0" y="1430"/>
                  </a:lnTo>
                  <a:lnTo>
                    <a:pt x="38" y="858"/>
                  </a:lnTo>
                  <a:lnTo>
                    <a:pt x="62" y="442"/>
                  </a:lnTo>
                  <a:lnTo>
                    <a:pt x="70" y="290"/>
                  </a:lnTo>
                  <a:lnTo>
                    <a:pt x="72" y="238"/>
                  </a:lnTo>
                  <a:lnTo>
                    <a:pt x="72" y="206"/>
                  </a:lnTo>
                  <a:lnTo>
                    <a:pt x="72" y="206"/>
                  </a:lnTo>
                  <a:lnTo>
                    <a:pt x="72" y="188"/>
                  </a:lnTo>
                  <a:lnTo>
                    <a:pt x="72" y="168"/>
                  </a:lnTo>
                  <a:lnTo>
                    <a:pt x="78" y="134"/>
                  </a:lnTo>
                  <a:lnTo>
                    <a:pt x="88" y="102"/>
                  </a:lnTo>
                  <a:lnTo>
                    <a:pt x="100" y="74"/>
                  </a:lnTo>
                  <a:lnTo>
                    <a:pt x="112" y="50"/>
                  </a:lnTo>
                  <a:lnTo>
                    <a:pt x="124" y="28"/>
                  </a:lnTo>
                  <a:lnTo>
                    <a:pt x="142" y="0"/>
                  </a:lnTo>
                  <a:close/>
                </a:path>
              </a:pathLst>
            </a:custGeom>
            <a:solidFill>
              <a:srgbClr val="24272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68" name="任意多边形 67"/>
            <p:cNvSpPr/>
            <p:nvPr>
              <p:custDataLst>
                <p:tags r:id="rId67"/>
              </p:custDataLst>
            </p:nvPr>
          </p:nvSpPr>
          <p:spPr bwMode="auto">
            <a:xfrm>
              <a:off x="2910" y="4809"/>
              <a:ext cx="170" cy="1716"/>
            </a:xfrm>
            <a:custGeom>
              <a:avLst/>
              <a:gdLst>
                <a:gd name="T0" fmla="*/ 142 w 142"/>
                <a:gd name="T1" fmla="*/ 0 h 1430"/>
                <a:gd name="T2" fmla="*/ 142 w 142"/>
                <a:gd name="T3" fmla="*/ 0 h 1430"/>
                <a:gd name="T4" fmla="*/ 136 w 142"/>
                <a:gd name="T5" fmla="*/ 12 h 1430"/>
                <a:gd name="T6" fmla="*/ 128 w 142"/>
                <a:gd name="T7" fmla="*/ 26 h 1430"/>
                <a:gd name="T8" fmla="*/ 120 w 142"/>
                <a:gd name="T9" fmla="*/ 48 h 1430"/>
                <a:gd name="T10" fmla="*/ 112 w 142"/>
                <a:gd name="T11" fmla="*/ 74 h 1430"/>
                <a:gd name="T12" fmla="*/ 104 w 142"/>
                <a:gd name="T13" fmla="*/ 108 h 1430"/>
                <a:gd name="T14" fmla="*/ 98 w 142"/>
                <a:gd name="T15" fmla="*/ 150 h 1430"/>
                <a:gd name="T16" fmla="*/ 94 w 142"/>
                <a:gd name="T17" fmla="*/ 198 h 1430"/>
                <a:gd name="T18" fmla="*/ 94 w 142"/>
                <a:gd name="T19" fmla="*/ 198 h 1430"/>
                <a:gd name="T20" fmla="*/ 80 w 142"/>
                <a:gd name="T21" fmla="*/ 420 h 1430"/>
                <a:gd name="T22" fmla="*/ 56 w 142"/>
                <a:gd name="T23" fmla="*/ 786 h 1430"/>
                <a:gd name="T24" fmla="*/ 42 w 142"/>
                <a:gd name="T25" fmla="*/ 982 h 1430"/>
                <a:gd name="T26" fmla="*/ 28 w 142"/>
                <a:gd name="T27" fmla="*/ 1166 h 1430"/>
                <a:gd name="T28" fmla="*/ 14 w 142"/>
                <a:gd name="T29" fmla="*/ 1322 h 1430"/>
                <a:gd name="T30" fmla="*/ 6 w 142"/>
                <a:gd name="T31" fmla="*/ 1382 h 1430"/>
                <a:gd name="T32" fmla="*/ 0 w 142"/>
                <a:gd name="T33" fmla="*/ 1430 h 1430"/>
                <a:gd name="T34" fmla="*/ 0 w 142"/>
                <a:gd name="T35" fmla="*/ 1430 h 1430"/>
                <a:gd name="T36" fmla="*/ 38 w 142"/>
                <a:gd name="T37" fmla="*/ 858 h 1430"/>
                <a:gd name="T38" fmla="*/ 62 w 142"/>
                <a:gd name="T39" fmla="*/ 442 h 1430"/>
                <a:gd name="T40" fmla="*/ 70 w 142"/>
                <a:gd name="T41" fmla="*/ 290 h 1430"/>
                <a:gd name="T42" fmla="*/ 72 w 142"/>
                <a:gd name="T43" fmla="*/ 238 h 1430"/>
                <a:gd name="T44" fmla="*/ 72 w 142"/>
                <a:gd name="T45" fmla="*/ 206 h 1430"/>
                <a:gd name="T46" fmla="*/ 72 w 142"/>
                <a:gd name="T47" fmla="*/ 206 h 1430"/>
                <a:gd name="T48" fmla="*/ 72 w 142"/>
                <a:gd name="T49" fmla="*/ 188 h 1430"/>
                <a:gd name="T50" fmla="*/ 72 w 142"/>
                <a:gd name="T51" fmla="*/ 168 h 1430"/>
                <a:gd name="T52" fmla="*/ 78 w 142"/>
                <a:gd name="T53" fmla="*/ 134 h 1430"/>
                <a:gd name="T54" fmla="*/ 88 w 142"/>
                <a:gd name="T55" fmla="*/ 102 h 1430"/>
                <a:gd name="T56" fmla="*/ 100 w 142"/>
                <a:gd name="T57" fmla="*/ 74 h 1430"/>
                <a:gd name="T58" fmla="*/ 112 w 142"/>
                <a:gd name="T59" fmla="*/ 50 h 1430"/>
                <a:gd name="T60" fmla="*/ 124 w 142"/>
                <a:gd name="T61" fmla="*/ 28 h 1430"/>
                <a:gd name="T62" fmla="*/ 142 w 142"/>
                <a:gd name="T63" fmla="*/ 0 h 1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2" h="1430">
                  <a:moveTo>
                    <a:pt x="142" y="0"/>
                  </a:moveTo>
                  <a:lnTo>
                    <a:pt x="142" y="0"/>
                  </a:lnTo>
                  <a:lnTo>
                    <a:pt x="136" y="12"/>
                  </a:lnTo>
                  <a:lnTo>
                    <a:pt x="128" y="26"/>
                  </a:lnTo>
                  <a:lnTo>
                    <a:pt x="120" y="48"/>
                  </a:lnTo>
                  <a:lnTo>
                    <a:pt x="112" y="74"/>
                  </a:lnTo>
                  <a:lnTo>
                    <a:pt x="104" y="108"/>
                  </a:lnTo>
                  <a:lnTo>
                    <a:pt x="98" y="150"/>
                  </a:lnTo>
                  <a:lnTo>
                    <a:pt x="94" y="198"/>
                  </a:lnTo>
                  <a:lnTo>
                    <a:pt x="94" y="198"/>
                  </a:lnTo>
                  <a:lnTo>
                    <a:pt x="80" y="420"/>
                  </a:lnTo>
                  <a:lnTo>
                    <a:pt x="56" y="786"/>
                  </a:lnTo>
                  <a:lnTo>
                    <a:pt x="42" y="982"/>
                  </a:lnTo>
                  <a:lnTo>
                    <a:pt x="28" y="1166"/>
                  </a:lnTo>
                  <a:lnTo>
                    <a:pt x="14" y="1322"/>
                  </a:lnTo>
                  <a:lnTo>
                    <a:pt x="6" y="1382"/>
                  </a:lnTo>
                  <a:lnTo>
                    <a:pt x="0" y="1430"/>
                  </a:lnTo>
                  <a:lnTo>
                    <a:pt x="0" y="1430"/>
                  </a:lnTo>
                  <a:lnTo>
                    <a:pt x="38" y="858"/>
                  </a:lnTo>
                  <a:lnTo>
                    <a:pt x="62" y="442"/>
                  </a:lnTo>
                  <a:lnTo>
                    <a:pt x="70" y="290"/>
                  </a:lnTo>
                  <a:lnTo>
                    <a:pt x="72" y="238"/>
                  </a:lnTo>
                  <a:lnTo>
                    <a:pt x="72" y="206"/>
                  </a:lnTo>
                  <a:lnTo>
                    <a:pt x="72" y="206"/>
                  </a:lnTo>
                  <a:lnTo>
                    <a:pt x="72" y="188"/>
                  </a:lnTo>
                  <a:lnTo>
                    <a:pt x="72" y="168"/>
                  </a:lnTo>
                  <a:lnTo>
                    <a:pt x="78" y="134"/>
                  </a:lnTo>
                  <a:lnTo>
                    <a:pt x="88" y="102"/>
                  </a:lnTo>
                  <a:lnTo>
                    <a:pt x="100" y="74"/>
                  </a:lnTo>
                  <a:lnTo>
                    <a:pt x="112" y="50"/>
                  </a:lnTo>
                  <a:lnTo>
                    <a:pt x="124" y="28"/>
                  </a:lnTo>
                  <a:lnTo>
                    <a:pt x="14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69" name="任意多边形 68"/>
            <p:cNvSpPr/>
            <p:nvPr>
              <p:custDataLst>
                <p:tags r:id="rId68"/>
              </p:custDataLst>
            </p:nvPr>
          </p:nvSpPr>
          <p:spPr bwMode="auto">
            <a:xfrm>
              <a:off x="1986" y="3376"/>
              <a:ext cx="1339" cy="1522"/>
            </a:xfrm>
            <a:custGeom>
              <a:avLst/>
              <a:gdLst>
                <a:gd name="T0" fmla="*/ 224 w 1116"/>
                <a:gd name="T1" fmla="*/ 22 h 1268"/>
                <a:gd name="T2" fmla="*/ 224 w 1116"/>
                <a:gd name="T3" fmla="*/ 22 h 1268"/>
                <a:gd name="T4" fmla="*/ 130 w 1116"/>
                <a:gd name="T5" fmla="*/ 42 h 1268"/>
                <a:gd name="T6" fmla="*/ 58 w 1116"/>
                <a:gd name="T7" fmla="*/ 58 h 1268"/>
                <a:gd name="T8" fmla="*/ 8 w 1116"/>
                <a:gd name="T9" fmla="*/ 70 h 1268"/>
                <a:gd name="T10" fmla="*/ 8 w 1116"/>
                <a:gd name="T11" fmla="*/ 70 h 1268"/>
                <a:gd name="T12" fmla="*/ 2 w 1116"/>
                <a:gd name="T13" fmla="*/ 74 h 1268"/>
                <a:gd name="T14" fmla="*/ 0 w 1116"/>
                <a:gd name="T15" fmla="*/ 82 h 1268"/>
                <a:gd name="T16" fmla="*/ 0 w 1116"/>
                <a:gd name="T17" fmla="*/ 90 h 1268"/>
                <a:gd name="T18" fmla="*/ 4 w 1116"/>
                <a:gd name="T19" fmla="*/ 102 h 1268"/>
                <a:gd name="T20" fmla="*/ 18 w 1116"/>
                <a:gd name="T21" fmla="*/ 132 h 1268"/>
                <a:gd name="T22" fmla="*/ 38 w 1116"/>
                <a:gd name="T23" fmla="*/ 170 h 1268"/>
                <a:gd name="T24" fmla="*/ 90 w 1116"/>
                <a:gd name="T25" fmla="*/ 260 h 1268"/>
                <a:gd name="T26" fmla="*/ 116 w 1116"/>
                <a:gd name="T27" fmla="*/ 308 h 1268"/>
                <a:gd name="T28" fmla="*/ 140 w 1116"/>
                <a:gd name="T29" fmla="*/ 356 h 1268"/>
                <a:gd name="T30" fmla="*/ 140 w 1116"/>
                <a:gd name="T31" fmla="*/ 356 h 1268"/>
                <a:gd name="T32" fmla="*/ 150 w 1116"/>
                <a:gd name="T33" fmla="*/ 386 h 1268"/>
                <a:gd name="T34" fmla="*/ 164 w 1116"/>
                <a:gd name="T35" fmla="*/ 424 h 1268"/>
                <a:gd name="T36" fmla="*/ 196 w 1116"/>
                <a:gd name="T37" fmla="*/ 526 h 1268"/>
                <a:gd name="T38" fmla="*/ 234 w 1116"/>
                <a:gd name="T39" fmla="*/ 650 h 1268"/>
                <a:gd name="T40" fmla="*/ 270 w 1116"/>
                <a:gd name="T41" fmla="*/ 788 h 1268"/>
                <a:gd name="T42" fmla="*/ 306 w 1116"/>
                <a:gd name="T43" fmla="*/ 928 h 1268"/>
                <a:gd name="T44" fmla="*/ 336 w 1116"/>
                <a:gd name="T45" fmla="*/ 1062 h 1268"/>
                <a:gd name="T46" fmla="*/ 360 w 1116"/>
                <a:gd name="T47" fmla="*/ 1178 h 1268"/>
                <a:gd name="T48" fmla="*/ 368 w 1116"/>
                <a:gd name="T49" fmla="*/ 1228 h 1268"/>
                <a:gd name="T50" fmla="*/ 372 w 1116"/>
                <a:gd name="T51" fmla="*/ 1268 h 1268"/>
                <a:gd name="T52" fmla="*/ 372 w 1116"/>
                <a:gd name="T53" fmla="*/ 1268 h 1268"/>
                <a:gd name="T54" fmla="*/ 442 w 1116"/>
                <a:gd name="T55" fmla="*/ 1252 h 1268"/>
                <a:gd name="T56" fmla="*/ 602 w 1116"/>
                <a:gd name="T57" fmla="*/ 1212 h 1268"/>
                <a:gd name="T58" fmla="*/ 690 w 1116"/>
                <a:gd name="T59" fmla="*/ 1192 h 1268"/>
                <a:gd name="T60" fmla="*/ 774 w 1116"/>
                <a:gd name="T61" fmla="*/ 1174 h 1268"/>
                <a:gd name="T62" fmla="*/ 842 w 1116"/>
                <a:gd name="T63" fmla="*/ 1162 h 1268"/>
                <a:gd name="T64" fmla="*/ 868 w 1116"/>
                <a:gd name="T65" fmla="*/ 1158 h 1268"/>
                <a:gd name="T66" fmla="*/ 886 w 1116"/>
                <a:gd name="T67" fmla="*/ 1156 h 1268"/>
                <a:gd name="T68" fmla="*/ 886 w 1116"/>
                <a:gd name="T69" fmla="*/ 1078 h 1268"/>
                <a:gd name="T70" fmla="*/ 886 w 1116"/>
                <a:gd name="T71" fmla="*/ 1078 h 1268"/>
                <a:gd name="T72" fmla="*/ 900 w 1116"/>
                <a:gd name="T73" fmla="*/ 1100 h 1268"/>
                <a:gd name="T74" fmla="*/ 910 w 1116"/>
                <a:gd name="T75" fmla="*/ 1122 h 1268"/>
                <a:gd name="T76" fmla="*/ 920 w 1116"/>
                <a:gd name="T77" fmla="*/ 1146 h 1268"/>
                <a:gd name="T78" fmla="*/ 920 w 1116"/>
                <a:gd name="T79" fmla="*/ 1146 h 1268"/>
                <a:gd name="T80" fmla="*/ 1000 w 1116"/>
                <a:gd name="T81" fmla="*/ 1144 h 1268"/>
                <a:gd name="T82" fmla="*/ 1066 w 1116"/>
                <a:gd name="T83" fmla="*/ 1144 h 1268"/>
                <a:gd name="T84" fmla="*/ 1116 w 1116"/>
                <a:gd name="T85" fmla="*/ 1146 h 1268"/>
                <a:gd name="T86" fmla="*/ 1116 w 1116"/>
                <a:gd name="T87" fmla="*/ 1146 h 1268"/>
                <a:gd name="T88" fmla="*/ 1054 w 1116"/>
                <a:gd name="T89" fmla="*/ 998 h 1268"/>
                <a:gd name="T90" fmla="*/ 988 w 1116"/>
                <a:gd name="T91" fmla="*/ 844 h 1268"/>
                <a:gd name="T92" fmla="*/ 906 w 1116"/>
                <a:gd name="T93" fmla="*/ 660 h 1268"/>
                <a:gd name="T94" fmla="*/ 820 w 1116"/>
                <a:gd name="T95" fmla="*/ 464 h 1268"/>
                <a:gd name="T96" fmla="*/ 732 w 1116"/>
                <a:gd name="T97" fmla="*/ 276 h 1268"/>
                <a:gd name="T98" fmla="*/ 692 w 1116"/>
                <a:gd name="T99" fmla="*/ 192 h 1268"/>
                <a:gd name="T100" fmla="*/ 654 w 1116"/>
                <a:gd name="T101" fmla="*/ 116 h 1268"/>
                <a:gd name="T102" fmla="*/ 620 w 1116"/>
                <a:gd name="T103" fmla="*/ 50 h 1268"/>
                <a:gd name="T104" fmla="*/ 590 w 1116"/>
                <a:gd name="T105" fmla="*/ 0 h 1268"/>
                <a:gd name="T106" fmla="*/ 590 w 1116"/>
                <a:gd name="T107" fmla="*/ 0 h 1268"/>
                <a:gd name="T108" fmla="*/ 546 w 1116"/>
                <a:gd name="T109" fmla="*/ 0 h 1268"/>
                <a:gd name="T110" fmla="*/ 442 w 1116"/>
                <a:gd name="T111" fmla="*/ 2 h 1268"/>
                <a:gd name="T112" fmla="*/ 380 w 1116"/>
                <a:gd name="T113" fmla="*/ 6 h 1268"/>
                <a:gd name="T114" fmla="*/ 320 w 1116"/>
                <a:gd name="T115" fmla="*/ 10 h 1268"/>
                <a:gd name="T116" fmla="*/ 266 w 1116"/>
                <a:gd name="T117" fmla="*/ 14 h 1268"/>
                <a:gd name="T118" fmla="*/ 224 w 1116"/>
                <a:gd name="T119" fmla="*/ 22 h 1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16" h="1268">
                  <a:moveTo>
                    <a:pt x="224" y="22"/>
                  </a:moveTo>
                  <a:lnTo>
                    <a:pt x="224" y="22"/>
                  </a:lnTo>
                  <a:lnTo>
                    <a:pt x="130" y="42"/>
                  </a:lnTo>
                  <a:lnTo>
                    <a:pt x="58" y="58"/>
                  </a:lnTo>
                  <a:lnTo>
                    <a:pt x="8" y="70"/>
                  </a:lnTo>
                  <a:lnTo>
                    <a:pt x="8" y="70"/>
                  </a:lnTo>
                  <a:lnTo>
                    <a:pt x="2" y="74"/>
                  </a:lnTo>
                  <a:lnTo>
                    <a:pt x="0" y="82"/>
                  </a:lnTo>
                  <a:lnTo>
                    <a:pt x="0" y="90"/>
                  </a:lnTo>
                  <a:lnTo>
                    <a:pt x="4" y="102"/>
                  </a:lnTo>
                  <a:lnTo>
                    <a:pt x="18" y="132"/>
                  </a:lnTo>
                  <a:lnTo>
                    <a:pt x="38" y="170"/>
                  </a:lnTo>
                  <a:lnTo>
                    <a:pt x="90" y="260"/>
                  </a:lnTo>
                  <a:lnTo>
                    <a:pt x="116" y="308"/>
                  </a:lnTo>
                  <a:lnTo>
                    <a:pt x="140" y="356"/>
                  </a:lnTo>
                  <a:lnTo>
                    <a:pt x="140" y="356"/>
                  </a:lnTo>
                  <a:lnTo>
                    <a:pt x="150" y="386"/>
                  </a:lnTo>
                  <a:lnTo>
                    <a:pt x="164" y="424"/>
                  </a:lnTo>
                  <a:lnTo>
                    <a:pt x="196" y="526"/>
                  </a:lnTo>
                  <a:lnTo>
                    <a:pt x="234" y="650"/>
                  </a:lnTo>
                  <a:lnTo>
                    <a:pt x="270" y="788"/>
                  </a:lnTo>
                  <a:lnTo>
                    <a:pt x="306" y="928"/>
                  </a:lnTo>
                  <a:lnTo>
                    <a:pt x="336" y="1062"/>
                  </a:lnTo>
                  <a:lnTo>
                    <a:pt x="360" y="1178"/>
                  </a:lnTo>
                  <a:lnTo>
                    <a:pt x="368" y="1228"/>
                  </a:lnTo>
                  <a:lnTo>
                    <a:pt x="372" y="1268"/>
                  </a:lnTo>
                  <a:lnTo>
                    <a:pt x="372" y="1268"/>
                  </a:lnTo>
                  <a:lnTo>
                    <a:pt x="442" y="1252"/>
                  </a:lnTo>
                  <a:lnTo>
                    <a:pt x="602" y="1212"/>
                  </a:lnTo>
                  <a:lnTo>
                    <a:pt x="690" y="1192"/>
                  </a:lnTo>
                  <a:lnTo>
                    <a:pt x="774" y="1174"/>
                  </a:lnTo>
                  <a:lnTo>
                    <a:pt x="842" y="1162"/>
                  </a:lnTo>
                  <a:lnTo>
                    <a:pt x="868" y="1158"/>
                  </a:lnTo>
                  <a:lnTo>
                    <a:pt x="886" y="1156"/>
                  </a:lnTo>
                  <a:lnTo>
                    <a:pt x="886" y="1078"/>
                  </a:lnTo>
                  <a:lnTo>
                    <a:pt x="886" y="1078"/>
                  </a:lnTo>
                  <a:lnTo>
                    <a:pt x="900" y="1100"/>
                  </a:lnTo>
                  <a:lnTo>
                    <a:pt x="910" y="1122"/>
                  </a:lnTo>
                  <a:lnTo>
                    <a:pt x="920" y="1146"/>
                  </a:lnTo>
                  <a:lnTo>
                    <a:pt x="920" y="1146"/>
                  </a:lnTo>
                  <a:lnTo>
                    <a:pt x="1000" y="1144"/>
                  </a:lnTo>
                  <a:lnTo>
                    <a:pt x="1066" y="1144"/>
                  </a:lnTo>
                  <a:lnTo>
                    <a:pt x="1116" y="1146"/>
                  </a:lnTo>
                  <a:lnTo>
                    <a:pt x="1116" y="1146"/>
                  </a:lnTo>
                  <a:lnTo>
                    <a:pt x="1054" y="998"/>
                  </a:lnTo>
                  <a:lnTo>
                    <a:pt x="988" y="844"/>
                  </a:lnTo>
                  <a:lnTo>
                    <a:pt x="906" y="660"/>
                  </a:lnTo>
                  <a:lnTo>
                    <a:pt x="820" y="464"/>
                  </a:lnTo>
                  <a:lnTo>
                    <a:pt x="732" y="276"/>
                  </a:lnTo>
                  <a:lnTo>
                    <a:pt x="692" y="192"/>
                  </a:lnTo>
                  <a:lnTo>
                    <a:pt x="654" y="116"/>
                  </a:lnTo>
                  <a:lnTo>
                    <a:pt x="620" y="50"/>
                  </a:lnTo>
                  <a:lnTo>
                    <a:pt x="590" y="0"/>
                  </a:lnTo>
                  <a:lnTo>
                    <a:pt x="590" y="0"/>
                  </a:lnTo>
                  <a:lnTo>
                    <a:pt x="546" y="0"/>
                  </a:lnTo>
                  <a:lnTo>
                    <a:pt x="442" y="2"/>
                  </a:lnTo>
                  <a:lnTo>
                    <a:pt x="380" y="6"/>
                  </a:lnTo>
                  <a:lnTo>
                    <a:pt x="320" y="10"/>
                  </a:lnTo>
                  <a:lnTo>
                    <a:pt x="266" y="14"/>
                  </a:lnTo>
                  <a:lnTo>
                    <a:pt x="224" y="22"/>
                  </a:lnTo>
                  <a:close/>
                </a:path>
              </a:pathLst>
            </a:custGeom>
            <a:solidFill>
              <a:srgbClr val="474C4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70" name="任意多边形 69"/>
            <p:cNvSpPr/>
            <p:nvPr>
              <p:custDataLst>
                <p:tags r:id="rId69"/>
              </p:custDataLst>
            </p:nvPr>
          </p:nvSpPr>
          <p:spPr bwMode="auto">
            <a:xfrm>
              <a:off x="1986" y="3376"/>
              <a:ext cx="1339" cy="1522"/>
            </a:xfrm>
            <a:custGeom>
              <a:avLst/>
              <a:gdLst>
                <a:gd name="T0" fmla="*/ 224 w 1116"/>
                <a:gd name="T1" fmla="*/ 22 h 1268"/>
                <a:gd name="T2" fmla="*/ 224 w 1116"/>
                <a:gd name="T3" fmla="*/ 22 h 1268"/>
                <a:gd name="T4" fmla="*/ 130 w 1116"/>
                <a:gd name="T5" fmla="*/ 42 h 1268"/>
                <a:gd name="T6" fmla="*/ 58 w 1116"/>
                <a:gd name="T7" fmla="*/ 58 h 1268"/>
                <a:gd name="T8" fmla="*/ 8 w 1116"/>
                <a:gd name="T9" fmla="*/ 70 h 1268"/>
                <a:gd name="T10" fmla="*/ 8 w 1116"/>
                <a:gd name="T11" fmla="*/ 70 h 1268"/>
                <a:gd name="T12" fmla="*/ 2 w 1116"/>
                <a:gd name="T13" fmla="*/ 74 h 1268"/>
                <a:gd name="T14" fmla="*/ 0 w 1116"/>
                <a:gd name="T15" fmla="*/ 82 h 1268"/>
                <a:gd name="T16" fmla="*/ 0 w 1116"/>
                <a:gd name="T17" fmla="*/ 90 h 1268"/>
                <a:gd name="T18" fmla="*/ 4 w 1116"/>
                <a:gd name="T19" fmla="*/ 102 h 1268"/>
                <a:gd name="T20" fmla="*/ 18 w 1116"/>
                <a:gd name="T21" fmla="*/ 132 h 1268"/>
                <a:gd name="T22" fmla="*/ 38 w 1116"/>
                <a:gd name="T23" fmla="*/ 170 h 1268"/>
                <a:gd name="T24" fmla="*/ 90 w 1116"/>
                <a:gd name="T25" fmla="*/ 260 h 1268"/>
                <a:gd name="T26" fmla="*/ 116 w 1116"/>
                <a:gd name="T27" fmla="*/ 308 h 1268"/>
                <a:gd name="T28" fmla="*/ 140 w 1116"/>
                <a:gd name="T29" fmla="*/ 356 h 1268"/>
                <a:gd name="T30" fmla="*/ 140 w 1116"/>
                <a:gd name="T31" fmla="*/ 356 h 1268"/>
                <a:gd name="T32" fmla="*/ 150 w 1116"/>
                <a:gd name="T33" fmla="*/ 386 h 1268"/>
                <a:gd name="T34" fmla="*/ 164 w 1116"/>
                <a:gd name="T35" fmla="*/ 424 h 1268"/>
                <a:gd name="T36" fmla="*/ 196 w 1116"/>
                <a:gd name="T37" fmla="*/ 526 h 1268"/>
                <a:gd name="T38" fmla="*/ 234 w 1116"/>
                <a:gd name="T39" fmla="*/ 650 h 1268"/>
                <a:gd name="T40" fmla="*/ 270 w 1116"/>
                <a:gd name="T41" fmla="*/ 788 h 1268"/>
                <a:gd name="T42" fmla="*/ 306 w 1116"/>
                <a:gd name="T43" fmla="*/ 928 h 1268"/>
                <a:gd name="T44" fmla="*/ 336 w 1116"/>
                <a:gd name="T45" fmla="*/ 1062 h 1268"/>
                <a:gd name="T46" fmla="*/ 360 w 1116"/>
                <a:gd name="T47" fmla="*/ 1178 h 1268"/>
                <a:gd name="T48" fmla="*/ 368 w 1116"/>
                <a:gd name="T49" fmla="*/ 1228 h 1268"/>
                <a:gd name="T50" fmla="*/ 372 w 1116"/>
                <a:gd name="T51" fmla="*/ 1268 h 1268"/>
                <a:gd name="T52" fmla="*/ 372 w 1116"/>
                <a:gd name="T53" fmla="*/ 1268 h 1268"/>
                <a:gd name="T54" fmla="*/ 442 w 1116"/>
                <a:gd name="T55" fmla="*/ 1252 h 1268"/>
                <a:gd name="T56" fmla="*/ 602 w 1116"/>
                <a:gd name="T57" fmla="*/ 1212 h 1268"/>
                <a:gd name="T58" fmla="*/ 690 w 1116"/>
                <a:gd name="T59" fmla="*/ 1192 h 1268"/>
                <a:gd name="T60" fmla="*/ 774 w 1116"/>
                <a:gd name="T61" fmla="*/ 1174 h 1268"/>
                <a:gd name="T62" fmla="*/ 842 w 1116"/>
                <a:gd name="T63" fmla="*/ 1162 h 1268"/>
                <a:gd name="T64" fmla="*/ 868 w 1116"/>
                <a:gd name="T65" fmla="*/ 1158 h 1268"/>
                <a:gd name="T66" fmla="*/ 886 w 1116"/>
                <a:gd name="T67" fmla="*/ 1156 h 1268"/>
                <a:gd name="T68" fmla="*/ 886 w 1116"/>
                <a:gd name="T69" fmla="*/ 1078 h 1268"/>
                <a:gd name="T70" fmla="*/ 886 w 1116"/>
                <a:gd name="T71" fmla="*/ 1078 h 1268"/>
                <a:gd name="T72" fmla="*/ 900 w 1116"/>
                <a:gd name="T73" fmla="*/ 1100 h 1268"/>
                <a:gd name="T74" fmla="*/ 910 w 1116"/>
                <a:gd name="T75" fmla="*/ 1122 h 1268"/>
                <a:gd name="T76" fmla="*/ 920 w 1116"/>
                <a:gd name="T77" fmla="*/ 1146 h 1268"/>
                <a:gd name="T78" fmla="*/ 920 w 1116"/>
                <a:gd name="T79" fmla="*/ 1146 h 1268"/>
                <a:gd name="T80" fmla="*/ 1000 w 1116"/>
                <a:gd name="T81" fmla="*/ 1144 h 1268"/>
                <a:gd name="T82" fmla="*/ 1066 w 1116"/>
                <a:gd name="T83" fmla="*/ 1144 h 1268"/>
                <a:gd name="T84" fmla="*/ 1116 w 1116"/>
                <a:gd name="T85" fmla="*/ 1146 h 1268"/>
                <a:gd name="T86" fmla="*/ 1116 w 1116"/>
                <a:gd name="T87" fmla="*/ 1146 h 1268"/>
                <a:gd name="T88" fmla="*/ 1054 w 1116"/>
                <a:gd name="T89" fmla="*/ 998 h 1268"/>
                <a:gd name="T90" fmla="*/ 988 w 1116"/>
                <a:gd name="T91" fmla="*/ 844 h 1268"/>
                <a:gd name="T92" fmla="*/ 906 w 1116"/>
                <a:gd name="T93" fmla="*/ 660 h 1268"/>
                <a:gd name="T94" fmla="*/ 820 w 1116"/>
                <a:gd name="T95" fmla="*/ 464 h 1268"/>
                <a:gd name="T96" fmla="*/ 732 w 1116"/>
                <a:gd name="T97" fmla="*/ 276 h 1268"/>
                <a:gd name="T98" fmla="*/ 692 w 1116"/>
                <a:gd name="T99" fmla="*/ 192 h 1268"/>
                <a:gd name="T100" fmla="*/ 654 w 1116"/>
                <a:gd name="T101" fmla="*/ 116 h 1268"/>
                <a:gd name="T102" fmla="*/ 620 w 1116"/>
                <a:gd name="T103" fmla="*/ 50 h 1268"/>
                <a:gd name="T104" fmla="*/ 590 w 1116"/>
                <a:gd name="T105" fmla="*/ 0 h 1268"/>
                <a:gd name="T106" fmla="*/ 590 w 1116"/>
                <a:gd name="T107" fmla="*/ 0 h 1268"/>
                <a:gd name="T108" fmla="*/ 546 w 1116"/>
                <a:gd name="T109" fmla="*/ 0 h 1268"/>
                <a:gd name="T110" fmla="*/ 442 w 1116"/>
                <a:gd name="T111" fmla="*/ 2 h 1268"/>
                <a:gd name="T112" fmla="*/ 380 w 1116"/>
                <a:gd name="T113" fmla="*/ 6 h 1268"/>
                <a:gd name="T114" fmla="*/ 320 w 1116"/>
                <a:gd name="T115" fmla="*/ 10 h 1268"/>
                <a:gd name="T116" fmla="*/ 266 w 1116"/>
                <a:gd name="T117" fmla="*/ 14 h 1268"/>
                <a:gd name="T118" fmla="*/ 224 w 1116"/>
                <a:gd name="T119" fmla="*/ 22 h 1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16" h="1268">
                  <a:moveTo>
                    <a:pt x="224" y="22"/>
                  </a:moveTo>
                  <a:lnTo>
                    <a:pt x="224" y="22"/>
                  </a:lnTo>
                  <a:lnTo>
                    <a:pt x="130" y="42"/>
                  </a:lnTo>
                  <a:lnTo>
                    <a:pt x="58" y="58"/>
                  </a:lnTo>
                  <a:lnTo>
                    <a:pt x="8" y="70"/>
                  </a:lnTo>
                  <a:lnTo>
                    <a:pt x="8" y="70"/>
                  </a:lnTo>
                  <a:lnTo>
                    <a:pt x="2" y="74"/>
                  </a:lnTo>
                  <a:lnTo>
                    <a:pt x="0" y="82"/>
                  </a:lnTo>
                  <a:lnTo>
                    <a:pt x="0" y="90"/>
                  </a:lnTo>
                  <a:lnTo>
                    <a:pt x="4" y="102"/>
                  </a:lnTo>
                  <a:lnTo>
                    <a:pt x="18" y="132"/>
                  </a:lnTo>
                  <a:lnTo>
                    <a:pt x="38" y="170"/>
                  </a:lnTo>
                  <a:lnTo>
                    <a:pt x="90" y="260"/>
                  </a:lnTo>
                  <a:lnTo>
                    <a:pt x="116" y="308"/>
                  </a:lnTo>
                  <a:lnTo>
                    <a:pt x="140" y="356"/>
                  </a:lnTo>
                  <a:lnTo>
                    <a:pt x="140" y="356"/>
                  </a:lnTo>
                  <a:lnTo>
                    <a:pt x="150" y="386"/>
                  </a:lnTo>
                  <a:lnTo>
                    <a:pt x="164" y="424"/>
                  </a:lnTo>
                  <a:lnTo>
                    <a:pt x="196" y="526"/>
                  </a:lnTo>
                  <a:lnTo>
                    <a:pt x="234" y="650"/>
                  </a:lnTo>
                  <a:lnTo>
                    <a:pt x="270" y="788"/>
                  </a:lnTo>
                  <a:lnTo>
                    <a:pt x="306" y="928"/>
                  </a:lnTo>
                  <a:lnTo>
                    <a:pt x="336" y="1062"/>
                  </a:lnTo>
                  <a:lnTo>
                    <a:pt x="360" y="1178"/>
                  </a:lnTo>
                  <a:lnTo>
                    <a:pt x="368" y="1228"/>
                  </a:lnTo>
                  <a:lnTo>
                    <a:pt x="372" y="1268"/>
                  </a:lnTo>
                  <a:lnTo>
                    <a:pt x="372" y="1268"/>
                  </a:lnTo>
                  <a:lnTo>
                    <a:pt x="442" y="1252"/>
                  </a:lnTo>
                  <a:lnTo>
                    <a:pt x="602" y="1212"/>
                  </a:lnTo>
                  <a:lnTo>
                    <a:pt x="690" y="1192"/>
                  </a:lnTo>
                  <a:lnTo>
                    <a:pt x="774" y="1174"/>
                  </a:lnTo>
                  <a:lnTo>
                    <a:pt x="842" y="1162"/>
                  </a:lnTo>
                  <a:lnTo>
                    <a:pt x="868" y="1158"/>
                  </a:lnTo>
                  <a:lnTo>
                    <a:pt x="886" y="1156"/>
                  </a:lnTo>
                  <a:lnTo>
                    <a:pt x="886" y="1078"/>
                  </a:lnTo>
                  <a:lnTo>
                    <a:pt x="886" y="1078"/>
                  </a:lnTo>
                  <a:lnTo>
                    <a:pt x="900" y="1100"/>
                  </a:lnTo>
                  <a:lnTo>
                    <a:pt x="910" y="1122"/>
                  </a:lnTo>
                  <a:lnTo>
                    <a:pt x="920" y="1146"/>
                  </a:lnTo>
                  <a:lnTo>
                    <a:pt x="920" y="1146"/>
                  </a:lnTo>
                  <a:lnTo>
                    <a:pt x="1000" y="1144"/>
                  </a:lnTo>
                  <a:lnTo>
                    <a:pt x="1066" y="1144"/>
                  </a:lnTo>
                  <a:lnTo>
                    <a:pt x="1116" y="1146"/>
                  </a:lnTo>
                  <a:lnTo>
                    <a:pt x="1116" y="1146"/>
                  </a:lnTo>
                  <a:lnTo>
                    <a:pt x="1054" y="998"/>
                  </a:lnTo>
                  <a:lnTo>
                    <a:pt x="988" y="844"/>
                  </a:lnTo>
                  <a:lnTo>
                    <a:pt x="906" y="660"/>
                  </a:lnTo>
                  <a:lnTo>
                    <a:pt x="820" y="464"/>
                  </a:lnTo>
                  <a:lnTo>
                    <a:pt x="732" y="276"/>
                  </a:lnTo>
                  <a:lnTo>
                    <a:pt x="692" y="192"/>
                  </a:lnTo>
                  <a:lnTo>
                    <a:pt x="654" y="116"/>
                  </a:lnTo>
                  <a:lnTo>
                    <a:pt x="620" y="50"/>
                  </a:lnTo>
                  <a:lnTo>
                    <a:pt x="590" y="0"/>
                  </a:lnTo>
                  <a:lnTo>
                    <a:pt x="590" y="0"/>
                  </a:lnTo>
                  <a:lnTo>
                    <a:pt x="546" y="0"/>
                  </a:lnTo>
                  <a:lnTo>
                    <a:pt x="442" y="2"/>
                  </a:lnTo>
                  <a:lnTo>
                    <a:pt x="380" y="6"/>
                  </a:lnTo>
                  <a:lnTo>
                    <a:pt x="320" y="10"/>
                  </a:lnTo>
                  <a:lnTo>
                    <a:pt x="266" y="14"/>
                  </a:lnTo>
                  <a:lnTo>
                    <a:pt x="224" y="2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71" name="任意多边形 70"/>
            <p:cNvSpPr/>
            <p:nvPr>
              <p:custDataLst>
                <p:tags r:id="rId70"/>
              </p:custDataLst>
            </p:nvPr>
          </p:nvSpPr>
          <p:spPr bwMode="auto">
            <a:xfrm>
              <a:off x="2319" y="3196"/>
              <a:ext cx="228" cy="343"/>
            </a:xfrm>
            <a:custGeom>
              <a:avLst/>
              <a:gdLst>
                <a:gd name="T0" fmla="*/ 98 w 190"/>
                <a:gd name="T1" fmla="*/ 26 h 286"/>
                <a:gd name="T2" fmla="*/ 98 w 190"/>
                <a:gd name="T3" fmla="*/ 26 h 286"/>
                <a:gd name="T4" fmla="*/ 134 w 190"/>
                <a:gd name="T5" fmla="*/ 90 h 286"/>
                <a:gd name="T6" fmla="*/ 164 w 190"/>
                <a:gd name="T7" fmla="*/ 138 h 286"/>
                <a:gd name="T8" fmla="*/ 176 w 190"/>
                <a:gd name="T9" fmla="*/ 156 h 286"/>
                <a:gd name="T10" fmla="*/ 188 w 190"/>
                <a:gd name="T11" fmla="*/ 168 h 286"/>
                <a:gd name="T12" fmla="*/ 188 w 190"/>
                <a:gd name="T13" fmla="*/ 168 h 286"/>
                <a:gd name="T14" fmla="*/ 190 w 190"/>
                <a:gd name="T15" fmla="*/ 210 h 286"/>
                <a:gd name="T16" fmla="*/ 188 w 190"/>
                <a:gd name="T17" fmla="*/ 240 h 286"/>
                <a:gd name="T18" fmla="*/ 182 w 190"/>
                <a:gd name="T19" fmla="*/ 262 h 286"/>
                <a:gd name="T20" fmla="*/ 180 w 190"/>
                <a:gd name="T21" fmla="*/ 270 h 286"/>
                <a:gd name="T22" fmla="*/ 174 w 190"/>
                <a:gd name="T23" fmla="*/ 276 h 286"/>
                <a:gd name="T24" fmla="*/ 170 w 190"/>
                <a:gd name="T25" fmla="*/ 282 h 286"/>
                <a:gd name="T26" fmla="*/ 166 w 190"/>
                <a:gd name="T27" fmla="*/ 284 h 286"/>
                <a:gd name="T28" fmla="*/ 160 w 190"/>
                <a:gd name="T29" fmla="*/ 286 h 286"/>
                <a:gd name="T30" fmla="*/ 154 w 190"/>
                <a:gd name="T31" fmla="*/ 286 h 286"/>
                <a:gd name="T32" fmla="*/ 140 w 190"/>
                <a:gd name="T33" fmla="*/ 282 h 286"/>
                <a:gd name="T34" fmla="*/ 128 w 190"/>
                <a:gd name="T35" fmla="*/ 276 h 286"/>
                <a:gd name="T36" fmla="*/ 114 w 190"/>
                <a:gd name="T37" fmla="*/ 266 h 286"/>
                <a:gd name="T38" fmla="*/ 100 w 190"/>
                <a:gd name="T39" fmla="*/ 254 h 286"/>
                <a:gd name="T40" fmla="*/ 76 w 190"/>
                <a:gd name="T41" fmla="*/ 228 h 286"/>
                <a:gd name="T42" fmla="*/ 60 w 190"/>
                <a:gd name="T43" fmla="*/ 208 h 286"/>
                <a:gd name="T44" fmla="*/ 52 w 190"/>
                <a:gd name="T45" fmla="*/ 198 h 286"/>
                <a:gd name="T46" fmla="*/ 52 w 190"/>
                <a:gd name="T47" fmla="*/ 198 h 286"/>
                <a:gd name="T48" fmla="*/ 30 w 190"/>
                <a:gd name="T49" fmla="*/ 134 h 286"/>
                <a:gd name="T50" fmla="*/ 12 w 190"/>
                <a:gd name="T51" fmla="*/ 76 h 286"/>
                <a:gd name="T52" fmla="*/ 0 w 190"/>
                <a:gd name="T53" fmla="*/ 26 h 286"/>
                <a:gd name="T54" fmla="*/ 0 w 190"/>
                <a:gd name="T55" fmla="*/ 26 h 286"/>
                <a:gd name="T56" fmla="*/ 0 w 190"/>
                <a:gd name="T57" fmla="*/ 16 h 286"/>
                <a:gd name="T58" fmla="*/ 0 w 190"/>
                <a:gd name="T59" fmla="*/ 10 h 286"/>
                <a:gd name="T60" fmla="*/ 4 w 190"/>
                <a:gd name="T61" fmla="*/ 4 h 286"/>
                <a:gd name="T62" fmla="*/ 10 w 190"/>
                <a:gd name="T63" fmla="*/ 2 h 286"/>
                <a:gd name="T64" fmla="*/ 18 w 190"/>
                <a:gd name="T65" fmla="*/ 0 h 286"/>
                <a:gd name="T66" fmla="*/ 26 w 190"/>
                <a:gd name="T67" fmla="*/ 0 h 286"/>
                <a:gd name="T68" fmla="*/ 44 w 190"/>
                <a:gd name="T69" fmla="*/ 4 h 286"/>
                <a:gd name="T70" fmla="*/ 64 w 190"/>
                <a:gd name="T71" fmla="*/ 10 h 286"/>
                <a:gd name="T72" fmla="*/ 80 w 190"/>
                <a:gd name="T73" fmla="*/ 18 h 286"/>
                <a:gd name="T74" fmla="*/ 98 w 190"/>
                <a:gd name="T75" fmla="*/ 26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90" h="286">
                  <a:moveTo>
                    <a:pt x="98" y="26"/>
                  </a:moveTo>
                  <a:lnTo>
                    <a:pt x="98" y="26"/>
                  </a:lnTo>
                  <a:lnTo>
                    <a:pt x="134" y="90"/>
                  </a:lnTo>
                  <a:lnTo>
                    <a:pt x="164" y="138"/>
                  </a:lnTo>
                  <a:lnTo>
                    <a:pt x="176" y="156"/>
                  </a:lnTo>
                  <a:lnTo>
                    <a:pt x="188" y="168"/>
                  </a:lnTo>
                  <a:lnTo>
                    <a:pt x="188" y="168"/>
                  </a:lnTo>
                  <a:lnTo>
                    <a:pt x="190" y="210"/>
                  </a:lnTo>
                  <a:lnTo>
                    <a:pt x="188" y="240"/>
                  </a:lnTo>
                  <a:lnTo>
                    <a:pt x="182" y="262"/>
                  </a:lnTo>
                  <a:lnTo>
                    <a:pt x="180" y="270"/>
                  </a:lnTo>
                  <a:lnTo>
                    <a:pt x="174" y="276"/>
                  </a:lnTo>
                  <a:lnTo>
                    <a:pt x="170" y="282"/>
                  </a:lnTo>
                  <a:lnTo>
                    <a:pt x="166" y="284"/>
                  </a:lnTo>
                  <a:lnTo>
                    <a:pt x="160" y="286"/>
                  </a:lnTo>
                  <a:lnTo>
                    <a:pt x="154" y="286"/>
                  </a:lnTo>
                  <a:lnTo>
                    <a:pt x="140" y="282"/>
                  </a:lnTo>
                  <a:lnTo>
                    <a:pt x="128" y="276"/>
                  </a:lnTo>
                  <a:lnTo>
                    <a:pt x="114" y="266"/>
                  </a:lnTo>
                  <a:lnTo>
                    <a:pt x="100" y="254"/>
                  </a:lnTo>
                  <a:lnTo>
                    <a:pt x="76" y="228"/>
                  </a:lnTo>
                  <a:lnTo>
                    <a:pt x="60" y="208"/>
                  </a:lnTo>
                  <a:lnTo>
                    <a:pt x="52" y="198"/>
                  </a:lnTo>
                  <a:lnTo>
                    <a:pt x="52" y="198"/>
                  </a:lnTo>
                  <a:lnTo>
                    <a:pt x="30" y="134"/>
                  </a:lnTo>
                  <a:lnTo>
                    <a:pt x="12" y="76"/>
                  </a:lnTo>
                  <a:lnTo>
                    <a:pt x="0" y="26"/>
                  </a:lnTo>
                  <a:lnTo>
                    <a:pt x="0" y="26"/>
                  </a:lnTo>
                  <a:lnTo>
                    <a:pt x="0" y="16"/>
                  </a:lnTo>
                  <a:lnTo>
                    <a:pt x="0" y="10"/>
                  </a:lnTo>
                  <a:lnTo>
                    <a:pt x="4" y="4"/>
                  </a:lnTo>
                  <a:lnTo>
                    <a:pt x="10" y="2"/>
                  </a:lnTo>
                  <a:lnTo>
                    <a:pt x="18" y="0"/>
                  </a:lnTo>
                  <a:lnTo>
                    <a:pt x="26" y="0"/>
                  </a:lnTo>
                  <a:lnTo>
                    <a:pt x="44" y="4"/>
                  </a:lnTo>
                  <a:lnTo>
                    <a:pt x="64" y="10"/>
                  </a:lnTo>
                  <a:lnTo>
                    <a:pt x="80" y="18"/>
                  </a:lnTo>
                  <a:lnTo>
                    <a:pt x="98" y="26"/>
                  </a:lnTo>
                  <a:close/>
                </a:path>
              </a:pathLst>
            </a:custGeom>
            <a:solidFill>
              <a:srgbClr val="FED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72" name="任意多边形 71"/>
            <p:cNvSpPr/>
            <p:nvPr>
              <p:custDataLst>
                <p:tags r:id="rId71"/>
              </p:custDataLst>
            </p:nvPr>
          </p:nvSpPr>
          <p:spPr bwMode="auto">
            <a:xfrm>
              <a:off x="2319" y="3196"/>
              <a:ext cx="228" cy="343"/>
            </a:xfrm>
            <a:custGeom>
              <a:avLst/>
              <a:gdLst>
                <a:gd name="T0" fmla="*/ 98 w 190"/>
                <a:gd name="T1" fmla="*/ 26 h 286"/>
                <a:gd name="T2" fmla="*/ 98 w 190"/>
                <a:gd name="T3" fmla="*/ 26 h 286"/>
                <a:gd name="T4" fmla="*/ 134 w 190"/>
                <a:gd name="T5" fmla="*/ 90 h 286"/>
                <a:gd name="T6" fmla="*/ 164 w 190"/>
                <a:gd name="T7" fmla="*/ 138 h 286"/>
                <a:gd name="T8" fmla="*/ 176 w 190"/>
                <a:gd name="T9" fmla="*/ 156 h 286"/>
                <a:gd name="T10" fmla="*/ 188 w 190"/>
                <a:gd name="T11" fmla="*/ 168 h 286"/>
                <a:gd name="T12" fmla="*/ 188 w 190"/>
                <a:gd name="T13" fmla="*/ 168 h 286"/>
                <a:gd name="T14" fmla="*/ 190 w 190"/>
                <a:gd name="T15" fmla="*/ 210 h 286"/>
                <a:gd name="T16" fmla="*/ 188 w 190"/>
                <a:gd name="T17" fmla="*/ 240 h 286"/>
                <a:gd name="T18" fmla="*/ 182 w 190"/>
                <a:gd name="T19" fmla="*/ 262 h 286"/>
                <a:gd name="T20" fmla="*/ 180 w 190"/>
                <a:gd name="T21" fmla="*/ 270 h 286"/>
                <a:gd name="T22" fmla="*/ 174 w 190"/>
                <a:gd name="T23" fmla="*/ 276 h 286"/>
                <a:gd name="T24" fmla="*/ 170 w 190"/>
                <a:gd name="T25" fmla="*/ 282 h 286"/>
                <a:gd name="T26" fmla="*/ 166 w 190"/>
                <a:gd name="T27" fmla="*/ 284 h 286"/>
                <a:gd name="T28" fmla="*/ 160 w 190"/>
                <a:gd name="T29" fmla="*/ 286 h 286"/>
                <a:gd name="T30" fmla="*/ 154 w 190"/>
                <a:gd name="T31" fmla="*/ 286 h 286"/>
                <a:gd name="T32" fmla="*/ 140 w 190"/>
                <a:gd name="T33" fmla="*/ 282 h 286"/>
                <a:gd name="T34" fmla="*/ 128 w 190"/>
                <a:gd name="T35" fmla="*/ 276 h 286"/>
                <a:gd name="T36" fmla="*/ 114 w 190"/>
                <a:gd name="T37" fmla="*/ 266 h 286"/>
                <a:gd name="T38" fmla="*/ 100 w 190"/>
                <a:gd name="T39" fmla="*/ 254 h 286"/>
                <a:gd name="T40" fmla="*/ 76 w 190"/>
                <a:gd name="T41" fmla="*/ 228 h 286"/>
                <a:gd name="T42" fmla="*/ 60 w 190"/>
                <a:gd name="T43" fmla="*/ 208 h 286"/>
                <a:gd name="T44" fmla="*/ 52 w 190"/>
                <a:gd name="T45" fmla="*/ 198 h 286"/>
                <a:gd name="T46" fmla="*/ 52 w 190"/>
                <a:gd name="T47" fmla="*/ 198 h 286"/>
                <a:gd name="T48" fmla="*/ 30 w 190"/>
                <a:gd name="T49" fmla="*/ 134 h 286"/>
                <a:gd name="T50" fmla="*/ 12 w 190"/>
                <a:gd name="T51" fmla="*/ 76 h 286"/>
                <a:gd name="T52" fmla="*/ 0 w 190"/>
                <a:gd name="T53" fmla="*/ 26 h 286"/>
                <a:gd name="T54" fmla="*/ 0 w 190"/>
                <a:gd name="T55" fmla="*/ 26 h 286"/>
                <a:gd name="T56" fmla="*/ 0 w 190"/>
                <a:gd name="T57" fmla="*/ 16 h 286"/>
                <a:gd name="T58" fmla="*/ 0 w 190"/>
                <a:gd name="T59" fmla="*/ 10 h 286"/>
                <a:gd name="T60" fmla="*/ 4 w 190"/>
                <a:gd name="T61" fmla="*/ 4 h 286"/>
                <a:gd name="T62" fmla="*/ 10 w 190"/>
                <a:gd name="T63" fmla="*/ 2 h 286"/>
                <a:gd name="T64" fmla="*/ 18 w 190"/>
                <a:gd name="T65" fmla="*/ 0 h 286"/>
                <a:gd name="T66" fmla="*/ 26 w 190"/>
                <a:gd name="T67" fmla="*/ 0 h 286"/>
                <a:gd name="T68" fmla="*/ 44 w 190"/>
                <a:gd name="T69" fmla="*/ 4 h 286"/>
                <a:gd name="T70" fmla="*/ 64 w 190"/>
                <a:gd name="T71" fmla="*/ 10 h 286"/>
                <a:gd name="T72" fmla="*/ 80 w 190"/>
                <a:gd name="T73" fmla="*/ 18 h 286"/>
                <a:gd name="T74" fmla="*/ 98 w 190"/>
                <a:gd name="T75" fmla="*/ 26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90" h="286">
                  <a:moveTo>
                    <a:pt x="98" y="26"/>
                  </a:moveTo>
                  <a:lnTo>
                    <a:pt x="98" y="26"/>
                  </a:lnTo>
                  <a:lnTo>
                    <a:pt x="134" y="90"/>
                  </a:lnTo>
                  <a:lnTo>
                    <a:pt x="164" y="138"/>
                  </a:lnTo>
                  <a:lnTo>
                    <a:pt x="176" y="156"/>
                  </a:lnTo>
                  <a:lnTo>
                    <a:pt x="188" y="168"/>
                  </a:lnTo>
                  <a:lnTo>
                    <a:pt x="188" y="168"/>
                  </a:lnTo>
                  <a:lnTo>
                    <a:pt x="190" y="210"/>
                  </a:lnTo>
                  <a:lnTo>
                    <a:pt x="188" y="240"/>
                  </a:lnTo>
                  <a:lnTo>
                    <a:pt x="182" y="262"/>
                  </a:lnTo>
                  <a:lnTo>
                    <a:pt x="180" y="270"/>
                  </a:lnTo>
                  <a:lnTo>
                    <a:pt x="174" y="276"/>
                  </a:lnTo>
                  <a:lnTo>
                    <a:pt x="170" y="282"/>
                  </a:lnTo>
                  <a:lnTo>
                    <a:pt x="166" y="284"/>
                  </a:lnTo>
                  <a:lnTo>
                    <a:pt x="160" y="286"/>
                  </a:lnTo>
                  <a:lnTo>
                    <a:pt x="154" y="286"/>
                  </a:lnTo>
                  <a:lnTo>
                    <a:pt x="140" y="282"/>
                  </a:lnTo>
                  <a:lnTo>
                    <a:pt x="128" y="276"/>
                  </a:lnTo>
                  <a:lnTo>
                    <a:pt x="114" y="266"/>
                  </a:lnTo>
                  <a:lnTo>
                    <a:pt x="100" y="254"/>
                  </a:lnTo>
                  <a:lnTo>
                    <a:pt x="76" y="228"/>
                  </a:lnTo>
                  <a:lnTo>
                    <a:pt x="60" y="208"/>
                  </a:lnTo>
                  <a:lnTo>
                    <a:pt x="52" y="198"/>
                  </a:lnTo>
                  <a:lnTo>
                    <a:pt x="52" y="198"/>
                  </a:lnTo>
                  <a:lnTo>
                    <a:pt x="30" y="134"/>
                  </a:lnTo>
                  <a:lnTo>
                    <a:pt x="12" y="76"/>
                  </a:lnTo>
                  <a:lnTo>
                    <a:pt x="0" y="26"/>
                  </a:lnTo>
                  <a:lnTo>
                    <a:pt x="0" y="26"/>
                  </a:lnTo>
                  <a:lnTo>
                    <a:pt x="0" y="16"/>
                  </a:lnTo>
                  <a:lnTo>
                    <a:pt x="0" y="10"/>
                  </a:lnTo>
                  <a:lnTo>
                    <a:pt x="4" y="4"/>
                  </a:lnTo>
                  <a:lnTo>
                    <a:pt x="10" y="2"/>
                  </a:lnTo>
                  <a:lnTo>
                    <a:pt x="18" y="0"/>
                  </a:lnTo>
                  <a:lnTo>
                    <a:pt x="26" y="0"/>
                  </a:lnTo>
                  <a:lnTo>
                    <a:pt x="44" y="4"/>
                  </a:lnTo>
                  <a:lnTo>
                    <a:pt x="64" y="10"/>
                  </a:lnTo>
                  <a:lnTo>
                    <a:pt x="80" y="18"/>
                  </a:lnTo>
                  <a:lnTo>
                    <a:pt x="98" y="2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73" name="任意多边形 72"/>
            <p:cNvSpPr/>
            <p:nvPr>
              <p:custDataLst>
                <p:tags r:id="rId72"/>
              </p:custDataLst>
            </p:nvPr>
          </p:nvSpPr>
          <p:spPr bwMode="auto">
            <a:xfrm>
              <a:off x="2254" y="3376"/>
              <a:ext cx="552" cy="689"/>
            </a:xfrm>
            <a:custGeom>
              <a:avLst/>
              <a:gdLst>
                <a:gd name="T0" fmla="*/ 148 w 460"/>
                <a:gd name="T1" fmla="*/ 0 h 574"/>
                <a:gd name="T2" fmla="*/ 224 w 460"/>
                <a:gd name="T3" fmla="*/ 124 h 574"/>
                <a:gd name="T4" fmla="*/ 192 w 460"/>
                <a:gd name="T5" fmla="*/ 0 h 574"/>
                <a:gd name="T6" fmla="*/ 288 w 460"/>
                <a:gd name="T7" fmla="*/ 0 h 574"/>
                <a:gd name="T8" fmla="*/ 288 w 460"/>
                <a:gd name="T9" fmla="*/ 0 h 574"/>
                <a:gd name="T10" fmla="*/ 312 w 460"/>
                <a:gd name="T11" fmla="*/ 64 h 574"/>
                <a:gd name="T12" fmla="*/ 338 w 460"/>
                <a:gd name="T13" fmla="*/ 134 h 574"/>
                <a:gd name="T14" fmla="*/ 366 w 460"/>
                <a:gd name="T15" fmla="*/ 220 h 574"/>
                <a:gd name="T16" fmla="*/ 398 w 460"/>
                <a:gd name="T17" fmla="*/ 314 h 574"/>
                <a:gd name="T18" fmla="*/ 426 w 460"/>
                <a:gd name="T19" fmla="*/ 408 h 574"/>
                <a:gd name="T20" fmla="*/ 436 w 460"/>
                <a:gd name="T21" fmla="*/ 454 h 574"/>
                <a:gd name="T22" fmla="*/ 446 w 460"/>
                <a:gd name="T23" fmla="*/ 498 h 574"/>
                <a:gd name="T24" fmla="*/ 454 w 460"/>
                <a:gd name="T25" fmla="*/ 538 h 574"/>
                <a:gd name="T26" fmla="*/ 460 w 460"/>
                <a:gd name="T27" fmla="*/ 574 h 574"/>
                <a:gd name="T28" fmla="*/ 460 w 460"/>
                <a:gd name="T29" fmla="*/ 574 h 574"/>
                <a:gd name="T30" fmla="*/ 400 w 460"/>
                <a:gd name="T31" fmla="*/ 506 h 574"/>
                <a:gd name="T32" fmla="*/ 264 w 460"/>
                <a:gd name="T33" fmla="*/ 350 h 574"/>
                <a:gd name="T34" fmla="*/ 186 w 460"/>
                <a:gd name="T35" fmla="*/ 264 h 574"/>
                <a:gd name="T36" fmla="*/ 110 w 460"/>
                <a:gd name="T37" fmla="*/ 182 h 574"/>
                <a:gd name="T38" fmla="*/ 46 w 460"/>
                <a:gd name="T39" fmla="*/ 116 h 574"/>
                <a:gd name="T40" fmla="*/ 20 w 460"/>
                <a:gd name="T41" fmla="*/ 92 h 574"/>
                <a:gd name="T42" fmla="*/ 0 w 460"/>
                <a:gd name="T43" fmla="*/ 76 h 574"/>
                <a:gd name="T44" fmla="*/ 148 w 460"/>
                <a:gd name="T45" fmla="*/ 0 h 5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60" h="574">
                  <a:moveTo>
                    <a:pt x="148" y="0"/>
                  </a:moveTo>
                  <a:lnTo>
                    <a:pt x="224" y="124"/>
                  </a:lnTo>
                  <a:lnTo>
                    <a:pt x="192" y="0"/>
                  </a:lnTo>
                  <a:lnTo>
                    <a:pt x="288" y="0"/>
                  </a:lnTo>
                  <a:lnTo>
                    <a:pt x="288" y="0"/>
                  </a:lnTo>
                  <a:lnTo>
                    <a:pt x="312" y="64"/>
                  </a:lnTo>
                  <a:lnTo>
                    <a:pt x="338" y="134"/>
                  </a:lnTo>
                  <a:lnTo>
                    <a:pt x="366" y="220"/>
                  </a:lnTo>
                  <a:lnTo>
                    <a:pt x="398" y="314"/>
                  </a:lnTo>
                  <a:lnTo>
                    <a:pt x="426" y="408"/>
                  </a:lnTo>
                  <a:lnTo>
                    <a:pt x="436" y="454"/>
                  </a:lnTo>
                  <a:lnTo>
                    <a:pt x="446" y="498"/>
                  </a:lnTo>
                  <a:lnTo>
                    <a:pt x="454" y="538"/>
                  </a:lnTo>
                  <a:lnTo>
                    <a:pt x="460" y="574"/>
                  </a:lnTo>
                  <a:lnTo>
                    <a:pt x="460" y="574"/>
                  </a:lnTo>
                  <a:lnTo>
                    <a:pt x="400" y="506"/>
                  </a:lnTo>
                  <a:lnTo>
                    <a:pt x="264" y="350"/>
                  </a:lnTo>
                  <a:lnTo>
                    <a:pt x="186" y="264"/>
                  </a:lnTo>
                  <a:lnTo>
                    <a:pt x="110" y="182"/>
                  </a:lnTo>
                  <a:lnTo>
                    <a:pt x="46" y="116"/>
                  </a:lnTo>
                  <a:lnTo>
                    <a:pt x="20" y="92"/>
                  </a:lnTo>
                  <a:lnTo>
                    <a:pt x="0" y="76"/>
                  </a:lnTo>
                  <a:lnTo>
                    <a:pt x="148" y="0"/>
                  </a:lnTo>
                  <a:close/>
                </a:path>
              </a:pathLst>
            </a:custGeom>
            <a:solidFill>
              <a:srgbClr val="E5E5E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74" name="任意多边形 73"/>
            <p:cNvSpPr/>
            <p:nvPr>
              <p:custDataLst>
                <p:tags r:id="rId73"/>
              </p:custDataLst>
            </p:nvPr>
          </p:nvSpPr>
          <p:spPr bwMode="auto">
            <a:xfrm>
              <a:off x="2235" y="3344"/>
              <a:ext cx="197" cy="180"/>
            </a:xfrm>
            <a:custGeom>
              <a:avLst/>
              <a:gdLst>
                <a:gd name="T0" fmla="*/ 0 w 164"/>
                <a:gd name="T1" fmla="*/ 0 h 150"/>
                <a:gd name="T2" fmla="*/ 164 w 164"/>
                <a:gd name="T3" fmla="*/ 26 h 150"/>
                <a:gd name="T4" fmla="*/ 164 w 164"/>
                <a:gd name="T5" fmla="*/ 150 h 150"/>
                <a:gd name="T6" fmla="*/ 164 w 164"/>
                <a:gd name="T7" fmla="*/ 150 h 150"/>
                <a:gd name="T8" fmla="*/ 84 w 164"/>
                <a:gd name="T9" fmla="*/ 126 h 150"/>
                <a:gd name="T10" fmla="*/ 28 w 164"/>
                <a:gd name="T11" fmla="*/ 106 h 150"/>
                <a:gd name="T12" fmla="*/ 8 w 164"/>
                <a:gd name="T13" fmla="*/ 98 h 150"/>
                <a:gd name="T14" fmla="*/ 0 w 164"/>
                <a:gd name="T15" fmla="*/ 94 h 150"/>
                <a:gd name="T16" fmla="*/ 0 w 164"/>
                <a:gd name="T17"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4" h="150">
                  <a:moveTo>
                    <a:pt x="0" y="0"/>
                  </a:moveTo>
                  <a:lnTo>
                    <a:pt x="164" y="26"/>
                  </a:lnTo>
                  <a:lnTo>
                    <a:pt x="164" y="150"/>
                  </a:lnTo>
                  <a:lnTo>
                    <a:pt x="164" y="150"/>
                  </a:lnTo>
                  <a:lnTo>
                    <a:pt x="84" y="126"/>
                  </a:lnTo>
                  <a:lnTo>
                    <a:pt x="28" y="106"/>
                  </a:lnTo>
                  <a:lnTo>
                    <a:pt x="8" y="98"/>
                  </a:lnTo>
                  <a:lnTo>
                    <a:pt x="0" y="94"/>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75" name="任意多边形 74"/>
            <p:cNvSpPr/>
            <p:nvPr>
              <p:custDataLst>
                <p:tags r:id="rId74"/>
              </p:custDataLst>
            </p:nvPr>
          </p:nvSpPr>
          <p:spPr bwMode="auto">
            <a:xfrm>
              <a:off x="2463" y="3503"/>
              <a:ext cx="158" cy="110"/>
            </a:xfrm>
            <a:custGeom>
              <a:avLst/>
              <a:gdLst>
                <a:gd name="T0" fmla="*/ 0 w 132"/>
                <a:gd name="T1" fmla="*/ 36 h 92"/>
                <a:gd name="T2" fmla="*/ 0 w 132"/>
                <a:gd name="T3" fmla="*/ 36 h 92"/>
                <a:gd name="T4" fmla="*/ 10 w 132"/>
                <a:gd name="T5" fmla="*/ 30 h 92"/>
                <a:gd name="T6" fmla="*/ 36 w 132"/>
                <a:gd name="T7" fmla="*/ 16 h 92"/>
                <a:gd name="T8" fmla="*/ 52 w 132"/>
                <a:gd name="T9" fmla="*/ 8 h 92"/>
                <a:gd name="T10" fmla="*/ 70 w 132"/>
                <a:gd name="T11" fmla="*/ 4 h 92"/>
                <a:gd name="T12" fmla="*/ 90 w 132"/>
                <a:gd name="T13" fmla="*/ 0 h 92"/>
                <a:gd name="T14" fmla="*/ 108 w 132"/>
                <a:gd name="T15" fmla="*/ 2 h 92"/>
                <a:gd name="T16" fmla="*/ 132 w 132"/>
                <a:gd name="T17" fmla="*/ 66 h 92"/>
                <a:gd name="T18" fmla="*/ 78 w 132"/>
                <a:gd name="T19" fmla="*/ 92 h 92"/>
                <a:gd name="T20" fmla="*/ 0 w 132"/>
                <a:gd name="T21" fmla="*/ 36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2" h="92">
                  <a:moveTo>
                    <a:pt x="0" y="36"/>
                  </a:moveTo>
                  <a:lnTo>
                    <a:pt x="0" y="36"/>
                  </a:lnTo>
                  <a:lnTo>
                    <a:pt x="10" y="30"/>
                  </a:lnTo>
                  <a:lnTo>
                    <a:pt x="36" y="16"/>
                  </a:lnTo>
                  <a:lnTo>
                    <a:pt x="52" y="8"/>
                  </a:lnTo>
                  <a:lnTo>
                    <a:pt x="70" y="4"/>
                  </a:lnTo>
                  <a:lnTo>
                    <a:pt x="90" y="0"/>
                  </a:lnTo>
                  <a:lnTo>
                    <a:pt x="108" y="2"/>
                  </a:lnTo>
                  <a:lnTo>
                    <a:pt x="132" y="66"/>
                  </a:lnTo>
                  <a:lnTo>
                    <a:pt x="78" y="92"/>
                  </a:lnTo>
                  <a:lnTo>
                    <a:pt x="0" y="36"/>
                  </a:lnTo>
                  <a:close/>
                </a:path>
              </a:pathLst>
            </a:custGeom>
            <a:solidFill>
              <a:srgbClr val="16161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76" name="任意多边形 75"/>
            <p:cNvSpPr/>
            <p:nvPr>
              <p:custDataLst>
                <p:tags r:id="rId75"/>
              </p:custDataLst>
            </p:nvPr>
          </p:nvSpPr>
          <p:spPr bwMode="auto">
            <a:xfrm>
              <a:off x="2557" y="3582"/>
              <a:ext cx="271" cy="509"/>
            </a:xfrm>
            <a:custGeom>
              <a:avLst/>
              <a:gdLst>
                <a:gd name="T0" fmla="*/ 22 w 226"/>
                <a:gd name="T1" fmla="*/ 190 h 424"/>
                <a:gd name="T2" fmla="*/ 0 w 226"/>
                <a:gd name="T3" fmla="*/ 26 h 424"/>
                <a:gd name="T4" fmla="*/ 54 w 226"/>
                <a:gd name="T5" fmla="*/ 0 h 424"/>
                <a:gd name="T6" fmla="*/ 54 w 226"/>
                <a:gd name="T7" fmla="*/ 0 h 424"/>
                <a:gd name="T8" fmla="*/ 110 w 226"/>
                <a:gd name="T9" fmla="*/ 92 h 424"/>
                <a:gd name="T10" fmla="*/ 156 w 226"/>
                <a:gd name="T11" fmla="*/ 166 h 424"/>
                <a:gd name="T12" fmla="*/ 188 w 226"/>
                <a:gd name="T13" fmla="*/ 218 h 424"/>
                <a:gd name="T14" fmla="*/ 226 w 226"/>
                <a:gd name="T15" fmla="*/ 424 h 424"/>
                <a:gd name="T16" fmla="*/ 22 w 226"/>
                <a:gd name="T17" fmla="*/ 19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6" h="424">
                  <a:moveTo>
                    <a:pt x="22" y="190"/>
                  </a:moveTo>
                  <a:lnTo>
                    <a:pt x="0" y="26"/>
                  </a:lnTo>
                  <a:lnTo>
                    <a:pt x="54" y="0"/>
                  </a:lnTo>
                  <a:lnTo>
                    <a:pt x="54" y="0"/>
                  </a:lnTo>
                  <a:lnTo>
                    <a:pt x="110" y="92"/>
                  </a:lnTo>
                  <a:lnTo>
                    <a:pt x="156" y="166"/>
                  </a:lnTo>
                  <a:lnTo>
                    <a:pt x="188" y="218"/>
                  </a:lnTo>
                  <a:lnTo>
                    <a:pt x="226" y="424"/>
                  </a:lnTo>
                  <a:lnTo>
                    <a:pt x="22" y="190"/>
                  </a:lnTo>
                  <a:close/>
                </a:path>
              </a:pathLst>
            </a:custGeom>
            <a:solidFill>
              <a:srgbClr val="16161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77" name="任意多边形 76"/>
            <p:cNvSpPr/>
            <p:nvPr>
              <p:custDataLst>
                <p:tags r:id="rId76"/>
              </p:custDataLst>
            </p:nvPr>
          </p:nvSpPr>
          <p:spPr bwMode="auto">
            <a:xfrm>
              <a:off x="2154" y="3376"/>
              <a:ext cx="674" cy="715"/>
            </a:xfrm>
            <a:custGeom>
              <a:avLst/>
              <a:gdLst>
                <a:gd name="T0" fmla="*/ 68 w 562"/>
                <a:gd name="T1" fmla="*/ 0 h 596"/>
                <a:gd name="T2" fmla="*/ 68 w 562"/>
                <a:gd name="T3" fmla="*/ 0 h 596"/>
                <a:gd name="T4" fmla="*/ 42 w 562"/>
                <a:gd name="T5" fmla="*/ 70 h 596"/>
                <a:gd name="T6" fmla="*/ 20 w 562"/>
                <a:gd name="T7" fmla="*/ 134 h 596"/>
                <a:gd name="T8" fmla="*/ 0 w 562"/>
                <a:gd name="T9" fmla="*/ 198 h 596"/>
                <a:gd name="T10" fmla="*/ 0 w 562"/>
                <a:gd name="T11" fmla="*/ 198 h 596"/>
                <a:gd name="T12" fmla="*/ 16 w 562"/>
                <a:gd name="T13" fmla="*/ 204 h 596"/>
                <a:gd name="T14" fmla="*/ 60 w 562"/>
                <a:gd name="T15" fmla="*/ 216 h 596"/>
                <a:gd name="T16" fmla="*/ 90 w 562"/>
                <a:gd name="T17" fmla="*/ 224 h 596"/>
                <a:gd name="T18" fmla="*/ 126 w 562"/>
                <a:gd name="T19" fmla="*/ 232 h 596"/>
                <a:gd name="T20" fmla="*/ 164 w 562"/>
                <a:gd name="T21" fmla="*/ 238 h 596"/>
                <a:gd name="T22" fmla="*/ 204 w 562"/>
                <a:gd name="T23" fmla="*/ 244 h 596"/>
                <a:gd name="T24" fmla="*/ 204 w 562"/>
                <a:gd name="T25" fmla="*/ 244 h 596"/>
                <a:gd name="T26" fmla="*/ 184 w 562"/>
                <a:gd name="T27" fmla="*/ 338 h 596"/>
                <a:gd name="T28" fmla="*/ 170 w 562"/>
                <a:gd name="T29" fmla="*/ 406 h 596"/>
                <a:gd name="T30" fmla="*/ 168 w 562"/>
                <a:gd name="T31" fmla="*/ 430 h 596"/>
                <a:gd name="T32" fmla="*/ 168 w 562"/>
                <a:gd name="T33" fmla="*/ 442 h 596"/>
                <a:gd name="T34" fmla="*/ 168 w 562"/>
                <a:gd name="T35" fmla="*/ 442 h 596"/>
                <a:gd name="T36" fmla="*/ 212 w 562"/>
                <a:gd name="T37" fmla="*/ 458 h 596"/>
                <a:gd name="T38" fmla="*/ 320 w 562"/>
                <a:gd name="T39" fmla="*/ 494 h 596"/>
                <a:gd name="T40" fmla="*/ 384 w 562"/>
                <a:gd name="T41" fmla="*/ 518 h 596"/>
                <a:gd name="T42" fmla="*/ 450 w 562"/>
                <a:gd name="T43" fmla="*/ 544 h 596"/>
                <a:gd name="T44" fmla="*/ 510 w 562"/>
                <a:gd name="T45" fmla="*/ 570 h 596"/>
                <a:gd name="T46" fmla="*/ 562 w 562"/>
                <a:gd name="T47" fmla="*/ 596 h 596"/>
                <a:gd name="T48" fmla="*/ 562 w 562"/>
                <a:gd name="T49" fmla="*/ 596 h 596"/>
                <a:gd name="T50" fmla="*/ 464 w 562"/>
                <a:gd name="T51" fmla="*/ 486 h 596"/>
                <a:gd name="T52" fmla="*/ 322 w 562"/>
                <a:gd name="T53" fmla="*/ 326 h 596"/>
                <a:gd name="T54" fmla="*/ 180 w 562"/>
                <a:gd name="T55" fmla="*/ 172 h 596"/>
                <a:gd name="T56" fmla="*/ 124 w 562"/>
                <a:gd name="T57" fmla="*/ 112 h 596"/>
                <a:gd name="T58" fmla="*/ 84 w 562"/>
                <a:gd name="T59" fmla="*/ 70 h 596"/>
                <a:gd name="T60" fmla="*/ 68 w 562"/>
                <a:gd name="T61" fmla="*/ 0 h 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62" h="596">
                  <a:moveTo>
                    <a:pt x="68" y="0"/>
                  </a:moveTo>
                  <a:lnTo>
                    <a:pt x="68" y="0"/>
                  </a:lnTo>
                  <a:lnTo>
                    <a:pt x="42" y="70"/>
                  </a:lnTo>
                  <a:lnTo>
                    <a:pt x="20" y="134"/>
                  </a:lnTo>
                  <a:lnTo>
                    <a:pt x="0" y="198"/>
                  </a:lnTo>
                  <a:lnTo>
                    <a:pt x="0" y="198"/>
                  </a:lnTo>
                  <a:lnTo>
                    <a:pt x="16" y="204"/>
                  </a:lnTo>
                  <a:lnTo>
                    <a:pt x="60" y="216"/>
                  </a:lnTo>
                  <a:lnTo>
                    <a:pt x="90" y="224"/>
                  </a:lnTo>
                  <a:lnTo>
                    <a:pt x="126" y="232"/>
                  </a:lnTo>
                  <a:lnTo>
                    <a:pt x="164" y="238"/>
                  </a:lnTo>
                  <a:lnTo>
                    <a:pt x="204" y="244"/>
                  </a:lnTo>
                  <a:lnTo>
                    <a:pt x="204" y="244"/>
                  </a:lnTo>
                  <a:lnTo>
                    <a:pt x="184" y="338"/>
                  </a:lnTo>
                  <a:lnTo>
                    <a:pt x="170" y="406"/>
                  </a:lnTo>
                  <a:lnTo>
                    <a:pt x="168" y="430"/>
                  </a:lnTo>
                  <a:lnTo>
                    <a:pt x="168" y="442"/>
                  </a:lnTo>
                  <a:lnTo>
                    <a:pt x="168" y="442"/>
                  </a:lnTo>
                  <a:lnTo>
                    <a:pt x="212" y="458"/>
                  </a:lnTo>
                  <a:lnTo>
                    <a:pt x="320" y="494"/>
                  </a:lnTo>
                  <a:lnTo>
                    <a:pt x="384" y="518"/>
                  </a:lnTo>
                  <a:lnTo>
                    <a:pt x="450" y="544"/>
                  </a:lnTo>
                  <a:lnTo>
                    <a:pt x="510" y="570"/>
                  </a:lnTo>
                  <a:lnTo>
                    <a:pt x="562" y="596"/>
                  </a:lnTo>
                  <a:lnTo>
                    <a:pt x="562" y="596"/>
                  </a:lnTo>
                  <a:lnTo>
                    <a:pt x="464" y="486"/>
                  </a:lnTo>
                  <a:lnTo>
                    <a:pt x="322" y="326"/>
                  </a:lnTo>
                  <a:lnTo>
                    <a:pt x="180" y="172"/>
                  </a:lnTo>
                  <a:lnTo>
                    <a:pt x="124" y="112"/>
                  </a:lnTo>
                  <a:lnTo>
                    <a:pt x="84" y="70"/>
                  </a:lnTo>
                  <a:lnTo>
                    <a:pt x="68" y="0"/>
                  </a:lnTo>
                  <a:close/>
                </a:path>
              </a:pathLst>
            </a:custGeom>
            <a:solidFill>
              <a:srgbClr val="676C6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78" name="任意多边形 77"/>
            <p:cNvSpPr/>
            <p:nvPr>
              <p:custDataLst>
                <p:tags r:id="rId77"/>
              </p:custDataLst>
            </p:nvPr>
          </p:nvSpPr>
          <p:spPr bwMode="auto">
            <a:xfrm>
              <a:off x="2583" y="3337"/>
              <a:ext cx="312" cy="754"/>
            </a:xfrm>
            <a:custGeom>
              <a:avLst/>
              <a:gdLst>
                <a:gd name="T0" fmla="*/ 0 w 260"/>
                <a:gd name="T1" fmla="*/ 0 h 628"/>
                <a:gd name="T2" fmla="*/ 0 w 260"/>
                <a:gd name="T3" fmla="*/ 0 h 628"/>
                <a:gd name="T4" fmla="*/ 14 w 260"/>
                <a:gd name="T5" fmla="*/ 12 h 628"/>
                <a:gd name="T6" fmla="*/ 48 w 260"/>
                <a:gd name="T7" fmla="*/ 40 h 628"/>
                <a:gd name="T8" fmla="*/ 70 w 260"/>
                <a:gd name="T9" fmla="*/ 58 h 628"/>
                <a:gd name="T10" fmla="*/ 94 w 260"/>
                <a:gd name="T11" fmla="*/ 76 h 628"/>
                <a:gd name="T12" fmla="*/ 120 w 260"/>
                <a:gd name="T13" fmla="*/ 92 h 628"/>
                <a:gd name="T14" fmla="*/ 146 w 260"/>
                <a:gd name="T15" fmla="*/ 106 h 628"/>
                <a:gd name="T16" fmla="*/ 146 w 260"/>
                <a:gd name="T17" fmla="*/ 106 h 628"/>
                <a:gd name="T18" fmla="*/ 136 w 260"/>
                <a:gd name="T19" fmla="*/ 142 h 628"/>
                <a:gd name="T20" fmla="*/ 124 w 260"/>
                <a:gd name="T21" fmla="*/ 174 h 628"/>
                <a:gd name="T22" fmla="*/ 118 w 260"/>
                <a:gd name="T23" fmla="*/ 190 h 628"/>
                <a:gd name="T24" fmla="*/ 110 w 260"/>
                <a:gd name="T25" fmla="*/ 204 h 628"/>
                <a:gd name="T26" fmla="*/ 110 w 260"/>
                <a:gd name="T27" fmla="*/ 204 h 628"/>
                <a:gd name="T28" fmla="*/ 168 w 260"/>
                <a:gd name="T29" fmla="*/ 246 h 628"/>
                <a:gd name="T30" fmla="*/ 218 w 260"/>
                <a:gd name="T31" fmla="*/ 282 h 628"/>
                <a:gd name="T32" fmla="*/ 242 w 260"/>
                <a:gd name="T33" fmla="*/ 302 h 628"/>
                <a:gd name="T34" fmla="*/ 260 w 260"/>
                <a:gd name="T35" fmla="*/ 318 h 628"/>
                <a:gd name="T36" fmla="*/ 260 w 260"/>
                <a:gd name="T37" fmla="*/ 318 h 628"/>
                <a:gd name="T38" fmla="*/ 252 w 260"/>
                <a:gd name="T39" fmla="*/ 346 h 628"/>
                <a:gd name="T40" fmla="*/ 242 w 260"/>
                <a:gd name="T41" fmla="*/ 378 h 628"/>
                <a:gd name="T42" fmla="*/ 232 w 260"/>
                <a:gd name="T43" fmla="*/ 418 h 628"/>
                <a:gd name="T44" fmla="*/ 222 w 260"/>
                <a:gd name="T45" fmla="*/ 464 h 628"/>
                <a:gd name="T46" fmla="*/ 214 w 260"/>
                <a:gd name="T47" fmla="*/ 516 h 628"/>
                <a:gd name="T48" fmla="*/ 206 w 260"/>
                <a:gd name="T49" fmla="*/ 572 h 628"/>
                <a:gd name="T50" fmla="*/ 204 w 260"/>
                <a:gd name="T51" fmla="*/ 600 h 628"/>
                <a:gd name="T52" fmla="*/ 204 w 260"/>
                <a:gd name="T53" fmla="*/ 628 h 628"/>
                <a:gd name="T54" fmla="*/ 204 w 260"/>
                <a:gd name="T55" fmla="*/ 628 h 628"/>
                <a:gd name="T56" fmla="*/ 178 w 260"/>
                <a:gd name="T57" fmla="*/ 538 h 628"/>
                <a:gd name="T58" fmla="*/ 118 w 260"/>
                <a:gd name="T59" fmla="*/ 336 h 628"/>
                <a:gd name="T60" fmla="*/ 82 w 260"/>
                <a:gd name="T61" fmla="*/ 224 h 628"/>
                <a:gd name="T62" fmla="*/ 50 w 260"/>
                <a:gd name="T63" fmla="*/ 124 h 628"/>
                <a:gd name="T64" fmla="*/ 20 w 260"/>
                <a:gd name="T65" fmla="*/ 44 h 628"/>
                <a:gd name="T66" fmla="*/ 10 w 260"/>
                <a:gd name="T67" fmla="*/ 16 h 628"/>
                <a:gd name="T68" fmla="*/ 0 w 260"/>
                <a:gd name="T69" fmla="*/ 0 h 6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60" h="628">
                  <a:moveTo>
                    <a:pt x="0" y="0"/>
                  </a:moveTo>
                  <a:lnTo>
                    <a:pt x="0" y="0"/>
                  </a:lnTo>
                  <a:lnTo>
                    <a:pt x="14" y="12"/>
                  </a:lnTo>
                  <a:lnTo>
                    <a:pt x="48" y="40"/>
                  </a:lnTo>
                  <a:lnTo>
                    <a:pt x="70" y="58"/>
                  </a:lnTo>
                  <a:lnTo>
                    <a:pt x="94" y="76"/>
                  </a:lnTo>
                  <a:lnTo>
                    <a:pt x="120" y="92"/>
                  </a:lnTo>
                  <a:lnTo>
                    <a:pt x="146" y="106"/>
                  </a:lnTo>
                  <a:lnTo>
                    <a:pt x="146" y="106"/>
                  </a:lnTo>
                  <a:lnTo>
                    <a:pt x="136" y="142"/>
                  </a:lnTo>
                  <a:lnTo>
                    <a:pt x="124" y="174"/>
                  </a:lnTo>
                  <a:lnTo>
                    <a:pt x="118" y="190"/>
                  </a:lnTo>
                  <a:lnTo>
                    <a:pt x="110" y="204"/>
                  </a:lnTo>
                  <a:lnTo>
                    <a:pt x="110" y="204"/>
                  </a:lnTo>
                  <a:lnTo>
                    <a:pt x="168" y="246"/>
                  </a:lnTo>
                  <a:lnTo>
                    <a:pt x="218" y="282"/>
                  </a:lnTo>
                  <a:lnTo>
                    <a:pt x="242" y="302"/>
                  </a:lnTo>
                  <a:lnTo>
                    <a:pt x="260" y="318"/>
                  </a:lnTo>
                  <a:lnTo>
                    <a:pt x="260" y="318"/>
                  </a:lnTo>
                  <a:lnTo>
                    <a:pt x="252" y="346"/>
                  </a:lnTo>
                  <a:lnTo>
                    <a:pt x="242" y="378"/>
                  </a:lnTo>
                  <a:lnTo>
                    <a:pt x="232" y="418"/>
                  </a:lnTo>
                  <a:lnTo>
                    <a:pt x="222" y="464"/>
                  </a:lnTo>
                  <a:lnTo>
                    <a:pt x="214" y="516"/>
                  </a:lnTo>
                  <a:lnTo>
                    <a:pt x="206" y="572"/>
                  </a:lnTo>
                  <a:lnTo>
                    <a:pt x="204" y="600"/>
                  </a:lnTo>
                  <a:lnTo>
                    <a:pt x="204" y="628"/>
                  </a:lnTo>
                  <a:lnTo>
                    <a:pt x="204" y="628"/>
                  </a:lnTo>
                  <a:lnTo>
                    <a:pt x="178" y="538"/>
                  </a:lnTo>
                  <a:lnTo>
                    <a:pt x="118" y="336"/>
                  </a:lnTo>
                  <a:lnTo>
                    <a:pt x="82" y="224"/>
                  </a:lnTo>
                  <a:lnTo>
                    <a:pt x="50" y="124"/>
                  </a:lnTo>
                  <a:lnTo>
                    <a:pt x="20" y="44"/>
                  </a:lnTo>
                  <a:lnTo>
                    <a:pt x="10" y="16"/>
                  </a:lnTo>
                  <a:lnTo>
                    <a:pt x="0" y="0"/>
                  </a:lnTo>
                  <a:close/>
                </a:path>
              </a:pathLst>
            </a:custGeom>
            <a:solidFill>
              <a:srgbClr val="676C6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79" name="任意多边形 78"/>
            <p:cNvSpPr/>
            <p:nvPr>
              <p:custDataLst>
                <p:tags r:id="rId78"/>
              </p:custDataLst>
            </p:nvPr>
          </p:nvSpPr>
          <p:spPr bwMode="auto">
            <a:xfrm>
              <a:off x="2583" y="3337"/>
              <a:ext cx="312" cy="754"/>
            </a:xfrm>
            <a:custGeom>
              <a:avLst/>
              <a:gdLst>
                <a:gd name="T0" fmla="*/ 0 w 260"/>
                <a:gd name="T1" fmla="*/ 0 h 628"/>
                <a:gd name="T2" fmla="*/ 0 w 260"/>
                <a:gd name="T3" fmla="*/ 0 h 628"/>
                <a:gd name="T4" fmla="*/ 14 w 260"/>
                <a:gd name="T5" fmla="*/ 12 h 628"/>
                <a:gd name="T6" fmla="*/ 48 w 260"/>
                <a:gd name="T7" fmla="*/ 40 h 628"/>
                <a:gd name="T8" fmla="*/ 70 w 260"/>
                <a:gd name="T9" fmla="*/ 58 h 628"/>
                <a:gd name="T10" fmla="*/ 94 w 260"/>
                <a:gd name="T11" fmla="*/ 76 h 628"/>
                <a:gd name="T12" fmla="*/ 120 w 260"/>
                <a:gd name="T13" fmla="*/ 92 h 628"/>
                <a:gd name="T14" fmla="*/ 146 w 260"/>
                <a:gd name="T15" fmla="*/ 106 h 628"/>
                <a:gd name="T16" fmla="*/ 146 w 260"/>
                <a:gd name="T17" fmla="*/ 106 h 628"/>
                <a:gd name="T18" fmla="*/ 136 w 260"/>
                <a:gd name="T19" fmla="*/ 142 h 628"/>
                <a:gd name="T20" fmla="*/ 124 w 260"/>
                <a:gd name="T21" fmla="*/ 174 h 628"/>
                <a:gd name="T22" fmla="*/ 118 w 260"/>
                <a:gd name="T23" fmla="*/ 190 h 628"/>
                <a:gd name="T24" fmla="*/ 110 w 260"/>
                <a:gd name="T25" fmla="*/ 204 h 628"/>
                <a:gd name="T26" fmla="*/ 110 w 260"/>
                <a:gd name="T27" fmla="*/ 204 h 628"/>
                <a:gd name="T28" fmla="*/ 168 w 260"/>
                <a:gd name="T29" fmla="*/ 246 h 628"/>
                <a:gd name="T30" fmla="*/ 218 w 260"/>
                <a:gd name="T31" fmla="*/ 282 h 628"/>
                <a:gd name="T32" fmla="*/ 242 w 260"/>
                <a:gd name="T33" fmla="*/ 302 h 628"/>
                <a:gd name="T34" fmla="*/ 260 w 260"/>
                <a:gd name="T35" fmla="*/ 318 h 628"/>
                <a:gd name="T36" fmla="*/ 260 w 260"/>
                <a:gd name="T37" fmla="*/ 318 h 628"/>
                <a:gd name="T38" fmla="*/ 252 w 260"/>
                <a:gd name="T39" fmla="*/ 346 h 628"/>
                <a:gd name="T40" fmla="*/ 242 w 260"/>
                <a:gd name="T41" fmla="*/ 378 h 628"/>
                <a:gd name="T42" fmla="*/ 232 w 260"/>
                <a:gd name="T43" fmla="*/ 418 h 628"/>
                <a:gd name="T44" fmla="*/ 222 w 260"/>
                <a:gd name="T45" fmla="*/ 464 h 628"/>
                <a:gd name="T46" fmla="*/ 214 w 260"/>
                <a:gd name="T47" fmla="*/ 516 h 628"/>
                <a:gd name="T48" fmla="*/ 206 w 260"/>
                <a:gd name="T49" fmla="*/ 572 h 628"/>
                <a:gd name="T50" fmla="*/ 204 w 260"/>
                <a:gd name="T51" fmla="*/ 600 h 628"/>
                <a:gd name="T52" fmla="*/ 204 w 260"/>
                <a:gd name="T53" fmla="*/ 628 h 628"/>
                <a:gd name="T54" fmla="*/ 204 w 260"/>
                <a:gd name="T55" fmla="*/ 628 h 628"/>
                <a:gd name="T56" fmla="*/ 178 w 260"/>
                <a:gd name="T57" fmla="*/ 538 h 628"/>
                <a:gd name="T58" fmla="*/ 118 w 260"/>
                <a:gd name="T59" fmla="*/ 336 h 628"/>
                <a:gd name="T60" fmla="*/ 82 w 260"/>
                <a:gd name="T61" fmla="*/ 224 h 628"/>
                <a:gd name="T62" fmla="*/ 50 w 260"/>
                <a:gd name="T63" fmla="*/ 124 h 628"/>
                <a:gd name="T64" fmla="*/ 20 w 260"/>
                <a:gd name="T65" fmla="*/ 44 h 628"/>
                <a:gd name="T66" fmla="*/ 10 w 260"/>
                <a:gd name="T67" fmla="*/ 16 h 628"/>
                <a:gd name="T68" fmla="*/ 0 w 260"/>
                <a:gd name="T69" fmla="*/ 0 h 6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60" h="628">
                  <a:moveTo>
                    <a:pt x="0" y="0"/>
                  </a:moveTo>
                  <a:lnTo>
                    <a:pt x="0" y="0"/>
                  </a:lnTo>
                  <a:lnTo>
                    <a:pt x="14" y="12"/>
                  </a:lnTo>
                  <a:lnTo>
                    <a:pt x="48" y="40"/>
                  </a:lnTo>
                  <a:lnTo>
                    <a:pt x="70" y="58"/>
                  </a:lnTo>
                  <a:lnTo>
                    <a:pt x="94" y="76"/>
                  </a:lnTo>
                  <a:lnTo>
                    <a:pt x="120" y="92"/>
                  </a:lnTo>
                  <a:lnTo>
                    <a:pt x="146" y="106"/>
                  </a:lnTo>
                  <a:lnTo>
                    <a:pt x="146" y="106"/>
                  </a:lnTo>
                  <a:lnTo>
                    <a:pt x="136" y="142"/>
                  </a:lnTo>
                  <a:lnTo>
                    <a:pt x="124" y="174"/>
                  </a:lnTo>
                  <a:lnTo>
                    <a:pt x="118" y="190"/>
                  </a:lnTo>
                  <a:lnTo>
                    <a:pt x="110" y="204"/>
                  </a:lnTo>
                  <a:lnTo>
                    <a:pt x="110" y="204"/>
                  </a:lnTo>
                  <a:lnTo>
                    <a:pt x="168" y="246"/>
                  </a:lnTo>
                  <a:lnTo>
                    <a:pt x="218" y="282"/>
                  </a:lnTo>
                  <a:lnTo>
                    <a:pt x="242" y="302"/>
                  </a:lnTo>
                  <a:lnTo>
                    <a:pt x="260" y="318"/>
                  </a:lnTo>
                  <a:lnTo>
                    <a:pt x="260" y="318"/>
                  </a:lnTo>
                  <a:lnTo>
                    <a:pt x="252" y="346"/>
                  </a:lnTo>
                  <a:lnTo>
                    <a:pt x="242" y="378"/>
                  </a:lnTo>
                  <a:lnTo>
                    <a:pt x="232" y="418"/>
                  </a:lnTo>
                  <a:lnTo>
                    <a:pt x="222" y="464"/>
                  </a:lnTo>
                  <a:lnTo>
                    <a:pt x="214" y="516"/>
                  </a:lnTo>
                  <a:lnTo>
                    <a:pt x="206" y="572"/>
                  </a:lnTo>
                  <a:lnTo>
                    <a:pt x="204" y="600"/>
                  </a:lnTo>
                  <a:lnTo>
                    <a:pt x="204" y="628"/>
                  </a:lnTo>
                  <a:lnTo>
                    <a:pt x="204" y="628"/>
                  </a:lnTo>
                  <a:lnTo>
                    <a:pt x="178" y="538"/>
                  </a:lnTo>
                  <a:lnTo>
                    <a:pt x="118" y="336"/>
                  </a:lnTo>
                  <a:lnTo>
                    <a:pt x="82" y="224"/>
                  </a:lnTo>
                  <a:lnTo>
                    <a:pt x="50" y="124"/>
                  </a:lnTo>
                  <a:lnTo>
                    <a:pt x="20" y="44"/>
                  </a:lnTo>
                  <a:lnTo>
                    <a:pt x="10" y="16"/>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80" name="任意多边形 79"/>
            <p:cNvSpPr/>
            <p:nvPr>
              <p:custDataLst>
                <p:tags r:id="rId79"/>
              </p:custDataLst>
            </p:nvPr>
          </p:nvSpPr>
          <p:spPr bwMode="auto">
            <a:xfrm>
              <a:off x="2838" y="4120"/>
              <a:ext cx="206" cy="514"/>
            </a:xfrm>
            <a:custGeom>
              <a:avLst/>
              <a:gdLst>
                <a:gd name="T0" fmla="*/ 0 w 172"/>
                <a:gd name="T1" fmla="*/ 0 h 428"/>
                <a:gd name="T2" fmla="*/ 0 w 172"/>
                <a:gd name="T3" fmla="*/ 0 h 428"/>
                <a:gd name="T4" fmla="*/ 24 w 172"/>
                <a:gd name="T5" fmla="*/ 50 h 428"/>
                <a:gd name="T6" fmla="*/ 78 w 172"/>
                <a:gd name="T7" fmla="*/ 168 h 428"/>
                <a:gd name="T8" fmla="*/ 108 w 172"/>
                <a:gd name="T9" fmla="*/ 240 h 428"/>
                <a:gd name="T10" fmla="*/ 136 w 172"/>
                <a:gd name="T11" fmla="*/ 310 h 428"/>
                <a:gd name="T12" fmla="*/ 158 w 172"/>
                <a:gd name="T13" fmla="*/ 374 h 428"/>
                <a:gd name="T14" fmla="*/ 166 w 172"/>
                <a:gd name="T15" fmla="*/ 402 h 428"/>
                <a:gd name="T16" fmla="*/ 172 w 172"/>
                <a:gd name="T17" fmla="*/ 428 h 428"/>
                <a:gd name="T18" fmla="*/ 172 w 172"/>
                <a:gd name="T19" fmla="*/ 428 h 428"/>
                <a:gd name="T20" fmla="*/ 94 w 172"/>
                <a:gd name="T21" fmla="*/ 240 h 428"/>
                <a:gd name="T22" fmla="*/ 34 w 172"/>
                <a:gd name="T23" fmla="*/ 96 h 428"/>
                <a:gd name="T24" fmla="*/ 12 w 172"/>
                <a:gd name="T25" fmla="*/ 38 h 428"/>
                <a:gd name="T26" fmla="*/ 0 w 172"/>
                <a:gd name="T27" fmla="*/ 0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2" h="428">
                  <a:moveTo>
                    <a:pt x="0" y="0"/>
                  </a:moveTo>
                  <a:lnTo>
                    <a:pt x="0" y="0"/>
                  </a:lnTo>
                  <a:lnTo>
                    <a:pt x="24" y="50"/>
                  </a:lnTo>
                  <a:lnTo>
                    <a:pt x="78" y="168"/>
                  </a:lnTo>
                  <a:lnTo>
                    <a:pt x="108" y="240"/>
                  </a:lnTo>
                  <a:lnTo>
                    <a:pt x="136" y="310"/>
                  </a:lnTo>
                  <a:lnTo>
                    <a:pt x="158" y="374"/>
                  </a:lnTo>
                  <a:lnTo>
                    <a:pt x="166" y="402"/>
                  </a:lnTo>
                  <a:lnTo>
                    <a:pt x="172" y="428"/>
                  </a:lnTo>
                  <a:lnTo>
                    <a:pt x="172" y="428"/>
                  </a:lnTo>
                  <a:lnTo>
                    <a:pt x="94" y="240"/>
                  </a:lnTo>
                  <a:lnTo>
                    <a:pt x="34" y="96"/>
                  </a:lnTo>
                  <a:lnTo>
                    <a:pt x="12" y="38"/>
                  </a:lnTo>
                  <a:lnTo>
                    <a:pt x="0" y="0"/>
                  </a:lnTo>
                  <a:close/>
                </a:path>
              </a:pathLst>
            </a:custGeom>
            <a:solidFill>
              <a:srgbClr val="24272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81" name="任意多边形 80"/>
            <p:cNvSpPr/>
            <p:nvPr>
              <p:custDataLst>
                <p:tags r:id="rId80"/>
              </p:custDataLst>
            </p:nvPr>
          </p:nvSpPr>
          <p:spPr bwMode="auto">
            <a:xfrm>
              <a:off x="2838" y="4120"/>
              <a:ext cx="206" cy="514"/>
            </a:xfrm>
            <a:custGeom>
              <a:avLst/>
              <a:gdLst>
                <a:gd name="T0" fmla="*/ 0 w 172"/>
                <a:gd name="T1" fmla="*/ 0 h 428"/>
                <a:gd name="T2" fmla="*/ 0 w 172"/>
                <a:gd name="T3" fmla="*/ 0 h 428"/>
                <a:gd name="T4" fmla="*/ 24 w 172"/>
                <a:gd name="T5" fmla="*/ 50 h 428"/>
                <a:gd name="T6" fmla="*/ 78 w 172"/>
                <a:gd name="T7" fmla="*/ 168 h 428"/>
                <a:gd name="T8" fmla="*/ 108 w 172"/>
                <a:gd name="T9" fmla="*/ 240 h 428"/>
                <a:gd name="T10" fmla="*/ 136 w 172"/>
                <a:gd name="T11" fmla="*/ 310 h 428"/>
                <a:gd name="T12" fmla="*/ 158 w 172"/>
                <a:gd name="T13" fmla="*/ 374 h 428"/>
                <a:gd name="T14" fmla="*/ 166 w 172"/>
                <a:gd name="T15" fmla="*/ 402 h 428"/>
                <a:gd name="T16" fmla="*/ 172 w 172"/>
                <a:gd name="T17" fmla="*/ 428 h 428"/>
                <a:gd name="T18" fmla="*/ 172 w 172"/>
                <a:gd name="T19" fmla="*/ 428 h 428"/>
                <a:gd name="T20" fmla="*/ 94 w 172"/>
                <a:gd name="T21" fmla="*/ 240 h 428"/>
                <a:gd name="T22" fmla="*/ 34 w 172"/>
                <a:gd name="T23" fmla="*/ 96 h 428"/>
                <a:gd name="T24" fmla="*/ 12 w 172"/>
                <a:gd name="T25" fmla="*/ 38 h 428"/>
                <a:gd name="T26" fmla="*/ 0 w 172"/>
                <a:gd name="T27" fmla="*/ 0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2" h="428">
                  <a:moveTo>
                    <a:pt x="0" y="0"/>
                  </a:moveTo>
                  <a:lnTo>
                    <a:pt x="0" y="0"/>
                  </a:lnTo>
                  <a:lnTo>
                    <a:pt x="24" y="50"/>
                  </a:lnTo>
                  <a:lnTo>
                    <a:pt x="78" y="168"/>
                  </a:lnTo>
                  <a:lnTo>
                    <a:pt x="108" y="240"/>
                  </a:lnTo>
                  <a:lnTo>
                    <a:pt x="136" y="310"/>
                  </a:lnTo>
                  <a:lnTo>
                    <a:pt x="158" y="374"/>
                  </a:lnTo>
                  <a:lnTo>
                    <a:pt x="166" y="402"/>
                  </a:lnTo>
                  <a:lnTo>
                    <a:pt x="172" y="428"/>
                  </a:lnTo>
                  <a:lnTo>
                    <a:pt x="172" y="428"/>
                  </a:lnTo>
                  <a:lnTo>
                    <a:pt x="94" y="240"/>
                  </a:lnTo>
                  <a:lnTo>
                    <a:pt x="34" y="96"/>
                  </a:lnTo>
                  <a:lnTo>
                    <a:pt x="12" y="38"/>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82" name="任意多边形 81"/>
            <p:cNvSpPr/>
            <p:nvPr>
              <p:custDataLst>
                <p:tags r:id="rId81"/>
              </p:custDataLst>
            </p:nvPr>
          </p:nvSpPr>
          <p:spPr bwMode="auto">
            <a:xfrm>
              <a:off x="2878" y="4487"/>
              <a:ext cx="62" cy="70"/>
            </a:xfrm>
            <a:custGeom>
              <a:avLst/>
              <a:gdLst>
                <a:gd name="T0" fmla="*/ 50 w 52"/>
                <a:gd name="T1" fmla="*/ 18 h 58"/>
                <a:gd name="T2" fmla="*/ 50 w 52"/>
                <a:gd name="T3" fmla="*/ 18 h 58"/>
                <a:gd name="T4" fmla="*/ 52 w 52"/>
                <a:gd name="T5" fmla="*/ 30 h 58"/>
                <a:gd name="T6" fmla="*/ 52 w 52"/>
                <a:gd name="T7" fmla="*/ 40 h 58"/>
                <a:gd name="T8" fmla="*/ 46 w 52"/>
                <a:gd name="T9" fmla="*/ 50 h 58"/>
                <a:gd name="T10" fmla="*/ 38 w 52"/>
                <a:gd name="T11" fmla="*/ 56 h 58"/>
                <a:gd name="T12" fmla="*/ 38 w 52"/>
                <a:gd name="T13" fmla="*/ 56 h 58"/>
                <a:gd name="T14" fmla="*/ 26 w 52"/>
                <a:gd name="T15" fmla="*/ 58 h 58"/>
                <a:gd name="T16" fmla="*/ 16 w 52"/>
                <a:gd name="T17" fmla="*/ 54 h 58"/>
                <a:gd name="T18" fmla="*/ 8 w 52"/>
                <a:gd name="T19" fmla="*/ 48 h 58"/>
                <a:gd name="T20" fmla="*/ 2 w 52"/>
                <a:gd name="T21" fmla="*/ 38 h 58"/>
                <a:gd name="T22" fmla="*/ 2 w 52"/>
                <a:gd name="T23" fmla="*/ 38 h 58"/>
                <a:gd name="T24" fmla="*/ 0 w 52"/>
                <a:gd name="T25" fmla="*/ 26 h 58"/>
                <a:gd name="T26" fmla="*/ 0 w 52"/>
                <a:gd name="T27" fmla="*/ 16 h 58"/>
                <a:gd name="T28" fmla="*/ 6 w 52"/>
                <a:gd name="T29" fmla="*/ 6 h 58"/>
                <a:gd name="T30" fmla="*/ 14 w 52"/>
                <a:gd name="T31" fmla="*/ 0 h 58"/>
                <a:gd name="T32" fmla="*/ 14 w 52"/>
                <a:gd name="T33" fmla="*/ 0 h 58"/>
                <a:gd name="T34" fmla="*/ 26 w 52"/>
                <a:gd name="T35" fmla="*/ 0 h 58"/>
                <a:gd name="T36" fmla="*/ 36 w 52"/>
                <a:gd name="T37" fmla="*/ 2 h 58"/>
                <a:gd name="T38" fmla="*/ 44 w 52"/>
                <a:gd name="T39" fmla="*/ 8 h 58"/>
                <a:gd name="T40" fmla="*/ 50 w 52"/>
                <a:gd name="T41" fmla="*/ 1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2" h="58">
                  <a:moveTo>
                    <a:pt x="50" y="18"/>
                  </a:moveTo>
                  <a:lnTo>
                    <a:pt x="50" y="18"/>
                  </a:lnTo>
                  <a:lnTo>
                    <a:pt x="52" y="30"/>
                  </a:lnTo>
                  <a:lnTo>
                    <a:pt x="52" y="40"/>
                  </a:lnTo>
                  <a:lnTo>
                    <a:pt x="46" y="50"/>
                  </a:lnTo>
                  <a:lnTo>
                    <a:pt x="38" y="56"/>
                  </a:lnTo>
                  <a:lnTo>
                    <a:pt x="38" y="56"/>
                  </a:lnTo>
                  <a:lnTo>
                    <a:pt x="26" y="58"/>
                  </a:lnTo>
                  <a:lnTo>
                    <a:pt x="16" y="54"/>
                  </a:lnTo>
                  <a:lnTo>
                    <a:pt x="8" y="48"/>
                  </a:lnTo>
                  <a:lnTo>
                    <a:pt x="2" y="38"/>
                  </a:lnTo>
                  <a:lnTo>
                    <a:pt x="2" y="38"/>
                  </a:lnTo>
                  <a:lnTo>
                    <a:pt x="0" y="26"/>
                  </a:lnTo>
                  <a:lnTo>
                    <a:pt x="0" y="16"/>
                  </a:lnTo>
                  <a:lnTo>
                    <a:pt x="6" y="6"/>
                  </a:lnTo>
                  <a:lnTo>
                    <a:pt x="14" y="0"/>
                  </a:lnTo>
                  <a:lnTo>
                    <a:pt x="14" y="0"/>
                  </a:lnTo>
                  <a:lnTo>
                    <a:pt x="26" y="0"/>
                  </a:lnTo>
                  <a:lnTo>
                    <a:pt x="36" y="2"/>
                  </a:lnTo>
                  <a:lnTo>
                    <a:pt x="44" y="8"/>
                  </a:lnTo>
                  <a:lnTo>
                    <a:pt x="50" y="18"/>
                  </a:lnTo>
                  <a:close/>
                </a:path>
              </a:pathLst>
            </a:custGeom>
            <a:solidFill>
              <a:srgbClr val="24272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83" name="任意多边形 82"/>
            <p:cNvSpPr/>
            <p:nvPr>
              <p:custDataLst>
                <p:tags r:id="rId82"/>
              </p:custDataLst>
            </p:nvPr>
          </p:nvSpPr>
          <p:spPr bwMode="auto">
            <a:xfrm>
              <a:off x="2878" y="4487"/>
              <a:ext cx="62" cy="70"/>
            </a:xfrm>
            <a:custGeom>
              <a:avLst/>
              <a:gdLst>
                <a:gd name="T0" fmla="*/ 50 w 52"/>
                <a:gd name="T1" fmla="*/ 18 h 58"/>
                <a:gd name="T2" fmla="*/ 50 w 52"/>
                <a:gd name="T3" fmla="*/ 18 h 58"/>
                <a:gd name="T4" fmla="*/ 52 w 52"/>
                <a:gd name="T5" fmla="*/ 30 h 58"/>
                <a:gd name="T6" fmla="*/ 52 w 52"/>
                <a:gd name="T7" fmla="*/ 40 h 58"/>
                <a:gd name="T8" fmla="*/ 46 w 52"/>
                <a:gd name="T9" fmla="*/ 50 h 58"/>
                <a:gd name="T10" fmla="*/ 38 w 52"/>
                <a:gd name="T11" fmla="*/ 56 h 58"/>
                <a:gd name="T12" fmla="*/ 38 w 52"/>
                <a:gd name="T13" fmla="*/ 56 h 58"/>
                <a:gd name="T14" fmla="*/ 26 w 52"/>
                <a:gd name="T15" fmla="*/ 58 h 58"/>
                <a:gd name="T16" fmla="*/ 16 w 52"/>
                <a:gd name="T17" fmla="*/ 54 h 58"/>
                <a:gd name="T18" fmla="*/ 8 w 52"/>
                <a:gd name="T19" fmla="*/ 48 h 58"/>
                <a:gd name="T20" fmla="*/ 2 w 52"/>
                <a:gd name="T21" fmla="*/ 38 h 58"/>
                <a:gd name="T22" fmla="*/ 2 w 52"/>
                <a:gd name="T23" fmla="*/ 38 h 58"/>
                <a:gd name="T24" fmla="*/ 0 w 52"/>
                <a:gd name="T25" fmla="*/ 26 h 58"/>
                <a:gd name="T26" fmla="*/ 0 w 52"/>
                <a:gd name="T27" fmla="*/ 16 h 58"/>
                <a:gd name="T28" fmla="*/ 6 w 52"/>
                <a:gd name="T29" fmla="*/ 6 h 58"/>
                <a:gd name="T30" fmla="*/ 14 w 52"/>
                <a:gd name="T31" fmla="*/ 0 h 58"/>
                <a:gd name="T32" fmla="*/ 14 w 52"/>
                <a:gd name="T33" fmla="*/ 0 h 58"/>
                <a:gd name="T34" fmla="*/ 26 w 52"/>
                <a:gd name="T35" fmla="*/ 0 h 58"/>
                <a:gd name="T36" fmla="*/ 36 w 52"/>
                <a:gd name="T37" fmla="*/ 2 h 58"/>
                <a:gd name="T38" fmla="*/ 44 w 52"/>
                <a:gd name="T39" fmla="*/ 8 h 58"/>
                <a:gd name="T40" fmla="*/ 50 w 52"/>
                <a:gd name="T41" fmla="*/ 1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2" h="58">
                  <a:moveTo>
                    <a:pt x="50" y="18"/>
                  </a:moveTo>
                  <a:lnTo>
                    <a:pt x="50" y="18"/>
                  </a:lnTo>
                  <a:lnTo>
                    <a:pt x="52" y="30"/>
                  </a:lnTo>
                  <a:lnTo>
                    <a:pt x="52" y="40"/>
                  </a:lnTo>
                  <a:lnTo>
                    <a:pt x="46" y="50"/>
                  </a:lnTo>
                  <a:lnTo>
                    <a:pt x="38" y="56"/>
                  </a:lnTo>
                  <a:lnTo>
                    <a:pt x="38" y="56"/>
                  </a:lnTo>
                  <a:lnTo>
                    <a:pt x="26" y="58"/>
                  </a:lnTo>
                  <a:lnTo>
                    <a:pt x="16" y="54"/>
                  </a:lnTo>
                  <a:lnTo>
                    <a:pt x="8" y="48"/>
                  </a:lnTo>
                  <a:lnTo>
                    <a:pt x="2" y="38"/>
                  </a:lnTo>
                  <a:lnTo>
                    <a:pt x="2" y="38"/>
                  </a:lnTo>
                  <a:lnTo>
                    <a:pt x="0" y="26"/>
                  </a:lnTo>
                  <a:lnTo>
                    <a:pt x="0" y="16"/>
                  </a:lnTo>
                  <a:lnTo>
                    <a:pt x="6" y="6"/>
                  </a:lnTo>
                  <a:lnTo>
                    <a:pt x="14" y="0"/>
                  </a:lnTo>
                  <a:lnTo>
                    <a:pt x="14" y="0"/>
                  </a:lnTo>
                  <a:lnTo>
                    <a:pt x="26" y="0"/>
                  </a:lnTo>
                  <a:lnTo>
                    <a:pt x="36" y="2"/>
                  </a:lnTo>
                  <a:lnTo>
                    <a:pt x="44" y="8"/>
                  </a:lnTo>
                  <a:lnTo>
                    <a:pt x="50" y="1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84" name="任意多边形 83"/>
            <p:cNvSpPr/>
            <p:nvPr>
              <p:custDataLst>
                <p:tags r:id="rId83"/>
              </p:custDataLst>
            </p:nvPr>
          </p:nvSpPr>
          <p:spPr bwMode="auto">
            <a:xfrm>
              <a:off x="2797" y="4242"/>
              <a:ext cx="65" cy="70"/>
            </a:xfrm>
            <a:custGeom>
              <a:avLst/>
              <a:gdLst>
                <a:gd name="T0" fmla="*/ 50 w 54"/>
                <a:gd name="T1" fmla="*/ 18 h 58"/>
                <a:gd name="T2" fmla="*/ 50 w 54"/>
                <a:gd name="T3" fmla="*/ 18 h 58"/>
                <a:gd name="T4" fmla="*/ 54 w 54"/>
                <a:gd name="T5" fmla="*/ 30 h 58"/>
                <a:gd name="T6" fmla="*/ 52 w 54"/>
                <a:gd name="T7" fmla="*/ 40 h 58"/>
                <a:gd name="T8" fmla="*/ 46 w 54"/>
                <a:gd name="T9" fmla="*/ 50 h 58"/>
                <a:gd name="T10" fmla="*/ 38 w 54"/>
                <a:gd name="T11" fmla="*/ 56 h 58"/>
                <a:gd name="T12" fmla="*/ 38 w 54"/>
                <a:gd name="T13" fmla="*/ 56 h 58"/>
                <a:gd name="T14" fmla="*/ 28 w 54"/>
                <a:gd name="T15" fmla="*/ 58 h 58"/>
                <a:gd name="T16" fmla="*/ 18 w 54"/>
                <a:gd name="T17" fmla="*/ 56 h 58"/>
                <a:gd name="T18" fmla="*/ 8 w 54"/>
                <a:gd name="T19" fmla="*/ 48 h 58"/>
                <a:gd name="T20" fmla="*/ 2 w 54"/>
                <a:gd name="T21" fmla="*/ 38 h 58"/>
                <a:gd name="T22" fmla="*/ 2 w 54"/>
                <a:gd name="T23" fmla="*/ 38 h 58"/>
                <a:gd name="T24" fmla="*/ 0 w 54"/>
                <a:gd name="T25" fmla="*/ 28 h 58"/>
                <a:gd name="T26" fmla="*/ 2 w 54"/>
                <a:gd name="T27" fmla="*/ 16 h 58"/>
                <a:gd name="T28" fmla="*/ 6 w 54"/>
                <a:gd name="T29" fmla="*/ 8 h 58"/>
                <a:gd name="T30" fmla="*/ 10 w 54"/>
                <a:gd name="T31" fmla="*/ 4 h 58"/>
                <a:gd name="T32" fmla="*/ 16 w 54"/>
                <a:gd name="T33" fmla="*/ 2 h 58"/>
                <a:gd name="T34" fmla="*/ 16 w 54"/>
                <a:gd name="T35" fmla="*/ 2 h 58"/>
                <a:gd name="T36" fmla="*/ 26 w 54"/>
                <a:gd name="T37" fmla="*/ 0 h 58"/>
                <a:gd name="T38" fmla="*/ 36 w 54"/>
                <a:gd name="T39" fmla="*/ 2 h 58"/>
                <a:gd name="T40" fmla="*/ 44 w 54"/>
                <a:gd name="T41" fmla="*/ 8 h 58"/>
                <a:gd name="T42" fmla="*/ 50 w 54"/>
                <a:gd name="T43" fmla="*/ 1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4" h="58">
                  <a:moveTo>
                    <a:pt x="50" y="18"/>
                  </a:moveTo>
                  <a:lnTo>
                    <a:pt x="50" y="18"/>
                  </a:lnTo>
                  <a:lnTo>
                    <a:pt x="54" y="30"/>
                  </a:lnTo>
                  <a:lnTo>
                    <a:pt x="52" y="40"/>
                  </a:lnTo>
                  <a:lnTo>
                    <a:pt x="46" y="50"/>
                  </a:lnTo>
                  <a:lnTo>
                    <a:pt x="38" y="56"/>
                  </a:lnTo>
                  <a:lnTo>
                    <a:pt x="38" y="56"/>
                  </a:lnTo>
                  <a:lnTo>
                    <a:pt x="28" y="58"/>
                  </a:lnTo>
                  <a:lnTo>
                    <a:pt x="18" y="56"/>
                  </a:lnTo>
                  <a:lnTo>
                    <a:pt x="8" y="48"/>
                  </a:lnTo>
                  <a:lnTo>
                    <a:pt x="2" y="38"/>
                  </a:lnTo>
                  <a:lnTo>
                    <a:pt x="2" y="38"/>
                  </a:lnTo>
                  <a:lnTo>
                    <a:pt x="0" y="28"/>
                  </a:lnTo>
                  <a:lnTo>
                    <a:pt x="2" y="16"/>
                  </a:lnTo>
                  <a:lnTo>
                    <a:pt x="6" y="8"/>
                  </a:lnTo>
                  <a:lnTo>
                    <a:pt x="10" y="4"/>
                  </a:lnTo>
                  <a:lnTo>
                    <a:pt x="16" y="2"/>
                  </a:lnTo>
                  <a:lnTo>
                    <a:pt x="16" y="2"/>
                  </a:lnTo>
                  <a:lnTo>
                    <a:pt x="26" y="0"/>
                  </a:lnTo>
                  <a:lnTo>
                    <a:pt x="36" y="2"/>
                  </a:lnTo>
                  <a:lnTo>
                    <a:pt x="44" y="8"/>
                  </a:lnTo>
                  <a:lnTo>
                    <a:pt x="50" y="18"/>
                  </a:lnTo>
                  <a:close/>
                </a:path>
              </a:pathLst>
            </a:custGeom>
            <a:solidFill>
              <a:srgbClr val="24272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85" name="任意多边形 84"/>
            <p:cNvSpPr/>
            <p:nvPr>
              <p:custDataLst>
                <p:tags r:id="rId84"/>
              </p:custDataLst>
            </p:nvPr>
          </p:nvSpPr>
          <p:spPr bwMode="auto">
            <a:xfrm>
              <a:off x="2797" y="4242"/>
              <a:ext cx="65" cy="70"/>
            </a:xfrm>
            <a:custGeom>
              <a:avLst/>
              <a:gdLst>
                <a:gd name="T0" fmla="*/ 50 w 54"/>
                <a:gd name="T1" fmla="*/ 18 h 58"/>
                <a:gd name="T2" fmla="*/ 50 w 54"/>
                <a:gd name="T3" fmla="*/ 18 h 58"/>
                <a:gd name="T4" fmla="*/ 54 w 54"/>
                <a:gd name="T5" fmla="*/ 30 h 58"/>
                <a:gd name="T6" fmla="*/ 52 w 54"/>
                <a:gd name="T7" fmla="*/ 40 h 58"/>
                <a:gd name="T8" fmla="*/ 46 w 54"/>
                <a:gd name="T9" fmla="*/ 50 h 58"/>
                <a:gd name="T10" fmla="*/ 38 w 54"/>
                <a:gd name="T11" fmla="*/ 56 h 58"/>
                <a:gd name="T12" fmla="*/ 38 w 54"/>
                <a:gd name="T13" fmla="*/ 56 h 58"/>
                <a:gd name="T14" fmla="*/ 28 w 54"/>
                <a:gd name="T15" fmla="*/ 58 h 58"/>
                <a:gd name="T16" fmla="*/ 18 w 54"/>
                <a:gd name="T17" fmla="*/ 56 h 58"/>
                <a:gd name="T18" fmla="*/ 8 w 54"/>
                <a:gd name="T19" fmla="*/ 48 h 58"/>
                <a:gd name="T20" fmla="*/ 2 w 54"/>
                <a:gd name="T21" fmla="*/ 38 h 58"/>
                <a:gd name="T22" fmla="*/ 2 w 54"/>
                <a:gd name="T23" fmla="*/ 38 h 58"/>
                <a:gd name="T24" fmla="*/ 0 w 54"/>
                <a:gd name="T25" fmla="*/ 28 h 58"/>
                <a:gd name="T26" fmla="*/ 2 w 54"/>
                <a:gd name="T27" fmla="*/ 16 h 58"/>
                <a:gd name="T28" fmla="*/ 6 w 54"/>
                <a:gd name="T29" fmla="*/ 8 h 58"/>
                <a:gd name="T30" fmla="*/ 10 w 54"/>
                <a:gd name="T31" fmla="*/ 4 h 58"/>
                <a:gd name="T32" fmla="*/ 16 w 54"/>
                <a:gd name="T33" fmla="*/ 2 h 58"/>
                <a:gd name="T34" fmla="*/ 16 w 54"/>
                <a:gd name="T35" fmla="*/ 2 h 58"/>
                <a:gd name="T36" fmla="*/ 26 w 54"/>
                <a:gd name="T37" fmla="*/ 0 h 58"/>
                <a:gd name="T38" fmla="*/ 36 w 54"/>
                <a:gd name="T39" fmla="*/ 2 h 58"/>
                <a:gd name="T40" fmla="*/ 44 w 54"/>
                <a:gd name="T41" fmla="*/ 8 h 58"/>
                <a:gd name="T42" fmla="*/ 50 w 54"/>
                <a:gd name="T43" fmla="*/ 1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4" h="58">
                  <a:moveTo>
                    <a:pt x="50" y="18"/>
                  </a:moveTo>
                  <a:lnTo>
                    <a:pt x="50" y="18"/>
                  </a:lnTo>
                  <a:lnTo>
                    <a:pt x="54" y="30"/>
                  </a:lnTo>
                  <a:lnTo>
                    <a:pt x="52" y="40"/>
                  </a:lnTo>
                  <a:lnTo>
                    <a:pt x="46" y="50"/>
                  </a:lnTo>
                  <a:lnTo>
                    <a:pt x="38" y="56"/>
                  </a:lnTo>
                  <a:lnTo>
                    <a:pt x="38" y="56"/>
                  </a:lnTo>
                  <a:lnTo>
                    <a:pt x="28" y="58"/>
                  </a:lnTo>
                  <a:lnTo>
                    <a:pt x="18" y="56"/>
                  </a:lnTo>
                  <a:lnTo>
                    <a:pt x="8" y="48"/>
                  </a:lnTo>
                  <a:lnTo>
                    <a:pt x="2" y="38"/>
                  </a:lnTo>
                  <a:lnTo>
                    <a:pt x="2" y="38"/>
                  </a:lnTo>
                  <a:lnTo>
                    <a:pt x="0" y="28"/>
                  </a:lnTo>
                  <a:lnTo>
                    <a:pt x="2" y="16"/>
                  </a:lnTo>
                  <a:lnTo>
                    <a:pt x="6" y="8"/>
                  </a:lnTo>
                  <a:lnTo>
                    <a:pt x="10" y="4"/>
                  </a:lnTo>
                  <a:lnTo>
                    <a:pt x="16" y="2"/>
                  </a:lnTo>
                  <a:lnTo>
                    <a:pt x="16" y="2"/>
                  </a:lnTo>
                  <a:lnTo>
                    <a:pt x="26" y="0"/>
                  </a:lnTo>
                  <a:lnTo>
                    <a:pt x="36" y="2"/>
                  </a:lnTo>
                  <a:lnTo>
                    <a:pt x="44" y="8"/>
                  </a:lnTo>
                  <a:lnTo>
                    <a:pt x="50" y="1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86" name="任意多边形 85"/>
            <p:cNvSpPr/>
            <p:nvPr>
              <p:custDataLst>
                <p:tags r:id="rId85"/>
              </p:custDataLst>
            </p:nvPr>
          </p:nvSpPr>
          <p:spPr bwMode="auto">
            <a:xfrm>
              <a:off x="2485" y="3301"/>
              <a:ext cx="118" cy="187"/>
            </a:xfrm>
            <a:custGeom>
              <a:avLst/>
              <a:gdLst>
                <a:gd name="T0" fmla="*/ 0 w 98"/>
                <a:gd name="T1" fmla="*/ 62 h 156"/>
                <a:gd name="T2" fmla="*/ 90 w 98"/>
                <a:gd name="T3" fmla="*/ 156 h 156"/>
                <a:gd name="T4" fmla="*/ 90 w 98"/>
                <a:gd name="T5" fmla="*/ 156 h 156"/>
                <a:gd name="T6" fmla="*/ 96 w 98"/>
                <a:gd name="T7" fmla="*/ 106 h 156"/>
                <a:gd name="T8" fmla="*/ 98 w 98"/>
                <a:gd name="T9" fmla="*/ 66 h 156"/>
                <a:gd name="T10" fmla="*/ 98 w 98"/>
                <a:gd name="T11" fmla="*/ 48 h 156"/>
                <a:gd name="T12" fmla="*/ 96 w 98"/>
                <a:gd name="T13" fmla="*/ 36 h 156"/>
                <a:gd name="T14" fmla="*/ 50 w 98"/>
                <a:gd name="T15" fmla="*/ 0 h 156"/>
                <a:gd name="T16" fmla="*/ 0 w 98"/>
                <a:gd name="T17" fmla="*/ 6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156">
                  <a:moveTo>
                    <a:pt x="0" y="62"/>
                  </a:moveTo>
                  <a:lnTo>
                    <a:pt x="90" y="156"/>
                  </a:lnTo>
                  <a:lnTo>
                    <a:pt x="90" y="156"/>
                  </a:lnTo>
                  <a:lnTo>
                    <a:pt x="96" y="106"/>
                  </a:lnTo>
                  <a:lnTo>
                    <a:pt x="98" y="66"/>
                  </a:lnTo>
                  <a:lnTo>
                    <a:pt x="98" y="48"/>
                  </a:lnTo>
                  <a:lnTo>
                    <a:pt x="96" y="36"/>
                  </a:lnTo>
                  <a:lnTo>
                    <a:pt x="50" y="0"/>
                  </a:lnTo>
                  <a:lnTo>
                    <a:pt x="0" y="6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87" name="任意多边形 86"/>
            <p:cNvSpPr/>
            <p:nvPr>
              <p:custDataLst>
                <p:tags r:id="rId86"/>
              </p:custDataLst>
            </p:nvPr>
          </p:nvSpPr>
          <p:spPr bwMode="auto">
            <a:xfrm>
              <a:off x="2583" y="4653"/>
              <a:ext cx="722" cy="209"/>
            </a:xfrm>
            <a:custGeom>
              <a:avLst/>
              <a:gdLst>
                <a:gd name="T0" fmla="*/ 0 w 602"/>
                <a:gd name="T1" fmla="*/ 174 h 174"/>
                <a:gd name="T2" fmla="*/ 0 w 602"/>
                <a:gd name="T3" fmla="*/ 174 h 174"/>
                <a:gd name="T4" fmla="*/ 30 w 602"/>
                <a:gd name="T5" fmla="*/ 164 h 174"/>
                <a:gd name="T6" fmla="*/ 110 w 602"/>
                <a:gd name="T7" fmla="*/ 142 h 174"/>
                <a:gd name="T8" fmla="*/ 166 w 602"/>
                <a:gd name="T9" fmla="*/ 128 h 174"/>
                <a:gd name="T10" fmla="*/ 230 w 602"/>
                <a:gd name="T11" fmla="*/ 112 h 174"/>
                <a:gd name="T12" fmla="*/ 300 w 602"/>
                <a:gd name="T13" fmla="*/ 98 h 174"/>
                <a:gd name="T14" fmla="*/ 376 w 602"/>
                <a:gd name="T15" fmla="*/ 86 h 174"/>
                <a:gd name="T16" fmla="*/ 388 w 602"/>
                <a:gd name="T17" fmla="*/ 0 h 174"/>
                <a:gd name="T18" fmla="*/ 388 w 602"/>
                <a:gd name="T19" fmla="*/ 0 h 174"/>
                <a:gd name="T20" fmla="*/ 422 w 602"/>
                <a:gd name="T21" fmla="*/ 82 h 174"/>
                <a:gd name="T22" fmla="*/ 422 w 602"/>
                <a:gd name="T23" fmla="*/ 82 h 174"/>
                <a:gd name="T24" fmla="*/ 498 w 602"/>
                <a:gd name="T25" fmla="*/ 78 h 174"/>
                <a:gd name="T26" fmla="*/ 558 w 602"/>
                <a:gd name="T27" fmla="*/ 78 h 174"/>
                <a:gd name="T28" fmla="*/ 602 w 602"/>
                <a:gd name="T29" fmla="*/ 80 h 174"/>
                <a:gd name="T30" fmla="*/ 602 w 602"/>
                <a:gd name="T31" fmla="*/ 80 h 174"/>
                <a:gd name="T32" fmla="*/ 516 w 602"/>
                <a:gd name="T33" fmla="*/ 88 h 174"/>
                <a:gd name="T34" fmla="*/ 452 w 602"/>
                <a:gd name="T35" fmla="*/ 94 h 174"/>
                <a:gd name="T36" fmla="*/ 414 w 602"/>
                <a:gd name="T37" fmla="*/ 98 h 174"/>
                <a:gd name="T38" fmla="*/ 400 w 602"/>
                <a:gd name="T39" fmla="*/ 64 h 174"/>
                <a:gd name="T40" fmla="*/ 400 w 602"/>
                <a:gd name="T41" fmla="*/ 64 h 174"/>
                <a:gd name="T42" fmla="*/ 394 w 602"/>
                <a:gd name="T43" fmla="*/ 104 h 174"/>
                <a:gd name="T44" fmla="*/ 394 w 602"/>
                <a:gd name="T45" fmla="*/ 104 h 174"/>
                <a:gd name="T46" fmla="*/ 380 w 602"/>
                <a:gd name="T47" fmla="*/ 106 h 174"/>
                <a:gd name="T48" fmla="*/ 342 w 602"/>
                <a:gd name="T49" fmla="*/ 112 h 174"/>
                <a:gd name="T50" fmla="*/ 228 w 602"/>
                <a:gd name="T51" fmla="*/ 126 h 174"/>
                <a:gd name="T52" fmla="*/ 162 w 602"/>
                <a:gd name="T53" fmla="*/ 136 h 174"/>
                <a:gd name="T54" fmla="*/ 98 w 602"/>
                <a:gd name="T55" fmla="*/ 146 h 174"/>
                <a:gd name="T56" fmla="*/ 42 w 602"/>
                <a:gd name="T57" fmla="*/ 160 h 174"/>
                <a:gd name="T58" fmla="*/ 20 w 602"/>
                <a:gd name="T59" fmla="*/ 166 h 174"/>
                <a:gd name="T60" fmla="*/ 0 w 602"/>
                <a:gd name="T61" fmla="*/ 174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02" h="174">
                  <a:moveTo>
                    <a:pt x="0" y="174"/>
                  </a:moveTo>
                  <a:lnTo>
                    <a:pt x="0" y="174"/>
                  </a:lnTo>
                  <a:lnTo>
                    <a:pt x="30" y="164"/>
                  </a:lnTo>
                  <a:lnTo>
                    <a:pt x="110" y="142"/>
                  </a:lnTo>
                  <a:lnTo>
                    <a:pt x="166" y="128"/>
                  </a:lnTo>
                  <a:lnTo>
                    <a:pt x="230" y="112"/>
                  </a:lnTo>
                  <a:lnTo>
                    <a:pt x="300" y="98"/>
                  </a:lnTo>
                  <a:lnTo>
                    <a:pt x="376" y="86"/>
                  </a:lnTo>
                  <a:lnTo>
                    <a:pt x="388" y="0"/>
                  </a:lnTo>
                  <a:lnTo>
                    <a:pt x="388" y="0"/>
                  </a:lnTo>
                  <a:lnTo>
                    <a:pt x="422" y="82"/>
                  </a:lnTo>
                  <a:lnTo>
                    <a:pt x="422" y="82"/>
                  </a:lnTo>
                  <a:lnTo>
                    <a:pt x="498" y="78"/>
                  </a:lnTo>
                  <a:lnTo>
                    <a:pt x="558" y="78"/>
                  </a:lnTo>
                  <a:lnTo>
                    <a:pt x="602" y="80"/>
                  </a:lnTo>
                  <a:lnTo>
                    <a:pt x="602" y="80"/>
                  </a:lnTo>
                  <a:lnTo>
                    <a:pt x="516" y="88"/>
                  </a:lnTo>
                  <a:lnTo>
                    <a:pt x="452" y="94"/>
                  </a:lnTo>
                  <a:lnTo>
                    <a:pt x="414" y="98"/>
                  </a:lnTo>
                  <a:lnTo>
                    <a:pt x="400" y="64"/>
                  </a:lnTo>
                  <a:lnTo>
                    <a:pt x="400" y="64"/>
                  </a:lnTo>
                  <a:lnTo>
                    <a:pt x="394" y="104"/>
                  </a:lnTo>
                  <a:lnTo>
                    <a:pt x="394" y="104"/>
                  </a:lnTo>
                  <a:lnTo>
                    <a:pt x="380" y="106"/>
                  </a:lnTo>
                  <a:lnTo>
                    <a:pt x="342" y="112"/>
                  </a:lnTo>
                  <a:lnTo>
                    <a:pt x="228" y="126"/>
                  </a:lnTo>
                  <a:lnTo>
                    <a:pt x="162" y="136"/>
                  </a:lnTo>
                  <a:lnTo>
                    <a:pt x="98" y="146"/>
                  </a:lnTo>
                  <a:lnTo>
                    <a:pt x="42" y="160"/>
                  </a:lnTo>
                  <a:lnTo>
                    <a:pt x="20" y="166"/>
                  </a:lnTo>
                  <a:lnTo>
                    <a:pt x="0" y="174"/>
                  </a:lnTo>
                  <a:close/>
                </a:path>
              </a:pathLst>
            </a:custGeom>
            <a:solidFill>
              <a:srgbClr val="24272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88" name="任意多边形 87"/>
            <p:cNvSpPr/>
            <p:nvPr>
              <p:custDataLst>
                <p:tags r:id="rId87"/>
              </p:custDataLst>
            </p:nvPr>
          </p:nvSpPr>
          <p:spPr bwMode="auto">
            <a:xfrm>
              <a:off x="2583" y="4653"/>
              <a:ext cx="722" cy="209"/>
            </a:xfrm>
            <a:custGeom>
              <a:avLst/>
              <a:gdLst>
                <a:gd name="T0" fmla="*/ 0 w 602"/>
                <a:gd name="T1" fmla="*/ 174 h 174"/>
                <a:gd name="T2" fmla="*/ 0 w 602"/>
                <a:gd name="T3" fmla="*/ 174 h 174"/>
                <a:gd name="T4" fmla="*/ 30 w 602"/>
                <a:gd name="T5" fmla="*/ 164 h 174"/>
                <a:gd name="T6" fmla="*/ 110 w 602"/>
                <a:gd name="T7" fmla="*/ 142 h 174"/>
                <a:gd name="T8" fmla="*/ 166 w 602"/>
                <a:gd name="T9" fmla="*/ 128 h 174"/>
                <a:gd name="T10" fmla="*/ 230 w 602"/>
                <a:gd name="T11" fmla="*/ 112 h 174"/>
                <a:gd name="T12" fmla="*/ 300 w 602"/>
                <a:gd name="T13" fmla="*/ 98 h 174"/>
                <a:gd name="T14" fmla="*/ 376 w 602"/>
                <a:gd name="T15" fmla="*/ 86 h 174"/>
                <a:gd name="T16" fmla="*/ 388 w 602"/>
                <a:gd name="T17" fmla="*/ 0 h 174"/>
                <a:gd name="T18" fmla="*/ 388 w 602"/>
                <a:gd name="T19" fmla="*/ 0 h 174"/>
                <a:gd name="T20" fmla="*/ 422 w 602"/>
                <a:gd name="T21" fmla="*/ 82 h 174"/>
                <a:gd name="T22" fmla="*/ 422 w 602"/>
                <a:gd name="T23" fmla="*/ 82 h 174"/>
                <a:gd name="T24" fmla="*/ 498 w 602"/>
                <a:gd name="T25" fmla="*/ 78 h 174"/>
                <a:gd name="T26" fmla="*/ 558 w 602"/>
                <a:gd name="T27" fmla="*/ 78 h 174"/>
                <a:gd name="T28" fmla="*/ 602 w 602"/>
                <a:gd name="T29" fmla="*/ 80 h 174"/>
                <a:gd name="T30" fmla="*/ 602 w 602"/>
                <a:gd name="T31" fmla="*/ 80 h 174"/>
                <a:gd name="T32" fmla="*/ 516 w 602"/>
                <a:gd name="T33" fmla="*/ 88 h 174"/>
                <a:gd name="T34" fmla="*/ 452 w 602"/>
                <a:gd name="T35" fmla="*/ 94 h 174"/>
                <a:gd name="T36" fmla="*/ 414 w 602"/>
                <a:gd name="T37" fmla="*/ 98 h 174"/>
                <a:gd name="T38" fmla="*/ 400 w 602"/>
                <a:gd name="T39" fmla="*/ 64 h 174"/>
                <a:gd name="T40" fmla="*/ 400 w 602"/>
                <a:gd name="T41" fmla="*/ 64 h 174"/>
                <a:gd name="T42" fmla="*/ 394 w 602"/>
                <a:gd name="T43" fmla="*/ 104 h 174"/>
                <a:gd name="T44" fmla="*/ 394 w 602"/>
                <a:gd name="T45" fmla="*/ 104 h 174"/>
                <a:gd name="T46" fmla="*/ 380 w 602"/>
                <a:gd name="T47" fmla="*/ 106 h 174"/>
                <a:gd name="T48" fmla="*/ 342 w 602"/>
                <a:gd name="T49" fmla="*/ 112 h 174"/>
                <a:gd name="T50" fmla="*/ 228 w 602"/>
                <a:gd name="T51" fmla="*/ 126 h 174"/>
                <a:gd name="T52" fmla="*/ 162 w 602"/>
                <a:gd name="T53" fmla="*/ 136 h 174"/>
                <a:gd name="T54" fmla="*/ 98 w 602"/>
                <a:gd name="T55" fmla="*/ 146 h 174"/>
                <a:gd name="T56" fmla="*/ 42 w 602"/>
                <a:gd name="T57" fmla="*/ 160 h 174"/>
                <a:gd name="T58" fmla="*/ 20 w 602"/>
                <a:gd name="T59" fmla="*/ 166 h 174"/>
                <a:gd name="T60" fmla="*/ 0 w 602"/>
                <a:gd name="T61" fmla="*/ 174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02" h="174">
                  <a:moveTo>
                    <a:pt x="0" y="174"/>
                  </a:moveTo>
                  <a:lnTo>
                    <a:pt x="0" y="174"/>
                  </a:lnTo>
                  <a:lnTo>
                    <a:pt x="30" y="164"/>
                  </a:lnTo>
                  <a:lnTo>
                    <a:pt x="110" y="142"/>
                  </a:lnTo>
                  <a:lnTo>
                    <a:pt x="166" y="128"/>
                  </a:lnTo>
                  <a:lnTo>
                    <a:pt x="230" y="112"/>
                  </a:lnTo>
                  <a:lnTo>
                    <a:pt x="300" y="98"/>
                  </a:lnTo>
                  <a:lnTo>
                    <a:pt x="376" y="86"/>
                  </a:lnTo>
                  <a:lnTo>
                    <a:pt x="388" y="0"/>
                  </a:lnTo>
                  <a:lnTo>
                    <a:pt x="388" y="0"/>
                  </a:lnTo>
                  <a:lnTo>
                    <a:pt x="422" y="82"/>
                  </a:lnTo>
                  <a:lnTo>
                    <a:pt x="422" y="82"/>
                  </a:lnTo>
                  <a:lnTo>
                    <a:pt x="498" y="78"/>
                  </a:lnTo>
                  <a:lnTo>
                    <a:pt x="558" y="78"/>
                  </a:lnTo>
                  <a:lnTo>
                    <a:pt x="602" y="80"/>
                  </a:lnTo>
                  <a:lnTo>
                    <a:pt x="602" y="80"/>
                  </a:lnTo>
                  <a:lnTo>
                    <a:pt x="516" y="88"/>
                  </a:lnTo>
                  <a:lnTo>
                    <a:pt x="452" y="94"/>
                  </a:lnTo>
                  <a:lnTo>
                    <a:pt x="414" y="98"/>
                  </a:lnTo>
                  <a:lnTo>
                    <a:pt x="400" y="64"/>
                  </a:lnTo>
                  <a:lnTo>
                    <a:pt x="400" y="64"/>
                  </a:lnTo>
                  <a:lnTo>
                    <a:pt x="394" y="104"/>
                  </a:lnTo>
                  <a:lnTo>
                    <a:pt x="394" y="104"/>
                  </a:lnTo>
                  <a:lnTo>
                    <a:pt x="380" y="106"/>
                  </a:lnTo>
                  <a:lnTo>
                    <a:pt x="342" y="112"/>
                  </a:lnTo>
                  <a:lnTo>
                    <a:pt x="228" y="126"/>
                  </a:lnTo>
                  <a:lnTo>
                    <a:pt x="162" y="136"/>
                  </a:lnTo>
                  <a:lnTo>
                    <a:pt x="98" y="146"/>
                  </a:lnTo>
                  <a:lnTo>
                    <a:pt x="42" y="160"/>
                  </a:lnTo>
                  <a:lnTo>
                    <a:pt x="20" y="166"/>
                  </a:lnTo>
                  <a:lnTo>
                    <a:pt x="0" y="1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89" name="任意多边形 88"/>
            <p:cNvSpPr/>
            <p:nvPr>
              <p:custDataLst>
                <p:tags r:id="rId88"/>
              </p:custDataLst>
            </p:nvPr>
          </p:nvSpPr>
          <p:spPr bwMode="auto">
            <a:xfrm>
              <a:off x="1505" y="3455"/>
              <a:ext cx="730" cy="1128"/>
            </a:xfrm>
            <a:custGeom>
              <a:avLst/>
              <a:gdLst>
                <a:gd name="T0" fmla="*/ 408 w 608"/>
                <a:gd name="T1" fmla="*/ 4 h 940"/>
                <a:gd name="T2" fmla="*/ 290 w 608"/>
                <a:gd name="T3" fmla="*/ 160 h 940"/>
                <a:gd name="T4" fmla="*/ 186 w 608"/>
                <a:gd name="T5" fmla="*/ 314 h 940"/>
                <a:gd name="T6" fmla="*/ 116 w 608"/>
                <a:gd name="T7" fmla="*/ 426 h 940"/>
                <a:gd name="T8" fmla="*/ 58 w 608"/>
                <a:gd name="T9" fmla="*/ 538 h 940"/>
                <a:gd name="T10" fmla="*/ 16 w 608"/>
                <a:gd name="T11" fmla="*/ 638 h 940"/>
                <a:gd name="T12" fmla="*/ 6 w 608"/>
                <a:gd name="T13" fmla="*/ 682 h 940"/>
                <a:gd name="T14" fmla="*/ 0 w 608"/>
                <a:gd name="T15" fmla="*/ 722 h 940"/>
                <a:gd name="T16" fmla="*/ 0 w 608"/>
                <a:gd name="T17" fmla="*/ 776 h 940"/>
                <a:gd name="T18" fmla="*/ 6 w 608"/>
                <a:gd name="T19" fmla="*/ 810 h 940"/>
                <a:gd name="T20" fmla="*/ 18 w 608"/>
                <a:gd name="T21" fmla="*/ 840 h 940"/>
                <a:gd name="T22" fmla="*/ 32 w 608"/>
                <a:gd name="T23" fmla="*/ 866 h 940"/>
                <a:gd name="T24" fmla="*/ 54 w 608"/>
                <a:gd name="T25" fmla="*/ 888 h 940"/>
                <a:gd name="T26" fmla="*/ 80 w 608"/>
                <a:gd name="T27" fmla="*/ 908 h 940"/>
                <a:gd name="T28" fmla="*/ 112 w 608"/>
                <a:gd name="T29" fmla="*/ 922 h 940"/>
                <a:gd name="T30" fmla="*/ 148 w 608"/>
                <a:gd name="T31" fmla="*/ 932 h 940"/>
                <a:gd name="T32" fmla="*/ 192 w 608"/>
                <a:gd name="T33" fmla="*/ 938 h 940"/>
                <a:gd name="T34" fmla="*/ 242 w 608"/>
                <a:gd name="T35" fmla="*/ 940 h 940"/>
                <a:gd name="T36" fmla="*/ 328 w 608"/>
                <a:gd name="T37" fmla="*/ 932 h 940"/>
                <a:gd name="T38" fmla="*/ 466 w 608"/>
                <a:gd name="T39" fmla="*/ 904 h 940"/>
                <a:gd name="T40" fmla="*/ 544 w 608"/>
                <a:gd name="T41" fmla="*/ 882 h 940"/>
                <a:gd name="T42" fmla="*/ 578 w 608"/>
                <a:gd name="T43" fmla="*/ 832 h 940"/>
                <a:gd name="T44" fmla="*/ 600 w 608"/>
                <a:gd name="T45" fmla="*/ 786 h 940"/>
                <a:gd name="T46" fmla="*/ 608 w 608"/>
                <a:gd name="T47" fmla="*/ 752 h 940"/>
                <a:gd name="T48" fmla="*/ 606 w 608"/>
                <a:gd name="T49" fmla="*/ 720 h 940"/>
                <a:gd name="T50" fmla="*/ 592 w 608"/>
                <a:gd name="T51" fmla="*/ 692 h 940"/>
                <a:gd name="T52" fmla="*/ 578 w 608"/>
                <a:gd name="T53" fmla="*/ 682 h 940"/>
                <a:gd name="T54" fmla="*/ 528 w 608"/>
                <a:gd name="T55" fmla="*/ 708 h 940"/>
                <a:gd name="T56" fmla="*/ 448 w 608"/>
                <a:gd name="T57" fmla="*/ 746 h 940"/>
                <a:gd name="T58" fmla="*/ 384 w 608"/>
                <a:gd name="T59" fmla="*/ 766 h 940"/>
                <a:gd name="T60" fmla="*/ 318 w 608"/>
                <a:gd name="T61" fmla="*/ 780 h 940"/>
                <a:gd name="T62" fmla="*/ 274 w 608"/>
                <a:gd name="T63" fmla="*/ 780 h 940"/>
                <a:gd name="T64" fmla="*/ 248 w 608"/>
                <a:gd name="T65" fmla="*/ 772 h 940"/>
                <a:gd name="T66" fmla="*/ 224 w 608"/>
                <a:gd name="T67" fmla="*/ 760 h 940"/>
                <a:gd name="T68" fmla="*/ 204 w 608"/>
                <a:gd name="T69" fmla="*/ 742 h 940"/>
                <a:gd name="T70" fmla="*/ 198 w 608"/>
                <a:gd name="T71" fmla="*/ 730 h 940"/>
                <a:gd name="T72" fmla="*/ 186 w 608"/>
                <a:gd name="T73" fmla="*/ 704 h 940"/>
                <a:gd name="T74" fmla="*/ 182 w 608"/>
                <a:gd name="T75" fmla="*/ 678 h 940"/>
                <a:gd name="T76" fmla="*/ 184 w 608"/>
                <a:gd name="T77" fmla="*/ 648 h 940"/>
                <a:gd name="T78" fmla="*/ 200 w 608"/>
                <a:gd name="T79" fmla="*/ 588 h 940"/>
                <a:gd name="T80" fmla="*/ 236 w 608"/>
                <a:gd name="T81" fmla="*/ 522 h 940"/>
                <a:gd name="T82" fmla="*/ 282 w 608"/>
                <a:gd name="T83" fmla="*/ 452 h 940"/>
                <a:gd name="T84" fmla="*/ 366 w 608"/>
                <a:gd name="T85" fmla="*/ 338 h 940"/>
                <a:gd name="T86" fmla="*/ 452 w 608"/>
                <a:gd name="T87" fmla="*/ 218 h 940"/>
                <a:gd name="T88" fmla="*/ 480 w 608"/>
                <a:gd name="T89" fmla="*/ 178 h 940"/>
                <a:gd name="T90" fmla="*/ 490 w 608"/>
                <a:gd name="T91" fmla="*/ 146 h 940"/>
                <a:gd name="T92" fmla="*/ 500 w 608"/>
                <a:gd name="T93" fmla="*/ 96 h 940"/>
                <a:gd name="T94" fmla="*/ 500 w 608"/>
                <a:gd name="T95" fmla="*/ 60 h 940"/>
                <a:gd name="T96" fmla="*/ 490 w 608"/>
                <a:gd name="T97" fmla="*/ 30 h 940"/>
                <a:gd name="T98" fmla="*/ 476 w 608"/>
                <a:gd name="T99" fmla="*/ 12 h 940"/>
                <a:gd name="T100" fmla="*/ 462 w 608"/>
                <a:gd name="T101" fmla="*/ 4 h 940"/>
                <a:gd name="T102" fmla="*/ 444 w 608"/>
                <a:gd name="T103" fmla="*/ 0 h 940"/>
                <a:gd name="T104" fmla="*/ 408 w 608"/>
                <a:gd name="T105" fmla="*/ 4 h 9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08" h="940">
                  <a:moveTo>
                    <a:pt x="408" y="4"/>
                  </a:moveTo>
                  <a:lnTo>
                    <a:pt x="408" y="4"/>
                  </a:lnTo>
                  <a:lnTo>
                    <a:pt x="350" y="80"/>
                  </a:lnTo>
                  <a:lnTo>
                    <a:pt x="290" y="160"/>
                  </a:lnTo>
                  <a:lnTo>
                    <a:pt x="222" y="260"/>
                  </a:lnTo>
                  <a:lnTo>
                    <a:pt x="186" y="314"/>
                  </a:lnTo>
                  <a:lnTo>
                    <a:pt x="150" y="370"/>
                  </a:lnTo>
                  <a:lnTo>
                    <a:pt x="116" y="426"/>
                  </a:lnTo>
                  <a:lnTo>
                    <a:pt x="84" y="482"/>
                  </a:lnTo>
                  <a:lnTo>
                    <a:pt x="58" y="538"/>
                  </a:lnTo>
                  <a:lnTo>
                    <a:pt x="34" y="590"/>
                  </a:lnTo>
                  <a:lnTo>
                    <a:pt x="16" y="638"/>
                  </a:lnTo>
                  <a:lnTo>
                    <a:pt x="10" y="660"/>
                  </a:lnTo>
                  <a:lnTo>
                    <a:pt x="6" y="682"/>
                  </a:lnTo>
                  <a:lnTo>
                    <a:pt x="6" y="682"/>
                  </a:lnTo>
                  <a:lnTo>
                    <a:pt x="0" y="722"/>
                  </a:lnTo>
                  <a:lnTo>
                    <a:pt x="0" y="758"/>
                  </a:lnTo>
                  <a:lnTo>
                    <a:pt x="0" y="776"/>
                  </a:lnTo>
                  <a:lnTo>
                    <a:pt x="2" y="794"/>
                  </a:lnTo>
                  <a:lnTo>
                    <a:pt x="6" y="810"/>
                  </a:lnTo>
                  <a:lnTo>
                    <a:pt x="12" y="824"/>
                  </a:lnTo>
                  <a:lnTo>
                    <a:pt x="18" y="840"/>
                  </a:lnTo>
                  <a:lnTo>
                    <a:pt x="24" y="852"/>
                  </a:lnTo>
                  <a:lnTo>
                    <a:pt x="32" y="866"/>
                  </a:lnTo>
                  <a:lnTo>
                    <a:pt x="42" y="878"/>
                  </a:lnTo>
                  <a:lnTo>
                    <a:pt x="54" y="888"/>
                  </a:lnTo>
                  <a:lnTo>
                    <a:pt x="66" y="898"/>
                  </a:lnTo>
                  <a:lnTo>
                    <a:pt x="80" y="908"/>
                  </a:lnTo>
                  <a:lnTo>
                    <a:pt x="94" y="916"/>
                  </a:lnTo>
                  <a:lnTo>
                    <a:pt x="112" y="922"/>
                  </a:lnTo>
                  <a:lnTo>
                    <a:pt x="130" y="928"/>
                  </a:lnTo>
                  <a:lnTo>
                    <a:pt x="148" y="932"/>
                  </a:lnTo>
                  <a:lnTo>
                    <a:pt x="170" y="936"/>
                  </a:lnTo>
                  <a:lnTo>
                    <a:pt x="192" y="938"/>
                  </a:lnTo>
                  <a:lnTo>
                    <a:pt x="216" y="940"/>
                  </a:lnTo>
                  <a:lnTo>
                    <a:pt x="242" y="940"/>
                  </a:lnTo>
                  <a:lnTo>
                    <a:pt x="268" y="938"/>
                  </a:lnTo>
                  <a:lnTo>
                    <a:pt x="328" y="932"/>
                  </a:lnTo>
                  <a:lnTo>
                    <a:pt x="392" y="920"/>
                  </a:lnTo>
                  <a:lnTo>
                    <a:pt x="466" y="904"/>
                  </a:lnTo>
                  <a:lnTo>
                    <a:pt x="544" y="882"/>
                  </a:lnTo>
                  <a:lnTo>
                    <a:pt x="544" y="882"/>
                  </a:lnTo>
                  <a:lnTo>
                    <a:pt x="562" y="858"/>
                  </a:lnTo>
                  <a:lnTo>
                    <a:pt x="578" y="832"/>
                  </a:lnTo>
                  <a:lnTo>
                    <a:pt x="594" y="802"/>
                  </a:lnTo>
                  <a:lnTo>
                    <a:pt x="600" y="786"/>
                  </a:lnTo>
                  <a:lnTo>
                    <a:pt x="604" y="768"/>
                  </a:lnTo>
                  <a:lnTo>
                    <a:pt x="608" y="752"/>
                  </a:lnTo>
                  <a:lnTo>
                    <a:pt x="608" y="736"/>
                  </a:lnTo>
                  <a:lnTo>
                    <a:pt x="606" y="720"/>
                  </a:lnTo>
                  <a:lnTo>
                    <a:pt x="600" y="706"/>
                  </a:lnTo>
                  <a:lnTo>
                    <a:pt x="592" y="692"/>
                  </a:lnTo>
                  <a:lnTo>
                    <a:pt x="578" y="682"/>
                  </a:lnTo>
                  <a:lnTo>
                    <a:pt x="578" y="682"/>
                  </a:lnTo>
                  <a:lnTo>
                    <a:pt x="564" y="688"/>
                  </a:lnTo>
                  <a:lnTo>
                    <a:pt x="528" y="708"/>
                  </a:lnTo>
                  <a:lnTo>
                    <a:pt x="478" y="732"/>
                  </a:lnTo>
                  <a:lnTo>
                    <a:pt x="448" y="746"/>
                  </a:lnTo>
                  <a:lnTo>
                    <a:pt x="416" y="756"/>
                  </a:lnTo>
                  <a:lnTo>
                    <a:pt x="384" y="766"/>
                  </a:lnTo>
                  <a:lnTo>
                    <a:pt x="350" y="774"/>
                  </a:lnTo>
                  <a:lnTo>
                    <a:pt x="318" y="780"/>
                  </a:lnTo>
                  <a:lnTo>
                    <a:pt x="288" y="780"/>
                  </a:lnTo>
                  <a:lnTo>
                    <a:pt x="274" y="780"/>
                  </a:lnTo>
                  <a:lnTo>
                    <a:pt x="260" y="776"/>
                  </a:lnTo>
                  <a:lnTo>
                    <a:pt x="248" y="772"/>
                  </a:lnTo>
                  <a:lnTo>
                    <a:pt x="236" y="768"/>
                  </a:lnTo>
                  <a:lnTo>
                    <a:pt x="224" y="760"/>
                  </a:lnTo>
                  <a:lnTo>
                    <a:pt x="214" y="752"/>
                  </a:lnTo>
                  <a:lnTo>
                    <a:pt x="204" y="742"/>
                  </a:lnTo>
                  <a:lnTo>
                    <a:pt x="198" y="730"/>
                  </a:lnTo>
                  <a:lnTo>
                    <a:pt x="198" y="730"/>
                  </a:lnTo>
                  <a:lnTo>
                    <a:pt x="190" y="718"/>
                  </a:lnTo>
                  <a:lnTo>
                    <a:pt x="186" y="704"/>
                  </a:lnTo>
                  <a:lnTo>
                    <a:pt x="184" y="692"/>
                  </a:lnTo>
                  <a:lnTo>
                    <a:pt x="182" y="678"/>
                  </a:lnTo>
                  <a:lnTo>
                    <a:pt x="182" y="664"/>
                  </a:lnTo>
                  <a:lnTo>
                    <a:pt x="184" y="648"/>
                  </a:lnTo>
                  <a:lnTo>
                    <a:pt x="190" y="618"/>
                  </a:lnTo>
                  <a:lnTo>
                    <a:pt x="200" y="588"/>
                  </a:lnTo>
                  <a:lnTo>
                    <a:pt x="216" y="556"/>
                  </a:lnTo>
                  <a:lnTo>
                    <a:pt x="236" y="522"/>
                  </a:lnTo>
                  <a:lnTo>
                    <a:pt x="258" y="486"/>
                  </a:lnTo>
                  <a:lnTo>
                    <a:pt x="282" y="452"/>
                  </a:lnTo>
                  <a:lnTo>
                    <a:pt x="308" y="414"/>
                  </a:lnTo>
                  <a:lnTo>
                    <a:pt x="366" y="338"/>
                  </a:lnTo>
                  <a:lnTo>
                    <a:pt x="424" y="260"/>
                  </a:lnTo>
                  <a:lnTo>
                    <a:pt x="452" y="218"/>
                  </a:lnTo>
                  <a:lnTo>
                    <a:pt x="480" y="178"/>
                  </a:lnTo>
                  <a:lnTo>
                    <a:pt x="480" y="178"/>
                  </a:lnTo>
                  <a:lnTo>
                    <a:pt x="484" y="168"/>
                  </a:lnTo>
                  <a:lnTo>
                    <a:pt x="490" y="146"/>
                  </a:lnTo>
                  <a:lnTo>
                    <a:pt x="498" y="114"/>
                  </a:lnTo>
                  <a:lnTo>
                    <a:pt x="500" y="96"/>
                  </a:lnTo>
                  <a:lnTo>
                    <a:pt x="500" y="78"/>
                  </a:lnTo>
                  <a:lnTo>
                    <a:pt x="500" y="60"/>
                  </a:lnTo>
                  <a:lnTo>
                    <a:pt x="496" y="44"/>
                  </a:lnTo>
                  <a:lnTo>
                    <a:pt x="490" y="30"/>
                  </a:lnTo>
                  <a:lnTo>
                    <a:pt x="482" y="18"/>
                  </a:lnTo>
                  <a:lnTo>
                    <a:pt x="476" y="12"/>
                  </a:lnTo>
                  <a:lnTo>
                    <a:pt x="470" y="8"/>
                  </a:lnTo>
                  <a:lnTo>
                    <a:pt x="462" y="4"/>
                  </a:lnTo>
                  <a:lnTo>
                    <a:pt x="454" y="2"/>
                  </a:lnTo>
                  <a:lnTo>
                    <a:pt x="444" y="0"/>
                  </a:lnTo>
                  <a:lnTo>
                    <a:pt x="434" y="0"/>
                  </a:lnTo>
                  <a:lnTo>
                    <a:pt x="408" y="4"/>
                  </a:lnTo>
                  <a:close/>
                </a:path>
              </a:pathLst>
            </a:custGeom>
            <a:solidFill>
              <a:srgbClr val="474C4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90" name="任意多边形 89"/>
            <p:cNvSpPr/>
            <p:nvPr>
              <p:custDataLst>
                <p:tags r:id="rId89"/>
              </p:custDataLst>
            </p:nvPr>
          </p:nvSpPr>
          <p:spPr bwMode="auto">
            <a:xfrm>
              <a:off x="1505" y="3455"/>
              <a:ext cx="730" cy="1128"/>
            </a:xfrm>
            <a:custGeom>
              <a:avLst/>
              <a:gdLst>
                <a:gd name="T0" fmla="*/ 408 w 608"/>
                <a:gd name="T1" fmla="*/ 4 h 940"/>
                <a:gd name="T2" fmla="*/ 290 w 608"/>
                <a:gd name="T3" fmla="*/ 160 h 940"/>
                <a:gd name="T4" fmla="*/ 186 w 608"/>
                <a:gd name="T5" fmla="*/ 314 h 940"/>
                <a:gd name="T6" fmla="*/ 116 w 608"/>
                <a:gd name="T7" fmla="*/ 426 h 940"/>
                <a:gd name="T8" fmla="*/ 58 w 608"/>
                <a:gd name="T9" fmla="*/ 538 h 940"/>
                <a:gd name="T10" fmla="*/ 16 w 608"/>
                <a:gd name="T11" fmla="*/ 638 h 940"/>
                <a:gd name="T12" fmla="*/ 6 w 608"/>
                <a:gd name="T13" fmla="*/ 682 h 940"/>
                <a:gd name="T14" fmla="*/ 0 w 608"/>
                <a:gd name="T15" fmla="*/ 722 h 940"/>
                <a:gd name="T16" fmla="*/ 0 w 608"/>
                <a:gd name="T17" fmla="*/ 776 h 940"/>
                <a:gd name="T18" fmla="*/ 6 w 608"/>
                <a:gd name="T19" fmla="*/ 810 h 940"/>
                <a:gd name="T20" fmla="*/ 18 w 608"/>
                <a:gd name="T21" fmla="*/ 840 h 940"/>
                <a:gd name="T22" fmla="*/ 32 w 608"/>
                <a:gd name="T23" fmla="*/ 866 h 940"/>
                <a:gd name="T24" fmla="*/ 54 w 608"/>
                <a:gd name="T25" fmla="*/ 888 h 940"/>
                <a:gd name="T26" fmla="*/ 80 w 608"/>
                <a:gd name="T27" fmla="*/ 908 h 940"/>
                <a:gd name="T28" fmla="*/ 112 w 608"/>
                <a:gd name="T29" fmla="*/ 922 h 940"/>
                <a:gd name="T30" fmla="*/ 148 w 608"/>
                <a:gd name="T31" fmla="*/ 932 h 940"/>
                <a:gd name="T32" fmla="*/ 192 w 608"/>
                <a:gd name="T33" fmla="*/ 938 h 940"/>
                <a:gd name="T34" fmla="*/ 242 w 608"/>
                <a:gd name="T35" fmla="*/ 940 h 940"/>
                <a:gd name="T36" fmla="*/ 328 w 608"/>
                <a:gd name="T37" fmla="*/ 932 h 940"/>
                <a:gd name="T38" fmla="*/ 466 w 608"/>
                <a:gd name="T39" fmla="*/ 904 h 940"/>
                <a:gd name="T40" fmla="*/ 544 w 608"/>
                <a:gd name="T41" fmla="*/ 882 h 940"/>
                <a:gd name="T42" fmla="*/ 578 w 608"/>
                <a:gd name="T43" fmla="*/ 832 h 940"/>
                <a:gd name="T44" fmla="*/ 600 w 608"/>
                <a:gd name="T45" fmla="*/ 786 h 940"/>
                <a:gd name="T46" fmla="*/ 608 w 608"/>
                <a:gd name="T47" fmla="*/ 752 h 940"/>
                <a:gd name="T48" fmla="*/ 606 w 608"/>
                <a:gd name="T49" fmla="*/ 720 h 940"/>
                <a:gd name="T50" fmla="*/ 592 w 608"/>
                <a:gd name="T51" fmla="*/ 692 h 940"/>
                <a:gd name="T52" fmla="*/ 578 w 608"/>
                <a:gd name="T53" fmla="*/ 682 h 940"/>
                <a:gd name="T54" fmla="*/ 528 w 608"/>
                <a:gd name="T55" fmla="*/ 708 h 940"/>
                <a:gd name="T56" fmla="*/ 448 w 608"/>
                <a:gd name="T57" fmla="*/ 746 h 940"/>
                <a:gd name="T58" fmla="*/ 384 w 608"/>
                <a:gd name="T59" fmla="*/ 766 h 940"/>
                <a:gd name="T60" fmla="*/ 318 w 608"/>
                <a:gd name="T61" fmla="*/ 780 h 940"/>
                <a:gd name="T62" fmla="*/ 274 w 608"/>
                <a:gd name="T63" fmla="*/ 780 h 940"/>
                <a:gd name="T64" fmla="*/ 248 w 608"/>
                <a:gd name="T65" fmla="*/ 772 h 940"/>
                <a:gd name="T66" fmla="*/ 224 w 608"/>
                <a:gd name="T67" fmla="*/ 760 h 940"/>
                <a:gd name="T68" fmla="*/ 204 w 608"/>
                <a:gd name="T69" fmla="*/ 742 h 940"/>
                <a:gd name="T70" fmla="*/ 198 w 608"/>
                <a:gd name="T71" fmla="*/ 730 h 940"/>
                <a:gd name="T72" fmla="*/ 186 w 608"/>
                <a:gd name="T73" fmla="*/ 704 h 940"/>
                <a:gd name="T74" fmla="*/ 182 w 608"/>
                <a:gd name="T75" fmla="*/ 678 h 940"/>
                <a:gd name="T76" fmla="*/ 184 w 608"/>
                <a:gd name="T77" fmla="*/ 648 h 940"/>
                <a:gd name="T78" fmla="*/ 200 w 608"/>
                <a:gd name="T79" fmla="*/ 588 h 940"/>
                <a:gd name="T80" fmla="*/ 236 w 608"/>
                <a:gd name="T81" fmla="*/ 522 h 940"/>
                <a:gd name="T82" fmla="*/ 282 w 608"/>
                <a:gd name="T83" fmla="*/ 452 h 940"/>
                <a:gd name="T84" fmla="*/ 366 w 608"/>
                <a:gd name="T85" fmla="*/ 338 h 940"/>
                <a:gd name="T86" fmla="*/ 452 w 608"/>
                <a:gd name="T87" fmla="*/ 218 h 940"/>
                <a:gd name="T88" fmla="*/ 480 w 608"/>
                <a:gd name="T89" fmla="*/ 178 h 940"/>
                <a:gd name="T90" fmla="*/ 490 w 608"/>
                <a:gd name="T91" fmla="*/ 146 h 940"/>
                <a:gd name="T92" fmla="*/ 500 w 608"/>
                <a:gd name="T93" fmla="*/ 96 h 940"/>
                <a:gd name="T94" fmla="*/ 500 w 608"/>
                <a:gd name="T95" fmla="*/ 60 h 940"/>
                <a:gd name="T96" fmla="*/ 490 w 608"/>
                <a:gd name="T97" fmla="*/ 30 h 940"/>
                <a:gd name="T98" fmla="*/ 476 w 608"/>
                <a:gd name="T99" fmla="*/ 12 h 940"/>
                <a:gd name="T100" fmla="*/ 462 w 608"/>
                <a:gd name="T101" fmla="*/ 4 h 940"/>
                <a:gd name="T102" fmla="*/ 444 w 608"/>
                <a:gd name="T103" fmla="*/ 0 h 940"/>
                <a:gd name="T104" fmla="*/ 408 w 608"/>
                <a:gd name="T105" fmla="*/ 4 h 9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08" h="940">
                  <a:moveTo>
                    <a:pt x="408" y="4"/>
                  </a:moveTo>
                  <a:lnTo>
                    <a:pt x="408" y="4"/>
                  </a:lnTo>
                  <a:lnTo>
                    <a:pt x="350" y="80"/>
                  </a:lnTo>
                  <a:lnTo>
                    <a:pt x="290" y="160"/>
                  </a:lnTo>
                  <a:lnTo>
                    <a:pt x="222" y="260"/>
                  </a:lnTo>
                  <a:lnTo>
                    <a:pt x="186" y="314"/>
                  </a:lnTo>
                  <a:lnTo>
                    <a:pt x="150" y="370"/>
                  </a:lnTo>
                  <a:lnTo>
                    <a:pt x="116" y="426"/>
                  </a:lnTo>
                  <a:lnTo>
                    <a:pt x="84" y="482"/>
                  </a:lnTo>
                  <a:lnTo>
                    <a:pt x="58" y="538"/>
                  </a:lnTo>
                  <a:lnTo>
                    <a:pt x="34" y="590"/>
                  </a:lnTo>
                  <a:lnTo>
                    <a:pt x="16" y="638"/>
                  </a:lnTo>
                  <a:lnTo>
                    <a:pt x="10" y="660"/>
                  </a:lnTo>
                  <a:lnTo>
                    <a:pt x="6" y="682"/>
                  </a:lnTo>
                  <a:lnTo>
                    <a:pt x="6" y="682"/>
                  </a:lnTo>
                  <a:lnTo>
                    <a:pt x="0" y="722"/>
                  </a:lnTo>
                  <a:lnTo>
                    <a:pt x="0" y="758"/>
                  </a:lnTo>
                  <a:lnTo>
                    <a:pt x="0" y="776"/>
                  </a:lnTo>
                  <a:lnTo>
                    <a:pt x="2" y="794"/>
                  </a:lnTo>
                  <a:lnTo>
                    <a:pt x="6" y="810"/>
                  </a:lnTo>
                  <a:lnTo>
                    <a:pt x="12" y="824"/>
                  </a:lnTo>
                  <a:lnTo>
                    <a:pt x="18" y="840"/>
                  </a:lnTo>
                  <a:lnTo>
                    <a:pt x="24" y="852"/>
                  </a:lnTo>
                  <a:lnTo>
                    <a:pt x="32" y="866"/>
                  </a:lnTo>
                  <a:lnTo>
                    <a:pt x="42" y="878"/>
                  </a:lnTo>
                  <a:lnTo>
                    <a:pt x="54" y="888"/>
                  </a:lnTo>
                  <a:lnTo>
                    <a:pt x="66" y="898"/>
                  </a:lnTo>
                  <a:lnTo>
                    <a:pt x="80" y="908"/>
                  </a:lnTo>
                  <a:lnTo>
                    <a:pt x="94" y="916"/>
                  </a:lnTo>
                  <a:lnTo>
                    <a:pt x="112" y="922"/>
                  </a:lnTo>
                  <a:lnTo>
                    <a:pt x="130" y="928"/>
                  </a:lnTo>
                  <a:lnTo>
                    <a:pt x="148" y="932"/>
                  </a:lnTo>
                  <a:lnTo>
                    <a:pt x="170" y="936"/>
                  </a:lnTo>
                  <a:lnTo>
                    <a:pt x="192" y="938"/>
                  </a:lnTo>
                  <a:lnTo>
                    <a:pt x="216" y="940"/>
                  </a:lnTo>
                  <a:lnTo>
                    <a:pt x="242" y="940"/>
                  </a:lnTo>
                  <a:lnTo>
                    <a:pt x="268" y="938"/>
                  </a:lnTo>
                  <a:lnTo>
                    <a:pt x="328" y="932"/>
                  </a:lnTo>
                  <a:lnTo>
                    <a:pt x="392" y="920"/>
                  </a:lnTo>
                  <a:lnTo>
                    <a:pt x="466" y="904"/>
                  </a:lnTo>
                  <a:lnTo>
                    <a:pt x="544" y="882"/>
                  </a:lnTo>
                  <a:lnTo>
                    <a:pt x="544" y="882"/>
                  </a:lnTo>
                  <a:lnTo>
                    <a:pt x="562" y="858"/>
                  </a:lnTo>
                  <a:lnTo>
                    <a:pt x="578" y="832"/>
                  </a:lnTo>
                  <a:lnTo>
                    <a:pt x="594" y="802"/>
                  </a:lnTo>
                  <a:lnTo>
                    <a:pt x="600" y="786"/>
                  </a:lnTo>
                  <a:lnTo>
                    <a:pt x="604" y="768"/>
                  </a:lnTo>
                  <a:lnTo>
                    <a:pt x="608" y="752"/>
                  </a:lnTo>
                  <a:lnTo>
                    <a:pt x="608" y="736"/>
                  </a:lnTo>
                  <a:lnTo>
                    <a:pt x="606" y="720"/>
                  </a:lnTo>
                  <a:lnTo>
                    <a:pt x="600" y="706"/>
                  </a:lnTo>
                  <a:lnTo>
                    <a:pt x="592" y="692"/>
                  </a:lnTo>
                  <a:lnTo>
                    <a:pt x="578" y="682"/>
                  </a:lnTo>
                  <a:lnTo>
                    <a:pt x="578" y="682"/>
                  </a:lnTo>
                  <a:lnTo>
                    <a:pt x="564" y="688"/>
                  </a:lnTo>
                  <a:lnTo>
                    <a:pt x="528" y="708"/>
                  </a:lnTo>
                  <a:lnTo>
                    <a:pt x="478" y="732"/>
                  </a:lnTo>
                  <a:lnTo>
                    <a:pt x="448" y="746"/>
                  </a:lnTo>
                  <a:lnTo>
                    <a:pt x="416" y="756"/>
                  </a:lnTo>
                  <a:lnTo>
                    <a:pt x="384" y="766"/>
                  </a:lnTo>
                  <a:lnTo>
                    <a:pt x="350" y="774"/>
                  </a:lnTo>
                  <a:lnTo>
                    <a:pt x="318" y="780"/>
                  </a:lnTo>
                  <a:lnTo>
                    <a:pt x="288" y="780"/>
                  </a:lnTo>
                  <a:lnTo>
                    <a:pt x="274" y="780"/>
                  </a:lnTo>
                  <a:lnTo>
                    <a:pt x="260" y="776"/>
                  </a:lnTo>
                  <a:lnTo>
                    <a:pt x="248" y="772"/>
                  </a:lnTo>
                  <a:lnTo>
                    <a:pt x="236" y="768"/>
                  </a:lnTo>
                  <a:lnTo>
                    <a:pt x="224" y="760"/>
                  </a:lnTo>
                  <a:lnTo>
                    <a:pt x="214" y="752"/>
                  </a:lnTo>
                  <a:lnTo>
                    <a:pt x="204" y="742"/>
                  </a:lnTo>
                  <a:lnTo>
                    <a:pt x="198" y="730"/>
                  </a:lnTo>
                  <a:lnTo>
                    <a:pt x="198" y="730"/>
                  </a:lnTo>
                  <a:lnTo>
                    <a:pt x="190" y="718"/>
                  </a:lnTo>
                  <a:lnTo>
                    <a:pt x="186" y="704"/>
                  </a:lnTo>
                  <a:lnTo>
                    <a:pt x="184" y="692"/>
                  </a:lnTo>
                  <a:lnTo>
                    <a:pt x="182" y="678"/>
                  </a:lnTo>
                  <a:lnTo>
                    <a:pt x="182" y="664"/>
                  </a:lnTo>
                  <a:lnTo>
                    <a:pt x="184" y="648"/>
                  </a:lnTo>
                  <a:lnTo>
                    <a:pt x="190" y="618"/>
                  </a:lnTo>
                  <a:lnTo>
                    <a:pt x="200" y="588"/>
                  </a:lnTo>
                  <a:lnTo>
                    <a:pt x="216" y="556"/>
                  </a:lnTo>
                  <a:lnTo>
                    <a:pt x="236" y="522"/>
                  </a:lnTo>
                  <a:lnTo>
                    <a:pt x="258" y="486"/>
                  </a:lnTo>
                  <a:lnTo>
                    <a:pt x="282" y="452"/>
                  </a:lnTo>
                  <a:lnTo>
                    <a:pt x="308" y="414"/>
                  </a:lnTo>
                  <a:lnTo>
                    <a:pt x="366" y="338"/>
                  </a:lnTo>
                  <a:lnTo>
                    <a:pt x="424" y="260"/>
                  </a:lnTo>
                  <a:lnTo>
                    <a:pt x="452" y="218"/>
                  </a:lnTo>
                  <a:lnTo>
                    <a:pt x="480" y="178"/>
                  </a:lnTo>
                  <a:lnTo>
                    <a:pt x="480" y="178"/>
                  </a:lnTo>
                  <a:lnTo>
                    <a:pt x="484" y="168"/>
                  </a:lnTo>
                  <a:lnTo>
                    <a:pt x="490" y="146"/>
                  </a:lnTo>
                  <a:lnTo>
                    <a:pt x="498" y="114"/>
                  </a:lnTo>
                  <a:lnTo>
                    <a:pt x="500" y="96"/>
                  </a:lnTo>
                  <a:lnTo>
                    <a:pt x="500" y="78"/>
                  </a:lnTo>
                  <a:lnTo>
                    <a:pt x="500" y="60"/>
                  </a:lnTo>
                  <a:lnTo>
                    <a:pt x="496" y="44"/>
                  </a:lnTo>
                  <a:lnTo>
                    <a:pt x="490" y="30"/>
                  </a:lnTo>
                  <a:lnTo>
                    <a:pt x="482" y="18"/>
                  </a:lnTo>
                  <a:lnTo>
                    <a:pt x="476" y="12"/>
                  </a:lnTo>
                  <a:lnTo>
                    <a:pt x="470" y="8"/>
                  </a:lnTo>
                  <a:lnTo>
                    <a:pt x="462" y="4"/>
                  </a:lnTo>
                  <a:lnTo>
                    <a:pt x="454" y="2"/>
                  </a:lnTo>
                  <a:lnTo>
                    <a:pt x="444" y="0"/>
                  </a:lnTo>
                  <a:lnTo>
                    <a:pt x="434" y="0"/>
                  </a:lnTo>
                  <a:lnTo>
                    <a:pt x="408" y="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91" name="任意多边形 90"/>
            <p:cNvSpPr/>
            <p:nvPr>
              <p:custDataLst>
                <p:tags r:id="rId90"/>
              </p:custDataLst>
            </p:nvPr>
          </p:nvSpPr>
          <p:spPr bwMode="auto">
            <a:xfrm>
              <a:off x="1971" y="4053"/>
              <a:ext cx="566" cy="446"/>
            </a:xfrm>
            <a:custGeom>
              <a:avLst/>
              <a:gdLst>
                <a:gd name="T0" fmla="*/ 232 w 472"/>
                <a:gd name="T1" fmla="*/ 364 h 372"/>
                <a:gd name="T2" fmla="*/ 162 w 472"/>
                <a:gd name="T3" fmla="*/ 372 h 372"/>
                <a:gd name="T4" fmla="*/ 122 w 472"/>
                <a:gd name="T5" fmla="*/ 360 h 372"/>
                <a:gd name="T6" fmla="*/ 82 w 472"/>
                <a:gd name="T7" fmla="*/ 334 h 372"/>
                <a:gd name="T8" fmla="*/ 56 w 472"/>
                <a:gd name="T9" fmla="*/ 306 h 372"/>
                <a:gd name="T10" fmla="*/ 24 w 472"/>
                <a:gd name="T11" fmla="*/ 256 h 372"/>
                <a:gd name="T12" fmla="*/ 4 w 472"/>
                <a:gd name="T13" fmla="*/ 202 h 372"/>
                <a:gd name="T14" fmla="*/ 0 w 472"/>
                <a:gd name="T15" fmla="*/ 152 h 372"/>
                <a:gd name="T16" fmla="*/ 6 w 472"/>
                <a:gd name="T17" fmla="*/ 110 h 372"/>
                <a:gd name="T18" fmla="*/ 26 w 472"/>
                <a:gd name="T19" fmla="*/ 80 h 372"/>
                <a:gd name="T20" fmla="*/ 48 w 472"/>
                <a:gd name="T21" fmla="*/ 70 h 372"/>
                <a:gd name="T22" fmla="*/ 70 w 472"/>
                <a:gd name="T23" fmla="*/ 80 h 372"/>
                <a:gd name="T24" fmla="*/ 78 w 472"/>
                <a:gd name="T25" fmla="*/ 122 h 372"/>
                <a:gd name="T26" fmla="*/ 82 w 472"/>
                <a:gd name="T27" fmla="*/ 160 h 372"/>
                <a:gd name="T28" fmla="*/ 98 w 472"/>
                <a:gd name="T29" fmla="*/ 192 h 372"/>
                <a:gd name="T30" fmla="*/ 114 w 472"/>
                <a:gd name="T31" fmla="*/ 200 h 372"/>
                <a:gd name="T32" fmla="*/ 108 w 472"/>
                <a:gd name="T33" fmla="*/ 156 h 372"/>
                <a:gd name="T34" fmla="*/ 110 w 472"/>
                <a:gd name="T35" fmla="*/ 72 h 372"/>
                <a:gd name="T36" fmla="*/ 122 w 472"/>
                <a:gd name="T37" fmla="*/ 34 h 372"/>
                <a:gd name="T38" fmla="*/ 136 w 472"/>
                <a:gd name="T39" fmla="*/ 16 h 372"/>
                <a:gd name="T40" fmla="*/ 158 w 472"/>
                <a:gd name="T41" fmla="*/ 4 h 372"/>
                <a:gd name="T42" fmla="*/ 194 w 472"/>
                <a:gd name="T43" fmla="*/ 8 h 372"/>
                <a:gd name="T44" fmla="*/ 202 w 472"/>
                <a:gd name="T45" fmla="*/ 22 h 372"/>
                <a:gd name="T46" fmla="*/ 198 w 472"/>
                <a:gd name="T47" fmla="*/ 42 h 372"/>
                <a:gd name="T48" fmla="*/ 194 w 472"/>
                <a:gd name="T49" fmla="*/ 58 h 372"/>
                <a:gd name="T50" fmla="*/ 196 w 472"/>
                <a:gd name="T51" fmla="*/ 122 h 372"/>
                <a:gd name="T52" fmla="*/ 210 w 472"/>
                <a:gd name="T53" fmla="*/ 188 h 372"/>
                <a:gd name="T54" fmla="*/ 218 w 472"/>
                <a:gd name="T55" fmla="*/ 126 h 372"/>
                <a:gd name="T56" fmla="*/ 238 w 472"/>
                <a:gd name="T57" fmla="*/ 70 h 372"/>
                <a:gd name="T58" fmla="*/ 260 w 472"/>
                <a:gd name="T59" fmla="*/ 50 h 372"/>
                <a:gd name="T60" fmla="*/ 286 w 472"/>
                <a:gd name="T61" fmla="*/ 46 h 372"/>
                <a:gd name="T62" fmla="*/ 306 w 472"/>
                <a:gd name="T63" fmla="*/ 62 h 372"/>
                <a:gd name="T64" fmla="*/ 312 w 472"/>
                <a:gd name="T65" fmla="*/ 86 h 372"/>
                <a:gd name="T66" fmla="*/ 306 w 472"/>
                <a:gd name="T67" fmla="*/ 100 h 372"/>
                <a:gd name="T68" fmla="*/ 290 w 472"/>
                <a:gd name="T69" fmla="*/ 144 h 372"/>
                <a:gd name="T70" fmla="*/ 282 w 472"/>
                <a:gd name="T71" fmla="*/ 188 h 372"/>
                <a:gd name="T72" fmla="*/ 290 w 472"/>
                <a:gd name="T73" fmla="*/ 234 h 372"/>
                <a:gd name="T74" fmla="*/ 310 w 472"/>
                <a:gd name="T75" fmla="*/ 246 h 372"/>
                <a:gd name="T76" fmla="*/ 328 w 472"/>
                <a:gd name="T77" fmla="*/ 240 h 372"/>
                <a:gd name="T78" fmla="*/ 346 w 472"/>
                <a:gd name="T79" fmla="*/ 228 h 372"/>
                <a:gd name="T80" fmla="*/ 396 w 472"/>
                <a:gd name="T81" fmla="*/ 206 h 372"/>
                <a:gd name="T82" fmla="*/ 434 w 472"/>
                <a:gd name="T83" fmla="*/ 202 h 372"/>
                <a:gd name="T84" fmla="*/ 448 w 472"/>
                <a:gd name="T85" fmla="*/ 210 h 372"/>
                <a:gd name="T86" fmla="*/ 464 w 472"/>
                <a:gd name="T87" fmla="*/ 238 h 372"/>
                <a:gd name="T88" fmla="*/ 472 w 472"/>
                <a:gd name="T89" fmla="*/ 260 h 372"/>
                <a:gd name="T90" fmla="*/ 358 w 472"/>
                <a:gd name="T91" fmla="*/ 314 h 372"/>
                <a:gd name="T92" fmla="*/ 252 w 472"/>
                <a:gd name="T93" fmla="*/ 358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72" h="372">
                  <a:moveTo>
                    <a:pt x="252" y="358"/>
                  </a:moveTo>
                  <a:lnTo>
                    <a:pt x="252" y="358"/>
                  </a:lnTo>
                  <a:lnTo>
                    <a:pt x="232" y="364"/>
                  </a:lnTo>
                  <a:lnTo>
                    <a:pt x="210" y="370"/>
                  </a:lnTo>
                  <a:lnTo>
                    <a:pt x="186" y="372"/>
                  </a:lnTo>
                  <a:lnTo>
                    <a:pt x="162" y="372"/>
                  </a:lnTo>
                  <a:lnTo>
                    <a:pt x="148" y="370"/>
                  </a:lnTo>
                  <a:lnTo>
                    <a:pt x="136" y="366"/>
                  </a:lnTo>
                  <a:lnTo>
                    <a:pt x="122" y="360"/>
                  </a:lnTo>
                  <a:lnTo>
                    <a:pt x="110" y="354"/>
                  </a:lnTo>
                  <a:lnTo>
                    <a:pt x="96" y="346"/>
                  </a:lnTo>
                  <a:lnTo>
                    <a:pt x="82" y="334"/>
                  </a:lnTo>
                  <a:lnTo>
                    <a:pt x="70" y="322"/>
                  </a:lnTo>
                  <a:lnTo>
                    <a:pt x="56" y="306"/>
                  </a:lnTo>
                  <a:lnTo>
                    <a:pt x="56" y="306"/>
                  </a:lnTo>
                  <a:lnTo>
                    <a:pt x="44" y="290"/>
                  </a:lnTo>
                  <a:lnTo>
                    <a:pt x="32" y="272"/>
                  </a:lnTo>
                  <a:lnTo>
                    <a:pt x="24" y="256"/>
                  </a:lnTo>
                  <a:lnTo>
                    <a:pt x="16" y="238"/>
                  </a:lnTo>
                  <a:lnTo>
                    <a:pt x="10" y="220"/>
                  </a:lnTo>
                  <a:lnTo>
                    <a:pt x="4" y="202"/>
                  </a:lnTo>
                  <a:lnTo>
                    <a:pt x="2" y="184"/>
                  </a:lnTo>
                  <a:lnTo>
                    <a:pt x="0" y="168"/>
                  </a:lnTo>
                  <a:lnTo>
                    <a:pt x="0" y="152"/>
                  </a:lnTo>
                  <a:lnTo>
                    <a:pt x="0" y="136"/>
                  </a:lnTo>
                  <a:lnTo>
                    <a:pt x="2" y="122"/>
                  </a:lnTo>
                  <a:lnTo>
                    <a:pt x="6" y="110"/>
                  </a:lnTo>
                  <a:lnTo>
                    <a:pt x="12" y="98"/>
                  </a:lnTo>
                  <a:lnTo>
                    <a:pt x="18" y="88"/>
                  </a:lnTo>
                  <a:lnTo>
                    <a:pt x="26" y="80"/>
                  </a:lnTo>
                  <a:lnTo>
                    <a:pt x="36" y="74"/>
                  </a:lnTo>
                  <a:lnTo>
                    <a:pt x="36" y="74"/>
                  </a:lnTo>
                  <a:lnTo>
                    <a:pt x="48" y="70"/>
                  </a:lnTo>
                  <a:lnTo>
                    <a:pt x="56" y="68"/>
                  </a:lnTo>
                  <a:lnTo>
                    <a:pt x="64" y="72"/>
                  </a:lnTo>
                  <a:lnTo>
                    <a:pt x="70" y="80"/>
                  </a:lnTo>
                  <a:lnTo>
                    <a:pt x="74" y="90"/>
                  </a:lnTo>
                  <a:lnTo>
                    <a:pt x="78" y="104"/>
                  </a:lnTo>
                  <a:lnTo>
                    <a:pt x="78" y="122"/>
                  </a:lnTo>
                  <a:lnTo>
                    <a:pt x="80" y="142"/>
                  </a:lnTo>
                  <a:lnTo>
                    <a:pt x="80" y="142"/>
                  </a:lnTo>
                  <a:lnTo>
                    <a:pt x="82" y="160"/>
                  </a:lnTo>
                  <a:lnTo>
                    <a:pt x="86" y="174"/>
                  </a:lnTo>
                  <a:lnTo>
                    <a:pt x="92" y="186"/>
                  </a:lnTo>
                  <a:lnTo>
                    <a:pt x="98" y="192"/>
                  </a:lnTo>
                  <a:lnTo>
                    <a:pt x="104" y="196"/>
                  </a:lnTo>
                  <a:lnTo>
                    <a:pt x="110" y="198"/>
                  </a:lnTo>
                  <a:lnTo>
                    <a:pt x="114" y="200"/>
                  </a:lnTo>
                  <a:lnTo>
                    <a:pt x="114" y="200"/>
                  </a:lnTo>
                  <a:lnTo>
                    <a:pt x="112" y="180"/>
                  </a:lnTo>
                  <a:lnTo>
                    <a:pt x="108" y="156"/>
                  </a:lnTo>
                  <a:lnTo>
                    <a:pt x="108" y="130"/>
                  </a:lnTo>
                  <a:lnTo>
                    <a:pt x="108" y="100"/>
                  </a:lnTo>
                  <a:lnTo>
                    <a:pt x="110" y="72"/>
                  </a:lnTo>
                  <a:lnTo>
                    <a:pt x="114" y="58"/>
                  </a:lnTo>
                  <a:lnTo>
                    <a:pt x="118" y="46"/>
                  </a:lnTo>
                  <a:lnTo>
                    <a:pt x="122" y="34"/>
                  </a:lnTo>
                  <a:lnTo>
                    <a:pt x="130" y="24"/>
                  </a:lnTo>
                  <a:lnTo>
                    <a:pt x="130" y="24"/>
                  </a:lnTo>
                  <a:lnTo>
                    <a:pt x="136" y="16"/>
                  </a:lnTo>
                  <a:lnTo>
                    <a:pt x="144" y="10"/>
                  </a:lnTo>
                  <a:lnTo>
                    <a:pt x="150" y="6"/>
                  </a:lnTo>
                  <a:lnTo>
                    <a:pt x="158" y="4"/>
                  </a:lnTo>
                  <a:lnTo>
                    <a:pt x="172" y="0"/>
                  </a:lnTo>
                  <a:lnTo>
                    <a:pt x="184" y="2"/>
                  </a:lnTo>
                  <a:lnTo>
                    <a:pt x="194" y="8"/>
                  </a:lnTo>
                  <a:lnTo>
                    <a:pt x="198" y="12"/>
                  </a:lnTo>
                  <a:lnTo>
                    <a:pt x="200" y="16"/>
                  </a:lnTo>
                  <a:lnTo>
                    <a:pt x="202" y="22"/>
                  </a:lnTo>
                  <a:lnTo>
                    <a:pt x="202" y="28"/>
                  </a:lnTo>
                  <a:lnTo>
                    <a:pt x="202" y="34"/>
                  </a:lnTo>
                  <a:lnTo>
                    <a:pt x="198" y="42"/>
                  </a:lnTo>
                  <a:lnTo>
                    <a:pt x="198" y="42"/>
                  </a:lnTo>
                  <a:lnTo>
                    <a:pt x="196" y="48"/>
                  </a:lnTo>
                  <a:lnTo>
                    <a:pt x="194" y="58"/>
                  </a:lnTo>
                  <a:lnTo>
                    <a:pt x="192" y="78"/>
                  </a:lnTo>
                  <a:lnTo>
                    <a:pt x="192" y="98"/>
                  </a:lnTo>
                  <a:lnTo>
                    <a:pt x="196" y="122"/>
                  </a:lnTo>
                  <a:lnTo>
                    <a:pt x="202" y="162"/>
                  </a:lnTo>
                  <a:lnTo>
                    <a:pt x="210" y="188"/>
                  </a:lnTo>
                  <a:lnTo>
                    <a:pt x="210" y="188"/>
                  </a:lnTo>
                  <a:lnTo>
                    <a:pt x="212" y="170"/>
                  </a:lnTo>
                  <a:lnTo>
                    <a:pt x="214" y="150"/>
                  </a:lnTo>
                  <a:lnTo>
                    <a:pt x="218" y="126"/>
                  </a:lnTo>
                  <a:lnTo>
                    <a:pt x="224" y="102"/>
                  </a:lnTo>
                  <a:lnTo>
                    <a:pt x="232" y="80"/>
                  </a:lnTo>
                  <a:lnTo>
                    <a:pt x="238" y="70"/>
                  </a:lnTo>
                  <a:lnTo>
                    <a:pt x="244" y="62"/>
                  </a:lnTo>
                  <a:lnTo>
                    <a:pt x="252" y="54"/>
                  </a:lnTo>
                  <a:lnTo>
                    <a:pt x="260" y="50"/>
                  </a:lnTo>
                  <a:lnTo>
                    <a:pt x="260" y="50"/>
                  </a:lnTo>
                  <a:lnTo>
                    <a:pt x="274" y="46"/>
                  </a:lnTo>
                  <a:lnTo>
                    <a:pt x="286" y="46"/>
                  </a:lnTo>
                  <a:lnTo>
                    <a:pt x="294" y="50"/>
                  </a:lnTo>
                  <a:lnTo>
                    <a:pt x="302" y="54"/>
                  </a:lnTo>
                  <a:lnTo>
                    <a:pt x="306" y="62"/>
                  </a:lnTo>
                  <a:lnTo>
                    <a:pt x="310" y="68"/>
                  </a:lnTo>
                  <a:lnTo>
                    <a:pt x="312" y="78"/>
                  </a:lnTo>
                  <a:lnTo>
                    <a:pt x="312" y="86"/>
                  </a:lnTo>
                  <a:lnTo>
                    <a:pt x="312" y="86"/>
                  </a:lnTo>
                  <a:lnTo>
                    <a:pt x="310" y="92"/>
                  </a:lnTo>
                  <a:lnTo>
                    <a:pt x="306" y="100"/>
                  </a:lnTo>
                  <a:lnTo>
                    <a:pt x="298" y="118"/>
                  </a:lnTo>
                  <a:lnTo>
                    <a:pt x="294" y="130"/>
                  </a:lnTo>
                  <a:lnTo>
                    <a:pt x="290" y="144"/>
                  </a:lnTo>
                  <a:lnTo>
                    <a:pt x="286" y="164"/>
                  </a:lnTo>
                  <a:lnTo>
                    <a:pt x="282" y="188"/>
                  </a:lnTo>
                  <a:lnTo>
                    <a:pt x="282" y="188"/>
                  </a:lnTo>
                  <a:lnTo>
                    <a:pt x="282" y="212"/>
                  </a:lnTo>
                  <a:lnTo>
                    <a:pt x="286" y="228"/>
                  </a:lnTo>
                  <a:lnTo>
                    <a:pt x="290" y="234"/>
                  </a:lnTo>
                  <a:lnTo>
                    <a:pt x="292" y="240"/>
                  </a:lnTo>
                  <a:lnTo>
                    <a:pt x="300" y="244"/>
                  </a:lnTo>
                  <a:lnTo>
                    <a:pt x="310" y="246"/>
                  </a:lnTo>
                  <a:lnTo>
                    <a:pt x="318" y="246"/>
                  </a:lnTo>
                  <a:lnTo>
                    <a:pt x="324" y="242"/>
                  </a:lnTo>
                  <a:lnTo>
                    <a:pt x="328" y="240"/>
                  </a:lnTo>
                  <a:lnTo>
                    <a:pt x="328" y="240"/>
                  </a:lnTo>
                  <a:lnTo>
                    <a:pt x="334" y="234"/>
                  </a:lnTo>
                  <a:lnTo>
                    <a:pt x="346" y="228"/>
                  </a:lnTo>
                  <a:lnTo>
                    <a:pt x="360" y="220"/>
                  </a:lnTo>
                  <a:lnTo>
                    <a:pt x="378" y="212"/>
                  </a:lnTo>
                  <a:lnTo>
                    <a:pt x="396" y="206"/>
                  </a:lnTo>
                  <a:lnTo>
                    <a:pt x="412" y="202"/>
                  </a:lnTo>
                  <a:lnTo>
                    <a:pt x="428" y="200"/>
                  </a:lnTo>
                  <a:lnTo>
                    <a:pt x="434" y="202"/>
                  </a:lnTo>
                  <a:lnTo>
                    <a:pt x="440" y="204"/>
                  </a:lnTo>
                  <a:lnTo>
                    <a:pt x="440" y="204"/>
                  </a:lnTo>
                  <a:lnTo>
                    <a:pt x="448" y="210"/>
                  </a:lnTo>
                  <a:lnTo>
                    <a:pt x="454" y="218"/>
                  </a:lnTo>
                  <a:lnTo>
                    <a:pt x="460" y="228"/>
                  </a:lnTo>
                  <a:lnTo>
                    <a:pt x="464" y="238"/>
                  </a:lnTo>
                  <a:lnTo>
                    <a:pt x="470" y="252"/>
                  </a:lnTo>
                  <a:lnTo>
                    <a:pt x="472" y="260"/>
                  </a:lnTo>
                  <a:lnTo>
                    <a:pt x="472" y="260"/>
                  </a:lnTo>
                  <a:lnTo>
                    <a:pt x="430" y="280"/>
                  </a:lnTo>
                  <a:lnTo>
                    <a:pt x="358" y="314"/>
                  </a:lnTo>
                  <a:lnTo>
                    <a:pt x="358" y="314"/>
                  </a:lnTo>
                  <a:lnTo>
                    <a:pt x="330" y="328"/>
                  </a:lnTo>
                  <a:lnTo>
                    <a:pt x="304" y="338"/>
                  </a:lnTo>
                  <a:lnTo>
                    <a:pt x="252" y="358"/>
                  </a:lnTo>
                  <a:close/>
                </a:path>
              </a:pathLst>
            </a:custGeom>
            <a:solidFill>
              <a:srgbClr val="FED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92" name="任意多边形 91"/>
            <p:cNvSpPr/>
            <p:nvPr>
              <p:custDataLst>
                <p:tags r:id="rId91"/>
              </p:custDataLst>
            </p:nvPr>
          </p:nvSpPr>
          <p:spPr bwMode="auto">
            <a:xfrm>
              <a:off x="1971" y="4053"/>
              <a:ext cx="566" cy="446"/>
            </a:xfrm>
            <a:custGeom>
              <a:avLst/>
              <a:gdLst>
                <a:gd name="T0" fmla="*/ 232 w 472"/>
                <a:gd name="T1" fmla="*/ 364 h 372"/>
                <a:gd name="T2" fmla="*/ 162 w 472"/>
                <a:gd name="T3" fmla="*/ 372 h 372"/>
                <a:gd name="T4" fmla="*/ 122 w 472"/>
                <a:gd name="T5" fmla="*/ 360 h 372"/>
                <a:gd name="T6" fmla="*/ 82 w 472"/>
                <a:gd name="T7" fmla="*/ 334 h 372"/>
                <a:gd name="T8" fmla="*/ 56 w 472"/>
                <a:gd name="T9" fmla="*/ 306 h 372"/>
                <a:gd name="T10" fmla="*/ 24 w 472"/>
                <a:gd name="T11" fmla="*/ 256 h 372"/>
                <a:gd name="T12" fmla="*/ 4 w 472"/>
                <a:gd name="T13" fmla="*/ 202 h 372"/>
                <a:gd name="T14" fmla="*/ 0 w 472"/>
                <a:gd name="T15" fmla="*/ 152 h 372"/>
                <a:gd name="T16" fmla="*/ 6 w 472"/>
                <a:gd name="T17" fmla="*/ 110 h 372"/>
                <a:gd name="T18" fmla="*/ 26 w 472"/>
                <a:gd name="T19" fmla="*/ 80 h 372"/>
                <a:gd name="T20" fmla="*/ 48 w 472"/>
                <a:gd name="T21" fmla="*/ 70 h 372"/>
                <a:gd name="T22" fmla="*/ 70 w 472"/>
                <a:gd name="T23" fmla="*/ 80 h 372"/>
                <a:gd name="T24" fmla="*/ 78 w 472"/>
                <a:gd name="T25" fmla="*/ 122 h 372"/>
                <a:gd name="T26" fmla="*/ 82 w 472"/>
                <a:gd name="T27" fmla="*/ 160 h 372"/>
                <a:gd name="T28" fmla="*/ 98 w 472"/>
                <a:gd name="T29" fmla="*/ 192 h 372"/>
                <a:gd name="T30" fmla="*/ 114 w 472"/>
                <a:gd name="T31" fmla="*/ 200 h 372"/>
                <a:gd name="T32" fmla="*/ 108 w 472"/>
                <a:gd name="T33" fmla="*/ 156 h 372"/>
                <a:gd name="T34" fmla="*/ 110 w 472"/>
                <a:gd name="T35" fmla="*/ 72 h 372"/>
                <a:gd name="T36" fmla="*/ 122 w 472"/>
                <a:gd name="T37" fmla="*/ 34 h 372"/>
                <a:gd name="T38" fmla="*/ 136 w 472"/>
                <a:gd name="T39" fmla="*/ 16 h 372"/>
                <a:gd name="T40" fmla="*/ 158 w 472"/>
                <a:gd name="T41" fmla="*/ 4 h 372"/>
                <a:gd name="T42" fmla="*/ 194 w 472"/>
                <a:gd name="T43" fmla="*/ 8 h 372"/>
                <a:gd name="T44" fmla="*/ 202 w 472"/>
                <a:gd name="T45" fmla="*/ 22 h 372"/>
                <a:gd name="T46" fmla="*/ 198 w 472"/>
                <a:gd name="T47" fmla="*/ 42 h 372"/>
                <a:gd name="T48" fmla="*/ 194 w 472"/>
                <a:gd name="T49" fmla="*/ 58 h 372"/>
                <a:gd name="T50" fmla="*/ 196 w 472"/>
                <a:gd name="T51" fmla="*/ 122 h 372"/>
                <a:gd name="T52" fmla="*/ 210 w 472"/>
                <a:gd name="T53" fmla="*/ 188 h 372"/>
                <a:gd name="T54" fmla="*/ 218 w 472"/>
                <a:gd name="T55" fmla="*/ 126 h 372"/>
                <a:gd name="T56" fmla="*/ 238 w 472"/>
                <a:gd name="T57" fmla="*/ 70 h 372"/>
                <a:gd name="T58" fmla="*/ 260 w 472"/>
                <a:gd name="T59" fmla="*/ 50 h 372"/>
                <a:gd name="T60" fmla="*/ 286 w 472"/>
                <a:gd name="T61" fmla="*/ 46 h 372"/>
                <a:gd name="T62" fmla="*/ 306 w 472"/>
                <a:gd name="T63" fmla="*/ 62 h 372"/>
                <a:gd name="T64" fmla="*/ 312 w 472"/>
                <a:gd name="T65" fmla="*/ 86 h 372"/>
                <a:gd name="T66" fmla="*/ 306 w 472"/>
                <a:gd name="T67" fmla="*/ 100 h 372"/>
                <a:gd name="T68" fmla="*/ 290 w 472"/>
                <a:gd name="T69" fmla="*/ 144 h 372"/>
                <a:gd name="T70" fmla="*/ 282 w 472"/>
                <a:gd name="T71" fmla="*/ 188 h 372"/>
                <a:gd name="T72" fmla="*/ 290 w 472"/>
                <a:gd name="T73" fmla="*/ 234 h 372"/>
                <a:gd name="T74" fmla="*/ 310 w 472"/>
                <a:gd name="T75" fmla="*/ 246 h 372"/>
                <a:gd name="T76" fmla="*/ 328 w 472"/>
                <a:gd name="T77" fmla="*/ 240 h 372"/>
                <a:gd name="T78" fmla="*/ 346 w 472"/>
                <a:gd name="T79" fmla="*/ 228 h 372"/>
                <a:gd name="T80" fmla="*/ 396 w 472"/>
                <a:gd name="T81" fmla="*/ 206 h 372"/>
                <a:gd name="T82" fmla="*/ 434 w 472"/>
                <a:gd name="T83" fmla="*/ 202 h 372"/>
                <a:gd name="T84" fmla="*/ 448 w 472"/>
                <a:gd name="T85" fmla="*/ 210 h 372"/>
                <a:gd name="T86" fmla="*/ 464 w 472"/>
                <a:gd name="T87" fmla="*/ 238 h 372"/>
                <a:gd name="T88" fmla="*/ 472 w 472"/>
                <a:gd name="T89" fmla="*/ 260 h 372"/>
                <a:gd name="T90" fmla="*/ 358 w 472"/>
                <a:gd name="T91" fmla="*/ 314 h 372"/>
                <a:gd name="T92" fmla="*/ 252 w 472"/>
                <a:gd name="T93" fmla="*/ 358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72" h="372">
                  <a:moveTo>
                    <a:pt x="252" y="358"/>
                  </a:moveTo>
                  <a:lnTo>
                    <a:pt x="252" y="358"/>
                  </a:lnTo>
                  <a:lnTo>
                    <a:pt x="232" y="364"/>
                  </a:lnTo>
                  <a:lnTo>
                    <a:pt x="210" y="370"/>
                  </a:lnTo>
                  <a:lnTo>
                    <a:pt x="186" y="372"/>
                  </a:lnTo>
                  <a:lnTo>
                    <a:pt x="162" y="372"/>
                  </a:lnTo>
                  <a:lnTo>
                    <a:pt x="148" y="370"/>
                  </a:lnTo>
                  <a:lnTo>
                    <a:pt x="136" y="366"/>
                  </a:lnTo>
                  <a:lnTo>
                    <a:pt x="122" y="360"/>
                  </a:lnTo>
                  <a:lnTo>
                    <a:pt x="110" y="354"/>
                  </a:lnTo>
                  <a:lnTo>
                    <a:pt x="96" y="346"/>
                  </a:lnTo>
                  <a:lnTo>
                    <a:pt x="82" y="334"/>
                  </a:lnTo>
                  <a:lnTo>
                    <a:pt x="70" y="322"/>
                  </a:lnTo>
                  <a:lnTo>
                    <a:pt x="56" y="306"/>
                  </a:lnTo>
                  <a:lnTo>
                    <a:pt x="56" y="306"/>
                  </a:lnTo>
                  <a:lnTo>
                    <a:pt x="44" y="290"/>
                  </a:lnTo>
                  <a:lnTo>
                    <a:pt x="32" y="272"/>
                  </a:lnTo>
                  <a:lnTo>
                    <a:pt x="24" y="256"/>
                  </a:lnTo>
                  <a:lnTo>
                    <a:pt x="16" y="238"/>
                  </a:lnTo>
                  <a:lnTo>
                    <a:pt x="10" y="220"/>
                  </a:lnTo>
                  <a:lnTo>
                    <a:pt x="4" y="202"/>
                  </a:lnTo>
                  <a:lnTo>
                    <a:pt x="2" y="184"/>
                  </a:lnTo>
                  <a:lnTo>
                    <a:pt x="0" y="168"/>
                  </a:lnTo>
                  <a:lnTo>
                    <a:pt x="0" y="152"/>
                  </a:lnTo>
                  <a:lnTo>
                    <a:pt x="0" y="136"/>
                  </a:lnTo>
                  <a:lnTo>
                    <a:pt x="2" y="122"/>
                  </a:lnTo>
                  <a:lnTo>
                    <a:pt x="6" y="110"/>
                  </a:lnTo>
                  <a:lnTo>
                    <a:pt x="12" y="98"/>
                  </a:lnTo>
                  <a:lnTo>
                    <a:pt x="18" y="88"/>
                  </a:lnTo>
                  <a:lnTo>
                    <a:pt x="26" y="80"/>
                  </a:lnTo>
                  <a:lnTo>
                    <a:pt x="36" y="74"/>
                  </a:lnTo>
                  <a:lnTo>
                    <a:pt x="36" y="74"/>
                  </a:lnTo>
                  <a:lnTo>
                    <a:pt x="48" y="70"/>
                  </a:lnTo>
                  <a:lnTo>
                    <a:pt x="56" y="68"/>
                  </a:lnTo>
                  <a:lnTo>
                    <a:pt x="64" y="72"/>
                  </a:lnTo>
                  <a:lnTo>
                    <a:pt x="70" y="80"/>
                  </a:lnTo>
                  <a:lnTo>
                    <a:pt x="74" y="90"/>
                  </a:lnTo>
                  <a:lnTo>
                    <a:pt x="78" y="104"/>
                  </a:lnTo>
                  <a:lnTo>
                    <a:pt x="78" y="122"/>
                  </a:lnTo>
                  <a:lnTo>
                    <a:pt x="80" y="142"/>
                  </a:lnTo>
                  <a:lnTo>
                    <a:pt x="80" y="142"/>
                  </a:lnTo>
                  <a:lnTo>
                    <a:pt x="82" y="160"/>
                  </a:lnTo>
                  <a:lnTo>
                    <a:pt x="86" y="174"/>
                  </a:lnTo>
                  <a:lnTo>
                    <a:pt x="92" y="186"/>
                  </a:lnTo>
                  <a:lnTo>
                    <a:pt x="98" y="192"/>
                  </a:lnTo>
                  <a:lnTo>
                    <a:pt x="104" y="196"/>
                  </a:lnTo>
                  <a:lnTo>
                    <a:pt x="110" y="198"/>
                  </a:lnTo>
                  <a:lnTo>
                    <a:pt x="114" y="200"/>
                  </a:lnTo>
                  <a:lnTo>
                    <a:pt x="114" y="200"/>
                  </a:lnTo>
                  <a:lnTo>
                    <a:pt x="112" y="180"/>
                  </a:lnTo>
                  <a:lnTo>
                    <a:pt x="108" y="156"/>
                  </a:lnTo>
                  <a:lnTo>
                    <a:pt x="108" y="130"/>
                  </a:lnTo>
                  <a:lnTo>
                    <a:pt x="108" y="100"/>
                  </a:lnTo>
                  <a:lnTo>
                    <a:pt x="110" y="72"/>
                  </a:lnTo>
                  <a:lnTo>
                    <a:pt x="114" y="58"/>
                  </a:lnTo>
                  <a:lnTo>
                    <a:pt x="118" y="46"/>
                  </a:lnTo>
                  <a:lnTo>
                    <a:pt x="122" y="34"/>
                  </a:lnTo>
                  <a:lnTo>
                    <a:pt x="130" y="24"/>
                  </a:lnTo>
                  <a:lnTo>
                    <a:pt x="130" y="24"/>
                  </a:lnTo>
                  <a:lnTo>
                    <a:pt x="136" y="16"/>
                  </a:lnTo>
                  <a:lnTo>
                    <a:pt x="144" y="10"/>
                  </a:lnTo>
                  <a:lnTo>
                    <a:pt x="150" y="6"/>
                  </a:lnTo>
                  <a:lnTo>
                    <a:pt x="158" y="4"/>
                  </a:lnTo>
                  <a:lnTo>
                    <a:pt x="172" y="0"/>
                  </a:lnTo>
                  <a:lnTo>
                    <a:pt x="184" y="2"/>
                  </a:lnTo>
                  <a:lnTo>
                    <a:pt x="194" y="8"/>
                  </a:lnTo>
                  <a:lnTo>
                    <a:pt x="198" y="12"/>
                  </a:lnTo>
                  <a:lnTo>
                    <a:pt x="200" y="16"/>
                  </a:lnTo>
                  <a:lnTo>
                    <a:pt x="202" y="22"/>
                  </a:lnTo>
                  <a:lnTo>
                    <a:pt x="202" y="28"/>
                  </a:lnTo>
                  <a:lnTo>
                    <a:pt x="202" y="34"/>
                  </a:lnTo>
                  <a:lnTo>
                    <a:pt x="198" y="42"/>
                  </a:lnTo>
                  <a:lnTo>
                    <a:pt x="198" y="42"/>
                  </a:lnTo>
                  <a:lnTo>
                    <a:pt x="196" y="48"/>
                  </a:lnTo>
                  <a:lnTo>
                    <a:pt x="194" y="58"/>
                  </a:lnTo>
                  <a:lnTo>
                    <a:pt x="192" y="78"/>
                  </a:lnTo>
                  <a:lnTo>
                    <a:pt x="192" y="98"/>
                  </a:lnTo>
                  <a:lnTo>
                    <a:pt x="196" y="122"/>
                  </a:lnTo>
                  <a:lnTo>
                    <a:pt x="202" y="162"/>
                  </a:lnTo>
                  <a:lnTo>
                    <a:pt x="210" y="188"/>
                  </a:lnTo>
                  <a:lnTo>
                    <a:pt x="210" y="188"/>
                  </a:lnTo>
                  <a:lnTo>
                    <a:pt x="212" y="170"/>
                  </a:lnTo>
                  <a:lnTo>
                    <a:pt x="214" y="150"/>
                  </a:lnTo>
                  <a:lnTo>
                    <a:pt x="218" y="126"/>
                  </a:lnTo>
                  <a:lnTo>
                    <a:pt x="224" y="102"/>
                  </a:lnTo>
                  <a:lnTo>
                    <a:pt x="232" y="80"/>
                  </a:lnTo>
                  <a:lnTo>
                    <a:pt x="238" y="70"/>
                  </a:lnTo>
                  <a:lnTo>
                    <a:pt x="244" y="62"/>
                  </a:lnTo>
                  <a:lnTo>
                    <a:pt x="252" y="54"/>
                  </a:lnTo>
                  <a:lnTo>
                    <a:pt x="260" y="50"/>
                  </a:lnTo>
                  <a:lnTo>
                    <a:pt x="260" y="50"/>
                  </a:lnTo>
                  <a:lnTo>
                    <a:pt x="274" y="46"/>
                  </a:lnTo>
                  <a:lnTo>
                    <a:pt x="286" y="46"/>
                  </a:lnTo>
                  <a:lnTo>
                    <a:pt x="294" y="50"/>
                  </a:lnTo>
                  <a:lnTo>
                    <a:pt x="302" y="54"/>
                  </a:lnTo>
                  <a:lnTo>
                    <a:pt x="306" y="62"/>
                  </a:lnTo>
                  <a:lnTo>
                    <a:pt x="310" y="68"/>
                  </a:lnTo>
                  <a:lnTo>
                    <a:pt x="312" y="78"/>
                  </a:lnTo>
                  <a:lnTo>
                    <a:pt x="312" y="86"/>
                  </a:lnTo>
                  <a:lnTo>
                    <a:pt x="312" y="86"/>
                  </a:lnTo>
                  <a:lnTo>
                    <a:pt x="310" y="92"/>
                  </a:lnTo>
                  <a:lnTo>
                    <a:pt x="306" y="100"/>
                  </a:lnTo>
                  <a:lnTo>
                    <a:pt x="298" y="118"/>
                  </a:lnTo>
                  <a:lnTo>
                    <a:pt x="294" y="130"/>
                  </a:lnTo>
                  <a:lnTo>
                    <a:pt x="290" y="144"/>
                  </a:lnTo>
                  <a:lnTo>
                    <a:pt x="286" y="164"/>
                  </a:lnTo>
                  <a:lnTo>
                    <a:pt x="282" y="188"/>
                  </a:lnTo>
                  <a:lnTo>
                    <a:pt x="282" y="188"/>
                  </a:lnTo>
                  <a:lnTo>
                    <a:pt x="282" y="212"/>
                  </a:lnTo>
                  <a:lnTo>
                    <a:pt x="286" y="228"/>
                  </a:lnTo>
                  <a:lnTo>
                    <a:pt x="290" y="234"/>
                  </a:lnTo>
                  <a:lnTo>
                    <a:pt x="292" y="240"/>
                  </a:lnTo>
                  <a:lnTo>
                    <a:pt x="300" y="244"/>
                  </a:lnTo>
                  <a:lnTo>
                    <a:pt x="310" y="246"/>
                  </a:lnTo>
                  <a:lnTo>
                    <a:pt x="318" y="246"/>
                  </a:lnTo>
                  <a:lnTo>
                    <a:pt x="324" y="242"/>
                  </a:lnTo>
                  <a:lnTo>
                    <a:pt x="328" y="240"/>
                  </a:lnTo>
                  <a:lnTo>
                    <a:pt x="328" y="240"/>
                  </a:lnTo>
                  <a:lnTo>
                    <a:pt x="334" y="234"/>
                  </a:lnTo>
                  <a:lnTo>
                    <a:pt x="346" y="228"/>
                  </a:lnTo>
                  <a:lnTo>
                    <a:pt x="360" y="220"/>
                  </a:lnTo>
                  <a:lnTo>
                    <a:pt x="378" y="212"/>
                  </a:lnTo>
                  <a:lnTo>
                    <a:pt x="396" y="206"/>
                  </a:lnTo>
                  <a:lnTo>
                    <a:pt x="412" y="202"/>
                  </a:lnTo>
                  <a:lnTo>
                    <a:pt x="428" y="200"/>
                  </a:lnTo>
                  <a:lnTo>
                    <a:pt x="434" y="202"/>
                  </a:lnTo>
                  <a:lnTo>
                    <a:pt x="440" y="204"/>
                  </a:lnTo>
                  <a:lnTo>
                    <a:pt x="440" y="204"/>
                  </a:lnTo>
                  <a:lnTo>
                    <a:pt x="448" y="210"/>
                  </a:lnTo>
                  <a:lnTo>
                    <a:pt x="454" y="218"/>
                  </a:lnTo>
                  <a:lnTo>
                    <a:pt x="460" y="228"/>
                  </a:lnTo>
                  <a:lnTo>
                    <a:pt x="464" y="238"/>
                  </a:lnTo>
                  <a:lnTo>
                    <a:pt x="470" y="252"/>
                  </a:lnTo>
                  <a:lnTo>
                    <a:pt x="472" y="260"/>
                  </a:lnTo>
                  <a:lnTo>
                    <a:pt x="472" y="260"/>
                  </a:lnTo>
                  <a:lnTo>
                    <a:pt x="430" y="280"/>
                  </a:lnTo>
                  <a:lnTo>
                    <a:pt x="358" y="314"/>
                  </a:lnTo>
                  <a:lnTo>
                    <a:pt x="358" y="314"/>
                  </a:lnTo>
                  <a:lnTo>
                    <a:pt x="330" y="328"/>
                  </a:lnTo>
                  <a:lnTo>
                    <a:pt x="304" y="338"/>
                  </a:lnTo>
                  <a:lnTo>
                    <a:pt x="252" y="35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93" name="任意多边形 92"/>
            <p:cNvSpPr/>
            <p:nvPr>
              <p:custDataLst>
                <p:tags r:id="rId92"/>
              </p:custDataLst>
            </p:nvPr>
          </p:nvSpPr>
          <p:spPr bwMode="auto">
            <a:xfrm>
              <a:off x="2151" y="4350"/>
              <a:ext cx="108" cy="101"/>
            </a:xfrm>
            <a:custGeom>
              <a:avLst/>
              <a:gdLst>
                <a:gd name="T0" fmla="*/ 0 w 90"/>
                <a:gd name="T1" fmla="*/ 12 h 84"/>
                <a:gd name="T2" fmla="*/ 0 w 90"/>
                <a:gd name="T3" fmla="*/ 12 h 84"/>
                <a:gd name="T4" fmla="*/ 12 w 90"/>
                <a:gd name="T5" fmla="*/ 10 h 84"/>
                <a:gd name="T6" fmla="*/ 26 w 90"/>
                <a:gd name="T7" fmla="*/ 8 h 84"/>
                <a:gd name="T8" fmla="*/ 40 w 90"/>
                <a:gd name="T9" fmla="*/ 12 h 84"/>
                <a:gd name="T10" fmla="*/ 48 w 90"/>
                <a:gd name="T11" fmla="*/ 14 h 84"/>
                <a:gd name="T12" fmla="*/ 56 w 90"/>
                <a:gd name="T13" fmla="*/ 18 h 84"/>
                <a:gd name="T14" fmla="*/ 64 w 90"/>
                <a:gd name="T15" fmla="*/ 24 h 84"/>
                <a:gd name="T16" fmla="*/ 72 w 90"/>
                <a:gd name="T17" fmla="*/ 32 h 84"/>
                <a:gd name="T18" fmla="*/ 78 w 90"/>
                <a:gd name="T19" fmla="*/ 42 h 84"/>
                <a:gd name="T20" fmla="*/ 82 w 90"/>
                <a:gd name="T21" fmla="*/ 54 h 84"/>
                <a:gd name="T22" fmla="*/ 86 w 90"/>
                <a:gd name="T23" fmla="*/ 68 h 84"/>
                <a:gd name="T24" fmla="*/ 90 w 90"/>
                <a:gd name="T25" fmla="*/ 84 h 84"/>
                <a:gd name="T26" fmla="*/ 90 w 90"/>
                <a:gd name="T27" fmla="*/ 84 h 84"/>
                <a:gd name="T28" fmla="*/ 88 w 90"/>
                <a:gd name="T29" fmla="*/ 66 h 84"/>
                <a:gd name="T30" fmla="*/ 86 w 90"/>
                <a:gd name="T31" fmla="*/ 48 h 84"/>
                <a:gd name="T32" fmla="*/ 80 w 90"/>
                <a:gd name="T33" fmla="*/ 30 h 84"/>
                <a:gd name="T34" fmla="*/ 74 w 90"/>
                <a:gd name="T35" fmla="*/ 20 h 84"/>
                <a:gd name="T36" fmla="*/ 68 w 90"/>
                <a:gd name="T37" fmla="*/ 14 h 84"/>
                <a:gd name="T38" fmla="*/ 62 w 90"/>
                <a:gd name="T39" fmla="*/ 6 h 84"/>
                <a:gd name="T40" fmla="*/ 52 w 90"/>
                <a:gd name="T41" fmla="*/ 2 h 84"/>
                <a:gd name="T42" fmla="*/ 42 w 90"/>
                <a:gd name="T43" fmla="*/ 0 h 84"/>
                <a:gd name="T44" fmla="*/ 30 w 90"/>
                <a:gd name="T45" fmla="*/ 0 h 84"/>
                <a:gd name="T46" fmla="*/ 16 w 90"/>
                <a:gd name="T47" fmla="*/ 4 h 84"/>
                <a:gd name="T48" fmla="*/ 0 w 90"/>
                <a:gd name="T49" fmla="*/ 1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0" h="84">
                  <a:moveTo>
                    <a:pt x="0" y="12"/>
                  </a:moveTo>
                  <a:lnTo>
                    <a:pt x="0" y="12"/>
                  </a:lnTo>
                  <a:lnTo>
                    <a:pt x="12" y="10"/>
                  </a:lnTo>
                  <a:lnTo>
                    <a:pt x="26" y="8"/>
                  </a:lnTo>
                  <a:lnTo>
                    <a:pt x="40" y="12"/>
                  </a:lnTo>
                  <a:lnTo>
                    <a:pt x="48" y="14"/>
                  </a:lnTo>
                  <a:lnTo>
                    <a:pt x="56" y="18"/>
                  </a:lnTo>
                  <a:lnTo>
                    <a:pt x="64" y="24"/>
                  </a:lnTo>
                  <a:lnTo>
                    <a:pt x="72" y="32"/>
                  </a:lnTo>
                  <a:lnTo>
                    <a:pt x="78" y="42"/>
                  </a:lnTo>
                  <a:lnTo>
                    <a:pt x="82" y="54"/>
                  </a:lnTo>
                  <a:lnTo>
                    <a:pt x="86" y="68"/>
                  </a:lnTo>
                  <a:lnTo>
                    <a:pt x="90" y="84"/>
                  </a:lnTo>
                  <a:lnTo>
                    <a:pt x="90" y="84"/>
                  </a:lnTo>
                  <a:lnTo>
                    <a:pt x="88" y="66"/>
                  </a:lnTo>
                  <a:lnTo>
                    <a:pt x="86" y="48"/>
                  </a:lnTo>
                  <a:lnTo>
                    <a:pt x="80" y="30"/>
                  </a:lnTo>
                  <a:lnTo>
                    <a:pt x="74" y="20"/>
                  </a:lnTo>
                  <a:lnTo>
                    <a:pt x="68" y="14"/>
                  </a:lnTo>
                  <a:lnTo>
                    <a:pt x="62" y="6"/>
                  </a:lnTo>
                  <a:lnTo>
                    <a:pt x="52" y="2"/>
                  </a:lnTo>
                  <a:lnTo>
                    <a:pt x="42" y="0"/>
                  </a:lnTo>
                  <a:lnTo>
                    <a:pt x="30" y="0"/>
                  </a:lnTo>
                  <a:lnTo>
                    <a:pt x="16" y="4"/>
                  </a:lnTo>
                  <a:lnTo>
                    <a:pt x="0" y="12"/>
                  </a:lnTo>
                  <a:close/>
                </a:path>
              </a:pathLst>
            </a:custGeom>
            <a:solidFill>
              <a:srgbClr val="CB8F5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94" name="任意多边形 93"/>
            <p:cNvSpPr/>
            <p:nvPr>
              <p:custDataLst>
                <p:tags r:id="rId93"/>
              </p:custDataLst>
            </p:nvPr>
          </p:nvSpPr>
          <p:spPr bwMode="auto">
            <a:xfrm>
              <a:off x="2151" y="4350"/>
              <a:ext cx="108" cy="101"/>
            </a:xfrm>
            <a:custGeom>
              <a:avLst/>
              <a:gdLst>
                <a:gd name="T0" fmla="*/ 0 w 90"/>
                <a:gd name="T1" fmla="*/ 12 h 84"/>
                <a:gd name="T2" fmla="*/ 0 w 90"/>
                <a:gd name="T3" fmla="*/ 12 h 84"/>
                <a:gd name="T4" fmla="*/ 12 w 90"/>
                <a:gd name="T5" fmla="*/ 10 h 84"/>
                <a:gd name="T6" fmla="*/ 26 w 90"/>
                <a:gd name="T7" fmla="*/ 8 h 84"/>
                <a:gd name="T8" fmla="*/ 40 w 90"/>
                <a:gd name="T9" fmla="*/ 12 h 84"/>
                <a:gd name="T10" fmla="*/ 48 w 90"/>
                <a:gd name="T11" fmla="*/ 14 h 84"/>
                <a:gd name="T12" fmla="*/ 56 w 90"/>
                <a:gd name="T13" fmla="*/ 18 h 84"/>
                <a:gd name="T14" fmla="*/ 64 w 90"/>
                <a:gd name="T15" fmla="*/ 24 h 84"/>
                <a:gd name="T16" fmla="*/ 72 w 90"/>
                <a:gd name="T17" fmla="*/ 32 h 84"/>
                <a:gd name="T18" fmla="*/ 78 w 90"/>
                <a:gd name="T19" fmla="*/ 42 h 84"/>
                <a:gd name="T20" fmla="*/ 82 w 90"/>
                <a:gd name="T21" fmla="*/ 54 h 84"/>
                <a:gd name="T22" fmla="*/ 86 w 90"/>
                <a:gd name="T23" fmla="*/ 68 h 84"/>
                <a:gd name="T24" fmla="*/ 90 w 90"/>
                <a:gd name="T25" fmla="*/ 84 h 84"/>
                <a:gd name="T26" fmla="*/ 90 w 90"/>
                <a:gd name="T27" fmla="*/ 84 h 84"/>
                <a:gd name="T28" fmla="*/ 88 w 90"/>
                <a:gd name="T29" fmla="*/ 66 h 84"/>
                <a:gd name="T30" fmla="*/ 86 w 90"/>
                <a:gd name="T31" fmla="*/ 48 h 84"/>
                <a:gd name="T32" fmla="*/ 80 w 90"/>
                <a:gd name="T33" fmla="*/ 30 h 84"/>
                <a:gd name="T34" fmla="*/ 74 w 90"/>
                <a:gd name="T35" fmla="*/ 20 h 84"/>
                <a:gd name="T36" fmla="*/ 68 w 90"/>
                <a:gd name="T37" fmla="*/ 14 h 84"/>
                <a:gd name="T38" fmla="*/ 62 w 90"/>
                <a:gd name="T39" fmla="*/ 6 h 84"/>
                <a:gd name="T40" fmla="*/ 52 w 90"/>
                <a:gd name="T41" fmla="*/ 2 h 84"/>
                <a:gd name="T42" fmla="*/ 42 w 90"/>
                <a:gd name="T43" fmla="*/ 0 h 84"/>
                <a:gd name="T44" fmla="*/ 30 w 90"/>
                <a:gd name="T45" fmla="*/ 0 h 84"/>
                <a:gd name="T46" fmla="*/ 16 w 90"/>
                <a:gd name="T47" fmla="*/ 4 h 84"/>
                <a:gd name="T48" fmla="*/ 0 w 90"/>
                <a:gd name="T49" fmla="*/ 1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0" h="84">
                  <a:moveTo>
                    <a:pt x="0" y="12"/>
                  </a:moveTo>
                  <a:lnTo>
                    <a:pt x="0" y="12"/>
                  </a:lnTo>
                  <a:lnTo>
                    <a:pt x="12" y="10"/>
                  </a:lnTo>
                  <a:lnTo>
                    <a:pt x="26" y="8"/>
                  </a:lnTo>
                  <a:lnTo>
                    <a:pt x="40" y="12"/>
                  </a:lnTo>
                  <a:lnTo>
                    <a:pt x="48" y="14"/>
                  </a:lnTo>
                  <a:lnTo>
                    <a:pt x="56" y="18"/>
                  </a:lnTo>
                  <a:lnTo>
                    <a:pt x="64" y="24"/>
                  </a:lnTo>
                  <a:lnTo>
                    <a:pt x="72" y="32"/>
                  </a:lnTo>
                  <a:lnTo>
                    <a:pt x="78" y="42"/>
                  </a:lnTo>
                  <a:lnTo>
                    <a:pt x="82" y="54"/>
                  </a:lnTo>
                  <a:lnTo>
                    <a:pt x="86" y="68"/>
                  </a:lnTo>
                  <a:lnTo>
                    <a:pt x="90" y="84"/>
                  </a:lnTo>
                  <a:lnTo>
                    <a:pt x="90" y="84"/>
                  </a:lnTo>
                  <a:lnTo>
                    <a:pt x="88" y="66"/>
                  </a:lnTo>
                  <a:lnTo>
                    <a:pt x="86" y="48"/>
                  </a:lnTo>
                  <a:lnTo>
                    <a:pt x="80" y="30"/>
                  </a:lnTo>
                  <a:lnTo>
                    <a:pt x="74" y="20"/>
                  </a:lnTo>
                  <a:lnTo>
                    <a:pt x="68" y="14"/>
                  </a:lnTo>
                  <a:lnTo>
                    <a:pt x="62" y="6"/>
                  </a:lnTo>
                  <a:lnTo>
                    <a:pt x="52" y="2"/>
                  </a:lnTo>
                  <a:lnTo>
                    <a:pt x="42" y="0"/>
                  </a:lnTo>
                  <a:lnTo>
                    <a:pt x="30" y="0"/>
                  </a:lnTo>
                  <a:lnTo>
                    <a:pt x="16" y="4"/>
                  </a:lnTo>
                  <a:lnTo>
                    <a:pt x="0" y="1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102" name="任意多边形 101"/>
            <p:cNvSpPr/>
            <p:nvPr>
              <p:custDataLst>
                <p:tags r:id="rId94"/>
              </p:custDataLst>
            </p:nvPr>
          </p:nvSpPr>
          <p:spPr bwMode="auto">
            <a:xfrm flipH="1">
              <a:off x="2308" y="2567"/>
              <a:ext cx="101" cy="99"/>
            </a:xfrm>
            <a:custGeom>
              <a:avLst/>
              <a:gdLst>
                <a:gd name="T0" fmla="*/ 27 w 27"/>
                <a:gd name="T1" fmla="*/ 13 h 27"/>
                <a:gd name="T2" fmla="*/ 13 w 27"/>
                <a:gd name="T3" fmla="*/ 0 h 27"/>
                <a:gd name="T4" fmla="*/ 0 w 27"/>
                <a:gd name="T5" fmla="*/ 13 h 27"/>
                <a:gd name="T6" fmla="*/ 13 w 27"/>
                <a:gd name="T7" fmla="*/ 26 h 27"/>
                <a:gd name="T8" fmla="*/ 27 w 27"/>
                <a:gd name="T9" fmla="*/ 13 h 27"/>
              </a:gdLst>
              <a:ahLst/>
              <a:cxnLst>
                <a:cxn ang="0">
                  <a:pos x="T0" y="T1"/>
                </a:cxn>
                <a:cxn ang="0">
                  <a:pos x="T2" y="T3"/>
                </a:cxn>
                <a:cxn ang="0">
                  <a:pos x="T4" y="T5"/>
                </a:cxn>
                <a:cxn ang="0">
                  <a:pos x="T6" y="T7"/>
                </a:cxn>
                <a:cxn ang="0">
                  <a:pos x="T8" y="T9"/>
                </a:cxn>
              </a:cxnLst>
              <a:rect l="0" t="0" r="r" b="b"/>
              <a:pathLst>
                <a:path w="27" h="27">
                  <a:moveTo>
                    <a:pt x="27" y="13"/>
                  </a:moveTo>
                  <a:cubicBezTo>
                    <a:pt x="27" y="6"/>
                    <a:pt x="21" y="0"/>
                    <a:pt x="13" y="0"/>
                  </a:cubicBezTo>
                  <a:cubicBezTo>
                    <a:pt x="6" y="0"/>
                    <a:pt x="0" y="6"/>
                    <a:pt x="0" y="13"/>
                  </a:cubicBezTo>
                  <a:cubicBezTo>
                    <a:pt x="0" y="20"/>
                    <a:pt x="6" y="26"/>
                    <a:pt x="13" y="26"/>
                  </a:cubicBezTo>
                  <a:cubicBezTo>
                    <a:pt x="20" y="27"/>
                    <a:pt x="26" y="21"/>
                    <a:pt x="27" y="13"/>
                  </a:cubicBezTo>
                </a:path>
              </a:pathLst>
            </a:custGeom>
            <a:solidFill>
              <a:srgbClr val="000000"/>
            </a:solidFill>
            <a:ln>
              <a:noFill/>
            </a:ln>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103" name="任意多边形 102"/>
            <p:cNvSpPr/>
            <p:nvPr>
              <p:custDataLst>
                <p:tags r:id="rId95"/>
              </p:custDataLst>
            </p:nvPr>
          </p:nvSpPr>
          <p:spPr bwMode="auto">
            <a:xfrm flipH="1">
              <a:off x="2357" y="2583"/>
              <a:ext cx="37" cy="36"/>
            </a:xfrm>
            <a:custGeom>
              <a:avLst/>
              <a:gdLst>
                <a:gd name="T0" fmla="*/ 5 w 10"/>
                <a:gd name="T1" fmla="*/ 0 h 10"/>
                <a:gd name="T2" fmla="*/ 0 w 10"/>
                <a:gd name="T3" fmla="*/ 5 h 10"/>
                <a:gd name="T4" fmla="*/ 5 w 10"/>
                <a:gd name="T5" fmla="*/ 10 h 10"/>
                <a:gd name="T6" fmla="*/ 5 w 10"/>
                <a:gd name="T7" fmla="*/ 10 h 10"/>
                <a:gd name="T8" fmla="*/ 10 w 10"/>
                <a:gd name="T9" fmla="*/ 5 h 10"/>
                <a:gd name="T10" fmla="*/ 5 w 10"/>
                <a:gd name="T11" fmla="*/ 0 h 10"/>
                <a:gd name="T12" fmla="*/ 5 w 10"/>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0" h="10">
                  <a:moveTo>
                    <a:pt x="5" y="0"/>
                  </a:moveTo>
                  <a:cubicBezTo>
                    <a:pt x="2" y="0"/>
                    <a:pt x="0" y="2"/>
                    <a:pt x="0" y="5"/>
                  </a:cubicBezTo>
                  <a:cubicBezTo>
                    <a:pt x="0" y="7"/>
                    <a:pt x="2" y="10"/>
                    <a:pt x="5" y="10"/>
                  </a:cubicBezTo>
                  <a:cubicBezTo>
                    <a:pt x="5" y="10"/>
                    <a:pt x="5" y="10"/>
                    <a:pt x="5" y="10"/>
                  </a:cubicBezTo>
                  <a:cubicBezTo>
                    <a:pt x="8" y="10"/>
                    <a:pt x="10" y="8"/>
                    <a:pt x="10" y="5"/>
                  </a:cubicBezTo>
                  <a:cubicBezTo>
                    <a:pt x="10" y="2"/>
                    <a:pt x="8" y="0"/>
                    <a:pt x="5" y="0"/>
                  </a:cubicBezTo>
                  <a:cubicBezTo>
                    <a:pt x="5" y="0"/>
                    <a:pt x="5" y="0"/>
                    <a:pt x="5" y="0"/>
                  </a:cubicBezTo>
                </a:path>
              </a:pathLst>
            </a:custGeom>
            <a:solidFill>
              <a:sysClr val="window" lastClr="FFFFFF"/>
            </a:solidFill>
            <a:ln>
              <a:noFill/>
            </a:ln>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100" name="任意多边形 99"/>
            <p:cNvSpPr/>
            <p:nvPr>
              <p:custDataLst>
                <p:tags r:id="rId96"/>
              </p:custDataLst>
            </p:nvPr>
          </p:nvSpPr>
          <p:spPr bwMode="auto">
            <a:xfrm flipH="1">
              <a:off x="2577" y="2513"/>
              <a:ext cx="99" cy="99"/>
            </a:xfrm>
            <a:custGeom>
              <a:avLst/>
              <a:gdLst>
                <a:gd name="T0" fmla="*/ 27 w 27"/>
                <a:gd name="T1" fmla="*/ 13 h 27"/>
                <a:gd name="T2" fmla="*/ 14 w 27"/>
                <a:gd name="T3" fmla="*/ 0 h 27"/>
                <a:gd name="T4" fmla="*/ 0 w 27"/>
                <a:gd name="T5" fmla="*/ 13 h 27"/>
                <a:gd name="T6" fmla="*/ 13 w 27"/>
                <a:gd name="T7" fmla="*/ 27 h 27"/>
                <a:gd name="T8" fmla="*/ 27 w 27"/>
                <a:gd name="T9" fmla="*/ 13 h 27"/>
              </a:gdLst>
              <a:ahLst/>
              <a:cxnLst>
                <a:cxn ang="0">
                  <a:pos x="T0" y="T1"/>
                </a:cxn>
                <a:cxn ang="0">
                  <a:pos x="T2" y="T3"/>
                </a:cxn>
                <a:cxn ang="0">
                  <a:pos x="T4" y="T5"/>
                </a:cxn>
                <a:cxn ang="0">
                  <a:pos x="T6" y="T7"/>
                </a:cxn>
                <a:cxn ang="0">
                  <a:pos x="T8" y="T9"/>
                </a:cxn>
              </a:cxnLst>
              <a:rect l="0" t="0" r="r" b="b"/>
              <a:pathLst>
                <a:path w="27" h="27">
                  <a:moveTo>
                    <a:pt x="27" y="13"/>
                  </a:moveTo>
                  <a:cubicBezTo>
                    <a:pt x="27" y="6"/>
                    <a:pt x="21" y="0"/>
                    <a:pt x="14" y="0"/>
                  </a:cubicBezTo>
                  <a:cubicBezTo>
                    <a:pt x="6" y="0"/>
                    <a:pt x="0" y="6"/>
                    <a:pt x="0" y="13"/>
                  </a:cubicBezTo>
                  <a:cubicBezTo>
                    <a:pt x="0" y="20"/>
                    <a:pt x="6" y="26"/>
                    <a:pt x="13" y="27"/>
                  </a:cubicBezTo>
                  <a:cubicBezTo>
                    <a:pt x="21" y="27"/>
                    <a:pt x="27" y="21"/>
                    <a:pt x="27" y="13"/>
                  </a:cubicBezTo>
                </a:path>
              </a:pathLst>
            </a:custGeom>
            <a:solidFill>
              <a:srgbClr val="000000"/>
            </a:solidFill>
            <a:ln>
              <a:noFill/>
            </a:ln>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101" name="任意多边形 100"/>
            <p:cNvSpPr/>
            <p:nvPr>
              <p:custDataLst>
                <p:tags r:id="rId97"/>
              </p:custDataLst>
            </p:nvPr>
          </p:nvSpPr>
          <p:spPr bwMode="auto">
            <a:xfrm flipH="1">
              <a:off x="2625" y="2529"/>
              <a:ext cx="37" cy="36"/>
            </a:xfrm>
            <a:custGeom>
              <a:avLst/>
              <a:gdLst>
                <a:gd name="T0" fmla="*/ 5 w 10"/>
                <a:gd name="T1" fmla="*/ 0 h 10"/>
                <a:gd name="T2" fmla="*/ 0 w 10"/>
                <a:gd name="T3" fmla="*/ 5 h 10"/>
                <a:gd name="T4" fmla="*/ 5 w 10"/>
                <a:gd name="T5" fmla="*/ 10 h 10"/>
                <a:gd name="T6" fmla="*/ 5 w 10"/>
                <a:gd name="T7" fmla="*/ 10 h 10"/>
                <a:gd name="T8" fmla="*/ 10 w 10"/>
                <a:gd name="T9" fmla="*/ 5 h 10"/>
                <a:gd name="T10" fmla="*/ 5 w 10"/>
                <a:gd name="T11" fmla="*/ 0 h 10"/>
                <a:gd name="T12" fmla="*/ 5 w 10"/>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0" h="10">
                  <a:moveTo>
                    <a:pt x="5" y="0"/>
                  </a:moveTo>
                  <a:cubicBezTo>
                    <a:pt x="2" y="0"/>
                    <a:pt x="0" y="2"/>
                    <a:pt x="0" y="5"/>
                  </a:cubicBezTo>
                  <a:cubicBezTo>
                    <a:pt x="0" y="8"/>
                    <a:pt x="2" y="10"/>
                    <a:pt x="5" y="10"/>
                  </a:cubicBezTo>
                  <a:cubicBezTo>
                    <a:pt x="5" y="10"/>
                    <a:pt x="5" y="10"/>
                    <a:pt x="5" y="10"/>
                  </a:cubicBezTo>
                  <a:cubicBezTo>
                    <a:pt x="8" y="10"/>
                    <a:pt x="10" y="8"/>
                    <a:pt x="10" y="5"/>
                  </a:cubicBezTo>
                  <a:cubicBezTo>
                    <a:pt x="10" y="2"/>
                    <a:pt x="8" y="0"/>
                    <a:pt x="5" y="0"/>
                  </a:cubicBezTo>
                  <a:cubicBezTo>
                    <a:pt x="5" y="0"/>
                    <a:pt x="5" y="0"/>
                    <a:pt x="5" y="0"/>
                  </a:cubicBezTo>
                </a:path>
              </a:pathLst>
            </a:custGeom>
            <a:solidFill>
              <a:sysClr val="window" lastClr="FFFFFF"/>
            </a:solidFill>
            <a:ln>
              <a:noFill/>
            </a:ln>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97" name="任意多边形 96"/>
            <p:cNvSpPr/>
            <p:nvPr>
              <p:custDataLst>
                <p:tags r:id="rId98"/>
              </p:custDataLst>
            </p:nvPr>
          </p:nvSpPr>
          <p:spPr bwMode="auto">
            <a:xfrm rot="19803807">
              <a:off x="1817" y="2253"/>
              <a:ext cx="888" cy="432"/>
            </a:xfrm>
            <a:custGeom>
              <a:avLst/>
              <a:gdLst/>
              <a:ahLst/>
              <a:cxnLst/>
              <a:rect l="0" t="0" r="r" b="b"/>
              <a:pathLst>
                <a:path w="21339" h="19952">
                  <a:moveTo>
                    <a:pt x="16213" y="4995"/>
                  </a:moveTo>
                  <a:cubicBezTo>
                    <a:pt x="14681" y="6345"/>
                    <a:pt x="9351" y="13230"/>
                    <a:pt x="7153" y="13365"/>
                  </a:cubicBezTo>
                  <a:cubicBezTo>
                    <a:pt x="4954" y="13500"/>
                    <a:pt x="7553" y="12555"/>
                    <a:pt x="8152" y="11205"/>
                  </a:cubicBezTo>
                  <a:cubicBezTo>
                    <a:pt x="8752" y="9855"/>
                    <a:pt x="3955" y="14310"/>
                    <a:pt x="2822" y="14445"/>
                  </a:cubicBezTo>
                  <a:cubicBezTo>
                    <a:pt x="1689" y="14580"/>
                    <a:pt x="2822" y="14175"/>
                    <a:pt x="3355" y="12689"/>
                  </a:cubicBezTo>
                  <a:cubicBezTo>
                    <a:pt x="3888" y="11204"/>
                    <a:pt x="1423" y="13499"/>
                    <a:pt x="1822" y="17549"/>
                  </a:cubicBezTo>
                  <a:cubicBezTo>
                    <a:pt x="2222" y="21600"/>
                    <a:pt x="173" y="20083"/>
                    <a:pt x="40" y="16304"/>
                  </a:cubicBezTo>
                  <a:cubicBezTo>
                    <a:pt x="-93" y="12524"/>
                    <a:pt x="90" y="11880"/>
                    <a:pt x="823" y="8370"/>
                  </a:cubicBezTo>
                  <a:cubicBezTo>
                    <a:pt x="1556" y="4860"/>
                    <a:pt x="11216" y="0"/>
                    <a:pt x="14281" y="0"/>
                  </a:cubicBezTo>
                  <a:cubicBezTo>
                    <a:pt x="17346" y="0"/>
                    <a:pt x="19878" y="6210"/>
                    <a:pt x="20611" y="8910"/>
                  </a:cubicBezTo>
                  <a:cubicBezTo>
                    <a:pt x="21344" y="11610"/>
                    <a:pt x="21507" y="14536"/>
                    <a:pt x="21174" y="16965"/>
                  </a:cubicBezTo>
                  <a:cubicBezTo>
                    <a:pt x="20840" y="19395"/>
                    <a:pt x="19811" y="20520"/>
                    <a:pt x="19811" y="17415"/>
                  </a:cubicBezTo>
                  <a:cubicBezTo>
                    <a:pt x="19811" y="14310"/>
                    <a:pt x="17346" y="10665"/>
                    <a:pt x="16213" y="4995"/>
                  </a:cubicBezTo>
                  <a:close/>
                  <a:moveTo>
                    <a:pt x="16213" y="4995"/>
                  </a:moveTo>
                </a:path>
              </a:pathLst>
            </a:custGeom>
            <a:solidFill>
              <a:srgbClr val="755243"/>
            </a:solidFill>
            <a:ln>
              <a:noFill/>
            </a:ln>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98" name="任意多边形 97"/>
            <p:cNvSpPr/>
            <p:nvPr>
              <p:custDataLst>
                <p:tags r:id="rId99"/>
              </p:custDataLst>
            </p:nvPr>
          </p:nvSpPr>
          <p:spPr bwMode="auto">
            <a:xfrm rot="19571347">
              <a:off x="1612" y="2008"/>
              <a:ext cx="1046" cy="686"/>
            </a:xfrm>
            <a:custGeom>
              <a:avLst/>
              <a:gdLst>
                <a:gd name="connsiteX0" fmla="*/ 0 w 22447"/>
                <a:gd name="connsiteY0" fmla="*/ 17132 h 17132"/>
                <a:gd name="connsiteX1" fmla="*/ 16889 w 22447"/>
                <a:gd name="connsiteY1" fmla="*/ 4809 h 17132"/>
                <a:gd name="connsiteX2" fmla="*/ 22447 w 22447"/>
                <a:gd name="connsiteY2" fmla="*/ 11000 h 17132"/>
                <a:gd name="connsiteX3" fmla="*/ 16508 w 22447"/>
                <a:gd name="connsiteY3" fmla="*/ 9542 h 17132"/>
                <a:gd name="connsiteX4" fmla="*/ 10875 w 22447"/>
                <a:gd name="connsiteY4" fmla="*/ 12007 h 17132"/>
                <a:gd name="connsiteX5" fmla="*/ 0 w 22447"/>
                <a:gd name="connsiteY5" fmla="*/ 17132 h 17132"/>
                <a:gd name="connsiteX6" fmla="*/ 0 w 22447"/>
                <a:gd name="connsiteY6" fmla="*/ 17132 h 17132"/>
                <a:gd name="connsiteX0-1" fmla="*/ 0 w 20118"/>
                <a:gd name="connsiteY0-2" fmla="*/ 17132 h 17132"/>
                <a:gd name="connsiteX1-3" fmla="*/ 16889 w 20118"/>
                <a:gd name="connsiteY1-4" fmla="*/ 4809 h 17132"/>
                <a:gd name="connsiteX2-5" fmla="*/ 19998 w 20118"/>
                <a:gd name="connsiteY2-6" fmla="*/ 16337 h 17132"/>
                <a:gd name="connsiteX3-7" fmla="*/ 16508 w 20118"/>
                <a:gd name="connsiteY3-8" fmla="*/ 9542 h 17132"/>
                <a:gd name="connsiteX4-9" fmla="*/ 10875 w 20118"/>
                <a:gd name="connsiteY4-10" fmla="*/ 12007 h 17132"/>
                <a:gd name="connsiteX5-11" fmla="*/ 0 w 20118"/>
                <a:gd name="connsiteY5-12" fmla="*/ 17132 h 17132"/>
                <a:gd name="connsiteX6-13" fmla="*/ 0 w 20118"/>
                <a:gd name="connsiteY6-14" fmla="*/ 17132 h 1713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20118" h="17132">
                  <a:moveTo>
                    <a:pt x="0" y="17132"/>
                  </a:moveTo>
                  <a:cubicBezTo>
                    <a:pt x="1001" y="-763"/>
                    <a:pt x="13216" y="-4221"/>
                    <a:pt x="16889" y="4809"/>
                  </a:cubicBezTo>
                  <a:cubicBezTo>
                    <a:pt x="21291" y="6500"/>
                    <a:pt x="19870" y="14748"/>
                    <a:pt x="19998" y="16337"/>
                  </a:cubicBezTo>
                  <a:cubicBezTo>
                    <a:pt x="19931" y="16103"/>
                    <a:pt x="17377" y="11337"/>
                    <a:pt x="16508" y="9542"/>
                  </a:cubicBezTo>
                  <a:lnTo>
                    <a:pt x="10875" y="12007"/>
                  </a:lnTo>
                  <a:cubicBezTo>
                    <a:pt x="10875" y="12008"/>
                    <a:pt x="4427" y="14786"/>
                    <a:pt x="0" y="17132"/>
                  </a:cubicBezTo>
                  <a:close/>
                  <a:moveTo>
                    <a:pt x="0" y="17132"/>
                  </a:moveTo>
                </a:path>
              </a:pathLst>
            </a:custGeom>
            <a:solidFill>
              <a:srgbClr val="755243"/>
            </a:solidFill>
            <a:ln>
              <a:noFill/>
            </a:ln>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99" name="任意多边形 98"/>
            <p:cNvSpPr/>
            <p:nvPr>
              <p:custDataLst>
                <p:tags r:id="rId100"/>
              </p:custDataLst>
            </p:nvPr>
          </p:nvSpPr>
          <p:spPr bwMode="auto">
            <a:xfrm>
              <a:off x="1825" y="2814"/>
              <a:ext cx="276" cy="288"/>
            </a:xfrm>
            <a:custGeom>
              <a:avLst/>
              <a:gdLst>
                <a:gd name="T0" fmla="*/ 172 w 230"/>
                <a:gd name="T1" fmla="*/ 50 h 240"/>
                <a:gd name="T2" fmla="*/ 172 w 230"/>
                <a:gd name="T3" fmla="*/ 50 h 240"/>
                <a:gd name="T4" fmla="*/ 160 w 230"/>
                <a:gd name="T5" fmla="*/ 38 h 240"/>
                <a:gd name="T6" fmla="*/ 144 w 230"/>
                <a:gd name="T7" fmla="*/ 28 h 240"/>
                <a:gd name="T8" fmla="*/ 126 w 230"/>
                <a:gd name="T9" fmla="*/ 16 h 240"/>
                <a:gd name="T10" fmla="*/ 102 w 230"/>
                <a:gd name="T11" fmla="*/ 6 h 240"/>
                <a:gd name="T12" fmla="*/ 90 w 230"/>
                <a:gd name="T13" fmla="*/ 4 h 240"/>
                <a:gd name="T14" fmla="*/ 78 w 230"/>
                <a:gd name="T15" fmla="*/ 2 h 240"/>
                <a:gd name="T16" fmla="*/ 66 w 230"/>
                <a:gd name="T17" fmla="*/ 0 h 240"/>
                <a:gd name="T18" fmla="*/ 52 w 230"/>
                <a:gd name="T19" fmla="*/ 2 h 240"/>
                <a:gd name="T20" fmla="*/ 38 w 230"/>
                <a:gd name="T21" fmla="*/ 6 h 240"/>
                <a:gd name="T22" fmla="*/ 26 w 230"/>
                <a:gd name="T23" fmla="*/ 12 h 240"/>
                <a:gd name="T24" fmla="*/ 26 w 230"/>
                <a:gd name="T25" fmla="*/ 12 h 240"/>
                <a:gd name="T26" fmla="*/ 18 w 230"/>
                <a:gd name="T27" fmla="*/ 18 h 240"/>
                <a:gd name="T28" fmla="*/ 14 w 230"/>
                <a:gd name="T29" fmla="*/ 24 h 240"/>
                <a:gd name="T30" fmla="*/ 10 w 230"/>
                <a:gd name="T31" fmla="*/ 30 h 240"/>
                <a:gd name="T32" fmla="*/ 6 w 230"/>
                <a:gd name="T33" fmla="*/ 38 h 240"/>
                <a:gd name="T34" fmla="*/ 2 w 230"/>
                <a:gd name="T35" fmla="*/ 56 h 240"/>
                <a:gd name="T36" fmla="*/ 0 w 230"/>
                <a:gd name="T37" fmla="*/ 76 h 240"/>
                <a:gd name="T38" fmla="*/ 4 w 230"/>
                <a:gd name="T39" fmla="*/ 98 h 240"/>
                <a:gd name="T40" fmla="*/ 10 w 230"/>
                <a:gd name="T41" fmla="*/ 122 h 240"/>
                <a:gd name="T42" fmla="*/ 18 w 230"/>
                <a:gd name="T43" fmla="*/ 144 h 240"/>
                <a:gd name="T44" fmla="*/ 30 w 230"/>
                <a:gd name="T45" fmla="*/ 166 h 240"/>
                <a:gd name="T46" fmla="*/ 44 w 230"/>
                <a:gd name="T47" fmla="*/ 188 h 240"/>
                <a:gd name="T48" fmla="*/ 60 w 230"/>
                <a:gd name="T49" fmla="*/ 206 h 240"/>
                <a:gd name="T50" fmla="*/ 80 w 230"/>
                <a:gd name="T51" fmla="*/ 222 h 240"/>
                <a:gd name="T52" fmla="*/ 90 w 230"/>
                <a:gd name="T53" fmla="*/ 228 h 240"/>
                <a:gd name="T54" fmla="*/ 100 w 230"/>
                <a:gd name="T55" fmla="*/ 234 h 240"/>
                <a:gd name="T56" fmla="*/ 112 w 230"/>
                <a:gd name="T57" fmla="*/ 236 h 240"/>
                <a:gd name="T58" fmla="*/ 124 w 230"/>
                <a:gd name="T59" fmla="*/ 240 h 240"/>
                <a:gd name="T60" fmla="*/ 136 w 230"/>
                <a:gd name="T61" fmla="*/ 240 h 240"/>
                <a:gd name="T62" fmla="*/ 150 w 230"/>
                <a:gd name="T63" fmla="*/ 240 h 240"/>
                <a:gd name="T64" fmla="*/ 164 w 230"/>
                <a:gd name="T65" fmla="*/ 238 h 240"/>
                <a:gd name="T66" fmla="*/ 178 w 230"/>
                <a:gd name="T67" fmla="*/ 234 h 240"/>
                <a:gd name="T68" fmla="*/ 192 w 230"/>
                <a:gd name="T69" fmla="*/ 228 h 240"/>
                <a:gd name="T70" fmla="*/ 206 w 230"/>
                <a:gd name="T71" fmla="*/ 220 h 240"/>
                <a:gd name="T72" fmla="*/ 206 w 230"/>
                <a:gd name="T73" fmla="*/ 220 h 240"/>
                <a:gd name="T74" fmla="*/ 216 w 230"/>
                <a:gd name="T75" fmla="*/ 212 h 240"/>
                <a:gd name="T76" fmla="*/ 224 w 230"/>
                <a:gd name="T77" fmla="*/ 202 h 240"/>
                <a:gd name="T78" fmla="*/ 228 w 230"/>
                <a:gd name="T79" fmla="*/ 190 h 240"/>
                <a:gd name="T80" fmla="*/ 230 w 230"/>
                <a:gd name="T81" fmla="*/ 178 h 240"/>
                <a:gd name="T82" fmla="*/ 228 w 230"/>
                <a:gd name="T83" fmla="*/ 164 h 240"/>
                <a:gd name="T84" fmla="*/ 224 w 230"/>
                <a:gd name="T85" fmla="*/ 150 h 240"/>
                <a:gd name="T86" fmla="*/ 220 w 230"/>
                <a:gd name="T87" fmla="*/ 134 h 240"/>
                <a:gd name="T88" fmla="*/ 214 w 230"/>
                <a:gd name="T89" fmla="*/ 120 h 240"/>
                <a:gd name="T90" fmla="*/ 200 w 230"/>
                <a:gd name="T91" fmla="*/ 94 h 240"/>
                <a:gd name="T92" fmla="*/ 186 w 230"/>
                <a:gd name="T93" fmla="*/ 70 h 240"/>
                <a:gd name="T94" fmla="*/ 172 w 230"/>
                <a:gd name="T95" fmla="*/ 5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0" h="240">
                  <a:moveTo>
                    <a:pt x="172" y="50"/>
                  </a:moveTo>
                  <a:lnTo>
                    <a:pt x="172" y="50"/>
                  </a:lnTo>
                  <a:lnTo>
                    <a:pt x="160" y="38"/>
                  </a:lnTo>
                  <a:lnTo>
                    <a:pt x="144" y="28"/>
                  </a:lnTo>
                  <a:lnTo>
                    <a:pt x="126" y="16"/>
                  </a:lnTo>
                  <a:lnTo>
                    <a:pt x="102" y="6"/>
                  </a:lnTo>
                  <a:lnTo>
                    <a:pt x="90" y="4"/>
                  </a:lnTo>
                  <a:lnTo>
                    <a:pt x="78" y="2"/>
                  </a:lnTo>
                  <a:lnTo>
                    <a:pt x="66" y="0"/>
                  </a:lnTo>
                  <a:lnTo>
                    <a:pt x="52" y="2"/>
                  </a:lnTo>
                  <a:lnTo>
                    <a:pt x="38" y="6"/>
                  </a:lnTo>
                  <a:lnTo>
                    <a:pt x="26" y="12"/>
                  </a:lnTo>
                  <a:lnTo>
                    <a:pt x="26" y="12"/>
                  </a:lnTo>
                  <a:lnTo>
                    <a:pt x="18" y="18"/>
                  </a:lnTo>
                  <a:lnTo>
                    <a:pt x="14" y="24"/>
                  </a:lnTo>
                  <a:lnTo>
                    <a:pt x="10" y="30"/>
                  </a:lnTo>
                  <a:lnTo>
                    <a:pt x="6" y="38"/>
                  </a:lnTo>
                  <a:lnTo>
                    <a:pt x="2" y="56"/>
                  </a:lnTo>
                  <a:lnTo>
                    <a:pt x="0" y="76"/>
                  </a:lnTo>
                  <a:lnTo>
                    <a:pt x="4" y="98"/>
                  </a:lnTo>
                  <a:lnTo>
                    <a:pt x="10" y="122"/>
                  </a:lnTo>
                  <a:lnTo>
                    <a:pt x="18" y="144"/>
                  </a:lnTo>
                  <a:lnTo>
                    <a:pt x="30" y="166"/>
                  </a:lnTo>
                  <a:lnTo>
                    <a:pt x="44" y="188"/>
                  </a:lnTo>
                  <a:lnTo>
                    <a:pt x="60" y="206"/>
                  </a:lnTo>
                  <a:lnTo>
                    <a:pt x="80" y="222"/>
                  </a:lnTo>
                  <a:lnTo>
                    <a:pt x="90" y="228"/>
                  </a:lnTo>
                  <a:lnTo>
                    <a:pt x="100" y="234"/>
                  </a:lnTo>
                  <a:lnTo>
                    <a:pt x="112" y="236"/>
                  </a:lnTo>
                  <a:lnTo>
                    <a:pt x="124" y="240"/>
                  </a:lnTo>
                  <a:lnTo>
                    <a:pt x="136" y="240"/>
                  </a:lnTo>
                  <a:lnTo>
                    <a:pt x="150" y="240"/>
                  </a:lnTo>
                  <a:lnTo>
                    <a:pt x="164" y="238"/>
                  </a:lnTo>
                  <a:lnTo>
                    <a:pt x="178" y="234"/>
                  </a:lnTo>
                  <a:lnTo>
                    <a:pt x="192" y="228"/>
                  </a:lnTo>
                  <a:lnTo>
                    <a:pt x="206" y="220"/>
                  </a:lnTo>
                  <a:lnTo>
                    <a:pt x="206" y="220"/>
                  </a:lnTo>
                  <a:lnTo>
                    <a:pt x="216" y="212"/>
                  </a:lnTo>
                  <a:lnTo>
                    <a:pt x="224" y="202"/>
                  </a:lnTo>
                  <a:lnTo>
                    <a:pt x="228" y="190"/>
                  </a:lnTo>
                  <a:lnTo>
                    <a:pt x="230" y="178"/>
                  </a:lnTo>
                  <a:lnTo>
                    <a:pt x="228" y="164"/>
                  </a:lnTo>
                  <a:lnTo>
                    <a:pt x="224" y="150"/>
                  </a:lnTo>
                  <a:lnTo>
                    <a:pt x="220" y="134"/>
                  </a:lnTo>
                  <a:lnTo>
                    <a:pt x="214" y="120"/>
                  </a:lnTo>
                  <a:lnTo>
                    <a:pt x="200" y="94"/>
                  </a:lnTo>
                  <a:lnTo>
                    <a:pt x="186" y="70"/>
                  </a:lnTo>
                  <a:lnTo>
                    <a:pt x="172" y="50"/>
                  </a:lnTo>
                  <a:close/>
                </a:path>
              </a:pathLst>
            </a:custGeom>
            <a:solidFill>
              <a:srgbClr val="FED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25" name="任意多边形 24"/>
            <p:cNvSpPr/>
            <p:nvPr>
              <p:custDataLst>
                <p:tags r:id="rId101"/>
              </p:custDataLst>
            </p:nvPr>
          </p:nvSpPr>
          <p:spPr bwMode="auto">
            <a:xfrm>
              <a:off x="1439" y="4557"/>
              <a:ext cx="166" cy="98"/>
            </a:xfrm>
            <a:custGeom>
              <a:avLst/>
              <a:gdLst>
                <a:gd name="T0" fmla="*/ 5 w 83"/>
                <a:gd name="T1" fmla="*/ 20 h 49"/>
                <a:gd name="T2" fmla="*/ 5 w 83"/>
                <a:gd name="T3" fmla="*/ 20 h 49"/>
                <a:gd name="T4" fmla="*/ 36 w 83"/>
                <a:gd name="T5" fmla="*/ 37 h 49"/>
                <a:gd name="T6" fmla="*/ 53 w 83"/>
                <a:gd name="T7" fmla="*/ 44 h 49"/>
                <a:gd name="T8" fmla="*/ 70 w 83"/>
                <a:gd name="T9" fmla="*/ 49 h 49"/>
                <a:gd name="T10" fmla="*/ 70 w 83"/>
                <a:gd name="T11" fmla="*/ 49 h 49"/>
                <a:gd name="T12" fmla="*/ 74 w 83"/>
                <a:gd name="T13" fmla="*/ 49 h 49"/>
                <a:gd name="T14" fmla="*/ 78 w 83"/>
                <a:gd name="T15" fmla="*/ 48 h 49"/>
                <a:gd name="T16" fmla="*/ 81 w 83"/>
                <a:gd name="T17" fmla="*/ 45 h 49"/>
                <a:gd name="T18" fmla="*/ 83 w 83"/>
                <a:gd name="T19" fmla="*/ 42 h 49"/>
                <a:gd name="T20" fmla="*/ 83 w 83"/>
                <a:gd name="T21" fmla="*/ 38 h 49"/>
                <a:gd name="T22" fmla="*/ 83 w 83"/>
                <a:gd name="T23" fmla="*/ 34 h 49"/>
                <a:gd name="T24" fmla="*/ 80 w 83"/>
                <a:gd name="T25" fmla="*/ 31 h 49"/>
                <a:gd name="T26" fmla="*/ 76 w 83"/>
                <a:gd name="T27" fmla="*/ 30 h 49"/>
                <a:gd name="T28" fmla="*/ 76 w 83"/>
                <a:gd name="T29" fmla="*/ 30 h 49"/>
                <a:gd name="T30" fmla="*/ 60 w 83"/>
                <a:gd name="T31" fmla="*/ 24 h 49"/>
                <a:gd name="T32" fmla="*/ 44 w 83"/>
                <a:gd name="T33" fmla="*/ 17 h 49"/>
                <a:gd name="T34" fmla="*/ 16 w 83"/>
                <a:gd name="T35" fmla="*/ 1 h 49"/>
                <a:gd name="T36" fmla="*/ 16 w 83"/>
                <a:gd name="T37" fmla="*/ 1 h 49"/>
                <a:gd name="T38" fmla="*/ 12 w 83"/>
                <a:gd name="T39" fmla="*/ 0 h 49"/>
                <a:gd name="T40" fmla="*/ 8 w 83"/>
                <a:gd name="T41" fmla="*/ 1 h 49"/>
                <a:gd name="T42" fmla="*/ 3 w 83"/>
                <a:gd name="T43" fmla="*/ 3 h 49"/>
                <a:gd name="T44" fmla="*/ 2 w 83"/>
                <a:gd name="T45" fmla="*/ 5 h 49"/>
                <a:gd name="T46" fmla="*/ 0 w 83"/>
                <a:gd name="T47" fmla="*/ 10 h 49"/>
                <a:gd name="T48" fmla="*/ 0 w 83"/>
                <a:gd name="T49" fmla="*/ 14 h 49"/>
                <a:gd name="T50" fmla="*/ 2 w 83"/>
                <a:gd name="T51" fmla="*/ 17 h 49"/>
                <a:gd name="T52" fmla="*/ 5 w 83"/>
                <a:gd name="T53" fmla="*/ 2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3" h="49">
                  <a:moveTo>
                    <a:pt x="5" y="20"/>
                  </a:moveTo>
                  <a:lnTo>
                    <a:pt x="5" y="20"/>
                  </a:lnTo>
                  <a:lnTo>
                    <a:pt x="36" y="37"/>
                  </a:lnTo>
                  <a:lnTo>
                    <a:pt x="53" y="44"/>
                  </a:lnTo>
                  <a:lnTo>
                    <a:pt x="70" y="49"/>
                  </a:lnTo>
                  <a:lnTo>
                    <a:pt x="70" y="49"/>
                  </a:lnTo>
                  <a:lnTo>
                    <a:pt x="74" y="49"/>
                  </a:lnTo>
                  <a:lnTo>
                    <a:pt x="78" y="48"/>
                  </a:lnTo>
                  <a:lnTo>
                    <a:pt x="81" y="45"/>
                  </a:lnTo>
                  <a:lnTo>
                    <a:pt x="83" y="42"/>
                  </a:lnTo>
                  <a:lnTo>
                    <a:pt x="83" y="38"/>
                  </a:lnTo>
                  <a:lnTo>
                    <a:pt x="83" y="34"/>
                  </a:lnTo>
                  <a:lnTo>
                    <a:pt x="80" y="31"/>
                  </a:lnTo>
                  <a:lnTo>
                    <a:pt x="76" y="30"/>
                  </a:lnTo>
                  <a:lnTo>
                    <a:pt x="76" y="30"/>
                  </a:lnTo>
                  <a:lnTo>
                    <a:pt x="60" y="24"/>
                  </a:lnTo>
                  <a:lnTo>
                    <a:pt x="44" y="17"/>
                  </a:lnTo>
                  <a:lnTo>
                    <a:pt x="16" y="1"/>
                  </a:lnTo>
                  <a:lnTo>
                    <a:pt x="16" y="1"/>
                  </a:lnTo>
                  <a:lnTo>
                    <a:pt x="12" y="0"/>
                  </a:lnTo>
                  <a:lnTo>
                    <a:pt x="8" y="1"/>
                  </a:lnTo>
                  <a:lnTo>
                    <a:pt x="3" y="3"/>
                  </a:lnTo>
                  <a:lnTo>
                    <a:pt x="2" y="5"/>
                  </a:lnTo>
                  <a:lnTo>
                    <a:pt x="0" y="10"/>
                  </a:lnTo>
                  <a:lnTo>
                    <a:pt x="0" y="14"/>
                  </a:lnTo>
                  <a:lnTo>
                    <a:pt x="2" y="17"/>
                  </a:lnTo>
                  <a:lnTo>
                    <a:pt x="5" y="20"/>
                  </a:lnTo>
                  <a:close/>
                </a:path>
              </a:pathLst>
            </a:custGeom>
            <a:solidFill>
              <a:srgbClr val="2B5E6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26" name="任意多边形 25"/>
            <p:cNvSpPr/>
            <p:nvPr>
              <p:custDataLst>
                <p:tags r:id="rId102"/>
              </p:custDataLst>
            </p:nvPr>
          </p:nvSpPr>
          <p:spPr bwMode="auto">
            <a:xfrm>
              <a:off x="1417" y="4652"/>
              <a:ext cx="130" cy="70"/>
            </a:xfrm>
            <a:custGeom>
              <a:avLst/>
              <a:gdLst>
                <a:gd name="T0" fmla="*/ 4 w 65"/>
                <a:gd name="T1" fmla="*/ 20 h 35"/>
                <a:gd name="T2" fmla="*/ 4 w 65"/>
                <a:gd name="T3" fmla="*/ 20 h 35"/>
                <a:gd name="T4" fmla="*/ 16 w 65"/>
                <a:gd name="T5" fmla="*/ 25 h 35"/>
                <a:gd name="T6" fmla="*/ 28 w 65"/>
                <a:gd name="T7" fmla="*/ 30 h 35"/>
                <a:gd name="T8" fmla="*/ 53 w 65"/>
                <a:gd name="T9" fmla="*/ 35 h 35"/>
                <a:gd name="T10" fmla="*/ 53 w 65"/>
                <a:gd name="T11" fmla="*/ 35 h 35"/>
                <a:gd name="T12" fmla="*/ 57 w 65"/>
                <a:gd name="T13" fmla="*/ 35 h 35"/>
                <a:gd name="T14" fmla="*/ 61 w 65"/>
                <a:gd name="T15" fmla="*/ 34 h 35"/>
                <a:gd name="T16" fmla="*/ 64 w 65"/>
                <a:gd name="T17" fmla="*/ 31 h 35"/>
                <a:gd name="T18" fmla="*/ 65 w 65"/>
                <a:gd name="T19" fmla="*/ 27 h 35"/>
                <a:gd name="T20" fmla="*/ 65 w 65"/>
                <a:gd name="T21" fmla="*/ 24 h 35"/>
                <a:gd name="T22" fmla="*/ 65 w 65"/>
                <a:gd name="T23" fmla="*/ 20 h 35"/>
                <a:gd name="T24" fmla="*/ 62 w 65"/>
                <a:gd name="T25" fmla="*/ 17 h 35"/>
                <a:gd name="T26" fmla="*/ 58 w 65"/>
                <a:gd name="T27" fmla="*/ 16 h 35"/>
                <a:gd name="T28" fmla="*/ 58 w 65"/>
                <a:gd name="T29" fmla="*/ 16 h 35"/>
                <a:gd name="T30" fmla="*/ 36 w 65"/>
                <a:gd name="T31" fmla="*/ 10 h 35"/>
                <a:gd name="T32" fmla="*/ 26 w 65"/>
                <a:gd name="T33" fmla="*/ 7 h 35"/>
                <a:gd name="T34" fmla="*/ 16 w 65"/>
                <a:gd name="T35" fmla="*/ 1 h 35"/>
                <a:gd name="T36" fmla="*/ 16 w 65"/>
                <a:gd name="T37" fmla="*/ 1 h 35"/>
                <a:gd name="T38" fmla="*/ 11 w 65"/>
                <a:gd name="T39" fmla="*/ 0 h 35"/>
                <a:gd name="T40" fmla="*/ 7 w 65"/>
                <a:gd name="T41" fmla="*/ 1 h 35"/>
                <a:gd name="T42" fmla="*/ 3 w 65"/>
                <a:gd name="T43" fmla="*/ 3 h 35"/>
                <a:gd name="T44" fmla="*/ 2 w 65"/>
                <a:gd name="T45" fmla="*/ 6 h 35"/>
                <a:gd name="T46" fmla="*/ 0 w 65"/>
                <a:gd name="T47" fmla="*/ 10 h 35"/>
                <a:gd name="T48" fmla="*/ 0 w 65"/>
                <a:gd name="T49" fmla="*/ 14 h 35"/>
                <a:gd name="T50" fmla="*/ 2 w 65"/>
                <a:gd name="T51" fmla="*/ 17 h 35"/>
                <a:gd name="T52" fmla="*/ 4 w 65"/>
                <a:gd name="T53" fmla="*/ 2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 h="35">
                  <a:moveTo>
                    <a:pt x="4" y="20"/>
                  </a:moveTo>
                  <a:lnTo>
                    <a:pt x="4" y="20"/>
                  </a:lnTo>
                  <a:lnTo>
                    <a:pt x="16" y="25"/>
                  </a:lnTo>
                  <a:lnTo>
                    <a:pt x="28" y="30"/>
                  </a:lnTo>
                  <a:lnTo>
                    <a:pt x="53" y="35"/>
                  </a:lnTo>
                  <a:lnTo>
                    <a:pt x="53" y="35"/>
                  </a:lnTo>
                  <a:lnTo>
                    <a:pt x="57" y="35"/>
                  </a:lnTo>
                  <a:lnTo>
                    <a:pt x="61" y="34"/>
                  </a:lnTo>
                  <a:lnTo>
                    <a:pt x="64" y="31"/>
                  </a:lnTo>
                  <a:lnTo>
                    <a:pt x="65" y="27"/>
                  </a:lnTo>
                  <a:lnTo>
                    <a:pt x="65" y="24"/>
                  </a:lnTo>
                  <a:lnTo>
                    <a:pt x="65" y="20"/>
                  </a:lnTo>
                  <a:lnTo>
                    <a:pt x="62" y="17"/>
                  </a:lnTo>
                  <a:lnTo>
                    <a:pt x="58" y="16"/>
                  </a:lnTo>
                  <a:lnTo>
                    <a:pt x="58" y="16"/>
                  </a:lnTo>
                  <a:lnTo>
                    <a:pt x="36" y="10"/>
                  </a:lnTo>
                  <a:lnTo>
                    <a:pt x="26" y="7"/>
                  </a:lnTo>
                  <a:lnTo>
                    <a:pt x="16" y="1"/>
                  </a:lnTo>
                  <a:lnTo>
                    <a:pt x="16" y="1"/>
                  </a:lnTo>
                  <a:lnTo>
                    <a:pt x="11" y="0"/>
                  </a:lnTo>
                  <a:lnTo>
                    <a:pt x="7" y="1"/>
                  </a:lnTo>
                  <a:lnTo>
                    <a:pt x="3" y="3"/>
                  </a:lnTo>
                  <a:lnTo>
                    <a:pt x="2" y="6"/>
                  </a:lnTo>
                  <a:lnTo>
                    <a:pt x="0" y="10"/>
                  </a:lnTo>
                  <a:lnTo>
                    <a:pt x="0" y="14"/>
                  </a:lnTo>
                  <a:lnTo>
                    <a:pt x="2" y="17"/>
                  </a:lnTo>
                  <a:lnTo>
                    <a:pt x="4" y="20"/>
                  </a:lnTo>
                  <a:close/>
                </a:path>
              </a:pathLst>
            </a:custGeom>
            <a:solidFill>
              <a:srgbClr val="2B5E6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23" name="任意多边形 22"/>
            <p:cNvSpPr/>
            <p:nvPr>
              <p:custDataLst>
                <p:tags r:id="rId103"/>
              </p:custDataLst>
            </p:nvPr>
          </p:nvSpPr>
          <p:spPr bwMode="auto">
            <a:xfrm>
              <a:off x="5842" y="2112"/>
              <a:ext cx="72" cy="184"/>
            </a:xfrm>
            <a:custGeom>
              <a:avLst/>
              <a:gdLst>
                <a:gd name="T0" fmla="*/ 2 w 36"/>
                <a:gd name="T1" fmla="*/ 17 h 92"/>
                <a:gd name="T2" fmla="*/ 2 w 36"/>
                <a:gd name="T3" fmla="*/ 17 h 92"/>
                <a:gd name="T4" fmla="*/ 8 w 36"/>
                <a:gd name="T5" fmla="*/ 33 h 92"/>
                <a:gd name="T6" fmla="*/ 12 w 36"/>
                <a:gd name="T7" fmla="*/ 48 h 92"/>
                <a:gd name="T8" fmla="*/ 13 w 36"/>
                <a:gd name="T9" fmla="*/ 65 h 92"/>
                <a:gd name="T10" fmla="*/ 15 w 36"/>
                <a:gd name="T11" fmla="*/ 82 h 92"/>
                <a:gd name="T12" fmla="*/ 15 w 36"/>
                <a:gd name="T13" fmla="*/ 82 h 92"/>
                <a:gd name="T14" fmla="*/ 15 w 36"/>
                <a:gd name="T15" fmla="*/ 86 h 92"/>
                <a:gd name="T16" fmla="*/ 17 w 36"/>
                <a:gd name="T17" fmla="*/ 89 h 92"/>
                <a:gd name="T18" fmla="*/ 20 w 36"/>
                <a:gd name="T19" fmla="*/ 92 h 92"/>
                <a:gd name="T20" fmla="*/ 25 w 36"/>
                <a:gd name="T21" fmla="*/ 92 h 92"/>
                <a:gd name="T22" fmla="*/ 29 w 36"/>
                <a:gd name="T23" fmla="*/ 92 h 92"/>
                <a:gd name="T24" fmla="*/ 32 w 36"/>
                <a:gd name="T25" fmla="*/ 89 h 92"/>
                <a:gd name="T26" fmla="*/ 34 w 36"/>
                <a:gd name="T27" fmla="*/ 86 h 92"/>
                <a:gd name="T28" fmla="*/ 36 w 36"/>
                <a:gd name="T29" fmla="*/ 82 h 92"/>
                <a:gd name="T30" fmla="*/ 36 w 36"/>
                <a:gd name="T31" fmla="*/ 82 h 92"/>
                <a:gd name="T32" fmla="*/ 34 w 36"/>
                <a:gd name="T33" fmla="*/ 62 h 92"/>
                <a:gd name="T34" fmla="*/ 32 w 36"/>
                <a:gd name="T35" fmla="*/ 43 h 92"/>
                <a:gd name="T36" fmla="*/ 27 w 36"/>
                <a:gd name="T37" fmla="*/ 24 h 92"/>
                <a:gd name="T38" fmla="*/ 23 w 36"/>
                <a:gd name="T39" fmla="*/ 14 h 92"/>
                <a:gd name="T40" fmla="*/ 19 w 36"/>
                <a:gd name="T41" fmla="*/ 6 h 92"/>
                <a:gd name="T42" fmla="*/ 19 w 36"/>
                <a:gd name="T43" fmla="*/ 6 h 92"/>
                <a:gd name="T44" fmla="*/ 16 w 36"/>
                <a:gd name="T45" fmla="*/ 3 h 92"/>
                <a:gd name="T46" fmla="*/ 13 w 36"/>
                <a:gd name="T47" fmla="*/ 0 h 92"/>
                <a:gd name="T48" fmla="*/ 9 w 36"/>
                <a:gd name="T49" fmla="*/ 0 h 92"/>
                <a:gd name="T50" fmla="*/ 6 w 36"/>
                <a:gd name="T51" fmla="*/ 1 h 92"/>
                <a:gd name="T52" fmla="*/ 2 w 36"/>
                <a:gd name="T53" fmla="*/ 4 h 92"/>
                <a:gd name="T54" fmla="*/ 0 w 36"/>
                <a:gd name="T55" fmla="*/ 8 h 92"/>
                <a:gd name="T56" fmla="*/ 0 w 36"/>
                <a:gd name="T57" fmla="*/ 13 h 92"/>
                <a:gd name="T58" fmla="*/ 2 w 36"/>
                <a:gd name="T59" fmla="*/ 17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6" h="92">
                  <a:moveTo>
                    <a:pt x="2" y="17"/>
                  </a:moveTo>
                  <a:lnTo>
                    <a:pt x="2" y="17"/>
                  </a:lnTo>
                  <a:lnTo>
                    <a:pt x="8" y="33"/>
                  </a:lnTo>
                  <a:lnTo>
                    <a:pt x="12" y="48"/>
                  </a:lnTo>
                  <a:lnTo>
                    <a:pt x="13" y="65"/>
                  </a:lnTo>
                  <a:lnTo>
                    <a:pt x="15" y="82"/>
                  </a:lnTo>
                  <a:lnTo>
                    <a:pt x="15" y="82"/>
                  </a:lnTo>
                  <a:lnTo>
                    <a:pt x="15" y="86"/>
                  </a:lnTo>
                  <a:lnTo>
                    <a:pt x="17" y="89"/>
                  </a:lnTo>
                  <a:lnTo>
                    <a:pt x="20" y="92"/>
                  </a:lnTo>
                  <a:lnTo>
                    <a:pt x="25" y="92"/>
                  </a:lnTo>
                  <a:lnTo>
                    <a:pt x="29" y="92"/>
                  </a:lnTo>
                  <a:lnTo>
                    <a:pt x="32" y="89"/>
                  </a:lnTo>
                  <a:lnTo>
                    <a:pt x="34" y="86"/>
                  </a:lnTo>
                  <a:lnTo>
                    <a:pt x="36" y="82"/>
                  </a:lnTo>
                  <a:lnTo>
                    <a:pt x="36" y="82"/>
                  </a:lnTo>
                  <a:lnTo>
                    <a:pt x="34" y="62"/>
                  </a:lnTo>
                  <a:lnTo>
                    <a:pt x="32" y="43"/>
                  </a:lnTo>
                  <a:lnTo>
                    <a:pt x="27" y="24"/>
                  </a:lnTo>
                  <a:lnTo>
                    <a:pt x="23" y="14"/>
                  </a:lnTo>
                  <a:lnTo>
                    <a:pt x="19" y="6"/>
                  </a:lnTo>
                  <a:lnTo>
                    <a:pt x="19" y="6"/>
                  </a:lnTo>
                  <a:lnTo>
                    <a:pt x="16" y="3"/>
                  </a:lnTo>
                  <a:lnTo>
                    <a:pt x="13" y="0"/>
                  </a:lnTo>
                  <a:lnTo>
                    <a:pt x="9" y="0"/>
                  </a:lnTo>
                  <a:lnTo>
                    <a:pt x="6" y="1"/>
                  </a:lnTo>
                  <a:lnTo>
                    <a:pt x="2" y="4"/>
                  </a:lnTo>
                  <a:lnTo>
                    <a:pt x="0" y="8"/>
                  </a:lnTo>
                  <a:lnTo>
                    <a:pt x="0" y="13"/>
                  </a:lnTo>
                  <a:lnTo>
                    <a:pt x="2" y="17"/>
                  </a:lnTo>
                  <a:close/>
                </a:path>
              </a:pathLst>
            </a:custGeom>
            <a:solidFill>
              <a:srgbClr val="2B5E6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sp>
          <p:nvSpPr>
            <p:cNvPr id="24" name="任意多边形 23"/>
            <p:cNvSpPr/>
            <p:nvPr>
              <p:custDataLst>
                <p:tags r:id="rId104"/>
              </p:custDataLst>
            </p:nvPr>
          </p:nvSpPr>
          <p:spPr bwMode="auto">
            <a:xfrm>
              <a:off x="5936" y="2086"/>
              <a:ext cx="68" cy="170"/>
            </a:xfrm>
            <a:custGeom>
              <a:avLst/>
              <a:gdLst>
                <a:gd name="T0" fmla="*/ 2 w 34"/>
                <a:gd name="T1" fmla="*/ 13 h 85"/>
                <a:gd name="T2" fmla="*/ 2 w 34"/>
                <a:gd name="T3" fmla="*/ 13 h 85"/>
                <a:gd name="T4" fmla="*/ 6 w 34"/>
                <a:gd name="T5" fmla="*/ 29 h 85"/>
                <a:gd name="T6" fmla="*/ 10 w 34"/>
                <a:gd name="T7" fmla="*/ 43 h 85"/>
                <a:gd name="T8" fmla="*/ 12 w 34"/>
                <a:gd name="T9" fmla="*/ 60 h 85"/>
                <a:gd name="T10" fmla="*/ 13 w 34"/>
                <a:gd name="T11" fmla="*/ 75 h 85"/>
                <a:gd name="T12" fmla="*/ 13 w 34"/>
                <a:gd name="T13" fmla="*/ 75 h 85"/>
                <a:gd name="T14" fmla="*/ 13 w 34"/>
                <a:gd name="T15" fmla="*/ 80 h 85"/>
                <a:gd name="T16" fmla="*/ 16 w 34"/>
                <a:gd name="T17" fmla="*/ 82 h 85"/>
                <a:gd name="T18" fmla="*/ 19 w 34"/>
                <a:gd name="T19" fmla="*/ 85 h 85"/>
                <a:gd name="T20" fmla="*/ 23 w 34"/>
                <a:gd name="T21" fmla="*/ 85 h 85"/>
                <a:gd name="T22" fmla="*/ 27 w 34"/>
                <a:gd name="T23" fmla="*/ 85 h 85"/>
                <a:gd name="T24" fmla="*/ 30 w 34"/>
                <a:gd name="T25" fmla="*/ 82 h 85"/>
                <a:gd name="T26" fmla="*/ 33 w 34"/>
                <a:gd name="T27" fmla="*/ 80 h 85"/>
                <a:gd name="T28" fmla="*/ 34 w 34"/>
                <a:gd name="T29" fmla="*/ 75 h 85"/>
                <a:gd name="T30" fmla="*/ 34 w 34"/>
                <a:gd name="T31" fmla="*/ 75 h 85"/>
                <a:gd name="T32" fmla="*/ 33 w 34"/>
                <a:gd name="T33" fmla="*/ 58 h 85"/>
                <a:gd name="T34" fmla="*/ 31 w 34"/>
                <a:gd name="T35" fmla="*/ 40 h 85"/>
                <a:gd name="T36" fmla="*/ 27 w 34"/>
                <a:gd name="T37" fmla="*/ 24 h 85"/>
                <a:gd name="T38" fmla="*/ 21 w 34"/>
                <a:gd name="T39" fmla="*/ 7 h 85"/>
                <a:gd name="T40" fmla="*/ 21 w 34"/>
                <a:gd name="T41" fmla="*/ 7 h 85"/>
                <a:gd name="T42" fmla="*/ 19 w 34"/>
                <a:gd name="T43" fmla="*/ 3 h 85"/>
                <a:gd name="T44" fmla="*/ 16 w 34"/>
                <a:gd name="T45" fmla="*/ 0 h 85"/>
                <a:gd name="T46" fmla="*/ 12 w 34"/>
                <a:gd name="T47" fmla="*/ 0 h 85"/>
                <a:gd name="T48" fmla="*/ 7 w 34"/>
                <a:gd name="T49" fmla="*/ 0 h 85"/>
                <a:gd name="T50" fmla="*/ 4 w 34"/>
                <a:gd name="T51" fmla="*/ 2 h 85"/>
                <a:gd name="T52" fmla="*/ 2 w 34"/>
                <a:gd name="T53" fmla="*/ 4 h 85"/>
                <a:gd name="T54" fmla="*/ 0 w 34"/>
                <a:gd name="T55" fmla="*/ 9 h 85"/>
                <a:gd name="T56" fmla="*/ 2 w 34"/>
                <a:gd name="T57" fmla="*/ 13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4" h="85">
                  <a:moveTo>
                    <a:pt x="2" y="13"/>
                  </a:moveTo>
                  <a:lnTo>
                    <a:pt x="2" y="13"/>
                  </a:lnTo>
                  <a:lnTo>
                    <a:pt x="6" y="29"/>
                  </a:lnTo>
                  <a:lnTo>
                    <a:pt x="10" y="43"/>
                  </a:lnTo>
                  <a:lnTo>
                    <a:pt x="12" y="60"/>
                  </a:lnTo>
                  <a:lnTo>
                    <a:pt x="13" y="75"/>
                  </a:lnTo>
                  <a:lnTo>
                    <a:pt x="13" y="75"/>
                  </a:lnTo>
                  <a:lnTo>
                    <a:pt x="13" y="80"/>
                  </a:lnTo>
                  <a:lnTo>
                    <a:pt x="16" y="82"/>
                  </a:lnTo>
                  <a:lnTo>
                    <a:pt x="19" y="85"/>
                  </a:lnTo>
                  <a:lnTo>
                    <a:pt x="23" y="85"/>
                  </a:lnTo>
                  <a:lnTo>
                    <a:pt x="27" y="85"/>
                  </a:lnTo>
                  <a:lnTo>
                    <a:pt x="30" y="82"/>
                  </a:lnTo>
                  <a:lnTo>
                    <a:pt x="33" y="80"/>
                  </a:lnTo>
                  <a:lnTo>
                    <a:pt x="34" y="75"/>
                  </a:lnTo>
                  <a:lnTo>
                    <a:pt x="34" y="75"/>
                  </a:lnTo>
                  <a:lnTo>
                    <a:pt x="33" y="58"/>
                  </a:lnTo>
                  <a:lnTo>
                    <a:pt x="31" y="40"/>
                  </a:lnTo>
                  <a:lnTo>
                    <a:pt x="27" y="24"/>
                  </a:lnTo>
                  <a:lnTo>
                    <a:pt x="21" y="7"/>
                  </a:lnTo>
                  <a:lnTo>
                    <a:pt x="21" y="7"/>
                  </a:lnTo>
                  <a:lnTo>
                    <a:pt x="19" y="3"/>
                  </a:lnTo>
                  <a:lnTo>
                    <a:pt x="16" y="0"/>
                  </a:lnTo>
                  <a:lnTo>
                    <a:pt x="12" y="0"/>
                  </a:lnTo>
                  <a:lnTo>
                    <a:pt x="7" y="0"/>
                  </a:lnTo>
                  <a:lnTo>
                    <a:pt x="4" y="2"/>
                  </a:lnTo>
                  <a:lnTo>
                    <a:pt x="2" y="4"/>
                  </a:lnTo>
                  <a:lnTo>
                    <a:pt x="0" y="9"/>
                  </a:lnTo>
                  <a:lnTo>
                    <a:pt x="2" y="13"/>
                  </a:lnTo>
                  <a:close/>
                </a:path>
              </a:pathLst>
            </a:custGeom>
            <a:solidFill>
              <a:srgbClr val="2B5E6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pitchFamily="34" charset="-122"/>
                <a:ea typeface="微软雅黑" panose="020B0503020204020204" pitchFamily="34" charset="-122"/>
              </a:endParaRPr>
            </a:p>
          </p:txBody>
        </p:sp>
      </p:grpSp>
      <p:sp>
        <p:nvSpPr>
          <p:cNvPr id="16" name="圆角矩形 15"/>
          <p:cNvSpPr/>
          <p:nvPr>
            <p:custDataLst>
              <p:tags r:id="rId2"/>
            </p:custDataLst>
          </p:nvPr>
        </p:nvSpPr>
        <p:spPr>
          <a:xfrm rot="2700000">
            <a:off x="4298834" y="2232367"/>
            <a:ext cx="368856" cy="368856"/>
          </a:xfrm>
          <a:prstGeom prst="roundRect">
            <a:avLst>
              <a:gd name="adj" fmla="val 25355"/>
            </a:avLst>
          </a:prstGeom>
          <a:solidFill>
            <a:srgbClr val="1AA3AA"/>
          </a:solidFill>
          <a:ln>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20000"/>
              </a:lnSpc>
            </a:pPr>
            <a:endParaRPr sz="1350" spc="150">
              <a:latin typeface="微软雅黑" panose="020B0503020204020204" pitchFamily="34" charset="-122"/>
              <a:ea typeface="微软雅黑" panose="020B0503020204020204" pitchFamily="34" charset="-122"/>
            </a:endParaRPr>
          </a:p>
        </p:txBody>
      </p:sp>
      <p:sp>
        <p:nvSpPr>
          <p:cNvPr id="169" name="任意多边形 168"/>
          <p:cNvSpPr/>
          <p:nvPr>
            <p:custDataLst>
              <p:tags r:id="rId3"/>
            </p:custDataLst>
          </p:nvPr>
        </p:nvSpPr>
        <p:spPr bwMode="auto">
          <a:xfrm>
            <a:off x="4365682" y="2299171"/>
            <a:ext cx="235160" cy="235248"/>
          </a:xfrm>
          <a:custGeom>
            <a:avLst/>
            <a:gdLst>
              <a:gd name="connsiteX0" fmla="*/ 102175 w 313546"/>
              <a:gd name="connsiteY0" fmla="*/ 189630 h 313664"/>
              <a:gd name="connsiteX1" fmla="*/ 89557 w 313546"/>
              <a:gd name="connsiteY1" fmla="*/ 251595 h 313664"/>
              <a:gd name="connsiteX2" fmla="*/ 98734 w 313546"/>
              <a:gd name="connsiteY2" fmla="*/ 300938 h 313664"/>
              <a:gd name="connsiteX3" fmla="*/ 134296 w 313546"/>
              <a:gd name="connsiteY3" fmla="*/ 277988 h 313664"/>
              <a:gd name="connsiteX4" fmla="*/ 133149 w 313546"/>
              <a:gd name="connsiteY4" fmla="*/ 274546 h 313664"/>
              <a:gd name="connsiteX5" fmla="*/ 145768 w 313546"/>
              <a:gd name="connsiteY5" fmla="*/ 241268 h 313664"/>
              <a:gd name="connsiteX6" fmla="*/ 160681 w 313546"/>
              <a:gd name="connsiteY6" fmla="*/ 240120 h 313664"/>
              <a:gd name="connsiteX7" fmla="*/ 173300 w 313546"/>
              <a:gd name="connsiteY7" fmla="*/ 218318 h 313664"/>
              <a:gd name="connsiteX8" fmla="*/ 137738 w 313546"/>
              <a:gd name="connsiteY8" fmla="*/ 204548 h 313664"/>
              <a:gd name="connsiteX9" fmla="*/ 102175 w 313546"/>
              <a:gd name="connsiteY9" fmla="*/ 189630 h 313664"/>
              <a:gd name="connsiteX10" fmla="*/ 218040 w 313546"/>
              <a:gd name="connsiteY10" fmla="*/ 140288 h 313664"/>
              <a:gd name="connsiteX11" fmla="*/ 205421 w 313546"/>
              <a:gd name="connsiteY11" fmla="*/ 175860 h 313664"/>
              <a:gd name="connsiteX12" fmla="*/ 189360 w 313546"/>
              <a:gd name="connsiteY12" fmla="*/ 211433 h 313664"/>
              <a:gd name="connsiteX13" fmla="*/ 301783 w 313546"/>
              <a:gd name="connsiteY13" fmla="*/ 216023 h 313664"/>
              <a:gd name="connsiteX14" fmla="*/ 271956 w 313546"/>
              <a:gd name="connsiteY14" fmla="*/ 173565 h 313664"/>
              <a:gd name="connsiteX15" fmla="*/ 218040 w 313546"/>
              <a:gd name="connsiteY15" fmla="*/ 140288 h 313664"/>
              <a:gd name="connsiteX16" fmla="*/ 143288 w 313546"/>
              <a:gd name="connsiteY16" fmla="*/ 125704 h 313664"/>
              <a:gd name="connsiteX17" fmla="*/ 188266 w 313546"/>
              <a:gd name="connsiteY17" fmla="*/ 143996 h 313664"/>
              <a:gd name="connsiteX18" fmla="*/ 169813 w 313546"/>
              <a:gd name="connsiteY18" fmla="*/ 187441 h 313664"/>
              <a:gd name="connsiteX19" fmla="*/ 125989 w 313546"/>
              <a:gd name="connsiteY19" fmla="*/ 170292 h 313664"/>
              <a:gd name="connsiteX20" fmla="*/ 143288 w 313546"/>
              <a:gd name="connsiteY20" fmla="*/ 125704 h 313664"/>
              <a:gd name="connsiteX21" fmla="*/ 135443 w 313546"/>
              <a:gd name="connsiteY21" fmla="*/ 105862 h 313664"/>
              <a:gd name="connsiteX22" fmla="*/ 119383 w 313546"/>
              <a:gd name="connsiteY22" fmla="*/ 141435 h 313664"/>
              <a:gd name="connsiteX23" fmla="*/ 105617 w 313546"/>
              <a:gd name="connsiteY23" fmla="*/ 178155 h 313664"/>
              <a:gd name="connsiteX24" fmla="*/ 142326 w 313546"/>
              <a:gd name="connsiteY24" fmla="*/ 194220 h 313664"/>
              <a:gd name="connsiteX25" fmla="*/ 179036 w 313546"/>
              <a:gd name="connsiteY25" fmla="*/ 207990 h 313664"/>
              <a:gd name="connsiteX26" fmla="*/ 195096 w 313546"/>
              <a:gd name="connsiteY26" fmla="*/ 172418 h 313664"/>
              <a:gd name="connsiteX27" fmla="*/ 207715 w 313546"/>
              <a:gd name="connsiteY27" fmla="*/ 135698 h 313664"/>
              <a:gd name="connsiteX28" fmla="*/ 172153 w 313546"/>
              <a:gd name="connsiteY28" fmla="*/ 119633 h 313664"/>
              <a:gd name="connsiteX29" fmla="*/ 135443 w 313546"/>
              <a:gd name="connsiteY29" fmla="*/ 105862 h 313664"/>
              <a:gd name="connsiteX30" fmla="*/ 32772 w 313546"/>
              <a:gd name="connsiteY30" fmla="*/ 88506 h 313664"/>
              <a:gd name="connsiteX31" fmla="*/ 19579 w 313546"/>
              <a:gd name="connsiteY31" fmla="*/ 90945 h 313664"/>
              <a:gd name="connsiteX32" fmla="*/ 12696 w 313546"/>
              <a:gd name="connsiteY32" fmla="*/ 97830 h 313664"/>
              <a:gd name="connsiteX33" fmla="*/ 95292 w 313546"/>
              <a:gd name="connsiteY33" fmla="*/ 172418 h 313664"/>
              <a:gd name="connsiteX34" fmla="*/ 109058 w 313546"/>
              <a:gd name="connsiteY34" fmla="*/ 136845 h 313664"/>
              <a:gd name="connsiteX35" fmla="*/ 123972 w 313546"/>
              <a:gd name="connsiteY35" fmla="*/ 102420 h 313664"/>
              <a:gd name="connsiteX36" fmla="*/ 101028 w 313546"/>
              <a:gd name="connsiteY36" fmla="*/ 95535 h 313664"/>
              <a:gd name="connsiteX37" fmla="*/ 86115 w 313546"/>
              <a:gd name="connsiteY37" fmla="*/ 112747 h 313664"/>
              <a:gd name="connsiteX38" fmla="*/ 53994 w 313546"/>
              <a:gd name="connsiteY38" fmla="*/ 98977 h 313664"/>
              <a:gd name="connsiteX39" fmla="*/ 52847 w 313546"/>
              <a:gd name="connsiteY39" fmla="*/ 88650 h 313664"/>
              <a:gd name="connsiteX40" fmla="*/ 32772 w 313546"/>
              <a:gd name="connsiteY40" fmla="*/ 88506 h 313664"/>
              <a:gd name="connsiteX41" fmla="*/ 215745 w 313546"/>
              <a:gd name="connsiteY41" fmla="*/ 11767 h 313664"/>
              <a:gd name="connsiteX42" fmla="*/ 206568 w 313546"/>
              <a:gd name="connsiteY42" fmla="*/ 12915 h 313664"/>
              <a:gd name="connsiteX43" fmla="*/ 174447 w 313546"/>
              <a:gd name="connsiteY43" fmla="*/ 41602 h 313664"/>
              <a:gd name="connsiteX44" fmla="*/ 141179 w 313546"/>
              <a:gd name="connsiteY44" fmla="*/ 95535 h 313664"/>
              <a:gd name="connsiteX45" fmla="*/ 176741 w 313546"/>
              <a:gd name="connsiteY45" fmla="*/ 108157 h 313664"/>
              <a:gd name="connsiteX46" fmla="*/ 211157 w 313546"/>
              <a:gd name="connsiteY46" fmla="*/ 124223 h 313664"/>
              <a:gd name="connsiteX47" fmla="*/ 215745 w 313546"/>
              <a:gd name="connsiteY47" fmla="*/ 11767 h 313664"/>
              <a:gd name="connsiteX48" fmla="*/ 220334 w 313546"/>
              <a:gd name="connsiteY48" fmla="*/ 1440 h 313664"/>
              <a:gd name="connsiteX49" fmla="*/ 221481 w 313546"/>
              <a:gd name="connsiteY49" fmla="*/ 128813 h 313664"/>
              <a:gd name="connsiteX50" fmla="*/ 278839 w 313546"/>
              <a:gd name="connsiteY50" fmla="*/ 165533 h 313664"/>
              <a:gd name="connsiteX51" fmla="*/ 312107 w 313546"/>
              <a:gd name="connsiteY51" fmla="*/ 219465 h 313664"/>
              <a:gd name="connsiteX52" fmla="*/ 298341 w 313546"/>
              <a:gd name="connsiteY52" fmla="*/ 232088 h 313664"/>
              <a:gd name="connsiteX53" fmla="*/ 250160 w 313546"/>
              <a:gd name="connsiteY53" fmla="*/ 235530 h 313664"/>
              <a:gd name="connsiteX54" fmla="*/ 184772 w 313546"/>
              <a:gd name="connsiteY54" fmla="*/ 221760 h 313664"/>
              <a:gd name="connsiteX55" fmla="*/ 171006 w 313546"/>
              <a:gd name="connsiteY55" fmla="*/ 245858 h 313664"/>
              <a:gd name="connsiteX56" fmla="*/ 177889 w 313546"/>
              <a:gd name="connsiteY56" fmla="*/ 255038 h 313664"/>
              <a:gd name="connsiteX57" fmla="*/ 165270 w 313546"/>
              <a:gd name="connsiteY57" fmla="*/ 287168 h 313664"/>
              <a:gd name="connsiteX58" fmla="*/ 143474 w 313546"/>
              <a:gd name="connsiteY58" fmla="*/ 286021 h 313664"/>
              <a:gd name="connsiteX59" fmla="*/ 112500 w 313546"/>
              <a:gd name="connsiteY59" fmla="*/ 311266 h 313664"/>
              <a:gd name="connsiteX60" fmla="*/ 94145 w 313546"/>
              <a:gd name="connsiteY60" fmla="*/ 312413 h 313664"/>
              <a:gd name="connsiteX61" fmla="*/ 78085 w 313546"/>
              <a:gd name="connsiteY61" fmla="*/ 249300 h 313664"/>
              <a:gd name="connsiteX62" fmla="*/ 91851 w 313546"/>
              <a:gd name="connsiteY62" fmla="*/ 183893 h 313664"/>
              <a:gd name="connsiteX63" fmla="*/ 1225 w 313546"/>
              <a:gd name="connsiteY63" fmla="*/ 93240 h 313664"/>
              <a:gd name="connsiteX64" fmla="*/ 56289 w 313546"/>
              <a:gd name="connsiteY64" fmla="*/ 77175 h 313664"/>
              <a:gd name="connsiteX65" fmla="*/ 67760 w 313546"/>
              <a:gd name="connsiteY65" fmla="*/ 66847 h 313664"/>
              <a:gd name="connsiteX66" fmla="*/ 99881 w 313546"/>
              <a:gd name="connsiteY66" fmla="*/ 80617 h 313664"/>
              <a:gd name="connsiteX67" fmla="*/ 101028 w 313546"/>
              <a:gd name="connsiteY67" fmla="*/ 84060 h 313664"/>
              <a:gd name="connsiteX68" fmla="*/ 129708 w 313546"/>
              <a:gd name="connsiteY68" fmla="*/ 92092 h 313664"/>
              <a:gd name="connsiteX69" fmla="*/ 165270 w 313546"/>
              <a:gd name="connsiteY69" fmla="*/ 34717 h 313664"/>
              <a:gd name="connsiteX70" fmla="*/ 220334 w 313546"/>
              <a:gd name="connsiteY70" fmla="*/ 1440 h 313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13546" h="313664">
                <a:moveTo>
                  <a:pt x="102175" y="189630"/>
                </a:moveTo>
                <a:cubicBezTo>
                  <a:pt x="96440" y="211433"/>
                  <a:pt x="91851" y="233235"/>
                  <a:pt x="89557" y="251595"/>
                </a:cubicBezTo>
                <a:cubicBezTo>
                  <a:pt x="86115" y="283726"/>
                  <a:pt x="91851" y="298643"/>
                  <a:pt x="98734" y="300938"/>
                </a:cubicBezTo>
                <a:cubicBezTo>
                  <a:pt x="105617" y="304381"/>
                  <a:pt x="119383" y="295201"/>
                  <a:pt x="134296" y="277988"/>
                </a:cubicBezTo>
                <a:cubicBezTo>
                  <a:pt x="134296" y="276841"/>
                  <a:pt x="133149" y="275693"/>
                  <a:pt x="133149" y="274546"/>
                </a:cubicBezTo>
                <a:cubicBezTo>
                  <a:pt x="127413" y="261923"/>
                  <a:pt x="133149" y="247005"/>
                  <a:pt x="145768" y="241268"/>
                </a:cubicBezTo>
                <a:cubicBezTo>
                  <a:pt x="150357" y="240120"/>
                  <a:pt x="156092" y="238973"/>
                  <a:pt x="160681" y="240120"/>
                </a:cubicBezTo>
                <a:cubicBezTo>
                  <a:pt x="165270" y="233235"/>
                  <a:pt x="168711" y="226350"/>
                  <a:pt x="173300" y="218318"/>
                </a:cubicBezTo>
                <a:cubicBezTo>
                  <a:pt x="161828" y="213728"/>
                  <a:pt x="149209" y="210285"/>
                  <a:pt x="137738" y="204548"/>
                </a:cubicBezTo>
                <a:cubicBezTo>
                  <a:pt x="125119" y="199958"/>
                  <a:pt x="113647" y="195368"/>
                  <a:pt x="102175" y="189630"/>
                </a:cubicBezTo>
                <a:close/>
                <a:moveTo>
                  <a:pt x="218040" y="140288"/>
                </a:moveTo>
                <a:cubicBezTo>
                  <a:pt x="214598" y="152910"/>
                  <a:pt x="210009" y="164385"/>
                  <a:pt x="205421" y="175860"/>
                </a:cubicBezTo>
                <a:cubicBezTo>
                  <a:pt x="200832" y="188483"/>
                  <a:pt x="195096" y="199958"/>
                  <a:pt x="189360" y="211433"/>
                </a:cubicBezTo>
                <a:cubicBezTo>
                  <a:pt x="250160" y="228645"/>
                  <a:pt x="296047" y="229793"/>
                  <a:pt x="301783" y="216023"/>
                </a:cubicBezTo>
                <a:cubicBezTo>
                  <a:pt x="304077" y="209138"/>
                  <a:pt x="298341" y="194220"/>
                  <a:pt x="271956" y="173565"/>
                </a:cubicBezTo>
                <a:cubicBezTo>
                  <a:pt x="257043" y="163238"/>
                  <a:pt x="238689" y="151763"/>
                  <a:pt x="218040" y="140288"/>
                </a:cubicBezTo>
                <a:close/>
                <a:moveTo>
                  <a:pt x="143288" y="125704"/>
                </a:moveTo>
                <a:cubicBezTo>
                  <a:pt x="160587" y="118844"/>
                  <a:pt x="181346" y="126847"/>
                  <a:pt x="188266" y="143996"/>
                </a:cubicBezTo>
                <a:cubicBezTo>
                  <a:pt x="195185" y="161146"/>
                  <a:pt x="187112" y="180581"/>
                  <a:pt x="169813" y="187441"/>
                </a:cubicBezTo>
                <a:cubicBezTo>
                  <a:pt x="152514" y="195444"/>
                  <a:pt x="132909" y="187441"/>
                  <a:pt x="125989" y="170292"/>
                </a:cubicBezTo>
                <a:cubicBezTo>
                  <a:pt x="119069" y="153143"/>
                  <a:pt x="127142" y="133707"/>
                  <a:pt x="143288" y="125704"/>
                </a:cubicBezTo>
                <a:close/>
                <a:moveTo>
                  <a:pt x="135443" y="105862"/>
                </a:moveTo>
                <a:cubicBezTo>
                  <a:pt x="129708" y="117338"/>
                  <a:pt x="125119" y="128813"/>
                  <a:pt x="119383" y="141435"/>
                </a:cubicBezTo>
                <a:cubicBezTo>
                  <a:pt x="114794" y="154058"/>
                  <a:pt x="110206" y="166680"/>
                  <a:pt x="105617" y="178155"/>
                </a:cubicBezTo>
                <a:cubicBezTo>
                  <a:pt x="117089" y="183893"/>
                  <a:pt x="129708" y="189630"/>
                  <a:pt x="142326" y="194220"/>
                </a:cubicBezTo>
                <a:cubicBezTo>
                  <a:pt x="154945" y="198810"/>
                  <a:pt x="166417" y="203400"/>
                  <a:pt x="179036" y="207990"/>
                </a:cubicBezTo>
                <a:cubicBezTo>
                  <a:pt x="183624" y="196515"/>
                  <a:pt x="189360" y="185040"/>
                  <a:pt x="195096" y="172418"/>
                </a:cubicBezTo>
                <a:cubicBezTo>
                  <a:pt x="199685" y="159795"/>
                  <a:pt x="204274" y="147173"/>
                  <a:pt x="207715" y="135698"/>
                </a:cubicBezTo>
                <a:cubicBezTo>
                  <a:pt x="196243" y="129960"/>
                  <a:pt x="184772" y="124223"/>
                  <a:pt x="172153" y="119633"/>
                </a:cubicBezTo>
                <a:cubicBezTo>
                  <a:pt x="159534" y="113895"/>
                  <a:pt x="148062" y="109305"/>
                  <a:pt x="135443" y="105862"/>
                </a:cubicBezTo>
                <a:close/>
                <a:moveTo>
                  <a:pt x="32772" y="88506"/>
                </a:moveTo>
                <a:cubicBezTo>
                  <a:pt x="27323" y="88937"/>
                  <a:pt x="23021" y="89797"/>
                  <a:pt x="19579" y="90945"/>
                </a:cubicBezTo>
                <a:cubicBezTo>
                  <a:pt x="16138" y="93240"/>
                  <a:pt x="13843" y="95535"/>
                  <a:pt x="12696" y="97830"/>
                </a:cubicBezTo>
                <a:cubicBezTo>
                  <a:pt x="6960" y="111600"/>
                  <a:pt x="40228" y="143730"/>
                  <a:pt x="95292" y="172418"/>
                </a:cubicBezTo>
                <a:cubicBezTo>
                  <a:pt x="99881" y="160943"/>
                  <a:pt x="104470" y="149468"/>
                  <a:pt x="109058" y="136845"/>
                </a:cubicBezTo>
                <a:cubicBezTo>
                  <a:pt x="113647" y="125370"/>
                  <a:pt x="119383" y="113895"/>
                  <a:pt x="123972" y="102420"/>
                </a:cubicBezTo>
                <a:cubicBezTo>
                  <a:pt x="115941" y="100125"/>
                  <a:pt x="109058" y="97830"/>
                  <a:pt x="101028" y="95535"/>
                </a:cubicBezTo>
                <a:cubicBezTo>
                  <a:pt x="98734" y="103567"/>
                  <a:pt x="94145" y="109305"/>
                  <a:pt x="86115" y="112747"/>
                </a:cubicBezTo>
                <a:cubicBezTo>
                  <a:pt x="73496" y="118485"/>
                  <a:pt x="59730" y="111600"/>
                  <a:pt x="53994" y="98977"/>
                </a:cubicBezTo>
                <a:cubicBezTo>
                  <a:pt x="52847" y="95535"/>
                  <a:pt x="51700" y="92092"/>
                  <a:pt x="52847" y="88650"/>
                </a:cubicBezTo>
                <a:cubicBezTo>
                  <a:pt x="44817" y="88076"/>
                  <a:pt x="38221" y="88076"/>
                  <a:pt x="32772" y="88506"/>
                </a:cubicBezTo>
                <a:close/>
                <a:moveTo>
                  <a:pt x="215745" y="11767"/>
                </a:moveTo>
                <a:cubicBezTo>
                  <a:pt x="213451" y="10620"/>
                  <a:pt x="210009" y="11767"/>
                  <a:pt x="206568" y="12915"/>
                </a:cubicBezTo>
                <a:cubicBezTo>
                  <a:pt x="198538" y="16357"/>
                  <a:pt x="188213" y="24390"/>
                  <a:pt x="174447" y="41602"/>
                </a:cubicBezTo>
                <a:cubicBezTo>
                  <a:pt x="162975" y="56520"/>
                  <a:pt x="151504" y="74880"/>
                  <a:pt x="141179" y="95535"/>
                </a:cubicBezTo>
                <a:cubicBezTo>
                  <a:pt x="152651" y="98977"/>
                  <a:pt x="164123" y="103567"/>
                  <a:pt x="176741" y="108157"/>
                </a:cubicBezTo>
                <a:cubicBezTo>
                  <a:pt x="188213" y="113895"/>
                  <a:pt x="200832" y="118485"/>
                  <a:pt x="211157" y="124223"/>
                </a:cubicBezTo>
                <a:cubicBezTo>
                  <a:pt x="229511" y="63405"/>
                  <a:pt x="230658" y="17505"/>
                  <a:pt x="215745" y="11767"/>
                </a:cubicBezTo>
                <a:close/>
                <a:moveTo>
                  <a:pt x="220334" y="1440"/>
                </a:moveTo>
                <a:cubicBezTo>
                  <a:pt x="245572" y="11767"/>
                  <a:pt x="239836" y="67995"/>
                  <a:pt x="221481" y="128813"/>
                </a:cubicBezTo>
                <a:cubicBezTo>
                  <a:pt x="244424" y="140288"/>
                  <a:pt x="263926" y="152910"/>
                  <a:pt x="278839" y="165533"/>
                </a:cubicBezTo>
                <a:cubicBezTo>
                  <a:pt x="306372" y="186188"/>
                  <a:pt x="317843" y="205695"/>
                  <a:pt x="312107" y="219465"/>
                </a:cubicBezTo>
                <a:cubicBezTo>
                  <a:pt x="309813" y="225203"/>
                  <a:pt x="305224" y="229793"/>
                  <a:pt x="298341" y="232088"/>
                </a:cubicBezTo>
                <a:cubicBezTo>
                  <a:pt x="288017" y="236678"/>
                  <a:pt x="271956" y="237825"/>
                  <a:pt x="250160" y="235530"/>
                </a:cubicBezTo>
                <a:cubicBezTo>
                  <a:pt x="230658" y="234383"/>
                  <a:pt x="207715" y="228645"/>
                  <a:pt x="184772" y="221760"/>
                </a:cubicBezTo>
                <a:cubicBezTo>
                  <a:pt x="180183" y="229793"/>
                  <a:pt x="175594" y="237825"/>
                  <a:pt x="171006" y="245858"/>
                </a:cubicBezTo>
                <a:cubicBezTo>
                  <a:pt x="174447" y="248153"/>
                  <a:pt x="176741" y="251595"/>
                  <a:pt x="177889" y="255038"/>
                </a:cubicBezTo>
                <a:cubicBezTo>
                  <a:pt x="183624" y="267660"/>
                  <a:pt x="177889" y="281431"/>
                  <a:pt x="165270" y="287168"/>
                </a:cubicBezTo>
                <a:cubicBezTo>
                  <a:pt x="157240" y="290611"/>
                  <a:pt x="149209" y="289463"/>
                  <a:pt x="143474" y="286021"/>
                </a:cubicBezTo>
                <a:cubicBezTo>
                  <a:pt x="132002" y="298643"/>
                  <a:pt x="121677" y="307823"/>
                  <a:pt x="112500" y="311266"/>
                </a:cubicBezTo>
                <a:cubicBezTo>
                  <a:pt x="105617" y="313561"/>
                  <a:pt x="99881" y="314708"/>
                  <a:pt x="94145" y="312413"/>
                </a:cubicBezTo>
                <a:cubicBezTo>
                  <a:pt x="79232" y="306676"/>
                  <a:pt x="73496" y="284873"/>
                  <a:pt x="78085" y="249300"/>
                </a:cubicBezTo>
                <a:cubicBezTo>
                  <a:pt x="80379" y="229793"/>
                  <a:pt x="84968" y="207990"/>
                  <a:pt x="91851" y="183893"/>
                </a:cubicBezTo>
                <a:cubicBezTo>
                  <a:pt x="35640" y="155205"/>
                  <a:pt x="-7953" y="118485"/>
                  <a:pt x="1225" y="93240"/>
                </a:cubicBezTo>
                <a:cubicBezTo>
                  <a:pt x="6960" y="80617"/>
                  <a:pt x="25315" y="74880"/>
                  <a:pt x="56289" y="77175"/>
                </a:cubicBezTo>
                <a:cubicBezTo>
                  <a:pt x="58583" y="72585"/>
                  <a:pt x="63172" y="69142"/>
                  <a:pt x="67760" y="66847"/>
                </a:cubicBezTo>
                <a:cubicBezTo>
                  <a:pt x="80379" y="62257"/>
                  <a:pt x="94145" y="67995"/>
                  <a:pt x="99881" y="80617"/>
                </a:cubicBezTo>
                <a:cubicBezTo>
                  <a:pt x="99881" y="81765"/>
                  <a:pt x="101028" y="82912"/>
                  <a:pt x="101028" y="84060"/>
                </a:cubicBezTo>
                <a:cubicBezTo>
                  <a:pt x="110206" y="86355"/>
                  <a:pt x="119383" y="88650"/>
                  <a:pt x="129708" y="92092"/>
                </a:cubicBezTo>
                <a:cubicBezTo>
                  <a:pt x="141179" y="69142"/>
                  <a:pt x="153798" y="49635"/>
                  <a:pt x="165270" y="34717"/>
                </a:cubicBezTo>
                <a:cubicBezTo>
                  <a:pt x="187066" y="7177"/>
                  <a:pt x="206568" y="-4298"/>
                  <a:pt x="220334" y="1440"/>
                </a:cubicBezTo>
                <a:close/>
              </a:path>
            </a:pathLst>
          </a:custGeom>
          <a:solidFill>
            <a:sysClr val="window" lastClr="FFFFFF"/>
          </a:solidFill>
          <a:ln>
            <a:noFill/>
          </a:ln>
          <a:extLst>
            <a:ext uri="{91240B29-F687-4F45-9708-019B960494DF}">
              <a14:hiddenLine xmlns:a14="http://schemas.microsoft.com/office/drawing/2010/main" w="9525">
                <a:solidFill>
                  <a:srgbClr val="000000"/>
                </a:solidFill>
                <a:round/>
              </a14:hiddenLine>
            </a:ext>
          </a:extLst>
        </p:spPr>
        <p:txBody>
          <a:bodyPr wrap="square" anchor="ctr">
            <a:noAutofit/>
          </a:bodyPr>
          <a:lstStyle/>
          <a:p>
            <a:pPr algn="ctr">
              <a:lnSpc>
                <a:spcPct val="120000"/>
              </a:lnSpc>
            </a:pPr>
            <a:endParaRPr sz="1350" spc="150">
              <a:latin typeface="微软雅黑" panose="020B0503020204020204" pitchFamily="34" charset="-122"/>
              <a:ea typeface="微软雅黑" panose="020B0503020204020204" pitchFamily="34" charset="-122"/>
            </a:endParaRPr>
          </a:p>
        </p:txBody>
      </p:sp>
      <p:sp>
        <p:nvSpPr>
          <p:cNvPr id="112" name="矩形 111"/>
          <p:cNvSpPr/>
          <p:nvPr>
            <p:custDataLst>
              <p:tags r:id="rId4"/>
            </p:custDataLst>
          </p:nvPr>
        </p:nvSpPr>
        <p:spPr bwMode="auto">
          <a:xfrm>
            <a:off x="4978446" y="2192911"/>
            <a:ext cx="3197154" cy="447768"/>
          </a:xfrm>
          <a:prstGeom prst="rect">
            <a:avLst/>
          </a:prstGeom>
          <a:solidFill>
            <a:sysClr val="window" lastClr="FFFFFF"/>
          </a:solidFill>
          <a:ln w="19050">
            <a:noFill/>
            <a:round/>
          </a:ln>
        </p:spPr>
        <p:txBody>
          <a:bodyPr rot="0" spcFirstLastPara="0" vert="horz" wrap="square" lIns="68580" tIns="34290" rIns="68580" bIns="34290" anchor="ctr" anchorCtr="0" forceAA="0" compatLnSpc="1">
            <a:normAutofit/>
          </a:bodyPr>
          <a:lstStyle/>
          <a:p>
            <a:pPr algn="l" fontAlgn="auto">
              <a:lnSpc>
                <a:spcPct val="120000"/>
              </a:lnSpc>
            </a:pPr>
            <a:r>
              <a:rPr lang="en-US" altLang="zh-CN" sz="1200" spc="150" dirty="0">
                <a:latin typeface="微软雅黑" panose="020B0503020204020204" pitchFamily="34" charset="-122"/>
                <a:ea typeface="微软雅黑" panose="020B0503020204020204" pitchFamily="34" charset="-122"/>
              </a:rPr>
              <a:t>3. 文件和文件夹的属性。</a:t>
            </a:r>
          </a:p>
        </p:txBody>
      </p:sp>
      <p:sp>
        <p:nvSpPr>
          <p:cNvPr id="10" name="圆角矩形 9"/>
          <p:cNvSpPr/>
          <p:nvPr>
            <p:custDataLst>
              <p:tags r:id="rId5"/>
            </p:custDataLst>
          </p:nvPr>
        </p:nvSpPr>
        <p:spPr>
          <a:xfrm rot="2700000">
            <a:off x="4298834" y="3461788"/>
            <a:ext cx="368856" cy="368856"/>
          </a:xfrm>
          <a:prstGeom prst="roundRect">
            <a:avLst>
              <a:gd name="adj" fmla="val 25355"/>
            </a:avLst>
          </a:prstGeom>
          <a:solidFill>
            <a:srgbClr val="9BBB59"/>
          </a:solidFill>
          <a:ln>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20000"/>
              </a:lnSpc>
            </a:pPr>
            <a:endParaRPr sz="1350" spc="150">
              <a:latin typeface="微软雅黑" panose="020B0503020204020204" pitchFamily="34" charset="-122"/>
              <a:ea typeface="微软雅黑" panose="020B0503020204020204" pitchFamily="34" charset="-122"/>
            </a:endParaRPr>
          </a:p>
        </p:txBody>
      </p:sp>
      <p:sp>
        <p:nvSpPr>
          <p:cNvPr id="11" name="任意多边形 10"/>
          <p:cNvSpPr/>
          <p:nvPr>
            <p:custDataLst>
              <p:tags r:id="rId6"/>
            </p:custDataLst>
          </p:nvPr>
        </p:nvSpPr>
        <p:spPr bwMode="auto">
          <a:xfrm>
            <a:off x="4364478" y="3524777"/>
            <a:ext cx="237568" cy="242878"/>
          </a:xfrm>
          <a:custGeom>
            <a:avLst/>
            <a:gdLst>
              <a:gd name="T0" fmla="*/ 203 w 360"/>
              <a:gd name="T1" fmla="*/ 271 h 368"/>
              <a:gd name="T2" fmla="*/ 261 w 360"/>
              <a:gd name="T3" fmla="*/ 202 h 368"/>
              <a:gd name="T4" fmla="*/ 360 w 360"/>
              <a:gd name="T5" fmla="*/ 51 h 368"/>
              <a:gd name="T6" fmla="*/ 346 w 360"/>
              <a:gd name="T7" fmla="*/ 37 h 368"/>
              <a:gd name="T8" fmla="*/ 277 w 360"/>
              <a:gd name="T9" fmla="*/ 37 h 368"/>
              <a:gd name="T10" fmla="*/ 180 w 360"/>
              <a:gd name="T11" fmla="*/ 0 h 368"/>
              <a:gd name="T12" fmla="*/ 83 w 360"/>
              <a:gd name="T13" fmla="*/ 37 h 368"/>
              <a:gd name="T14" fmla="*/ 14 w 360"/>
              <a:gd name="T15" fmla="*/ 37 h 368"/>
              <a:gd name="T16" fmla="*/ 0 w 360"/>
              <a:gd name="T17" fmla="*/ 51 h 368"/>
              <a:gd name="T18" fmla="*/ 98 w 360"/>
              <a:gd name="T19" fmla="*/ 202 h 368"/>
              <a:gd name="T20" fmla="*/ 156 w 360"/>
              <a:gd name="T21" fmla="*/ 271 h 368"/>
              <a:gd name="T22" fmla="*/ 156 w 360"/>
              <a:gd name="T23" fmla="*/ 297 h 368"/>
              <a:gd name="T24" fmla="*/ 91 w 360"/>
              <a:gd name="T25" fmla="*/ 332 h 368"/>
              <a:gd name="T26" fmla="*/ 180 w 360"/>
              <a:gd name="T27" fmla="*/ 368 h 368"/>
              <a:gd name="T28" fmla="*/ 269 w 360"/>
              <a:gd name="T29" fmla="*/ 332 h 368"/>
              <a:gd name="T30" fmla="*/ 203 w 360"/>
              <a:gd name="T31" fmla="*/ 297 h 368"/>
              <a:gd name="T32" fmla="*/ 203 w 360"/>
              <a:gd name="T33" fmla="*/ 271 h 368"/>
              <a:gd name="T34" fmla="*/ 259 w 360"/>
              <a:gd name="T35" fmla="*/ 170 h 368"/>
              <a:gd name="T36" fmla="*/ 281 w 360"/>
              <a:gd name="T37" fmla="*/ 65 h 368"/>
              <a:gd name="T38" fmla="*/ 331 w 360"/>
              <a:gd name="T39" fmla="*/ 65 h 368"/>
              <a:gd name="T40" fmla="*/ 259 w 360"/>
              <a:gd name="T41" fmla="*/ 170 h 368"/>
              <a:gd name="T42" fmla="*/ 180 w 360"/>
              <a:gd name="T43" fmla="*/ 24 h 368"/>
              <a:gd name="T44" fmla="*/ 256 w 360"/>
              <a:gd name="T45" fmla="*/ 55 h 368"/>
              <a:gd name="T46" fmla="*/ 180 w 360"/>
              <a:gd name="T47" fmla="*/ 86 h 368"/>
              <a:gd name="T48" fmla="*/ 104 w 360"/>
              <a:gd name="T49" fmla="*/ 55 h 368"/>
              <a:gd name="T50" fmla="*/ 180 w 360"/>
              <a:gd name="T51" fmla="*/ 24 h 368"/>
              <a:gd name="T52" fmla="*/ 29 w 360"/>
              <a:gd name="T53" fmla="*/ 65 h 368"/>
              <a:gd name="T54" fmla="*/ 79 w 360"/>
              <a:gd name="T55" fmla="*/ 65 h 368"/>
              <a:gd name="T56" fmla="*/ 101 w 360"/>
              <a:gd name="T57" fmla="*/ 170 h 368"/>
              <a:gd name="T58" fmla="*/ 29 w 360"/>
              <a:gd name="T59" fmla="*/ 65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60" h="368">
                <a:moveTo>
                  <a:pt x="203" y="271"/>
                </a:moveTo>
                <a:cubicBezTo>
                  <a:pt x="203" y="242"/>
                  <a:pt x="225" y="226"/>
                  <a:pt x="261" y="202"/>
                </a:cubicBezTo>
                <a:cubicBezTo>
                  <a:pt x="305" y="173"/>
                  <a:pt x="360" y="137"/>
                  <a:pt x="360" y="51"/>
                </a:cubicBezTo>
                <a:cubicBezTo>
                  <a:pt x="360" y="43"/>
                  <a:pt x="353" y="37"/>
                  <a:pt x="346" y="37"/>
                </a:cubicBezTo>
                <a:cubicBezTo>
                  <a:pt x="277" y="37"/>
                  <a:pt x="277" y="37"/>
                  <a:pt x="277" y="37"/>
                </a:cubicBezTo>
                <a:cubicBezTo>
                  <a:pt x="267" y="19"/>
                  <a:pt x="238" y="0"/>
                  <a:pt x="180" y="0"/>
                </a:cubicBezTo>
                <a:cubicBezTo>
                  <a:pt x="121" y="0"/>
                  <a:pt x="92" y="19"/>
                  <a:pt x="83" y="37"/>
                </a:cubicBezTo>
                <a:cubicBezTo>
                  <a:pt x="14" y="37"/>
                  <a:pt x="14" y="37"/>
                  <a:pt x="14" y="37"/>
                </a:cubicBezTo>
                <a:cubicBezTo>
                  <a:pt x="6" y="37"/>
                  <a:pt x="0" y="43"/>
                  <a:pt x="0" y="51"/>
                </a:cubicBezTo>
                <a:cubicBezTo>
                  <a:pt x="0" y="137"/>
                  <a:pt x="54" y="173"/>
                  <a:pt x="98" y="202"/>
                </a:cubicBezTo>
                <a:cubicBezTo>
                  <a:pt x="134" y="226"/>
                  <a:pt x="156" y="242"/>
                  <a:pt x="156" y="271"/>
                </a:cubicBezTo>
                <a:cubicBezTo>
                  <a:pt x="156" y="297"/>
                  <a:pt x="156" y="297"/>
                  <a:pt x="156" y="297"/>
                </a:cubicBezTo>
                <a:cubicBezTo>
                  <a:pt x="118" y="301"/>
                  <a:pt x="91" y="315"/>
                  <a:pt x="91" y="332"/>
                </a:cubicBezTo>
                <a:cubicBezTo>
                  <a:pt x="91" y="352"/>
                  <a:pt x="131" y="368"/>
                  <a:pt x="180" y="368"/>
                </a:cubicBezTo>
                <a:cubicBezTo>
                  <a:pt x="229" y="368"/>
                  <a:pt x="269" y="352"/>
                  <a:pt x="269" y="332"/>
                </a:cubicBezTo>
                <a:cubicBezTo>
                  <a:pt x="269" y="315"/>
                  <a:pt x="241" y="301"/>
                  <a:pt x="203" y="297"/>
                </a:cubicBezTo>
                <a:lnTo>
                  <a:pt x="203" y="271"/>
                </a:lnTo>
                <a:close/>
                <a:moveTo>
                  <a:pt x="259" y="170"/>
                </a:moveTo>
                <a:cubicBezTo>
                  <a:pt x="270" y="146"/>
                  <a:pt x="279" y="113"/>
                  <a:pt x="281" y="65"/>
                </a:cubicBezTo>
                <a:cubicBezTo>
                  <a:pt x="331" y="65"/>
                  <a:pt x="331" y="65"/>
                  <a:pt x="331" y="65"/>
                </a:cubicBezTo>
                <a:cubicBezTo>
                  <a:pt x="326" y="119"/>
                  <a:pt x="294" y="146"/>
                  <a:pt x="259" y="170"/>
                </a:cubicBezTo>
                <a:close/>
                <a:moveTo>
                  <a:pt x="180" y="24"/>
                </a:moveTo>
                <a:cubicBezTo>
                  <a:pt x="234" y="24"/>
                  <a:pt x="256" y="47"/>
                  <a:pt x="256" y="55"/>
                </a:cubicBezTo>
                <a:cubicBezTo>
                  <a:pt x="256" y="63"/>
                  <a:pt x="234" y="86"/>
                  <a:pt x="180" y="86"/>
                </a:cubicBezTo>
                <a:cubicBezTo>
                  <a:pt x="125" y="86"/>
                  <a:pt x="104" y="63"/>
                  <a:pt x="104" y="55"/>
                </a:cubicBezTo>
                <a:cubicBezTo>
                  <a:pt x="104" y="47"/>
                  <a:pt x="125" y="24"/>
                  <a:pt x="180" y="24"/>
                </a:cubicBezTo>
                <a:close/>
                <a:moveTo>
                  <a:pt x="29" y="65"/>
                </a:moveTo>
                <a:cubicBezTo>
                  <a:pt x="79" y="65"/>
                  <a:pt x="79" y="65"/>
                  <a:pt x="79" y="65"/>
                </a:cubicBezTo>
                <a:cubicBezTo>
                  <a:pt x="80" y="113"/>
                  <a:pt x="89" y="146"/>
                  <a:pt x="101" y="170"/>
                </a:cubicBezTo>
                <a:cubicBezTo>
                  <a:pt x="66" y="146"/>
                  <a:pt x="33" y="119"/>
                  <a:pt x="29" y="65"/>
                </a:cubicBezTo>
                <a:close/>
              </a:path>
            </a:pathLst>
          </a:custGeom>
          <a:solidFill>
            <a:sysClr val="window" lastClr="FFFFFF"/>
          </a:solidFill>
          <a:ln>
            <a:noFill/>
          </a:ln>
        </p:spPr>
        <p:txBody>
          <a:bodyPr anchor="ctr"/>
          <a:lstStyle/>
          <a:p>
            <a:pPr algn="ctr">
              <a:lnSpc>
                <a:spcPct val="120000"/>
              </a:lnSpc>
            </a:pPr>
            <a:endParaRPr sz="1350" spc="150">
              <a:latin typeface="微软雅黑" panose="020B0503020204020204" pitchFamily="34" charset="-122"/>
              <a:ea typeface="微软雅黑" panose="020B0503020204020204" pitchFamily="34" charset="-122"/>
            </a:endParaRPr>
          </a:p>
        </p:txBody>
      </p:sp>
      <p:sp>
        <p:nvSpPr>
          <p:cNvPr id="114" name="矩形 113"/>
          <p:cNvSpPr/>
          <p:nvPr>
            <p:custDataLst>
              <p:tags r:id="rId7"/>
            </p:custDataLst>
          </p:nvPr>
        </p:nvSpPr>
        <p:spPr bwMode="auto">
          <a:xfrm>
            <a:off x="4978446" y="3422332"/>
            <a:ext cx="3197154" cy="447768"/>
          </a:xfrm>
          <a:prstGeom prst="rect">
            <a:avLst/>
          </a:prstGeom>
          <a:solidFill>
            <a:sysClr val="window" lastClr="FFFFFF"/>
          </a:solidFill>
          <a:ln w="19050">
            <a:noFill/>
            <a:round/>
          </a:ln>
        </p:spPr>
        <p:txBody>
          <a:bodyPr rot="0" spcFirstLastPara="0" vert="horz" wrap="square" lIns="68580" tIns="34290" rIns="68580" bIns="34290" anchor="ctr" anchorCtr="0" forceAA="0" compatLnSpc="1">
            <a:normAutofit/>
          </a:bodyPr>
          <a:lstStyle/>
          <a:p>
            <a:pPr algn="l" fontAlgn="auto">
              <a:lnSpc>
                <a:spcPct val="120000"/>
              </a:lnSpc>
            </a:pPr>
            <a:r>
              <a:rPr lang="en-US" altLang="zh-CN" sz="1200" spc="150" dirty="0">
                <a:latin typeface="微软雅黑" panose="020B0503020204020204" pitchFamily="34" charset="-122"/>
                <a:ea typeface="微软雅黑" panose="020B0503020204020204" pitchFamily="34" charset="-122"/>
              </a:rPr>
              <a:t>5. 计算机账户管理。</a:t>
            </a:r>
          </a:p>
        </p:txBody>
      </p:sp>
      <p:cxnSp>
        <p:nvCxnSpPr>
          <p:cNvPr id="116" name="直接连接符 115"/>
          <p:cNvCxnSpPr/>
          <p:nvPr>
            <p:custDataLst>
              <p:tags r:id="rId8"/>
            </p:custDataLst>
          </p:nvPr>
        </p:nvCxnSpPr>
        <p:spPr>
          <a:xfrm>
            <a:off x="4940175" y="1494729"/>
            <a:ext cx="3699000" cy="0"/>
          </a:xfrm>
          <a:prstGeom prst="line">
            <a:avLst/>
          </a:prstGeom>
          <a:ln w="3175" cap="rnd">
            <a:solidFill>
              <a:sysClr val="window" lastClr="FFFFFF">
                <a:lumMod val="85000"/>
              </a:sysClr>
            </a:solidFill>
            <a:round/>
            <a:headEnd type="none"/>
            <a:tailEnd type="none" w="med" len="med"/>
          </a:ln>
        </p:spPr>
        <p:style>
          <a:lnRef idx="1">
            <a:srgbClr val="1F74AD"/>
          </a:lnRef>
          <a:fillRef idx="0">
            <a:srgbClr val="1F74AD"/>
          </a:fillRef>
          <a:effectRef idx="0">
            <a:srgbClr val="1F74AD"/>
          </a:effectRef>
          <a:fontRef idx="minor">
            <a:srgbClr val="000000"/>
          </a:fontRef>
        </p:style>
      </p:cxnSp>
      <p:cxnSp>
        <p:nvCxnSpPr>
          <p:cNvPr id="117" name="直接连接符 116"/>
          <p:cNvCxnSpPr/>
          <p:nvPr>
            <p:custDataLst>
              <p:tags r:id="rId9"/>
            </p:custDataLst>
          </p:nvPr>
        </p:nvCxnSpPr>
        <p:spPr>
          <a:xfrm>
            <a:off x="4940175" y="2109440"/>
            <a:ext cx="3699000" cy="0"/>
          </a:xfrm>
          <a:prstGeom prst="line">
            <a:avLst/>
          </a:prstGeom>
          <a:ln w="3175" cap="rnd">
            <a:solidFill>
              <a:sysClr val="window" lastClr="FFFFFF">
                <a:lumMod val="85000"/>
              </a:sysClr>
            </a:solidFill>
            <a:round/>
            <a:headEnd type="none"/>
            <a:tailEnd type="none" w="med" len="med"/>
          </a:ln>
        </p:spPr>
        <p:style>
          <a:lnRef idx="1">
            <a:srgbClr val="1F74AD"/>
          </a:lnRef>
          <a:fillRef idx="0">
            <a:srgbClr val="1F74AD"/>
          </a:fillRef>
          <a:effectRef idx="0">
            <a:srgbClr val="1F74AD"/>
          </a:effectRef>
          <a:fontRef idx="minor">
            <a:srgbClr val="000000"/>
          </a:fontRef>
        </p:style>
      </p:cxnSp>
      <p:cxnSp>
        <p:nvCxnSpPr>
          <p:cNvPr id="118" name="直接连接符 117"/>
          <p:cNvCxnSpPr/>
          <p:nvPr>
            <p:custDataLst>
              <p:tags r:id="rId10"/>
            </p:custDataLst>
          </p:nvPr>
        </p:nvCxnSpPr>
        <p:spPr>
          <a:xfrm>
            <a:off x="4940175" y="2724150"/>
            <a:ext cx="3699000" cy="0"/>
          </a:xfrm>
          <a:prstGeom prst="line">
            <a:avLst/>
          </a:prstGeom>
          <a:ln w="3175" cap="rnd">
            <a:solidFill>
              <a:sysClr val="window" lastClr="FFFFFF">
                <a:lumMod val="85000"/>
              </a:sysClr>
            </a:solidFill>
            <a:round/>
            <a:headEnd type="none"/>
            <a:tailEnd type="none" w="med" len="med"/>
          </a:ln>
        </p:spPr>
        <p:style>
          <a:lnRef idx="1">
            <a:srgbClr val="1F74AD"/>
          </a:lnRef>
          <a:fillRef idx="0">
            <a:srgbClr val="1F74AD"/>
          </a:fillRef>
          <a:effectRef idx="0">
            <a:srgbClr val="1F74AD"/>
          </a:effectRef>
          <a:fontRef idx="minor">
            <a:srgbClr val="000000"/>
          </a:fontRef>
        </p:style>
      </p:cxnSp>
      <p:cxnSp>
        <p:nvCxnSpPr>
          <p:cNvPr id="119" name="直接连接符 118"/>
          <p:cNvCxnSpPr/>
          <p:nvPr>
            <p:custDataLst>
              <p:tags r:id="rId11"/>
            </p:custDataLst>
          </p:nvPr>
        </p:nvCxnSpPr>
        <p:spPr>
          <a:xfrm>
            <a:off x="4940175" y="3338861"/>
            <a:ext cx="3699000" cy="0"/>
          </a:xfrm>
          <a:prstGeom prst="line">
            <a:avLst/>
          </a:prstGeom>
          <a:ln w="3175" cap="rnd">
            <a:solidFill>
              <a:sysClr val="window" lastClr="FFFFFF">
                <a:lumMod val="85000"/>
              </a:sysClr>
            </a:solidFill>
            <a:round/>
            <a:headEnd type="none"/>
            <a:tailEnd type="none" w="med" len="med"/>
          </a:ln>
        </p:spPr>
        <p:style>
          <a:lnRef idx="1">
            <a:srgbClr val="1F74AD"/>
          </a:lnRef>
          <a:fillRef idx="0">
            <a:srgbClr val="1F74AD"/>
          </a:fillRef>
          <a:effectRef idx="0">
            <a:srgbClr val="1F74AD"/>
          </a:effectRef>
          <a:fontRef idx="minor">
            <a:srgbClr val="000000"/>
          </a:fontRef>
        </p:style>
      </p:cxnSp>
      <p:cxnSp>
        <p:nvCxnSpPr>
          <p:cNvPr id="120" name="直接连接符 119"/>
          <p:cNvCxnSpPr/>
          <p:nvPr>
            <p:custDataLst>
              <p:tags r:id="rId12"/>
            </p:custDataLst>
          </p:nvPr>
        </p:nvCxnSpPr>
        <p:spPr>
          <a:xfrm>
            <a:off x="4940175" y="3953571"/>
            <a:ext cx="3699000" cy="0"/>
          </a:xfrm>
          <a:prstGeom prst="line">
            <a:avLst/>
          </a:prstGeom>
          <a:ln w="3175" cap="rnd">
            <a:solidFill>
              <a:sysClr val="window" lastClr="FFFFFF">
                <a:lumMod val="85000"/>
              </a:sysClr>
            </a:solidFill>
            <a:round/>
            <a:headEnd type="none"/>
            <a:tailEnd type="none" w="med" len="med"/>
          </a:ln>
        </p:spPr>
        <p:style>
          <a:lnRef idx="1">
            <a:srgbClr val="1F74AD"/>
          </a:lnRef>
          <a:fillRef idx="0">
            <a:srgbClr val="1F74AD"/>
          </a:fillRef>
          <a:effectRef idx="0">
            <a:srgbClr val="1F74AD"/>
          </a:effectRef>
          <a:fontRef idx="minor">
            <a:srgbClr val="000000"/>
          </a:fontRef>
        </p:style>
      </p:cxnSp>
      <p:sp>
        <p:nvSpPr>
          <p:cNvPr id="115" name="矩形 114"/>
          <p:cNvSpPr/>
          <p:nvPr>
            <p:custDataLst>
              <p:tags r:id="rId13"/>
            </p:custDataLst>
          </p:nvPr>
        </p:nvSpPr>
        <p:spPr bwMode="auto">
          <a:xfrm>
            <a:off x="4978446" y="4037042"/>
            <a:ext cx="3197154" cy="447768"/>
          </a:xfrm>
          <a:prstGeom prst="rect">
            <a:avLst/>
          </a:prstGeom>
          <a:solidFill>
            <a:sysClr val="window" lastClr="FFFFFF"/>
          </a:solidFill>
          <a:ln w="19050">
            <a:noFill/>
            <a:round/>
          </a:ln>
        </p:spPr>
        <p:txBody>
          <a:bodyPr rot="0" spcFirstLastPara="0" vert="horz" wrap="square" lIns="68580" tIns="34290" rIns="68580" bIns="34290" anchor="ctr" anchorCtr="0" forceAA="0" compatLnSpc="1">
            <a:normAutofit/>
          </a:bodyPr>
          <a:lstStyle/>
          <a:p>
            <a:pPr algn="l" fontAlgn="auto">
              <a:lnSpc>
                <a:spcPct val="120000"/>
              </a:lnSpc>
            </a:pPr>
            <a:r>
              <a:rPr lang="en-US" altLang="zh-CN" sz="1200" spc="150" dirty="0">
                <a:latin typeface="微软雅黑" panose="020B0503020204020204" pitchFamily="34" charset="-122"/>
                <a:ea typeface="微软雅黑" panose="020B0503020204020204" pitchFamily="34" charset="-122"/>
              </a:rPr>
              <a:t>6. 显示风格设置。</a:t>
            </a:r>
          </a:p>
        </p:txBody>
      </p:sp>
      <p:sp>
        <p:nvSpPr>
          <p:cNvPr id="127" name="圆角矩形 126"/>
          <p:cNvSpPr/>
          <p:nvPr>
            <p:custDataLst>
              <p:tags r:id="rId14"/>
            </p:custDataLst>
          </p:nvPr>
        </p:nvSpPr>
        <p:spPr>
          <a:xfrm rot="2700000">
            <a:off x="4298834" y="4076498"/>
            <a:ext cx="368856" cy="368856"/>
          </a:xfrm>
          <a:prstGeom prst="roundRect">
            <a:avLst>
              <a:gd name="adj" fmla="val 25355"/>
            </a:avLst>
          </a:prstGeom>
          <a:solidFill>
            <a:srgbClr val="FFC000"/>
          </a:solidFill>
          <a:ln>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20000"/>
              </a:lnSpc>
            </a:pPr>
            <a:endParaRPr sz="1350" spc="150">
              <a:latin typeface="微软雅黑" panose="020B0503020204020204" pitchFamily="34" charset="-122"/>
              <a:ea typeface="微软雅黑" panose="020B0503020204020204" pitchFamily="34" charset="-122"/>
            </a:endParaRPr>
          </a:p>
        </p:txBody>
      </p:sp>
      <p:sp>
        <p:nvSpPr>
          <p:cNvPr id="149" name="任意多边形 148"/>
          <p:cNvSpPr/>
          <p:nvPr>
            <p:custDataLst>
              <p:tags r:id="rId15"/>
            </p:custDataLst>
          </p:nvPr>
        </p:nvSpPr>
        <p:spPr bwMode="auto">
          <a:xfrm>
            <a:off x="4363055" y="4139488"/>
            <a:ext cx="240413" cy="242878"/>
          </a:xfrm>
          <a:custGeom>
            <a:avLst/>
            <a:gdLst>
              <a:gd name="T0" fmla="*/ 4165 w 6033"/>
              <a:gd name="T1" fmla="*/ 3494 h 6104"/>
              <a:gd name="T2" fmla="*/ 4030 w 6033"/>
              <a:gd name="T3" fmla="*/ 2533 h 6104"/>
              <a:gd name="T4" fmla="*/ 4030 w 6033"/>
              <a:gd name="T5" fmla="*/ 2391 h 6104"/>
              <a:gd name="T6" fmla="*/ 3550 w 6033"/>
              <a:gd name="T7" fmla="*/ 2054 h 6104"/>
              <a:gd name="T8" fmla="*/ 2598 w 6033"/>
              <a:gd name="T9" fmla="*/ 1945 h 6104"/>
              <a:gd name="T10" fmla="*/ 2498 w 6033"/>
              <a:gd name="T11" fmla="*/ 1562 h 6104"/>
              <a:gd name="T12" fmla="*/ 1920 w 6033"/>
              <a:gd name="T13" fmla="*/ 1662 h 6104"/>
              <a:gd name="T14" fmla="*/ 1162 w 6033"/>
              <a:gd name="T15" fmla="*/ 2256 h 6104"/>
              <a:gd name="T16" fmla="*/ 826 w 6033"/>
              <a:gd name="T17" fmla="*/ 2063 h 6104"/>
              <a:gd name="T18" fmla="*/ 460 w 6033"/>
              <a:gd name="T19" fmla="*/ 2471 h 6104"/>
              <a:gd name="T20" fmla="*/ 679 w 6033"/>
              <a:gd name="T21" fmla="*/ 2731 h 6104"/>
              <a:gd name="T22" fmla="*/ 101 w 6033"/>
              <a:gd name="T23" fmla="*/ 3494 h 6104"/>
              <a:gd name="T24" fmla="*/ 0 w 6033"/>
              <a:gd name="T25" fmla="*/ 4071 h 6104"/>
              <a:gd name="T26" fmla="*/ 346 w 6033"/>
              <a:gd name="T27" fmla="*/ 4172 h 6104"/>
              <a:gd name="T28" fmla="*/ 480 w 6033"/>
              <a:gd name="T29" fmla="*/ 5124 h 6104"/>
              <a:gd name="T30" fmla="*/ 817 w 6033"/>
              <a:gd name="T31" fmla="*/ 5603 h 6104"/>
              <a:gd name="T32" fmla="*/ 959 w 6033"/>
              <a:gd name="T33" fmla="*/ 5603 h 6104"/>
              <a:gd name="T34" fmla="*/ 1920 w 6033"/>
              <a:gd name="T35" fmla="*/ 5763 h 6104"/>
              <a:gd name="T36" fmla="*/ 2021 w 6033"/>
              <a:gd name="T37" fmla="*/ 6104 h 6104"/>
              <a:gd name="T38" fmla="*/ 2598 w 6033"/>
              <a:gd name="T39" fmla="*/ 6004 h 6104"/>
              <a:gd name="T40" fmla="*/ 3382 w 6033"/>
              <a:gd name="T41" fmla="*/ 5435 h 6104"/>
              <a:gd name="T42" fmla="*/ 3701 w 6033"/>
              <a:gd name="T43" fmla="*/ 5612 h 6104"/>
              <a:gd name="T44" fmla="*/ 4038 w 6033"/>
              <a:gd name="T45" fmla="*/ 5133 h 6104"/>
              <a:gd name="T46" fmla="*/ 4173 w 6033"/>
              <a:gd name="T47" fmla="*/ 4172 h 6104"/>
              <a:gd name="T48" fmla="*/ 4543 w 6033"/>
              <a:gd name="T49" fmla="*/ 4071 h 6104"/>
              <a:gd name="T50" fmla="*/ 4443 w 6033"/>
              <a:gd name="T51" fmla="*/ 3494 h 6104"/>
              <a:gd name="T52" fmla="*/ 1214 w 6033"/>
              <a:gd name="T53" fmla="*/ 3833 h 6104"/>
              <a:gd name="T54" fmla="*/ 3330 w 6033"/>
              <a:gd name="T55" fmla="*/ 3833 h 6104"/>
              <a:gd name="T56" fmla="*/ 2674 w 6033"/>
              <a:gd name="T57" fmla="*/ 3833 h 6104"/>
              <a:gd name="T58" fmla="*/ 1870 w 6033"/>
              <a:gd name="T59" fmla="*/ 3833 h 6104"/>
              <a:gd name="T60" fmla="*/ 2674 w 6033"/>
              <a:gd name="T61" fmla="*/ 3833 h 6104"/>
              <a:gd name="T62" fmla="*/ 5843 w 6033"/>
              <a:gd name="T63" fmla="*/ 1525 h 6104"/>
              <a:gd name="T64" fmla="*/ 5990 w 6033"/>
              <a:gd name="T65" fmla="*/ 987 h 6104"/>
              <a:gd name="T66" fmla="*/ 5921 w 6033"/>
              <a:gd name="T67" fmla="*/ 659 h 6104"/>
              <a:gd name="T68" fmla="*/ 5699 w 6033"/>
              <a:gd name="T69" fmla="*/ 686 h 6104"/>
              <a:gd name="T70" fmla="*/ 5424 w 6033"/>
              <a:gd name="T71" fmla="*/ 204 h 6104"/>
              <a:gd name="T72" fmla="*/ 5394 w 6033"/>
              <a:gd name="T73" fmla="*/ 129 h 6104"/>
              <a:gd name="T74" fmla="*/ 5068 w 6033"/>
              <a:gd name="T75" fmla="*/ 51 h 6104"/>
              <a:gd name="T76" fmla="*/ 4540 w 6033"/>
              <a:gd name="T77" fmla="*/ 194 h 6104"/>
              <a:gd name="T78" fmla="*/ 4405 w 6033"/>
              <a:gd name="T79" fmla="*/ 12 h 6104"/>
              <a:gd name="T80" fmla="*/ 4120 w 6033"/>
              <a:gd name="T81" fmla="*/ 187 h 6104"/>
              <a:gd name="T82" fmla="*/ 3843 w 6033"/>
              <a:gd name="T83" fmla="*/ 663 h 6104"/>
              <a:gd name="T84" fmla="*/ 3624 w 6033"/>
              <a:gd name="T85" fmla="*/ 631 h 6104"/>
              <a:gd name="T86" fmla="*/ 3515 w 6033"/>
              <a:gd name="T87" fmla="*/ 925 h 6104"/>
              <a:gd name="T88" fmla="*/ 3687 w 6033"/>
              <a:gd name="T89" fmla="*/ 1017 h 6104"/>
              <a:gd name="T90" fmla="*/ 3541 w 6033"/>
              <a:gd name="T91" fmla="*/ 1545 h 6104"/>
              <a:gd name="T92" fmla="*/ 3610 w 6033"/>
              <a:gd name="T93" fmla="*/ 1872 h 6104"/>
              <a:gd name="T94" fmla="*/ 3814 w 6033"/>
              <a:gd name="T95" fmla="*/ 1853 h 6104"/>
              <a:gd name="T96" fmla="*/ 4087 w 6033"/>
              <a:gd name="T97" fmla="*/ 2330 h 6104"/>
              <a:gd name="T98" fmla="*/ 4367 w 6033"/>
              <a:gd name="T99" fmla="*/ 2513 h 6104"/>
              <a:gd name="T100" fmla="*/ 4442 w 6033"/>
              <a:gd name="T101" fmla="*/ 2483 h 6104"/>
              <a:gd name="T102" fmla="*/ 4986 w 6033"/>
              <a:gd name="T103" fmla="*/ 2365 h 6104"/>
              <a:gd name="T104" fmla="*/ 5112 w 6033"/>
              <a:gd name="T105" fmla="*/ 2525 h 6104"/>
              <a:gd name="T106" fmla="*/ 5397 w 6033"/>
              <a:gd name="T107" fmla="*/ 2350 h 6104"/>
              <a:gd name="T108" fmla="*/ 5693 w 6033"/>
              <a:gd name="T109" fmla="*/ 1882 h 6104"/>
              <a:gd name="T110" fmla="*/ 5900 w 6033"/>
              <a:gd name="T111" fmla="*/ 1909 h 6104"/>
              <a:gd name="T112" fmla="*/ 5978 w 6033"/>
              <a:gd name="T113" fmla="*/ 1583 h 6104"/>
              <a:gd name="T114" fmla="*/ 4203 w 6033"/>
              <a:gd name="T115" fmla="*/ 1489 h 6104"/>
              <a:gd name="T116" fmla="*/ 5327 w 6033"/>
              <a:gd name="T117" fmla="*/ 1042 h 6104"/>
              <a:gd name="T118" fmla="*/ 4979 w 6033"/>
              <a:gd name="T119" fmla="*/ 1181 h 6104"/>
              <a:gd name="T120" fmla="*/ 4552 w 6033"/>
              <a:gd name="T121" fmla="*/ 1351 h 6104"/>
              <a:gd name="T122" fmla="*/ 4979 w 6033"/>
              <a:gd name="T123" fmla="*/ 1181 h 6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033" h="6104">
                <a:moveTo>
                  <a:pt x="4443" y="3494"/>
                </a:moveTo>
                <a:lnTo>
                  <a:pt x="4165" y="3494"/>
                </a:lnTo>
                <a:cubicBezTo>
                  <a:pt x="4112" y="3217"/>
                  <a:pt x="4000" y="2955"/>
                  <a:pt x="3836" y="2726"/>
                </a:cubicBezTo>
                <a:lnTo>
                  <a:pt x="4030" y="2533"/>
                </a:lnTo>
                <a:cubicBezTo>
                  <a:pt x="4048" y="2514"/>
                  <a:pt x="4059" y="2488"/>
                  <a:pt x="4059" y="2462"/>
                </a:cubicBezTo>
                <a:cubicBezTo>
                  <a:pt x="4059" y="2435"/>
                  <a:pt x="4048" y="2410"/>
                  <a:pt x="4030" y="2391"/>
                </a:cubicBezTo>
                <a:lnTo>
                  <a:pt x="3692" y="2054"/>
                </a:lnTo>
                <a:cubicBezTo>
                  <a:pt x="3653" y="2015"/>
                  <a:pt x="3590" y="2015"/>
                  <a:pt x="3550" y="2054"/>
                </a:cubicBezTo>
                <a:lnTo>
                  <a:pt x="3351" y="2253"/>
                </a:lnTo>
                <a:cubicBezTo>
                  <a:pt x="3125" y="2098"/>
                  <a:pt x="2867" y="1992"/>
                  <a:pt x="2598" y="1945"/>
                </a:cubicBezTo>
                <a:lnTo>
                  <a:pt x="2598" y="1662"/>
                </a:lnTo>
                <a:cubicBezTo>
                  <a:pt x="2598" y="1607"/>
                  <a:pt x="2553" y="1562"/>
                  <a:pt x="2498" y="1562"/>
                </a:cubicBezTo>
                <a:lnTo>
                  <a:pt x="2021" y="1562"/>
                </a:lnTo>
                <a:cubicBezTo>
                  <a:pt x="1965" y="1562"/>
                  <a:pt x="1920" y="1607"/>
                  <a:pt x="1920" y="1662"/>
                </a:cubicBezTo>
                <a:lnTo>
                  <a:pt x="1920" y="1945"/>
                </a:lnTo>
                <a:cubicBezTo>
                  <a:pt x="1649" y="1993"/>
                  <a:pt x="1390" y="2099"/>
                  <a:pt x="1162" y="2256"/>
                </a:cubicBezTo>
                <a:lnTo>
                  <a:pt x="968" y="2063"/>
                </a:lnTo>
                <a:cubicBezTo>
                  <a:pt x="929" y="2023"/>
                  <a:pt x="865" y="2023"/>
                  <a:pt x="826" y="2063"/>
                </a:cubicBezTo>
                <a:lnTo>
                  <a:pt x="489" y="2400"/>
                </a:lnTo>
                <a:cubicBezTo>
                  <a:pt x="470" y="2419"/>
                  <a:pt x="460" y="2444"/>
                  <a:pt x="460" y="2471"/>
                </a:cubicBezTo>
                <a:cubicBezTo>
                  <a:pt x="460" y="2497"/>
                  <a:pt x="470" y="2523"/>
                  <a:pt x="489" y="2542"/>
                </a:cubicBezTo>
                <a:lnTo>
                  <a:pt x="679" y="2731"/>
                </a:lnTo>
                <a:cubicBezTo>
                  <a:pt x="517" y="2959"/>
                  <a:pt x="406" y="3220"/>
                  <a:pt x="354" y="3494"/>
                </a:cubicBezTo>
                <a:lnTo>
                  <a:pt x="101" y="3494"/>
                </a:lnTo>
                <a:cubicBezTo>
                  <a:pt x="45" y="3494"/>
                  <a:pt x="0" y="3539"/>
                  <a:pt x="0" y="3594"/>
                </a:cubicBezTo>
                <a:lnTo>
                  <a:pt x="0" y="4071"/>
                </a:lnTo>
                <a:cubicBezTo>
                  <a:pt x="0" y="4127"/>
                  <a:pt x="45" y="4172"/>
                  <a:pt x="101" y="4172"/>
                </a:cubicBezTo>
                <a:lnTo>
                  <a:pt x="346" y="4172"/>
                </a:lnTo>
                <a:cubicBezTo>
                  <a:pt x="392" y="4448"/>
                  <a:pt x="498" y="4713"/>
                  <a:pt x="658" y="4946"/>
                </a:cubicBezTo>
                <a:lnTo>
                  <a:pt x="480" y="5124"/>
                </a:lnTo>
                <a:cubicBezTo>
                  <a:pt x="441" y="5163"/>
                  <a:pt x="441" y="5227"/>
                  <a:pt x="480" y="5266"/>
                </a:cubicBezTo>
                <a:lnTo>
                  <a:pt x="817" y="5603"/>
                </a:lnTo>
                <a:cubicBezTo>
                  <a:pt x="836" y="5622"/>
                  <a:pt x="862" y="5633"/>
                  <a:pt x="888" y="5633"/>
                </a:cubicBezTo>
                <a:cubicBezTo>
                  <a:pt x="915" y="5633"/>
                  <a:pt x="940" y="5622"/>
                  <a:pt x="959" y="5603"/>
                </a:cubicBezTo>
                <a:lnTo>
                  <a:pt x="1131" y="5431"/>
                </a:lnTo>
                <a:cubicBezTo>
                  <a:pt x="1367" y="5599"/>
                  <a:pt x="1636" y="5713"/>
                  <a:pt x="1920" y="5763"/>
                </a:cubicBezTo>
                <a:lnTo>
                  <a:pt x="1920" y="6004"/>
                </a:lnTo>
                <a:cubicBezTo>
                  <a:pt x="1920" y="6059"/>
                  <a:pt x="1965" y="6104"/>
                  <a:pt x="2021" y="6104"/>
                </a:cubicBezTo>
                <a:lnTo>
                  <a:pt x="2498" y="6104"/>
                </a:lnTo>
                <a:cubicBezTo>
                  <a:pt x="2553" y="6104"/>
                  <a:pt x="2598" y="6059"/>
                  <a:pt x="2598" y="6004"/>
                </a:cubicBezTo>
                <a:lnTo>
                  <a:pt x="2598" y="5763"/>
                </a:lnTo>
                <a:cubicBezTo>
                  <a:pt x="2880" y="5713"/>
                  <a:pt x="3148" y="5601"/>
                  <a:pt x="3382" y="5435"/>
                </a:cubicBezTo>
                <a:lnTo>
                  <a:pt x="3559" y="5612"/>
                </a:lnTo>
                <a:cubicBezTo>
                  <a:pt x="3597" y="5650"/>
                  <a:pt x="3664" y="5650"/>
                  <a:pt x="3701" y="5612"/>
                </a:cubicBezTo>
                <a:lnTo>
                  <a:pt x="4038" y="5275"/>
                </a:lnTo>
                <a:cubicBezTo>
                  <a:pt x="4078" y="5235"/>
                  <a:pt x="4078" y="5172"/>
                  <a:pt x="4038" y="5133"/>
                </a:cubicBezTo>
                <a:lnTo>
                  <a:pt x="3857" y="4951"/>
                </a:lnTo>
                <a:cubicBezTo>
                  <a:pt x="4019" y="4717"/>
                  <a:pt x="4126" y="4450"/>
                  <a:pt x="4173" y="4172"/>
                </a:cubicBezTo>
                <a:lnTo>
                  <a:pt x="4443" y="4172"/>
                </a:lnTo>
                <a:cubicBezTo>
                  <a:pt x="4498" y="4172"/>
                  <a:pt x="4543" y="4127"/>
                  <a:pt x="4543" y="4071"/>
                </a:cubicBezTo>
                <a:lnTo>
                  <a:pt x="4543" y="3594"/>
                </a:lnTo>
                <a:cubicBezTo>
                  <a:pt x="4543" y="3539"/>
                  <a:pt x="4498" y="3494"/>
                  <a:pt x="4443" y="3494"/>
                </a:cubicBezTo>
                <a:close/>
                <a:moveTo>
                  <a:pt x="2272" y="4891"/>
                </a:moveTo>
                <a:cubicBezTo>
                  <a:pt x="1687" y="4891"/>
                  <a:pt x="1214" y="4417"/>
                  <a:pt x="1214" y="3833"/>
                </a:cubicBezTo>
                <a:cubicBezTo>
                  <a:pt x="1214" y="3248"/>
                  <a:pt x="1687" y="2775"/>
                  <a:pt x="2272" y="2775"/>
                </a:cubicBezTo>
                <a:cubicBezTo>
                  <a:pt x="2856" y="2775"/>
                  <a:pt x="3330" y="3248"/>
                  <a:pt x="3330" y="3833"/>
                </a:cubicBezTo>
                <a:cubicBezTo>
                  <a:pt x="3330" y="4417"/>
                  <a:pt x="2856" y="4891"/>
                  <a:pt x="2272" y="4891"/>
                </a:cubicBezTo>
                <a:close/>
                <a:moveTo>
                  <a:pt x="2674" y="3833"/>
                </a:moveTo>
                <a:cubicBezTo>
                  <a:pt x="2674" y="4055"/>
                  <a:pt x="2494" y="4235"/>
                  <a:pt x="2272" y="4235"/>
                </a:cubicBezTo>
                <a:cubicBezTo>
                  <a:pt x="2050" y="4235"/>
                  <a:pt x="1870" y="4055"/>
                  <a:pt x="1870" y="3833"/>
                </a:cubicBezTo>
                <a:cubicBezTo>
                  <a:pt x="1870" y="3611"/>
                  <a:pt x="2050" y="3431"/>
                  <a:pt x="2272" y="3431"/>
                </a:cubicBezTo>
                <a:cubicBezTo>
                  <a:pt x="2494" y="3431"/>
                  <a:pt x="2674" y="3611"/>
                  <a:pt x="2674" y="3833"/>
                </a:cubicBezTo>
                <a:close/>
                <a:moveTo>
                  <a:pt x="5978" y="1583"/>
                </a:moveTo>
                <a:lnTo>
                  <a:pt x="5843" y="1525"/>
                </a:lnTo>
                <a:cubicBezTo>
                  <a:pt x="5879" y="1366"/>
                  <a:pt x="5880" y="1202"/>
                  <a:pt x="5846" y="1044"/>
                </a:cubicBezTo>
                <a:lnTo>
                  <a:pt x="5990" y="987"/>
                </a:lnTo>
                <a:cubicBezTo>
                  <a:pt x="6019" y="975"/>
                  <a:pt x="6033" y="942"/>
                  <a:pt x="6022" y="913"/>
                </a:cubicBezTo>
                <a:lnTo>
                  <a:pt x="5921" y="659"/>
                </a:lnTo>
                <a:cubicBezTo>
                  <a:pt x="5909" y="630"/>
                  <a:pt x="5876" y="616"/>
                  <a:pt x="5846" y="627"/>
                </a:cubicBezTo>
                <a:lnTo>
                  <a:pt x="5699" y="686"/>
                </a:lnTo>
                <a:cubicBezTo>
                  <a:pt x="5612" y="550"/>
                  <a:pt x="5497" y="435"/>
                  <a:pt x="5362" y="348"/>
                </a:cubicBezTo>
                <a:lnTo>
                  <a:pt x="5424" y="204"/>
                </a:lnTo>
                <a:cubicBezTo>
                  <a:pt x="5430" y="190"/>
                  <a:pt x="5430" y="175"/>
                  <a:pt x="5424" y="160"/>
                </a:cubicBezTo>
                <a:cubicBezTo>
                  <a:pt x="5419" y="146"/>
                  <a:pt x="5408" y="135"/>
                  <a:pt x="5394" y="129"/>
                </a:cubicBezTo>
                <a:lnTo>
                  <a:pt x="5144" y="21"/>
                </a:lnTo>
                <a:cubicBezTo>
                  <a:pt x="5115" y="9"/>
                  <a:pt x="5081" y="22"/>
                  <a:pt x="5068" y="51"/>
                </a:cubicBezTo>
                <a:lnTo>
                  <a:pt x="5005" y="199"/>
                </a:lnTo>
                <a:cubicBezTo>
                  <a:pt x="4851" y="164"/>
                  <a:pt x="4693" y="163"/>
                  <a:pt x="4540" y="194"/>
                </a:cubicBezTo>
                <a:lnTo>
                  <a:pt x="4480" y="44"/>
                </a:lnTo>
                <a:cubicBezTo>
                  <a:pt x="4468" y="15"/>
                  <a:pt x="4435" y="0"/>
                  <a:pt x="4405" y="12"/>
                </a:cubicBezTo>
                <a:lnTo>
                  <a:pt x="4152" y="113"/>
                </a:lnTo>
                <a:cubicBezTo>
                  <a:pt x="4123" y="125"/>
                  <a:pt x="4108" y="158"/>
                  <a:pt x="4120" y="187"/>
                </a:cubicBezTo>
                <a:lnTo>
                  <a:pt x="4180" y="337"/>
                </a:lnTo>
                <a:cubicBezTo>
                  <a:pt x="4046" y="420"/>
                  <a:pt x="3931" y="532"/>
                  <a:pt x="3843" y="663"/>
                </a:cubicBezTo>
                <a:lnTo>
                  <a:pt x="3699" y="601"/>
                </a:lnTo>
                <a:cubicBezTo>
                  <a:pt x="3670" y="589"/>
                  <a:pt x="3636" y="602"/>
                  <a:pt x="3624" y="631"/>
                </a:cubicBezTo>
                <a:lnTo>
                  <a:pt x="3516" y="881"/>
                </a:lnTo>
                <a:cubicBezTo>
                  <a:pt x="3510" y="896"/>
                  <a:pt x="3510" y="911"/>
                  <a:pt x="3515" y="925"/>
                </a:cubicBezTo>
                <a:cubicBezTo>
                  <a:pt x="3521" y="940"/>
                  <a:pt x="3532" y="951"/>
                  <a:pt x="3546" y="957"/>
                </a:cubicBezTo>
                <a:lnTo>
                  <a:pt x="3687" y="1017"/>
                </a:lnTo>
                <a:cubicBezTo>
                  <a:pt x="3649" y="1173"/>
                  <a:pt x="3645" y="1334"/>
                  <a:pt x="3675" y="1491"/>
                </a:cubicBezTo>
                <a:lnTo>
                  <a:pt x="3541" y="1545"/>
                </a:lnTo>
                <a:cubicBezTo>
                  <a:pt x="3512" y="1556"/>
                  <a:pt x="3497" y="1590"/>
                  <a:pt x="3509" y="1619"/>
                </a:cubicBezTo>
                <a:lnTo>
                  <a:pt x="3610" y="1872"/>
                </a:lnTo>
                <a:cubicBezTo>
                  <a:pt x="3621" y="1902"/>
                  <a:pt x="3655" y="1916"/>
                  <a:pt x="3684" y="1904"/>
                </a:cubicBezTo>
                <a:lnTo>
                  <a:pt x="3814" y="1853"/>
                </a:lnTo>
                <a:cubicBezTo>
                  <a:pt x="3897" y="1990"/>
                  <a:pt x="4009" y="2108"/>
                  <a:pt x="4143" y="2198"/>
                </a:cubicBezTo>
                <a:lnTo>
                  <a:pt x="4087" y="2330"/>
                </a:lnTo>
                <a:cubicBezTo>
                  <a:pt x="4074" y="2359"/>
                  <a:pt x="4087" y="2393"/>
                  <a:pt x="4117" y="2405"/>
                </a:cubicBezTo>
                <a:lnTo>
                  <a:pt x="4367" y="2513"/>
                </a:lnTo>
                <a:cubicBezTo>
                  <a:pt x="4381" y="2519"/>
                  <a:pt x="4397" y="2519"/>
                  <a:pt x="4411" y="2514"/>
                </a:cubicBezTo>
                <a:cubicBezTo>
                  <a:pt x="4425" y="2508"/>
                  <a:pt x="4436" y="2497"/>
                  <a:pt x="4442" y="2483"/>
                </a:cubicBezTo>
                <a:lnTo>
                  <a:pt x="4497" y="2355"/>
                </a:lnTo>
                <a:cubicBezTo>
                  <a:pt x="4658" y="2395"/>
                  <a:pt x="4825" y="2398"/>
                  <a:pt x="4986" y="2365"/>
                </a:cubicBezTo>
                <a:lnTo>
                  <a:pt x="5037" y="2493"/>
                </a:lnTo>
                <a:cubicBezTo>
                  <a:pt x="5049" y="2522"/>
                  <a:pt x="5082" y="2537"/>
                  <a:pt x="5112" y="2525"/>
                </a:cubicBezTo>
                <a:lnTo>
                  <a:pt x="5365" y="2424"/>
                </a:lnTo>
                <a:cubicBezTo>
                  <a:pt x="5394" y="2413"/>
                  <a:pt x="5409" y="2379"/>
                  <a:pt x="5397" y="2350"/>
                </a:cubicBezTo>
                <a:lnTo>
                  <a:pt x="5346" y="2222"/>
                </a:lnTo>
                <a:cubicBezTo>
                  <a:pt x="5485" y="2136"/>
                  <a:pt x="5604" y="2020"/>
                  <a:pt x="5693" y="1882"/>
                </a:cubicBezTo>
                <a:lnTo>
                  <a:pt x="5825" y="1939"/>
                </a:lnTo>
                <a:cubicBezTo>
                  <a:pt x="5852" y="1951"/>
                  <a:pt x="5888" y="1937"/>
                  <a:pt x="5900" y="1909"/>
                </a:cubicBezTo>
                <a:lnTo>
                  <a:pt x="6008" y="1658"/>
                </a:lnTo>
                <a:cubicBezTo>
                  <a:pt x="6020" y="1629"/>
                  <a:pt x="6007" y="1595"/>
                  <a:pt x="5978" y="1583"/>
                </a:cubicBezTo>
                <a:close/>
                <a:moveTo>
                  <a:pt x="4989" y="1828"/>
                </a:moveTo>
                <a:cubicBezTo>
                  <a:pt x="4678" y="1951"/>
                  <a:pt x="4327" y="1800"/>
                  <a:pt x="4203" y="1489"/>
                </a:cubicBezTo>
                <a:cubicBezTo>
                  <a:pt x="4080" y="1179"/>
                  <a:pt x="4231" y="828"/>
                  <a:pt x="4542" y="704"/>
                </a:cubicBezTo>
                <a:cubicBezTo>
                  <a:pt x="4852" y="581"/>
                  <a:pt x="5204" y="732"/>
                  <a:pt x="5327" y="1042"/>
                </a:cubicBezTo>
                <a:cubicBezTo>
                  <a:pt x="5451" y="1353"/>
                  <a:pt x="5299" y="1704"/>
                  <a:pt x="4989" y="1828"/>
                </a:cubicBezTo>
                <a:close/>
                <a:moveTo>
                  <a:pt x="4979" y="1181"/>
                </a:moveTo>
                <a:cubicBezTo>
                  <a:pt x="5025" y="1299"/>
                  <a:pt x="4968" y="1432"/>
                  <a:pt x="4850" y="1479"/>
                </a:cubicBezTo>
                <a:cubicBezTo>
                  <a:pt x="4732" y="1526"/>
                  <a:pt x="4599" y="1468"/>
                  <a:pt x="4552" y="1351"/>
                </a:cubicBezTo>
                <a:cubicBezTo>
                  <a:pt x="4505" y="1233"/>
                  <a:pt x="4563" y="1099"/>
                  <a:pt x="4680" y="1053"/>
                </a:cubicBezTo>
                <a:cubicBezTo>
                  <a:pt x="4798" y="1006"/>
                  <a:pt x="4932" y="1063"/>
                  <a:pt x="4979" y="1181"/>
                </a:cubicBezTo>
                <a:close/>
              </a:path>
            </a:pathLst>
          </a:custGeom>
          <a:solidFill>
            <a:sysClr val="window" lastClr="FFFFFF"/>
          </a:solidFill>
          <a:ln>
            <a:noFill/>
          </a:ln>
        </p:spPr>
        <p:txBody>
          <a:bodyPr anchor="ctr"/>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algn="ctr">
              <a:lnSpc>
                <a:spcPct val="120000"/>
              </a:lnSpc>
            </a:pPr>
            <a:endParaRPr sz="1350" spc="150">
              <a:latin typeface="微软雅黑" panose="020B0503020204020204" pitchFamily="34" charset="-122"/>
              <a:ea typeface="微软雅黑" panose="020B0503020204020204" pitchFamily="34" charset="-122"/>
            </a:endParaRPr>
          </a:p>
        </p:txBody>
      </p:sp>
      <p:sp>
        <p:nvSpPr>
          <p:cNvPr id="111" name="矩形 110"/>
          <p:cNvSpPr/>
          <p:nvPr>
            <p:custDataLst>
              <p:tags r:id="rId16"/>
            </p:custDataLst>
          </p:nvPr>
        </p:nvSpPr>
        <p:spPr bwMode="auto">
          <a:xfrm>
            <a:off x="4978446" y="1578200"/>
            <a:ext cx="3197154" cy="447768"/>
          </a:xfrm>
          <a:prstGeom prst="rect">
            <a:avLst/>
          </a:prstGeom>
          <a:solidFill>
            <a:sysClr val="window" lastClr="FFFFFF"/>
          </a:solidFill>
          <a:ln w="19050">
            <a:noFill/>
            <a:round/>
          </a:ln>
        </p:spPr>
        <p:txBody>
          <a:bodyPr rot="0" spcFirstLastPara="0" vert="horz" wrap="square" lIns="68580" tIns="34290" rIns="68580" bIns="34290" anchor="ctr" anchorCtr="0" forceAA="0" compatLnSpc="1">
            <a:normAutofit/>
          </a:bodyPr>
          <a:lstStyle/>
          <a:p>
            <a:pPr algn="l" fontAlgn="auto">
              <a:lnSpc>
                <a:spcPct val="120000"/>
              </a:lnSpc>
            </a:pPr>
            <a:r>
              <a:rPr lang="en-US" altLang="zh-CN" sz="1200" spc="150" dirty="0">
                <a:latin typeface="微软雅黑" panose="020B0503020204020204" pitchFamily="34" charset="-122"/>
                <a:ea typeface="微软雅黑" panose="020B0503020204020204" pitchFamily="34" charset="-122"/>
              </a:rPr>
              <a:t>2. 计算机系统中文件的管理方式。</a:t>
            </a:r>
          </a:p>
        </p:txBody>
      </p:sp>
      <p:sp>
        <p:nvSpPr>
          <p:cNvPr id="165" name="圆角矩形 164"/>
          <p:cNvSpPr/>
          <p:nvPr>
            <p:custDataLst>
              <p:tags r:id="rId17"/>
            </p:custDataLst>
          </p:nvPr>
        </p:nvSpPr>
        <p:spPr>
          <a:xfrm rot="2700000">
            <a:off x="4298834" y="1617656"/>
            <a:ext cx="368856" cy="368856"/>
          </a:xfrm>
          <a:prstGeom prst="roundRect">
            <a:avLst>
              <a:gd name="adj" fmla="val 25355"/>
            </a:avLst>
          </a:prstGeom>
          <a:solidFill>
            <a:srgbClr val="3498DB"/>
          </a:solidFill>
          <a:ln>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20000"/>
              </a:lnSpc>
            </a:pPr>
            <a:endParaRPr sz="1350" spc="150">
              <a:latin typeface="微软雅黑" panose="020B0503020204020204" pitchFamily="34" charset="-122"/>
              <a:ea typeface="微软雅黑" panose="020B0503020204020204" pitchFamily="34" charset="-122"/>
            </a:endParaRPr>
          </a:p>
        </p:txBody>
      </p:sp>
      <p:sp>
        <p:nvSpPr>
          <p:cNvPr id="172" name="任意多边形 171"/>
          <p:cNvSpPr/>
          <p:nvPr>
            <p:custDataLst>
              <p:tags r:id="rId18"/>
            </p:custDataLst>
          </p:nvPr>
        </p:nvSpPr>
        <p:spPr bwMode="auto">
          <a:xfrm>
            <a:off x="4360309" y="1679132"/>
            <a:ext cx="245906" cy="245906"/>
          </a:xfrm>
          <a:custGeom>
            <a:avLst/>
            <a:gdLst>
              <a:gd name="connsiteX0" fmla="*/ 164612 w 327875"/>
              <a:gd name="connsiteY0" fmla="*/ 105028 h 327875"/>
              <a:gd name="connsiteX1" fmla="*/ 222849 w 327875"/>
              <a:gd name="connsiteY1" fmla="*/ 163938 h 327875"/>
              <a:gd name="connsiteX2" fmla="*/ 164612 w 327875"/>
              <a:gd name="connsiteY2" fmla="*/ 222848 h 327875"/>
              <a:gd name="connsiteX3" fmla="*/ 106375 w 327875"/>
              <a:gd name="connsiteY3" fmla="*/ 163938 h 327875"/>
              <a:gd name="connsiteX4" fmla="*/ 164612 w 327875"/>
              <a:gd name="connsiteY4" fmla="*/ 105028 h 327875"/>
              <a:gd name="connsiteX5" fmla="*/ 163938 w 327875"/>
              <a:gd name="connsiteY5" fmla="*/ 66848 h 327875"/>
              <a:gd name="connsiteX6" fmla="*/ 66848 w 327875"/>
              <a:gd name="connsiteY6" fmla="*/ 163938 h 327875"/>
              <a:gd name="connsiteX7" fmla="*/ 163938 w 327875"/>
              <a:gd name="connsiteY7" fmla="*/ 261027 h 327875"/>
              <a:gd name="connsiteX8" fmla="*/ 261027 w 327875"/>
              <a:gd name="connsiteY8" fmla="*/ 163938 h 327875"/>
              <a:gd name="connsiteX9" fmla="*/ 163938 w 327875"/>
              <a:gd name="connsiteY9" fmla="*/ 66848 h 327875"/>
              <a:gd name="connsiteX10" fmla="*/ 141655 w 327875"/>
              <a:gd name="connsiteY10" fmla="*/ 0 h 327875"/>
              <a:gd name="connsiteX11" fmla="*/ 186221 w 327875"/>
              <a:gd name="connsiteY11" fmla="*/ 0 h 327875"/>
              <a:gd name="connsiteX12" fmla="*/ 186221 w 327875"/>
              <a:gd name="connsiteY12" fmla="*/ 36607 h 327875"/>
              <a:gd name="connsiteX13" fmla="*/ 238744 w 327875"/>
              <a:gd name="connsiteY13" fmla="*/ 58890 h 327875"/>
              <a:gd name="connsiteX14" fmla="*/ 264210 w 327875"/>
              <a:gd name="connsiteY14" fmla="*/ 31832 h 327875"/>
              <a:gd name="connsiteX15" fmla="*/ 296043 w 327875"/>
              <a:gd name="connsiteY15" fmla="*/ 63665 h 327875"/>
              <a:gd name="connsiteX16" fmla="*/ 270577 w 327875"/>
              <a:gd name="connsiteY16" fmla="*/ 89131 h 327875"/>
              <a:gd name="connsiteX17" fmla="*/ 291268 w 327875"/>
              <a:gd name="connsiteY17" fmla="*/ 141655 h 327875"/>
              <a:gd name="connsiteX18" fmla="*/ 327875 w 327875"/>
              <a:gd name="connsiteY18" fmla="*/ 141655 h 327875"/>
              <a:gd name="connsiteX19" fmla="*/ 327875 w 327875"/>
              <a:gd name="connsiteY19" fmla="*/ 186220 h 327875"/>
              <a:gd name="connsiteX20" fmla="*/ 291268 w 327875"/>
              <a:gd name="connsiteY20" fmla="*/ 186220 h 327875"/>
              <a:gd name="connsiteX21" fmla="*/ 270577 w 327875"/>
              <a:gd name="connsiteY21" fmla="*/ 238744 h 327875"/>
              <a:gd name="connsiteX22" fmla="*/ 296043 w 327875"/>
              <a:gd name="connsiteY22" fmla="*/ 264210 h 327875"/>
              <a:gd name="connsiteX23" fmla="*/ 264210 w 327875"/>
              <a:gd name="connsiteY23" fmla="*/ 296043 h 327875"/>
              <a:gd name="connsiteX24" fmla="*/ 238744 w 327875"/>
              <a:gd name="connsiteY24" fmla="*/ 268985 h 327875"/>
              <a:gd name="connsiteX25" fmla="*/ 186221 w 327875"/>
              <a:gd name="connsiteY25" fmla="*/ 291268 h 327875"/>
              <a:gd name="connsiteX26" fmla="*/ 186221 w 327875"/>
              <a:gd name="connsiteY26" fmla="*/ 327875 h 327875"/>
              <a:gd name="connsiteX27" fmla="*/ 141655 w 327875"/>
              <a:gd name="connsiteY27" fmla="*/ 327875 h 327875"/>
              <a:gd name="connsiteX28" fmla="*/ 141655 w 327875"/>
              <a:gd name="connsiteY28" fmla="*/ 291268 h 327875"/>
              <a:gd name="connsiteX29" fmla="*/ 90722 w 327875"/>
              <a:gd name="connsiteY29" fmla="*/ 268985 h 327875"/>
              <a:gd name="connsiteX30" fmla="*/ 63665 w 327875"/>
              <a:gd name="connsiteY30" fmla="*/ 296043 h 327875"/>
              <a:gd name="connsiteX31" fmla="*/ 31832 w 327875"/>
              <a:gd name="connsiteY31" fmla="*/ 264210 h 327875"/>
              <a:gd name="connsiteX32" fmla="*/ 58890 w 327875"/>
              <a:gd name="connsiteY32" fmla="*/ 238744 h 327875"/>
              <a:gd name="connsiteX33" fmla="*/ 36607 w 327875"/>
              <a:gd name="connsiteY33" fmla="*/ 186220 h 327875"/>
              <a:gd name="connsiteX34" fmla="*/ 0 w 327875"/>
              <a:gd name="connsiteY34" fmla="*/ 186220 h 327875"/>
              <a:gd name="connsiteX35" fmla="*/ 0 w 327875"/>
              <a:gd name="connsiteY35" fmla="*/ 141655 h 327875"/>
              <a:gd name="connsiteX36" fmla="*/ 36607 w 327875"/>
              <a:gd name="connsiteY36" fmla="*/ 141655 h 327875"/>
              <a:gd name="connsiteX37" fmla="*/ 58890 w 327875"/>
              <a:gd name="connsiteY37" fmla="*/ 89131 h 327875"/>
              <a:gd name="connsiteX38" fmla="*/ 31832 w 327875"/>
              <a:gd name="connsiteY38" fmla="*/ 63665 h 327875"/>
              <a:gd name="connsiteX39" fmla="*/ 63665 w 327875"/>
              <a:gd name="connsiteY39" fmla="*/ 31832 h 327875"/>
              <a:gd name="connsiteX40" fmla="*/ 90722 w 327875"/>
              <a:gd name="connsiteY40" fmla="*/ 58890 h 327875"/>
              <a:gd name="connsiteX41" fmla="*/ 141655 w 327875"/>
              <a:gd name="connsiteY41" fmla="*/ 36607 h 327875"/>
              <a:gd name="connsiteX42" fmla="*/ 141655 w 327875"/>
              <a:gd name="connsiteY42" fmla="*/ 0 h 327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27875" h="327875">
                <a:moveTo>
                  <a:pt x="164612" y="105028"/>
                </a:moveTo>
                <a:cubicBezTo>
                  <a:pt x="196775" y="105028"/>
                  <a:pt x="222849" y="131403"/>
                  <a:pt x="222849" y="163938"/>
                </a:cubicBezTo>
                <a:cubicBezTo>
                  <a:pt x="222849" y="196473"/>
                  <a:pt x="196775" y="222848"/>
                  <a:pt x="164612" y="222848"/>
                </a:cubicBezTo>
                <a:cubicBezTo>
                  <a:pt x="132449" y="222848"/>
                  <a:pt x="106375" y="196473"/>
                  <a:pt x="106375" y="163938"/>
                </a:cubicBezTo>
                <a:cubicBezTo>
                  <a:pt x="106375" y="131403"/>
                  <a:pt x="132449" y="105028"/>
                  <a:pt x="164612" y="105028"/>
                </a:cubicBezTo>
                <a:close/>
                <a:moveTo>
                  <a:pt x="163938" y="66848"/>
                </a:moveTo>
                <a:cubicBezTo>
                  <a:pt x="111414" y="66848"/>
                  <a:pt x="66848" y="109822"/>
                  <a:pt x="66848" y="163938"/>
                </a:cubicBezTo>
                <a:cubicBezTo>
                  <a:pt x="66848" y="218053"/>
                  <a:pt x="111414" y="261027"/>
                  <a:pt x="163938" y="261027"/>
                </a:cubicBezTo>
                <a:cubicBezTo>
                  <a:pt x="218053" y="261027"/>
                  <a:pt x="261027" y="218053"/>
                  <a:pt x="261027" y="163938"/>
                </a:cubicBezTo>
                <a:cubicBezTo>
                  <a:pt x="261027" y="109822"/>
                  <a:pt x="218053" y="66848"/>
                  <a:pt x="163938" y="66848"/>
                </a:cubicBezTo>
                <a:close/>
                <a:moveTo>
                  <a:pt x="141655" y="0"/>
                </a:moveTo>
                <a:cubicBezTo>
                  <a:pt x="141655" y="0"/>
                  <a:pt x="141655" y="0"/>
                  <a:pt x="186221" y="0"/>
                </a:cubicBezTo>
                <a:cubicBezTo>
                  <a:pt x="186221" y="0"/>
                  <a:pt x="186221" y="0"/>
                  <a:pt x="186221" y="36607"/>
                </a:cubicBezTo>
                <a:cubicBezTo>
                  <a:pt x="205320" y="39791"/>
                  <a:pt x="222828" y="47749"/>
                  <a:pt x="238744" y="58890"/>
                </a:cubicBezTo>
                <a:cubicBezTo>
                  <a:pt x="238744" y="58890"/>
                  <a:pt x="238744" y="58890"/>
                  <a:pt x="264210" y="31832"/>
                </a:cubicBezTo>
                <a:cubicBezTo>
                  <a:pt x="264210" y="31832"/>
                  <a:pt x="264210" y="31832"/>
                  <a:pt x="296043" y="63665"/>
                </a:cubicBezTo>
                <a:cubicBezTo>
                  <a:pt x="296043" y="63665"/>
                  <a:pt x="296043" y="63665"/>
                  <a:pt x="270577" y="89131"/>
                </a:cubicBezTo>
                <a:cubicBezTo>
                  <a:pt x="280126" y="105047"/>
                  <a:pt x="288085" y="122555"/>
                  <a:pt x="291268" y="141655"/>
                </a:cubicBezTo>
                <a:cubicBezTo>
                  <a:pt x="291268" y="141655"/>
                  <a:pt x="291268" y="141655"/>
                  <a:pt x="327875" y="141655"/>
                </a:cubicBezTo>
                <a:cubicBezTo>
                  <a:pt x="327875" y="141655"/>
                  <a:pt x="327875" y="141655"/>
                  <a:pt x="327875" y="186220"/>
                </a:cubicBezTo>
                <a:lnTo>
                  <a:pt x="291268" y="186220"/>
                </a:lnTo>
                <a:cubicBezTo>
                  <a:pt x="288085" y="205320"/>
                  <a:pt x="280126" y="222828"/>
                  <a:pt x="270577" y="238744"/>
                </a:cubicBezTo>
                <a:cubicBezTo>
                  <a:pt x="270577" y="238744"/>
                  <a:pt x="270577" y="238744"/>
                  <a:pt x="296043" y="264210"/>
                </a:cubicBezTo>
                <a:cubicBezTo>
                  <a:pt x="296043" y="264210"/>
                  <a:pt x="296043" y="264210"/>
                  <a:pt x="264210" y="296043"/>
                </a:cubicBezTo>
                <a:cubicBezTo>
                  <a:pt x="264210" y="296043"/>
                  <a:pt x="264210" y="296043"/>
                  <a:pt x="238744" y="268985"/>
                </a:cubicBezTo>
                <a:cubicBezTo>
                  <a:pt x="222828" y="280126"/>
                  <a:pt x="205320" y="288084"/>
                  <a:pt x="186221" y="291268"/>
                </a:cubicBezTo>
                <a:cubicBezTo>
                  <a:pt x="186221" y="291268"/>
                  <a:pt x="186221" y="291268"/>
                  <a:pt x="186221" y="327875"/>
                </a:cubicBezTo>
                <a:cubicBezTo>
                  <a:pt x="186221" y="327875"/>
                  <a:pt x="186221" y="327875"/>
                  <a:pt x="141655" y="327875"/>
                </a:cubicBezTo>
                <a:cubicBezTo>
                  <a:pt x="141655" y="327875"/>
                  <a:pt x="141655" y="327875"/>
                  <a:pt x="141655" y="291268"/>
                </a:cubicBezTo>
                <a:cubicBezTo>
                  <a:pt x="122555" y="288084"/>
                  <a:pt x="105047" y="280126"/>
                  <a:pt x="90722" y="268985"/>
                </a:cubicBezTo>
                <a:cubicBezTo>
                  <a:pt x="90722" y="268985"/>
                  <a:pt x="90722" y="268985"/>
                  <a:pt x="63665" y="296043"/>
                </a:cubicBezTo>
                <a:cubicBezTo>
                  <a:pt x="63665" y="296043"/>
                  <a:pt x="63665" y="296043"/>
                  <a:pt x="31832" y="264210"/>
                </a:cubicBezTo>
                <a:cubicBezTo>
                  <a:pt x="31832" y="264210"/>
                  <a:pt x="31832" y="264210"/>
                  <a:pt x="58890" y="238744"/>
                </a:cubicBezTo>
                <a:cubicBezTo>
                  <a:pt x="47749" y="222828"/>
                  <a:pt x="39790" y="205320"/>
                  <a:pt x="36607" y="186220"/>
                </a:cubicBezTo>
                <a:cubicBezTo>
                  <a:pt x="36607" y="186220"/>
                  <a:pt x="36607" y="186220"/>
                  <a:pt x="0" y="186220"/>
                </a:cubicBezTo>
                <a:cubicBezTo>
                  <a:pt x="0" y="186220"/>
                  <a:pt x="0" y="186220"/>
                  <a:pt x="0" y="141655"/>
                </a:cubicBezTo>
                <a:cubicBezTo>
                  <a:pt x="0" y="141655"/>
                  <a:pt x="0" y="141655"/>
                  <a:pt x="36607" y="141655"/>
                </a:cubicBezTo>
                <a:cubicBezTo>
                  <a:pt x="39790" y="122555"/>
                  <a:pt x="47749" y="105047"/>
                  <a:pt x="58890" y="89131"/>
                </a:cubicBezTo>
                <a:cubicBezTo>
                  <a:pt x="58890" y="89131"/>
                  <a:pt x="58890" y="89131"/>
                  <a:pt x="31832" y="63665"/>
                </a:cubicBezTo>
                <a:cubicBezTo>
                  <a:pt x="31832" y="63665"/>
                  <a:pt x="31832" y="63665"/>
                  <a:pt x="63665" y="31832"/>
                </a:cubicBezTo>
                <a:cubicBezTo>
                  <a:pt x="63665" y="31832"/>
                  <a:pt x="63665" y="31832"/>
                  <a:pt x="90722" y="58890"/>
                </a:cubicBezTo>
                <a:cubicBezTo>
                  <a:pt x="105047" y="47749"/>
                  <a:pt x="122555" y="39791"/>
                  <a:pt x="141655" y="36607"/>
                </a:cubicBezTo>
                <a:cubicBezTo>
                  <a:pt x="141655" y="36607"/>
                  <a:pt x="141655" y="36607"/>
                  <a:pt x="141655" y="0"/>
                </a:cubicBezTo>
                <a:close/>
              </a:path>
            </a:pathLst>
          </a:custGeom>
          <a:solidFill>
            <a:sysClr val="window" lastClr="FFFFFF"/>
          </a:solidFill>
          <a:ln>
            <a:noFill/>
          </a:ln>
          <a:extLst>
            <a:ext uri="{91240B29-F687-4F45-9708-019B960494DF}">
              <a14:hiddenLine xmlns:a14="http://schemas.microsoft.com/office/drawing/2010/main" w="9525">
                <a:solidFill>
                  <a:srgbClr val="000000"/>
                </a:solidFill>
                <a:round/>
              </a14:hiddenLine>
            </a:ext>
          </a:extLst>
        </p:spPr>
        <p:txBody>
          <a:bodyPr wrap="square" anchor="ctr">
            <a:noAutofit/>
          </a:bodyPr>
          <a:lstStyle/>
          <a:p>
            <a:pPr algn="ctr">
              <a:lnSpc>
                <a:spcPct val="120000"/>
              </a:lnSpc>
            </a:pPr>
            <a:endParaRPr sz="1350" spc="150">
              <a:latin typeface="微软雅黑" panose="020B0503020204020204" pitchFamily="34" charset="-122"/>
              <a:ea typeface="微软雅黑" panose="020B0503020204020204" pitchFamily="34" charset="-122"/>
            </a:endParaRPr>
          </a:p>
        </p:txBody>
      </p:sp>
      <p:sp>
        <p:nvSpPr>
          <p:cNvPr id="113" name="矩形 112"/>
          <p:cNvSpPr/>
          <p:nvPr>
            <p:custDataLst>
              <p:tags r:id="rId19"/>
            </p:custDataLst>
          </p:nvPr>
        </p:nvSpPr>
        <p:spPr bwMode="auto">
          <a:xfrm>
            <a:off x="4978400" y="2807335"/>
            <a:ext cx="3660775" cy="447675"/>
          </a:xfrm>
          <a:prstGeom prst="rect">
            <a:avLst/>
          </a:prstGeom>
          <a:solidFill>
            <a:sysClr val="window" lastClr="FFFFFF"/>
          </a:solidFill>
          <a:ln w="19050">
            <a:noFill/>
            <a:round/>
          </a:ln>
        </p:spPr>
        <p:txBody>
          <a:bodyPr rot="0" spcFirstLastPara="0" vert="horz" wrap="square" lIns="68580" tIns="34290" rIns="68580" bIns="34290" anchor="ctr" anchorCtr="0" forceAA="0" compatLnSpc="1">
            <a:normAutofit lnSpcReduction="20000"/>
          </a:bodyPr>
          <a:lstStyle/>
          <a:p>
            <a:pPr algn="l" fontAlgn="auto">
              <a:lnSpc>
                <a:spcPct val="120000"/>
              </a:lnSpc>
            </a:pPr>
            <a:r>
              <a:rPr lang="en-US" altLang="zh-CN" sz="1200" spc="150" dirty="0">
                <a:latin typeface="微软雅黑" panose="020B0503020204020204" pitchFamily="34" charset="-122"/>
                <a:ea typeface="微软雅黑" panose="020B0503020204020204" pitchFamily="34" charset="-122"/>
              </a:rPr>
              <a:t>4. 文件和文件夹的复制、移动、改名、删除及恢复。</a:t>
            </a:r>
          </a:p>
        </p:txBody>
      </p:sp>
      <p:sp>
        <p:nvSpPr>
          <p:cNvPr id="130" name="圆角矩形 129"/>
          <p:cNvSpPr/>
          <p:nvPr>
            <p:custDataLst>
              <p:tags r:id="rId20"/>
            </p:custDataLst>
          </p:nvPr>
        </p:nvSpPr>
        <p:spPr>
          <a:xfrm rot="2700000">
            <a:off x="4298834" y="2847077"/>
            <a:ext cx="368856" cy="368856"/>
          </a:xfrm>
          <a:prstGeom prst="roundRect">
            <a:avLst>
              <a:gd name="adj" fmla="val 25355"/>
            </a:avLst>
          </a:prstGeom>
          <a:solidFill>
            <a:srgbClr val="69A35B"/>
          </a:solidFill>
          <a:ln>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20000"/>
              </a:lnSpc>
            </a:pPr>
            <a:endParaRPr sz="1350" spc="150">
              <a:latin typeface="微软雅黑" panose="020B0503020204020204" pitchFamily="34" charset="-122"/>
              <a:ea typeface="微软雅黑" panose="020B0503020204020204" pitchFamily="34" charset="-122"/>
            </a:endParaRPr>
          </a:p>
        </p:txBody>
      </p:sp>
      <p:sp>
        <p:nvSpPr>
          <p:cNvPr id="174" name="任意多边形 173"/>
          <p:cNvSpPr/>
          <p:nvPr>
            <p:custDataLst>
              <p:tags r:id="rId21"/>
            </p:custDataLst>
          </p:nvPr>
        </p:nvSpPr>
        <p:spPr bwMode="auto">
          <a:xfrm>
            <a:off x="4385705" y="2908553"/>
            <a:ext cx="195114" cy="245906"/>
          </a:xfrm>
          <a:custGeom>
            <a:avLst/>
            <a:gdLst>
              <a:gd name="T0" fmla="*/ 2824 w 4327"/>
              <a:gd name="T1" fmla="*/ 2848 h 5461"/>
              <a:gd name="T2" fmla="*/ 3243 w 4327"/>
              <a:gd name="T3" fmla="*/ 1789 h 5461"/>
              <a:gd name="T4" fmla="*/ 4066 w 4327"/>
              <a:gd name="T5" fmla="*/ 752 h 5461"/>
              <a:gd name="T6" fmla="*/ 2993 w 4327"/>
              <a:gd name="T7" fmla="*/ 1510 h 5461"/>
              <a:gd name="T8" fmla="*/ 1769 w 4327"/>
              <a:gd name="T9" fmla="*/ 1847 h 5461"/>
              <a:gd name="T10" fmla="*/ 1171 w 4327"/>
              <a:gd name="T11" fmla="*/ 253 h 5461"/>
              <a:gd name="T12" fmla="*/ 254 w 4327"/>
              <a:gd name="T13" fmla="*/ 1171 h 5461"/>
              <a:gd name="T14" fmla="*/ 1467 w 4327"/>
              <a:gd name="T15" fmla="*/ 2068 h 5461"/>
              <a:gd name="T16" fmla="*/ 1527 w 4327"/>
              <a:gd name="T17" fmla="*/ 3163 h 5461"/>
              <a:gd name="T18" fmla="*/ 379 w 4327"/>
              <a:gd name="T19" fmla="*/ 4258 h 5461"/>
              <a:gd name="T20" fmla="*/ 1321 w 4327"/>
              <a:gd name="T21" fmla="*/ 5201 h 5461"/>
              <a:gd name="T22" fmla="*/ 1852 w 4327"/>
              <a:gd name="T23" fmla="*/ 3349 h 5461"/>
              <a:gd name="T24" fmla="*/ 3191 w 4327"/>
              <a:gd name="T25" fmla="*/ 3532 h 5461"/>
              <a:gd name="T26" fmla="*/ 4081 w 4327"/>
              <a:gd name="T27" fmla="*/ 4017 h 5461"/>
              <a:gd name="T28" fmla="*/ 3395 w 4327"/>
              <a:gd name="T29" fmla="*/ 3218 h 5461"/>
              <a:gd name="T30" fmla="*/ 568 w 4327"/>
              <a:gd name="T31" fmla="*/ 4621 h 5461"/>
              <a:gd name="T32" fmla="*/ 422 w 4327"/>
              <a:gd name="T33" fmla="*/ 4638 h 5461"/>
              <a:gd name="T34" fmla="*/ 758 w 4327"/>
              <a:gd name="T35" fmla="*/ 4302 h 5461"/>
              <a:gd name="T36" fmla="*/ 741 w 4327"/>
              <a:gd name="T37" fmla="*/ 4448 h 5461"/>
              <a:gd name="T38" fmla="*/ 651 w 4327"/>
              <a:gd name="T39" fmla="*/ 4531 h 5461"/>
              <a:gd name="T40" fmla="*/ 3223 w 4327"/>
              <a:gd name="T41" fmla="*/ 852 h 5461"/>
              <a:gd name="T42" fmla="*/ 3527 w 4327"/>
              <a:gd name="T43" fmla="*/ 882 h 5461"/>
              <a:gd name="T44" fmla="*/ 3447 w 4327"/>
              <a:gd name="T45" fmla="*/ 978 h 5461"/>
              <a:gd name="T46" fmla="*/ 3349 w 4327"/>
              <a:gd name="T47" fmla="*/ 1075 h 5461"/>
              <a:gd name="T48" fmla="*/ 3254 w 4327"/>
              <a:gd name="T49" fmla="*/ 1155 h 5461"/>
              <a:gd name="T50" fmla="*/ 3223 w 4327"/>
              <a:gd name="T51" fmla="*/ 852 h 5461"/>
              <a:gd name="T52" fmla="*/ 438 w 4327"/>
              <a:gd name="T53" fmla="*/ 606 h 5461"/>
              <a:gd name="T54" fmla="*/ 296 w 4327"/>
              <a:gd name="T55" fmla="*/ 623 h 5461"/>
              <a:gd name="T56" fmla="*/ 623 w 4327"/>
              <a:gd name="T57" fmla="*/ 295 h 5461"/>
              <a:gd name="T58" fmla="*/ 607 w 4327"/>
              <a:gd name="T59" fmla="*/ 438 h 5461"/>
              <a:gd name="T60" fmla="*/ 519 w 4327"/>
              <a:gd name="T61" fmla="*/ 518 h 5461"/>
              <a:gd name="T62" fmla="*/ 1629 w 4327"/>
              <a:gd name="T63" fmla="*/ 2140 h 5461"/>
              <a:gd name="T64" fmla="*/ 1991 w 4327"/>
              <a:gd name="T65" fmla="*/ 2176 h 5461"/>
              <a:gd name="T66" fmla="*/ 1896 w 4327"/>
              <a:gd name="T67" fmla="*/ 2290 h 5461"/>
              <a:gd name="T68" fmla="*/ 1779 w 4327"/>
              <a:gd name="T69" fmla="*/ 2407 h 5461"/>
              <a:gd name="T70" fmla="*/ 1665 w 4327"/>
              <a:gd name="T71" fmla="*/ 2502 h 5461"/>
              <a:gd name="T72" fmla="*/ 1629 w 4327"/>
              <a:gd name="T73" fmla="*/ 2140 h 5461"/>
              <a:gd name="T74" fmla="*/ 3437 w 4327"/>
              <a:gd name="T75" fmla="*/ 3589 h 5461"/>
              <a:gd name="T76" fmla="*/ 3413 w 4327"/>
              <a:gd name="T77" fmla="*/ 3349 h 5461"/>
              <a:gd name="T78" fmla="*/ 3653 w 4327"/>
              <a:gd name="T79" fmla="*/ 3373 h 5461"/>
              <a:gd name="T80" fmla="*/ 3590 w 4327"/>
              <a:gd name="T81" fmla="*/ 3449 h 5461"/>
              <a:gd name="T82" fmla="*/ 3513 w 4327"/>
              <a:gd name="T83" fmla="*/ 3526 h 5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327" h="5461">
                <a:moveTo>
                  <a:pt x="3395" y="3218"/>
                </a:moveTo>
                <a:lnTo>
                  <a:pt x="2824" y="2848"/>
                </a:lnTo>
                <a:cubicBezTo>
                  <a:pt x="2897" y="2639"/>
                  <a:pt x="2881" y="2405"/>
                  <a:pt x="2775" y="2207"/>
                </a:cubicBezTo>
                <a:lnTo>
                  <a:pt x="3243" y="1789"/>
                </a:lnTo>
                <a:cubicBezTo>
                  <a:pt x="3500" y="1950"/>
                  <a:pt x="3843" y="1918"/>
                  <a:pt x="4066" y="1695"/>
                </a:cubicBezTo>
                <a:cubicBezTo>
                  <a:pt x="4327" y="1434"/>
                  <a:pt x="4327" y="1012"/>
                  <a:pt x="4066" y="752"/>
                </a:cubicBezTo>
                <a:cubicBezTo>
                  <a:pt x="3806" y="492"/>
                  <a:pt x="3384" y="492"/>
                  <a:pt x="3124" y="752"/>
                </a:cubicBezTo>
                <a:cubicBezTo>
                  <a:pt x="2919" y="957"/>
                  <a:pt x="2875" y="1262"/>
                  <a:pt x="2993" y="1510"/>
                </a:cubicBezTo>
                <a:lnTo>
                  <a:pt x="2525" y="1929"/>
                </a:lnTo>
                <a:cubicBezTo>
                  <a:pt x="2301" y="1773"/>
                  <a:pt x="2015" y="1746"/>
                  <a:pt x="1769" y="1847"/>
                </a:cubicBezTo>
                <a:lnTo>
                  <a:pt x="1229" y="1104"/>
                </a:lnTo>
                <a:cubicBezTo>
                  <a:pt x="1423" y="850"/>
                  <a:pt x="1404" y="485"/>
                  <a:pt x="1171" y="253"/>
                </a:cubicBezTo>
                <a:cubicBezTo>
                  <a:pt x="918" y="0"/>
                  <a:pt x="507" y="0"/>
                  <a:pt x="254" y="253"/>
                </a:cubicBezTo>
                <a:cubicBezTo>
                  <a:pt x="0" y="506"/>
                  <a:pt x="0" y="917"/>
                  <a:pt x="254" y="1171"/>
                </a:cubicBezTo>
                <a:cubicBezTo>
                  <a:pt x="436" y="1353"/>
                  <a:pt x="699" y="1404"/>
                  <a:pt x="926" y="1325"/>
                </a:cubicBezTo>
                <a:lnTo>
                  <a:pt x="1467" y="2068"/>
                </a:lnTo>
                <a:cubicBezTo>
                  <a:pt x="1200" y="2381"/>
                  <a:pt x="1214" y="2851"/>
                  <a:pt x="1510" y="3147"/>
                </a:cubicBezTo>
                <a:cubicBezTo>
                  <a:pt x="1515" y="3152"/>
                  <a:pt x="1521" y="3158"/>
                  <a:pt x="1527" y="3163"/>
                </a:cubicBezTo>
                <a:lnTo>
                  <a:pt x="1004" y="4081"/>
                </a:lnTo>
                <a:cubicBezTo>
                  <a:pt x="786" y="4030"/>
                  <a:pt x="548" y="4089"/>
                  <a:pt x="379" y="4258"/>
                </a:cubicBezTo>
                <a:cubicBezTo>
                  <a:pt x="118" y="4519"/>
                  <a:pt x="118" y="4941"/>
                  <a:pt x="379" y="5201"/>
                </a:cubicBezTo>
                <a:cubicBezTo>
                  <a:pt x="639" y="5461"/>
                  <a:pt x="1061" y="5461"/>
                  <a:pt x="1321" y="5201"/>
                </a:cubicBezTo>
                <a:cubicBezTo>
                  <a:pt x="1579" y="4944"/>
                  <a:pt x="1581" y="4528"/>
                  <a:pt x="1329" y="4267"/>
                </a:cubicBezTo>
                <a:lnTo>
                  <a:pt x="1852" y="3349"/>
                </a:lnTo>
                <a:cubicBezTo>
                  <a:pt x="2115" y="3424"/>
                  <a:pt x="2409" y="3362"/>
                  <a:pt x="2620" y="3161"/>
                </a:cubicBezTo>
                <a:lnTo>
                  <a:pt x="3191" y="3532"/>
                </a:lnTo>
                <a:cubicBezTo>
                  <a:pt x="3155" y="3701"/>
                  <a:pt x="3202" y="3885"/>
                  <a:pt x="3334" y="4017"/>
                </a:cubicBezTo>
                <a:cubicBezTo>
                  <a:pt x="3540" y="4223"/>
                  <a:pt x="3874" y="4223"/>
                  <a:pt x="4081" y="4017"/>
                </a:cubicBezTo>
                <a:cubicBezTo>
                  <a:pt x="4287" y="3811"/>
                  <a:pt x="4287" y="3476"/>
                  <a:pt x="4081" y="3270"/>
                </a:cubicBezTo>
                <a:cubicBezTo>
                  <a:pt x="3894" y="3083"/>
                  <a:pt x="3601" y="3066"/>
                  <a:pt x="3395" y="3218"/>
                </a:cubicBezTo>
                <a:close/>
                <a:moveTo>
                  <a:pt x="604" y="4582"/>
                </a:moveTo>
                <a:cubicBezTo>
                  <a:pt x="592" y="4596"/>
                  <a:pt x="580" y="4610"/>
                  <a:pt x="568" y="4621"/>
                </a:cubicBezTo>
                <a:cubicBezTo>
                  <a:pt x="553" y="4636"/>
                  <a:pt x="534" y="4654"/>
                  <a:pt x="509" y="4661"/>
                </a:cubicBezTo>
                <a:cubicBezTo>
                  <a:pt x="478" y="4671"/>
                  <a:pt x="446" y="4663"/>
                  <a:pt x="422" y="4638"/>
                </a:cubicBezTo>
                <a:cubicBezTo>
                  <a:pt x="358" y="4575"/>
                  <a:pt x="382" y="4454"/>
                  <a:pt x="478" y="4358"/>
                </a:cubicBezTo>
                <a:cubicBezTo>
                  <a:pt x="574" y="4262"/>
                  <a:pt x="695" y="4238"/>
                  <a:pt x="758" y="4302"/>
                </a:cubicBezTo>
                <a:cubicBezTo>
                  <a:pt x="783" y="4326"/>
                  <a:pt x="791" y="4358"/>
                  <a:pt x="781" y="4389"/>
                </a:cubicBezTo>
                <a:cubicBezTo>
                  <a:pt x="774" y="4414"/>
                  <a:pt x="756" y="4434"/>
                  <a:pt x="741" y="4448"/>
                </a:cubicBezTo>
                <a:cubicBezTo>
                  <a:pt x="730" y="4460"/>
                  <a:pt x="716" y="4472"/>
                  <a:pt x="702" y="4484"/>
                </a:cubicBezTo>
                <a:cubicBezTo>
                  <a:pt x="685" y="4499"/>
                  <a:pt x="668" y="4514"/>
                  <a:pt x="651" y="4531"/>
                </a:cubicBezTo>
                <a:cubicBezTo>
                  <a:pt x="634" y="4548"/>
                  <a:pt x="619" y="4565"/>
                  <a:pt x="604" y="4582"/>
                </a:cubicBezTo>
                <a:close/>
                <a:moveTo>
                  <a:pt x="3223" y="852"/>
                </a:moveTo>
                <a:cubicBezTo>
                  <a:pt x="3319" y="756"/>
                  <a:pt x="3440" y="732"/>
                  <a:pt x="3503" y="795"/>
                </a:cubicBezTo>
                <a:cubicBezTo>
                  <a:pt x="3528" y="820"/>
                  <a:pt x="3536" y="851"/>
                  <a:pt x="3527" y="882"/>
                </a:cubicBezTo>
                <a:cubicBezTo>
                  <a:pt x="3519" y="907"/>
                  <a:pt x="3501" y="927"/>
                  <a:pt x="3487" y="942"/>
                </a:cubicBezTo>
                <a:cubicBezTo>
                  <a:pt x="3475" y="953"/>
                  <a:pt x="3461" y="965"/>
                  <a:pt x="3447" y="978"/>
                </a:cubicBezTo>
                <a:cubicBezTo>
                  <a:pt x="3430" y="993"/>
                  <a:pt x="3413" y="1008"/>
                  <a:pt x="3396" y="1025"/>
                </a:cubicBezTo>
                <a:cubicBezTo>
                  <a:pt x="3379" y="1042"/>
                  <a:pt x="3364" y="1059"/>
                  <a:pt x="3349" y="1075"/>
                </a:cubicBezTo>
                <a:cubicBezTo>
                  <a:pt x="3337" y="1090"/>
                  <a:pt x="3325" y="1103"/>
                  <a:pt x="3313" y="1115"/>
                </a:cubicBezTo>
                <a:cubicBezTo>
                  <a:pt x="3299" y="1130"/>
                  <a:pt x="3279" y="1147"/>
                  <a:pt x="3254" y="1155"/>
                </a:cubicBezTo>
                <a:cubicBezTo>
                  <a:pt x="3223" y="1165"/>
                  <a:pt x="3191" y="1156"/>
                  <a:pt x="3167" y="1132"/>
                </a:cubicBezTo>
                <a:cubicBezTo>
                  <a:pt x="3103" y="1068"/>
                  <a:pt x="3128" y="948"/>
                  <a:pt x="3223" y="852"/>
                </a:cubicBezTo>
                <a:close/>
                <a:moveTo>
                  <a:pt x="474" y="568"/>
                </a:moveTo>
                <a:cubicBezTo>
                  <a:pt x="461" y="582"/>
                  <a:pt x="450" y="595"/>
                  <a:pt x="438" y="606"/>
                </a:cubicBezTo>
                <a:cubicBezTo>
                  <a:pt x="424" y="620"/>
                  <a:pt x="405" y="638"/>
                  <a:pt x="381" y="645"/>
                </a:cubicBezTo>
                <a:cubicBezTo>
                  <a:pt x="350" y="655"/>
                  <a:pt x="319" y="646"/>
                  <a:pt x="296" y="623"/>
                </a:cubicBezTo>
                <a:cubicBezTo>
                  <a:pt x="234" y="561"/>
                  <a:pt x="258" y="444"/>
                  <a:pt x="351" y="350"/>
                </a:cubicBezTo>
                <a:cubicBezTo>
                  <a:pt x="444" y="257"/>
                  <a:pt x="561" y="233"/>
                  <a:pt x="623" y="295"/>
                </a:cubicBezTo>
                <a:cubicBezTo>
                  <a:pt x="647" y="319"/>
                  <a:pt x="655" y="350"/>
                  <a:pt x="646" y="380"/>
                </a:cubicBezTo>
                <a:cubicBezTo>
                  <a:pt x="638" y="404"/>
                  <a:pt x="621" y="423"/>
                  <a:pt x="607" y="438"/>
                </a:cubicBezTo>
                <a:cubicBezTo>
                  <a:pt x="596" y="449"/>
                  <a:pt x="582" y="461"/>
                  <a:pt x="568" y="473"/>
                </a:cubicBezTo>
                <a:cubicBezTo>
                  <a:pt x="552" y="487"/>
                  <a:pt x="536" y="502"/>
                  <a:pt x="519" y="518"/>
                </a:cubicBezTo>
                <a:cubicBezTo>
                  <a:pt x="503" y="535"/>
                  <a:pt x="488" y="552"/>
                  <a:pt x="474" y="568"/>
                </a:cubicBezTo>
                <a:close/>
                <a:moveTo>
                  <a:pt x="1629" y="2140"/>
                </a:moveTo>
                <a:cubicBezTo>
                  <a:pt x="1743" y="2025"/>
                  <a:pt x="1887" y="1996"/>
                  <a:pt x="1963" y="2072"/>
                </a:cubicBezTo>
                <a:cubicBezTo>
                  <a:pt x="1992" y="2101"/>
                  <a:pt x="2002" y="2139"/>
                  <a:pt x="1991" y="2176"/>
                </a:cubicBezTo>
                <a:cubicBezTo>
                  <a:pt x="1982" y="2206"/>
                  <a:pt x="1961" y="2230"/>
                  <a:pt x="1943" y="2247"/>
                </a:cubicBezTo>
                <a:cubicBezTo>
                  <a:pt x="1929" y="2261"/>
                  <a:pt x="1913" y="2275"/>
                  <a:pt x="1896" y="2290"/>
                </a:cubicBezTo>
                <a:cubicBezTo>
                  <a:pt x="1876" y="2308"/>
                  <a:pt x="1855" y="2326"/>
                  <a:pt x="1835" y="2346"/>
                </a:cubicBezTo>
                <a:cubicBezTo>
                  <a:pt x="1815" y="2366"/>
                  <a:pt x="1797" y="2387"/>
                  <a:pt x="1779" y="2407"/>
                </a:cubicBezTo>
                <a:cubicBezTo>
                  <a:pt x="1764" y="2424"/>
                  <a:pt x="1750" y="2440"/>
                  <a:pt x="1736" y="2454"/>
                </a:cubicBezTo>
                <a:cubicBezTo>
                  <a:pt x="1719" y="2472"/>
                  <a:pt x="1695" y="2493"/>
                  <a:pt x="1665" y="2502"/>
                </a:cubicBezTo>
                <a:cubicBezTo>
                  <a:pt x="1628" y="2513"/>
                  <a:pt x="1590" y="2503"/>
                  <a:pt x="1561" y="2474"/>
                </a:cubicBezTo>
                <a:cubicBezTo>
                  <a:pt x="1485" y="2398"/>
                  <a:pt x="1514" y="2254"/>
                  <a:pt x="1629" y="2140"/>
                </a:cubicBezTo>
                <a:close/>
                <a:moveTo>
                  <a:pt x="3484" y="3558"/>
                </a:moveTo>
                <a:cubicBezTo>
                  <a:pt x="3473" y="3569"/>
                  <a:pt x="3457" y="3583"/>
                  <a:pt x="3437" y="3589"/>
                </a:cubicBezTo>
                <a:cubicBezTo>
                  <a:pt x="3413" y="3597"/>
                  <a:pt x="3387" y="3590"/>
                  <a:pt x="3368" y="3571"/>
                </a:cubicBezTo>
                <a:cubicBezTo>
                  <a:pt x="3318" y="3521"/>
                  <a:pt x="3337" y="3425"/>
                  <a:pt x="3413" y="3349"/>
                </a:cubicBezTo>
                <a:cubicBezTo>
                  <a:pt x="3489" y="3273"/>
                  <a:pt x="3584" y="3254"/>
                  <a:pt x="3635" y="3304"/>
                </a:cubicBezTo>
                <a:cubicBezTo>
                  <a:pt x="3654" y="3324"/>
                  <a:pt x="3661" y="3349"/>
                  <a:pt x="3653" y="3373"/>
                </a:cubicBezTo>
                <a:cubicBezTo>
                  <a:pt x="3647" y="3393"/>
                  <a:pt x="3633" y="3409"/>
                  <a:pt x="3621" y="3420"/>
                </a:cubicBezTo>
                <a:cubicBezTo>
                  <a:pt x="3612" y="3430"/>
                  <a:pt x="3601" y="3439"/>
                  <a:pt x="3590" y="3449"/>
                </a:cubicBezTo>
                <a:cubicBezTo>
                  <a:pt x="3577" y="3461"/>
                  <a:pt x="3563" y="3473"/>
                  <a:pt x="3550" y="3486"/>
                </a:cubicBezTo>
                <a:cubicBezTo>
                  <a:pt x="3536" y="3500"/>
                  <a:pt x="3524" y="3513"/>
                  <a:pt x="3513" y="3526"/>
                </a:cubicBezTo>
                <a:cubicBezTo>
                  <a:pt x="3503" y="3538"/>
                  <a:pt x="3493" y="3548"/>
                  <a:pt x="3484" y="3558"/>
                </a:cubicBezTo>
                <a:close/>
              </a:path>
            </a:pathLst>
          </a:custGeom>
          <a:solidFill>
            <a:sysClr val="window" lastClr="FFFFFF"/>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algn="ctr">
              <a:lnSpc>
                <a:spcPct val="120000"/>
              </a:lnSpc>
            </a:pPr>
            <a:endParaRPr sz="1350" spc="150">
              <a:latin typeface="微软雅黑" panose="020B0503020204020204" pitchFamily="34" charset="-122"/>
              <a:ea typeface="微软雅黑" panose="020B0503020204020204" pitchFamily="34" charset="-122"/>
            </a:endParaRPr>
          </a:p>
        </p:txBody>
      </p:sp>
      <p:sp>
        <p:nvSpPr>
          <p:cNvPr id="110" name="矩形 109"/>
          <p:cNvSpPr/>
          <p:nvPr>
            <p:custDataLst>
              <p:tags r:id="rId22"/>
            </p:custDataLst>
          </p:nvPr>
        </p:nvSpPr>
        <p:spPr bwMode="auto">
          <a:xfrm>
            <a:off x="4978446" y="963490"/>
            <a:ext cx="3197154" cy="447768"/>
          </a:xfrm>
          <a:prstGeom prst="rect">
            <a:avLst/>
          </a:prstGeom>
          <a:solidFill>
            <a:sysClr val="window" lastClr="FFFFFF"/>
          </a:solidFill>
          <a:ln w="19050">
            <a:noFill/>
            <a:round/>
          </a:ln>
        </p:spPr>
        <p:txBody>
          <a:bodyPr rot="0" spcFirstLastPara="0" vert="horz" wrap="square" lIns="68580" tIns="34290" rIns="68580" bIns="34290" anchor="ctr" anchorCtr="0" forceAA="0" compatLnSpc="1">
            <a:normAutofit/>
          </a:bodyPr>
          <a:lstStyle/>
          <a:p>
            <a:pPr algn="l" fontAlgn="auto">
              <a:lnSpc>
                <a:spcPct val="120000"/>
              </a:lnSpc>
            </a:pPr>
            <a:r>
              <a:rPr lang="en-US" altLang="zh-CN" sz="1200" spc="150" dirty="0">
                <a:latin typeface="微软雅黑" panose="020B0503020204020204" pitchFamily="34" charset="-122"/>
                <a:ea typeface="微软雅黑" panose="020B0503020204020204" pitchFamily="34" charset="-122"/>
              </a:rPr>
              <a:t>1. 文件和文件夹的概念。</a:t>
            </a:r>
          </a:p>
        </p:txBody>
      </p:sp>
      <p:sp>
        <p:nvSpPr>
          <p:cNvPr id="135" name="圆角矩形 134"/>
          <p:cNvSpPr/>
          <p:nvPr>
            <p:custDataLst>
              <p:tags r:id="rId23"/>
            </p:custDataLst>
          </p:nvPr>
        </p:nvSpPr>
        <p:spPr>
          <a:xfrm rot="2700000">
            <a:off x="4298834" y="1002946"/>
            <a:ext cx="368856" cy="368856"/>
          </a:xfrm>
          <a:prstGeom prst="roundRect">
            <a:avLst>
              <a:gd name="adj" fmla="val 25355"/>
            </a:avLst>
          </a:prstGeom>
          <a:solidFill>
            <a:srgbClr val="1F74AD"/>
          </a:solidFill>
          <a:ln>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20000"/>
              </a:lnSpc>
            </a:pPr>
            <a:endParaRPr sz="1350" spc="150">
              <a:latin typeface="微软雅黑" panose="020B0503020204020204" pitchFamily="34" charset="-122"/>
              <a:ea typeface="微软雅黑" panose="020B0503020204020204" pitchFamily="34" charset="-122"/>
            </a:endParaRPr>
          </a:p>
        </p:txBody>
      </p:sp>
      <p:sp>
        <p:nvSpPr>
          <p:cNvPr id="176" name="任意多边形 175"/>
          <p:cNvSpPr/>
          <p:nvPr>
            <p:custDataLst>
              <p:tags r:id="rId24"/>
            </p:custDataLst>
          </p:nvPr>
        </p:nvSpPr>
        <p:spPr bwMode="auto">
          <a:xfrm>
            <a:off x="4361088" y="1066223"/>
            <a:ext cx="244348" cy="242302"/>
          </a:xfrm>
          <a:custGeom>
            <a:avLst/>
            <a:gdLst>
              <a:gd name="T0" fmla="*/ 6886 w 7819"/>
              <a:gd name="T1" fmla="*/ 2638 h 7765"/>
              <a:gd name="T2" fmla="*/ 5954 w 7819"/>
              <a:gd name="T3" fmla="*/ 2100 h 7765"/>
              <a:gd name="T4" fmla="*/ 5954 w 7819"/>
              <a:gd name="T5" fmla="*/ 2818 h 7765"/>
              <a:gd name="T6" fmla="*/ 4712 w 7819"/>
              <a:gd name="T7" fmla="*/ 3231 h 7765"/>
              <a:gd name="T8" fmla="*/ 4299 w 7819"/>
              <a:gd name="T9" fmla="*/ 3613 h 7765"/>
              <a:gd name="T10" fmla="*/ 4299 w 7819"/>
              <a:gd name="T11" fmla="*/ 1865 h 7765"/>
              <a:gd name="T12" fmla="*/ 5003 w 7819"/>
              <a:gd name="T13" fmla="*/ 1865 h 7765"/>
              <a:gd name="T14" fmla="*/ 4464 w 7819"/>
              <a:gd name="T15" fmla="*/ 932 h 7765"/>
              <a:gd name="T16" fmla="*/ 3926 w 7819"/>
              <a:gd name="T17" fmla="*/ 0 h 7765"/>
              <a:gd name="T18" fmla="*/ 3388 w 7819"/>
              <a:gd name="T19" fmla="*/ 932 h 7765"/>
              <a:gd name="T20" fmla="*/ 2850 w 7819"/>
              <a:gd name="T21" fmla="*/ 1865 h 7765"/>
              <a:gd name="T22" fmla="*/ 3553 w 7819"/>
              <a:gd name="T23" fmla="*/ 1865 h 7765"/>
              <a:gd name="T24" fmla="*/ 3553 w 7819"/>
              <a:gd name="T25" fmla="*/ 3613 h 7765"/>
              <a:gd name="T26" fmla="*/ 3141 w 7819"/>
              <a:gd name="T27" fmla="*/ 3231 h 7765"/>
              <a:gd name="T28" fmla="*/ 1865 w 7819"/>
              <a:gd name="T29" fmla="*/ 2815 h 7765"/>
              <a:gd name="T30" fmla="*/ 1865 w 7819"/>
              <a:gd name="T31" fmla="*/ 2100 h 7765"/>
              <a:gd name="T32" fmla="*/ 932 w 7819"/>
              <a:gd name="T33" fmla="*/ 2638 h 7765"/>
              <a:gd name="T34" fmla="*/ 0 w 7819"/>
              <a:gd name="T35" fmla="*/ 3177 h 7765"/>
              <a:gd name="T36" fmla="*/ 932 w 7819"/>
              <a:gd name="T37" fmla="*/ 3715 h 7765"/>
              <a:gd name="T38" fmla="*/ 1865 w 7819"/>
              <a:gd name="T39" fmla="*/ 4253 h 7765"/>
              <a:gd name="T40" fmla="*/ 1865 w 7819"/>
              <a:gd name="T41" fmla="*/ 3564 h 7765"/>
              <a:gd name="T42" fmla="*/ 3553 w 7819"/>
              <a:gd name="T43" fmla="*/ 7765 h 7765"/>
              <a:gd name="T44" fmla="*/ 4299 w 7819"/>
              <a:gd name="T45" fmla="*/ 7765 h 7765"/>
              <a:gd name="T46" fmla="*/ 5954 w 7819"/>
              <a:gd name="T47" fmla="*/ 3567 h 7765"/>
              <a:gd name="T48" fmla="*/ 5954 w 7819"/>
              <a:gd name="T49" fmla="*/ 4253 h 7765"/>
              <a:gd name="T50" fmla="*/ 6886 w 7819"/>
              <a:gd name="T51" fmla="*/ 3715 h 7765"/>
              <a:gd name="T52" fmla="*/ 7819 w 7819"/>
              <a:gd name="T53" fmla="*/ 3177 h 7765"/>
              <a:gd name="T54" fmla="*/ 6886 w 7819"/>
              <a:gd name="T55" fmla="*/ 2638 h 77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819" h="7765">
                <a:moveTo>
                  <a:pt x="6886" y="2638"/>
                </a:moveTo>
                <a:lnTo>
                  <a:pt x="5954" y="2100"/>
                </a:lnTo>
                <a:lnTo>
                  <a:pt x="5954" y="2818"/>
                </a:lnTo>
                <a:cubicBezTo>
                  <a:pt x="5459" y="2859"/>
                  <a:pt x="5050" y="2995"/>
                  <a:pt x="4712" y="3231"/>
                </a:cubicBezTo>
                <a:cubicBezTo>
                  <a:pt x="4557" y="3339"/>
                  <a:pt x="4420" y="3466"/>
                  <a:pt x="4299" y="3613"/>
                </a:cubicBezTo>
                <a:lnTo>
                  <a:pt x="4299" y="1865"/>
                </a:lnTo>
                <a:lnTo>
                  <a:pt x="5003" y="1865"/>
                </a:lnTo>
                <a:lnTo>
                  <a:pt x="4464" y="932"/>
                </a:lnTo>
                <a:lnTo>
                  <a:pt x="3926" y="0"/>
                </a:lnTo>
                <a:lnTo>
                  <a:pt x="3388" y="932"/>
                </a:lnTo>
                <a:lnTo>
                  <a:pt x="2850" y="1865"/>
                </a:lnTo>
                <a:lnTo>
                  <a:pt x="3553" y="1865"/>
                </a:lnTo>
                <a:lnTo>
                  <a:pt x="3553" y="3613"/>
                </a:lnTo>
                <a:cubicBezTo>
                  <a:pt x="3433" y="3466"/>
                  <a:pt x="3296" y="3339"/>
                  <a:pt x="3141" y="3231"/>
                </a:cubicBezTo>
                <a:cubicBezTo>
                  <a:pt x="2795" y="2990"/>
                  <a:pt x="2375" y="2853"/>
                  <a:pt x="1865" y="2815"/>
                </a:cubicBezTo>
                <a:lnTo>
                  <a:pt x="1865" y="2100"/>
                </a:lnTo>
                <a:lnTo>
                  <a:pt x="932" y="2638"/>
                </a:lnTo>
                <a:lnTo>
                  <a:pt x="0" y="3177"/>
                </a:lnTo>
                <a:lnTo>
                  <a:pt x="932" y="3715"/>
                </a:lnTo>
                <a:lnTo>
                  <a:pt x="1865" y="4253"/>
                </a:lnTo>
                <a:lnTo>
                  <a:pt x="1865" y="3564"/>
                </a:lnTo>
                <a:cubicBezTo>
                  <a:pt x="3474" y="3717"/>
                  <a:pt x="3553" y="5151"/>
                  <a:pt x="3553" y="7765"/>
                </a:cubicBezTo>
                <a:lnTo>
                  <a:pt x="4299" y="7765"/>
                </a:lnTo>
                <a:cubicBezTo>
                  <a:pt x="4299" y="5170"/>
                  <a:pt x="4377" y="3737"/>
                  <a:pt x="5954" y="3567"/>
                </a:cubicBezTo>
                <a:lnTo>
                  <a:pt x="5954" y="4253"/>
                </a:lnTo>
                <a:lnTo>
                  <a:pt x="6886" y="3715"/>
                </a:lnTo>
                <a:lnTo>
                  <a:pt x="7819" y="3177"/>
                </a:lnTo>
                <a:lnTo>
                  <a:pt x="6886" y="2638"/>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algn="ctr">
              <a:lnSpc>
                <a:spcPct val="120000"/>
              </a:lnSpc>
            </a:pPr>
            <a:endParaRPr sz="1350" spc="150">
              <a:latin typeface="微软雅黑" panose="020B0503020204020204" pitchFamily="34" charset="-122"/>
              <a:ea typeface="微软雅黑" panose="020B0503020204020204" pitchFamily="34" charset="-122"/>
            </a:endParaRPr>
          </a:p>
        </p:txBody>
      </p:sp>
      <p:sp>
        <p:nvSpPr>
          <p:cNvPr id="7" name="文本框 6"/>
          <p:cNvSpPr txBox="1"/>
          <p:nvPr userDrawn="1"/>
        </p:nvSpPr>
        <p:spPr>
          <a:xfrm>
            <a:off x="7564815" y="412750"/>
            <a:ext cx="1203960" cy="398780"/>
          </a:xfrm>
          <a:prstGeom prst="rect">
            <a:avLst/>
          </a:prstGeom>
          <a:noFill/>
        </p:spPr>
        <p:txBody>
          <a:bodyPr wrap="none" rtlCol="0">
            <a:spAutoFit/>
          </a:bodyPr>
          <a:lstStyle/>
          <a:p>
            <a:pPr algn="l"/>
            <a:r>
              <a:rPr lang="zh-CN" altLang="en-US" sz="2000" b="1" dirty="0">
                <a:solidFill>
                  <a:schemeClr val="tx1">
                    <a:lumMod val="75000"/>
                    <a:lumOff val="25000"/>
                  </a:schemeClr>
                </a:solidFill>
                <a:latin typeface="字魂35号-经典雅黑" panose="02000000000000000000" pitchFamily="2" charset="-122"/>
              </a:rPr>
              <a:t>学习要点</a:t>
            </a:r>
          </a:p>
        </p:txBody>
      </p:sp>
      <p:cxnSp>
        <p:nvCxnSpPr>
          <p:cNvPr id="4" name="直接连接符 3"/>
          <p:cNvCxnSpPr/>
          <p:nvPr>
            <p:custDataLst>
              <p:tags r:id="rId25"/>
            </p:custDataLst>
          </p:nvPr>
        </p:nvCxnSpPr>
        <p:spPr>
          <a:xfrm>
            <a:off x="4940175" y="4612066"/>
            <a:ext cx="3699000" cy="0"/>
          </a:xfrm>
          <a:prstGeom prst="line">
            <a:avLst/>
          </a:prstGeom>
          <a:ln w="3175" cap="rnd">
            <a:solidFill>
              <a:sysClr val="window" lastClr="FFFFFF">
                <a:lumMod val="85000"/>
              </a:sysClr>
            </a:solidFill>
            <a:round/>
            <a:headEnd type="none"/>
            <a:tailEnd type="none" w="med" len="med"/>
          </a:ln>
        </p:spPr>
        <p:style>
          <a:lnRef idx="1">
            <a:srgbClr val="1F74AD"/>
          </a:lnRef>
          <a:fillRef idx="0">
            <a:srgbClr val="1F74AD"/>
          </a:fillRef>
          <a:effectRef idx="0">
            <a:srgbClr val="1F74AD"/>
          </a:effectRef>
          <a:fontRef idx="minor">
            <a:srgbClr val="000000"/>
          </a:fontRef>
        </p:style>
      </p:cxnSp>
    </p:spTree>
    <p:custDataLst>
      <p:tags r:id="rId1"/>
    </p:custData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347345" y="1269365"/>
            <a:ext cx="3357880" cy="2889885"/>
            <a:chOff x="8621" y="2357"/>
            <a:chExt cx="5288" cy="4551"/>
          </a:xfrm>
        </p:grpSpPr>
        <p:sp>
          <p:nvSpPr>
            <p:cNvPr id="42" name="文本框 41"/>
            <p:cNvSpPr txBox="1"/>
            <p:nvPr>
              <p:custDataLst>
                <p:tags r:id="rId28"/>
              </p:custDataLst>
            </p:nvPr>
          </p:nvSpPr>
          <p:spPr>
            <a:xfrm>
              <a:off x="8621" y="3166"/>
              <a:ext cx="5288" cy="3742"/>
            </a:xfrm>
            <a:prstGeom prst="rect">
              <a:avLst/>
            </a:prstGeom>
            <a:noFill/>
            <a:ln>
              <a:solidFill>
                <a:schemeClr val="tx1">
                  <a:lumMod val="50000"/>
                  <a:lumOff val="50000"/>
                </a:schemeClr>
              </a:solidFill>
            </a:ln>
          </p:spPr>
          <p:txBody>
            <a:bodyPr wrap="square" lIns="67500" tIns="35100" rIns="67500" bIns="35100">
              <a:spAutoFit/>
            </a:bodyPr>
            <a:lstStyle>
              <a:defPPr>
                <a:defRPr lang="zh-CN"/>
              </a:defPPr>
              <a:lvl1pPr>
                <a:lnSpc>
                  <a:spcPct val="130000"/>
                </a:lnSpc>
                <a:defRPr sz="1400" spc="150">
                  <a:latin typeface="Arial" panose="020B0604020202020204" pitchFamily="34" charset="0"/>
                  <a:ea typeface="微软雅黑" panose="020B0503020204020204" pitchFamily="34" charset="-122"/>
                </a:defRPr>
              </a:lvl1pPr>
            </a:lstStyle>
            <a:p>
              <a:pPr indent="304800" fontAlgn="auto">
                <a:extLst>
                  <a:ext uri="{35155182-B16C-46BC-9424-99874614C6A1}">
                    <wpsdc:indentchars xmlns:wpsdc="http://www.wps.cn/officeDocument/2017/drawingmlCustomData" xmlns="" val="200" checksum="2875442453"/>
                  </a:ext>
                </a:extLst>
              </a:pPr>
              <a:r>
                <a:rPr lang="zh-CN" altLang="en-US" sz="1050">
                  <a:sym typeface="Arial" panose="020B0604020202020204" pitchFamily="34" charset="0"/>
                </a:rPr>
                <a:t>孙红已经学会了录入文字，并将老师要求的“学生安全承诺书”输入完成了。今天老师让他把已经输入的文稿复制给学生处，同时发现他将输入的文件随意地放置在计算机中。此时计算机的桌面上，“我的文档”中有许多文件和文件夹，有其他同学的，还有自己录入的，有练习时用的不重要的文档，还有学校管理制度和学生档案等重要文件，这些东西杂乱无章地存放在计算机中，查找和管理起来很不方便。现在老师要求他将计算机中的文件进行分类管理，还要建立自己的文件夹，这样以后自己再查找资料就方便了。</a:t>
              </a:r>
            </a:p>
          </p:txBody>
        </p:sp>
        <p:sp>
          <p:nvSpPr>
            <p:cNvPr id="43" name="文本框 42"/>
            <p:cNvSpPr txBox="1"/>
            <p:nvPr>
              <p:custDataLst>
                <p:tags r:id="rId29"/>
              </p:custDataLst>
            </p:nvPr>
          </p:nvSpPr>
          <p:spPr>
            <a:xfrm>
              <a:off x="8621" y="2357"/>
              <a:ext cx="5288" cy="596"/>
            </a:xfrm>
            <a:prstGeom prst="rect">
              <a:avLst/>
            </a:prstGeom>
            <a:solidFill>
              <a:schemeClr val="accent2">
                <a:lumMod val="20000"/>
                <a:lumOff val="80000"/>
              </a:schemeClr>
            </a:solidFill>
          </p:spPr>
          <p:txBody>
            <a:bodyPr wrap="square" lIns="67500" tIns="35100" rIns="67500" bIns="35100">
              <a:normAutofit/>
            </a:bodyPr>
            <a:lstStyle/>
            <a:p>
              <a:pPr marL="285750" indent="-285750">
                <a:lnSpc>
                  <a:spcPct val="130000"/>
                </a:lnSpc>
                <a:buClr>
                  <a:srgbClr val="E95730"/>
                </a:buClr>
                <a:buFont typeface="Wingdings" panose="05000000000000000000" charset="0"/>
                <a:buChar char="Ø"/>
              </a:pPr>
              <a:r>
                <a:rPr lang="zh-CN" altLang="en-US" sz="1350" b="1" spc="300">
                  <a:solidFill>
                    <a:srgbClr val="E9573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任务导入</a:t>
              </a:r>
            </a:p>
          </p:txBody>
        </p:sp>
      </p:grpSp>
      <p:sp>
        <p:nvSpPr>
          <p:cNvPr id="5" name="文本框 4"/>
          <p:cNvSpPr txBox="1"/>
          <p:nvPr userDrawn="1"/>
        </p:nvSpPr>
        <p:spPr>
          <a:xfrm>
            <a:off x="347405" y="342265"/>
            <a:ext cx="2354580" cy="368300"/>
          </a:xfrm>
          <a:prstGeom prst="rect">
            <a:avLst/>
          </a:prstGeom>
          <a:noFill/>
        </p:spPr>
        <p:txBody>
          <a:bodyPr wrap="none" rtlCol="0">
            <a:spAutoFit/>
          </a:bodyPr>
          <a:lstStyle/>
          <a:p>
            <a:pPr algn="l"/>
            <a:r>
              <a:rPr lang="zh-CN" altLang="en-US" sz="1800" dirty="0">
                <a:solidFill>
                  <a:schemeClr val="tx1">
                    <a:lumMod val="75000"/>
                    <a:lumOff val="25000"/>
                  </a:schemeClr>
                </a:solidFill>
                <a:latin typeface="字魂35号-经典雅黑" panose="02000000000000000000" pitchFamily="2" charset="-122"/>
              </a:rPr>
              <a:t>任务</a:t>
            </a:r>
            <a:r>
              <a:rPr lang="en-US" altLang="zh-CN" sz="1800" dirty="0">
                <a:solidFill>
                  <a:schemeClr val="tx1">
                    <a:lumMod val="75000"/>
                    <a:lumOff val="25000"/>
                  </a:schemeClr>
                </a:solidFill>
                <a:latin typeface="字魂35号-经典雅黑" panose="02000000000000000000" pitchFamily="2" charset="-122"/>
              </a:rPr>
              <a:t>1  文件资源管理</a:t>
            </a:r>
          </a:p>
        </p:txBody>
      </p:sp>
      <p:grpSp>
        <p:nvGrpSpPr>
          <p:cNvPr id="8" name="组合 7"/>
          <p:cNvGrpSpPr/>
          <p:nvPr/>
        </p:nvGrpSpPr>
        <p:grpSpPr>
          <a:xfrm>
            <a:off x="3936630" y="824865"/>
            <a:ext cx="4867645" cy="3718560"/>
            <a:chOff x="520" y="1329"/>
            <a:chExt cx="7666" cy="5856"/>
          </a:xfrm>
        </p:grpSpPr>
        <p:sp>
          <p:nvSpPr>
            <p:cNvPr id="2" name="任意多边形 1"/>
            <p:cNvSpPr/>
            <p:nvPr>
              <p:custDataLst>
                <p:tags r:id="rId2"/>
              </p:custDataLst>
            </p:nvPr>
          </p:nvSpPr>
          <p:spPr>
            <a:xfrm>
              <a:off x="768" y="1666"/>
              <a:ext cx="4359" cy="4359"/>
            </a:xfrm>
            <a:custGeom>
              <a:avLst/>
              <a:gdLst>
                <a:gd name="connsiteX0" fmla="*/ 1919288 w 3838576"/>
                <a:gd name="connsiteY0" fmla="*/ 0 h 3838576"/>
                <a:gd name="connsiteX1" fmla="*/ 3838576 w 3838576"/>
                <a:gd name="connsiteY1" fmla="*/ 1919288 h 3838576"/>
                <a:gd name="connsiteX2" fmla="*/ 1919288 w 3838576"/>
                <a:gd name="connsiteY2" fmla="*/ 3838576 h 3838576"/>
                <a:gd name="connsiteX3" fmla="*/ 0 w 3838576"/>
                <a:gd name="connsiteY3" fmla="*/ 1919288 h 3838576"/>
                <a:gd name="connsiteX4" fmla="*/ 959644 w 3838576"/>
                <a:gd name="connsiteY4" fmla="*/ 1919288 h 3838576"/>
                <a:gd name="connsiteX5" fmla="*/ 1919288 w 3838576"/>
                <a:gd name="connsiteY5" fmla="*/ 2878932 h 3838576"/>
                <a:gd name="connsiteX6" fmla="*/ 2878932 w 3838576"/>
                <a:gd name="connsiteY6" fmla="*/ 1919288 h 3838576"/>
                <a:gd name="connsiteX7" fmla="*/ 1919288 w 3838576"/>
                <a:gd name="connsiteY7" fmla="*/ 959644 h 3838576"/>
                <a:gd name="connsiteX8" fmla="*/ 1919288 w 3838576"/>
                <a:gd name="connsiteY8" fmla="*/ 0 h 3838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38576" h="3838576">
                  <a:moveTo>
                    <a:pt x="1919288" y="0"/>
                  </a:moveTo>
                  <a:cubicBezTo>
                    <a:pt x="2979281" y="0"/>
                    <a:pt x="3838576" y="859295"/>
                    <a:pt x="3838576" y="1919288"/>
                  </a:cubicBezTo>
                  <a:cubicBezTo>
                    <a:pt x="3838576" y="2979281"/>
                    <a:pt x="2979281" y="3838576"/>
                    <a:pt x="1919288" y="3838576"/>
                  </a:cubicBezTo>
                  <a:cubicBezTo>
                    <a:pt x="859295" y="3838576"/>
                    <a:pt x="0" y="2979281"/>
                    <a:pt x="0" y="1919288"/>
                  </a:cubicBezTo>
                  <a:lnTo>
                    <a:pt x="959644" y="1919288"/>
                  </a:lnTo>
                  <a:cubicBezTo>
                    <a:pt x="959644" y="2449285"/>
                    <a:pt x="1389291" y="2878932"/>
                    <a:pt x="1919288" y="2878932"/>
                  </a:cubicBezTo>
                  <a:cubicBezTo>
                    <a:pt x="2449285" y="2878932"/>
                    <a:pt x="2878932" y="2449285"/>
                    <a:pt x="2878932" y="1919288"/>
                  </a:cubicBezTo>
                  <a:cubicBezTo>
                    <a:pt x="2878932" y="1389291"/>
                    <a:pt x="2449285" y="959644"/>
                    <a:pt x="1919288" y="959644"/>
                  </a:cubicBezTo>
                  <a:lnTo>
                    <a:pt x="1919288" y="0"/>
                  </a:lnTo>
                  <a:close/>
                </a:path>
              </a:pathLst>
            </a:custGeom>
            <a:solidFill>
              <a:srgbClr val="4D576B">
                <a:lumMod val="20000"/>
                <a:lumOff val="80000"/>
              </a:srgbClr>
            </a:solidFill>
            <a:ln w="76200">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20000"/>
                </a:lnSpc>
              </a:pPr>
              <a:endParaRPr sz="1350">
                <a:latin typeface="微软雅黑" panose="020B0503020204020204" pitchFamily="34" charset="-122"/>
                <a:ea typeface="微软雅黑" panose="020B0503020204020204" pitchFamily="34" charset="-122"/>
              </a:endParaRPr>
            </a:p>
          </p:txBody>
        </p:sp>
        <p:sp>
          <p:nvSpPr>
            <p:cNvPr id="29" name="等腰三角形 28"/>
            <p:cNvSpPr/>
            <p:nvPr>
              <p:custDataLst>
                <p:tags r:id="rId3"/>
              </p:custDataLst>
            </p:nvPr>
          </p:nvSpPr>
          <p:spPr>
            <a:xfrm rot="16200000">
              <a:off x="1772" y="1878"/>
              <a:ext cx="1725" cy="628"/>
            </a:xfrm>
            <a:prstGeom prst="triangle">
              <a:avLst/>
            </a:prstGeom>
            <a:solidFill>
              <a:srgbClr val="4D576B">
                <a:lumMod val="20000"/>
                <a:lumOff val="80000"/>
              </a:srgbClr>
            </a:solidFill>
            <a:ln w="76200">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20000"/>
                </a:lnSpc>
              </a:pPr>
              <a:endParaRPr sz="1350">
                <a:latin typeface="微软雅黑" panose="020B0503020204020204" pitchFamily="34" charset="-122"/>
                <a:ea typeface="微软雅黑" panose="020B0503020204020204" pitchFamily="34" charset="-122"/>
              </a:endParaRPr>
            </a:p>
          </p:txBody>
        </p:sp>
        <p:sp>
          <p:nvSpPr>
            <p:cNvPr id="26" name="圆角矩形 25"/>
            <p:cNvSpPr/>
            <p:nvPr>
              <p:custDataLst>
                <p:tags r:id="rId4"/>
              </p:custDataLst>
            </p:nvPr>
          </p:nvSpPr>
          <p:spPr>
            <a:xfrm>
              <a:off x="520" y="2647"/>
              <a:ext cx="1763" cy="1763"/>
            </a:xfrm>
            <a:prstGeom prst="roundRect">
              <a:avLst/>
            </a:prstGeom>
            <a:solidFill>
              <a:sysClr val="window" lastClr="FFFFFF">
                <a:lumMod val="75000"/>
              </a:sysClr>
            </a:solidFill>
            <a:ln w="76200">
              <a:solidFill>
                <a:srgbClr val="4D576B">
                  <a:lumMod val="20000"/>
                  <a:lumOff val="80000"/>
                </a:srgbClr>
              </a:solid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20000"/>
                </a:lnSpc>
              </a:pPr>
              <a:endParaRPr sz="1350">
                <a:latin typeface="微软雅黑" panose="020B0503020204020204" pitchFamily="34" charset="-122"/>
                <a:ea typeface="微软雅黑" panose="020B0503020204020204" pitchFamily="34" charset="-122"/>
              </a:endParaRPr>
            </a:p>
          </p:txBody>
        </p:sp>
        <p:sp>
          <p:nvSpPr>
            <p:cNvPr id="27" name="圆角矩形 26"/>
            <p:cNvSpPr/>
            <p:nvPr>
              <p:custDataLst>
                <p:tags r:id="rId5"/>
              </p:custDataLst>
            </p:nvPr>
          </p:nvSpPr>
          <p:spPr>
            <a:xfrm>
              <a:off x="630" y="2756"/>
              <a:ext cx="1544" cy="1544"/>
            </a:xfrm>
            <a:prstGeom prst="roundRect">
              <a:avLst/>
            </a:prstGeom>
            <a:solidFill>
              <a:sysClr val="window" lastClr="FFFFFF"/>
            </a:solidFill>
            <a:ln w="76200">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20000"/>
                </a:lnSpc>
              </a:pPr>
              <a:endParaRPr sz="1350">
                <a:latin typeface="微软雅黑" panose="020B0503020204020204" pitchFamily="34" charset="-122"/>
                <a:ea typeface="微软雅黑" panose="020B0503020204020204" pitchFamily="34" charset="-122"/>
              </a:endParaRPr>
            </a:p>
          </p:txBody>
        </p:sp>
        <p:sp>
          <p:nvSpPr>
            <p:cNvPr id="3" name="文本框 2"/>
            <p:cNvSpPr txBox="1"/>
            <p:nvPr>
              <p:custDataLst>
                <p:tags r:id="rId6"/>
              </p:custDataLst>
            </p:nvPr>
          </p:nvSpPr>
          <p:spPr>
            <a:xfrm>
              <a:off x="842" y="3499"/>
              <a:ext cx="1119" cy="228"/>
            </a:xfrm>
            <a:prstGeom prst="rect">
              <a:avLst/>
            </a:prstGeom>
            <a:noFill/>
          </p:spPr>
          <p:txBody>
            <a:bodyPr wrap="none" numCol="1" rtlCol="0">
              <a:prstTxWarp prst="textPlain">
                <a:avLst/>
              </a:prstTxWarp>
              <a:spAutoFit/>
            </a:bodyPr>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marL="0" marR="0" lvl="0" indent="0" algn="l" defTabSz="914400" rtl="0" eaLnBrk="1" fontAlgn="auto" latinLnBrk="0" hangingPunct="1">
                <a:lnSpc>
                  <a:spcPct val="120000"/>
                </a:lnSpc>
                <a:buClrTx/>
                <a:buSzTx/>
                <a:buFontTx/>
                <a:buNone/>
                <a:defRPr/>
              </a:pPr>
              <a:r>
                <a:rPr kumimoji="0" lang="zh-CN" altLang="en-US" sz="1245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学习目标</a:t>
              </a:r>
            </a:p>
          </p:txBody>
        </p:sp>
        <p:sp>
          <p:nvSpPr>
            <p:cNvPr id="16" name="矩形 15"/>
            <p:cNvSpPr/>
            <p:nvPr>
              <p:custDataLst>
                <p:tags r:id="rId7"/>
              </p:custDataLst>
            </p:nvPr>
          </p:nvSpPr>
          <p:spPr>
            <a:xfrm>
              <a:off x="842" y="3222"/>
              <a:ext cx="370" cy="191"/>
            </a:xfrm>
            <a:prstGeom prst="rect">
              <a:avLst/>
            </a:prstGeom>
            <a:solidFill>
              <a:srgbClr val="0096D6"/>
            </a:solidFill>
            <a:ln w="12700" cap="flat" cmpd="sng" algn="ctr">
              <a:noFill/>
              <a:prstDash val="solid"/>
              <a:miter lim="800000"/>
            </a:ln>
            <a:effectLst/>
          </p:spPr>
          <p:txBody>
            <a:bodyPr rot="0" spcFirstLastPara="0" vert="horz" wrap="square" lIns="68580" tIns="34290" rIns="68580" bIns="34290" numCol="1" spcCol="0" rtlCol="0" fromWordArt="0" anchor="ctr" anchorCtr="0" forceAA="0" compatLnSpc="1">
              <a:noAutofit/>
            </a:bodyPr>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marL="0" marR="0" lvl="0" indent="0" algn="ctr" defTabSz="914400" rtl="0" eaLnBrk="1" fontAlgn="auto" latinLnBrk="0" hangingPunct="1">
                <a:lnSpc>
                  <a:spcPct val="120000"/>
                </a:lnSpc>
                <a:buClrTx/>
                <a:buSzTx/>
                <a:buFontTx/>
                <a:buNone/>
                <a:defRPr/>
              </a:pPr>
              <a:endParaRPr kumimoji="0" lang="zh-CN" altLang="en-US" sz="135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 name="矩形 16"/>
            <p:cNvSpPr/>
            <p:nvPr>
              <p:custDataLst>
                <p:tags r:id="rId8"/>
              </p:custDataLst>
            </p:nvPr>
          </p:nvSpPr>
          <p:spPr>
            <a:xfrm>
              <a:off x="842" y="3222"/>
              <a:ext cx="111" cy="191"/>
            </a:xfrm>
            <a:prstGeom prst="rect">
              <a:avLst/>
            </a:prstGeom>
            <a:solidFill>
              <a:srgbClr val="0096D6">
                <a:lumMod val="60000"/>
                <a:lumOff val="40000"/>
              </a:srgbClr>
            </a:solidFill>
            <a:ln w="12700" cap="flat" cmpd="sng" algn="ctr">
              <a:noFill/>
              <a:prstDash val="solid"/>
              <a:miter lim="800000"/>
            </a:ln>
            <a:effectLst/>
          </p:spPr>
          <p:txBody>
            <a:bodyPr rot="0" spcFirstLastPara="0" vert="horz" wrap="square" lIns="68580" tIns="34290" rIns="68580" bIns="34290" numCol="1" spcCol="0" rtlCol="0" fromWordArt="0" anchor="ctr" anchorCtr="0" forceAA="0" compatLnSpc="1">
              <a:noAutofit/>
            </a:bodyPr>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marL="0" marR="0" lvl="0" indent="0" algn="ctr" defTabSz="914400" rtl="0" eaLnBrk="1" fontAlgn="auto" latinLnBrk="0" hangingPunct="1">
                <a:lnSpc>
                  <a:spcPct val="120000"/>
                </a:lnSpc>
                <a:buClrTx/>
                <a:buSzTx/>
                <a:buFontTx/>
                <a:buNone/>
                <a:defRPr/>
              </a:pPr>
              <a:endParaRPr kumimoji="0" lang="zh-CN" altLang="en-US" sz="135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8" name="任意多边形 17"/>
            <p:cNvSpPr/>
            <p:nvPr>
              <p:custDataLst>
                <p:tags r:id="rId9"/>
              </p:custDataLst>
            </p:nvPr>
          </p:nvSpPr>
          <p:spPr>
            <a:xfrm>
              <a:off x="1718" y="3799"/>
              <a:ext cx="267" cy="267"/>
            </a:xfrm>
            <a:custGeom>
              <a:avLst/>
              <a:gdLst>
                <a:gd name="connsiteX0" fmla="*/ 259984 w 607639"/>
                <a:gd name="connsiteY0" fmla="*/ 430308 h 606722"/>
                <a:gd name="connsiteX1" fmla="*/ 287837 w 607639"/>
                <a:gd name="connsiteY1" fmla="*/ 458126 h 606722"/>
                <a:gd name="connsiteX2" fmla="*/ 139047 w 607639"/>
                <a:gd name="connsiteY2" fmla="*/ 606722 h 606722"/>
                <a:gd name="connsiteX3" fmla="*/ 111282 w 607639"/>
                <a:gd name="connsiteY3" fmla="*/ 578905 h 606722"/>
                <a:gd name="connsiteX4" fmla="*/ 204460 w 607639"/>
                <a:gd name="connsiteY4" fmla="*/ 374844 h 606722"/>
                <a:gd name="connsiteX5" fmla="*/ 232231 w 607639"/>
                <a:gd name="connsiteY5" fmla="*/ 402573 h 606722"/>
                <a:gd name="connsiteX6" fmla="*/ 27771 w 607639"/>
                <a:gd name="connsiteY6" fmla="*/ 606722 h 606722"/>
                <a:gd name="connsiteX7" fmla="*/ 0 w 607639"/>
                <a:gd name="connsiteY7" fmla="*/ 578904 h 606722"/>
                <a:gd name="connsiteX8" fmla="*/ 148791 w 607639"/>
                <a:gd name="connsiteY8" fmla="*/ 319309 h 606722"/>
                <a:gd name="connsiteX9" fmla="*/ 176555 w 607639"/>
                <a:gd name="connsiteY9" fmla="*/ 347040 h 606722"/>
                <a:gd name="connsiteX10" fmla="*/ 27853 w 607639"/>
                <a:gd name="connsiteY10" fmla="*/ 495652 h 606722"/>
                <a:gd name="connsiteX11" fmla="*/ 0 w 607639"/>
                <a:gd name="connsiteY11" fmla="*/ 467921 h 606722"/>
                <a:gd name="connsiteX12" fmla="*/ 482456 w 607639"/>
                <a:gd name="connsiteY12" fmla="*/ 291506 h 606722"/>
                <a:gd name="connsiteX13" fmla="*/ 441354 w 607639"/>
                <a:gd name="connsiteY13" fmla="*/ 444829 h 606722"/>
                <a:gd name="connsiteX14" fmla="*/ 385749 w 607639"/>
                <a:gd name="connsiteY14" fmla="*/ 500380 h 606722"/>
                <a:gd name="connsiteX15" fmla="*/ 329611 w 607639"/>
                <a:gd name="connsiteY15" fmla="*/ 444295 h 606722"/>
                <a:gd name="connsiteX16" fmla="*/ 218312 w 607639"/>
                <a:gd name="connsiteY16" fmla="*/ 277605 h 606722"/>
                <a:gd name="connsiteX17" fmla="*/ 329470 w 607639"/>
                <a:gd name="connsiteY17" fmla="*/ 388739 h 606722"/>
                <a:gd name="connsiteX18" fmla="*/ 301703 w 607639"/>
                <a:gd name="connsiteY18" fmla="*/ 416478 h 606722"/>
                <a:gd name="connsiteX19" fmla="*/ 190456 w 607639"/>
                <a:gd name="connsiteY19" fmla="*/ 305433 h 606722"/>
                <a:gd name="connsiteX20" fmla="*/ 315639 w 607639"/>
                <a:gd name="connsiteY20" fmla="*/ 124971 h 606722"/>
                <a:gd name="connsiteX21" fmla="*/ 162720 w 607639"/>
                <a:gd name="connsiteY21" fmla="*/ 277604 h 606722"/>
                <a:gd name="connsiteX22" fmla="*/ 106554 w 607639"/>
                <a:gd name="connsiteY22" fmla="*/ 221544 h 606722"/>
                <a:gd name="connsiteX23" fmla="*/ 162097 w 607639"/>
                <a:gd name="connsiteY23" fmla="*/ 166016 h 606722"/>
                <a:gd name="connsiteX24" fmla="*/ 459243 w 607639"/>
                <a:gd name="connsiteY24" fmla="*/ 120359 h 606722"/>
                <a:gd name="connsiteX25" fmla="*/ 431471 w 607639"/>
                <a:gd name="connsiteY25" fmla="*/ 148088 h 606722"/>
                <a:gd name="connsiteX26" fmla="*/ 459243 w 607639"/>
                <a:gd name="connsiteY26" fmla="*/ 175905 h 606722"/>
                <a:gd name="connsiteX27" fmla="*/ 487103 w 607639"/>
                <a:gd name="connsiteY27" fmla="*/ 148088 h 606722"/>
                <a:gd name="connsiteX28" fmla="*/ 445357 w 607639"/>
                <a:gd name="connsiteY28" fmla="*/ 50948 h 606722"/>
                <a:gd name="connsiteX29" fmla="*/ 556620 w 607639"/>
                <a:gd name="connsiteY29" fmla="*/ 161952 h 606722"/>
                <a:gd name="connsiteX30" fmla="*/ 357326 w 607639"/>
                <a:gd name="connsiteY30" fmla="*/ 360942 h 606722"/>
                <a:gd name="connsiteX31" fmla="*/ 246062 w 607639"/>
                <a:gd name="connsiteY31" fmla="*/ 249938 h 606722"/>
                <a:gd name="connsiteX32" fmla="*/ 607639 w 607639"/>
                <a:gd name="connsiteY32" fmla="*/ 0 h 606722"/>
                <a:gd name="connsiteX33" fmla="*/ 576136 w 607639"/>
                <a:gd name="connsiteY33" fmla="*/ 125818 h 606722"/>
                <a:gd name="connsiteX34" fmla="*/ 481539 w 607639"/>
                <a:gd name="connsiteY34" fmla="*/ 31454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07639" h="606722">
                  <a:moveTo>
                    <a:pt x="259984" y="430308"/>
                  </a:moveTo>
                  <a:lnTo>
                    <a:pt x="287837" y="458126"/>
                  </a:lnTo>
                  <a:lnTo>
                    <a:pt x="139047" y="606722"/>
                  </a:lnTo>
                  <a:lnTo>
                    <a:pt x="111282" y="578905"/>
                  </a:lnTo>
                  <a:close/>
                  <a:moveTo>
                    <a:pt x="204460" y="374844"/>
                  </a:moveTo>
                  <a:lnTo>
                    <a:pt x="232231" y="402573"/>
                  </a:lnTo>
                  <a:lnTo>
                    <a:pt x="27771" y="606722"/>
                  </a:lnTo>
                  <a:lnTo>
                    <a:pt x="0" y="578904"/>
                  </a:lnTo>
                  <a:close/>
                  <a:moveTo>
                    <a:pt x="148791" y="319309"/>
                  </a:moveTo>
                  <a:lnTo>
                    <a:pt x="176555" y="347040"/>
                  </a:lnTo>
                  <a:lnTo>
                    <a:pt x="27853" y="495652"/>
                  </a:lnTo>
                  <a:lnTo>
                    <a:pt x="0" y="467921"/>
                  </a:lnTo>
                  <a:close/>
                  <a:moveTo>
                    <a:pt x="482456" y="291506"/>
                  </a:moveTo>
                  <a:lnTo>
                    <a:pt x="441354" y="444829"/>
                  </a:lnTo>
                  <a:lnTo>
                    <a:pt x="385749" y="500380"/>
                  </a:lnTo>
                  <a:lnTo>
                    <a:pt x="329611" y="444295"/>
                  </a:lnTo>
                  <a:close/>
                  <a:moveTo>
                    <a:pt x="218312" y="277605"/>
                  </a:moveTo>
                  <a:lnTo>
                    <a:pt x="329470" y="388739"/>
                  </a:lnTo>
                  <a:lnTo>
                    <a:pt x="301703" y="416478"/>
                  </a:lnTo>
                  <a:lnTo>
                    <a:pt x="190456" y="305433"/>
                  </a:lnTo>
                  <a:close/>
                  <a:moveTo>
                    <a:pt x="315639" y="124971"/>
                  </a:moveTo>
                  <a:lnTo>
                    <a:pt x="162720" y="277604"/>
                  </a:lnTo>
                  <a:lnTo>
                    <a:pt x="106554" y="221544"/>
                  </a:lnTo>
                  <a:lnTo>
                    <a:pt x="162097" y="166016"/>
                  </a:lnTo>
                  <a:close/>
                  <a:moveTo>
                    <a:pt x="459243" y="120359"/>
                  </a:moveTo>
                  <a:lnTo>
                    <a:pt x="431471" y="148088"/>
                  </a:lnTo>
                  <a:lnTo>
                    <a:pt x="459243" y="175905"/>
                  </a:lnTo>
                  <a:lnTo>
                    <a:pt x="487103" y="148088"/>
                  </a:lnTo>
                  <a:close/>
                  <a:moveTo>
                    <a:pt x="445357" y="50948"/>
                  </a:moveTo>
                  <a:lnTo>
                    <a:pt x="556620" y="161952"/>
                  </a:lnTo>
                  <a:lnTo>
                    <a:pt x="357326" y="360942"/>
                  </a:lnTo>
                  <a:lnTo>
                    <a:pt x="246062" y="249938"/>
                  </a:lnTo>
                  <a:close/>
                  <a:moveTo>
                    <a:pt x="607639" y="0"/>
                  </a:moveTo>
                  <a:lnTo>
                    <a:pt x="576136" y="125818"/>
                  </a:lnTo>
                  <a:lnTo>
                    <a:pt x="481539" y="31454"/>
                  </a:lnTo>
                  <a:close/>
                </a:path>
              </a:pathLst>
            </a:custGeom>
            <a:solidFill>
              <a:srgbClr val="0096D6"/>
            </a:solidFill>
            <a:ln w="12700" cap="flat" cmpd="sng" algn="ctr">
              <a:noFill/>
              <a:prstDash val="solid"/>
              <a:miter lim="800000"/>
            </a:ln>
            <a:effectLst/>
          </p:spPr>
          <p:txBody>
            <a:bodyPr rot="0" spcFirstLastPara="0" vert="horz" wrap="square" lIns="68580" tIns="34290" rIns="68580" bIns="34290" numCol="1" spcCol="0" rtlCol="0" fromWordArt="0" anchor="ctr" anchorCtr="0" forceAA="0" compatLnSpc="1">
              <a:noAutofit/>
            </a:bodyPr>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marL="0" marR="0" lvl="0" indent="0" algn="ctr" defTabSz="914400" rtl="0" eaLnBrk="1" fontAlgn="auto" latinLnBrk="0" hangingPunct="1">
                <a:lnSpc>
                  <a:spcPct val="120000"/>
                </a:lnSpc>
                <a:buClrTx/>
                <a:buSzTx/>
                <a:buFontTx/>
                <a:buNone/>
                <a:defRPr/>
              </a:pPr>
              <a:endParaRPr kumimoji="0" lang="zh-CN" altLang="en-US" sz="135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6" name="椭圆 5"/>
            <p:cNvSpPr/>
            <p:nvPr>
              <p:custDataLst>
                <p:tags r:id="rId10"/>
              </p:custDataLst>
            </p:nvPr>
          </p:nvSpPr>
          <p:spPr>
            <a:xfrm>
              <a:off x="3462" y="1399"/>
              <a:ext cx="793" cy="793"/>
            </a:xfrm>
            <a:prstGeom prst="ellipse">
              <a:avLst/>
            </a:prstGeom>
            <a:solidFill>
              <a:srgbClr val="1AA3AA"/>
            </a:solidFill>
            <a:ln w="38100">
              <a:solidFill>
                <a:sysClr val="window" lastClr="FFFFFF"/>
              </a:solid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defPPr>
                <a:defRPr lang="zh-CN"/>
              </a:defPPr>
              <a:lvl1pPr marL="0" algn="l" defTabSz="913765" rtl="0" eaLnBrk="1" latinLnBrk="0" hangingPunct="1">
                <a:defRPr sz="1800" kern="1200">
                  <a:solidFill>
                    <a:sysClr val="window" lastClr="FFFFFF"/>
                  </a:solidFill>
                </a:defRPr>
              </a:lvl1pPr>
              <a:lvl2pPr marL="457200" algn="l" defTabSz="913765" rtl="0" eaLnBrk="1" latinLnBrk="0" hangingPunct="1">
                <a:defRPr sz="1800" kern="1200">
                  <a:solidFill>
                    <a:sysClr val="window" lastClr="FFFFFF"/>
                  </a:solidFill>
                </a:defRPr>
              </a:lvl2pPr>
              <a:lvl3pPr marL="914400" algn="l" defTabSz="913765" rtl="0" eaLnBrk="1" latinLnBrk="0" hangingPunct="1">
                <a:defRPr sz="1800" kern="1200">
                  <a:solidFill>
                    <a:sysClr val="window" lastClr="FFFFFF"/>
                  </a:solidFill>
                </a:defRPr>
              </a:lvl3pPr>
              <a:lvl4pPr marL="1371600" algn="l" defTabSz="913765" rtl="0" eaLnBrk="1" latinLnBrk="0" hangingPunct="1">
                <a:defRPr sz="1800" kern="1200">
                  <a:solidFill>
                    <a:sysClr val="window" lastClr="FFFFFF"/>
                  </a:solidFill>
                </a:defRPr>
              </a:lvl4pPr>
              <a:lvl5pPr marL="1828800" algn="l" defTabSz="913765" rtl="0" eaLnBrk="1" latinLnBrk="0" hangingPunct="1">
                <a:defRPr sz="1800" kern="1200">
                  <a:solidFill>
                    <a:sysClr val="window" lastClr="FFFFFF"/>
                  </a:solidFill>
                </a:defRPr>
              </a:lvl5pPr>
              <a:lvl6pPr marL="2286000" algn="l" defTabSz="913765" rtl="0" eaLnBrk="1" latinLnBrk="0" hangingPunct="1">
                <a:defRPr sz="1800" kern="1200">
                  <a:solidFill>
                    <a:sysClr val="window" lastClr="FFFFFF"/>
                  </a:solidFill>
                </a:defRPr>
              </a:lvl6pPr>
              <a:lvl7pPr marL="2743200" algn="l" defTabSz="913765" rtl="0" eaLnBrk="1" latinLnBrk="0" hangingPunct="1">
                <a:defRPr sz="1800" kern="1200">
                  <a:solidFill>
                    <a:sysClr val="window" lastClr="FFFFFF"/>
                  </a:solidFill>
                </a:defRPr>
              </a:lvl7pPr>
              <a:lvl8pPr marL="3200400" algn="l" defTabSz="913765" rtl="0" eaLnBrk="1" latinLnBrk="0" hangingPunct="1">
                <a:defRPr sz="1800" kern="1200">
                  <a:solidFill>
                    <a:sysClr val="window" lastClr="FFFFFF"/>
                  </a:solidFill>
                </a:defRPr>
              </a:lvl8pPr>
              <a:lvl9pPr marL="3657600" algn="l" defTabSz="913765" rtl="0" eaLnBrk="1" latinLnBrk="0" hangingPunct="1">
                <a:defRPr sz="1800" kern="1200">
                  <a:solidFill>
                    <a:sysClr val="window" lastClr="FFFFFF"/>
                  </a:solidFill>
                </a:defRPr>
              </a:lvl9pPr>
            </a:lstStyle>
            <a:p>
              <a:pPr algn="ctr">
                <a:lnSpc>
                  <a:spcPct val="120000"/>
                </a:lnSpc>
              </a:pPr>
              <a:endParaRPr lang="zh-CN" altLang="en-US" sz="1350" dirty="0">
                <a:latin typeface="微软雅黑" panose="020B0503020204020204" pitchFamily="34" charset="-122"/>
                <a:ea typeface="微软雅黑" panose="020B0503020204020204" pitchFamily="34" charset="-122"/>
              </a:endParaRPr>
            </a:p>
          </p:txBody>
        </p:sp>
        <p:sp>
          <p:nvSpPr>
            <p:cNvPr id="34" name="任意多边形 22"/>
            <p:cNvSpPr/>
            <p:nvPr>
              <p:custDataLst>
                <p:tags r:id="rId11"/>
              </p:custDataLst>
            </p:nvPr>
          </p:nvSpPr>
          <p:spPr bwMode="auto">
            <a:xfrm>
              <a:off x="3657" y="1597"/>
              <a:ext cx="404" cy="396"/>
            </a:xfrm>
            <a:custGeom>
              <a:avLst/>
              <a:gdLst>
                <a:gd name="T0" fmla="*/ 1312 w 1990"/>
                <a:gd name="T1" fmla="*/ 1552 h 1954"/>
                <a:gd name="T2" fmla="*/ 291 w 1990"/>
                <a:gd name="T3" fmla="*/ 1746 h 1954"/>
                <a:gd name="T4" fmla="*/ 0 w 1990"/>
                <a:gd name="T5" fmla="*/ 540 h 1954"/>
                <a:gd name="T6" fmla="*/ 515 w 1990"/>
                <a:gd name="T7" fmla="*/ 249 h 1954"/>
                <a:gd name="T8" fmla="*/ 1205 w 1990"/>
                <a:gd name="T9" fmla="*/ 0 h 1954"/>
                <a:gd name="T10" fmla="*/ 1496 w 1990"/>
                <a:gd name="T11" fmla="*/ 489 h 1954"/>
                <a:gd name="T12" fmla="*/ 1413 w 1990"/>
                <a:gd name="T13" fmla="*/ 291 h 1954"/>
                <a:gd name="T14" fmla="*/ 802 w 1990"/>
                <a:gd name="T15" fmla="*/ 83 h 1954"/>
                <a:gd name="T16" fmla="*/ 1039 w 1990"/>
                <a:gd name="T17" fmla="*/ 249 h 1954"/>
                <a:gd name="T18" fmla="*/ 1243 w 1990"/>
                <a:gd name="T19" fmla="*/ 499 h 1954"/>
                <a:gd name="T20" fmla="*/ 291 w 1990"/>
                <a:gd name="T21" fmla="*/ 333 h 1954"/>
                <a:gd name="T22" fmla="*/ 83 w 1990"/>
                <a:gd name="T23" fmla="*/ 1455 h 1954"/>
                <a:gd name="T24" fmla="*/ 1039 w 1990"/>
                <a:gd name="T25" fmla="*/ 1663 h 1954"/>
                <a:gd name="T26" fmla="*/ 1641 w 1990"/>
                <a:gd name="T27" fmla="*/ 1453 h 1954"/>
                <a:gd name="T28" fmla="*/ 1138 w 1990"/>
                <a:gd name="T29" fmla="*/ 583 h 1954"/>
                <a:gd name="T30" fmla="*/ 1641 w 1990"/>
                <a:gd name="T31" fmla="*/ 1453 h 1954"/>
                <a:gd name="T32" fmla="*/ 1752 w 1990"/>
                <a:gd name="T33" fmla="*/ 809 h 1954"/>
                <a:gd name="T34" fmla="*/ 1026 w 1990"/>
                <a:gd name="T35" fmla="*/ 1228 h 1954"/>
                <a:gd name="T36" fmla="*/ 1767 w 1990"/>
                <a:gd name="T37" fmla="*/ 1422 h 1954"/>
                <a:gd name="T38" fmla="*/ 1717 w 1990"/>
                <a:gd name="T39" fmla="*/ 1835 h 1954"/>
                <a:gd name="T40" fmla="*/ 1767 w 1990"/>
                <a:gd name="T41" fmla="*/ 1422 h 1954"/>
                <a:gd name="T42" fmla="*/ 1739 w 1990"/>
                <a:gd name="T43" fmla="*/ 1874 h 1954"/>
                <a:gd name="T44" fmla="*/ 1956 w 1990"/>
                <a:gd name="T45" fmla="*/ 1749 h 1954"/>
                <a:gd name="T46" fmla="*/ 249 w 1990"/>
                <a:gd name="T47" fmla="*/ 551 h 1954"/>
                <a:gd name="T48" fmla="*/ 803 w 1990"/>
                <a:gd name="T49" fmla="*/ 613 h 1954"/>
                <a:gd name="T50" fmla="*/ 675 w 1990"/>
                <a:gd name="T51" fmla="*/ 828 h 1954"/>
                <a:gd name="T52" fmla="*/ 249 w 1990"/>
                <a:gd name="T53" fmla="*/ 890 h 1954"/>
                <a:gd name="T54" fmla="*/ 675 w 1990"/>
                <a:gd name="T55" fmla="*/ 828 h 1954"/>
                <a:gd name="T56" fmla="*/ 675 w 1990"/>
                <a:gd name="T57" fmla="*/ 1167 h 1954"/>
                <a:gd name="T58" fmla="*/ 249 w 1990"/>
                <a:gd name="T59" fmla="*/ 1105 h 1954"/>
                <a:gd name="T60" fmla="*/ 249 w 1990"/>
                <a:gd name="T61" fmla="*/ 1444 h 1954"/>
                <a:gd name="T62" fmla="*/ 803 w 1990"/>
                <a:gd name="T63" fmla="*/ 1382 h 1954"/>
                <a:gd name="T64" fmla="*/ 249 w 1990"/>
                <a:gd name="T65" fmla="*/ 1444 h 1954"/>
                <a:gd name="T66" fmla="*/ 1179 w 1990"/>
                <a:gd name="T67" fmla="*/ 961 h 1954"/>
                <a:gd name="T68" fmla="*/ 1300 w 1990"/>
                <a:gd name="T69" fmla="*/ 1219 h 1954"/>
                <a:gd name="T70" fmla="*/ 1604 w 1990"/>
                <a:gd name="T71" fmla="*/ 858 h 1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90" h="1954">
                  <a:moveTo>
                    <a:pt x="1231" y="1534"/>
                  </a:moveTo>
                  <a:cubicBezTo>
                    <a:pt x="1258" y="1542"/>
                    <a:pt x="1285" y="1548"/>
                    <a:pt x="1312" y="1552"/>
                  </a:cubicBezTo>
                  <a:cubicBezTo>
                    <a:pt x="1272" y="1665"/>
                    <a:pt x="1165" y="1746"/>
                    <a:pt x="1039" y="1746"/>
                  </a:cubicBezTo>
                  <a:lnTo>
                    <a:pt x="291" y="1746"/>
                  </a:lnTo>
                  <a:cubicBezTo>
                    <a:pt x="131" y="1746"/>
                    <a:pt x="0" y="1615"/>
                    <a:pt x="0" y="1455"/>
                  </a:cubicBezTo>
                  <a:lnTo>
                    <a:pt x="0" y="540"/>
                  </a:lnTo>
                  <a:cubicBezTo>
                    <a:pt x="0" y="380"/>
                    <a:pt x="131" y="249"/>
                    <a:pt x="291" y="249"/>
                  </a:cubicBezTo>
                  <a:lnTo>
                    <a:pt x="515" y="249"/>
                  </a:lnTo>
                  <a:cubicBezTo>
                    <a:pt x="535" y="109"/>
                    <a:pt x="656" y="0"/>
                    <a:pt x="802" y="0"/>
                  </a:cubicBezTo>
                  <a:lnTo>
                    <a:pt x="1205" y="0"/>
                  </a:lnTo>
                  <a:cubicBezTo>
                    <a:pt x="1366" y="0"/>
                    <a:pt x="1496" y="131"/>
                    <a:pt x="1496" y="291"/>
                  </a:cubicBezTo>
                  <a:lnTo>
                    <a:pt x="1496" y="489"/>
                  </a:lnTo>
                  <a:cubicBezTo>
                    <a:pt x="1469" y="484"/>
                    <a:pt x="1441" y="480"/>
                    <a:pt x="1413" y="479"/>
                  </a:cubicBezTo>
                  <a:lnTo>
                    <a:pt x="1413" y="291"/>
                  </a:lnTo>
                  <a:cubicBezTo>
                    <a:pt x="1413" y="176"/>
                    <a:pt x="1320" y="83"/>
                    <a:pt x="1205" y="83"/>
                  </a:cubicBezTo>
                  <a:lnTo>
                    <a:pt x="802" y="83"/>
                  </a:lnTo>
                  <a:cubicBezTo>
                    <a:pt x="701" y="83"/>
                    <a:pt x="617" y="155"/>
                    <a:pt x="598" y="249"/>
                  </a:cubicBezTo>
                  <a:lnTo>
                    <a:pt x="1039" y="249"/>
                  </a:lnTo>
                  <a:cubicBezTo>
                    <a:pt x="1180" y="249"/>
                    <a:pt x="1297" y="349"/>
                    <a:pt x="1324" y="482"/>
                  </a:cubicBezTo>
                  <a:cubicBezTo>
                    <a:pt x="1297" y="485"/>
                    <a:pt x="1270" y="491"/>
                    <a:pt x="1243" y="499"/>
                  </a:cubicBezTo>
                  <a:cubicBezTo>
                    <a:pt x="1224" y="404"/>
                    <a:pt x="1140" y="333"/>
                    <a:pt x="1039" y="333"/>
                  </a:cubicBezTo>
                  <a:lnTo>
                    <a:pt x="291" y="333"/>
                  </a:lnTo>
                  <a:cubicBezTo>
                    <a:pt x="177" y="333"/>
                    <a:pt x="83" y="426"/>
                    <a:pt x="83" y="540"/>
                  </a:cubicBezTo>
                  <a:lnTo>
                    <a:pt x="83" y="1455"/>
                  </a:lnTo>
                  <a:cubicBezTo>
                    <a:pt x="83" y="1569"/>
                    <a:pt x="177" y="1663"/>
                    <a:pt x="291" y="1663"/>
                  </a:cubicBezTo>
                  <a:lnTo>
                    <a:pt x="1039" y="1663"/>
                  </a:lnTo>
                  <a:cubicBezTo>
                    <a:pt x="1126" y="1663"/>
                    <a:pt x="1200" y="1609"/>
                    <a:pt x="1231" y="1534"/>
                  </a:cubicBezTo>
                  <a:close/>
                  <a:moveTo>
                    <a:pt x="1641" y="1453"/>
                  </a:moveTo>
                  <a:cubicBezTo>
                    <a:pt x="1401" y="1591"/>
                    <a:pt x="1093" y="1509"/>
                    <a:pt x="955" y="1269"/>
                  </a:cubicBezTo>
                  <a:cubicBezTo>
                    <a:pt x="816" y="1029"/>
                    <a:pt x="899" y="722"/>
                    <a:pt x="1138" y="583"/>
                  </a:cubicBezTo>
                  <a:cubicBezTo>
                    <a:pt x="1378" y="445"/>
                    <a:pt x="1686" y="527"/>
                    <a:pt x="1824" y="767"/>
                  </a:cubicBezTo>
                  <a:cubicBezTo>
                    <a:pt x="1963" y="1007"/>
                    <a:pt x="1880" y="1314"/>
                    <a:pt x="1641" y="1453"/>
                  </a:cubicBezTo>
                  <a:close/>
                  <a:moveTo>
                    <a:pt x="1599" y="1381"/>
                  </a:moveTo>
                  <a:cubicBezTo>
                    <a:pt x="1799" y="1266"/>
                    <a:pt x="1868" y="1009"/>
                    <a:pt x="1752" y="809"/>
                  </a:cubicBezTo>
                  <a:cubicBezTo>
                    <a:pt x="1637" y="608"/>
                    <a:pt x="1380" y="539"/>
                    <a:pt x="1180" y="655"/>
                  </a:cubicBezTo>
                  <a:cubicBezTo>
                    <a:pt x="980" y="771"/>
                    <a:pt x="911" y="1027"/>
                    <a:pt x="1026" y="1228"/>
                  </a:cubicBezTo>
                  <a:cubicBezTo>
                    <a:pt x="1142" y="1428"/>
                    <a:pt x="1399" y="1497"/>
                    <a:pt x="1599" y="1381"/>
                  </a:cubicBezTo>
                  <a:close/>
                  <a:moveTo>
                    <a:pt x="1767" y="1422"/>
                  </a:moveTo>
                  <a:lnTo>
                    <a:pt x="1551" y="1547"/>
                  </a:lnTo>
                  <a:lnTo>
                    <a:pt x="1717" y="1835"/>
                  </a:lnTo>
                  <a:lnTo>
                    <a:pt x="1933" y="1710"/>
                  </a:lnTo>
                  <a:lnTo>
                    <a:pt x="1767" y="1422"/>
                  </a:lnTo>
                  <a:close/>
                  <a:moveTo>
                    <a:pt x="1956" y="1749"/>
                  </a:moveTo>
                  <a:lnTo>
                    <a:pt x="1739" y="1874"/>
                  </a:lnTo>
                  <a:cubicBezTo>
                    <a:pt x="1774" y="1934"/>
                    <a:pt x="1850" y="1954"/>
                    <a:pt x="1910" y="1919"/>
                  </a:cubicBezTo>
                  <a:cubicBezTo>
                    <a:pt x="1969" y="1885"/>
                    <a:pt x="1990" y="1809"/>
                    <a:pt x="1956" y="1749"/>
                  </a:cubicBezTo>
                  <a:close/>
                  <a:moveTo>
                    <a:pt x="803" y="551"/>
                  </a:moveTo>
                  <a:lnTo>
                    <a:pt x="249" y="551"/>
                  </a:lnTo>
                  <a:lnTo>
                    <a:pt x="249" y="613"/>
                  </a:lnTo>
                  <a:lnTo>
                    <a:pt x="803" y="613"/>
                  </a:lnTo>
                  <a:lnTo>
                    <a:pt x="803" y="551"/>
                  </a:lnTo>
                  <a:close/>
                  <a:moveTo>
                    <a:pt x="675" y="828"/>
                  </a:moveTo>
                  <a:lnTo>
                    <a:pt x="249" y="828"/>
                  </a:lnTo>
                  <a:lnTo>
                    <a:pt x="249" y="890"/>
                  </a:lnTo>
                  <a:lnTo>
                    <a:pt x="675" y="890"/>
                  </a:lnTo>
                  <a:lnTo>
                    <a:pt x="675" y="828"/>
                  </a:lnTo>
                  <a:close/>
                  <a:moveTo>
                    <a:pt x="249" y="1167"/>
                  </a:moveTo>
                  <a:lnTo>
                    <a:pt x="675" y="1167"/>
                  </a:lnTo>
                  <a:lnTo>
                    <a:pt x="675" y="1105"/>
                  </a:lnTo>
                  <a:lnTo>
                    <a:pt x="249" y="1105"/>
                  </a:lnTo>
                  <a:lnTo>
                    <a:pt x="249" y="1167"/>
                  </a:lnTo>
                  <a:close/>
                  <a:moveTo>
                    <a:pt x="249" y="1444"/>
                  </a:moveTo>
                  <a:lnTo>
                    <a:pt x="803" y="1444"/>
                  </a:lnTo>
                  <a:lnTo>
                    <a:pt x="803" y="1382"/>
                  </a:lnTo>
                  <a:lnTo>
                    <a:pt x="249" y="1382"/>
                  </a:lnTo>
                  <a:lnTo>
                    <a:pt x="249" y="1444"/>
                  </a:lnTo>
                  <a:close/>
                  <a:moveTo>
                    <a:pt x="1308" y="1105"/>
                  </a:moveTo>
                  <a:lnTo>
                    <a:pt x="1179" y="961"/>
                  </a:lnTo>
                  <a:lnTo>
                    <a:pt x="1118" y="1017"/>
                  </a:lnTo>
                  <a:lnTo>
                    <a:pt x="1300" y="1219"/>
                  </a:lnTo>
                  <a:lnTo>
                    <a:pt x="1657" y="922"/>
                  </a:lnTo>
                  <a:lnTo>
                    <a:pt x="1604" y="858"/>
                  </a:lnTo>
                  <a:lnTo>
                    <a:pt x="1308" y="1105"/>
                  </a:lnTo>
                  <a:close/>
                </a:path>
              </a:pathLst>
            </a:custGeom>
            <a:solidFill>
              <a:sysClr val="window" lastClr="FFFFFF"/>
            </a:solidFill>
            <a:ln>
              <a:noFill/>
            </a:ln>
          </p:spPr>
          <p:txBody>
            <a:bodyPr vert="horz" wrap="square" lIns="137124" tIns="68562" rIns="137124" bIns="68562" numCol="1" anchor="t" anchorCtr="0" compatLnSpc="1"/>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a:lnSpc>
                  <a:spcPct val="120000"/>
                </a:lnSpc>
              </a:pPr>
              <a:endParaRPr lang="en-US" sz="5400" dirty="0">
                <a:latin typeface="微软雅黑" panose="020B0503020204020204" pitchFamily="34" charset="-122"/>
                <a:ea typeface="微软雅黑" panose="020B0503020204020204" pitchFamily="34" charset="-122"/>
              </a:endParaRPr>
            </a:p>
          </p:txBody>
        </p:sp>
        <p:sp>
          <p:nvSpPr>
            <p:cNvPr id="35" name="文本框 34"/>
            <p:cNvSpPr txBox="1"/>
            <p:nvPr>
              <p:custDataLst>
                <p:tags r:id="rId12"/>
              </p:custDataLst>
            </p:nvPr>
          </p:nvSpPr>
          <p:spPr>
            <a:xfrm>
              <a:off x="4357" y="1398"/>
              <a:ext cx="3435" cy="793"/>
            </a:xfrm>
            <a:prstGeom prst="rect">
              <a:avLst/>
            </a:prstGeom>
            <a:noFill/>
          </p:spPr>
          <p:txBody>
            <a:bodyPr wrap="square" lIns="67500" tIns="35100" rIns="67500" bIns="35100" rtlCol="0" anchor="ctr" anchorCtr="0">
              <a:noAutofit/>
            </a:bodyPr>
            <a:lstStyle/>
            <a:p>
              <a:pPr>
                <a:lnSpc>
                  <a:spcPct val="120000"/>
                </a:lnSpc>
              </a:pPr>
              <a:r>
                <a:rPr lang="zh-CN" altLang="en-US" sz="1100" spc="150" dirty="0">
                  <a:latin typeface="微软雅黑" panose="020B0503020204020204" pitchFamily="34" charset="-122"/>
                  <a:ea typeface="微软雅黑" panose="020B0503020204020204" pitchFamily="34" charset="-122"/>
                </a:rPr>
                <a:t>1. 了解文件、文件夹、文件系统的基本概念。</a:t>
              </a:r>
            </a:p>
          </p:txBody>
        </p:sp>
        <p:sp>
          <p:nvSpPr>
            <p:cNvPr id="51" name="椭圆 50"/>
            <p:cNvSpPr/>
            <p:nvPr>
              <p:custDataLst>
                <p:tags r:id="rId13"/>
              </p:custDataLst>
            </p:nvPr>
          </p:nvSpPr>
          <p:spPr>
            <a:xfrm>
              <a:off x="4407" y="2354"/>
              <a:ext cx="793" cy="793"/>
            </a:xfrm>
            <a:prstGeom prst="ellipse">
              <a:avLst/>
            </a:prstGeom>
            <a:solidFill>
              <a:srgbClr val="3498DB"/>
            </a:solidFill>
            <a:ln w="38100">
              <a:solidFill>
                <a:sysClr val="window" lastClr="FFFFFF"/>
              </a:solid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defPPr>
                <a:defRPr lang="zh-CN"/>
              </a:defPPr>
              <a:lvl1pPr marL="0" algn="l" defTabSz="913765" rtl="0" eaLnBrk="1" latinLnBrk="0" hangingPunct="1">
                <a:defRPr sz="1800" kern="1200">
                  <a:solidFill>
                    <a:sysClr val="window" lastClr="FFFFFF"/>
                  </a:solidFill>
                </a:defRPr>
              </a:lvl1pPr>
              <a:lvl2pPr marL="457200" algn="l" defTabSz="913765" rtl="0" eaLnBrk="1" latinLnBrk="0" hangingPunct="1">
                <a:defRPr sz="1800" kern="1200">
                  <a:solidFill>
                    <a:sysClr val="window" lastClr="FFFFFF"/>
                  </a:solidFill>
                </a:defRPr>
              </a:lvl2pPr>
              <a:lvl3pPr marL="914400" algn="l" defTabSz="913765" rtl="0" eaLnBrk="1" latinLnBrk="0" hangingPunct="1">
                <a:defRPr sz="1800" kern="1200">
                  <a:solidFill>
                    <a:sysClr val="window" lastClr="FFFFFF"/>
                  </a:solidFill>
                </a:defRPr>
              </a:lvl3pPr>
              <a:lvl4pPr marL="1371600" algn="l" defTabSz="913765" rtl="0" eaLnBrk="1" latinLnBrk="0" hangingPunct="1">
                <a:defRPr sz="1800" kern="1200">
                  <a:solidFill>
                    <a:sysClr val="window" lastClr="FFFFFF"/>
                  </a:solidFill>
                </a:defRPr>
              </a:lvl4pPr>
              <a:lvl5pPr marL="1828800" algn="l" defTabSz="913765" rtl="0" eaLnBrk="1" latinLnBrk="0" hangingPunct="1">
                <a:defRPr sz="1800" kern="1200">
                  <a:solidFill>
                    <a:sysClr val="window" lastClr="FFFFFF"/>
                  </a:solidFill>
                </a:defRPr>
              </a:lvl5pPr>
              <a:lvl6pPr marL="2286000" algn="l" defTabSz="913765" rtl="0" eaLnBrk="1" latinLnBrk="0" hangingPunct="1">
                <a:defRPr sz="1800" kern="1200">
                  <a:solidFill>
                    <a:sysClr val="window" lastClr="FFFFFF"/>
                  </a:solidFill>
                </a:defRPr>
              </a:lvl6pPr>
              <a:lvl7pPr marL="2743200" algn="l" defTabSz="913765" rtl="0" eaLnBrk="1" latinLnBrk="0" hangingPunct="1">
                <a:defRPr sz="1800" kern="1200">
                  <a:solidFill>
                    <a:sysClr val="window" lastClr="FFFFFF"/>
                  </a:solidFill>
                </a:defRPr>
              </a:lvl7pPr>
              <a:lvl8pPr marL="3200400" algn="l" defTabSz="913765" rtl="0" eaLnBrk="1" latinLnBrk="0" hangingPunct="1">
                <a:defRPr sz="1800" kern="1200">
                  <a:solidFill>
                    <a:sysClr val="window" lastClr="FFFFFF"/>
                  </a:solidFill>
                </a:defRPr>
              </a:lvl8pPr>
              <a:lvl9pPr marL="3657600" algn="l" defTabSz="913765" rtl="0" eaLnBrk="1" latinLnBrk="0" hangingPunct="1">
                <a:defRPr sz="1800" kern="1200">
                  <a:solidFill>
                    <a:sysClr val="window" lastClr="FFFFFF"/>
                  </a:solidFill>
                </a:defRPr>
              </a:lvl9pPr>
            </a:lstStyle>
            <a:p>
              <a:pPr algn="ctr">
                <a:lnSpc>
                  <a:spcPct val="120000"/>
                </a:lnSpc>
              </a:pPr>
              <a:endParaRPr lang="zh-CN" altLang="en-US" sz="1350" dirty="0">
                <a:latin typeface="微软雅黑" panose="020B0503020204020204" pitchFamily="34" charset="-122"/>
                <a:ea typeface="微软雅黑" panose="020B0503020204020204" pitchFamily="34" charset="-122"/>
              </a:endParaRPr>
            </a:p>
          </p:txBody>
        </p:sp>
        <p:sp>
          <p:nvSpPr>
            <p:cNvPr id="52" name="任意多边形 22"/>
            <p:cNvSpPr/>
            <p:nvPr>
              <p:custDataLst>
                <p:tags r:id="rId14"/>
              </p:custDataLst>
            </p:nvPr>
          </p:nvSpPr>
          <p:spPr bwMode="auto">
            <a:xfrm>
              <a:off x="4601" y="2552"/>
              <a:ext cx="404" cy="396"/>
            </a:xfrm>
            <a:custGeom>
              <a:avLst/>
              <a:gdLst>
                <a:gd name="T0" fmla="*/ 1312 w 1990"/>
                <a:gd name="T1" fmla="*/ 1552 h 1954"/>
                <a:gd name="T2" fmla="*/ 291 w 1990"/>
                <a:gd name="T3" fmla="*/ 1746 h 1954"/>
                <a:gd name="T4" fmla="*/ 0 w 1990"/>
                <a:gd name="T5" fmla="*/ 540 h 1954"/>
                <a:gd name="T6" fmla="*/ 515 w 1990"/>
                <a:gd name="T7" fmla="*/ 249 h 1954"/>
                <a:gd name="T8" fmla="*/ 1205 w 1990"/>
                <a:gd name="T9" fmla="*/ 0 h 1954"/>
                <a:gd name="T10" fmla="*/ 1496 w 1990"/>
                <a:gd name="T11" fmla="*/ 489 h 1954"/>
                <a:gd name="T12" fmla="*/ 1413 w 1990"/>
                <a:gd name="T13" fmla="*/ 291 h 1954"/>
                <a:gd name="T14" fmla="*/ 802 w 1990"/>
                <a:gd name="T15" fmla="*/ 83 h 1954"/>
                <a:gd name="T16" fmla="*/ 1039 w 1990"/>
                <a:gd name="T17" fmla="*/ 249 h 1954"/>
                <a:gd name="T18" fmla="*/ 1243 w 1990"/>
                <a:gd name="T19" fmla="*/ 499 h 1954"/>
                <a:gd name="T20" fmla="*/ 291 w 1990"/>
                <a:gd name="T21" fmla="*/ 333 h 1954"/>
                <a:gd name="T22" fmla="*/ 83 w 1990"/>
                <a:gd name="T23" fmla="*/ 1455 h 1954"/>
                <a:gd name="T24" fmla="*/ 1039 w 1990"/>
                <a:gd name="T25" fmla="*/ 1663 h 1954"/>
                <a:gd name="T26" fmla="*/ 1641 w 1990"/>
                <a:gd name="T27" fmla="*/ 1453 h 1954"/>
                <a:gd name="T28" fmla="*/ 1138 w 1990"/>
                <a:gd name="T29" fmla="*/ 583 h 1954"/>
                <a:gd name="T30" fmla="*/ 1641 w 1990"/>
                <a:gd name="T31" fmla="*/ 1453 h 1954"/>
                <a:gd name="T32" fmla="*/ 1752 w 1990"/>
                <a:gd name="T33" fmla="*/ 809 h 1954"/>
                <a:gd name="T34" fmla="*/ 1026 w 1990"/>
                <a:gd name="T35" fmla="*/ 1228 h 1954"/>
                <a:gd name="T36" fmla="*/ 1767 w 1990"/>
                <a:gd name="T37" fmla="*/ 1422 h 1954"/>
                <a:gd name="T38" fmla="*/ 1717 w 1990"/>
                <a:gd name="T39" fmla="*/ 1835 h 1954"/>
                <a:gd name="T40" fmla="*/ 1767 w 1990"/>
                <a:gd name="T41" fmla="*/ 1422 h 1954"/>
                <a:gd name="T42" fmla="*/ 1739 w 1990"/>
                <a:gd name="T43" fmla="*/ 1874 h 1954"/>
                <a:gd name="T44" fmla="*/ 1956 w 1990"/>
                <a:gd name="T45" fmla="*/ 1749 h 1954"/>
                <a:gd name="T46" fmla="*/ 249 w 1990"/>
                <a:gd name="T47" fmla="*/ 551 h 1954"/>
                <a:gd name="T48" fmla="*/ 803 w 1990"/>
                <a:gd name="T49" fmla="*/ 613 h 1954"/>
                <a:gd name="T50" fmla="*/ 675 w 1990"/>
                <a:gd name="T51" fmla="*/ 828 h 1954"/>
                <a:gd name="T52" fmla="*/ 249 w 1990"/>
                <a:gd name="T53" fmla="*/ 890 h 1954"/>
                <a:gd name="T54" fmla="*/ 675 w 1990"/>
                <a:gd name="T55" fmla="*/ 828 h 1954"/>
                <a:gd name="T56" fmla="*/ 675 w 1990"/>
                <a:gd name="T57" fmla="*/ 1167 h 1954"/>
                <a:gd name="T58" fmla="*/ 249 w 1990"/>
                <a:gd name="T59" fmla="*/ 1105 h 1954"/>
                <a:gd name="T60" fmla="*/ 249 w 1990"/>
                <a:gd name="T61" fmla="*/ 1444 h 1954"/>
                <a:gd name="T62" fmla="*/ 803 w 1990"/>
                <a:gd name="T63" fmla="*/ 1382 h 1954"/>
                <a:gd name="T64" fmla="*/ 249 w 1990"/>
                <a:gd name="T65" fmla="*/ 1444 h 1954"/>
                <a:gd name="T66" fmla="*/ 1179 w 1990"/>
                <a:gd name="T67" fmla="*/ 961 h 1954"/>
                <a:gd name="T68" fmla="*/ 1300 w 1990"/>
                <a:gd name="T69" fmla="*/ 1219 h 1954"/>
                <a:gd name="T70" fmla="*/ 1604 w 1990"/>
                <a:gd name="T71" fmla="*/ 858 h 1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90" h="1954">
                  <a:moveTo>
                    <a:pt x="1231" y="1534"/>
                  </a:moveTo>
                  <a:cubicBezTo>
                    <a:pt x="1258" y="1542"/>
                    <a:pt x="1285" y="1548"/>
                    <a:pt x="1312" y="1552"/>
                  </a:cubicBezTo>
                  <a:cubicBezTo>
                    <a:pt x="1272" y="1665"/>
                    <a:pt x="1165" y="1746"/>
                    <a:pt x="1039" y="1746"/>
                  </a:cubicBezTo>
                  <a:lnTo>
                    <a:pt x="291" y="1746"/>
                  </a:lnTo>
                  <a:cubicBezTo>
                    <a:pt x="131" y="1746"/>
                    <a:pt x="0" y="1615"/>
                    <a:pt x="0" y="1455"/>
                  </a:cubicBezTo>
                  <a:lnTo>
                    <a:pt x="0" y="540"/>
                  </a:lnTo>
                  <a:cubicBezTo>
                    <a:pt x="0" y="380"/>
                    <a:pt x="131" y="249"/>
                    <a:pt x="291" y="249"/>
                  </a:cubicBezTo>
                  <a:lnTo>
                    <a:pt x="515" y="249"/>
                  </a:lnTo>
                  <a:cubicBezTo>
                    <a:pt x="535" y="109"/>
                    <a:pt x="656" y="0"/>
                    <a:pt x="802" y="0"/>
                  </a:cubicBezTo>
                  <a:lnTo>
                    <a:pt x="1205" y="0"/>
                  </a:lnTo>
                  <a:cubicBezTo>
                    <a:pt x="1366" y="0"/>
                    <a:pt x="1496" y="131"/>
                    <a:pt x="1496" y="291"/>
                  </a:cubicBezTo>
                  <a:lnTo>
                    <a:pt x="1496" y="489"/>
                  </a:lnTo>
                  <a:cubicBezTo>
                    <a:pt x="1469" y="484"/>
                    <a:pt x="1441" y="480"/>
                    <a:pt x="1413" y="479"/>
                  </a:cubicBezTo>
                  <a:lnTo>
                    <a:pt x="1413" y="291"/>
                  </a:lnTo>
                  <a:cubicBezTo>
                    <a:pt x="1413" y="176"/>
                    <a:pt x="1320" y="83"/>
                    <a:pt x="1205" y="83"/>
                  </a:cubicBezTo>
                  <a:lnTo>
                    <a:pt x="802" y="83"/>
                  </a:lnTo>
                  <a:cubicBezTo>
                    <a:pt x="701" y="83"/>
                    <a:pt x="617" y="155"/>
                    <a:pt x="598" y="249"/>
                  </a:cubicBezTo>
                  <a:lnTo>
                    <a:pt x="1039" y="249"/>
                  </a:lnTo>
                  <a:cubicBezTo>
                    <a:pt x="1180" y="249"/>
                    <a:pt x="1297" y="349"/>
                    <a:pt x="1324" y="482"/>
                  </a:cubicBezTo>
                  <a:cubicBezTo>
                    <a:pt x="1297" y="485"/>
                    <a:pt x="1270" y="491"/>
                    <a:pt x="1243" y="499"/>
                  </a:cubicBezTo>
                  <a:cubicBezTo>
                    <a:pt x="1224" y="404"/>
                    <a:pt x="1140" y="333"/>
                    <a:pt x="1039" y="333"/>
                  </a:cubicBezTo>
                  <a:lnTo>
                    <a:pt x="291" y="333"/>
                  </a:lnTo>
                  <a:cubicBezTo>
                    <a:pt x="177" y="333"/>
                    <a:pt x="83" y="426"/>
                    <a:pt x="83" y="540"/>
                  </a:cubicBezTo>
                  <a:lnTo>
                    <a:pt x="83" y="1455"/>
                  </a:lnTo>
                  <a:cubicBezTo>
                    <a:pt x="83" y="1569"/>
                    <a:pt x="177" y="1663"/>
                    <a:pt x="291" y="1663"/>
                  </a:cubicBezTo>
                  <a:lnTo>
                    <a:pt x="1039" y="1663"/>
                  </a:lnTo>
                  <a:cubicBezTo>
                    <a:pt x="1126" y="1663"/>
                    <a:pt x="1200" y="1609"/>
                    <a:pt x="1231" y="1534"/>
                  </a:cubicBezTo>
                  <a:close/>
                  <a:moveTo>
                    <a:pt x="1641" y="1453"/>
                  </a:moveTo>
                  <a:cubicBezTo>
                    <a:pt x="1401" y="1591"/>
                    <a:pt x="1093" y="1509"/>
                    <a:pt x="955" y="1269"/>
                  </a:cubicBezTo>
                  <a:cubicBezTo>
                    <a:pt x="816" y="1029"/>
                    <a:pt x="899" y="722"/>
                    <a:pt x="1138" y="583"/>
                  </a:cubicBezTo>
                  <a:cubicBezTo>
                    <a:pt x="1378" y="445"/>
                    <a:pt x="1686" y="527"/>
                    <a:pt x="1824" y="767"/>
                  </a:cubicBezTo>
                  <a:cubicBezTo>
                    <a:pt x="1963" y="1007"/>
                    <a:pt x="1880" y="1314"/>
                    <a:pt x="1641" y="1453"/>
                  </a:cubicBezTo>
                  <a:close/>
                  <a:moveTo>
                    <a:pt x="1599" y="1381"/>
                  </a:moveTo>
                  <a:cubicBezTo>
                    <a:pt x="1799" y="1266"/>
                    <a:pt x="1868" y="1009"/>
                    <a:pt x="1752" y="809"/>
                  </a:cubicBezTo>
                  <a:cubicBezTo>
                    <a:pt x="1637" y="608"/>
                    <a:pt x="1380" y="539"/>
                    <a:pt x="1180" y="655"/>
                  </a:cubicBezTo>
                  <a:cubicBezTo>
                    <a:pt x="980" y="771"/>
                    <a:pt x="911" y="1027"/>
                    <a:pt x="1026" y="1228"/>
                  </a:cubicBezTo>
                  <a:cubicBezTo>
                    <a:pt x="1142" y="1428"/>
                    <a:pt x="1399" y="1497"/>
                    <a:pt x="1599" y="1381"/>
                  </a:cubicBezTo>
                  <a:close/>
                  <a:moveTo>
                    <a:pt x="1767" y="1422"/>
                  </a:moveTo>
                  <a:lnTo>
                    <a:pt x="1551" y="1547"/>
                  </a:lnTo>
                  <a:lnTo>
                    <a:pt x="1717" y="1835"/>
                  </a:lnTo>
                  <a:lnTo>
                    <a:pt x="1933" y="1710"/>
                  </a:lnTo>
                  <a:lnTo>
                    <a:pt x="1767" y="1422"/>
                  </a:lnTo>
                  <a:close/>
                  <a:moveTo>
                    <a:pt x="1956" y="1749"/>
                  </a:moveTo>
                  <a:lnTo>
                    <a:pt x="1739" y="1874"/>
                  </a:lnTo>
                  <a:cubicBezTo>
                    <a:pt x="1774" y="1934"/>
                    <a:pt x="1850" y="1954"/>
                    <a:pt x="1910" y="1919"/>
                  </a:cubicBezTo>
                  <a:cubicBezTo>
                    <a:pt x="1969" y="1885"/>
                    <a:pt x="1990" y="1809"/>
                    <a:pt x="1956" y="1749"/>
                  </a:cubicBezTo>
                  <a:close/>
                  <a:moveTo>
                    <a:pt x="803" y="551"/>
                  </a:moveTo>
                  <a:lnTo>
                    <a:pt x="249" y="551"/>
                  </a:lnTo>
                  <a:lnTo>
                    <a:pt x="249" y="613"/>
                  </a:lnTo>
                  <a:lnTo>
                    <a:pt x="803" y="613"/>
                  </a:lnTo>
                  <a:lnTo>
                    <a:pt x="803" y="551"/>
                  </a:lnTo>
                  <a:close/>
                  <a:moveTo>
                    <a:pt x="675" y="828"/>
                  </a:moveTo>
                  <a:lnTo>
                    <a:pt x="249" y="828"/>
                  </a:lnTo>
                  <a:lnTo>
                    <a:pt x="249" y="890"/>
                  </a:lnTo>
                  <a:lnTo>
                    <a:pt x="675" y="890"/>
                  </a:lnTo>
                  <a:lnTo>
                    <a:pt x="675" y="828"/>
                  </a:lnTo>
                  <a:close/>
                  <a:moveTo>
                    <a:pt x="249" y="1167"/>
                  </a:moveTo>
                  <a:lnTo>
                    <a:pt x="675" y="1167"/>
                  </a:lnTo>
                  <a:lnTo>
                    <a:pt x="675" y="1105"/>
                  </a:lnTo>
                  <a:lnTo>
                    <a:pt x="249" y="1105"/>
                  </a:lnTo>
                  <a:lnTo>
                    <a:pt x="249" y="1167"/>
                  </a:lnTo>
                  <a:close/>
                  <a:moveTo>
                    <a:pt x="249" y="1444"/>
                  </a:moveTo>
                  <a:lnTo>
                    <a:pt x="803" y="1444"/>
                  </a:lnTo>
                  <a:lnTo>
                    <a:pt x="803" y="1382"/>
                  </a:lnTo>
                  <a:lnTo>
                    <a:pt x="249" y="1382"/>
                  </a:lnTo>
                  <a:lnTo>
                    <a:pt x="249" y="1444"/>
                  </a:lnTo>
                  <a:close/>
                  <a:moveTo>
                    <a:pt x="1308" y="1105"/>
                  </a:moveTo>
                  <a:lnTo>
                    <a:pt x="1179" y="961"/>
                  </a:lnTo>
                  <a:lnTo>
                    <a:pt x="1118" y="1017"/>
                  </a:lnTo>
                  <a:lnTo>
                    <a:pt x="1300" y="1219"/>
                  </a:lnTo>
                  <a:lnTo>
                    <a:pt x="1657" y="922"/>
                  </a:lnTo>
                  <a:lnTo>
                    <a:pt x="1604" y="858"/>
                  </a:lnTo>
                  <a:lnTo>
                    <a:pt x="1308" y="1105"/>
                  </a:lnTo>
                  <a:close/>
                </a:path>
              </a:pathLst>
            </a:custGeom>
            <a:solidFill>
              <a:sysClr val="window" lastClr="FFFFFF"/>
            </a:solidFill>
            <a:ln>
              <a:noFill/>
            </a:ln>
          </p:spPr>
          <p:txBody>
            <a:bodyPr vert="horz" wrap="square" lIns="137124" tIns="68562" rIns="137124" bIns="68562" numCol="1" anchor="t" anchorCtr="0" compatLnSpc="1"/>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a:lnSpc>
                  <a:spcPct val="120000"/>
                </a:lnSpc>
              </a:pPr>
              <a:endParaRPr lang="en-US" sz="5400" dirty="0">
                <a:latin typeface="微软雅黑" panose="020B0503020204020204" pitchFamily="34" charset="-122"/>
                <a:ea typeface="微软雅黑" panose="020B0503020204020204" pitchFamily="34" charset="-122"/>
              </a:endParaRPr>
            </a:p>
          </p:txBody>
        </p:sp>
        <p:sp>
          <p:nvSpPr>
            <p:cNvPr id="50" name="文本框 49"/>
            <p:cNvSpPr txBox="1"/>
            <p:nvPr>
              <p:custDataLst>
                <p:tags r:id="rId15"/>
              </p:custDataLst>
            </p:nvPr>
          </p:nvSpPr>
          <p:spPr>
            <a:xfrm>
              <a:off x="5250" y="2353"/>
              <a:ext cx="2680" cy="793"/>
            </a:xfrm>
            <a:prstGeom prst="rect">
              <a:avLst/>
            </a:prstGeom>
            <a:noFill/>
          </p:spPr>
          <p:txBody>
            <a:bodyPr wrap="square" lIns="67500" tIns="35100" rIns="67500" bIns="35100" rtlCol="0" anchor="ctr" anchorCtr="0">
              <a:noAutofit/>
            </a:bodyPr>
            <a:lstStyle/>
            <a:p>
              <a:pPr>
                <a:lnSpc>
                  <a:spcPct val="120000"/>
                </a:lnSpc>
              </a:pPr>
              <a:r>
                <a:rPr lang="zh-CN" altLang="en-US" sz="1100" spc="150" dirty="0">
                  <a:latin typeface="微软雅黑" panose="020B0503020204020204" pitchFamily="34" charset="-122"/>
                  <a:ea typeface="微软雅黑" panose="020B0503020204020204" pitchFamily="34" charset="-122"/>
                </a:rPr>
                <a:t>2. 能熟练地查看磁盘内容、属性。</a:t>
              </a:r>
            </a:p>
          </p:txBody>
        </p:sp>
        <p:sp>
          <p:nvSpPr>
            <p:cNvPr id="56" name="椭圆 55"/>
            <p:cNvSpPr/>
            <p:nvPr>
              <p:custDataLst>
                <p:tags r:id="rId16"/>
              </p:custDataLst>
            </p:nvPr>
          </p:nvSpPr>
          <p:spPr>
            <a:xfrm>
              <a:off x="4673" y="3601"/>
              <a:ext cx="793" cy="793"/>
            </a:xfrm>
            <a:prstGeom prst="ellipse">
              <a:avLst/>
            </a:prstGeom>
            <a:solidFill>
              <a:srgbClr val="69A35B"/>
            </a:solidFill>
            <a:ln w="38100">
              <a:solidFill>
                <a:sysClr val="window" lastClr="FFFFFF"/>
              </a:solid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defPPr>
                <a:defRPr lang="zh-CN"/>
              </a:defPPr>
              <a:lvl1pPr marL="0" algn="l" defTabSz="913765" rtl="0" eaLnBrk="1" latinLnBrk="0" hangingPunct="1">
                <a:defRPr sz="1800" kern="1200">
                  <a:solidFill>
                    <a:sysClr val="window" lastClr="FFFFFF"/>
                  </a:solidFill>
                </a:defRPr>
              </a:lvl1pPr>
              <a:lvl2pPr marL="457200" algn="l" defTabSz="913765" rtl="0" eaLnBrk="1" latinLnBrk="0" hangingPunct="1">
                <a:defRPr sz="1800" kern="1200">
                  <a:solidFill>
                    <a:sysClr val="window" lastClr="FFFFFF"/>
                  </a:solidFill>
                </a:defRPr>
              </a:lvl2pPr>
              <a:lvl3pPr marL="914400" algn="l" defTabSz="913765" rtl="0" eaLnBrk="1" latinLnBrk="0" hangingPunct="1">
                <a:defRPr sz="1800" kern="1200">
                  <a:solidFill>
                    <a:sysClr val="window" lastClr="FFFFFF"/>
                  </a:solidFill>
                </a:defRPr>
              </a:lvl3pPr>
              <a:lvl4pPr marL="1371600" algn="l" defTabSz="913765" rtl="0" eaLnBrk="1" latinLnBrk="0" hangingPunct="1">
                <a:defRPr sz="1800" kern="1200">
                  <a:solidFill>
                    <a:sysClr val="window" lastClr="FFFFFF"/>
                  </a:solidFill>
                </a:defRPr>
              </a:lvl4pPr>
              <a:lvl5pPr marL="1828800" algn="l" defTabSz="913765" rtl="0" eaLnBrk="1" latinLnBrk="0" hangingPunct="1">
                <a:defRPr sz="1800" kern="1200">
                  <a:solidFill>
                    <a:sysClr val="window" lastClr="FFFFFF"/>
                  </a:solidFill>
                </a:defRPr>
              </a:lvl5pPr>
              <a:lvl6pPr marL="2286000" algn="l" defTabSz="913765" rtl="0" eaLnBrk="1" latinLnBrk="0" hangingPunct="1">
                <a:defRPr sz="1800" kern="1200">
                  <a:solidFill>
                    <a:sysClr val="window" lastClr="FFFFFF"/>
                  </a:solidFill>
                </a:defRPr>
              </a:lvl6pPr>
              <a:lvl7pPr marL="2743200" algn="l" defTabSz="913765" rtl="0" eaLnBrk="1" latinLnBrk="0" hangingPunct="1">
                <a:defRPr sz="1800" kern="1200">
                  <a:solidFill>
                    <a:sysClr val="window" lastClr="FFFFFF"/>
                  </a:solidFill>
                </a:defRPr>
              </a:lvl7pPr>
              <a:lvl8pPr marL="3200400" algn="l" defTabSz="913765" rtl="0" eaLnBrk="1" latinLnBrk="0" hangingPunct="1">
                <a:defRPr sz="1800" kern="1200">
                  <a:solidFill>
                    <a:sysClr val="window" lastClr="FFFFFF"/>
                  </a:solidFill>
                </a:defRPr>
              </a:lvl8pPr>
              <a:lvl9pPr marL="3657600" algn="l" defTabSz="913765" rtl="0" eaLnBrk="1" latinLnBrk="0" hangingPunct="1">
                <a:defRPr sz="1800" kern="1200">
                  <a:solidFill>
                    <a:sysClr val="window" lastClr="FFFFFF"/>
                  </a:solidFill>
                </a:defRPr>
              </a:lvl9pPr>
            </a:lstStyle>
            <a:p>
              <a:pPr algn="ctr">
                <a:lnSpc>
                  <a:spcPct val="120000"/>
                </a:lnSpc>
              </a:pPr>
              <a:endParaRPr lang="zh-CN" altLang="en-US" sz="1350" dirty="0">
                <a:latin typeface="微软雅黑" panose="020B0503020204020204" pitchFamily="34" charset="-122"/>
                <a:ea typeface="微软雅黑" panose="020B0503020204020204" pitchFamily="34" charset="-122"/>
              </a:endParaRPr>
            </a:p>
          </p:txBody>
        </p:sp>
        <p:sp>
          <p:nvSpPr>
            <p:cNvPr id="57" name="任意多边形 22"/>
            <p:cNvSpPr/>
            <p:nvPr>
              <p:custDataLst>
                <p:tags r:id="rId17"/>
              </p:custDataLst>
            </p:nvPr>
          </p:nvSpPr>
          <p:spPr bwMode="auto">
            <a:xfrm>
              <a:off x="4868" y="3799"/>
              <a:ext cx="404" cy="396"/>
            </a:xfrm>
            <a:custGeom>
              <a:avLst/>
              <a:gdLst>
                <a:gd name="T0" fmla="*/ 1312 w 1990"/>
                <a:gd name="T1" fmla="*/ 1552 h 1954"/>
                <a:gd name="T2" fmla="*/ 291 w 1990"/>
                <a:gd name="T3" fmla="*/ 1746 h 1954"/>
                <a:gd name="T4" fmla="*/ 0 w 1990"/>
                <a:gd name="T5" fmla="*/ 540 h 1954"/>
                <a:gd name="T6" fmla="*/ 515 w 1990"/>
                <a:gd name="T7" fmla="*/ 249 h 1954"/>
                <a:gd name="T8" fmla="*/ 1205 w 1990"/>
                <a:gd name="T9" fmla="*/ 0 h 1954"/>
                <a:gd name="T10" fmla="*/ 1496 w 1990"/>
                <a:gd name="T11" fmla="*/ 489 h 1954"/>
                <a:gd name="T12" fmla="*/ 1413 w 1990"/>
                <a:gd name="T13" fmla="*/ 291 h 1954"/>
                <a:gd name="T14" fmla="*/ 802 w 1990"/>
                <a:gd name="T15" fmla="*/ 83 h 1954"/>
                <a:gd name="T16" fmla="*/ 1039 w 1990"/>
                <a:gd name="T17" fmla="*/ 249 h 1954"/>
                <a:gd name="T18" fmla="*/ 1243 w 1990"/>
                <a:gd name="T19" fmla="*/ 499 h 1954"/>
                <a:gd name="T20" fmla="*/ 291 w 1990"/>
                <a:gd name="T21" fmla="*/ 333 h 1954"/>
                <a:gd name="T22" fmla="*/ 83 w 1990"/>
                <a:gd name="T23" fmla="*/ 1455 h 1954"/>
                <a:gd name="T24" fmla="*/ 1039 w 1990"/>
                <a:gd name="T25" fmla="*/ 1663 h 1954"/>
                <a:gd name="T26" fmla="*/ 1641 w 1990"/>
                <a:gd name="T27" fmla="*/ 1453 h 1954"/>
                <a:gd name="T28" fmla="*/ 1138 w 1990"/>
                <a:gd name="T29" fmla="*/ 583 h 1954"/>
                <a:gd name="T30" fmla="*/ 1641 w 1990"/>
                <a:gd name="T31" fmla="*/ 1453 h 1954"/>
                <a:gd name="T32" fmla="*/ 1752 w 1990"/>
                <a:gd name="T33" fmla="*/ 809 h 1954"/>
                <a:gd name="T34" fmla="*/ 1026 w 1990"/>
                <a:gd name="T35" fmla="*/ 1228 h 1954"/>
                <a:gd name="T36" fmla="*/ 1767 w 1990"/>
                <a:gd name="T37" fmla="*/ 1422 h 1954"/>
                <a:gd name="T38" fmla="*/ 1717 w 1990"/>
                <a:gd name="T39" fmla="*/ 1835 h 1954"/>
                <a:gd name="T40" fmla="*/ 1767 w 1990"/>
                <a:gd name="T41" fmla="*/ 1422 h 1954"/>
                <a:gd name="T42" fmla="*/ 1739 w 1990"/>
                <a:gd name="T43" fmla="*/ 1874 h 1954"/>
                <a:gd name="T44" fmla="*/ 1956 w 1990"/>
                <a:gd name="T45" fmla="*/ 1749 h 1954"/>
                <a:gd name="T46" fmla="*/ 249 w 1990"/>
                <a:gd name="T47" fmla="*/ 551 h 1954"/>
                <a:gd name="T48" fmla="*/ 803 w 1990"/>
                <a:gd name="T49" fmla="*/ 613 h 1954"/>
                <a:gd name="T50" fmla="*/ 675 w 1990"/>
                <a:gd name="T51" fmla="*/ 828 h 1954"/>
                <a:gd name="T52" fmla="*/ 249 w 1990"/>
                <a:gd name="T53" fmla="*/ 890 h 1954"/>
                <a:gd name="T54" fmla="*/ 675 w 1990"/>
                <a:gd name="T55" fmla="*/ 828 h 1954"/>
                <a:gd name="T56" fmla="*/ 675 w 1990"/>
                <a:gd name="T57" fmla="*/ 1167 h 1954"/>
                <a:gd name="T58" fmla="*/ 249 w 1990"/>
                <a:gd name="T59" fmla="*/ 1105 h 1954"/>
                <a:gd name="T60" fmla="*/ 249 w 1990"/>
                <a:gd name="T61" fmla="*/ 1444 h 1954"/>
                <a:gd name="T62" fmla="*/ 803 w 1990"/>
                <a:gd name="T63" fmla="*/ 1382 h 1954"/>
                <a:gd name="T64" fmla="*/ 249 w 1990"/>
                <a:gd name="T65" fmla="*/ 1444 h 1954"/>
                <a:gd name="T66" fmla="*/ 1179 w 1990"/>
                <a:gd name="T67" fmla="*/ 961 h 1954"/>
                <a:gd name="T68" fmla="*/ 1300 w 1990"/>
                <a:gd name="T69" fmla="*/ 1219 h 1954"/>
                <a:gd name="T70" fmla="*/ 1604 w 1990"/>
                <a:gd name="T71" fmla="*/ 858 h 1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90" h="1954">
                  <a:moveTo>
                    <a:pt x="1231" y="1534"/>
                  </a:moveTo>
                  <a:cubicBezTo>
                    <a:pt x="1258" y="1542"/>
                    <a:pt x="1285" y="1548"/>
                    <a:pt x="1312" y="1552"/>
                  </a:cubicBezTo>
                  <a:cubicBezTo>
                    <a:pt x="1272" y="1665"/>
                    <a:pt x="1165" y="1746"/>
                    <a:pt x="1039" y="1746"/>
                  </a:cubicBezTo>
                  <a:lnTo>
                    <a:pt x="291" y="1746"/>
                  </a:lnTo>
                  <a:cubicBezTo>
                    <a:pt x="131" y="1746"/>
                    <a:pt x="0" y="1615"/>
                    <a:pt x="0" y="1455"/>
                  </a:cubicBezTo>
                  <a:lnTo>
                    <a:pt x="0" y="540"/>
                  </a:lnTo>
                  <a:cubicBezTo>
                    <a:pt x="0" y="380"/>
                    <a:pt x="131" y="249"/>
                    <a:pt x="291" y="249"/>
                  </a:cubicBezTo>
                  <a:lnTo>
                    <a:pt x="515" y="249"/>
                  </a:lnTo>
                  <a:cubicBezTo>
                    <a:pt x="535" y="109"/>
                    <a:pt x="656" y="0"/>
                    <a:pt x="802" y="0"/>
                  </a:cubicBezTo>
                  <a:lnTo>
                    <a:pt x="1205" y="0"/>
                  </a:lnTo>
                  <a:cubicBezTo>
                    <a:pt x="1366" y="0"/>
                    <a:pt x="1496" y="131"/>
                    <a:pt x="1496" y="291"/>
                  </a:cubicBezTo>
                  <a:lnTo>
                    <a:pt x="1496" y="489"/>
                  </a:lnTo>
                  <a:cubicBezTo>
                    <a:pt x="1469" y="484"/>
                    <a:pt x="1441" y="480"/>
                    <a:pt x="1413" y="479"/>
                  </a:cubicBezTo>
                  <a:lnTo>
                    <a:pt x="1413" y="291"/>
                  </a:lnTo>
                  <a:cubicBezTo>
                    <a:pt x="1413" y="176"/>
                    <a:pt x="1320" y="83"/>
                    <a:pt x="1205" y="83"/>
                  </a:cubicBezTo>
                  <a:lnTo>
                    <a:pt x="802" y="83"/>
                  </a:lnTo>
                  <a:cubicBezTo>
                    <a:pt x="701" y="83"/>
                    <a:pt x="617" y="155"/>
                    <a:pt x="598" y="249"/>
                  </a:cubicBezTo>
                  <a:lnTo>
                    <a:pt x="1039" y="249"/>
                  </a:lnTo>
                  <a:cubicBezTo>
                    <a:pt x="1180" y="249"/>
                    <a:pt x="1297" y="349"/>
                    <a:pt x="1324" y="482"/>
                  </a:cubicBezTo>
                  <a:cubicBezTo>
                    <a:pt x="1297" y="485"/>
                    <a:pt x="1270" y="491"/>
                    <a:pt x="1243" y="499"/>
                  </a:cubicBezTo>
                  <a:cubicBezTo>
                    <a:pt x="1224" y="404"/>
                    <a:pt x="1140" y="333"/>
                    <a:pt x="1039" y="333"/>
                  </a:cubicBezTo>
                  <a:lnTo>
                    <a:pt x="291" y="333"/>
                  </a:lnTo>
                  <a:cubicBezTo>
                    <a:pt x="177" y="333"/>
                    <a:pt x="83" y="426"/>
                    <a:pt x="83" y="540"/>
                  </a:cubicBezTo>
                  <a:lnTo>
                    <a:pt x="83" y="1455"/>
                  </a:lnTo>
                  <a:cubicBezTo>
                    <a:pt x="83" y="1569"/>
                    <a:pt x="177" y="1663"/>
                    <a:pt x="291" y="1663"/>
                  </a:cubicBezTo>
                  <a:lnTo>
                    <a:pt x="1039" y="1663"/>
                  </a:lnTo>
                  <a:cubicBezTo>
                    <a:pt x="1126" y="1663"/>
                    <a:pt x="1200" y="1609"/>
                    <a:pt x="1231" y="1534"/>
                  </a:cubicBezTo>
                  <a:close/>
                  <a:moveTo>
                    <a:pt x="1641" y="1453"/>
                  </a:moveTo>
                  <a:cubicBezTo>
                    <a:pt x="1401" y="1591"/>
                    <a:pt x="1093" y="1509"/>
                    <a:pt x="955" y="1269"/>
                  </a:cubicBezTo>
                  <a:cubicBezTo>
                    <a:pt x="816" y="1029"/>
                    <a:pt x="899" y="722"/>
                    <a:pt x="1138" y="583"/>
                  </a:cubicBezTo>
                  <a:cubicBezTo>
                    <a:pt x="1378" y="445"/>
                    <a:pt x="1686" y="527"/>
                    <a:pt x="1824" y="767"/>
                  </a:cubicBezTo>
                  <a:cubicBezTo>
                    <a:pt x="1963" y="1007"/>
                    <a:pt x="1880" y="1314"/>
                    <a:pt x="1641" y="1453"/>
                  </a:cubicBezTo>
                  <a:close/>
                  <a:moveTo>
                    <a:pt x="1599" y="1381"/>
                  </a:moveTo>
                  <a:cubicBezTo>
                    <a:pt x="1799" y="1266"/>
                    <a:pt x="1868" y="1009"/>
                    <a:pt x="1752" y="809"/>
                  </a:cubicBezTo>
                  <a:cubicBezTo>
                    <a:pt x="1637" y="608"/>
                    <a:pt x="1380" y="539"/>
                    <a:pt x="1180" y="655"/>
                  </a:cubicBezTo>
                  <a:cubicBezTo>
                    <a:pt x="980" y="771"/>
                    <a:pt x="911" y="1027"/>
                    <a:pt x="1026" y="1228"/>
                  </a:cubicBezTo>
                  <a:cubicBezTo>
                    <a:pt x="1142" y="1428"/>
                    <a:pt x="1399" y="1497"/>
                    <a:pt x="1599" y="1381"/>
                  </a:cubicBezTo>
                  <a:close/>
                  <a:moveTo>
                    <a:pt x="1767" y="1422"/>
                  </a:moveTo>
                  <a:lnTo>
                    <a:pt x="1551" y="1547"/>
                  </a:lnTo>
                  <a:lnTo>
                    <a:pt x="1717" y="1835"/>
                  </a:lnTo>
                  <a:lnTo>
                    <a:pt x="1933" y="1710"/>
                  </a:lnTo>
                  <a:lnTo>
                    <a:pt x="1767" y="1422"/>
                  </a:lnTo>
                  <a:close/>
                  <a:moveTo>
                    <a:pt x="1956" y="1749"/>
                  </a:moveTo>
                  <a:lnTo>
                    <a:pt x="1739" y="1874"/>
                  </a:lnTo>
                  <a:cubicBezTo>
                    <a:pt x="1774" y="1934"/>
                    <a:pt x="1850" y="1954"/>
                    <a:pt x="1910" y="1919"/>
                  </a:cubicBezTo>
                  <a:cubicBezTo>
                    <a:pt x="1969" y="1885"/>
                    <a:pt x="1990" y="1809"/>
                    <a:pt x="1956" y="1749"/>
                  </a:cubicBezTo>
                  <a:close/>
                  <a:moveTo>
                    <a:pt x="803" y="551"/>
                  </a:moveTo>
                  <a:lnTo>
                    <a:pt x="249" y="551"/>
                  </a:lnTo>
                  <a:lnTo>
                    <a:pt x="249" y="613"/>
                  </a:lnTo>
                  <a:lnTo>
                    <a:pt x="803" y="613"/>
                  </a:lnTo>
                  <a:lnTo>
                    <a:pt x="803" y="551"/>
                  </a:lnTo>
                  <a:close/>
                  <a:moveTo>
                    <a:pt x="675" y="828"/>
                  </a:moveTo>
                  <a:lnTo>
                    <a:pt x="249" y="828"/>
                  </a:lnTo>
                  <a:lnTo>
                    <a:pt x="249" y="890"/>
                  </a:lnTo>
                  <a:lnTo>
                    <a:pt x="675" y="890"/>
                  </a:lnTo>
                  <a:lnTo>
                    <a:pt x="675" y="828"/>
                  </a:lnTo>
                  <a:close/>
                  <a:moveTo>
                    <a:pt x="249" y="1167"/>
                  </a:moveTo>
                  <a:lnTo>
                    <a:pt x="675" y="1167"/>
                  </a:lnTo>
                  <a:lnTo>
                    <a:pt x="675" y="1105"/>
                  </a:lnTo>
                  <a:lnTo>
                    <a:pt x="249" y="1105"/>
                  </a:lnTo>
                  <a:lnTo>
                    <a:pt x="249" y="1167"/>
                  </a:lnTo>
                  <a:close/>
                  <a:moveTo>
                    <a:pt x="249" y="1444"/>
                  </a:moveTo>
                  <a:lnTo>
                    <a:pt x="803" y="1444"/>
                  </a:lnTo>
                  <a:lnTo>
                    <a:pt x="803" y="1382"/>
                  </a:lnTo>
                  <a:lnTo>
                    <a:pt x="249" y="1382"/>
                  </a:lnTo>
                  <a:lnTo>
                    <a:pt x="249" y="1444"/>
                  </a:lnTo>
                  <a:close/>
                  <a:moveTo>
                    <a:pt x="1308" y="1105"/>
                  </a:moveTo>
                  <a:lnTo>
                    <a:pt x="1179" y="961"/>
                  </a:lnTo>
                  <a:lnTo>
                    <a:pt x="1118" y="1017"/>
                  </a:lnTo>
                  <a:lnTo>
                    <a:pt x="1300" y="1219"/>
                  </a:lnTo>
                  <a:lnTo>
                    <a:pt x="1657" y="922"/>
                  </a:lnTo>
                  <a:lnTo>
                    <a:pt x="1604" y="858"/>
                  </a:lnTo>
                  <a:lnTo>
                    <a:pt x="1308" y="1105"/>
                  </a:lnTo>
                  <a:close/>
                </a:path>
              </a:pathLst>
            </a:custGeom>
            <a:solidFill>
              <a:sysClr val="window" lastClr="FFFFFF"/>
            </a:solidFill>
            <a:ln>
              <a:noFill/>
            </a:ln>
          </p:spPr>
          <p:txBody>
            <a:bodyPr vert="horz" wrap="square" lIns="137124" tIns="68562" rIns="137124" bIns="68562" numCol="1" anchor="t" anchorCtr="0" compatLnSpc="1"/>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a:lnSpc>
                  <a:spcPct val="120000"/>
                </a:lnSpc>
              </a:pPr>
              <a:endParaRPr lang="en-US" sz="5400" dirty="0">
                <a:latin typeface="微软雅黑" panose="020B0503020204020204" pitchFamily="34" charset="-122"/>
                <a:ea typeface="微软雅黑" panose="020B0503020204020204" pitchFamily="34" charset="-122"/>
              </a:endParaRPr>
            </a:p>
          </p:txBody>
        </p:sp>
        <p:sp>
          <p:nvSpPr>
            <p:cNvPr id="55" name="文本框 54"/>
            <p:cNvSpPr txBox="1"/>
            <p:nvPr>
              <p:custDataLst>
                <p:tags r:id="rId18"/>
              </p:custDataLst>
            </p:nvPr>
          </p:nvSpPr>
          <p:spPr>
            <a:xfrm>
              <a:off x="5466" y="3654"/>
              <a:ext cx="2720" cy="793"/>
            </a:xfrm>
            <a:prstGeom prst="rect">
              <a:avLst/>
            </a:prstGeom>
            <a:noFill/>
          </p:spPr>
          <p:txBody>
            <a:bodyPr wrap="square" lIns="67500" tIns="35100" rIns="67500" bIns="35100" rtlCol="0" anchor="ctr" anchorCtr="0">
              <a:noAutofit/>
            </a:bodyPr>
            <a:lstStyle/>
            <a:p>
              <a:pPr>
                <a:lnSpc>
                  <a:spcPct val="120000"/>
                </a:lnSpc>
              </a:pPr>
              <a:r>
                <a:rPr lang="zh-CN" altLang="en-US" sz="1100" spc="150" dirty="0">
                  <a:latin typeface="微软雅黑" panose="020B0503020204020204" pitchFamily="34" charset="-122"/>
                  <a:ea typeface="微软雅黑" panose="020B0503020204020204" pitchFamily="34" charset="-122"/>
                </a:rPr>
                <a:t>3. 能熟练地改变文件显示方式和排列方式。</a:t>
              </a:r>
            </a:p>
          </p:txBody>
        </p:sp>
        <p:sp>
          <p:nvSpPr>
            <p:cNvPr id="61" name="椭圆 60"/>
            <p:cNvSpPr/>
            <p:nvPr>
              <p:custDataLst>
                <p:tags r:id="rId19"/>
              </p:custDataLst>
            </p:nvPr>
          </p:nvSpPr>
          <p:spPr>
            <a:xfrm>
              <a:off x="4204" y="4808"/>
              <a:ext cx="793" cy="793"/>
            </a:xfrm>
            <a:prstGeom prst="ellipse">
              <a:avLst/>
            </a:prstGeom>
            <a:solidFill>
              <a:srgbClr val="1F74AD"/>
            </a:solidFill>
            <a:ln w="38100">
              <a:solidFill>
                <a:sysClr val="window" lastClr="FFFFFF"/>
              </a:solid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defPPr>
                <a:defRPr lang="zh-CN"/>
              </a:defPPr>
              <a:lvl1pPr marL="0" algn="l" defTabSz="913765" rtl="0" eaLnBrk="1" latinLnBrk="0" hangingPunct="1">
                <a:defRPr sz="1800" kern="1200">
                  <a:solidFill>
                    <a:sysClr val="window" lastClr="FFFFFF"/>
                  </a:solidFill>
                </a:defRPr>
              </a:lvl1pPr>
              <a:lvl2pPr marL="457200" algn="l" defTabSz="913765" rtl="0" eaLnBrk="1" latinLnBrk="0" hangingPunct="1">
                <a:defRPr sz="1800" kern="1200">
                  <a:solidFill>
                    <a:sysClr val="window" lastClr="FFFFFF"/>
                  </a:solidFill>
                </a:defRPr>
              </a:lvl2pPr>
              <a:lvl3pPr marL="914400" algn="l" defTabSz="913765" rtl="0" eaLnBrk="1" latinLnBrk="0" hangingPunct="1">
                <a:defRPr sz="1800" kern="1200">
                  <a:solidFill>
                    <a:sysClr val="window" lastClr="FFFFFF"/>
                  </a:solidFill>
                </a:defRPr>
              </a:lvl3pPr>
              <a:lvl4pPr marL="1371600" algn="l" defTabSz="913765" rtl="0" eaLnBrk="1" latinLnBrk="0" hangingPunct="1">
                <a:defRPr sz="1800" kern="1200">
                  <a:solidFill>
                    <a:sysClr val="window" lastClr="FFFFFF"/>
                  </a:solidFill>
                </a:defRPr>
              </a:lvl4pPr>
              <a:lvl5pPr marL="1828800" algn="l" defTabSz="913765" rtl="0" eaLnBrk="1" latinLnBrk="0" hangingPunct="1">
                <a:defRPr sz="1800" kern="1200">
                  <a:solidFill>
                    <a:sysClr val="window" lastClr="FFFFFF"/>
                  </a:solidFill>
                </a:defRPr>
              </a:lvl5pPr>
              <a:lvl6pPr marL="2286000" algn="l" defTabSz="913765" rtl="0" eaLnBrk="1" latinLnBrk="0" hangingPunct="1">
                <a:defRPr sz="1800" kern="1200">
                  <a:solidFill>
                    <a:sysClr val="window" lastClr="FFFFFF"/>
                  </a:solidFill>
                </a:defRPr>
              </a:lvl6pPr>
              <a:lvl7pPr marL="2743200" algn="l" defTabSz="913765" rtl="0" eaLnBrk="1" latinLnBrk="0" hangingPunct="1">
                <a:defRPr sz="1800" kern="1200">
                  <a:solidFill>
                    <a:sysClr val="window" lastClr="FFFFFF"/>
                  </a:solidFill>
                </a:defRPr>
              </a:lvl7pPr>
              <a:lvl8pPr marL="3200400" algn="l" defTabSz="913765" rtl="0" eaLnBrk="1" latinLnBrk="0" hangingPunct="1">
                <a:defRPr sz="1800" kern="1200">
                  <a:solidFill>
                    <a:sysClr val="window" lastClr="FFFFFF"/>
                  </a:solidFill>
                </a:defRPr>
              </a:lvl8pPr>
              <a:lvl9pPr marL="3657600" algn="l" defTabSz="913765" rtl="0" eaLnBrk="1" latinLnBrk="0" hangingPunct="1">
                <a:defRPr sz="1800" kern="1200">
                  <a:solidFill>
                    <a:sysClr val="window" lastClr="FFFFFF"/>
                  </a:solidFill>
                </a:defRPr>
              </a:lvl9pPr>
            </a:lstStyle>
            <a:p>
              <a:pPr algn="ctr">
                <a:lnSpc>
                  <a:spcPct val="120000"/>
                </a:lnSpc>
              </a:pPr>
              <a:endParaRPr lang="zh-CN" altLang="en-US" sz="1350" dirty="0">
                <a:latin typeface="微软雅黑" panose="020B0503020204020204" pitchFamily="34" charset="-122"/>
                <a:ea typeface="微软雅黑" panose="020B0503020204020204" pitchFamily="34" charset="-122"/>
              </a:endParaRPr>
            </a:p>
          </p:txBody>
        </p:sp>
        <p:sp>
          <p:nvSpPr>
            <p:cNvPr id="62" name="任意多边形 22"/>
            <p:cNvSpPr/>
            <p:nvPr>
              <p:custDataLst>
                <p:tags r:id="rId20"/>
              </p:custDataLst>
            </p:nvPr>
          </p:nvSpPr>
          <p:spPr bwMode="auto">
            <a:xfrm>
              <a:off x="4398" y="5006"/>
              <a:ext cx="404" cy="396"/>
            </a:xfrm>
            <a:custGeom>
              <a:avLst/>
              <a:gdLst>
                <a:gd name="T0" fmla="*/ 1312 w 1990"/>
                <a:gd name="T1" fmla="*/ 1552 h 1954"/>
                <a:gd name="T2" fmla="*/ 291 w 1990"/>
                <a:gd name="T3" fmla="*/ 1746 h 1954"/>
                <a:gd name="T4" fmla="*/ 0 w 1990"/>
                <a:gd name="T5" fmla="*/ 540 h 1954"/>
                <a:gd name="T6" fmla="*/ 515 w 1990"/>
                <a:gd name="T7" fmla="*/ 249 h 1954"/>
                <a:gd name="T8" fmla="*/ 1205 w 1990"/>
                <a:gd name="T9" fmla="*/ 0 h 1954"/>
                <a:gd name="T10" fmla="*/ 1496 w 1990"/>
                <a:gd name="T11" fmla="*/ 489 h 1954"/>
                <a:gd name="T12" fmla="*/ 1413 w 1990"/>
                <a:gd name="T13" fmla="*/ 291 h 1954"/>
                <a:gd name="T14" fmla="*/ 802 w 1990"/>
                <a:gd name="T15" fmla="*/ 83 h 1954"/>
                <a:gd name="T16" fmla="*/ 1039 w 1990"/>
                <a:gd name="T17" fmla="*/ 249 h 1954"/>
                <a:gd name="T18" fmla="*/ 1243 w 1990"/>
                <a:gd name="T19" fmla="*/ 499 h 1954"/>
                <a:gd name="T20" fmla="*/ 291 w 1990"/>
                <a:gd name="T21" fmla="*/ 333 h 1954"/>
                <a:gd name="T22" fmla="*/ 83 w 1990"/>
                <a:gd name="T23" fmla="*/ 1455 h 1954"/>
                <a:gd name="T24" fmla="*/ 1039 w 1990"/>
                <a:gd name="T25" fmla="*/ 1663 h 1954"/>
                <a:gd name="T26" fmla="*/ 1641 w 1990"/>
                <a:gd name="T27" fmla="*/ 1453 h 1954"/>
                <a:gd name="T28" fmla="*/ 1138 w 1990"/>
                <a:gd name="T29" fmla="*/ 583 h 1954"/>
                <a:gd name="T30" fmla="*/ 1641 w 1990"/>
                <a:gd name="T31" fmla="*/ 1453 h 1954"/>
                <a:gd name="T32" fmla="*/ 1752 w 1990"/>
                <a:gd name="T33" fmla="*/ 809 h 1954"/>
                <a:gd name="T34" fmla="*/ 1026 w 1990"/>
                <a:gd name="T35" fmla="*/ 1228 h 1954"/>
                <a:gd name="T36" fmla="*/ 1767 w 1990"/>
                <a:gd name="T37" fmla="*/ 1422 h 1954"/>
                <a:gd name="T38" fmla="*/ 1717 w 1990"/>
                <a:gd name="T39" fmla="*/ 1835 h 1954"/>
                <a:gd name="T40" fmla="*/ 1767 w 1990"/>
                <a:gd name="T41" fmla="*/ 1422 h 1954"/>
                <a:gd name="T42" fmla="*/ 1739 w 1990"/>
                <a:gd name="T43" fmla="*/ 1874 h 1954"/>
                <a:gd name="T44" fmla="*/ 1956 w 1990"/>
                <a:gd name="T45" fmla="*/ 1749 h 1954"/>
                <a:gd name="T46" fmla="*/ 249 w 1990"/>
                <a:gd name="T47" fmla="*/ 551 h 1954"/>
                <a:gd name="T48" fmla="*/ 803 w 1990"/>
                <a:gd name="T49" fmla="*/ 613 h 1954"/>
                <a:gd name="T50" fmla="*/ 675 w 1990"/>
                <a:gd name="T51" fmla="*/ 828 h 1954"/>
                <a:gd name="T52" fmla="*/ 249 w 1990"/>
                <a:gd name="T53" fmla="*/ 890 h 1954"/>
                <a:gd name="T54" fmla="*/ 675 w 1990"/>
                <a:gd name="T55" fmla="*/ 828 h 1954"/>
                <a:gd name="T56" fmla="*/ 675 w 1990"/>
                <a:gd name="T57" fmla="*/ 1167 h 1954"/>
                <a:gd name="T58" fmla="*/ 249 w 1990"/>
                <a:gd name="T59" fmla="*/ 1105 h 1954"/>
                <a:gd name="T60" fmla="*/ 249 w 1990"/>
                <a:gd name="T61" fmla="*/ 1444 h 1954"/>
                <a:gd name="T62" fmla="*/ 803 w 1990"/>
                <a:gd name="T63" fmla="*/ 1382 h 1954"/>
                <a:gd name="T64" fmla="*/ 249 w 1990"/>
                <a:gd name="T65" fmla="*/ 1444 h 1954"/>
                <a:gd name="T66" fmla="*/ 1179 w 1990"/>
                <a:gd name="T67" fmla="*/ 961 h 1954"/>
                <a:gd name="T68" fmla="*/ 1300 w 1990"/>
                <a:gd name="T69" fmla="*/ 1219 h 1954"/>
                <a:gd name="T70" fmla="*/ 1604 w 1990"/>
                <a:gd name="T71" fmla="*/ 858 h 1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90" h="1954">
                  <a:moveTo>
                    <a:pt x="1231" y="1534"/>
                  </a:moveTo>
                  <a:cubicBezTo>
                    <a:pt x="1258" y="1542"/>
                    <a:pt x="1285" y="1548"/>
                    <a:pt x="1312" y="1552"/>
                  </a:cubicBezTo>
                  <a:cubicBezTo>
                    <a:pt x="1272" y="1665"/>
                    <a:pt x="1165" y="1746"/>
                    <a:pt x="1039" y="1746"/>
                  </a:cubicBezTo>
                  <a:lnTo>
                    <a:pt x="291" y="1746"/>
                  </a:lnTo>
                  <a:cubicBezTo>
                    <a:pt x="131" y="1746"/>
                    <a:pt x="0" y="1615"/>
                    <a:pt x="0" y="1455"/>
                  </a:cubicBezTo>
                  <a:lnTo>
                    <a:pt x="0" y="540"/>
                  </a:lnTo>
                  <a:cubicBezTo>
                    <a:pt x="0" y="380"/>
                    <a:pt x="131" y="249"/>
                    <a:pt x="291" y="249"/>
                  </a:cubicBezTo>
                  <a:lnTo>
                    <a:pt x="515" y="249"/>
                  </a:lnTo>
                  <a:cubicBezTo>
                    <a:pt x="535" y="109"/>
                    <a:pt x="656" y="0"/>
                    <a:pt x="802" y="0"/>
                  </a:cubicBezTo>
                  <a:lnTo>
                    <a:pt x="1205" y="0"/>
                  </a:lnTo>
                  <a:cubicBezTo>
                    <a:pt x="1366" y="0"/>
                    <a:pt x="1496" y="131"/>
                    <a:pt x="1496" y="291"/>
                  </a:cubicBezTo>
                  <a:lnTo>
                    <a:pt x="1496" y="489"/>
                  </a:lnTo>
                  <a:cubicBezTo>
                    <a:pt x="1469" y="484"/>
                    <a:pt x="1441" y="480"/>
                    <a:pt x="1413" y="479"/>
                  </a:cubicBezTo>
                  <a:lnTo>
                    <a:pt x="1413" y="291"/>
                  </a:lnTo>
                  <a:cubicBezTo>
                    <a:pt x="1413" y="176"/>
                    <a:pt x="1320" y="83"/>
                    <a:pt x="1205" y="83"/>
                  </a:cubicBezTo>
                  <a:lnTo>
                    <a:pt x="802" y="83"/>
                  </a:lnTo>
                  <a:cubicBezTo>
                    <a:pt x="701" y="83"/>
                    <a:pt x="617" y="155"/>
                    <a:pt x="598" y="249"/>
                  </a:cubicBezTo>
                  <a:lnTo>
                    <a:pt x="1039" y="249"/>
                  </a:lnTo>
                  <a:cubicBezTo>
                    <a:pt x="1180" y="249"/>
                    <a:pt x="1297" y="349"/>
                    <a:pt x="1324" y="482"/>
                  </a:cubicBezTo>
                  <a:cubicBezTo>
                    <a:pt x="1297" y="485"/>
                    <a:pt x="1270" y="491"/>
                    <a:pt x="1243" y="499"/>
                  </a:cubicBezTo>
                  <a:cubicBezTo>
                    <a:pt x="1224" y="404"/>
                    <a:pt x="1140" y="333"/>
                    <a:pt x="1039" y="333"/>
                  </a:cubicBezTo>
                  <a:lnTo>
                    <a:pt x="291" y="333"/>
                  </a:lnTo>
                  <a:cubicBezTo>
                    <a:pt x="177" y="333"/>
                    <a:pt x="83" y="426"/>
                    <a:pt x="83" y="540"/>
                  </a:cubicBezTo>
                  <a:lnTo>
                    <a:pt x="83" y="1455"/>
                  </a:lnTo>
                  <a:cubicBezTo>
                    <a:pt x="83" y="1569"/>
                    <a:pt x="177" y="1663"/>
                    <a:pt x="291" y="1663"/>
                  </a:cubicBezTo>
                  <a:lnTo>
                    <a:pt x="1039" y="1663"/>
                  </a:lnTo>
                  <a:cubicBezTo>
                    <a:pt x="1126" y="1663"/>
                    <a:pt x="1200" y="1609"/>
                    <a:pt x="1231" y="1534"/>
                  </a:cubicBezTo>
                  <a:close/>
                  <a:moveTo>
                    <a:pt x="1641" y="1453"/>
                  </a:moveTo>
                  <a:cubicBezTo>
                    <a:pt x="1401" y="1591"/>
                    <a:pt x="1093" y="1509"/>
                    <a:pt x="955" y="1269"/>
                  </a:cubicBezTo>
                  <a:cubicBezTo>
                    <a:pt x="816" y="1029"/>
                    <a:pt x="899" y="722"/>
                    <a:pt x="1138" y="583"/>
                  </a:cubicBezTo>
                  <a:cubicBezTo>
                    <a:pt x="1378" y="445"/>
                    <a:pt x="1686" y="527"/>
                    <a:pt x="1824" y="767"/>
                  </a:cubicBezTo>
                  <a:cubicBezTo>
                    <a:pt x="1963" y="1007"/>
                    <a:pt x="1880" y="1314"/>
                    <a:pt x="1641" y="1453"/>
                  </a:cubicBezTo>
                  <a:close/>
                  <a:moveTo>
                    <a:pt x="1599" y="1381"/>
                  </a:moveTo>
                  <a:cubicBezTo>
                    <a:pt x="1799" y="1266"/>
                    <a:pt x="1868" y="1009"/>
                    <a:pt x="1752" y="809"/>
                  </a:cubicBezTo>
                  <a:cubicBezTo>
                    <a:pt x="1637" y="608"/>
                    <a:pt x="1380" y="539"/>
                    <a:pt x="1180" y="655"/>
                  </a:cubicBezTo>
                  <a:cubicBezTo>
                    <a:pt x="980" y="771"/>
                    <a:pt x="911" y="1027"/>
                    <a:pt x="1026" y="1228"/>
                  </a:cubicBezTo>
                  <a:cubicBezTo>
                    <a:pt x="1142" y="1428"/>
                    <a:pt x="1399" y="1497"/>
                    <a:pt x="1599" y="1381"/>
                  </a:cubicBezTo>
                  <a:close/>
                  <a:moveTo>
                    <a:pt x="1767" y="1422"/>
                  </a:moveTo>
                  <a:lnTo>
                    <a:pt x="1551" y="1547"/>
                  </a:lnTo>
                  <a:lnTo>
                    <a:pt x="1717" y="1835"/>
                  </a:lnTo>
                  <a:lnTo>
                    <a:pt x="1933" y="1710"/>
                  </a:lnTo>
                  <a:lnTo>
                    <a:pt x="1767" y="1422"/>
                  </a:lnTo>
                  <a:close/>
                  <a:moveTo>
                    <a:pt x="1956" y="1749"/>
                  </a:moveTo>
                  <a:lnTo>
                    <a:pt x="1739" y="1874"/>
                  </a:lnTo>
                  <a:cubicBezTo>
                    <a:pt x="1774" y="1934"/>
                    <a:pt x="1850" y="1954"/>
                    <a:pt x="1910" y="1919"/>
                  </a:cubicBezTo>
                  <a:cubicBezTo>
                    <a:pt x="1969" y="1885"/>
                    <a:pt x="1990" y="1809"/>
                    <a:pt x="1956" y="1749"/>
                  </a:cubicBezTo>
                  <a:close/>
                  <a:moveTo>
                    <a:pt x="803" y="551"/>
                  </a:moveTo>
                  <a:lnTo>
                    <a:pt x="249" y="551"/>
                  </a:lnTo>
                  <a:lnTo>
                    <a:pt x="249" y="613"/>
                  </a:lnTo>
                  <a:lnTo>
                    <a:pt x="803" y="613"/>
                  </a:lnTo>
                  <a:lnTo>
                    <a:pt x="803" y="551"/>
                  </a:lnTo>
                  <a:close/>
                  <a:moveTo>
                    <a:pt x="675" y="828"/>
                  </a:moveTo>
                  <a:lnTo>
                    <a:pt x="249" y="828"/>
                  </a:lnTo>
                  <a:lnTo>
                    <a:pt x="249" y="890"/>
                  </a:lnTo>
                  <a:lnTo>
                    <a:pt x="675" y="890"/>
                  </a:lnTo>
                  <a:lnTo>
                    <a:pt x="675" y="828"/>
                  </a:lnTo>
                  <a:close/>
                  <a:moveTo>
                    <a:pt x="249" y="1167"/>
                  </a:moveTo>
                  <a:lnTo>
                    <a:pt x="675" y="1167"/>
                  </a:lnTo>
                  <a:lnTo>
                    <a:pt x="675" y="1105"/>
                  </a:lnTo>
                  <a:lnTo>
                    <a:pt x="249" y="1105"/>
                  </a:lnTo>
                  <a:lnTo>
                    <a:pt x="249" y="1167"/>
                  </a:lnTo>
                  <a:close/>
                  <a:moveTo>
                    <a:pt x="249" y="1444"/>
                  </a:moveTo>
                  <a:lnTo>
                    <a:pt x="803" y="1444"/>
                  </a:lnTo>
                  <a:lnTo>
                    <a:pt x="803" y="1382"/>
                  </a:lnTo>
                  <a:lnTo>
                    <a:pt x="249" y="1382"/>
                  </a:lnTo>
                  <a:lnTo>
                    <a:pt x="249" y="1444"/>
                  </a:lnTo>
                  <a:close/>
                  <a:moveTo>
                    <a:pt x="1308" y="1105"/>
                  </a:moveTo>
                  <a:lnTo>
                    <a:pt x="1179" y="961"/>
                  </a:lnTo>
                  <a:lnTo>
                    <a:pt x="1118" y="1017"/>
                  </a:lnTo>
                  <a:lnTo>
                    <a:pt x="1300" y="1219"/>
                  </a:lnTo>
                  <a:lnTo>
                    <a:pt x="1657" y="922"/>
                  </a:lnTo>
                  <a:lnTo>
                    <a:pt x="1604" y="858"/>
                  </a:lnTo>
                  <a:lnTo>
                    <a:pt x="1308" y="1105"/>
                  </a:lnTo>
                  <a:close/>
                </a:path>
              </a:pathLst>
            </a:custGeom>
            <a:solidFill>
              <a:sysClr val="window" lastClr="FFFFFF"/>
            </a:solidFill>
            <a:ln>
              <a:noFill/>
            </a:ln>
          </p:spPr>
          <p:txBody>
            <a:bodyPr vert="horz" wrap="square" lIns="137124" tIns="68562" rIns="137124" bIns="68562" numCol="1" anchor="t" anchorCtr="0" compatLnSpc="1"/>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a:lnSpc>
                  <a:spcPct val="120000"/>
                </a:lnSpc>
              </a:pPr>
              <a:endParaRPr lang="en-US" sz="5400" dirty="0">
                <a:latin typeface="微软雅黑" panose="020B0503020204020204" pitchFamily="34" charset="-122"/>
                <a:ea typeface="微软雅黑" panose="020B0503020204020204" pitchFamily="34" charset="-122"/>
              </a:endParaRPr>
            </a:p>
          </p:txBody>
        </p:sp>
        <p:sp>
          <p:nvSpPr>
            <p:cNvPr id="60" name="文本框 59"/>
            <p:cNvSpPr txBox="1"/>
            <p:nvPr>
              <p:custDataLst>
                <p:tags r:id="rId21"/>
              </p:custDataLst>
            </p:nvPr>
          </p:nvSpPr>
          <p:spPr>
            <a:xfrm>
              <a:off x="5127" y="4808"/>
              <a:ext cx="2641" cy="793"/>
            </a:xfrm>
            <a:prstGeom prst="rect">
              <a:avLst/>
            </a:prstGeom>
            <a:noFill/>
          </p:spPr>
          <p:txBody>
            <a:bodyPr wrap="square" lIns="67500" tIns="35100" rIns="67500" bIns="35100" rtlCol="0" anchor="ctr" anchorCtr="0">
              <a:noAutofit/>
            </a:bodyPr>
            <a:lstStyle/>
            <a:p>
              <a:pPr>
                <a:lnSpc>
                  <a:spcPct val="120000"/>
                </a:lnSpc>
              </a:pPr>
              <a:r>
                <a:rPr lang="zh-CN" altLang="en-US" sz="1100" spc="150" dirty="0">
                  <a:latin typeface="微软雅黑" panose="020B0503020204020204" pitchFamily="34" charset="-122"/>
                  <a:ea typeface="微软雅黑" panose="020B0503020204020204" pitchFamily="34" charset="-122"/>
                </a:rPr>
                <a:t>4. 能熟练地更改文件属性。</a:t>
              </a:r>
            </a:p>
          </p:txBody>
        </p:sp>
        <p:sp>
          <p:nvSpPr>
            <p:cNvPr id="66" name="椭圆 65"/>
            <p:cNvSpPr/>
            <p:nvPr>
              <p:custDataLst>
                <p:tags r:id="rId22"/>
              </p:custDataLst>
            </p:nvPr>
          </p:nvSpPr>
          <p:spPr>
            <a:xfrm>
              <a:off x="2915" y="5442"/>
              <a:ext cx="793" cy="793"/>
            </a:xfrm>
            <a:prstGeom prst="ellipse">
              <a:avLst/>
            </a:prstGeom>
            <a:solidFill>
              <a:srgbClr val="9BBB59"/>
            </a:solidFill>
            <a:ln w="38100">
              <a:solidFill>
                <a:sysClr val="window" lastClr="FFFFFF"/>
              </a:solid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defPPr>
                <a:defRPr lang="zh-CN"/>
              </a:defPPr>
              <a:lvl1pPr marL="0" algn="l" defTabSz="913765" rtl="0" eaLnBrk="1" latinLnBrk="0" hangingPunct="1">
                <a:defRPr sz="1800" kern="1200">
                  <a:solidFill>
                    <a:sysClr val="window" lastClr="FFFFFF"/>
                  </a:solidFill>
                </a:defRPr>
              </a:lvl1pPr>
              <a:lvl2pPr marL="457200" algn="l" defTabSz="913765" rtl="0" eaLnBrk="1" latinLnBrk="0" hangingPunct="1">
                <a:defRPr sz="1800" kern="1200">
                  <a:solidFill>
                    <a:sysClr val="window" lastClr="FFFFFF"/>
                  </a:solidFill>
                </a:defRPr>
              </a:lvl2pPr>
              <a:lvl3pPr marL="914400" algn="l" defTabSz="913765" rtl="0" eaLnBrk="1" latinLnBrk="0" hangingPunct="1">
                <a:defRPr sz="1800" kern="1200">
                  <a:solidFill>
                    <a:sysClr val="window" lastClr="FFFFFF"/>
                  </a:solidFill>
                </a:defRPr>
              </a:lvl3pPr>
              <a:lvl4pPr marL="1371600" algn="l" defTabSz="913765" rtl="0" eaLnBrk="1" latinLnBrk="0" hangingPunct="1">
                <a:defRPr sz="1800" kern="1200">
                  <a:solidFill>
                    <a:sysClr val="window" lastClr="FFFFFF"/>
                  </a:solidFill>
                </a:defRPr>
              </a:lvl4pPr>
              <a:lvl5pPr marL="1828800" algn="l" defTabSz="913765" rtl="0" eaLnBrk="1" latinLnBrk="0" hangingPunct="1">
                <a:defRPr sz="1800" kern="1200">
                  <a:solidFill>
                    <a:sysClr val="window" lastClr="FFFFFF"/>
                  </a:solidFill>
                </a:defRPr>
              </a:lvl5pPr>
              <a:lvl6pPr marL="2286000" algn="l" defTabSz="913765" rtl="0" eaLnBrk="1" latinLnBrk="0" hangingPunct="1">
                <a:defRPr sz="1800" kern="1200">
                  <a:solidFill>
                    <a:sysClr val="window" lastClr="FFFFFF"/>
                  </a:solidFill>
                </a:defRPr>
              </a:lvl6pPr>
              <a:lvl7pPr marL="2743200" algn="l" defTabSz="913765" rtl="0" eaLnBrk="1" latinLnBrk="0" hangingPunct="1">
                <a:defRPr sz="1800" kern="1200">
                  <a:solidFill>
                    <a:sysClr val="window" lastClr="FFFFFF"/>
                  </a:solidFill>
                </a:defRPr>
              </a:lvl7pPr>
              <a:lvl8pPr marL="3200400" algn="l" defTabSz="913765" rtl="0" eaLnBrk="1" latinLnBrk="0" hangingPunct="1">
                <a:defRPr sz="1800" kern="1200">
                  <a:solidFill>
                    <a:sysClr val="window" lastClr="FFFFFF"/>
                  </a:solidFill>
                </a:defRPr>
              </a:lvl8pPr>
              <a:lvl9pPr marL="3657600" algn="l" defTabSz="913765" rtl="0" eaLnBrk="1" latinLnBrk="0" hangingPunct="1">
                <a:defRPr sz="1800" kern="1200">
                  <a:solidFill>
                    <a:sysClr val="window" lastClr="FFFFFF"/>
                  </a:solidFill>
                </a:defRPr>
              </a:lvl9pPr>
            </a:lstStyle>
            <a:p>
              <a:pPr algn="ctr">
                <a:lnSpc>
                  <a:spcPct val="120000"/>
                </a:lnSpc>
              </a:pPr>
              <a:endParaRPr lang="zh-CN" altLang="en-US" sz="1350" dirty="0">
                <a:latin typeface="微软雅黑" panose="020B0503020204020204" pitchFamily="34" charset="-122"/>
                <a:ea typeface="微软雅黑" panose="020B0503020204020204" pitchFamily="34" charset="-122"/>
              </a:endParaRPr>
            </a:p>
          </p:txBody>
        </p:sp>
        <p:sp>
          <p:nvSpPr>
            <p:cNvPr id="67" name="任意多边形 22"/>
            <p:cNvSpPr/>
            <p:nvPr>
              <p:custDataLst>
                <p:tags r:id="rId23"/>
              </p:custDataLst>
            </p:nvPr>
          </p:nvSpPr>
          <p:spPr bwMode="auto">
            <a:xfrm>
              <a:off x="3109" y="5641"/>
              <a:ext cx="404" cy="396"/>
            </a:xfrm>
            <a:custGeom>
              <a:avLst/>
              <a:gdLst>
                <a:gd name="T0" fmla="*/ 1312 w 1990"/>
                <a:gd name="T1" fmla="*/ 1552 h 1954"/>
                <a:gd name="T2" fmla="*/ 291 w 1990"/>
                <a:gd name="T3" fmla="*/ 1746 h 1954"/>
                <a:gd name="T4" fmla="*/ 0 w 1990"/>
                <a:gd name="T5" fmla="*/ 540 h 1954"/>
                <a:gd name="T6" fmla="*/ 515 w 1990"/>
                <a:gd name="T7" fmla="*/ 249 h 1954"/>
                <a:gd name="T8" fmla="*/ 1205 w 1990"/>
                <a:gd name="T9" fmla="*/ 0 h 1954"/>
                <a:gd name="T10" fmla="*/ 1496 w 1990"/>
                <a:gd name="T11" fmla="*/ 489 h 1954"/>
                <a:gd name="T12" fmla="*/ 1413 w 1990"/>
                <a:gd name="T13" fmla="*/ 291 h 1954"/>
                <a:gd name="T14" fmla="*/ 802 w 1990"/>
                <a:gd name="T15" fmla="*/ 83 h 1954"/>
                <a:gd name="T16" fmla="*/ 1039 w 1990"/>
                <a:gd name="T17" fmla="*/ 249 h 1954"/>
                <a:gd name="T18" fmla="*/ 1243 w 1990"/>
                <a:gd name="T19" fmla="*/ 499 h 1954"/>
                <a:gd name="T20" fmla="*/ 291 w 1990"/>
                <a:gd name="T21" fmla="*/ 333 h 1954"/>
                <a:gd name="T22" fmla="*/ 83 w 1990"/>
                <a:gd name="T23" fmla="*/ 1455 h 1954"/>
                <a:gd name="T24" fmla="*/ 1039 w 1990"/>
                <a:gd name="T25" fmla="*/ 1663 h 1954"/>
                <a:gd name="T26" fmla="*/ 1641 w 1990"/>
                <a:gd name="T27" fmla="*/ 1453 h 1954"/>
                <a:gd name="T28" fmla="*/ 1138 w 1990"/>
                <a:gd name="T29" fmla="*/ 583 h 1954"/>
                <a:gd name="T30" fmla="*/ 1641 w 1990"/>
                <a:gd name="T31" fmla="*/ 1453 h 1954"/>
                <a:gd name="T32" fmla="*/ 1752 w 1990"/>
                <a:gd name="T33" fmla="*/ 809 h 1954"/>
                <a:gd name="T34" fmla="*/ 1026 w 1990"/>
                <a:gd name="T35" fmla="*/ 1228 h 1954"/>
                <a:gd name="T36" fmla="*/ 1767 w 1990"/>
                <a:gd name="T37" fmla="*/ 1422 h 1954"/>
                <a:gd name="T38" fmla="*/ 1717 w 1990"/>
                <a:gd name="T39" fmla="*/ 1835 h 1954"/>
                <a:gd name="T40" fmla="*/ 1767 w 1990"/>
                <a:gd name="T41" fmla="*/ 1422 h 1954"/>
                <a:gd name="T42" fmla="*/ 1739 w 1990"/>
                <a:gd name="T43" fmla="*/ 1874 h 1954"/>
                <a:gd name="T44" fmla="*/ 1956 w 1990"/>
                <a:gd name="T45" fmla="*/ 1749 h 1954"/>
                <a:gd name="T46" fmla="*/ 249 w 1990"/>
                <a:gd name="T47" fmla="*/ 551 h 1954"/>
                <a:gd name="T48" fmla="*/ 803 w 1990"/>
                <a:gd name="T49" fmla="*/ 613 h 1954"/>
                <a:gd name="T50" fmla="*/ 675 w 1990"/>
                <a:gd name="T51" fmla="*/ 828 h 1954"/>
                <a:gd name="T52" fmla="*/ 249 w 1990"/>
                <a:gd name="T53" fmla="*/ 890 h 1954"/>
                <a:gd name="T54" fmla="*/ 675 w 1990"/>
                <a:gd name="T55" fmla="*/ 828 h 1954"/>
                <a:gd name="T56" fmla="*/ 675 w 1990"/>
                <a:gd name="T57" fmla="*/ 1167 h 1954"/>
                <a:gd name="T58" fmla="*/ 249 w 1990"/>
                <a:gd name="T59" fmla="*/ 1105 h 1954"/>
                <a:gd name="T60" fmla="*/ 249 w 1990"/>
                <a:gd name="T61" fmla="*/ 1444 h 1954"/>
                <a:gd name="T62" fmla="*/ 803 w 1990"/>
                <a:gd name="T63" fmla="*/ 1382 h 1954"/>
                <a:gd name="T64" fmla="*/ 249 w 1990"/>
                <a:gd name="T65" fmla="*/ 1444 h 1954"/>
                <a:gd name="T66" fmla="*/ 1179 w 1990"/>
                <a:gd name="T67" fmla="*/ 961 h 1954"/>
                <a:gd name="T68" fmla="*/ 1300 w 1990"/>
                <a:gd name="T69" fmla="*/ 1219 h 1954"/>
                <a:gd name="T70" fmla="*/ 1604 w 1990"/>
                <a:gd name="T71" fmla="*/ 858 h 1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90" h="1954">
                  <a:moveTo>
                    <a:pt x="1231" y="1534"/>
                  </a:moveTo>
                  <a:cubicBezTo>
                    <a:pt x="1258" y="1542"/>
                    <a:pt x="1285" y="1548"/>
                    <a:pt x="1312" y="1552"/>
                  </a:cubicBezTo>
                  <a:cubicBezTo>
                    <a:pt x="1272" y="1665"/>
                    <a:pt x="1165" y="1746"/>
                    <a:pt x="1039" y="1746"/>
                  </a:cubicBezTo>
                  <a:lnTo>
                    <a:pt x="291" y="1746"/>
                  </a:lnTo>
                  <a:cubicBezTo>
                    <a:pt x="131" y="1746"/>
                    <a:pt x="0" y="1615"/>
                    <a:pt x="0" y="1455"/>
                  </a:cubicBezTo>
                  <a:lnTo>
                    <a:pt x="0" y="540"/>
                  </a:lnTo>
                  <a:cubicBezTo>
                    <a:pt x="0" y="380"/>
                    <a:pt x="131" y="249"/>
                    <a:pt x="291" y="249"/>
                  </a:cubicBezTo>
                  <a:lnTo>
                    <a:pt x="515" y="249"/>
                  </a:lnTo>
                  <a:cubicBezTo>
                    <a:pt x="535" y="109"/>
                    <a:pt x="656" y="0"/>
                    <a:pt x="802" y="0"/>
                  </a:cubicBezTo>
                  <a:lnTo>
                    <a:pt x="1205" y="0"/>
                  </a:lnTo>
                  <a:cubicBezTo>
                    <a:pt x="1366" y="0"/>
                    <a:pt x="1496" y="131"/>
                    <a:pt x="1496" y="291"/>
                  </a:cubicBezTo>
                  <a:lnTo>
                    <a:pt x="1496" y="489"/>
                  </a:lnTo>
                  <a:cubicBezTo>
                    <a:pt x="1469" y="484"/>
                    <a:pt x="1441" y="480"/>
                    <a:pt x="1413" y="479"/>
                  </a:cubicBezTo>
                  <a:lnTo>
                    <a:pt x="1413" y="291"/>
                  </a:lnTo>
                  <a:cubicBezTo>
                    <a:pt x="1413" y="176"/>
                    <a:pt x="1320" y="83"/>
                    <a:pt x="1205" y="83"/>
                  </a:cubicBezTo>
                  <a:lnTo>
                    <a:pt x="802" y="83"/>
                  </a:lnTo>
                  <a:cubicBezTo>
                    <a:pt x="701" y="83"/>
                    <a:pt x="617" y="155"/>
                    <a:pt x="598" y="249"/>
                  </a:cubicBezTo>
                  <a:lnTo>
                    <a:pt x="1039" y="249"/>
                  </a:lnTo>
                  <a:cubicBezTo>
                    <a:pt x="1180" y="249"/>
                    <a:pt x="1297" y="349"/>
                    <a:pt x="1324" y="482"/>
                  </a:cubicBezTo>
                  <a:cubicBezTo>
                    <a:pt x="1297" y="485"/>
                    <a:pt x="1270" y="491"/>
                    <a:pt x="1243" y="499"/>
                  </a:cubicBezTo>
                  <a:cubicBezTo>
                    <a:pt x="1224" y="404"/>
                    <a:pt x="1140" y="333"/>
                    <a:pt x="1039" y="333"/>
                  </a:cubicBezTo>
                  <a:lnTo>
                    <a:pt x="291" y="333"/>
                  </a:lnTo>
                  <a:cubicBezTo>
                    <a:pt x="177" y="333"/>
                    <a:pt x="83" y="426"/>
                    <a:pt x="83" y="540"/>
                  </a:cubicBezTo>
                  <a:lnTo>
                    <a:pt x="83" y="1455"/>
                  </a:lnTo>
                  <a:cubicBezTo>
                    <a:pt x="83" y="1569"/>
                    <a:pt x="177" y="1663"/>
                    <a:pt x="291" y="1663"/>
                  </a:cubicBezTo>
                  <a:lnTo>
                    <a:pt x="1039" y="1663"/>
                  </a:lnTo>
                  <a:cubicBezTo>
                    <a:pt x="1126" y="1663"/>
                    <a:pt x="1200" y="1609"/>
                    <a:pt x="1231" y="1534"/>
                  </a:cubicBezTo>
                  <a:close/>
                  <a:moveTo>
                    <a:pt x="1641" y="1453"/>
                  </a:moveTo>
                  <a:cubicBezTo>
                    <a:pt x="1401" y="1591"/>
                    <a:pt x="1093" y="1509"/>
                    <a:pt x="955" y="1269"/>
                  </a:cubicBezTo>
                  <a:cubicBezTo>
                    <a:pt x="816" y="1029"/>
                    <a:pt x="899" y="722"/>
                    <a:pt x="1138" y="583"/>
                  </a:cubicBezTo>
                  <a:cubicBezTo>
                    <a:pt x="1378" y="445"/>
                    <a:pt x="1686" y="527"/>
                    <a:pt x="1824" y="767"/>
                  </a:cubicBezTo>
                  <a:cubicBezTo>
                    <a:pt x="1963" y="1007"/>
                    <a:pt x="1880" y="1314"/>
                    <a:pt x="1641" y="1453"/>
                  </a:cubicBezTo>
                  <a:close/>
                  <a:moveTo>
                    <a:pt x="1599" y="1381"/>
                  </a:moveTo>
                  <a:cubicBezTo>
                    <a:pt x="1799" y="1266"/>
                    <a:pt x="1868" y="1009"/>
                    <a:pt x="1752" y="809"/>
                  </a:cubicBezTo>
                  <a:cubicBezTo>
                    <a:pt x="1637" y="608"/>
                    <a:pt x="1380" y="539"/>
                    <a:pt x="1180" y="655"/>
                  </a:cubicBezTo>
                  <a:cubicBezTo>
                    <a:pt x="980" y="771"/>
                    <a:pt x="911" y="1027"/>
                    <a:pt x="1026" y="1228"/>
                  </a:cubicBezTo>
                  <a:cubicBezTo>
                    <a:pt x="1142" y="1428"/>
                    <a:pt x="1399" y="1497"/>
                    <a:pt x="1599" y="1381"/>
                  </a:cubicBezTo>
                  <a:close/>
                  <a:moveTo>
                    <a:pt x="1767" y="1422"/>
                  </a:moveTo>
                  <a:lnTo>
                    <a:pt x="1551" y="1547"/>
                  </a:lnTo>
                  <a:lnTo>
                    <a:pt x="1717" y="1835"/>
                  </a:lnTo>
                  <a:lnTo>
                    <a:pt x="1933" y="1710"/>
                  </a:lnTo>
                  <a:lnTo>
                    <a:pt x="1767" y="1422"/>
                  </a:lnTo>
                  <a:close/>
                  <a:moveTo>
                    <a:pt x="1956" y="1749"/>
                  </a:moveTo>
                  <a:lnTo>
                    <a:pt x="1739" y="1874"/>
                  </a:lnTo>
                  <a:cubicBezTo>
                    <a:pt x="1774" y="1934"/>
                    <a:pt x="1850" y="1954"/>
                    <a:pt x="1910" y="1919"/>
                  </a:cubicBezTo>
                  <a:cubicBezTo>
                    <a:pt x="1969" y="1885"/>
                    <a:pt x="1990" y="1809"/>
                    <a:pt x="1956" y="1749"/>
                  </a:cubicBezTo>
                  <a:close/>
                  <a:moveTo>
                    <a:pt x="803" y="551"/>
                  </a:moveTo>
                  <a:lnTo>
                    <a:pt x="249" y="551"/>
                  </a:lnTo>
                  <a:lnTo>
                    <a:pt x="249" y="613"/>
                  </a:lnTo>
                  <a:lnTo>
                    <a:pt x="803" y="613"/>
                  </a:lnTo>
                  <a:lnTo>
                    <a:pt x="803" y="551"/>
                  </a:lnTo>
                  <a:close/>
                  <a:moveTo>
                    <a:pt x="675" y="828"/>
                  </a:moveTo>
                  <a:lnTo>
                    <a:pt x="249" y="828"/>
                  </a:lnTo>
                  <a:lnTo>
                    <a:pt x="249" y="890"/>
                  </a:lnTo>
                  <a:lnTo>
                    <a:pt x="675" y="890"/>
                  </a:lnTo>
                  <a:lnTo>
                    <a:pt x="675" y="828"/>
                  </a:lnTo>
                  <a:close/>
                  <a:moveTo>
                    <a:pt x="249" y="1167"/>
                  </a:moveTo>
                  <a:lnTo>
                    <a:pt x="675" y="1167"/>
                  </a:lnTo>
                  <a:lnTo>
                    <a:pt x="675" y="1105"/>
                  </a:lnTo>
                  <a:lnTo>
                    <a:pt x="249" y="1105"/>
                  </a:lnTo>
                  <a:lnTo>
                    <a:pt x="249" y="1167"/>
                  </a:lnTo>
                  <a:close/>
                  <a:moveTo>
                    <a:pt x="249" y="1444"/>
                  </a:moveTo>
                  <a:lnTo>
                    <a:pt x="803" y="1444"/>
                  </a:lnTo>
                  <a:lnTo>
                    <a:pt x="803" y="1382"/>
                  </a:lnTo>
                  <a:lnTo>
                    <a:pt x="249" y="1382"/>
                  </a:lnTo>
                  <a:lnTo>
                    <a:pt x="249" y="1444"/>
                  </a:lnTo>
                  <a:close/>
                  <a:moveTo>
                    <a:pt x="1308" y="1105"/>
                  </a:moveTo>
                  <a:lnTo>
                    <a:pt x="1179" y="961"/>
                  </a:lnTo>
                  <a:lnTo>
                    <a:pt x="1118" y="1017"/>
                  </a:lnTo>
                  <a:lnTo>
                    <a:pt x="1300" y="1219"/>
                  </a:lnTo>
                  <a:lnTo>
                    <a:pt x="1657" y="922"/>
                  </a:lnTo>
                  <a:lnTo>
                    <a:pt x="1604" y="858"/>
                  </a:lnTo>
                  <a:lnTo>
                    <a:pt x="1308" y="1105"/>
                  </a:lnTo>
                  <a:close/>
                </a:path>
              </a:pathLst>
            </a:custGeom>
            <a:solidFill>
              <a:sysClr val="window" lastClr="FFFFFF"/>
            </a:solidFill>
            <a:ln>
              <a:noFill/>
            </a:ln>
          </p:spPr>
          <p:txBody>
            <a:bodyPr vert="horz" wrap="square" lIns="137124" tIns="68562" rIns="137124" bIns="68562" numCol="1" anchor="t" anchorCtr="0" compatLnSpc="1"/>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a:lnSpc>
                  <a:spcPct val="120000"/>
                </a:lnSpc>
              </a:pPr>
              <a:endParaRPr lang="en-US" sz="5400" dirty="0">
                <a:latin typeface="微软雅黑" panose="020B0503020204020204" pitchFamily="34" charset="-122"/>
                <a:ea typeface="微软雅黑" panose="020B0503020204020204" pitchFamily="34" charset="-122"/>
              </a:endParaRPr>
            </a:p>
          </p:txBody>
        </p:sp>
        <p:sp>
          <p:nvSpPr>
            <p:cNvPr id="65" name="文本框 64"/>
            <p:cNvSpPr txBox="1"/>
            <p:nvPr>
              <p:custDataLst>
                <p:tags r:id="rId24"/>
              </p:custDataLst>
            </p:nvPr>
          </p:nvSpPr>
          <p:spPr>
            <a:xfrm>
              <a:off x="3854" y="5599"/>
              <a:ext cx="3470" cy="793"/>
            </a:xfrm>
            <a:prstGeom prst="rect">
              <a:avLst/>
            </a:prstGeom>
            <a:noFill/>
          </p:spPr>
          <p:txBody>
            <a:bodyPr wrap="square" lIns="67500" tIns="35100" rIns="67500" bIns="35100" rtlCol="0" anchor="ctr" anchorCtr="0">
              <a:noAutofit/>
            </a:bodyPr>
            <a:lstStyle/>
            <a:p>
              <a:pPr>
                <a:lnSpc>
                  <a:spcPct val="120000"/>
                </a:lnSpc>
              </a:pPr>
              <a:r>
                <a:rPr lang="zh-CN" altLang="en-US" sz="1100" spc="150" dirty="0">
                  <a:latin typeface="微软雅黑" panose="020B0503020204020204" pitchFamily="34" charset="-122"/>
                  <a:ea typeface="微软雅黑" panose="020B0503020204020204" pitchFamily="34" charset="-122"/>
                </a:rPr>
                <a:t>5. 能熟练地建立文件夹。</a:t>
              </a:r>
            </a:p>
          </p:txBody>
        </p:sp>
        <p:sp>
          <p:nvSpPr>
            <p:cNvPr id="32" name="椭圆 31"/>
            <p:cNvSpPr/>
            <p:nvPr>
              <p:custDataLst>
                <p:tags r:id="rId25"/>
              </p:custDataLst>
            </p:nvPr>
          </p:nvSpPr>
          <p:spPr>
            <a:xfrm>
              <a:off x="1456" y="5303"/>
              <a:ext cx="793" cy="793"/>
            </a:xfrm>
            <a:prstGeom prst="ellipse">
              <a:avLst/>
            </a:prstGeom>
            <a:solidFill>
              <a:srgbClr val="FFC000"/>
            </a:solidFill>
            <a:ln w="38100">
              <a:solidFill>
                <a:sysClr val="window" lastClr="FFFFFF"/>
              </a:solid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defPPr>
                <a:defRPr lang="zh-CN"/>
              </a:defPPr>
              <a:lvl1pPr marL="0" algn="l" defTabSz="913765" rtl="0" eaLnBrk="1" latinLnBrk="0" hangingPunct="1">
                <a:defRPr sz="1800" kern="1200">
                  <a:solidFill>
                    <a:sysClr val="window" lastClr="FFFFFF"/>
                  </a:solidFill>
                </a:defRPr>
              </a:lvl1pPr>
              <a:lvl2pPr marL="457200" algn="l" defTabSz="913765" rtl="0" eaLnBrk="1" latinLnBrk="0" hangingPunct="1">
                <a:defRPr sz="1800" kern="1200">
                  <a:solidFill>
                    <a:sysClr val="window" lastClr="FFFFFF"/>
                  </a:solidFill>
                </a:defRPr>
              </a:lvl2pPr>
              <a:lvl3pPr marL="914400" algn="l" defTabSz="913765" rtl="0" eaLnBrk="1" latinLnBrk="0" hangingPunct="1">
                <a:defRPr sz="1800" kern="1200">
                  <a:solidFill>
                    <a:sysClr val="window" lastClr="FFFFFF"/>
                  </a:solidFill>
                </a:defRPr>
              </a:lvl3pPr>
              <a:lvl4pPr marL="1371600" algn="l" defTabSz="913765" rtl="0" eaLnBrk="1" latinLnBrk="0" hangingPunct="1">
                <a:defRPr sz="1800" kern="1200">
                  <a:solidFill>
                    <a:sysClr val="window" lastClr="FFFFFF"/>
                  </a:solidFill>
                </a:defRPr>
              </a:lvl4pPr>
              <a:lvl5pPr marL="1828800" algn="l" defTabSz="913765" rtl="0" eaLnBrk="1" latinLnBrk="0" hangingPunct="1">
                <a:defRPr sz="1800" kern="1200">
                  <a:solidFill>
                    <a:sysClr val="window" lastClr="FFFFFF"/>
                  </a:solidFill>
                </a:defRPr>
              </a:lvl5pPr>
              <a:lvl6pPr marL="2286000" algn="l" defTabSz="913765" rtl="0" eaLnBrk="1" latinLnBrk="0" hangingPunct="1">
                <a:defRPr sz="1800" kern="1200">
                  <a:solidFill>
                    <a:sysClr val="window" lastClr="FFFFFF"/>
                  </a:solidFill>
                </a:defRPr>
              </a:lvl6pPr>
              <a:lvl7pPr marL="2743200" algn="l" defTabSz="913765" rtl="0" eaLnBrk="1" latinLnBrk="0" hangingPunct="1">
                <a:defRPr sz="1800" kern="1200">
                  <a:solidFill>
                    <a:sysClr val="window" lastClr="FFFFFF"/>
                  </a:solidFill>
                </a:defRPr>
              </a:lvl7pPr>
              <a:lvl8pPr marL="3200400" algn="l" defTabSz="913765" rtl="0" eaLnBrk="1" latinLnBrk="0" hangingPunct="1">
                <a:defRPr sz="1800" kern="1200">
                  <a:solidFill>
                    <a:sysClr val="window" lastClr="FFFFFF"/>
                  </a:solidFill>
                </a:defRPr>
              </a:lvl8pPr>
              <a:lvl9pPr marL="3657600" algn="l" defTabSz="913765" rtl="0" eaLnBrk="1" latinLnBrk="0" hangingPunct="1">
                <a:defRPr sz="1800" kern="1200">
                  <a:solidFill>
                    <a:sysClr val="window" lastClr="FFFFFF"/>
                  </a:solidFill>
                </a:defRPr>
              </a:lvl9pPr>
            </a:lstStyle>
            <a:p>
              <a:pPr algn="ctr">
                <a:lnSpc>
                  <a:spcPct val="120000"/>
                </a:lnSpc>
              </a:pPr>
              <a:endParaRPr lang="zh-CN" altLang="en-US" sz="1350" dirty="0">
                <a:latin typeface="微软雅黑" panose="020B0503020204020204" pitchFamily="34" charset="-122"/>
                <a:ea typeface="微软雅黑" panose="020B0503020204020204" pitchFamily="34" charset="-122"/>
              </a:endParaRPr>
            </a:p>
          </p:txBody>
        </p:sp>
        <p:sp>
          <p:nvSpPr>
            <p:cNvPr id="7" name="任意多边形 22"/>
            <p:cNvSpPr/>
            <p:nvPr>
              <p:custDataLst>
                <p:tags r:id="rId26"/>
              </p:custDataLst>
            </p:nvPr>
          </p:nvSpPr>
          <p:spPr bwMode="auto">
            <a:xfrm>
              <a:off x="1650" y="5501"/>
              <a:ext cx="404" cy="396"/>
            </a:xfrm>
            <a:custGeom>
              <a:avLst/>
              <a:gdLst>
                <a:gd name="T0" fmla="*/ 1312 w 1990"/>
                <a:gd name="T1" fmla="*/ 1552 h 1954"/>
                <a:gd name="T2" fmla="*/ 291 w 1990"/>
                <a:gd name="T3" fmla="*/ 1746 h 1954"/>
                <a:gd name="T4" fmla="*/ 0 w 1990"/>
                <a:gd name="T5" fmla="*/ 540 h 1954"/>
                <a:gd name="T6" fmla="*/ 515 w 1990"/>
                <a:gd name="T7" fmla="*/ 249 h 1954"/>
                <a:gd name="T8" fmla="*/ 1205 w 1990"/>
                <a:gd name="T9" fmla="*/ 0 h 1954"/>
                <a:gd name="T10" fmla="*/ 1496 w 1990"/>
                <a:gd name="T11" fmla="*/ 489 h 1954"/>
                <a:gd name="T12" fmla="*/ 1413 w 1990"/>
                <a:gd name="T13" fmla="*/ 291 h 1954"/>
                <a:gd name="T14" fmla="*/ 802 w 1990"/>
                <a:gd name="T15" fmla="*/ 83 h 1954"/>
                <a:gd name="T16" fmla="*/ 1039 w 1990"/>
                <a:gd name="T17" fmla="*/ 249 h 1954"/>
                <a:gd name="T18" fmla="*/ 1243 w 1990"/>
                <a:gd name="T19" fmla="*/ 499 h 1954"/>
                <a:gd name="T20" fmla="*/ 291 w 1990"/>
                <a:gd name="T21" fmla="*/ 333 h 1954"/>
                <a:gd name="T22" fmla="*/ 83 w 1990"/>
                <a:gd name="T23" fmla="*/ 1455 h 1954"/>
                <a:gd name="T24" fmla="*/ 1039 w 1990"/>
                <a:gd name="T25" fmla="*/ 1663 h 1954"/>
                <a:gd name="T26" fmla="*/ 1641 w 1990"/>
                <a:gd name="T27" fmla="*/ 1453 h 1954"/>
                <a:gd name="T28" fmla="*/ 1138 w 1990"/>
                <a:gd name="T29" fmla="*/ 583 h 1954"/>
                <a:gd name="T30" fmla="*/ 1641 w 1990"/>
                <a:gd name="T31" fmla="*/ 1453 h 1954"/>
                <a:gd name="T32" fmla="*/ 1752 w 1990"/>
                <a:gd name="T33" fmla="*/ 809 h 1954"/>
                <a:gd name="T34" fmla="*/ 1026 w 1990"/>
                <a:gd name="T35" fmla="*/ 1228 h 1954"/>
                <a:gd name="T36" fmla="*/ 1767 w 1990"/>
                <a:gd name="T37" fmla="*/ 1422 h 1954"/>
                <a:gd name="T38" fmla="*/ 1717 w 1990"/>
                <a:gd name="T39" fmla="*/ 1835 h 1954"/>
                <a:gd name="T40" fmla="*/ 1767 w 1990"/>
                <a:gd name="T41" fmla="*/ 1422 h 1954"/>
                <a:gd name="T42" fmla="*/ 1739 w 1990"/>
                <a:gd name="T43" fmla="*/ 1874 h 1954"/>
                <a:gd name="T44" fmla="*/ 1956 w 1990"/>
                <a:gd name="T45" fmla="*/ 1749 h 1954"/>
                <a:gd name="T46" fmla="*/ 249 w 1990"/>
                <a:gd name="T47" fmla="*/ 551 h 1954"/>
                <a:gd name="T48" fmla="*/ 803 w 1990"/>
                <a:gd name="T49" fmla="*/ 613 h 1954"/>
                <a:gd name="T50" fmla="*/ 675 w 1990"/>
                <a:gd name="T51" fmla="*/ 828 h 1954"/>
                <a:gd name="T52" fmla="*/ 249 w 1990"/>
                <a:gd name="T53" fmla="*/ 890 h 1954"/>
                <a:gd name="T54" fmla="*/ 675 w 1990"/>
                <a:gd name="T55" fmla="*/ 828 h 1954"/>
                <a:gd name="T56" fmla="*/ 675 w 1990"/>
                <a:gd name="T57" fmla="*/ 1167 h 1954"/>
                <a:gd name="T58" fmla="*/ 249 w 1990"/>
                <a:gd name="T59" fmla="*/ 1105 h 1954"/>
                <a:gd name="T60" fmla="*/ 249 w 1990"/>
                <a:gd name="T61" fmla="*/ 1444 h 1954"/>
                <a:gd name="T62" fmla="*/ 803 w 1990"/>
                <a:gd name="T63" fmla="*/ 1382 h 1954"/>
                <a:gd name="T64" fmla="*/ 249 w 1990"/>
                <a:gd name="T65" fmla="*/ 1444 h 1954"/>
                <a:gd name="T66" fmla="*/ 1179 w 1990"/>
                <a:gd name="T67" fmla="*/ 961 h 1954"/>
                <a:gd name="T68" fmla="*/ 1300 w 1990"/>
                <a:gd name="T69" fmla="*/ 1219 h 1954"/>
                <a:gd name="T70" fmla="*/ 1604 w 1990"/>
                <a:gd name="T71" fmla="*/ 858 h 1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90" h="1954">
                  <a:moveTo>
                    <a:pt x="1231" y="1534"/>
                  </a:moveTo>
                  <a:cubicBezTo>
                    <a:pt x="1258" y="1542"/>
                    <a:pt x="1285" y="1548"/>
                    <a:pt x="1312" y="1552"/>
                  </a:cubicBezTo>
                  <a:cubicBezTo>
                    <a:pt x="1272" y="1665"/>
                    <a:pt x="1165" y="1746"/>
                    <a:pt x="1039" y="1746"/>
                  </a:cubicBezTo>
                  <a:lnTo>
                    <a:pt x="291" y="1746"/>
                  </a:lnTo>
                  <a:cubicBezTo>
                    <a:pt x="131" y="1746"/>
                    <a:pt x="0" y="1615"/>
                    <a:pt x="0" y="1455"/>
                  </a:cubicBezTo>
                  <a:lnTo>
                    <a:pt x="0" y="540"/>
                  </a:lnTo>
                  <a:cubicBezTo>
                    <a:pt x="0" y="380"/>
                    <a:pt x="131" y="249"/>
                    <a:pt x="291" y="249"/>
                  </a:cubicBezTo>
                  <a:lnTo>
                    <a:pt x="515" y="249"/>
                  </a:lnTo>
                  <a:cubicBezTo>
                    <a:pt x="535" y="109"/>
                    <a:pt x="656" y="0"/>
                    <a:pt x="802" y="0"/>
                  </a:cubicBezTo>
                  <a:lnTo>
                    <a:pt x="1205" y="0"/>
                  </a:lnTo>
                  <a:cubicBezTo>
                    <a:pt x="1366" y="0"/>
                    <a:pt x="1496" y="131"/>
                    <a:pt x="1496" y="291"/>
                  </a:cubicBezTo>
                  <a:lnTo>
                    <a:pt x="1496" y="489"/>
                  </a:lnTo>
                  <a:cubicBezTo>
                    <a:pt x="1469" y="484"/>
                    <a:pt x="1441" y="480"/>
                    <a:pt x="1413" y="479"/>
                  </a:cubicBezTo>
                  <a:lnTo>
                    <a:pt x="1413" y="291"/>
                  </a:lnTo>
                  <a:cubicBezTo>
                    <a:pt x="1413" y="176"/>
                    <a:pt x="1320" y="83"/>
                    <a:pt x="1205" y="83"/>
                  </a:cubicBezTo>
                  <a:lnTo>
                    <a:pt x="802" y="83"/>
                  </a:lnTo>
                  <a:cubicBezTo>
                    <a:pt x="701" y="83"/>
                    <a:pt x="617" y="155"/>
                    <a:pt x="598" y="249"/>
                  </a:cubicBezTo>
                  <a:lnTo>
                    <a:pt x="1039" y="249"/>
                  </a:lnTo>
                  <a:cubicBezTo>
                    <a:pt x="1180" y="249"/>
                    <a:pt x="1297" y="349"/>
                    <a:pt x="1324" y="482"/>
                  </a:cubicBezTo>
                  <a:cubicBezTo>
                    <a:pt x="1297" y="485"/>
                    <a:pt x="1270" y="491"/>
                    <a:pt x="1243" y="499"/>
                  </a:cubicBezTo>
                  <a:cubicBezTo>
                    <a:pt x="1224" y="404"/>
                    <a:pt x="1140" y="333"/>
                    <a:pt x="1039" y="333"/>
                  </a:cubicBezTo>
                  <a:lnTo>
                    <a:pt x="291" y="333"/>
                  </a:lnTo>
                  <a:cubicBezTo>
                    <a:pt x="177" y="333"/>
                    <a:pt x="83" y="426"/>
                    <a:pt x="83" y="540"/>
                  </a:cubicBezTo>
                  <a:lnTo>
                    <a:pt x="83" y="1455"/>
                  </a:lnTo>
                  <a:cubicBezTo>
                    <a:pt x="83" y="1569"/>
                    <a:pt x="177" y="1663"/>
                    <a:pt x="291" y="1663"/>
                  </a:cubicBezTo>
                  <a:lnTo>
                    <a:pt x="1039" y="1663"/>
                  </a:lnTo>
                  <a:cubicBezTo>
                    <a:pt x="1126" y="1663"/>
                    <a:pt x="1200" y="1609"/>
                    <a:pt x="1231" y="1534"/>
                  </a:cubicBezTo>
                  <a:close/>
                  <a:moveTo>
                    <a:pt x="1641" y="1453"/>
                  </a:moveTo>
                  <a:cubicBezTo>
                    <a:pt x="1401" y="1591"/>
                    <a:pt x="1093" y="1509"/>
                    <a:pt x="955" y="1269"/>
                  </a:cubicBezTo>
                  <a:cubicBezTo>
                    <a:pt x="816" y="1029"/>
                    <a:pt x="899" y="722"/>
                    <a:pt x="1138" y="583"/>
                  </a:cubicBezTo>
                  <a:cubicBezTo>
                    <a:pt x="1378" y="445"/>
                    <a:pt x="1686" y="527"/>
                    <a:pt x="1824" y="767"/>
                  </a:cubicBezTo>
                  <a:cubicBezTo>
                    <a:pt x="1963" y="1007"/>
                    <a:pt x="1880" y="1314"/>
                    <a:pt x="1641" y="1453"/>
                  </a:cubicBezTo>
                  <a:close/>
                  <a:moveTo>
                    <a:pt x="1599" y="1381"/>
                  </a:moveTo>
                  <a:cubicBezTo>
                    <a:pt x="1799" y="1266"/>
                    <a:pt x="1868" y="1009"/>
                    <a:pt x="1752" y="809"/>
                  </a:cubicBezTo>
                  <a:cubicBezTo>
                    <a:pt x="1637" y="608"/>
                    <a:pt x="1380" y="539"/>
                    <a:pt x="1180" y="655"/>
                  </a:cubicBezTo>
                  <a:cubicBezTo>
                    <a:pt x="980" y="771"/>
                    <a:pt x="911" y="1027"/>
                    <a:pt x="1026" y="1228"/>
                  </a:cubicBezTo>
                  <a:cubicBezTo>
                    <a:pt x="1142" y="1428"/>
                    <a:pt x="1399" y="1497"/>
                    <a:pt x="1599" y="1381"/>
                  </a:cubicBezTo>
                  <a:close/>
                  <a:moveTo>
                    <a:pt x="1767" y="1422"/>
                  </a:moveTo>
                  <a:lnTo>
                    <a:pt x="1551" y="1547"/>
                  </a:lnTo>
                  <a:lnTo>
                    <a:pt x="1717" y="1835"/>
                  </a:lnTo>
                  <a:lnTo>
                    <a:pt x="1933" y="1710"/>
                  </a:lnTo>
                  <a:lnTo>
                    <a:pt x="1767" y="1422"/>
                  </a:lnTo>
                  <a:close/>
                  <a:moveTo>
                    <a:pt x="1956" y="1749"/>
                  </a:moveTo>
                  <a:lnTo>
                    <a:pt x="1739" y="1874"/>
                  </a:lnTo>
                  <a:cubicBezTo>
                    <a:pt x="1774" y="1934"/>
                    <a:pt x="1850" y="1954"/>
                    <a:pt x="1910" y="1919"/>
                  </a:cubicBezTo>
                  <a:cubicBezTo>
                    <a:pt x="1969" y="1885"/>
                    <a:pt x="1990" y="1809"/>
                    <a:pt x="1956" y="1749"/>
                  </a:cubicBezTo>
                  <a:close/>
                  <a:moveTo>
                    <a:pt x="803" y="551"/>
                  </a:moveTo>
                  <a:lnTo>
                    <a:pt x="249" y="551"/>
                  </a:lnTo>
                  <a:lnTo>
                    <a:pt x="249" y="613"/>
                  </a:lnTo>
                  <a:lnTo>
                    <a:pt x="803" y="613"/>
                  </a:lnTo>
                  <a:lnTo>
                    <a:pt x="803" y="551"/>
                  </a:lnTo>
                  <a:close/>
                  <a:moveTo>
                    <a:pt x="675" y="828"/>
                  </a:moveTo>
                  <a:lnTo>
                    <a:pt x="249" y="828"/>
                  </a:lnTo>
                  <a:lnTo>
                    <a:pt x="249" y="890"/>
                  </a:lnTo>
                  <a:lnTo>
                    <a:pt x="675" y="890"/>
                  </a:lnTo>
                  <a:lnTo>
                    <a:pt x="675" y="828"/>
                  </a:lnTo>
                  <a:close/>
                  <a:moveTo>
                    <a:pt x="249" y="1167"/>
                  </a:moveTo>
                  <a:lnTo>
                    <a:pt x="675" y="1167"/>
                  </a:lnTo>
                  <a:lnTo>
                    <a:pt x="675" y="1105"/>
                  </a:lnTo>
                  <a:lnTo>
                    <a:pt x="249" y="1105"/>
                  </a:lnTo>
                  <a:lnTo>
                    <a:pt x="249" y="1167"/>
                  </a:lnTo>
                  <a:close/>
                  <a:moveTo>
                    <a:pt x="249" y="1444"/>
                  </a:moveTo>
                  <a:lnTo>
                    <a:pt x="803" y="1444"/>
                  </a:lnTo>
                  <a:lnTo>
                    <a:pt x="803" y="1382"/>
                  </a:lnTo>
                  <a:lnTo>
                    <a:pt x="249" y="1382"/>
                  </a:lnTo>
                  <a:lnTo>
                    <a:pt x="249" y="1444"/>
                  </a:lnTo>
                  <a:close/>
                  <a:moveTo>
                    <a:pt x="1308" y="1105"/>
                  </a:moveTo>
                  <a:lnTo>
                    <a:pt x="1179" y="961"/>
                  </a:lnTo>
                  <a:lnTo>
                    <a:pt x="1118" y="1017"/>
                  </a:lnTo>
                  <a:lnTo>
                    <a:pt x="1300" y="1219"/>
                  </a:lnTo>
                  <a:lnTo>
                    <a:pt x="1657" y="922"/>
                  </a:lnTo>
                  <a:lnTo>
                    <a:pt x="1604" y="858"/>
                  </a:lnTo>
                  <a:lnTo>
                    <a:pt x="1308" y="1105"/>
                  </a:lnTo>
                  <a:close/>
                </a:path>
              </a:pathLst>
            </a:custGeom>
            <a:solidFill>
              <a:sysClr val="window" lastClr="FFFFFF"/>
            </a:solidFill>
            <a:ln>
              <a:noFill/>
            </a:ln>
          </p:spPr>
          <p:txBody>
            <a:bodyPr vert="horz" wrap="square" lIns="137124" tIns="68562" rIns="137124" bIns="68562" numCol="1" anchor="t" anchorCtr="0" compatLnSpc="1"/>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a:lnSpc>
                  <a:spcPct val="120000"/>
                </a:lnSpc>
              </a:pPr>
              <a:endParaRPr lang="en-US" sz="5400" dirty="0">
                <a:latin typeface="微软雅黑" panose="020B0503020204020204" pitchFamily="34" charset="-122"/>
                <a:ea typeface="微软雅黑" panose="020B0503020204020204" pitchFamily="34" charset="-122"/>
              </a:endParaRPr>
            </a:p>
          </p:txBody>
        </p:sp>
        <p:sp>
          <p:nvSpPr>
            <p:cNvPr id="37" name="文本框 36"/>
            <p:cNvSpPr txBox="1"/>
            <p:nvPr>
              <p:custDataLst>
                <p:tags r:id="rId27"/>
              </p:custDataLst>
            </p:nvPr>
          </p:nvSpPr>
          <p:spPr>
            <a:xfrm>
              <a:off x="1833" y="6392"/>
              <a:ext cx="5300" cy="793"/>
            </a:xfrm>
            <a:prstGeom prst="rect">
              <a:avLst/>
            </a:prstGeom>
            <a:noFill/>
          </p:spPr>
          <p:txBody>
            <a:bodyPr wrap="square" lIns="67500" tIns="35100" rIns="67500" bIns="35100" rtlCol="0" anchor="ctr" anchorCtr="0">
              <a:noAutofit/>
            </a:bodyPr>
            <a:lstStyle/>
            <a:p>
              <a:pPr>
                <a:lnSpc>
                  <a:spcPct val="120000"/>
                </a:lnSpc>
              </a:pPr>
              <a:r>
                <a:rPr lang="zh-CN" altLang="en-US" sz="1100" spc="150" dirty="0">
                  <a:latin typeface="微软雅黑" panose="020B0503020204020204" pitchFamily="34" charset="-122"/>
                  <a:ea typeface="微软雅黑" panose="020B0503020204020204" pitchFamily="34" charset="-122"/>
                </a:rPr>
                <a:t>6. 能熟练地进行文件和文件夹的复制、移动、改名、删除及恢复。</a:t>
              </a: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custDataLst>
              <p:tags r:id="rId2"/>
            </p:custDataLst>
          </p:nvPr>
        </p:nvSpPr>
        <p:spPr>
          <a:xfrm>
            <a:off x="-14287" y="-3810"/>
            <a:ext cx="2720816" cy="5154454"/>
          </a:xfrm>
          <a:prstGeom prst="rect">
            <a:avLst/>
          </a:prstGeom>
          <a:solidFill>
            <a:srgbClr val="283E69"/>
          </a:solidFill>
          <a:ln>
            <a:solidFill>
              <a:srgbClr val="000000">
                <a:alpha val="0"/>
              </a:srgbClr>
            </a:solidFill>
          </a:ln>
        </p:spPr>
        <p:style>
          <a:lnRef idx="2">
            <a:srgbClr val="283E69">
              <a:shade val="50000"/>
            </a:srgbClr>
          </a:lnRef>
          <a:fillRef idx="1">
            <a:srgbClr val="283E69"/>
          </a:fillRef>
          <a:effectRef idx="0">
            <a:srgbClr val="283E69"/>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pitchFamily="34" charset="-122"/>
              <a:sym typeface="Arial" panose="020B0604020202020204" pitchFamily="34" charset="0"/>
            </a:endParaRPr>
          </a:p>
        </p:txBody>
      </p:sp>
      <p:sp>
        <p:nvSpPr>
          <p:cNvPr id="18" name="标题 1"/>
          <p:cNvSpPr>
            <a:spLocks noGrp="1"/>
          </p:cNvSpPr>
          <p:nvPr>
            <p:custDataLst>
              <p:tags r:id="rId3"/>
            </p:custDataLst>
          </p:nvPr>
        </p:nvSpPr>
        <p:spPr>
          <a:xfrm>
            <a:off x="587216" y="561499"/>
            <a:ext cx="1825466" cy="1735931"/>
          </a:xfrm>
          <a:prstGeom prst="rect">
            <a:avLst/>
          </a:prstGeom>
        </p:spPr>
        <p:txBody>
          <a:bodyPr vert="horz" lIns="76200" tIns="28575" rIns="57150" bIns="28575" rtlCol="0" anchor="t" anchorCtr="0">
            <a:noAutofit/>
          </a:bodyPr>
          <a:lstStyle>
            <a:lvl1pPr algn="l" defTabSz="914400" rtl="0" eaLnBrk="1" fontAlgn="auto" latinLnBrk="0" hangingPunct="1">
              <a:lnSpc>
                <a:spcPct val="100000"/>
              </a:lnSpc>
              <a:spcBef>
                <a:spcPct val="0"/>
              </a:spcBef>
              <a:buNone/>
              <a:defRPr sz="2400" b="1" u="none" strike="noStrike" kern="1200" cap="none" spc="200" normalizeH="0">
                <a:solidFill>
                  <a:sysClr val="windowText" lastClr="000000"/>
                </a:solidFill>
                <a:uFillTx/>
                <a:latin typeface="微软雅黑" panose="020B0503020204020204" pitchFamily="34" charset="-122"/>
                <a:ea typeface="微软雅黑" panose="020B0503020204020204" pitchFamily="34" charset="-122"/>
                <a:cs typeface="+mn-ea"/>
              </a:defRPr>
            </a:lvl1pPr>
          </a:lstStyle>
          <a:p>
            <a:pPr marL="0" indent="0" algn="l">
              <a:lnSpc>
                <a:spcPct val="120000"/>
              </a:lnSpc>
              <a:spcBef>
                <a:spcPts val="0"/>
              </a:spcBef>
              <a:spcAft>
                <a:spcPts val="0"/>
              </a:spcAft>
              <a:buSzPct val="100000"/>
            </a:pPr>
            <a:r>
              <a:rPr lang="zh-CN" altLang="en-US" sz="3200" spc="300" dirty="0">
                <a:solidFill>
                  <a:sysClr val="window" lastClr="FFFFFF"/>
                </a:solidFill>
                <a:latin typeface="Arial" panose="020B0604020202020204" pitchFamily="34" charset="0"/>
                <a:sym typeface="+mn-ea"/>
              </a:rPr>
              <a:t>计算机文件</a:t>
            </a:r>
          </a:p>
        </p:txBody>
      </p:sp>
      <p:sp>
        <p:nvSpPr>
          <p:cNvPr id="19" name="文本框 18"/>
          <p:cNvSpPr txBox="1"/>
          <p:nvPr>
            <p:custDataLst>
              <p:tags r:id="rId4"/>
            </p:custDataLst>
          </p:nvPr>
        </p:nvSpPr>
        <p:spPr>
          <a:xfrm>
            <a:off x="3001645" y="1209675"/>
            <a:ext cx="5735955" cy="2724150"/>
          </a:xfrm>
          <a:prstGeom prst="rect">
            <a:avLst/>
          </a:prstGeom>
          <a:noFill/>
        </p:spPr>
        <p:txBody>
          <a:bodyPr vert="horz" wrap="square" lIns="67500" tIns="35100" rIns="67500" bIns="35100" rtlCol="0" anchor="ctr" anchorCtr="0">
            <a:spAutoFit/>
          </a:bodyPr>
          <a:lstStyle>
            <a:lvl1pPr marL="285750" indent="-285750" fontAlgn="auto">
              <a:lnSpc>
                <a:spcPct val="150000"/>
              </a:lnSpc>
              <a:spcBef>
                <a:spcPts val="0"/>
              </a:spcBef>
              <a:spcAft>
                <a:spcPts val="800"/>
              </a:spcAft>
              <a:buFont typeface="微软雅黑" panose="020B0503020204020204" pitchFamily="34" charset="-122"/>
              <a:buAutoNum type="ea1JpnChsDbPeriod"/>
              <a:defRPr sz="1100" u="none" strike="noStrike" cap="none" spc="150" normalizeH="0" baseline="0">
                <a:solidFill>
                  <a:sysClr val="windowText" lastClr="000000">
                    <a:lumMod val="95000"/>
                    <a:lumOff val="5000"/>
                  </a:sysClr>
                </a:solidFill>
                <a:uFillTx/>
                <a:latin typeface="微软雅黑 Light" panose="020B0502040204020203" pitchFamily="34" charset="-122"/>
                <a:ea typeface="微软雅黑 Light" panose="020B0502040204020203" pitchFamily="34" charset="-122"/>
              </a:defRPr>
            </a:lvl1pPr>
            <a:lvl2pPr marL="685800" indent="-228600" fontAlgn="auto">
              <a:lnSpc>
                <a:spcPct val="130000"/>
              </a:lnSpc>
              <a:spcBef>
                <a:spcPts val="0"/>
              </a:spcBef>
              <a:spcAft>
                <a:spcPts val="1000"/>
              </a:spcAft>
              <a:buFont typeface="Arial" panose="020B0604020202020204" pitchFamily="34" charset="0"/>
              <a:buChar char="•"/>
              <a:tabLst>
                <a:tab pos="1609725" algn="l"/>
              </a:tabLst>
              <a:defRPr sz="1600" u="none" strike="noStrike" cap="none" spc="150" normalizeH="0" baseline="0">
                <a:uFillTx/>
                <a:latin typeface="微软雅黑" panose="020B0503020204020204" pitchFamily="34" charset="-122"/>
                <a:ea typeface="微软雅黑" panose="020B0503020204020204" pitchFamily="34" charset="-122"/>
              </a:defRPr>
            </a:lvl2pPr>
            <a:lvl3pPr marL="1143000" indent="-228600" fontAlgn="auto">
              <a:lnSpc>
                <a:spcPct val="130000"/>
              </a:lnSpc>
              <a:spcBef>
                <a:spcPts val="0"/>
              </a:spcBef>
              <a:spcAft>
                <a:spcPts val="1000"/>
              </a:spcAft>
              <a:buFont typeface="Arial" panose="020B0604020202020204" pitchFamily="34" charset="0"/>
              <a:buChar char="•"/>
              <a:defRPr sz="1600" u="none" strike="noStrike" cap="none" spc="150" normalizeH="0" baseline="0">
                <a:uFillTx/>
                <a:latin typeface="微软雅黑" panose="020B0503020204020204" pitchFamily="34" charset="-122"/>
                <a:ea typeface="微软雅黑" panose="020B0503020204020204" pitchFamily="34" charset="-122"/>
              </a:defRPr>
            </a:lvl3pPr>
            <a:lvl4pPr marL="1600200" indent="-228600" fontAlgn="auto">
              <a:lnSpc>
                <a:spcPct val="130000"/>
              </a:lnSpc>
              <a:spcBef>
                <a:spcPts val="0"/>
              </a:spcBef>
              <a:spcAft>
                <a:spcPts val="1000"/>
              </a:spcAft>
              <a:buFont typeface="Arial" panose="020B0604020202020204" pitchFamily="34" charset="0"/>
              <a:buChar char="•"/>
              <a:defRPr sz="1600" u="none" strike="noStrike" cap="none" spc="150" normalizeH="0" baseline="0">
                <a:uFillTx/>
                <a:latin typeface="微软雅黑" panose="020B0503020204020204" pitchFamily="34" charset="-122"/>
                <a:ea typeface="微软雅黑" panose="020B0503020204020204" pitchFamily="34" charset="-122"/>
              </a:defRPr>
            </a:lvl4pPr>
            <a:lvl5pPr marL="2057400" indent="-228600" fontAlgn="auto">
              <a:lnSpc>
                <a:spcPct val="130000"/>
              </a:lnSpc>
              <a:spcBef>
                <a:spcPts val="0"/>
              </a:spcBef>
              <a:spcAft>
                <a:spcPts val="1000"/>
              </a:spcAft>
              <a:buFont typeface="Arial" panose="020B0604020202020204" pitchFamily="34" charset="0"/>
              <a:buChar char="•"/>
              <a:defRPr sz="1600" u="none" strike="noStrike" cap="none" spc="150" normalizeH="0" baseline="0">
                <a:uFillTx/>
                <a:latin typeface="微软雅黑" panose="020B0503020204020204" pitchFamily="34" charset="-122"/>
                <a:ea typeface="微软雅黑" panose="020B0503020204020204" pitchFamily="34" charset="-122"/>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285750" lvl="0" indent="-285750" algn="just" fontAlgn="ctr">
              <a:lnSpc>
                <a:spcPct val="130000"/>
              </a:lnSpc>
              <a:spcBef>
                <a:spcPts val="1000"/>
              </a:spcBef>
              <a:spcAft>
                <a:spcPts val="0"/>
              </a:spcAft>
              <a:buSzPct val="100000"/>
              <a:buFont typeface="Wingdings" panose="05000000000000000000" charset="0"/>
              <a:buChar char="l"/>
            </a:pPr>
            <a:r>
              <a:rPr sz="1200" dirty="0">
                <a:latin typeface="Arial" panose="020B0604020202020204" pitchFamily="34" charset="0"/>
                <a:ea typeface="微软雅黑" panose="020B0503020204020204" pitchFamily="34" charset="-122"/>
              </a:rPr>
              <a:t>文件是Windows 操作系统管理的最小单位，所以电脑中的许多数据（如文档、照片、音乐、电影、应用程序等）以文件的形式保存在存储介质（磁盘、光盘、U 盘、存储卡等）上。文件可以包括一组记录、文档、照片、音乐、视频、电子邮件消息或计算机程序。</a:t>
            </a:r>
          </a:p>
          <a:p>
            <a:pPr marL="285750" lvl="0" indent="-285750" algn="just" fontAlgn="ctr">
              <a:lnSpc>
                <a:spcPct val="130000"/>
              </a:lnSpc>
              <a:spcBef>
                <a:spcPts val="1000"/>
              </a:spcBef>
              <a:spcAft>
                <a:spcPts val="0"/>
              </a:spcAft>
              <a:buSzPct val="100000"/>
              <a:buFont typeface="Wingdings" panose="05000000000000000000" charset="0"/>
              <a:buChar char="l"/>
            </a:pPr>
            <a:r>
              <a:rPr sz="1200" dirty="0">
                <a:latin typeface="Arial" panose="020B0604020202020204" pitchFamily="34" charset="0"/>
                <a:ea typeface="微软雅黑" panose="020B0503020204020204" pitchFamily="34" charset="-122"/>
              </a:rPr>
              <a:t>在使用文字处理软件时，输入到文档中的文本会被保存为文件。用户可以对文件进行命名。</a:t>
            </a:r>
          </a:p>
          <a:p>
            <a:pPr marL="285750" lvl="0" indent="-285750" algn="just" fontAlgn="ctr">
              <a:lnSpc>
                <a:spcPct val="130000"/>
              </a:lnSpc>
              <a:spcBef>
                <a:spcPts val="1000"/>
              </a:spcBef>
              <a:spcAft>
                <a:spcPts val="0"/>
              </a:spcAft>
              <a:buSzPct val="100000"/>
              <a:buFont typeface="Wingdings" panose="05000000000000000000" charset="0"/>
              <a:buChar char="l"/>
            </a:pPr>
            <a:r>
              <a:rPr sz="1200" dirty="0">
                <a:latin typeface="Arial" panose="020B0604020202020204" pitchFamily="34" charset="0"/>
                <a:ea typeface="微软雅黑" panose="020B0503020204020204" pitchFamily="34" charset="-122"/>
              </a:rPr>
              <a:t>一个文件一般由主文件名、扩展名和文件图标组成，主文件名和扩展名中间用小数点隔开。其中，主文件名表示文件的名称，主文件名可以任意命名；扩展名表示文件的类型，相同的扩展名具有一样的文件图标，以方便用户识别。</a:t>
            </a:r>
          </a:p>
        </p:txBody>
      </p:sp>
      <p:sp>
        <p:nvSpPr>
          <p:cNvPr id="11" name="矩形 10"/>
          <p:cNvSpPr/>
          <p:nvPr>
            <p:custDataLst>
              <p:tags r:id="rId5"/>
            </p:custDataLst>
          </p:nvPr>
        </p:nvSpPr>
        <p:spPr>
          <a:xfrm>
            <a:off x="2707298" y="280511"/>
            <a:ext cx="6145000" cy="4582954"/>
          </a:xfrm>
          <a:prstGeom prst="rect">
            <a:avLst/>
          </a:prstGeom>
          <a:noFill/>
          <a:ln w="19050">
            <a:solidFill>
              <a:srgbClr val="283E69"/>
            </a:solidFill>
          </a:ln>
          <a:extLst>
            <a:ext uri="{909E8E84-426E-40DD-AFC4-6F175D3DCCD1}">
              <a14:hiddenFill xmlns:a14="http://schemas.microsoft.com/office/drawing/2010/main">
                <a:solidFill>
                  <a:sysClr val="window" lastClr="FFFFFF"/>
                </a:solidFill>
              </a14:hiddenFill>
            </a:ext>
          </a:extLst>
        </p:spPr>
        <p:style>
          <a:lnRef idx="2">
            <a:srgbClr val="283E69">
              <a:shade val="50000"/>
            </a:srgbClr>
          </a:lnRef>
          <a:fillRef idx="1">
            <a:srgbClr val="283E69"/>
          </a:fillRef>
          <a:effectRef idx="0">
            <a:srgbClr val="283E69"/>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pitchFamily="34" charset="-122"/>
              <a:sym typeface="Arial" panose="020B0604020202020204" pitchFamily="34" charset="0"/>
            </a:endParaRPr>
          </a:p>
        </p:txBody>
      </p:sp>
      <p:sp>
        <p:nvSpPr>
          <p:cNvPr id="8" name="矩形 7"/>
          <p:cNvSpPr/>
          <p:nvPr>
            <p:custDataLst>
              <p:tags r:id="rId6"/>
            </p:custDataLst>
          </p:nvPr>
        </p:nvSpPr>
        <p:spPr>
          <a:xfrm>
            <a:off x="291704" y="280511"/>
            <a:ext cx="2415594" cy="4582954"/>
          </a:xfrm>
          <a:prstGeom prst="rect">
            <a:avLst/>
          </a:prstGeom>
          <a:noFill/>
          <a:ln w="19050">
            <a:solidFill>
              <a:sysClr val="window" lastClr="FFFFFF"/>
            </a:solidFill>
          </a:ln>
          <a:extLst>
            <a:ext uri="{909E8E84-426E-40DD-AFC4-6F175D3DCCD1}">
              <a14:hiddenFill xmlns:a14="http://schemas.microsoft.com/office/drawing/2010/main">
                <a:solidFill>
                  <a:sysClr val="window" lastClr="FFFFFF"/>
                </a:solidFill>
              </a14:hiddenFill>
            </a:ext>
          </a:extLst>
        </p:spPr>
        <p:style>
          <a:lnRef idx="2">
            <a:srgbClr val="283E69">
              <a:shade val="50000"/>
            </a:srgbClr>
          </a:lnRef>
          <a:fillRef idx="1">
            <a:srgbClr val="283E69"/>
          </a:fillRef>
          <a:effectRef idx="0">
            <a:srgbClr val="283E69"/>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pitchFamily="34" charset="-122"/>
              <a:sym typeface="Arial" panose="020B0604020202020204" pitchFamily="34" charset="0"/>
            </a:endParaRPr>
          </a:p>
        </p:txBody>
      </p:sp>
      <p:sp>
        <p:nvSpPr>
          <p:cNvPr id="9" name="任意多边形: 形状 27"/>
          <p:cNvSpPr>
            <a:spLocks noChangeAspect="1"/>
          </p:cNvSpPr>
          <p:nvPr>
            <p:custDataLst>
              <p:tags r:id="rId7"/>
            </p:custDataLst>
          </p:nvPr>
        </p:nvSpPr>
        <p:spPr>
          <a:xfrm rot="10800000">
            <a:off x="1040816" y="3887153"/>
            <a:ext cx="342214" cy="694849"/>
          </a:xfrm>
          <a:custGeom>
            <a:avLst/>
            <a:gdLst>
              <a:gd name="connsiteX0" fmla="*/ 0 w 311295"/>
              <a:gd name="connsiteY0" fmla="*/ 0 h 631688"/>
              <a:gd name="connsiteX1" fmla="*/ 311295 w 311295"/>
              <a:gd name="connsiteY1" fmla="*/ 0 h 631688"/>
              <a:gd name="connsiteX2" fmla="*/ 311295 w 311295"/>
              <a:gd name="connsiteY2" fmla="*/ 278573 h 631688"/>
              <a:gd name="connsiteX3" fmla="*/ 92015 w 311295"/>
              <a:gd name="connsiteY3" fmla="*/ 631688 h 631688"/>
              <a:gd name="connsiteX4" fmla="*/ 80962 w 311295"/>
              <a:gd name="connsiteY4" fmla="*/ 613739 h 631688"/>
              <a:gd name="connsiteX5" fmla="*/ 33054 w 311295"/>
              <a:gd name="connsiteY5" fmla="*/ 568483 h 631688"/>
              <a:gd name="connsiteX6" fmla="*/ 20355 w 311295"/>
              <a:gd name="connsiteY6" fmla="*/ 561364 h 631688"/>
              <a:gd name="connsiteX7" fmla="*/ 150652 w 311295"/>
              <a:gd name="connsiteY7" fmla="*/ 311295 h 631688"/>
              <a:gd name="connsiteX8" fmla="*/ 0 w 311295"/>
              <a:gd name="connsiteY8" fmla="*/ 311295 h 631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1295" h="631688">
                <a:moveTo>
                  <a:pt x="0" y="0"/>
                </a:moveTo>
                <a:lnTo>
                  <a:pt x="311295" y="0"/>
                </a:lnTo>
                <a:lnTo>
                  <a:pt x="311295" y="278573"/>
                </a:lnTo>
                <a:cubicBezTo>
                  <a:pt x="300365" y="511936"/>
                  <a:pt x="92393" y="629207"/>
                  <a:pt x="92015" y="631688"/>
                </a:cubicBezTo>
                <a:lnTo>
                  <a:pt x="80962" y="613739"/>
                </a:lnTo>
                <a:cubicBezTo>
                  <a:pt x="67726" y="597568"/>
                  <a:pt x="51617" y="582153"/>
                  <a:pt x="33054" y="568483"/>
                </a:cubicBezTo>
                <a:lnTo>
                  <a:pt x="20355" y="561364"/>
                </a:lnTo>
                <a:cubicBezTo>
                  <a:pt x="21645" y="561467"/>
                  <a:pt x="135315" y="475631"/>
                  <a:pt x="150652" y="311295"/>
                </a:cubicBezTo>
                <a:lnTo>
                  <a:pt x="0" y="311295"/>
                </a:lnTo>
                <a:close/>
              </a:path>
            </a:pathLst>
          </a:custGeom>
          <a:solidFill>
            <a:sysClr val="window" lastClr="FFFFFF">
              <a:alpha val="19000"/>
            </a:sysClr>
          </a:solidFill>
          <a:ln>
            <a:noFill/>
          </a:ln>
        </p:spPr>
        <p:style>
          <a:lnRef idx="2">
            <a:srgbClr val="283E69">
              <a:shade val="50000"/>
            </a:srgbClr>
          </a:lnRef>
          <a:fillRef idx="1">
            <a:srgbClr val="283E69"/>
          </a:fillRef>
          <a:effectRef idx="0">
            <a:srgbClr val="283E69"/>
          </a:effectRef>
          <a:fontRef idx="minor">
            <a:sysClr val="window" lastClr="FFFFFF"/>
          </a:fontRef>
        </p:style>
        <p:txBody>
          <a:bodyPr wrap="square" rtlCol="0" anchor="ctr">
            <a:noAutofit/>
          </a:bodyPr>
          <a:lstStyle/>
          <a:p>
            <a:pPr marL="0" marR="0" lvl="0" indent="0" algn="ctr" defTabSz="914400" rtl="0" eaLnBrk="1" fontAlgn="auto" latinLnBrk="0" hangingPunct="1">
              <a:lnSpc>
                <a:spcPct val="120000"/>
              </a:lnSpc>
              <a:buClrTx/>
              <a:buSzTx/>
              <a:buFontTx/>
              <a:buNone/>
              <a:defRPr/>
            </a:pPr>
            <a:endParaRPr kumimoji="0" lang="zh-CN" altLang="en-US" sz="135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sp>
        <p:nvSpPr>
          <p:cNvPr id="10" name="任意多边形: 形状 28"/>
          <p:cNvSpPr>
            <a:spLocks noChangeAspect="1"/>
          </p:cNvSpPr>
          <p:nvPr>
            <p:custDataLst>
              <p:tags r:id="rId8"/>
            </p:custDataLst>
          </p:nvPr>
        </p:nvSpPr>
        <p:spPr>
          <a:xfrm rot="10800000">
            <a:off x="587216" y="3887153"/>
            <a:ext cx="342214" cy="694849"/>
          </a:xfrm>
          <a:custGeom>
            <a:avLst/>
            <a:gdLst>
              <a:gd name="connsiteX0" fmla="*/ 0 w 311295"/>
              <a:gd name="connsiteY0" fmla="*/ 0 h 631688"/>
              <a:gd name="connsiteX1" fmla="*/ 311295 w 311295"/>
              <a:gd name="connsiteY1" fmla="*/ 0 h 631688"/>
              <a:gd name="connsiteX2" fmla="*/ 311295 w 311295"/>
              <a:gd name="connsiteY2" fmla="*/ 278573 h 631688"/>
              <a:gd name="connsiteX3" fmla="*/ 92015 w 311295"/>
              <a:gd name="connsiteY3" fmla="*/ 631688 h 631688"/>
              <a:gd name="connsiteX4" fmla="*/ 80961 w 311295"/>
              <a:gd name="connsiteY4" fmla="*/ 613739 h 631688"/>
              <a:gd name="connsiteX5" fmla="*/ 33054 w 311295"/>
              <a:gd name="connsiteY5" fmla="*/ 568483 h 631688"/>
              <a:gd name="connsiteX6" fmla="*/ 20355 w 311295"/>
              <a:gd name="connsiteY6" fmla="*/ 561364 h 631688"/>
              <a:gd name="connsiteX7" fmla="*/ 150652 w 311295"/>
              <a:gd name="connsiteY7" fmla="*/ 311295 h 631688"/>
              <a:gd name="connsiteX8" fmla="*/ 0 w 311295"/>
              <a:gd name="connsiteY8" fmla="*/ 311295 h 631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1295" h="631688">
                <a:moveTo>
                  <a:pt x="0" y="0"/>
                </a:moveTo>
                <a:lnTo>
                  <a:pt x="311295" y="0"/>
                </a:lnTo>
                <a:lnTo>
                  <a:pt x="311295" y="278573"/>
                </a:lnTo>
                <a:cubicBezTo>
                  <a:pt x="300365" y="511936"/>
                  <a:pt x="92393" y="629207"/>
                  <a:pt x="92015" y="631688"/>
                </a:cubicBezTo>
                <a:lnTo>
                  <a:pt x="80961" y="613739"/>
                </a:lnTo>
                <a:cubicBezTo>
                  <a:pt x="67726" y="597568"/>
                  <a:pt x="51617" y="582153"/>
                  <a:pt x="33054" y="568483"/>
                </a:cubicBezTo>
                <a:lnTo>
                  <a:pt x="20355" y="561364"/>
                </a:lnTo>
                <a:cubicBezTo>
                  <a:pt x="21645" y="561467"/>
                  <a:pt x="135315" y="475631"/>
                  <a:pt x="150652" y="311295"/>
                </a:cubicBezTo>
                <a:lnTo>
                  <a:pt x="0" y="311295"/>
                </a:lnTo>
                <a:close/>
              </a:path>
            </a:pathLst>
          </a:custGeom>
          <a:solidFill>
            <a:sysClr val="window" lastClr="FFFFFF">
              <a:alpha val="19000"/>
            </a:sysClr>
          </a:solidFill>
          <a:ln>
            <a:noFill/>
          </a:ln>
        </p:spPr>
        <p:style>
          <a:lnRef idx="2">
            <a:srgbClr val="283E69">
              <a:shade val="50000"/>
            </a:srgbClr>
          </a:lnRef>
          <a:fillRef idx="1">
            <a:srgbClr val="283E69"/>
          </a:fillRef>
          <a:effectRef idx="0">
            <a:srgbClr val="283E69"/>
          </a:effectRef>
          <a:fontRef idx="minor">
            <a:sysClr val="window" lastClr="FFFFFF"/>
          </a:fontRef>
        </p:style>
        <p:txBody>
          <a:bodyPr wrap="square" rtlCol="0" anchor="ctr">
            <a:noAutofit/>
          </a:bodyPr>
          <a:lstStyle/>
          <a:p>
            <a:pPr marL="0" marR="0" lvl="0" indent="0" algn="ctr" defTabSz="914400" rtl="0" eaLnBrk="1" fontAlgn="auto" latinLnBrk="0" hangingPunct="1">
              <a:lnSpc>
                <a:spcPct val="120000"/>
              </a:lnSpc>
              <a:buClrTx/>
              <a:buSzTx/>
              <a:buFontTx/>
              <a:buNone/>
              <a:defRPr/>
            </a:pPr>
            <a:endParaRPr kumimoji="0" lang="zh-CN" altLang="en-US" sz="135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reeform 6"/>
          <p:cNvSpPr/>
          <p:nvPr>
            <p:custDataLst>
              <p:tags r:id="rId2"/>
            </p:custDataLst>
          </p:nvPr>
        </p:nvSpPr>
        <p:spPr bwMode="auto">
          <a:xfrm>
            <a:off x="1095375" y="3978900"/>
            <a:ext cx="463154" cy="470297"/>
          </a:xfrm>
          <a:custGeom>
            <a:avLst/>
            <a:gdLst>
              <a:gd name="T0" fmla="*/ 152 w 170"/>
              <a:gd name="T1" fmla="*/ 19 h 171"/>
              <a:gd name="T2" fmla="*/ 84 w 170"/>
              <a:gd name="T3" fmla="*/ 19 h 171"/>
              <a:gd name="T4" fmla="*/ 18 w 170"/>
              <a:gd name="T5" fmla="*/ 84 h 171"/>
              <a:gd name="T6" fmla="*/ 18 w 170"/>
              <a:gd name="T7" fmla="*/ 152 h 171"/>
              <a:gd name="T8" fmla="*/ 18 w 170"/>
              <a:gd name="T9" fmla="*/ 152 h 171"/>
              <a:gd name="T10" fmla="*/ 86 w 170"/>
              <a:gd name="T11" fmla="*/ 152 h 171"/>
              <a:gd name="T12" fmla="*/ 152 w 170"/>
              <a:gd name="T13" fmla="*/ 87 h 171"/>
              <a:gd name="T14" fmla="*/ 152 w 170"/>
              <a:gd name="T15" fmla="*/ 19 h 1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0" h="171">
                <a:moveTo>
                  <a:pt x="152" y="19"/>
                </a:moveTo>
                <a:cubicBezTo>
                  <a:pt x="133" y="0"/>
                  <a:pt x="102" y="0"/>
                  <a:pt x="84" y="19"/>
                </a:cubicBezTo>
                <a:cubicBezTo>
                  <a:pt x="18" y="84"/>
                  <a:pt x="18" y="84"/>
                  <a:pt x="18" y="84"/>
                </a:cubicBezTo>
                <a:cubicBezTo>
                  <a:pt x="0" y="103"/>
                  <a:pt x="0" y="133"/>
                  <a:pt x="18" y="152"/>
                </a:cubicBezTo>
                <a:cubicBezTo>
                  <a:pt x="18" y="152"/>
                  <a:pt x="18" y="152"/>
                  <a:pt x="18" y="152"/>
                </a:cubicBezTo>
                <a:cubicBezTo>
                  <a:pt x="37" y="171"/>
                  <a:pt x="68" y="171"/>
                  <a:pt x="86" y="152"/>
                </a:cubicBezTo>
                <a:cubicBezTo>
                  <a:pt x="152" y="87"/>
                  <a:pt x="152" y="87"/>
                  <a:pt x="152" y="87"/>
                </a:cubicBezTo>
                <a:cubicBezTo>
                  <a:pt x="170" y="68"/>
                  <a:pt x="170" y="37"/>
                  <a:pt x="152" y="19"/>
                </a:cubicBezTo>
                <a:close/>
              </a:path>
            </a:pathLst>
          </a:custGeom>
          <a:solidFill>
            <a:sysClr val="window" lastClr="FFFFFF">
              <a:lumMod val="85000"/>
              <a:alpha val="30000"/>
            </a:sysClr>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20000"/>
              </a:lnSpc>
              <a:buClrTx/>
              <a:buSzTx/>
              <a:buFontTx/>
              <a:buNone/>
              <a:defRPr/>
            </a:pPr>
            <a:endParaRPr kumimoji="0" lang="en-US" sz="1350" b="0" i="0" u="none" strike="noStrike" kern="1200" cap="none" spc="0" normalizeH="0" baseline="0" noProof="0">
              <a:ln>
                <a:noFill/>
              </a:ln>
              <a:solidFill>
                <a:srgbClr val="3F3F3F"/>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sp>
        <p:nvSpPr>
          <p:cNvPr id="15" name="Freeform 7"/>
          <p:cNvSpPr/>
          <p:nvPr>
            <p:custDataLst>
              <p:tags r:id="rId3"/>
            </p:custDataLst>
          </p:nvPr>
        </p:nvSpPr>
        <p:spPr bwMode="auto">
          <a:xfrm>
            <a:off x="211931" y="1022578"/>
            <a:ext cx="3251597" cy="3195638"/>
          </a:xfrm>
          <a:custGeom>
            <a:avLst/>
            <a:gdLst>
              <a:gd name="T0" fmla="*/ 1106 w 1193"/>
              <a:gd name="T1" fmla="*/ 532 h 1163"/>
              <a:gd name="T2" fmla="*/ 1050 w 1193"/>
              <a:gd name="T3" fmla="*/ 588 h 1163"/>
              <a:gd name="T4" fmla="*/ 982 w 1193"/>
              <a:gd name="T5" fmla="*/ 588 h 1163"/>
              <a:gd name="T6" fmla="*/ 982 w 1193"/>
              <a:gd name="T7" fmla="*/ 588 h 1163"/>
              <a:gd name="T8" fmla="*/ 982 w 1193"/>
              <a:gd name="T9" fmla="*/ 521 h 1163"/>
              <a:gd name="T10" fmla="*/ 1103 w 1193"/>
              <a:gd name="T11" fmla="*/ 399 h 1163"/>
              <a:gd name="T12" fmla="*/ 1103 w 1193"/>
              <a:gd name="T13" fmla="*/ 331 h 1163"/>
              <a:gd name="T14" fmla="*/ 1036 w 1193"/>
              <a:gd name="T15" fmla="*/ 331 h 1163"/>
              <a:gd name="T16" fmla="*/ 1020 w 1193"/>
              <a:gd name="T17" fmla="*/ 347 h 1163"/>
              <a:gd name="T18" fmla="*/ 952 w 1193"/>
              <a:gd name="T19" fmla="*/ 347 h 1163"/>
              <a:gd name="T20" fmla="*/ 952 w 1193"/>
              <a:gd name="T21" fmla="*/ 279 h 1163"/>
              <a:gd name="T22" fmla="*/ 1145 w 1193"/>
              <a:gd name="T23" fmla="*/ 86 h 1163"/>
              <a:gd name="T24" fmla="*/ 1145 w 1193"/>
              <a:gd name="T25" fmla="*/ 18 h 1163"/>
              <a:gd name="T26" fmla="*/ 1077 w 1193"/>
              <a:gd name="T27" fmla="*/ 18 h 1163"/>
              <a:gd name="T28" fmla="*/ 764 w 1193"/>
              <a:gd name="T29" fmla="*/ 332 h 1163"/>
              <a:gd name="T30" fmla="*/ 762 w 1193"/>
              <a:gd name="T31" fmla="*/ 333 h 1163"/>
              <a:gd name="T32" fmla="*/ 697 w 1193"/>
              <a:gd name="T33" fmla="*/ 330 h 1163"/>
              <a:gd name="T34" fmla="*/ 696 w 1193"/>
              <a:gd name="T35" fmla="*/ 329 h 1163"/>
              <a:gd name="T36" fmla="*/ 696 w 1193"/>
              <a:gd name="T37" fmla="*/ 261 h 1163"/>
              <a:gd name="T38" fmla="*/ 767 w 1193"/>
              <a:gd name="T39" fmla="*/ 190 h 1163"/>
              <a:gd name="T40" fmla="*/ 767 w 1193"/>
              <a:gd name="T41" fmla="*/ 122 h 1163"/>
              <a:gd name="T42" fmla="*/ 699 w 1193"/>
              <a:gd name="T43" fmla="*/ 122 h 1163"/>
              <a:gd name="T44" fmla="*/ 163 w 1193"/>
              <a:gd name="T45" fmla="*/ 658 h 1163"/>
              <a:gd name="T46" fmla="*/ 163 w 1193"/>
              <a:gd name="T47" fmla="*/ 726 h 1163"/>
              <a:gd name="T48" fmla="*/ 163 w 1193"/>
              <a:gd name="T49" fmla="*/ 726 h 1163"/>
              <a:gd name="T50" fmla="*/ 231 w 1193"/>
              <a:gd name="T51" fmla="*/ 726 h 1163"/>
              <a:gd name="T52" fmla="*/ 351 w 1193"/>
              <a:gd name="T53" fmla="*/ 607 h 1163"/>
              <a:gd name="T54" fmla="*/ 418 w 1193"/>
              <a:gd name="T55" fmla="*/ 607 h 1163"/>
              <a:gd name="T56" fmla="*/ 420 w 1193"/>
              <a:gd name="T57" fmla="*/ 608 h 1163"/>
              <a:gd name="T58" fmla="*/ 423 w 1193"/>
              <a:gd name="T59" fmla="*/ 672 h 1163"/>
              <a:gd name="T60" fmla="*/ 18 w 1193"/>
              <a:gd name="T61" fmla="*/ 1077 h 1163"/>
              <a:gd name="T62" fmla="*/ 18 w 1193"/>
              <a:gd name="T63" fmla="*/ 1145 h 1163"/>
              <a:gd name="T64" fmla="*/ 86 w 1193"/>
              <a:gd name="T65" fmla="*/ 1145 h 1163"/>
              <a:gd name="T66" fmla="*/ 386 w 1193"/>
              <a:gd name="T67" fmla="*/ 845 h 1163"/>
              <a:gd name="T68" fmla="*/ 454 w 1193"/>
              <a:gd name="T69" fmla="*/ 845 h 1163"/>
              <a:gd name="T70" fmla="*/ 454 w 1193"/>
              <a:gd name="T71" fmla="*/ 845 h 1163"/>
              <a:gd name="T72" fmla="*/ 454 w 1193"/>
              <a:gd name="T73" fmla="*/ 912 h 1163"/>
              <a:gd name="T74" fmla="*/ 435 w 1193"/>
              <a:gd name="T75" fmla="*/ 932 h 1163"/>
              <a:gd name="T76" fmla="*/ 435 w 1193"/>
              <a:gd name="T77" fmla="*/ 1000 h 1163"/>
              <a:gd name="T78" fmla="*/ 502 w 1193"/>
              <a:gd name="T79" fmla="*/ 1000 h 1163"/>
              <a:gd name="T80" fmla="*/ 780 w 1193"/>
              <a:gd name="T81" fmla="*/ 722 h 1163"/>
              <a:gd name="T82" fmla="*/ 848 w 1193"/>
              <a:gd name="T83" fmla="*/ 722 h 1163"/>
              <a:gd name="T84" fmla="*/ 848 w 1193"/>
              <a:gd name="T85" fmla="*/ 722 h 1163"/>
              <a:gd name="T86" fmla="*/ 848 w 1193"/>
              <a:gd name="T87" fmla="*/ 790 h 1163"/>
              <a:gd name="T88" fmla="*/ 570 w 1193"/>
              <a:gd name="T89" fmla="*/ 1068 h 1163"/>
              <a:gd name="T90" fmla="*/ 570 w 1193"/>
              <a:gd name="T91" fmla="*/ 1136 h 1163"/>
              <a:gd name="T92" fmla="*/ 638 w 1193"/>
              <a:gd name="T93" fmla="*/ 1136 h 1163"/>
              <a:gd name="T94" fmla="*/ 1174 w 1193"/>
              <a:gd name="T95" fmla="*/ 600 h 1163"/>
              <a:gd name="T96" fmla="*/ 1174 w 1193"/>
              <a:gd name="T97" fmla="*/ 532 h 1163"/>
              <a:gd name="T98" fmla="*/ 1106 w 1193"/>
              <a:gd name="T99" fmla="*/ 532 h 1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193" h="1163">
                <a:moveTo>
                  <a:pt x="1106" y="532"/>
                </a:moveTo>
                <a:cubicBezTo>
                  <a:pt x="1050" y="588"/>
                  <a:pt x="1050" y="588"/>
                  <a:pt x="1050" y="588"/>
                </a:cubicBezTo>
                <a:cubicBezTo>
                  <a:pt x="1031" y="607"/>
                  <a:pt x="1001" y="607"/>
                  <a:pt x="982" y="588"/>
                </a:cubicBezTo>
                <a:cubicBezTo>
                  <a:pt x="982" y="588"/>
                  <a:pt x="982" y="588"/>
                  <a:pt x="982" y="588"/>
                </a:cubicBezTo>
                <a:cubicBezTo>
                  <a:pt x="963" y="570"/>
                  <a:pt x="963" y="539"/>
                  <a:pt x="982" y="521"/>
                </a:cubicBezTo>
                <a:cubicBezTo>
                  <a:pt x="1103" y="399"/>
                  <a:pt x="1103" y="399"/>
                  <a:pt x="1103" y="399"/>
                </a:cubicBezTo>
                <a:cubicBezTo>
                  <a:pt x="1122" y="380"/>
                  <a:pt x="1122" y="350"/>
                  <a:pt x="1103" y="331"/>
                </a:cubicBezTo>
                <a:cubicBezTo>
                  <a:pt x="1085" y="312"/>
                  <a:pt x="1054" y="312"/>
                  <a:pt x="1036" y="331"/>
                </a:cubicBezTo>
                <a:cubicBezTo>
                  <a:pt x="1020" y="347"/>
                  <a:pt x="1020" y="347"/>
                  <a:pt x="1020" y="347"/>
                </a:cubicBezTo>
                <a:cubicBezTo>
                  <a:pt x="1001" y="365"/>
                  <a:pt x="971" y="365"/>
                  <a:pt x="952" y="347"/>
                </a:cubicBezTo>
                <a:cubicBezTo>
                  <a:pt x="934" y="328"/>
                  <a:pt x="934" y="297"/>
                  <a:pt x="952" y="279"/>
                </a:cubicBezTo>
                <a:cubicBezTo>
                  <a:pt x="1145" y="86"/>
                  <a:pt x="1145" y="86"/>
                  <a:pt x="1145" y="86"/>
                </a:cubicBezTo>
                <a:cubicBezTo>
                  <a:pt x="1163" y="68"/>
                  <a:pt x="1163" y="37"/>
                  <a:pt x="1145" y="18"/>
                </a:cubicBezTo>
                <a:cubicBezTo>
                  <a:pt x="1126" y="0"/>
                  <a:pt x="1095" y="0"/>
                  <a:pt x="1077" y="18"/>
                </a:cubicBezTo>
                <a:cubicBezTo>
                  <a:pt x="764" y="332"/>
                  <a:pt x="764" y="332"/>
                  <a:pt x="764" y="332"/>
                </a:cubicBezTo>
                <a:cubicBezTo>
                  <a:pt x="762" y="333"/>
                  <a:pt x="762" y="333"/>
                  <a:pt x="762" y="333"/>
                </a:cubicBezTo>
                <a:cubicBezTo>
                  <a:pt x="743" y="349"/>
                  <a:pt x="715" y="348"/>
                  <a:pt x="697" y="330"/>
                </a:cubicBezTo>
                <a:cubicBezTo>
                  <a:pt x="696" y="329"/>
                  <a:pt x="696" y="329"/>
                  <a:pt x="696" y="329"/>
                </a:cubicBezTo>
                <a:cubicBezTo>
                  <a:pt x="678" y="310"/>
                  <a:pt x="678" y="280"/>
                  <a:pt x="696" y="261"/>
                </a:cubicBezTo>
                <a:cubicBezTo>
                  <a:pt x="767" y="190"/>
                  <a:pt x="767" y="190"/>
                  <a:pt x="767" y="190"/>
                </a:cubicBezTo>
                <a:cubicBezTo>
                  <a:pt x="786" y="172"/>
                  <a:pt x="786" y="141"/>
                  <a:pt x="767" y="122"/>
                </a:cubicBezTo>
                <a:cubicBezTo>
                  <a:pt x="748" y="104"/>
                  <a:pt x="718" y="104"/>
                  <a:pt x="699" y="122"/>
                </a:cubicBezTo>
                <a:cubicBezTo>
                  <a:pt x="163" y="658"/>
                  <a:pt x="163" y="658"/>
                  <a:pt x="163" y="658"/>
                </a:cubicBezTo>
                <a:cubicBezTo>
                  <a:pt x="145" y="677"/>
                  <a:pt x="145" y="707"/>
                  <a:pt x="163" y="726"/>
                </a:cubicBezTo>
                <a:cubicBezTo>
                  <a:pt x="163" y="726"/>
                  <a:pt x="163" y="726"/>
                  <a:pt x="163" y="726"/>
                </a:cubicBezTo>
                <a:cubicBezTo>
                  <a:pt x="182" y="745"/>
                  <a:pt x="213" y="745"/>
                  <a:pt x="231" y="726"/>
                </a:cubicBezTo>
                <a:cubicBezTo>
                  <a:pt x="351" y="607"/>
                  <a:pt x="351" y="607"/>
                  <a:pt x="351" y="607"/>
                </a:cubicBezTo>
                <a:cubicBezTo>
                  <a:pt x="369" y="588"/>
                  <a:pt x="400" y="588"/>
                  <a:pt x="418" y="607"/>
                </a:cubicBezTo>
                <a:cubicBezTo>
                  <a:pt x="420" y="608"/>
                  <a:pt x="420" y="608"/>
                  <a:pt x="420" y="608"/>
                </a:cubicBezTo>
                <a:cubicBezTo>
                  <a:pt x="437" y="626"/>
                  <a:pt x="438" y="654"/>
                  <a:pt x="423" y="672"/>
                </a:cubicBezTo>
                <a:cubicBezTo>
                  <a:pt x="18" y="1077"/>
                  <a:pt x="18" y="1077"/>
                  <a:pt x="18" y="1077"/>
                </a:cubicBezTo>
                <a:cubicBezTo>
                  <a:pt x="0" y="1095"/>
                  <a:pt x="0" y="1126"/>
                  <a:pt x="18" y="1145"/>
                </a:cubicBezTo>
                <a:cubicBezTo>
                  <a:pt x="37" y="1163"/>
                  <a:pt x="68" y="1163"/>
                  <a:pt x="86" y="1145"/>
                </a:cubicBezTo>
                <a:cubicBezTo>
                  <a:pt x="386" y="845"/>
                  <a:pt x="386" y="845"/>
                  <a:pt x="386" y="845"/>
                </a:cubicBezTo>
                <a:cubicBezTo>
                  <a:pt x="405" y="826"/>
                  <a:pt x="436" y="826"/>
                  <a:pt x="454" y="845"/>
                </a:cubicBezTo>
                <a:cubicBezTo>
                  <a:pt x="454" y="845"/>
                  <a:pt x="454" y="845"/>
                  <a:pt x="454" y="845"/>
                </a:cubicBezTo>
                <a:cubicBezTo>
                  <a:pt x="473" y="863"/>
                  <a:pt x="473" y="894"/>
                  <a:pt x="454" y="912"/>
                </a:cubicBezTo>
                <a:cubicBezTo>
                  <a:pt x="435" y="932"/>
                  <a:pt x="435" y="932"/>
                  <a:pt x="435" y="932"/>
                </a:cubicBezTo>
                <a:cubicBezTo>
                  <a:pt x="416" y="951"/>
                  <a:pt x="416" y="981"/>
                  <a:pt x="435" y="1000"/>
                </a:cubicBezTo>
                <a:cubicBezTo>
                  <a:pt x="453" y="1019"/>
                  <a:pt x="484" y="1019"/>
                  <a:pt x="502" y="1000"/>
                </a:cubicBezTo>
                <a:cubicBezTo>
                  <a:pt x="780" y="722"/>
                  <a:pt x="780" y="722"/>
                  <a:pt x="780" y="722"/>
                </a:cubicBezTo>
                <a:cubicBezTo>
                  <a:pt x="799" y="704"/>
                  <a:pt x="830" y="704"/>
                  <a:pt x="848" y="722"/>
                </a:cubicBezTo>
                <a:cubicBezTo>
                  <a:pt x="848" y="722"/>
                  <a:pt x="848" y="722"/>
                  <a:pt x="848" y="722"/>
                </a:cubicBezTo>
                <a:cubicBezTo>
                  <a:pt x="867" y="741"/>
                  <a:pt x="867" y="771"/>
                  <a:pt x="848" y="790"/>
                </a:cubicBezTo>
                <a:cubicBezTo>
                  <a:pt x="570" y="1068"/>
                  <a:pt x="570" y="1068"/>
                  <a:pt x="570" y="1068"/>
                </a:cubicBezTo>
                <a:cubicBezTo>
                  <a:pt x="552" y="1087"/>
                  <a:pt x="552" y="1117"/>
                  <a:pt x="570" y="1136"/>
                </a:cubicBezTo>
                <a:cubicBezTo>
                  <a:pt x="589" y="1154"/>
                  <a:pt x="620" y="1154"/>
                  <a:pt x="638" y="1136"/>
                </a:cubicBezTo>
                <a:cubicBezTo>
                  <a:pt x="1174" y="600"/>
                  <a:pt x="1174" y="600"/>
                  <a:pt x="1174" y="600"/>
                </a:cubicBezTo>
                <a:cubicBezTo>
                  <a:pt x="1193" y="581"/>
                  <a:pt x="1193" y="551"/>
                  <a:pt x="1174" y="532"/>
                </a:cubicBezTo>
                <a:cubicBezTo>
                  <a:pt x="1155" y="513"/>
                  <a:pt x="1125" y="513"/>
                  <a:pt x="1106" y="532"/>
                </a:cubicBezTo>
                <a:close/>
              </a:path>
            </a:pathLst>
          </a:custGeom>
          <a:solidFill>
            <a:sysClr val="window" lastClr="FFFFFF">
              <a:lumMod val="85000"/>
              <a:alpha val="30000"/>
            </a:sysClr>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20000"/>
              </a:lnSpc>
              <a:buClrTx/>
              <a:buSzTx/>
              <a:buFontTx/>
              <a:buNone/>
              <a:defRPr/>
            </a:pPr>
            <a:endParaRPr kumimoji="0" lang="en-US" sz="1350" b="0" i="0" u="none" strike="noStrike" kern="1200" cap="none" spc="0" normalizeH="0" baseline="0" noProof="0">
              <a:ln>
                <a:noFill/>
              </a:ln>
              <a:solidFill>
                <a:srgbClr val="3F3F3F"/>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sp>
        <p:nvSpPr>
          <p:cNvPr id="16" name="Freeform 8"/>
          <p:cNvSpPr/>
          <p:nvPr>
            <p:custDataLst>
              <p:tags r:id="rId4"/>
            </p:custDataLst>
          </p:nvPr>
        </p:nvSpPr>
        <p:spPr bwMode="auto">
          <a:xfrm>
            <a:off x="3499247" y="1241653"/>
            <a:ext cx="776288" cy="781050"/>
          </a:xfrm>
          <a:custGeom>
            <a:avLst/>
            <a:gdLst>
              <a:gd name="T0" fmla="*/ 266 w 285"/>
              <a:gd name="T1" fmla="*/ 18 h 284"/>
              <a:gd name="T2" fmla="*/ 198 w 285"/>
              <a:gd name="T3" fmla="*/ 18 h 284"/>
              <a:gd name="T4" fmla="*/ 19 w 285"/>
              <a:gd name="T5" fmla="*/ 198 h 284"/>
              <a:gd name="T6" fmla="*/ 19 w 285"/>
              <a:gd name="T7" fmla="*/ 266 h 284"/>
              <a:gd name="T8" fmla="*/ 87 w 285"/>
              <a:gd name="T9" fmla="*/ 266 h 284"/>
              <a:gd name="T10" fmla="*/ 266 w 285"/>
              <a:gd name="T11" fmla="*/ 86 h 284"/>
              <a:gd name="T12" fmla="*/ 266 w 285"/>
              <a:gd name="T13" fmla="*/ 18 h 284"/>
            </a:gdLst>
            <a:ahLst/>
            <a:cxnLst>
              <a:cxn ang="0">
                <a:pos x="T0" y="T1"/>
              </a:cxn>
              <a:cxn ang="0">
                <a:pos x="T2" y="T3"/>
              </a:cxn>
              <a:cxn ang="0">
                <a:pos x="T4" y="T5"/>
              </a:cxn>
              <a:cxn ang="0">
                <a:pos x="T6" y="T7"/>
              </a:cxn>
              <a:cxn ang="0">
                <a:pos x="T8" y="T9"/>
              </a:cxn>
              <a:cxn ang="0">
                <a:pos x="T10" y="T11"/>
              </a:cxn>
              <a:cxn ang="0">
                <a:pos x="T12" y="T13"/>
              </a:cxn>
            </a:cxnLst>
            <a:rect l="0" t="0" r="r" b="b"/>
            <a:pathLst>
              <a:path w="285" h="284">
                <a:moveTo>
                  <a:pt x="266" y="18"/>
                </a:moveTo>
                <a:cubicBezTo>
                  <a:pt x="247" y="0"/>
                  <a:pt x="217" y="0"/>
                  <a:pt x="198" y="18"/>
                </a:cubicBezTo>
                <a:cubicBezTo>
                  <a:pt x="19" y="198"/>
                  <a:pt x="19" y="198"/>
                  <a:pt x="19" y="198"/>
                </a:cubicBezTo>
                <a:cubicBezTo>
                  <a:pt x="0" y="216"/>
                  <a:pt x="0" y="247"/>
                  <a:pt x="19" y="266"/>
                </a:cubicBezTo>
                <a:cubicBezTo>
                  <a:pt x="37" y="284"/>
                  <a:pt x="68" y="284"/>
                  <a:pt x="87" y="266"/>
                </a:cubicBezTo>
                <a:cubicBezTo>
                  <a:pt x="266" y="86"/>
                  <a:pt x="266" y="86"/>
                  <a:pt x="266" y="86"/>
                </a:cubicBezTo>
                <a:cubicBezTo>
                  <a:pt x="285" y="68"/>
                  <a:pt x="285" y="37"/>
                  <a:pt x="266" y="18"/>
                </a:cubicBezTo>
                <a:close/>
              </a:path>
            </a:pathLst>
          </a:custGeom>
          <a:solidFill>
            <a:sysClr val="window" lastClr="FFFFFF">
              <a:lumMod val="85000"/>
              <a:alpha val="30000"/>
            </a:sysClr>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20000"/>
              </a:lnSpc>
              <a:buClrTx/>
              <a:buSzTx/>
              <a:buFontTx/>
              <a:buNone/>
              <a:defRPr/>
            </a:pPr>
            <a:endParaRPr kumimoji="0" lang="en-US" sz="1350" b="0" i="0" u="none" strike="noStrike" kern="1200" cap="none" spc="0" normalizeH="0" baseline="0" noProof="0">
              <a:ln>
                <a:noFill/>
              </a:ln>
              <a:solidFill>
                <a:srgbClr val="3F3F3F"/>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sp>
        <p:nvSpPr>
          <p:cNvPr id="17" name="Freeform 9"/>
          <p:cNvSpPr/>
          <p:nvPr>
            <p:custDataLst>
              <p:tags r:id="rId5"/>
            </p:custDataLst>
          </p:nvPr>
        </p:nvSpPr>
        <p:spPr bwMode="auto">
          <a:xfrm>
            <a:off x="2416969" y="3443119"/>
            <a:ext cx="777479" cy="783431"/>
          </a:xfrm>
          <a:custGeom>
            <a:avLst/>
            <a:gdLst>
              <a:gd name="T0" fmla="*/ 266 w 285"/>
              <a:gd name="T1" fmla="*/ 19 h 285"/>
              <a:gd name="T2" fmla="*/ 198 w 285"/>
              <a:gd name="T3" fmla="*/ 19 h 285"/>
              <a:gd name="T4" fmla="*/ 19 w 285"/>
              <a:gd name="T5" fmla="*/ 199 h 285"/>
              <a:gd name="T6" fmla="*/ 19 w 285"/>
              <a:gd name="T7" fmla="*/ 266 h 285"/>
              <a:gd name="T8" fmla="*/ 87 w 285"/>
              <a:gd name="T9" fmla="*/ 266 h 285"/>
              <a:gd name="T10" fmla="*/ 266 w 285"/>
              <a:gd name="T11" fmla="*/ 87 h 285"/>
              <a:gd name="T12" fmla="*/ 266 w 285"/>
              <a:gd name="T13" fmla="*/ 19 h 285"/>
            </a:gdLst>
            <a:ahLst/>
            <a:cxnLst>
              <a:cxn ang="0">
                <a:pos x="T0" y="T1"/>
              </a:cxn>
              <a:cxn ang="0">
                <a:pos x="T2" y="T3"/>
              </a:cxn>
              <a:cxn ang="0">
                <a:pos x="T4" y="T5"/>
              </a:cxn>
              <a:cxn ang="0">
                <a:pos x="T6" y="T7"/>
              </a:cxn>
              <a:cxn ang="0">
                <a:pos x="T8" y="T9"/>
              </a:cxn>
              <a:cxn ang="0">
                <a:pos x="T10" y="T11"/>
              </a:cxn>
              <a:cxn ang="0">
                <a:pos x="T12" y="T13"/>
              </a:cxn>
            </a:cxnLst>
            <a:rect l="0" t="0" r="r" b="b"/>
            <a:pathLst>
              <a:path w="285" h="285">
                <a:moveTo>
                  <a:pt x="266" y="19"/>
                </a:moveTo>
                <a:cubicBezTo>
                  <a:pt x="248" y="0"/>
                  <a:pt x="217" y="0"/>
                  <a:pt x="198" y="19"/>
                </a:cubicBezTo>
                <a:cubicBezTo>
                  <a:pt x="19" y="199"/>
                  <a:pt x="19" y="199"/>
                  <a:pt x="19" y="199"/>
                </a:cubicBezTo>
                <a:cubicBezTo>
                  <a:pt x="0" y="217"/>
                  <a:pt x="0" y="248"/>
                  <a:pt x="19" y="266"/>
                </a:cubicBezTo>
                <a:cubicBezTo>
                  <a:pt x="38" y="285"/>
                  <a:pt x="68" y="285"/>
                  <a:pt x="87" y="266"/>
                </a:cubicBezTo>
                <a:cubicBezTo>
                  <a:pt x="266" y="87"/>
                  <a:pt x="266" y="87"/>
                  <a:pt x="266" y="87"/>
                </a:cubicBezTo>
                <a:cubicBezTo>
                  <a:pt x="285" y="68"/>
                  <a:pt x="285" y="38"/>
                  <a:pt x="266" y="19"/>
                </a:cubicBezTo>
                <a:close/>
              </a:path>
            </a:pathLst>
          </a:custGeom>
          <a:solidFill>
            <a:sysClr val="window" lastClr="FFFFFF">
              <a:lumMod val="85000"/>
              <a:alpha val="30000"/>
            </a:sysClr>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20000"/>
              </a:lnSpc>
              <a:buClrTx/>
              <a:buSzTx/>
              <a:buFontTx/>
              <a:buNone/>
              <a:defRPr/>
            </a:pPr>
            <a:endParaRPr kumimoji="0" lang="en-US" sz="1350" b="0" i="0" u="none" strike="noStrike" kern="1200" cap="none" spc="0" normalizeH="0" baseline="0" noProof="0">
              <a:ln>
                <a:noFill/>
              </a:ln>
              <a:solidFill>
                <a:srgbClr val="3F3F3F"/>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sp>
        <p:nvSpPr>
          <p:cNvPr id="18" name="Freeform 10"/>
          <p:cNvSpPr/>
          <p:nvPr>
            <p:custDataLst>
              <p:tags r:id="rId6"/>
            </p:custDataLst>
          </p:nvPr>
        </p:nvSpPr>
        <p:spPr bwMode="auto">
          <a:xfrm>
            <a:off x="2144316" y="672534"/>
            <a:ext cx="466725" cy="470297"/>
          </a:xfrm>
          <a:custGeom>
            <a:avLst/>
            <a:gdLst>
              <a:gd name="T0" fmla="*/ 87 w 171"/>
              <a:gd name="T1" fmla="*/ 152 h 171"/>
              <a:gd name="T2" fmla="*/ 152 w 171"/>
              <a:gd name="T3" fmla="*/ 87 h 171"/>
              <a:gd name="T4" fmla="*/ 152 w 171"/>
              <a:gd name="T5" fmla="*/ 19 h 171"/>
              <a:gd name="T6" fmla="*/ 85 w 171"/>
              <a:gd name="T7" fmla="*/ 19 h 171"/>
              <a:gd name="T8" fmla="*/ 19 w 171"/>
              <a:gd name="T9" fmla="*/ 84 h 171"/>
              <a:gd name="T10" fmla="*/ 19 w 171"/>
              <a:gd name="T11" fmla="*/ 152 h 171"/>
              <a:gd name="T12" fmla="*/ 87 w 171"/>
              <a:gd name="T13" fmla="*/ 152 h 171"/>
            </a:gdLst>
            <a:ahLst/>
            <a:cxnLst>
              <a:cxn ang="0">
                <a:pos x="T0" y="T1"/>
              </a:cxn>
              <a:cxn ang="0">
                <a:pos x="T2" y="T3"/>
              </a:cxn>
              <a:cxn ang="0">
                <a:pos x="T4" y="T5"/>
              </a:cxn>
              <a:cxn ang="0">
                <a:pos x="T6" y="T7"/>
              </a:cxn>
              <a:cxn ang="0">
                <a:pos x="T8" y="T9"/>
              </a:cxn>
              <a:cxn ang="0">
                <a:pos x="T10" y="T11"/>
              </a:cxn>
              <a:cxn ang="0">
                <a:pos x="T12" y="T13"/>
              </a:cxn>
            </a:cxnLst>
            <a:rect l="0" t="0" r="r" b="b"/>
            <a:pathLst>
              <a:path w="171" h="171">
                <a:moveTo>
                  <a:pt x="87" y="152"/>
                </a:moveTo>
                <a:cubicBezTo>
                  <a:pt x="152" y="87"/>
                  <a:pt x="152" y="87"/>
                  <a:pt x="152" y="87"/>
                </a:cubicBezTo>
                <a:cubicBezTo>
                  <a:pt x="171" y="68"/>
                  <a:pt x="171" y="38"/>
                  <a:pt x="152" y="19"/>
                </a:cubicBezTo>
                <a:cubicBezTo>
                  <a:pt x="134" y="0"/>
                  <a:pt x="103" y="0"/>
                  <a:pt x="85" y="19"/>
                </a:cubicBezTo>
                <a:cubicBezTo>
                  <a:pt x="19" y="84"/>
                  <a:pt x="19" y="84"/>
                  <a:pt x="19" y="84"/>
                </a:cubicBezTo>
                <a:cubicBezTo>
                  <a:pt x="0" y="103"/>
                  <a:pt x="0" y="134"/>
                  <a:pt x="19" y="152"/>
                </a:cubicBezTo>
                <a:cubicBezTo>
                  <a:pt x="38" y="171"/>
                  <a:pt x="68" y="171"/>
                  <a:pt x="87" y="152"/>
                </a:cubicBezTo>
                <a:close/>
              </a:path>
            </a:pathLst>
          </a:custGeom>
          <a:solidFill>
            <a:sysClr val="window" lastClr="FFFFFF">
              <a:lumMod val="85000"/>
              <a:alpha val="30000"/>
            </a:sysClr>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20000"/>
              </a:lnSpc>
              <a:buClrTx/>
              <a:buSzTx/>
              <a:buFontTx/>
              <a:buNone/>
              <a:defRPr/>
            </a:pPr>
            <a:endParaRPr kumimoji="0" lang="en-US" sz="1350" b="0" i="0" u="none" strike="noStrike" kern="1200" cap="none" spc="0" normalizeH="0" baseline="0" noProof="0">
              <a:ln>
                <a:noFill/>
              </a:ln>
              <a:solidFill>
                <a:srgbClr val="3F3F3F"/>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sp>
        <p:nvSpPr>
          <p:cNvPr id="19" name="Freeform 11"/>
          <p:cNvSpPr/>
          <p:nvPr>
            <p:custDataLst>
              <p:tags r:id="rId7"/>
            </p:custDataLst>
          </p:nvPr>
        </p:nvSpPr>
        <p:spPr bwMode="auto">
          <a:xfrm>
            <a:off x="636985" y="1157119"/>
            <a:ext cx="1137047" cy="1143000"/>
          </a:xfrm>
          <a:custGeom>
            <a:avLst/>
            <a:gdLst>
              <a:gd name="T0" fmla="*/ 87 w 417"/>
              <a:gd name="T1" fmla="*/ 398 h 416"/>
              <a:gd name="T2" fmla="*/ 398 w 417"/>
              <a:gd name="T3" fmla="*/ 87 h 416"/>
              <a:gd name="T4" fmla="*/ 398 w 417"/>
              <a:gd name="T5" fmla="*/ 19 h 416"/>
              <a:gd name="T6" fmla="*/ 330 w 417"/>
              <a:gd name="T7" fmla="*/ 19 h 416"/>
              <a:gd name="T8" fmla="*/ 19 w 417"/>
              <a:gd name="T9" fmla="*/ 330 h 416"/>
              <a:gd name="T10" fmla="*/ 19 w 417"/>
              <a:gd name="T11" fmla="*/ 398 h 416"/>
              <a:gd name="T12" fmla="*/ 87 w 417"/>
              <a:gd name="T13" fmla="*/ 398 h 416"/>
            </a:gdLst>
            <a:ahLst/>
            <a:cxnLst>
              <a:cxn ang="0">
                <a:pos x="T0" y="T1"/>
              </a:cxn>
              <a:cxn ang="0">
                <a:pos x="T2" y="T3"/>
              </a:cxn>
              <a:cxn ang="0">
                <a:pos x="T4" y="T5"/>
              </a:cxn>
              <a:cxn ang="0">
                <a:pos x="T6" y="T7"/>
              </a:cxn>
              <a:cxn ang="0">
                <a:pos x="T8" y="T9"/>
              </a:cxn>
              <a:cxn ang="0">
                <a:pos x="T10" y="T11"/>
              </a:cxn>
              <a:cxn ang="0">
                <a:pos x="T12" y="T13"/>
              </a:cxn>
            </a:cxnLst>
            <a:rect l="0" t="0" r="r" b="b"/>
            <a:pathLst>
              <a:path w="417" h="416">
                <a:moveTo>
                  <a:pt x="87" y="398"/>
                </a:moveTo>
                <a:cubicBezTo>
                  <a:pt x="398" y="87"/>
                  <a:pt x="398" y="87"/>
                  <a:pt x="398" y="87"/>
                </a:cubicBezTo>
                <a:cubicBezTo>
                  <a:pt x="417" y="68"/>
                  <a:pt x="417" y="37"/>
                  <a:pt x="398" y="19"/>
                </a:cubicBezTo>
                <a:cubicBezTo>
                  <a:pt x="379" y="0"/>
                  <a:pt x="349" y="0"/>
                  <a:pt x="330" y="19"/>
                </a:cubicBezTo>
                <a:cubicBezTo>
                  <a:pt x="19" y="330"/>
                  <a:pt x="19" y="330"/>
                  <a:pt x="19" y="330"/>
                </a:cubicBezTo>
                <a:cubicBezTo>
                  <a:pt x="0" y="348"/>
                  <a:pt x="0" y="379"/>
                  <a:pt x="19" y="398"/>
                </a:cubicBezTo>
                <a:cubicBezTo>
                  <a:pt x="38" y="416"/>
                  <a:pt x="68" y="416"/>
                  <a:pt x="87" y="398"/>
                </a:cubicBezTo>
                <a:close/>
              </a:path>
            </a:pathLst>
          </a:custGeom>
          <a:solidFill>
            <a:sysClr val="window" lastClr="FFFFFF">
              <a:lumMod val="85000"/>
              <a:alpha val="30000"/>
            </a:sysClr>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20000"/>
              </a:lnSpc>
              <a:buClrTx/>
              <a:buSzTx/>
              <a:buFontTx/>
              <a:buNone/>
              <a:defRPr/>
            </a:pPr>
            <a:endParaRPr kumimoji="0" lang="en-US" sz="1350" b="0" i="0" u="none" strike="noStrike" kern="1200" cap="none" spc="0" normalizeH="0" baseline="0" noProof="0">
              <a:ln>
                <a:noFill/>
              </a:ln>
              <a:solidFill>
                <a:srgbClr val="3F3F3F"/>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sp>
        <p:nvSpPr>
          <p:cNvPr id="21" name="Rectangle: Rounded Corners 20"/>
          <p:cNvSpPr/>
          <p:nvPr>
            <p:custDataLst>
              <p:tags r:id="rId8"/>
            </p:custDataLst>
          </p:nvPr>
        </p:nvSpPr>
        <p:spPr>
          <a:xfrm>
            <a:off x="836930" y="1059180"/>
            <a:ext cx="7501890" cy="1599565"/>
          </a:xfrm>
          <a:prstGeom prst="roundRect">
            <a:avLst>
              <a:gd name="adj" fmla="val 6124"/>
            </a:avLst>
          </a:prstGeom>
          <a:solidFill>
            <a:srgbClr val="1E6BC5"/>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p>
            <a:pPr marL="0" marR="0" lvl="0" indent="0" algn="ctr" defTabSz="914400" rtl="0" eaLnBrk="1" fontAlgn="auto" latinLnBrk="0" hangingPunct="1">
              <a:lnSpc>
                <a:spcPct val="120000"/>
              </a:lnSpc>
              <a:buClrTx/>
              <a:buSzTx/>
              <a:buFontTx/>
              <a:buNone/>
              <a:defRPr/>
            </a:pPr>
            <a:endParaRPr kumimoji="0" lang="en-US" sz="1350"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sp>
        <p:nvSpPr>
          <p:cNvPr id="26" name="Rectangle: Rounded Corners 25"/>
          <p:cNvSpPr/>
          <p:nvPr>
            <p:custDataLst>
              <p:tags r:id="rId9"/>
            </p:custDataLst>
          </p:nvPr>
        </p:nvSpPr>
        <p:spPr>
          <a:xfrm>
            <a:off x="7894164" y="1633353"/>
            <a:ext cx="791179" cy="270272"/>
          </a:xfrm>
          <a:prstGeom prst="roundRect">
            <a:avLst>
              <a:gd name="adj" fmla="val 50000"/>
            </a:avLst>
          </a:prstGeom>
          <a:solidFill>
            <a:srgbClr val="C5CFCF"/>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p>
            <a:pPr marL="0" marR="0" lvl="0" indent="0" algn="ctr" defTabSz="914400" rtl="0" eaLnBrk="1" fontAlgn="auto" latinLnBrk="0" hangingPunct="1">
              <a:lnSpc>
                <a:spcPct val="120000"/>
              </a:lnSpc>
              <a:buClrTx/>
              <a:buSzTx/>
              <a:buFontTx/>
              <a:buNone/>
              <a:defRPr/>
            </a:pPr>
            <a:endParaRPr kumimoji="0" lang="en-US" sz="1350"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sp>
        <p:nvSpPr>
          <p:cNvPr id="27" name="Rectangle: Rounded Corners 26"/>
          <p:cNvSpPr/>
          <p:nvPr>
            <p:custDataLst>
              <p:tags r:id="rId10"/>
            </p:custDataLst>
          </p:nvPr>
        </p:nvSpPr>
        <p:spPr>
          <a:xfrm>
            <a:off x="8037280" y="1987775"/>
            <a:ext cx="896903" cy="270272"/>
          </a:xfrm>
          <a:prstGeom prst="roundRect">
            <a:avLst>
              <a:gd name="adj" fmla="val 50000"/>
            </a:avLst>
          </a:prstGeom>
          <a:solidFill>
            <a:srgbClr val="1E6BC5">
              <a:lumMod val="40000"/>
              <a:lumOff val="60000"/>
            </a:srgbClr>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p>
            <a:pPr marL="0" marR="0" lvl="0" indent="0" algn="ctr" defTabSz="914400" rtl="0" eaLnBrk="1" fontAlgn="auto" latinLnBrk="0" hangingPunct="1">
              <a:lnSpc>
                <a:spcPct val="120000"/>
              </a:lnSpc>
              <a:buClrTx/>
              <a:buSzTx/>
              <a:buFontTx/>
              <a:buNone/>
              <a:defRPr/>
            </a:pPr>
            <a:endParaRPr kumimoji="0" lang="en-US" sz="1350"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sp>
        <p:nvSpPr>
          <p:cNvPr id="34" name="TextBox 29"/>
          <p:cNvSpPr txBox="1"/>
          <p:nvPr>
            <p:custDataLst>
              <p:tags r:id="rId11"/>
            </p:custDataLst>
          </p:nvPr>
        </p:nvSpPr>
        <p:spPr>
          <a:xfrm>
            <a:off x="1573530" y="2762885"/>
            <a:ext cx="5625465" cy="478155"/>
          </a:xfrm>
          <a:prstGeom prst="rect">
            <a:avLst/>
          </a:prstGeom>
          <a:noFill/>
        </p:spPr>
        <p:txBody>
          <a:bodyPr wrap="square" rtlCol="0" anchor="b" anchorCtr="0">
            <a:spAutoFit/>
          </a:bodyPr>
          <a:lstStyle/>
          <a:p>
            <a:pPr lvl="0">
              <a:lnSpc>
                <a:spcPct val="120000"/>
              </a:lnSpc>
              <a:defRPr/>
            </a:pPr>
            <a:r>
              <a:rPr lang="zh-CN" altLang="en-US" sz="1050" kern="0">
                <a:solidFill>
                  <a:srgbClr val="000000">
                    <a:lumMod val="75000"/>
                    <a:lumOff val="25000"/>
                  </a:srgbClr>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由英文字母、数字、汉字以及一些符号组成，字符数不超过255 个字符（包括盘符和路径），一个汉字占两个英文字符的长度。</a:t>
            </a:r>
          </a:p>
        </p:txBody>
      </p:sp>
      <p:sp>
        <p:nvSpPr>
          <p:cNvPr id="30" name="TextBox 29"/>
          <p:cNvSpPr txBox="1"/>
          <p:nvPr>
            <p:custDataLst>
              <p:tags r:id="rId12"/>
            </p:custDataLst>
          </p:nvPr>
        </p:nvSpPr>
        <p:spPr>
          <a:xfrm>
            <a:off x="1795145" y="3488690"/>
            <a:ext cx="5994400" cy="271780"/>
          </a:xfrm>
          <a:prstGeom prst="rect">
            <a:avLst/>
          </a:prstGeom>
          <a:noFill/>
        </p:spPr>
        <p:txBody>
          <a:bodyPr wrap="square" rtlCol="0" anchor="t">
            <a:normAutofit lnSpcReduction="10000"/>
          </a:bodyPr>
          <a:lstStyle/>
          <a:p>
            <a:pPr lvl="0">
              <a:lnSpc>
                <a:spcPct val="120000"/>
              </a:lnSpc>
              <a:defRPr/>
            </a:pPr>
            <a:r>
              <a:rPr lang="zh-CN" altLang="en-US" sz="1050" kern="0">
                <a:solidFill>
                  <a:srgbClr val="000000">
                    <a:lumMod val="75000"/>
                    <a:lumOff val="25000"/>
                  </a:srgbClr>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除了开头之外可以使用空格。</a:t>
            </a:r>
          </a:p>
        </p:txBody>
      </p:sp>
      <p:sp>
        <p:nvSpPr>
          <p:cNvPr id="32" name="Text Placeholder 17"/>
          <p:cNvSpPr txBox="1"/>
          <p:nvPr>
            <p:custDataLst>
              <p:tags r:id="rId13"/>
            </p:custDataLst>
          </p:nvPr>
        </p:nvSpPr>
        <p:spPr>
          <a:xfrm>
            <a:off x="960087" y="2901420"/>
            <a:ext cx="575100" cy="3753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0000"/>
                </a:solidFill>
                <a:latin typeface="Arial" panose="020B0604020202020204" pitchFamily="34" charset="0"/>
                <a:ea typeface="微软雅黑" panose="020B0503020204020204" pitchFamily="34" charset="-122"/>
                <a:cs typeface="+mn-ea"/>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0000"/>
                </a:solidFill>
                <a:latin typeface="Arial" panose="020B0604020202020204" pitchFamily="34" charset="0"/>
                <a:ea typeface="微软雅黑"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0000"/>
                </a:solidFill>
                <a:latin typeface="Arial" panose="020B0604020202020204" pitchFamily="34" charset="0"/>
                <a:ea typeface="微软雅黑" panose="020B0503020204020204" pitchFamily="34"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pitchFamily="34"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pitchFamily="34"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pitchFamily="34"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pitchFamily="34"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pitchFamily="34"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pitchFamily="34" charset="-122"/>
                <a:cs typeface="+mn-ea"/>
              </a:defRPr>
            </a:lvl9pPr>
          </a:lstStyle>
          <a:p>
            <a:pPr marL="0" marR="0" lvl="0" indent="0" algn="l" defTabSz="914400" rtl="0" eaLnBrk="1" fontAlgn="auto" latinLnBrk="0" hangingPunct="1">
              <a:lnSpc>
                <a:spcPct val="120000"/>
              </a:lnSpc>
              <a:spcBef>
                <a:spcPts val="0"/>
              </a:spcBef>
              <a:buClrTx/>
              <a:buSzTx/>
              <a:buFont typeface="Arial" panose="020B0604020202020204" pitchFamily="34" charset="0"/>
              <a:buNone/>
              <a:defRPr/>
            </a:pPr>
            <a:r>
              <a:rPr kumimoji="0" lang="en-US" sz="2100" b="1" i="1" u="none" strike="noStrike" kern="1200" cap="none" spc="0" normalizeH="0" noProof="0" dirty="0">
                <a:ln>
                  <a:noFill/>
                </a:ln>
                <a:effectLst/>
                <a:uLnTx/>
                <a:uFillTx/>
                <a:latin typeface="Arial" panose="020B0604020202020204" pitchFamily="34" charset="0"/>
                <a:ea typeface="微软雅黑" panose="020B0503020204020204" pitchFamily="34" charset="-122"/>
                <a:cs typeface="Lato" panose="020F0502020204030203" pitchFamily="34" charset="0"/>
                <a:sym typeface="Arial" panose="020B0604020202020204" pitchFamily="34" charset="0"/>
              </a:rPr>
              <a:t>01</a:t>
            </a:r>
          </a:p>
        </p:txBody>
      </p:sp>
      <p:sp>
        <p:nvSpPr>
          <p:cNvPr id="33" name="Text Placeholder 17"/>
          <p:cNvSpPr txBox="1"/>
          <p:nvPr>
            <p:custDataLst>
              <p:tags r:id="rId14"/>
            </p:custDataLst>
          </p:nvPr>
        </p:nvSpPr>
        <p:spPr>
          <a:xfrm>
            <a:off x="1198212" y="3405886"/>
            <a:ext cx="575100" cy="3753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0000"/>
                </a:solidFill>
                <a:latin typeface="Arial" panose="020B0604020202020204" pitchFamily="34" charset="0"/>
                <a:ea typeface="微软雅黑" panose="020B0503020204020204" pitchFamily="34" charset="-122"/>
                <a:cs typeface="+mn-ea"/>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0000"/>
                </a:solidFill>
                <a:latin typeface="Arial" panose="020B0604020202020204" pitchFamily="34" charset="0"/>
                <a:ea typeface="微软雅黑"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0000"/>
                </a:solidFill>
                <a:latin typeface="Arial" panose="020B0604020202020204" pitchFamily="34" charset="0"/>
                <a:ea typeface="微软雅黑" panose="020B0503020204020204" pitchFamily="34"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pitchFamily="34"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pitchFamily="34"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pitchFamily="34"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pitchFamily="34"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pitchFamily="34"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pitchFamily="34" charset="-122"/>
                <a:cs typeface="+mn-ea"/>
              </a:defRPr>
            </a:lvl9pPr>
          </a:lstStyle>
          <a:p>
            <a:pPr marL="0" marR="0" lvl="0" indent="0" algn="l" defTabSz="914400" rtl="0" eaLnBrk="1" fontAlgn="auto" latinLnBrk="0" hangingPunct="1">
              <a:lnSpc>
                <a:spcPct val="120000"/>
              </a:lnSpc>
              <a:spcBef>
                <a:spcPts val="0"/>
              </a:spcBef>
              <a:buClrTx/>
              <a:buSzTx/>
              <a:buFont typeface="Arial" panose="020B0604020202020204" pitchFamily="34" charset="0"/>
              <a:buNone/>
              <a:defRPr/>
            </a:pPr>
            <a:r>
              <a:rPr kumimoji="0" lang="en-US" sz="2100" b="1" i="1" u="none" strike="noStrike" kern="1200" cap="none" spc="0" normalizeH="0" noProof="0" dirty="0">
                <a:ln>
                  <a:noFill/>
                </a:ln>
                <a:effectLst/>
                <a:uLnTx/>
                <a:uFillTx/>
                <a:latin typeface="Arial" panose="020B0604020202020204" pitchFamily="34" charset="0"/>
                <a:ea typeface="微软雅黑" panose="020B0503020204020204" pitchFamily="34" charset="-122"/>
                <a:cs typeface="Lato" panose="020F0502020204030203" pitchFamily="34" charset="0"/>
                <a:sym typeface="Arial" panose="020B0604020202020204" pitchFamily="34" charset="0"/>
              </a:rPr>
              <a:t>02</a:t>
            </a:r>
          </a:p>
        </p:txBody>
      </p:sp>
      <p:sp>
        <p:nvSpPr>
          <p:cNvPr id="24" name="Freeform 6"/>
          <p:cNvSpPr/>
          <p:nvPr>
            <p:custDataLst>
              <p:tags r:id="rId15"/>
            </p:custDataLst>
          </p:nvPr>
        </p:nvSpPr>
        <p:spPr bwMode="auto">
          <a:xfrm>
            <a:off x="620537" y="2022364"/>
            <a:ext cx="466402" cy="312987"/>
          </a:xfrm>
          <a:custGeom>
            <a:avLst/>
            <a:gdLst>
              <a:gd name="T0" fmla="*/ 109 w 157"/>
              <a:gd name="T1" fmla="*/ 97 h 97"/>
              <a:gd name="T2" fmla="*/ 48 w 157"/>
              <a:gd name="T3" fmla="*/ 97 h 97"/>
              <a:gd name="T4" fmla="*/ 0 w 157"/>
              <a:gd name="T5" fmla="*/ 49 h 97"/>
              <a:gd name="T6" fmla="*/ 0 w 157"/>
              <a:gd name="T7" fmla="*/ 48 h 97"/>
              <a:gd name="T8" fmla="*/ 48 w 157"/>
              <a:gd name="T9" fmla="*/ 0 h 97"/>
              <a:gd name="T10" fmla="*/ 109 w 157"/>
              <a:gd name="T11" fmla="*/ 0 h 97"/>
              <a:gd name="T12" fmla="*/ 157 w 157"/>
              <a:gd name="T13" fmla="*/ 48 h 97"/>
              <a:gd name="T14" fmla="*/ 157 w 157"/>
              <a:gd name="T15" fmla="*/ 49 h 97"/>
              <a:gd name="T16" fmla="*/ 109 w 157"/>
              <a:gd name="T17" fmla="*/ 9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97">
                <a:moveTo>
                  <a:pt x="109" y="97"/>
                </a:moveTo>
                <a:cubicBezTo>
                  <a:pt x="48" y="97"/>
                  <a:pt x="48" y="97"/>
                  <a:pt x="48" y="97"/>
                </a:cubicBezTo>
                <a:cubicBezTo>
                  <a:pt x="21" y="97"/>
                  <a:pt x="0" y="76"/>
                  <a:pt x="0" y="49"/>
                </a:cubicBezTo>
                <a:cubicBezTo>
                  <a:pt x="0" y="48"/>
                  <a:pt x="0" y="48"/>
                  <a:pt x="0" y="48"/>
                </a:cubicBezTo>
                <a:cubicBezTo>
                  <a:pt x="0" y="21"/>
                  <a:pt x="21" y="0"/>
                  <a:pt x="48" y="0"/>
                </a:cubicBezTo>
                <a:cubicBezTo>
                  <a:pt x="109" y="0"/>
                  <a:pt x="109" y="0"/>
                  <a:pt x="109" y="0"/>
                </a:cubicBezTo>
                <a:cubicBezTo>
                  <a:pt x="136" y="0"/>
                  <a:pt x="157" y="21"/>
                  <a:pt x="157" y="48"/>
                </a:cubicBezTo>
                <a:cubicBezTo>
                  <a:pt x="157" y="49"/>
                  <a:pt x="157" y="49"/>
                  <a:pt x="157" y="49"/>
                </a:cubicBezTo>
                <a:cubicBezTo>
                  <a:pt x="157" y="76"/>
                  <a:pt x="136" y="97"/>
                  <a:pt x="109" y="97"/>
                </a:cubicBezTo>
                <a:close/>
              </a:path>
            </a:pathLst>
          </a:custGeom>
          <a:solidFill>
            <a:sysClr val="window" lastClr="FFFFFF">
              <a:lumMod val="85000"/>
            </a:sysClr>
          </a:solidFill>
          <a:ln>
            <a:noFill/>
          </a:ln>
        </p:spPr>
        <p:txBody>
          <a:bodyPr vert="horz" wrap="square" lIns="68580" tIns="34290" rIns="68580" bIns="34290" numCol="1" anchor="t" anchorCtr="0" compatLnSpc="1"/>
          <a:lstStyle/>
          <a:p>
            <a:pPr marL="0" marR="0" lvl="0" indent="0" algn="l" defTabSz="914400" rtl="0" eaLnBrk="1" fontAlgn="auto" latinLnBrk="0" hangingPunct="1">
              <a:lnSpc>
                <a:spcPct val="120000"/>
              </a:lnSpc>
              <a:buClrTx/>
              <a:buSzTx/>
              <a:buFontTx/>
              <a:buNone/>
              <a:defRPr/>
            </a:pPr>
            <a:endParaRPr kumimoji="0" lang="en-US" sz="1350" b="0" i="0" u="none" strike="noStrike" kern="1200" cap="none" spc="0" normalizeH="0" baseline="0" noProof="0">
              <a:ln>
                <a:noFill/>
              </a:ln>
              <a:solidFill>
                <a:srgbClr val="3F3F3F"/>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sp>
        <p:nvSpPr>
          <p:cNvPr id="45" name="TextBox 29"/>
          <p:cNvSpPr txBox="1"/>
          <p:nvPr>
            <p:custDataLst>
              <p:tags r:id="rId16"/>
            </p:custDataLst>
          </p:nvPr>
        </p:nvSpPr>
        <p:spPr>
          <a:xfrm>
            <a:off x="2087880" y="4008120"/>
            <a:ext cx="5994400" cy="271780"/>
          </a:xfrm>
          <a:prstGeom prst="rect">
            <a:avLst/>
          </a:prstGeom>
          <a:noFill/>
        </p:spPr>
        <p:txBody>
          <a:bodyPr wrap="square" rtlCol="0" anchor="t">
            <a:normAutofit lnSpcReduction="10000"/>
          </a:bodyPr>
          <a:lstStyle/>
          <a:p>
            <a:pPr lvl="0">
              <a:lnSpc>
                <a:spcPct val="120000"/>
              </a:lnSpc>
              <a:defRPr/>
            </a:pPr>
            <a:r>
              <a:rPr lang="zh-CN" altLang="en-US" sz="1050" kern="0">
                <a:solidFill>
                  <a:srgbClr val="000000">
                    <a:lumMod val="75000"/>
                    <a:lumOff val="25000"/>
                  </a:srgbClr>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文件名中不能有符号，如? “ / \ &lt; &gt; * | :。</a:t>
            </a:r>
          </a:p>
        </p:txBody>
      </p:sp>
      <p:sp>
        <p:nvSpPr>
          <p:cNvPr id="47" name="Text Placeholder 17"/>
          <p:cNvSpPr txBox="1"/>
          <p:nvPr>
            <p:custDataLst>
              <p:tags r:id="rId17"/>
            </p:custDataLst>
          </p:nvPr>
        </p:nvSpPr>
        <p:spPr>
          <a:xfrm>
            <a:off x="1483963" y="3933436"/>
            <a:ext cx="575100" cy="3753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0000"/>
                </a:solidFill>
                <a:latin typeface="Arial" panose="020B0604020202020204" pitchFamily="34" charset="0"/>
                <a:ea typeface="微软雅黑" panose="020B0503020204020204" pitchFamily="34" charset="-122"/>
                <a:cs typeface="+mn-ea"/>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0000"/>
                </a:solidFill>
                <a:latin typeface="Arial" panose="020B0604020202020204" pitchFamily="34" charset="0"/>
                <a:ea typeface="微软雅黑"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0000"/>
                </a:solidFill>
                <a:latin typeface="Arial" panose="020B0604020202020204" pitchFamily="34" charset="0"/>
                <a:ea typeface="微软雅黑" panose="020B0503020204020204" pitchFamily="34"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pitchFamily="34"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pitchFamily="34"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pitchFamily="34"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pitchFamily="34"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pitchFamily="34"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pitchFamily="34" charset="-122"/>
                <a:cs typeface="+mn-ea"/>
              </a:defRPr>
            </a:lvl9pPr>
          </a:lstStyle>
          <a:p>
            <a:pPr marL="0" marR="0" lvl="0" indent="0" algn="l" defTabSz="914400" rtl="0" eaLnBrk="1" fontAlgn="auto" latinLnBrk="0" hangingPunct="1">
              <a:lnSpc>
                <a:spcPct val="120000"/>
              </a:lnSpc>
              <a:spcBef>
                <a:spcPts val="0"/>
              </a:spcBef>
              <a:buClrTx/>
              <a:buSzTx/>
              <a:buFont typeface="Arial" panose="020B0604020202020204" pitchFamily="34" charset="0"/>
              <a:buNone/>
              <a:defRPr/>
            </a:pPr>
            <a:r>
              <a:rPr kumimoji="0" lang="en-US" sz="2100" b="1" i="1" u="none" strike="noStrike" kern="1200" cap="none" spc="0" normalizeH="0" noProof="0" dirty="0">
                <a:ln>
                  <a:noFill/>
                </a:ln>
                <a:effectLst/>
                <a:uLnTx/>
                <a:uFillTx/>
                <a:latin typeface="Arial" panose="020B0604020202020204" pitchFamily="34" charset="0"/>
                <a:ea typeface="微软雅黑" panose="020B0503020204020204" pitchFamily="34" charset="-122"/>
                <a:cs typeface="Lato" panose="020F0502020204030203" pitchFamily="34" charset="0"/>
                <a:sym typeface="Arial" panose="020B0604020202020204" pitchFamily="34" charset="0"/>
              </a:rPr>
              <a:t>03</a:t>
            </a:r>
          </a:p>
        </p:txBody>
      </p:sp>
      <p:sp>
        <p:nvSpPr>
          <p:cNvPr id="48" name="Line"/>
          <p:cNvSpPr/>
          <p:nvPr>
            <p:custDataLst>
              <p:tags r:id="rId18"/>
            </p:custDataLst>
          </p:nvPr>
        </p:nvSpPr>
        <p:spPr>
          <a:xfrm flipV="1">
            <a:off x="1067729" y="3258354"/>
            <a:ext cx="6408000" cy="0"/>
          </a:xfrm>
          <a:prstGeom prst="line">
            <a:avLst/>
          </a:prstGeom>
          <a:ln w="12700">
            <a:solidFill>
              <a:sysClr val="window" lastClr="FFFFFF">
                <a:lumMod val="85000"/>
              </a:sysClr>
            </a:solidFill>
            <a:miter lim="400000"/>
          </a:ln>
        </p:spPr>
        <p:txBody>
          <a:bodyPr lIns="0" tIns="0" rIns="0" bIns="0" anchor="ctr"/>
          <a:lstStyle/>
          <a:p>
            <a:pPr>
              <a:lnSpc>
                <a:spcPct val="120000"/>
              </a:lnSpc>
              <a:defRPr sz="3200" b="0">
                <a:solidFill>
                  <a:srgbClr val="FFFFFF"/>
                </a:solidFill>
                <a:latin typeface="Arial" panose="020B0604020202020204" pitchFamily="34" charset="0"/>
                <a:ea typeface="微软雅黑" panose="020B0503020204020204" pitchFamily="34" charset="-122"/>
                <a:cs typeface="+mn-ea"/>
                <a:sym typeface="Helvetica Neue Medium"/>
              </a:defRPr>
            </a:pPr>
            <a:endParaRPr sz="1350">
              <a:solidFill>
                <a:srgbClr val="000000">
                  <a:lumMod val="75000"/>
                  <a:lumOff val="25000"/>
                </a:srgb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9" name="Line"/>
          <p:cNvSpPr/>
          <p:nvPr>
            <p:custDataLst>
              <p:tags r:id="rId19"/>
            </p:custDataLst>
          </p:nvPr>
        </p:nvSpPr>
        <p:spPr>
          <a:xfrm flipV="1">
            <a:off x="1310617" y="3780800"/>
            <a:ext cx="6408000" cy="0"/>
          </a:xfrm>
          <a:prstGeom prst="line">
            <a:avLst/>
          </a:prstGeom>
          <a:ln w="12700">
            <a:solidFill>
              <a:sysClr val="window" lastClr="FFFFFF">
                <a:lumMod val="85000"/>
              </a:sysClr>
            </a:solidFill>
            <a:miter lim="400000"/>
          </a:ln>
        </p:spPr>
        <p:txBody>
          <a:bodyPr lIns="0" tIns="0" rIns="0" bIns="0" anchor="ctr"/>
          <a:lstStyle/>
          <a:p>
            <a:pPr>
              <a:lnSpc>
                <a:spcPct val="120000"/>
              </a:lnSpc>
              <a:defRPr sz="3200" b="0">
                <a:solidFill>
                  <a:srgbClr val="FFFFFF"/>
                </a:solidFill>
                <a:latin typeface="Arial" panose="020B0604020202020204" pitchFamily="34" charset="0"/>
                <a:ea typeface="微软雅黑" panose="020B0503020204020204" pitchFamily="34" charset="-122"/>
                <a:cs typeface="+mn-ea"/>
                <a:sym typeface="Helvetica Neue Medium"/>
              </a:defRPr>
            </a:pPr>
            <a:endParaRPr sz="1350">
              <a:solidFill>
                <a:srgbClr val="000000">
                  <a:lumMod val="75000"/>
                  <a:lumOff val="25000"/>
                </a:srgb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0" name="Line"/>
          <p:cNvSpPr/>
          <p:nvPr>
            <p:custDataLst>
              <p:tags r:id="rId20"/>
            </p:custDataLst>
          </p:nvPr>
        </p:nvSpPr>
        <p:spPr>
          <a:xfrm flipV="1">
            <a:off x="1582079" y="4303247"/>
            <a:ext cx="6408000" cy="0"/>
          </a:xfrm>
          <a:prstGeom prst="line">
            <a:avLst/>
          </a:prstGeom>
          <a:ln w="12700">
            <a:solidFill>
              <a:sysClr val="window" lastClr="FFFFFF">
                <a:lumMod val="85000"/>
              </a:sysClr>
            </a:solidFill>
            <a:miter lim="400000"/>
          </a:ln>
        </p:spPr>
        <p:txBody>
          <a:bodyPr lIns="0" tIns="0" rIns="0" bIns="0" anchor="ctr"/>
          <a:lstStyle/>
          <a:p>
            <a:pPr>
              <a:lnSpc>
                <a:spcPct val="120000"/>
              </a:lnSpc>
              <a:defRPr sz="3200" b="0">
                <a:solidFill>
                  <a:srgbClr val="FFFFFF"/>
                </a:solidFill>
                <a:latin typeface="Arial" panose="020B0604020202020204" pitchFamily="34" charset="0"/>
                <a:ea typeface="微软雅黑" panose="020B0503020204020204" pitchFamily="34" charset="-122"/>
                <a:cs typeface="+mn-ea"/>
                <a:sym typeface="Helvetica Neue Medium"/>
              </a:defRPr>
            </a:pPr>
            <a:endParaRPr sz="1350">
              <a:solidFill>
                <a:srgbClr val="000000">
                  <a:lumMod val="75000"/>
                  <a:lumOff val="25000"/>
                </a:srgb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 name="文本框 4"/>
          <p:cNvSpPr txBox="1"/>
          <p:nvPr>
            <p:custDataLst>
              <p:tags r:id="rId21"/>
            </p:custDataLst>
          </p:nvPr>
        </p:nvSpPr>
        <p:spPr>
          <a:xfrm>
            <a:off x="636905" y="158750"/>
            <a:ext cx="1796415" cy="460375"/>
          </a:xfrm>
          <a:prstGeom prst="rect">
            <a:avLst/>
          </a:prstGeom>
          <a:noFill/>
        </p:spPr>
        <p:txBody>
          <a:bodyPr wrap="square" rtlCol="0">
            <a:spAutoFit/>
          </a:bodyPr>
          <a:lstStyle/>
          <a:p>
            <a:pPr algn="l">
              <a:lnSpc>
                <a:spcPct val="120000"/>
              </a:lnSpc>
            </a:pPr>
            <a:r>
              <a:rPr lang="en-US" altLang="zh-CN" sz="2000" b="1" spc="150">
                <a:solidFill>
                  <a:sysClr val="window" lastClr="FFFFFF">
                    <a:lumMod val="50000"/>
                  </a:sys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主文件名</a:t>
            </a:r>
          </a:p>
        </p:txBody>
      </p:sp>
      <p:sp>
        <p:nvSpPr>
          <p:cNvPr id="31" name="TextBox 29"/>
          <p:cNvSpPr txBox="1"/>
          <p:nvPr>
            <p:custDataLst>
              <p:tags r:id="rId22"/>
            </p:custDataLst>
          </p:nvPr>
        </p:nvSpPr>
        <p:spPr>
          <a:xfrm>
            <a:off x="2404110" y="4533900"/>
            <a:ext cx="5994400" cy="271780"/>
          </a:xfrm>
          <a:prstGeom prst="rect">
            <a:avLst/>
          </a:prstGeom>
          <a:noFill/>
        </p:spPr>
        <p:txBody>
          <a:bodyPr wrap="square" rtlCol="0" anchor="t">
            <a:normAutofit lnSpcReduction="10000"/>
          </a:bodyPr>
          <a:lstStyle/>
          <a:p>
            <a:pPr lvl="0">
              <a:lnSpc>
                <a:spcPct val="120000"/>
              </a:lnSpc>
              <a:defRPr/>
            </a:pPr>
            <a:r>
              <a:rPr lang="zh-CN" altLang="en-US" sz="1050" kern="0">
                <a:solidFill>
                  <a:srgbClr val="000000">
                    <a:lumMod val="75000"/>
                    <a:lumOff val="25000"/>
                  </a:srgbClr>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不区分大小写，但在显示时可以保留大小写格式。</a:t>
            </a:r>
          </a:p>
        </p:txBody>
      </p:sp>
      <p:sp>
        <p:nvSpPr>
          <p:cNvPr id="35" name="Text Placeholder 17"/>
          <p:cNvSpPr txBox="1"/>
          <p:nvPr>
            <p:custDataLst>
              <p:tags r:id="rId23"/>
            </p:custDataLst>
          </p:nvPr>
        </p:nvSpPr>
        <p:spPr>
          <a:xfrm>
            <a:off x="1799970" y="4459217"/>
            <a:ext cx="575100" cy="3753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0000"/>
                </a:solidFill>
                <a:latin typeface="Arial" panose="020B0604020202020204" pitchFamily="34" charset="0"/>
                <a:ea typeface="微软雅黑" panose="020B0503020204020204" pitchFamily="34" charset="-122"/>
                <a:cs typeface="+mn-ea"/>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0000"/>
                </a:solidFill>
                <a:latin typeface="Arial" panose="020B0604020202020204" pitchFamily="34" charset="0"/>
                <a:ea typeface="微软雅黑"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0000"/>
                </a:solidFill>
                <a:latin typeface="Arial" panose="020B0604020202020204" pitchFamily="34" charset="0"/>
                <a:ea typeface="微软雅黑" panose="020B0503020204020204" pitchFamily="34"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pitchFamily="34"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pitchFamily="34"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pitchFamily="34"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pitchFamily="34"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pitchFamily="34"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微软雅黑" panose="020B0503020204020204" pitchFamily="34" charset="-122"/>
                <a:cs typeface="+mn-ea"/>
              </a:defRPr>
            </a:lvl9pPr>
          </a:lstStyle>
          <a:p>
            <a:pPr marL="0" marR="0" lvl="0" indent="0" algn="l" defTabSz="914400" rtl="0" eaLnBrk="1" fontAlgn="auto" latinLnBrk="0" hangingPunct="1">
              <a:lnSpc>
                <a:spcPct val="120000"/>
              </a:lnSpc>
              <a:spcBef>
                <a:spcPts val="0"/>
              </a:spcBef>
              <a:buClrTx/>
              <a:buSzTx/>
              <a:buFont typeface="Arial" panose="020B0604020202020204" pitchFamily="34" charset="0"/>
              <a:buNone/>
              <a:defRPr/>
            </a:pPr>
            <a:r>
              <a:rPr kumimoji="0" lang="en-US" sz="2100" b="1" i="1" u="none" strike="noStrike" kern="1200" cap="none" spc="0" normalizeH="0" noProof="0" dirty="0">
                <a:ln>
                  <a:noFill/>
                </a:ln>
                <a:effectLst/>
                <a:uLnTx/>
                <a:uFillTx/>
                <a:latin typeface="Arial" panose="020B0604020202020204" pitchFamily="34" charset="0"/>
                <a:ea typeface="微软雅黑" panose="020B0503020204020204" pitchFamily="34" charset="-122"/>
                <a:cs typeface="Lato" panose="020F0502020204030203" pitchFamily="34" charset="0"/>
                <a:sym typeface="Arial" panose="020B0604020202020204" pitchFamily="34" charset="0"/>
              </a:rPr>
              <a:t>04</a:t>
            </a:r>
          </a:p>
        </p:txBody>
      </p:sp>
      <p:sp>
        <p:nvSpPr>
          <p:cNvPr id="36" name="Line"/>
          <p:cNvSpPr/>
          <p:nvPr>
            <p:custDataLst>
              <p:tags r:id="rId24"/>
            </p:custDataLst>
          </p:nvPr>
        </p:nvSpPr>
        <p:spPr>
          <a:xfrm flipV="1">
            <a:off x="1898087" y="4829027"/>
            <a:ext cx="6480000" cy="0"/>
          </a:xfrm>
          <a:prstGeom prst="line">
            <a:avLst/>
          </a:prstGeom>
          <a:ln w="12700">
            <a:solidFill>
              <a:sysClr val="window" lastClr="FFFFFF">
                <a:lumMod val="85000"/>
              </a:sysClr>
            </a:solidFill>
            <a:miter lim="400000"/>
          </a:ln>
        </p:spPr>
        <p:txBody>
          <a:bodyPr lIns="0" tIns="0" rIns="0" bIns="0" anchor="ctr"/>
          <a:lstStyle/>
          <a:p>
            <a:pPr>
              <a:lnSpc>
                <a:spcPct val="120000"/>
              </a:lnSpc>
              <a:defRPr sz="3200" b="0">
                <a:solidFill>
                  <a:srgbClr val="FFFFFF"/>
                </a:solidFill>
                <a:latin typeface="Arial" panose="020B0604020202020204" pitchFamily="34" charset="0"/>
                <a:ea typeface="微软雅黑" panose="020B0503020204020204" pitchFamily="34" charset="-122"/>
                <a:cs typeface="+mn-ea"/>
                <a:sym typeface="Helvetica Neue Medium"/>
              </a:defRPr>
            </a:pPr>
            <a:endParaRPr sz="1350">
              <a:solidFill>
                <a:srgbClr val="000000">
                  <a:lumMod val="75000"/>
                  <a:lumOff val="25000"/>
                </a:srgb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22" name="TextBox 21"/>
          <p:cNvSpPr txBox="1"/>
          <p:nvPr>
            <p:custDataLst>
              <p:tags r:id="rId25"/>
            </p:custDataLst>
          </p:nvPr>
        </p:nvSpPr>
        <p:spPr>
          <a:xfrm>
            <a:off x="1365885" y="1333818"/>
            <a:ext cx="6409055" cy="1050290"/>
          </a:xfrm>
          <a:prstGeom prst="rect">
            <a:avLst/>
          </a:prstGeom>
          <a:noFill/>
        </p:spPr>
        <p:txBody>
          <a:bodyPr wrap="square" rtlCol="0" anchor="ctr" anchorCtr="0">
            <a:spAutoFit/>
          </a:bodyPr>
          <a:lstStyle/>
          <a:p>
            <a:pPr lvl="0" indent="304800" fontAlgn="auto">
              <a:lnSpc>
                <a:spcPct val="130000"/>
              </a:lnSpc>
              <a:defRPr/>
              <a:extLst>
                <a:ext uri="{35155182-B16C-46BC-9424-99874614C6A1}">
                  <wpsdc:indentchars xmlns:wpsdc="http://www.wps.cn/officeDocument/2017/drawingmlCustomData" xmlns="" val="200" checksum="1077528236"/>
                </a:ext>
              </a:extLst>
            </a:pPr>
            <a:r>
              <a:rPr lang="zh-CN" altLang="en-US" sz="1200">
                <a:solidFill>
                  <a:sysClr val="window" lastClr="FFFFFF"/>
                </a:solidFill>
                <a:latin typeface="Arial" panose="020B0604020202020204" pitchFamily="34" charset="0"/>
                <a:ea typeface="微软雅黑" panose="020B0503020204020204" pitchFamily="34" charset="-122"/>
                <a:sym typeface="Arial" panose="020B0604020202020204" pitchFamily="34" charset="0"/>
              </a:rPr>
              <a:t>主文件名用来表示文件的名称，通过它可大概知道文件的内容或含义。Windows规定，主文件名可以是文件名，除了开头之外任何地方都可以使用空格。文件名不区分大小写，但在显示时保留大小写格式。</a:t>
            </a:r>
          </a:p>
          <a:p>
            <a:pPr lvl="0" indent="304800" fontAlgn="auto">
              <a:lnSpc>
                <a:spcPct val="130000"/>
              </a:lnSpc>
              <a:defRPr/>
              <a:extLst>
                <a:ext uri="{35155182-B16C-46BC-9424-99874614C6A1}">
                  <wpsdc:indentchars xmlns:wpsdc="http://www.wps.cn/officeDocument/2017/drawingmlCustomData" xmlns="" val="200" checksum="1077528236"/>
                </a:ext>
              </a:extLst>
            </a:pPr>
            <a:r>
              <a:rPr lang="zh-CN" altLang="en-US" sz="1200">
                <a:solidFill>
                  <a:sysClr val="window" lastClr="FFFFFF"/>
                </a:solidFill>
                <a:latin typeface="Arial" panose="020B0604020202020204" pitchFamily="34" charset="0"/>
                <a:ea typeface="微软雅黑" panose="020B0503020204020204" pitchFamily="34" charset="-122"/>
                <a:sym typeface="Arial" panose="020B0604020202020204" pitchFamily="34" charset="0"/>
              </a:rPr>
              <a:t>Windows 操作系统中文件命名规则如下。</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reeform 7"/>
          <p:cNvSpPr/>
          <p:nvPr>
            <p:custDataLst>
              <p:tags r:id="rId2"/>
            </p:custDataLst>
          </p:nvPr>
        </p:nvSpPr>
        <p:spPr bwMode="auto">
          <a:xfrm>
            <a:off x="211931" y="1022578"/>
            <a:ext cx="3251597" cy="3195638"/>
          </a:xfrm>
          <a:custGeom>
            <a:avLst/>
            <a:gdLst>
              <a:gd name="T0" fmla="*/ 1106 w 1193"/>
              <a:gd name="T1" fmla="*/ 532 h 1163"/>
              <a:gd name="T2" fmla="*/ 1050 w 1193"/>
              <a:gd name="T3" fmla="*/ 588 h 1163"/>
              <a:gd name="T4" fmla="*/ 982 w 1193"/>
              <a:gd name="T5" fmla="*/ 588 h 1163"/>
              <a:gd name="T6" fmla="*/ 982 w 1193"/>
              <a:gd name="T7" fmla="*/ 588 h 1163"/>
              <a:gd name="T8" fmla="*/ 982 w 1193"/>
              <a:gd name="T9" fmla="*/ 521 h 1163"/>
              <a:gd name="T10" fmla="*/ 1103 w 1193"/>
              <a:gd name="T11" fmla="*/ 399 h 1163"/>
              <a:gd name="T12" fmla="*/ 1103 w 1193"/>
              <a:gd name="T13" fmla="*/ 331 h 1163"/>
              <a:gd name="T14" fmla="*/ 1036 w 1193"/>
              <a:gd name="T15" fmla="*/ 331 h 1163"/>
              <a:gd name="T16" fmla="*/ 1020 w 1193"/>
              <a:gd name="T17" fmla="*/ 347 h 1163"/>
              <a:gd name="T18" fmla="*/ 952 w 1193"/>
              <a:gd name="T19" fmla="*/ 347 h 1163"/>
              <a:gd name="T20" fmla="*/ 952 w 1193"/>
              <a:gd name="T21" fmla="*/ 279 h 1163"/>
              <a:gd name="T22" fmla="*/ 1145 w 1193"/>
              <a:gd name="T23" fmla="*/ 86 h 1163"/>
              <a:gd name="T24" fmla="*/ 1145 w 1193"/>
              <a:gd name="T25" fmla="*/ 18 h 1163"/>
              <a:gd name="T26" fmla="*/ 1077 w 1193"/>
              <a:gd name="T27" fmla="*/ 18 h 1163"/>
              <a:gd name="T28" fmla="*/ 764 w 1193"/>
              <a:gd name="T29" fmla="*/ 332 h 1163"/>
              <a:gd name="T30" fmla="*/ 762 w 1193"/>
              <a:gd name="T31" fmla="*/ 333 h 1163"/>
              <a:gd name="T32" fmla="*/ 697 w 1193"/>
              <a:gd name="T33" fmla="*/ 330 h 1163"/>
              <a:gd name="T34" fmla="*/ 696 w 1193"/>
              <a:gd name="T35" fmla="*/ 329 h 1163"/>
              <a:gd name="T36" fmla="*/ 696 w 1193"/>
              <a:gd name="T37" fmla="*/ 261 h 1163"/>
              <a:gd name="T38" fmla="*/ 767 w 1193"/>
              <a:gd name="T39" fmla="*/ 190 h 1163"/>
              <a:gd name="T40" fmla="*/ 767 w 1193"/>
              <a:gd name="T41" fmla="*/ 122 h 1163"/>
              <a:gd name="T42" fmla="*/ 699 w 1193"/>
              <a:gd name="T43" fmla="*/ 122 h 1163"/>
              <a:gd name="T44" fmla="*/ 163 w 1193"/>
              <a:gd name="T45" fmla="*/ 658 h 1163"/>
              <a:gd name="T46" fmla="*/ 163 w 1193"/>
              <a:gd name="T47" fmla="*/ 726 h 1163"/>
              <a:gd name="T48" fmla="*/ 163 w 1193"/>
              <a:gd name="T49" fmla="*/ 726 h 1163"/>
              <a:gd name="T50" fmla="*/ 231 w 1193"/>
              <a:gd name="T51" fmla="*/ 726 h 1163"/>
              <a:gd name="T52" fmla="*/ 351 w 1193"/>
              <a:gd name="T53" fmla="*/ 607 h 1163"/>
              <a:gd name="T54" fmla="*/ 418 w 1193"/>
              <a:gd name="T55" fmla="*/ 607 h 1163"/>
              <a:gd name="T56" fmla="*/ 420 w 1193"/>
              <a:gd name="T57" fmla="*/ 608 h 1163"/>
              <a:gd name="T58" fmla="*/ 423 w 1193"/>
              <a:gd name="T59" fmla="*/ 672 h 1163"/>
              <a:gd name="T60" fmla="*/ 18 w 1193"/>
              <a:gd name="T61" fmla="*/ 1077 h 1163"/>
              <a:gd name="T62" fmla="*/ 18 w 1193"/>
              <a:gd name="T63" fmla="*/ 1145 h 1163"/>
              <a:gd name="T64" fmla="*/ 86 w 1193"/>
              <a:gd name="T65" fmla="*/ 1145 h 1163"/>
              <a:gd name="T66" fmla="*/ 386 w 1193"/>
              <a:gd name="T67" fmla="*/ 845 h 1163"/>
              <a:gd name="T68" fmla="*/ 454 w 1193"/>
              <a:gd name="T69" fmla="*/ 845 h 1163"/>
              <a:gd name="T70" fmla="*/ 454 w 1193"/>
              <a:gd name="T71" fmla="*/ 845 h 1163"/>
              <a:gd name="T72" fmla="*/ 454 w 1193"/>
              <a:gd name="T73" fmla="*/ 912 h 1163"/>
              <a:gd name="T74" fmla="*/ 435 w 1193"/>
              <a:gd name="T75" fmla="*/ 932 h 1163"/>
              <a:gd name="T76" fmla="*/ 435 w 1193"/>
              <a:gd name="T77" fmla="*/ 1000 h 1163"/>
              <a:gd name="T78" fmla="*/ 502 w 1193"/>
              <a:gd name="T79" fmla="*/ 1000 h 1163"/>
              <a:gd name="T80" fmla="*/ 780 w 1193"/>
              <a:gd name="T81" fmla="*/ 722 h 1163"/>
              <a:gd name="T82" fmla="*/ 848 w 1193"/>
              <a:gd name="T83" fmla="*/ 722 h 1163"/>
              <a:gd name="T84" fmla="*/ 848 w 1193"/>
              <a:gd name="T85" fmla="*/ 722 h 1163"/>
              <a:gd name="T86" fmla="*/ 848 w 1193"/>
              <a:gd name="T87" fmla="*/ 790 h 1163"/>
              <a:gd name="T88" fmla="*/ 570 w 1193"/>
              <a:gd name="T89" fmla="*/ 1068 h 1163"/>
              <a:gd name="T90" fmla="*/ 570 w 1193"/>
              <a:gd name="T91" fmla="*/ 1136 h 1163"/>
              <a:gd name="T92" fmla="*/ 638 w 1193"/>
              <a:gd name="T93" fmla="*/ 1136 h 1163"/>
              <a:gd name="T94" fmla="*/ 1174 w 1193"/>
              <a:gd name="T95" fmla="*/ 600 h 1163"/>
              <a:gd name="T96" fmla="*/ 1174 w 1193"/>
              <a:gd name="T97" fmla="*/ 532 h 1163"/>
              <a:gd name="T98" fmla="*/ 1106 w 1193"/>
              <a:gd name="T99" fmla="*/ 532 h 1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193" h="1163">
                <a:moveTo>
                  <a:pt x="1106" y="532"/>
                </a:moveTo>
                <a:cubicBezTo>
                  <a:pt x="1050" y="588"/>
                  <a:pt x="1050" y="588"/>
                  <a:pt x="1050" y="588"/>
                </a:cubicBezTo>
                <a:cubicBezTo>
                  <a:pt x="1031" y="607"/>
                  <a:pt x="1001" y="607"/>
                  <a:pt x="982" y="588"/>
                </a:cubicBezTo>
                <a:cubicBezTo>
                  <a:pt x="982" y="588"/>
                  <a:pt x="982" y="588"/>
                  <a:pt x="982" y="588"/>
                </a:cubicBezTo>
                <a:cubicBezTo>
                  <a:pt x="963" y="570"/>
                  <a:pt x="963" y="539"/>
                  <a:pt x="982" y="521"/>
                </a:cubicBezTo>
                <a:cubicBezTo>
                  <a:pt x="1103" y="399"/>
                  <a:pt x="1103" y="399"/>
                  <a:pt x="1103" y="399"/>
                </a:cubicBezTo>
                <a:cubicBezTo>
                  <a:pt x="1122" y="380"/>
                  <a:pt x="1122" y="350"/>
                  <a:pt x="1103" y="331"/>
                </a:cubicBezTo>
                <a:cubicBezTo>
                  <a:pt x="1085" y="312"/>
                  <a:pt x="1054" y="312"/>
                  <a:pt x="1036" y="331"/>
                </a:cubicBezTo>
                <a:cubicBezTo>
                  <a:pt x="1020" y="347"/>
                  <a:pt x="1020" y="347"/>
                  <a:pt x="1020" y="347"/>
                </a:cubicBezTo>
                <a:cubicBezTo>
                  <a:pt x="1001" y="365"/>
                  <a:pt x="971" y="365"/>
                  <a:pt x="952" y="347"/>
                </a:cubicBezTo>
                <a:cubicBezTo>
                  <a:pt x="934" y="328"/>
                  <a:pt x="934" y="297"/>
                  <a:pt x="952" y="279"/>
                </a:cubicBezTo>
                <a:cubicBezTo>
                  <a:pt x="1145" y="86"/>
                  <a:pt x="1145" y="86"/>
                  <a:pt x="1145" y="86"/>
                </a:cubicBezTo>
                <a:cubicBezTo>
                  <a:pt x="1163" y="68"/>
                  <a:pt x="1163" y="37"/>
                  <a:pt x="1145" y="18"/>
                </a:cubicBezTo>
                <a:cubicBezTo>
                  <a:pt x="1126" y="0"/>
                  <a:pt x="1095" y="0"/>
                  <a:pt x="1077" y="18"/>
                </a:cubicBezTo>
                <a:cubicBezTo>
                  <a:pt x="764" y="332"/>
                  <a:pt x="764" y="332"/>
                  <a:pt x="764" y="332"/>
                </a:cubicBezTo>
                <a:cubicBezTo>
                  <a:pt x="762" y="333"/>
                  <a:pt x="762" y="333"/>
                  <a:pt x="762" y="333"/>
                </a:cubicBezTo>
                <a:cubicBezTo>
                  <a:pt x="743" y="349"/>
                  <a:pt x="715" y="348"/>
                  <a:pt x="697" y="330"/>
                </a:cubicBezTo>
                <a:cubicBezTo>
                  <a:pt x="696" y="329"/>
                  <a:pt x="696" y="329"/>
                  <a:pt x="696" y="329"/>
                </a:cubicBezTo>
                <a:cubicBezTo>
                  <a:pt x="678" y="310"/>
                  <a:pt x="678" y="280"/>
                  <a:pt x="696" y="261"/>
                </a:cubicBezTo>
                <a:cubicBezTo>
                  <a:pt x="767" y="190"/>
                  <a:pt x="767" y="190"/>
                  <a:pt x="767" y="190"/>
                </a:cubicBezTo>
                <a:cubicBezTo>
                  <a:pt x="786" y="172"/>
                  <a:pt x="786" y="141"/>
                  <a:pt x="767" y="122"/>
                </a:cubicBezTo>
                <a:cubicBezTo>
                  <a:pt x="748" y="104"/>
                  <a:pt x="718" y="104"/>
                  <a:pt x="699" y="122"/>
                </a:cubicBezTo>
                <a:cubicBezTo>
                  <a:pt x="163" y="658"/>
                  <a:pt x="163" y="658"/>
                  <a:pt x="163" y="658"/>
                </a:cubicBezTo>
                <a:cubicBezTo>
                  <a:pt x="145" y="677"/>
                  <a:pt x="145" y="707"/>
                  <a:pt x="163" y="726"/>
                </a:cubicBezTo>
                <a:cubicBezTo>
                  <a:pt x="163" y="726"/>
                  <a:pt x="163" y="726"/>
                  <a:pt x="163" y="726"/>
                </a:cubicBezTo>
                <a:cubicBezTo>
                  <a:pt x="182" y="745"/>
                  <a:pt x="213" y="745"/>
                  <a:pt x="231" y="726"/>
                </a:cubicBezTo>
                <a:cubicBezTo>
                  <a:pt x="351" y="607"/>
                  <a:pt x="351" y="607"/>
                  <a:pt x="351" y="607"/>
                </a:cubicBezTo>
                <a:cubicBezTo>
                  <a:pt x="369" y="588"/>
                  <a:pt x="400" y="588"/>
                  <a:pt x="418" y="607"/>
                </a:cubicBezTo>
                <a:cubicBezTo>
                  <a:pt x="420" y="608"/>
                  <a:pt x="420" y="608"/>
                  <a:pt x="420" y="608"/>
                </a:cubicBezTo>
                <a:cubicBezTo>
                  <a:pt x="437" y="626"/>
                  <a:pt x="438" y="654"/>
                  <a:pt x="423" y="672"/>
                </a:cubicBezTo>
                <a:cubicBezTo>
                  <a:pt x="18" y="1077"/>
                  <a:pt x="18" y="1077"/>
                  <a:pt x="18" y="1077"/>
                </a:cubicBezTo>
                <a:cubicBezTo>
                  <a:pt x="0" y="1095"/>
                  <a:pt x="0" y="1126"/>
                  <a:pt x="18" y="1145"/>
                </a:cubicBezTo>
                <a:cubicBezTo>
                  <a:pt x="37" y="1163"/>
                  <a:pt x="68" y="1163"/>
                  <a:pt x="86" y="1145"/>
                </a:cubicBezTo>
                <a:cubicBezTo>
                  <a:pt x="386" y="845"/>
                  <a:pt x="386" y="845"/>
                  <a:pt x="386" y="845"/>
                </a:cubicBezTo>
                <a:cubicBezTo>
                  <a:pt x="405" y="826"/>
                  <a:pt x="436" y="826"/>
                  <a:pt x="454" y="845"/>
                </a:cubicBezTo>
                <a:cubicBezTo>
                  <a:pt x="454" y="845"/>
                  <a:pt x="454" y="845"/>
                  <a:pt x="454" y="845"/>
                </a:cubicBezTo>
                <a:cubicBezTo>
                  <a:pt x="473" y="863"/>
                  <a:pt x="473" y="894"/>
                  <a:pt x="454" y="912"/>
                </a:cubicBezTo>
                <a:cubicBezTo>
                  <a:pt x="435" y="932"/>
                  <a:pt x="435" y="932"/>
                  <a:pt x="435" y="932"/>
                </a:cubicBezTo>
                <a:cubicBezTo>
                  <a:pt x="416" y="951"/>
                  <a:pt x="416" y="981"/>
                  <a:pt x="435" y="1000"/>
                </a:cubicBezTo>
                <a:cubicBezTo>
                  <a:pt x="453" y="1019"/>
                  <a:pt x="484" y="1019"/>
                  <a:pt x="502" y="1000"/>
                </a:cubicBezTo>
                <a:cubicBezTo>
                  <a:pt x="780" y="722"/>
                  <a:pt x="780" y="722"/>
                  <a:pt x="780" y="722"/>
                </a:cubicBezTo>
                <a:cubicBezTo>
                  <a:pt x="799" y="704"/>
                  <a:pt x="830" y="704"/>
                  <a:pt x="848" y="722"/>
                </a:cubicBezTo>
                <a:cubicBezTo>
                  <a:pt x="848" y="722"/>
                  <a:pt x="848" y="722"/>
                  <a:pt x="848" y="722"/>
                </a:cubicBezTo>
                <a:cubicBezTo>
                  <a:pt x="867" y="741"/>
                  <a:pt x="867" y="771"/>
                  <a:pt x="848" y="790"/>
                </a:cubicBezTo>
                <a:cubicBezTo>
                  <a:pt x="570" y="1068"/>
                  <a:pt x="570" y="1068"/>
                  <a:pt x="570" y="1068"/>
                </a:cubicBezTo>
                <a:cubicBezTo>
                  <a:pt x="552" y="1087"/>
                  <a:pt x="552" y="1117"/>
                  <a:pt x="570" y="1136"/>
                </a:cubicBezTo>
                <a:cubicBezTo>
                  <a:pt x="589" y="1154"/>
                  <a:pt x="620" y="1154"/>
                  <a:pt x="638" y="1136"/>
                </a:cubicBezTo>
                <a:cubicBezTo>
                  <a:pt x="1174" y="600"/>
                  <a:pt x="1174" y="600"/>
                  <a:pt x="1174" y="600"/>
                </a:cubicBezTo>
                <a:cubicBezTo>
                  <a:pt x="1193" y="581"/>
                  <a:pt x="1193" y="551"/>
                  <a:pt x="1174" y="532"/>
                </a:cubicBezTo>
                <a:cubicBezTo>
                  <a:pt x="1155" y="513"/>
                  <a:pt x="1125" y="513"/>
                  <a:pt x="1106" y="532"/>
                </a:cubicBezTo>
                <a:close/>
              </a:path>
            </a:pathLst>
          </a:custGeom>
          <a:solidFill>
            <a:sysClr val="window" lastClr="FFFFFF">
              <a:lumMod val="85000"/>
              <a:alpha val="30000"/>
            </a:sysClr>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20000"/>
              </a:lnSpc>
              <a:buClrTx/>
              <a:buSzTx/>
              <a:buFontTx/>
              <a:buNone/>
              <a:defRPr/>
            </a:pPr>
            <a:endParaRPr kumimoji="0" lang="en-US" sz="1350" b="0" i="0" u="none" strike="noStrike" kern="1200" cap="none" spc="0" normalizeH="0" baseline="0" noProof="0">
              <a:ln>
                <a:noFill/>
              </a:ln>
              <a:solidFill>
                <a:srgbClr val="3F3F3F"/>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sp>
        <p:nvSpPr>
          <p:cNvPr id="16" name="Freeform 8"/>
          <p:cNvSpPr/>
          <p:nvPr>
            <p:custDataLst>
              <p:tags r:id="rId3"/>
            </p:custDataLst>
          </p:nvPr>
        </p:nvSpPr>
        <p:spPr bwMode="auto">
          <a:xfrm>
            <a:off x="3499247" y="1241653"/>
            <a:ext cx="776288" cy="781050"/>
          </a:xfrm>
          <a:custGeom>
            <a:avLst/>
            <a:gdLst>
              <a:gd name="T0" fmla="*/ 266 w 285"/>
              <a:gd name="T1" fmla="*/ 18 h 284"/>
              <a:gd name="T2" fmla="*/ 198 w 285"/>
              <a:gd name="T3" fmla="*/ 18 h 284"/>
              <a:gd name="T4" fmla="*/ 19 w 285"/>
              <a:gd name="T5" fmla="*/ 198 h 284"/>
              <a:gd name="T6" fmla="*/ 19 w 285"/>
              <a:gd name="T7" fmla="*/ 266 h 284"/>
              <a:gd name="T8" fmla="*/ 87 w 285"/>
              <a:gd name="T9" fmla="*/ 266 h 284"/>
              <a:gd name="T10" fmla="*/ 266 w 285"/>
              <a:gd name="T11" fmla="*/ 86 h 284"/>
              <a:gd name="T12" fmla="*/ 266 w 285"/>
              <a:gd name="T13" fmla="*/ 18 h 284"/>
            </a:gdLst>
            <a:ahLst/>
            <a:cxnLst>
              <a:cxn ang="0">
                <a:pos x="T0" y="T1"/>
              </a:cxn>
              <a:cxn ang="0">
                <a:pos x="T2" y="T3"/>
              </a:cxn>
              <a:cxn ang="0">
                <a:pos x="T4" y="T5"/>
              </a:cxn>
              <a:cxn ang="0">
                <a:pos x="T6" y="T7"/>
              </a:cxn>
              <a:cxn ang="0">
                <a:pos x="T8" y="T9"/>
              </a:cxn>
              <a:cxn ang="0">
                <a:pos x="T10" y="T11"/>
              </a:cxn>
              <a:cxn ang="0">
                <a:pos x="T12" y="T13"/>
              </a:cxn>
            </a:cxnLst>
            <a:rect l="0" t="0" r="r" b="b"/>
            <a:pathLst>
              <a:path w="285" h="284">
                <a:moveTo>
                  <a:pt x="266" y="18"/>
                </a:moveTo>
                <a:cubicBezTo>
                  <a:pt x="247" y="0"/>
                  <a:pt x="217" y="0"/>
                  <a:pt x="198" y="18"/>
                </a:cubicBezTo>
                <a:cubicBezTo>
                  <a:pt x="19" y="198"/>
                  <a:pt x="19" y="198"/>
                  <a:pt x="19" y="198"/>
                </a:cubicBezTo>
                <a:cubicBezTo>
                  <a:pt x="0" y="216"/>
                  <a:pt x="0" y="247"/>
                  <a:pt x="19" y="266"/>
                </a:cubicBezTo>
                <a:cubicBezTo>
                  <a:pt x="37" y="284"/>
                  <a:pt x="68" y="284"/>
                  <a:pt x="87" y="266"/>
                </a:cubicBezTo>
                <a:cubicBezTo>
                  <a:pt x="266" y="86"/>
                  <a:pt x="266" y="86"/>
                  <a:pt x="266" y="86"/>
                </a:cubicBezTo>
                <a:cubicBezTo>
                  <a:pt x="285" y="68"/>
                  <a:pt x="285" y="37"/>
                  <a:pt x="266" y="18"/>
                </a:cubicBezTo>
                <a:close/>
              </a:path>
            </a:pathLst>
          </a:custGeom>
          <a:solidFill>
            <a:sysClr val="window" lastClr="FFFFFF">
              <a:lumMod val="85000"/>
              <a:alpha val="30000"/>
            </a:sysClr>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20000"/>
              </a:lnSpc>
              <a:buClrTx/>
              <a:buSzTx/>
              <a:buFontTx/>
              <a:buNone/>
              <a:defRPr/>
            </a:pPr>
            <a:endParaRPr kumimoji="0" lang="en-US" sz="1350" b="0" i="0" u="none" strike="noStrike" kern="1200" cap="none" spc="0" normalizeH="0" baseline="0" noProof="0">
              <a:ln>
                <a:noFill/>
              </a:ln>
              <a:solidFill>
                <a:srgbClr val="3F3F3F"/>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sp>
        <p:nvSpPr>
          <p:cNvPr id="18" name="Freeform 10"/>
          <p:cNvSpPr/>
          <p:nvPr>
            <p:custDataLst>
              <p:tags r:id="rId4"/>
            </p:custDataLst>
          </p:nvPr>
        </p:nvSpPr>
        <p:spPr bwMode="auto">
          <a:xfrm>
            <a:off x="2144316" y="672534"/>
            <a:ext cx="466725" cy="470297"/>
          </a:xfrm>
          <a:custGeom>
            <a:avLst/>
            <a:gdLst>
              <a:gd name="T0" fmla="*/ 87 w 171"/>
              <a:gd name="T1" fmla="*/ 152 h 171"/>
              <a:gd name="T2" fmla="*/ 152 w 171"/>
              <a:gd name="T3" fmla="*/ 87 h 171"/>
              <a:gd name="T4" fmla="*/ 152 w 171"/>
              <a:gd name="T5" fmla="*/ 19 h 171"/>
              <a:gd name="T6" fmla="*/ 85 w 171"/>
              <a:gd name="T7" fmla="*/ 19 h 171"/>
              <a:gd name="T8" fmla="*/ 19 w 171"/>
              <a:gd name="T9" fmla="*/ 84 h 171"/>
              <a:gd name="T10" fmla="*/ 19 w 171"/>
              <a:gd name="T11" fmla="*/ 152 h 171"/>
              <a:gd name="T12" fmla="*/ 87 w 171"/>
              <a:gd name="T13" fmla="*/ 152 h 171"/>
            </a:gdLst>
            <a:ahLst/>
            <a:cxnLst>
              <a:cxn ang="0">
                <a:pos x="T0" y="T1"/>
              </a:cxn>
              <a:cxn ang="0">
                <a:pos x="T2" y="T3"/>
              </a:cxn>
              <a:cxn ang="0">
                <a:pos x="T4" y="T5"/>
              </a:cxn>
              <a:cxn ang="0">
                <a:pos x="T6" y="T7"/>
              </a:cxn>
              <a:cxn ang="0">
                <a:pos x="T8" y="T9"/>
              </a:cxn>
              <a:cxn ang="0">
                <a:pos x="T10" y="T11"/>
              </a:cxn>
              <a:cxn ang="0">
                <a:pos x="T12" y="T13"/>
              </a:cxn>
            </a:cxnLst>
            <a:rect l="0" t="0" r="r" b="b"/>
            <a:pathLst>
              <a:path w="171" h="171">
                <a:moveTo>
                  <a:pt x="87" y="152"/>
                </a:moveTo>
                <a:cubicBezTo>
                  <a:pt x="152" y="87"/>
                  <a:pt x="152" y="87"/>
                  <a:pt x="152" y="87"/>
                </a:cubicBezTo>
                <a:cubicBezTo>
                  <a:pt x="171" y="68"/>
                  <a:pt x="171" y="38"/>
                  <a:pt x="152" y="19"/>
                </a:cubicBezTo>
                <a:cubicBezTo>
                  <a:pt x="134" y="0"/>
                  <a:pt x="103" y="0"/>
                  <a:pt x="85" y="19"/>
                </a:cubicBezTo>
                <a:cubicBezTo>
                  <a:pt x="19" y="84"/>
                  <a:pt x="19" y="84"/>
                  <a:pt x="19" y="84"/>
                </a:cubicBezTo>
                <a:cubicBezTo>
                  <a:pt x="0" y="103"/>
                  <a:pt x="0" y="134"/>
                  <a:pt x="19" y="152"/>
                </a:cubicBezTo>
                <a:cubicBezTo>
                  <a:pt x="38" y="171"/>
                  <a:pt x="68" y="171"/>
                  <a:pt x="87" y="152"/>
                </a:cubicBezTo>
                <a:close/>
              </a:path>
            </a:pathLst>
          </a:custGeom>
          <a:solidFill>
            <a:sysClr val="window" lastClr="FFFFFF">
              <a:lumMod val="85000"/>
              <a:alpha val="30000"/>
            </a:sysClr>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20000"/>
              </a:lnSpc>
              <a:buClrTx/>
              <a:buSzTx/>
              <a:buFontTx/>
              <a:buNone/>
              <a:defRPr/>
            </a:pPr>
            <a:endParaRPr kumimoji="0" lang="en-US" sz="1350" b="0" i="0" u="none" strike="noStrike" kern="1200" cap="none" spc="0" normalizeH="0" baseline="0" noProof="0">
              <a:ln>
                <a:noFill/>
              </a:ln>
              <a:solidFill>
                <a:srgbClr val="3F3F3F"/>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sp>
        <p:nvSpPr>
          <p:cNvPr id="19" name="Freeform 11"/>
          <p:cNvSpPr/>
          <p:nvPr>
            <p:custDataLst>
              <p:tags r:id="rId5"/>
            </p:custDataLst>
          </p:nvPr>
        </p:nvSpPr>
        <p:spPr bwMode="auto">
          <a:xfrm>
            <a:off x="636985" y="1157119"/>
            <a:ext cx="1137047" cy="1143000"/>
          </a:xfrm>
          <a:custGeom>
            <a:avLst/>
            <a:gdLst>
              <a:gd name="T0" fmla="*/ 87 w 417"/>
              <a:gd name="T1" fmla="*/ 398 h 416"/>
              <a:gd name="T2" fmla="*/ 398 w 417"/>
              <a:gd name="T3" fmla="*/ 87 h 416"/>
              <a:gd name="T4" fmla="*/ 398 w 417"/>
              <a:gd name="T5" fmla="*/ 19 h 416"/>
              <a:gd name="T6" fmla="*/ 330 w 417"/>
              <a:gd name="T7" fmla="*/ 19 h 416"/>
              <a:gd name="T8" fmla="*/ 19 w 417"/>
              <a:gd name="T9" fmla="*/ 330 h 416"/>
              <a:gd name="T10" fmla="*/ 19 w 417"/>
              <a:gd name="T11" fmla="*/ 398 h 416"/>
              <a:gd name="T12" fmla="*/ 87 w 417"/>
              <a:gd name="T13" fmla="*/ 398 h 416"/>
            </a:gdLst>
            <a:ahLst/>
            <a:cxnLst>
              <a:cxn ang="0">
                <a:pos x="T0" y="T1"/>
              </a:cxn>
              <a:cxn ang="0">
                <a:pos x="T2" y="T3"/>
              </a:cxn>
              <a:cxn ang="0">
                <a:pos x="T4" y="T5"/>
              </a:cxn>
              <a:cxn ang="0">
                <a:pos x="T6" y="T7"/>
              </a:cxn>
              <a:cxn ang="0">
                <a:pos x="T8" y="T9"/>
              </a:cxn>
              <a:cxn ang="0">
                <a:pos x="T10" y="T11"/>
              </a:cxn>
              <a:cxn ang="0">
                <a:pos x="T12" y="T13"/>
              </a:cxn>
            </a:cxnLst>
            <a:rect l="0" t="0" r="r" b="b"/>
            <a:pathLst>
              <a:path w="417" h="416">
                <a:moveTo>
                  <a:pt x="87" y="398"/>
                </a:moveTo>
                <a:cubicBezTo>
                  <a:pt x="398" y="87"/>
                  <a:pt x="398" y="87"/>
                  <a:pt x="398" y="87"/>
                </a:cubicBezTo>
                <a:cubicBezTo>
                  <a:pt x="417" y="68"/>
                  <a:pt x="417" y="37"/>
                  <a:pt x="398" y="19"/>
                </a:cubicBezTo>
                <a:cubicBezTo>
                  <a:pt x="379" y="0"/>
                  <a:pt x="349" y="0"/>
                  <a:pt x="330" y="19"/>
                </a:cubicBezTo>
                <a:cubicBezTo>
                  <a:pt x="19" y="330"/>
                  <a:pt x="19" y="330"/>
                  <a:pt x="19" y="330"/>
                </a:cubicBezTo>
                <a:cubicBezTo>
                  <a:pt x="0" y="348"/>
                  <a:pt x="0" y="379"/>
                  <a:pt x="19" y="398"/>
                </a:cubicBezTo>
                <a:cubicBezTo>
                  <a:pt x="38" y="416"/>
                  <a:pt x="68" y="416"/>
                  <a:pt x="87" y="398"/>
                </a:cubicBezTo>
                <a:close/>
              </a:path>
            </a:pathLst>
          </a:custGeom>
          <a:solidFill>
            <a:sysClr val="window" lastClr="FFFFFF">
              <a:lumMod val="85000"/>
              <a:alpha val="30000"/>
            </a:sysClr>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20000"/>
              </a:lnSpc>
              <a:buClrTx/>
              <a:buSzTx/>
              <a:buFontTx/>
              <a:buNone/>
              <a:defRPr/>
            </a:pPr>
            <a:endParaRPr kumimoji="0" lang="en-US" sz="1350" b="0" i="0" u="none" strike="noStrike" kern="1200" cap="none" spc="0" normalizeH="0" baseline="0" noProof="0">
              <a:ln>
                <a:noFill/>
              </a:ln>
              <a:solidFill>
                <a:srgbClr val="3F3F3F"/>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sp>
        <p:nvSpPr>
          <p:cNvPr id="21" name="Rectangle: Rounded Corners 20"/>
          <p:cNvSpPr/>
          <p:nvPr>
            <p:custDataLst>
              <p:tags r:id="rId6"/>
            </p:custDataLst>
          </p:nvPr>
        </p:nvSpPr>
        <p:spPr>
          <a:xfrm>
            <a:off x="836930" y="1059180"/>
            <a:ext cx="7501890" cy="1599565"/>
          </a:xfrm>
          <a:prstGeom prst="roundRect">
            <a:avLst>
              <a:gd name="adj" fmla="val 6124"/>
            </a:avLst>
          </a:prstGeom>
          <a:solidFill>
            <a:srgbClr val="1E6BC5"/>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p>
            <a:pPr marL="0" marR="0" lvl="0" indent="0" algn="ctr" defTabSz="914400" rtl="0" eaLnBrk="1" fontAlgn="auto" latinLnBrk="0" hangingPunct="1">
              <a:lnSpc>
                <a:spcPct val="120000"/>
              </a:lnSpc>
              <a:buClrTx/>
              <a:buSzTx/>
              <a:buFontTx/>
              <a:buNone/>
              <a:defRPr/>
            </a:pPr>
            <a:endParaRPr kumimoji="0" lang="en-US" sz="1350"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sp>
        <p:nvSpPr>
          <p:cNvPr id="5" name="文本框 4"/>
          <p:cNvSpPr txBox="1"/>
          <p:nvPr>
            <p:custDataLst>
              <p:tags r:id="rId7"/>
            </p:custDataLst>
          </p:nvPr>
        </p:nvSpPr>
        <p:spPr>
          <a:xfrm>
            <a:off x="636905" y="158750"/>
            <a:ext cx="1796415" cy="460375"/>
          </a:xfrm>
          <a:prstGeom prst="rect">
            <a:avLst/>
          </a:prstGeom>
          <a:noFill/>
        </p:spPr>
        <p:txBody>
          <a:bodyPr wrap="square" rtlCol="0">
            <a:spAutoFit/>
          </a:bodyPr>
          <a:lstStyle/>
          <a:p>
            <a:pPr algn="l">
              <a:lnSpc>
                <a:spcPct val="120000"/>
              </a:lnSpc>
            </a:pPr>
            <a:r>
              <a:rPr lang="en-US" altLang="zh-CN" sz="2000" b="1" spc="150">
                <a:solidFill>
                  <a:sysClr val="window" lastClr="FFFFFF">
                    <a:lumMod val="50000"/>
                  </a:sys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扩展名</a:t>
            </a:r>
          </a:p>
        </p:txBody>
      </p:sp>
      <p:sp>
        <p:nvSpPr>
          <p:cNvPr id="22" name="TextBox 21"/>
          <p:cNvSpPr txBox="1"/>
          <p:nvPr>
            <p:custDataLst>
              <p:tags r:id="rId8"/>
            </p:custDataLst>
          </p:nvPr>
        </p:nvSpPr>
        <p:spPr>
          <a:xfrm>
            <a:off x="1365885" y="1213803"/>
            <a:ext cx="6409055" cy="1290320"/>
          </a:xfrm>
          <a:prstGeom prst="rect">
            <a:avLst/>
          </a:prstGeom>
          <a:noFill/>
        </p:spPr>
        <p:txBody>
          <a:bodyPr wrap="square" rtlCol="0" anchor="ctr" anchorCtr="0">
            <a:spAutoFit/>
          </a:bodyPr>
          <a:lstStyle/>
          <a:p>
            <a:pPr lvl="0" indent="304800" fontAlgn="auto">
              <a:lnSpc>
                <a:spcPct val="130000"/>
              </a:lnSpc>
              <a:defRPr/>
              <a:extLst>
                <a:ext uri="{35155182-B16C-46BC-9424-99874614C6A1}">
                  <wpsdc:indentchars xmlns:wpsdc="http://www.wps.cn/officeDocument/2017/drawingmlCustomData" xmlns="" val="200" checksum="1077528236"/>
                </a:ext>
              </a:extLst>
            </a:pPr>
            <a:r>
              <a:rPr lang="zh-CN" altLang="en-US" sz="1200">
                <a:solidFill>
                  <a:sysClr val="window" lastClr="FFFFFF"/>
                </a:solidFill>
                <a:latin typeface="Arial" panose="020B0604020202020204" pitchFamily="34" charset="0"/>
                <a:ea typeface="微软雅黑" panose="020B0503020204020204" pitchFamily="34" charset="-122"/>
                <a:sym typeface="Arial" panose="020B0604020202020204" pitchFamily="34" charset="0"/>
              </a:rPr>
              <a:t>文件扩展名是用句点与主文件名分开的可选文件标识符（如Paint.exe）。它用于区分文件的类型，用来辨别文件属于哪种格式，通过什么应用程序打开。</a:t>
            </a:r>
          </a:p>
          <a:p>
            <a:pPr lvl="0" indent="304800" fontAlgn="auto">
              <a:lnSpc>
                <a:spcPct val="130000"/>
              </a:lnSpc>
              <a:defRPr/>
              <a:extLst>
                <a:ext uri="{35155182-B16C-46BC-9424-99874614C6A1}">
                  <wpsdc:indentchars xmlns:wpsdc="http://www.wps.cn/officeDocument/2017/drawingmlCustomData" xmlns="" val="200" checksum="1077528236"/>
                </a:ext>
              </a:extLst>
            </a:pPr>
            <a:r>
              <a:rPr lang="zh-CN" altLang="en-US" sz="1200">
                <a:solidFill>
                  <a:sysClr val="window" lastClr="FFFFFF"/>
                </a:solidFill>
                <a:latin typeface="Arial" panose="020B0604020202020204" pitchFamily="34" charset="0"/>
                <a:ea typeface="微软雅黑" panose="020B0503020204020204" pitchFamily="34" charset="-122"/>
                <a:sym typeface="Arial" panose="020B0604020202020204" pitchFamily="34" charset="0"/>
              </a:rPr>
              <a:t>Windows 系统对某些文件的扩展名有特殊的规定，不同的文件类型其扩展名不一样，表2-1中列出了一些常用的扩展名。因此，如果扩展名更改不当，系统有可能无法识别该文件，或者无法打开该文件。</a:t>
            </a:r>
          </a:p>
        </p:txBody>
      </p:sp>
      <p:pic>
        <p:nvPicPr>
          <p:cNvPr id="2" name="图片 1"/>
          <p:cNvPicPr>
            <a:picLocks noChangeAspect="1"/>
          </p:cNvPicPr>
          <p:nvPr/>
        </p:nvPicPr>
        <p:blipFill>
          <a:blip r:embed="rId11">
            <a:clrChange>
              <a:clrFrom>
                <a:srgbClr val="FFFFFF">
                  <a:alpha val="100000"/>
                </a:srgbClr>
              </a:clrFrom>
              <a:clrTo>
                <a:srgbClr val="FFFFFF">
                  <a:alpha val="100000"/>
                  <a:alpha val="0"/>
                </a:srgbClr>
              </a:clrTo>
            </a:clrChange>
          </a:blip>
          <a:stretch>
            <a:fillRect/>
          </a:stretch>
        </p:blipFill>
        <p:spPr>
          <a:xfrm>
            <a:off x="970280" y="2764790"/>
            <a:ext cx="7200000" cy="2001793"/>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63" name="图片 62"/>
          <p:cNvPicPr>
            <a:picLocks noChangeAspect="1"/>
          </p:cNvPicPr>
          <p:nvPr userDrawn="1">
            <p:custDataLst>
              <p:tags r:id="rId2"/>
            </p:custDataLst>
          </p:nvPr>
        </p:nvPicPr>
        <p:blipFill>
          <a:blip r:embed="rId13">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
        <p:nvSpPr>
          <p:cNvPr id="12" name="矩形 11"/>
          <p:cNvSpPr/>
          <p:nvPr userDrawn="1">
            <p:custDataLst>
              <p:tags r:id="rId3"/>
            </p:custDataLst>
          </p:nvPr>
        </p:nvSpPr>
        <p:spPr>
          <a:xfrm>
            <a:off x="0" y="0"/>
            <a:ext cx="9144000" cy="684086"/>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rgbClr val="FFFFFF"/>
              </a:solidFill>
              <a:latin typeface="微软雅黑" panose="020B0503020204020204" pitchFamily="34" charset="-122"/>
              <a:ea typeface="微软雅黑" panose="020B0503020204020204" pitchFamily="34" charset="-122"/>
              <a:sym typeface="+mn-ea"/>
            </a:endParaRPr>
          </a:p>
        </p:txBody>
      </p:sp>
      <p:sp>
        <p:nvSpPr>
          <p:cNvPr id="11" name="Title 6"/>
          <p:cNvSpPr txBox="1"/>
          <p:nvPr>
            <p:custDataLst>
              <p:tags r:id="rId4"/>
            </p:custDataLst>
          </p:nvPr>
        </p:nvSpPr>
        <p:spPr>
          <a:xfrm>
            <a:off x="456299" y="114750"/>
            <a:ext cx="8230987" cy="456300"/>
          </a:xfrm>
          <a:prstGeom prst="rect">
            <a:avLst/>
          </a:prstGeom>
          <a:noFill/>
          <a:ln w="3175">
            <a:noFill/>
            <a:prstDash val="dash"/>
          </a:ln>
        </p:spPr>
        <p:txBody>
          <a:bodyPr wrap="square" lIns="54000" tIns="27000" rIns="54000" bIns="27000" anchor="b"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indent="0" algn="l">
              <a:lnSpc>
                <a:spcPct val="100000"/>
              </a:lnSpc>
              <a:spcBef>
                <a:spcPts val="0"/>
              </a:spcBef>
              <a:spcAft>
                <a:spcPts val="0"/>
              </a:spcAft>
              <a:buSzPct val="100000"/>
              <a:buNone/>
              <a:defRPr/>
            </a:pPr>
            <a:r>
              <a:rPr lang="zh-CN" altLang="en-US" sz="2400" b="1" spc="150" dirty="0">
                <a:ln w="3175">
                  <a:noFill/>
                  <a:prstDash val="dash"/>
                </a:ln>
                <a:solidFill>
                  <a:srgbClr val="7F7F7F"/>
                </a:solidFill>
                <a:latin typeface="微软雅黑" panose="020B0503020204020204" pitchFamily="34" charset="-122"/>
                <a:ea typeface="微软雅黑" panose="020B0503020204020204" pitchFamily="34" charset="-122"/>
                <a:cs typeface="微软雅黑" panose="020B0503020204020204" pitchFamily="34" charset="-122"/>
                <a:sym typeface="+mn-ea"/>
              </a:rPr>
              <a:t>文件图标</a:t>
            </a:r>
          </a:p>
        </p:txBody>
      </p:sp>
      <p:sp>
        <p:nvSpPr>
          <p:cNvPr id="4" name="矩形 3"/>
          <p:cNvSpPr/>
          <p:nvPr>
            <p:custDataLst>
              <p:tags r:id="rId5"/>
            </p:custDataLst>
          </p:nvPr>
        </p:nvSpPr>
        <p:spPr>
          <a:xfrm>
            <a:off x="456299" y="1633398"/>
            <a:ext cx="8230987" cy="1876703"/>
          </a:xfrm>
          <a:prstGeom prst="rect">
            <a:avLst/>
          </a:prstGeom>
          <a:solidFill>
            <a:srgbClr val="FFFFFF"/>
          </a:solidFill>
          <a:ln>
            <a:noFill/>
          </a:ln>
          <a:effectLst>
            <a:outerShdw blurRad="127000" dist="38100" dir="540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TextBox 13"/>
          <p:cNvSpPr txBox="1"/>
          <p:nvPr>
            <p:custDataLst>
              <p:tags r:id="rId6"/>
            </p:custDataLst>
          </p:nvPr>
        </p:nvSpPr>
        <p:spPr>
          <a:xfrm>
            <a:off x="456300" y="4681430"/>
            <a:ext cx="2176785" cy="169943"/>
          </a:xfrm>
          <a:prstGeom prst="rect">
            <a:avLst/>
          </a:prstGeom>
          <a:noFill/>
          <a:ln>
            <a:noFill/>
          </a:ln>
        </p:spPr>
        <p:txBody>
          <a:bodyPr wrap="square" lIns="67500" tIns="27000" rIns="67500" bIns="270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50" b="0" i="0" u="none" strike="noStrike" kern="1200" cap="none" spc="150" normalizeH="0" noProof="0" dirty="0">
                <a:ln>
                  <a:noFill/>
                </a:ln>
                <a:solidFill>
                  <a:schemeClr val="accent3">
                    <a:lumMod val="75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https://</a:t>
            </a:r>
            <a:r>
              <a:rPr kumimoji="0" lang="en-US" altLang="zh-CN" sz="750" b="1" i="0" u="none" strike="noStrike" kern="1200" cap="none" spc="150" normalizeH="0" noProof="0" dirty="0">
                <a:ln>
                  <a:noFill/>
                </a:ln>
                <a:solidFill>
                  <a:schemeClr val="accent4">
                    <a:lumMod val="75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www.textbookcenter.cn</a:t>
            </a:r>
          </a:p>
        </p:txBody>
      </p:sp>
      <p:sp>
        <p:nvSpPr>
          <p:cNvPr id="3" name="椭圆 2"/>
          <p:cNvSpPr>
            <a:spLocks noChangeAspect="1"/>
          </p:cNvSpPr>
          <p:nvPr>
            <p:custDataLst>
              <p:tags r:id="rId7"/>
            </p:custDataLst>
          </p:nvPr>
        </p:nvSpPr>
        <p:spPr>
          <a:xfrm>
            <a:off x="8644255" y="4744720"/>
            <a:ext cx="43180" cy="43180"/>
          </a:xfrm>
          <a:prstGeom prst="ellipse">
            <a:avLst/>
          </a:prstGeom>
          <a:solidFill>
            <a:srgbClr val="EF1F47"/>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defPPr>
              <a:defRPr lang="zh-CN">
                <a:solidFill>
                  <a:sysClr val="window" lastClr="FFFFFF"/>
                </a:solidFill>
              </a:defRPr>
            </a:defPPr>
            <a:lvl1pPr marL="0" algn="l" defTabSz="914400" rtl="0" eaLnBrk="1" latinLnBrk="0" hangingPunct="1">
              <a:defRPr sz="1800" kern="1200">
                <a:solidFill>
                  <a:sysClr val="window" lastClr="FFFFFF"/>
                </a:solidFill>
                <a:latin typeface="+mn-lt"/>
                <a:ea typeface="+mn-ea"/>
                <a:cs typeface="+mn-cs"/>
              </a:defRPr>
            </a:lvl1pPr>
            <a:lvl2pPr marL="457200" algn="l" defTabSz="914400" rtl="0" eaLnBrk="1" latinLnBrk="0" hangingPunct="1">
              <a:defRPr sz="1800" kern="1200">
                <a:solidFill>
                  <a:sysClr val="window" lastClr="FFFFFF"/>
                </a:solidFill>
                <a:latin typeface="+mn-lt"/>
                <a:ea typeface="+mn-ea"/>
                <a:cs typeface="+mn-cs"/>
              </a:defRPr>
            </a:lvl2pPr>
            <a:lvl3pPr marL="914400" algn="l" defTabSz="914400" rtl="0" eaLnBrk="1" latinLnBrk="0" hangingPunct="1">
              <a:defRPr sz="1800" kern="1200">
                <a:solidFill>
                  <a:sysClr val="window" lastClr="FFFFFF"/>
                </a:solidFill>
                <a:latin typeface="+mn-lt"/>
                <a:ea typeface="+mn-ea"/>
                <a:cs typeface="+mn-cs"/>
              </a:defRPr>
            </a:lvl3pPr>
            <a:lvl4pPr marL="1371600" algn="l" defTabSz="914400" rtl="0" eaLnBrk="1" latinLnBrk="0" hangingPunct="1">
              <a:defRPr sz="1800" kern="1200">
                <a:solidFill>
                  <a:sysClr val="window" lastClr="FFFFFF"/>
                </a:solidFill>
                <a:latin typeface="+mn-lt"/>
                <a:ea typeface="+mn-ea"/>
                <a:cs typeface="+mn-cs"/>
              </a:defRPr>
            </a:lvl4pPr>
            <a:lvl5pPr marL="1828800" algn="l" defTabSz="914400" rtl="0" eaLnBrk="1" latinLnBrk="0" hangingPunct="1">
              <a:defRPr sz="1800" kern="1200">
                <a:solidFill>
                  <a:sysClr val="window" lastClr="FFFFFF"/>
                </a:solidFill>
                <a:latin typeface="+mn-lt"/>
                <a:ea typeface="+mn-ea"/>
                <a:cs typeface="+mn-cs"/>
              </a:defRPr>
            </a:lvl5pPr>
            <a:lvl6pPr marL="2286000" algn="l" defTabSz="914400" rtl="0" eaLnBrk="1" latinLnBrk="0" hangingPunct="1">
              <a:defRPr sz="1800" kern="1200">
                <a:solidFill>
                  <a:sysClr val="window" lastClr="FFFFFF"/>
                </a:solidFill>
                <a:latin typeface="+mn-lt"/>
                <a:ea typeface="+mn-ea"/>
                <a:cs typeface="+mn-cs"/>
              </a:defRPr>
            </a:lvl6pPr>
            <a:lvl7pPr marL="2743200" algn="l" defTabSz="914400" rtl="0" eaLnBrk="1" latinLnBrk="0" hangingPunct="1">
              <a:defRPr sz="1800" kern="1200">
                <a:solidFill>
                  <a:sysClr val="window" lastClr="FFFFFF"/>
                </a:solidFill>
                <a:latin typeface="+mn-lt"/>
                <a:ea typeface="+mn-ea"/>
                <a:cs typeface="+mn-cs"/>
              </a:defRPr>
            </a:lvl7pPr>
            <a:lvl8pPr marL="3200400" algn="l" defTabSz="914400" rtl="0" eaLnBrk="1" latinLnBrk="0" hangingPunct="1">
              <a:defRPr sz="1800" kern="1200">
                <a:solidFill>
                  <a:sysClr val="window" lastClr="FFFFFF"/>
                </a:solidFill>
                <a:latin typeface="+mn-lt"/>
                <a:ea typeface="+mn-ea"/>
                <a:cs typeface="+mn-cs"/>
              </a:defRPr>
            </a:lvl8pPr>
            <a:lvl9pPr marL="3657600" algn="l" defTabSz="914400" rtl="0" eaLnBrk="1" latinLnBrk="0" hangingPunct="1">
              <a:defRPr sz="1800" kern="1200">
                <a:solidFill>
                  <a:sysClr val="window" lastClr="FFFFFF"/>
                </a:solidFill>
                <a:latin typeface="+mn-lt"/>
                <a:ea typeface="+mn-ea"/>
                <a:cs typeface="+mn-cs"/>
              </a:defRPr>
            </a:lvl9pPr>
          </a:lstStyle>
          <a:p>
            <a:pPr algn="ctr"/>
            <a:endParaRPr lang="zh-CN" altLang="en-US" sz="1350">
              <a:solidFill>
                <a:sysClr val="window" lastClr="FFFFFF"/>
              </a:solidFill>
              <a:latin typeface="微软雅黑" panose="020B0503020204020204" pitchFamily="34" charset="-122"/>
              <a:ea typeface="微软雅黑" panose="020B0503020204020204" pitchFamily="34" charset="-122"/>
            </a:endParaRPr>
          </a:p>
        </p:txBody>
      </p:sp>
      <p:sp>
        <p:nvSpPr>
          <p:cNvPr id="8" name="椭圆 7"/>
          <p:cNvSpPr/>
          <p:nvPr>
            <p:custDataLst>
              <p:tags r:id="rId8"/>
            </p:custDataLst>
          </p:nvPr>
        </p:nvSpPr>
        <p:spPr>
          <a:xfrm>
            <a:off x="8406765" y="4744720"/>
            <a:ext cx="43180" cy="43180"/>
          </a:xfrm>
          <a:prstGeom prst="ellipse">
            <a:avLst/>
          </a:prstGeom>
          <a:solidFill>
            <a:srgbClr val="EF1F47"/>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defPPr>
              <a:defRPr lang="zh-CN">
                <a:solidFill>
                  <a:sysClr val="window" lastClr="FFFFFF"/>
                </a:solidFill>
              </a:defRPr>
            </a:defPPr>
            <a:lvl1pPr marL="0" algn="l" defTabSz="914400" rtl="0" eaLnBrk="1" latinLnBrk="0" hangingPunct="1">
              <a:defRPr sz="1800" kern="1200">
                <a:solidFill>
                  <a:sysClr val="window" lastClr="FFFFFF"/>
                </a:solidFill>
                <a:latin typeface="+mn-lt"/>
                <a:ea typeface="+mn-ea"/>
                <a:cs typeface="+mn-cs"/>
              </a:defRPr>
            </a:lvl1pPr>
            <a:lvl2pPr marL="457200" algn="l" defTabSz="914400" rtl="0" eaLnBrk="1" latinLnBrk="0" hangingPunct="1">
              <a:defRPr sz="1800" kern="1200">
                <a:solidFill>
                  <a:sysClr val="window" lastClr="FFFFFF"/>
                </a:solidFill>
                <a:latin typeface="+mn-lt"/>
                <a:ea typeface="+mn-ea"/>
                <a:cs typeface="+mn-cs"/>
              </a:defRPr>
            </a:lvl2pPr>
            <a:lvl3pPr marL="914400" algn="l" defTabSz="914400" rtl="0" eaLnBrk="1" latinLnBrk="0" hangingPunct="1">
              <a:defRPr sz="1800" kern="1200">
                <a:solidFill>
                  <a:sysClr val="window" lastClr="FFFFFF"/>
                </a:solidFill>
                <a:latin typeface="+mn-lt"/>
                <a:ea typeface="+mn-ea"/>
                <a:cs typeface="+mn-cs"/>
              </a:defRPr>
            </a:lvl3pPr>
            <a:lvl4pPr marL="1371600" algn="l" defTabSz="914400" rtl="0" eaLnBrk="1" latinLnBrk="0" hangingPunct="1">
              <a:defRPr sz="1800" kern="1200">
                <a:solidFill>
                  <a:sysClr val="window" lastClr="FFFFFF"/>
                </a:solidFill>
                <a:latin typeface="+mn-lt"/>
                <a:ea typeface="+mn-ea"/>
                <a:cs typeface="+mn-cs"/>
              </a:defRPr>
            </a:lvl4pPr>
            <a:lvl5pPr marL="1828800" algn="l" defTabSz="914400" rtl="0" eaLnBrk="1" latinLnBrk="0" hangingPunct="1">
              <a:defRPr sz="1800" kern="1200">
                <a:solidFill>
                  <a:sysClr val="window" lastClr="FFFFFF"/>
                </a:solidFill>
                <a:latin typeface="+mn-lt"/>
                <a:ea typeface="+mn-ea"/>
                <a:cs typeface="+mn-cs"/>
              </a:defRPr>
            </a:lvl5pPr>
            <a:lvl6pPr marL="2286000" algn="l" defTabSz="914400" rtl="0" eaLnBrk="1" latinLnBrk="0" hangingPunct="1">
              <a:defRPr sz="1800" kern="1200">
                <a:solidFill>
                  <a:sysClr val="window" lastClr="FFFFFF"/>
                </a:solidFill>
                <a:latin typeface="+mn-lt"/>
                <a:ea typeface="+mn-ea"/>
                <a:cs typeface="+mn-cs"/>
              </a:defRPr>
            </a:lvl6pPr>
            <a:lvl7pPr marL="2743200" algn="l" defTabSz="914400" rtl="0" eaLnBrk="1" latinLnBrk="0" hangingPunct="1">
              <a:defRPr sz="1800" kern="1200">
                <a:solidFill>
                  <a:sysClr val="window" lastClr="FFFFFF"/>
                </a:solidFill>
                <a:latin typeface="+mn-lt"/>
                <a:ea typeface="+mn-ea"/>
                <a:cs typeface="+mn-cs"/>
              </a:defRPr>
            </a:lvl7pPr>
            <a:lvl8pPr marL="3200400" algn="l" defTabSz="914400" rtl="0" eaLnBrk="1" latinLnBrk="0" hangingPunct="1">
              <a:defRPr sz="1800" kern="1200">
                <a:solidFill>
                  <a:sysClr val="window" lastClr="FFFFFF"/>
                </a:solidFill>
                <a:latin typeface="+mn-lt"/>
                <a:ea typeface="+mn-ea"/>
                <a:cs typeface="+mn-cs"/>
              </a:defRPr>
            </a:lvl8pPr>
            <a:lvl9pPr marL="3657600" algn="l" defTabSz="914400" rtl="0" eaLnBrk="1" latinLnBrk="0" hangingPunct="1">
              <a:defRPr sz="1800" kern="1200">
                <a:solidFill>
                  <a:sysClr val="window" lastClr="FFFFFF"/>
                </a:solidFill>
                <a:latin typeface="+mn-lt"/>
                <a:ea typeface="+mn-ea"/>
                <a:cs typeface="+mn-cs"/>
              </a:defRPr>
            </a:lvl9pPr>
          </a:lstStyle>
          <a:p>
            <a:pPr algn="ctr"/>
            <a:endParaRPr lang="zh-CN" altLang="en-US" sz="1350">
              <a:solidFill>
                <a:sysClr val="window" lastClr="FFFFFF"/>
              </a:solidFill>
              <a:latin typeface="微软雅黑" panose="020B0503020204020204" pitchFamily="34" charset="-122"/>
              <a:ea typeface="微软雅黑" panose="020B0503020204020204" pitchFamily="34" charset="-122"/>
            </a:endParaRPr>
          </a:p>
        </p:txBody>
      </p:sp>
      <p:sp>
        <p:nvSpPr>
          <p:cNvPr id="6" name="椭圆 5"/>
          <p:cNvSpPr>
            <a:spLocks noChangeAspect="1"/>
          </p:cNvSpPr>
          <p:nvPr>
            <p:custDataLst>
              <p:tags r:id="rId9"/>
            </p:custDataLst>
          </p:nvPr>
        </p:nvSpPr>
        <p:spPr>
          <a:xfrm>
            <a:off x="8525510" y="4744720"/>
            <a:ext cx="43180" cy="43180"/>
          </a:xfrm>
          <a:prstGeom prst="ellipse">
            <a:avLst/>
          </a:prstGeom>
          <a:solidFill>
            <a:srgbClr val="EF1F47"/>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defPPr>
              <a:defRPr lang="zh-CN">
                <a:solidFill>
                  <a:sysClr val="window" lastClr="FFFFFF"/>
                </a:solidFill>
              </a:defRPr>
            </a:defPPr>
            <a:lvl1pPr marL="0" algn="l" defTabSz="914400" rtl="0" eaLnBrk="1" latinLnBrk="0" hangingPunct="1">
              <a:defRPr sz="1800" kern="1200">
                <a:solidFill>
                  <a:sysClr val="window" lastClr="FFFFFF"/>
                </a:solidFill>
                <a:latin typeface="+mn-lt"/>
                <a:ea typeface="+mn-ea"/>
                <a:cs typeface="+mn-cs"/>
              </a:defRPr>
            </a:lvl1pPr>
            <a:lvl2pPr marL="457200" algn="l" defTabSz="914400" rtl="0" eaLnBrk="1" latinLnBrk="0" hangingPunct="1">
              <a:defRPr sz="1800" kern="1200">
                <a:solidFill>
                  <a:sysClr val="window" lastClr="FFFFFF"/>
                </a:solidFill>
                <a:latin typeface="+mn-lt"/>
                <a:ea typeface="+mn-ea"/>
                <a:cs typeface="+mn-cs"/>
              </a:defRPr>
            </a:lvl2pPr>
            <a:lvl3pPr marL="914400" algn="l" defTabSz="914400" rtl="0" eaLnBrk="1" latinLnBrk="0" hangingPunct="1">
              <a:defRPr sz="1800" kern="1200">
                <a:solidFill>
                  <a:sysClr val="window" lastClr="FFFFFF"/>
                </a:solidFill>
                <a:latin typeface="+mn-lt"/>
                <a:ea typeface="+mn-ea"/>
                <a:cs typeface="+mn-cs"/>
              </a:defRPr>
            </a:lvl3pPr>
            <a:lvl4pPr marL="1371600" algn="l" defTabSz="914400" rtl="0" eaLnBrk="1" latinLnBrk="0" hangingPunct="1">
              <a:defRPr sz="1800" kern="1200">
                <a:solidFill>
                  <a:sysClr val="window" lastClr="FFFFFF"/>
                </a:solidFill>
                <a:latin typeface="+mn-lt"/>
                <a:ea typeface="+mn-ea"/>
                <a:cs typeface="+mn-cs"/>
              </a:defRPr>
            </a:lvl4pPr>
            <a:lvl5pPr marL="1828800" algn="l" defTabSz="914400" rtl="0" eaLnBrk="1" latinLnBrk="0" hangingPunct="1">
              <a:defRPr sz="1800" kern="1200">
                <a:solidFill>
                  <a:sysClr val="window" lastClr="FFFFFF"/>
                </a:solidFill>
                <a:latin typeface="+mn-lt"/>
                <a:ea typeface="+mn-ea"/>
                <a:cs typeface="+mn-cs"/>
              </a:defRPr>
            </a:lvl5pPr>
            <a:lvl6pPr marL="2286000" algn="l" defTabSz="914400" rtl="0" eaLnBrk="1" latinLnBrk="0" hangingPunct="1">
              <a:defRPr sz="1800" kern="1200">
                <a:solidFill>
                  <a:sysClr val="window" lastClr="FFFFFF"/>
                </a:solidFill>
                <a:latin typeface="+mn-lt"/>
                <a:ea typeface="+mn-ea"/>
                <a:cs typeface="+mn-cs"/>
              </a:defRPr>
            </a:lvl6pPr>
            <a:lvl7pPr marL="2743200" algn="l" defTabSz="914400" rtl="0" eaLnBrk="1" latinLnBrk="0" hangingPunct="1">
              <a:defRPr sz="1800" kern="1200">
                <a:solidFill>
                  <a:sysClr val="window" lastClr="FFFFFF"/>
                </a:solidFill>
                <a:latin typeface="+mn-lt"/>
                <a:ea typeface="+mn-ea"/>
                <a:cs typeface="+mn-cs"/>
              </a:defRPr>
            </a:lvl7pPr>
            <a:lvl8pPr marL="3200400" algn="l" defTabSz="914400" rtl="0" eaLnBrk="1" latinLnBrk="0" hangingPunct="1">
              <a:defRPr sz="1800" kern="1200">
                <a:solidFill>
                  <a:sysClr val="window" lastClr="FFFFFF"/>
                </a:solidFill>
                <a:latin typeface="+mn-lt"/>
                <a:ea typeface="+mn-ea"/>
                <a:cs typeface="+mn-cs"/>
              </a:defRPr>
            </a:lvl8pPr>
            <a:lvl9pPr marL="3657600" algn="l" defTabSz="914400" rtl="0" eaLnBrk="1" latinLnBrk="0" hangingPunct="1">
              <a:defRPr sz="1800" kern="1200">
                <a:solidFill>
                  <a:sysClr val="window" lastClr="FFFFFF"/>
                </a:solidFill>
                <a:latin typeface="+mn-lt"/>
                <a:ea typeface="+mn-ea"/>
                <a:cs typeface="+mn-cs"/>
              </a:defRPr>
            </a:lvl9pPr>
          </a:lstStyle>
          <a:p>
            <a:pPr algn="ctr"/>
            <a:endParaRPr lang="zh-CN" altLang="en-US" sz="1350">
              <a:solidFill>
                <a:sysClr val="window" lastClr="FFFFFF"/>
              </a:solidFill>
              <a:latin typeface="微软雅黑" panose="020B0503020204020204" pitchFamily="34" charset="-122"/>
              <a:ea typeface="微软雅黑" panose="020B0503020204020204" pitchFamily="34" charset="-122"/>
            </a:endParaRPr>
          </a:p>
        </p:txBody>
      </p:sp>
      <p:sp>
        <p:nvSpPr>
          <p:cNvPr id="15" name="文本框 14"/>
          <p:cNvSpPr txBox="1"/>
          <p:nvPr>
            <p:custDataLst>
              <p:tags r:id="rId10"/>
            </p:custDataLst>
          </p:nvPr>
        </p:nvSpPr>
        <p:spPr>
          <a:xfrm>
            <a:off x="799199" y="1976298"/>
            <a:ext cx="7545187" cy="1190903"/>
          </a:xfrm>
          <a:prstGeom prst="rect">
            <a:avLst/>
          </a:prstGeom>
          <a:noFill/>
        </p:spPr>
        <p:txBody>
          <a:bodyPr wrap="square" rtlCol="0" anchor="ctr" anchorCtr="0">
            <a:noAutofit/>
          </a:bodyPr>
          <a:lstStyle/>
          <a:p>
            <a:pPr marL="0" marR="0" lvl="0" indent="-457200" algn="just" defTabSz="914400" rtl="0" eaLnBrk="1" fontAlgn="auto" latinLnBrk="0" hangingPunct="1">
              <a:lnSpc>
                <a:spcPct val="130000"/>
              </a:lnSpc>
              <a:spcBef>
                <a:spcPts val="0"/>
              </a:spcBef>
              <a:spcAft>
                <a:spcPts val="800"/>
              </a:spcAft>
              <a:buSzPct val="100000"/>
              <a:buFont typeface="Wingdings" panose="05000000000000000000" pitchFamily="2" charset="2"/>
              <a:buNone/>
              <a:defRPr/>
            </a:pPr>
            <a:r>
              <a:rPr kumimoji="0" i="0" kern="1200" cap="none" spc="100" normalizeH="0" noProof="0" dirty="0">
                <a:ln>
                  <a:noFill/>
                </a:ln>
                <a:solidFill>
                  <a:srgbClr val="404040"/>
                </a:solidFill>
                <a:effectLst/>
                <a:latin typeface="微软雅黑" panose="020B0503020204020204" pitchFamily="34" charset="-122"/>
                <a:ea typeface="微软雅黑" panose="020B0503020204020204" pitchFamily="34" charset="-122"/>
                <a:cs typeface="微软雅黑" panose="020B0503020204020204" pitchFamily="34" charset="-122"/>
              </a:rPr>
              <a:t>在“文件资源管理器”中查看文件时，文件的图标可直观地显示出文件的类型，以便于识别。</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advTm="3000"/>
    </mc:Choice>
    <mc:Fallback xmlns="">
      <p:transition advTm="3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0"/>
            <a:ext cx="9144000" cy="1949797"/>
          </a:xfrm>
          <a:prstGeom prst="rect">
            <a:avLst/>
          </a:prstGeom>
          <a:solidFill>
            <a:srgbClr val="FCE3E4"/>
          </a:solidFill>
          <a:ln w="12700" cap="flat" cmpd="sng" algn="ctr">
            <a:solidFill>
              <a:srgbClr val="E1454E">
                <a:alpha val="0"/>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微软雅黑" panose="020B0503020204020204" pitchFamily="34" charset="-122"/>
              <a:ea typeface="微软雅黑" panose="020B0503020204020204" pitchFamily="34" charset="-122"/>
            </a:endParaRPr>
          </a:p>
        </p:txBody>
      </p:sp>
      <p:pic>
        <p:nvPicPr>
          <p:cNvPr id="10" name="图片 9"/>
          <p:cNvPicPr/>
          <p:nvPr userDrawn="1">
            <p:custDataLst>
              <p:tags r:id="rId3"/>
            </p:custDataLst>
          </p:nvPr>
        </p:nvPicPr>
        <p:blipFill>
          <a:blip r:embed="rId10" r:link="rId11" cstate="print">
            <a:extLst>
              <a:ext uri="{28A0092B-C50C-407E-A947-70E740481C1C}">
                <a14:useLocalDpi xmlns:a14="http://schemas.microsoft.com/office/drawing/2010/main" val="0"/>
              </a:ext>
            </a:extLst>
          </a:blip>
          <a:stretch>
            <a:fillRect/>
          </a:stretch>
        </p:blipFill>
        <p:spPr>
          <a:xfrm>
            <a:off x="0" y="0"/>
            <a:ext cx="540068" cy="542925"/>
          </a:xfrm>
          <a:prstGeom prst="rect">
            <a:avLst/>
          </a:prstGeom>
        </p:spPr>
      </p:pic>
      <p:pic>
        <p:nvPicPr>
          <p:cNvPr id="9" name="图片 8"/>
          <p:cNvPicPr/>
          <p:nvPr userDrawn="1">
            <p:custDataLst>
              <p:tags r:id="rId4"/>
            </p:custDataLst>
          </p:nvPr>
        </p:nvPicPr>
        <p:blipFill>
          <a:blip r:embed="rId12" r:link="rId13" cstate="print">
            <a:extLst>
              <a:ext uri="{28A0092B-C50C-407E-A947-70E740481C1C}">
                <a14:useLocalDpi xmlns:a14="http://schemas.microsoft.com/office/drawing/2010/main" val="0"/>
              </a:ext>
            </a:extLst>
          </a:blip>
          <a:stretch>
            <a:fillRect/>
          </a:stretch>
        </p:blipFill>
        <p:spPr>
          <a:xfrm>
            <a:off x="8603933" y="0"/>
            <a:ext cx="540068" cy="542925"/>
          </a:xfrm>
          <a:prstGeom prst="rect">
            <a:avLst/>
          </a:prstGeom>
        </p:spPr>
      </p:pic>
      <p:pic>
        <p:nvPicPr>
          <p:cNvPr id="6" name="图片 5"/>
          <p:cNvPicPr preferRelativeResize="0">
            <a:picLocks noChangeAspect="1"/>
          </p:cNvPicPr>
          <p:nvPr>
            <p:custDataLst>
              <p:tags r:id="rId5"/>
            </p:custDataLst>
          </p:nvPr>
        </p:nvPicPr>
        <p:blipFill rotWithShape="1">
          <a:blip r:embed="rId14"/>
          <a:srcRect l="-4146" r="-4146"/>
          <a:stretch>
            <a:fillRect/>
          </a:stretch>
        </p:blipFill>
        <p:spPr>
          <a:xfrm>
            <a:off x="456300" y="456300"/>
            <a:ext cx="8230051" cy="1935496"/>
          </a:xfrm>
          <a:prstGeom prst="rect">
            <a:avLst/>
          </a:prstGeom>
          <a:blipFill rotWithShape="1">
            <a:blip r:embed="rId15"/>
            <a:stretch>
              <a:fillRect/>
            </a:stretch>
          </a:blipFill>
        </p:spPr>
      </p:pic>
      <p:sp>
        <p:nvSpPr>
          <p:cNvPr id="7" name="Title 6"/>
          <p:cNvSpPr txBox="1"/>
          <p:nvPr>
            <p:custDataLst>
              <p:tags r:id="rId6"/>
            </p:custDataLst>
          </p:nvPr>
        </p:nvSpPr>
        <p:spPr>
          <a:xfrm>
            <a:off x="456300" y="3097877"/>
            <a:ext cx="8230049" cy="1584484"/>
          </a:xfrm>
          <a:prstGeom prst="rect">
            <a:avLst/>
          </a:prstGeom>
          <a:noFill/>
          <a:ln w="3175">
            <a:noFill/>
            <a:prstDash val="dash"/>
          </a:ln>
        </p:spPr>
        <p:txBody>
          <a:bodyPr wrap="square" lIns="54000" tIns="0" rIns="54000" bIns="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342900" algn="just" fontAlgn="ctr">
              <a:lnSpc>
                <a:spcPct val="130000"/>
              </a:lnSpc>
              <a:spcBef>
                <a:spcPts val="1000"/>
              </a:spcBef>
              <a:spcAft>
                <a:spcPts val="0"/>
              </a:spcAft>
              <a:buSzPct val="100000"/>
              <a:buFont typeface="Wingdings" panose="05000000000000000000" charset="0"/>
              <a:buNone/>
              <a:extLst>
                <a:ext uri="{35155182-B16C-46BC-9424-99874614C6A1}">
                  <wpsdc:indentchars xmlns:wpsdc="http://www.wps.cn/officeDocument/2017/drawingmlCustomData" xmlns="" val="200" checksum="304498308"/>
                </a:ext>
              </a:extLst>
            </a:pPr>
            <a:r>
              <a:rPr sz="1300" spc="50" dirty="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为了便于管理大量的文件，通常把文件分类保存在不同的文件夹中，就像人们把纸质文件保存在文件柜内不同的文件夹中一样。文件夹是用于存储程序、文档、快捷方式和其他文件夹的容器。</a:t>
            </a:r>
          </a:p>
          <a:p>
            <a:pPr marL="0" lvl="0" indent="342900" algn="just" fontAlgn="ctr">
              <a:lnSpc>
                <a:spcPct val="130000"/>
              </a:lnSpc>
              <a:spcBef>
                <a:spcPts val="1000"/>
              </a:spcBef>
              <a:spcAft>
                <a:spcPts val="0"/>
              </a:spcAft>
              <a:buSzPct val="100000"/>
              <a:buFont typeface="Wingdings" panose="05000000000000000000" charset="0"/>
              <a:buNone/>
              <a:extLst>
                <a:ext uri="{35155182-B16C-46BC-9424-99874614C6A1}">
                  <wpsdc:indentchars xmlns:wpsdc="http://www.wps.cn/officeDocument/2017/drawingmlCustomData" xmlns="" val="200" checksum="304498308"/>
                </a:ext>
              </a:extLst>
            </a:pPr>
            <a:r>
              <a:rPr sz="1300" spc="50" dirty="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文件夹中还可以包含文件夹，称为子文件夹。</a:t>
            </a:r>
          </a:p>
          <a:p>
            <a:pPr marL="0" lvl="0" indent="342900" algn="just" fontAlgn="ctr">
              <a:lnSpc>
                <a:spcPct val="130000"/>
              </a:lnSpc>
              <a:spcBef>
                <a:spcPts val="1000"/>
              </a:spcBef>
              <a:spcAft>
                <a:spcPts val="0"/>
              </a:spcAft>
              <a:buSzPct val="100000"/>
              <a:buFont typeface="Wingdings" panose="05000000000000000000" charset="0"/>
              <a:buNone/>
              <a:extLst>
                <a:ext uri="{35155182-B16C-46BC-9424-99874614C6A1}">
                  <wpsdc:indentchars xmlns:wpsdc="http://www.wps.cn/officeDocument/2017/drawingmlCustomData" xmlns="" val="200" checksum="304498308"/>
                </a:ext>
              </a:extLst>
            </a:pPr>
            <a:r>
              <a:rPr sz="1300" spc="50" dirty="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文件夹由文件夹名和文件夹图标组成，通过文件夹图标的显示，就可以预览文件夹中的内容，如图2-1所示。</a:t>
            </a:r>
          </a:p>
        </p:txBody>
      </p:sp>
      <p:sp>
        <p:nvSpPr>
          <p:cNvPr id="8" name="Title 6"/>
          <p:cNvSpPr txBox="1"/>
          <p:nvPr>
            <p:custDataLst>
              <p:tags r:id="rId7"/>
            </p:custDataLst>
          </p:nvPr>
        </p:nvSpPr>
        <p:spPr>
          <a:xfrm>
            <a:off x="456300" y="2560618"/>
            <a:ext cx="8230049" cy="423860"/>
          </a:xfrm>
          <a:prstGeom prst="rect">
            <a:avLst/>
          </a:prstGeom>
          <a:noFill/>
          <a:ln w="3175">
            <a:noFill/>
            <a:prstDash val="dash"/>
          </a:ln>
        </p:spPr>
        <p:txBody>
          <a:bodyPr wrap="square" lIns="54000" tIns="27000" rIns="54000" bIns="27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indent="0" algn="l">
              <a:lnSpc>
                <a:spcPct val="100000"/>
              </a:lnSpc>
              <a:spcBef>
                <a:spcPts val="0"/>
              </a:spcBef>
              <a:spcAft>
                <a:spcPts val="800"/>
              </a:spcAft>
              <a:buSzPct val="100000"/>
              <a:buNone/>
              <a:defRPr/>
            </a:pPr>
            <a:r>
              <a:rPr lang="zh-CN" altLang="en-US" sz="2400" b="1" spc="300" dirty="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mn-ea"/>
              </a:rPr>
              <a:t>文件夹</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advTm="3000"/>
    </mc:Choice>
    <mc:Fallback xmlns="">
      <p:transition advTm="3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2" name="图片 11"/>
          <p:cNvPicPr/>
          <p:nvPr userDrawn="1">
            <p:custDataLst>
              <p:tags r:id="rId2"/>
            </p:custDataLst>
          </p:nvPr>
        </p:nvPicPr>
        <p:blipFill>
          <a:blip r:embed="rId14" r:link="rId15" cstate="print">
            <a:extLst>
              <a:ext uri="{28A0092B-C50C-407E-A947-70E740481C1C}">
                <a14:useLocalDpi xmlns:a14="http://schemas.microsoft.com/office/drawing/2010/main" val="0"/>
              </a:ext>
            </a:extLst>
          </a:blip>
          <a:stretch>
            <a:fillRect/>
          </a:stretch>
        </p:blipFill>
        <p:spPr>
          <a:xfrm>
            <a:off x="0" y="0"/>
            <a:ext cx="540068" cy="542925"/>
          </a:xfrm>
          <a:prstGeom prst="rect">
            <a:avLst/>
          </a:prstGeom>
        </p:spPr>
      </p:pic>
      <p:pic>
        <p:nvPicPr>
          <p:cNvPr id="11" name="图片 10"/>
          <p:cNvPicPr/>
          <p:nvPr userDrawn="1">
            <p:custDataLst>
              <p:tags r:id="rId3"/>
            </p:custDataLst>
          </p:nvPr>
        </p:nvPicPr>
        <p:blipFill>
          <a:blip r:embed="rId16" r:link="rId17" cstate="print">
            <a:extLst>
              <a:ext uri="{28A0092B-C50C-407E-A947-70E740481C1C}">
                <a14:useLocalDpi xmlns:a14="http://schemas.microsoft.com/office/drawing/2010/main" val="0"/>
              </a:ext>
            </a:extLst>
          </a:blip>
          <a:stretch>
            <a:fillRect/>
          </a:stretch>
        </p:blipFill>
        <p:spPr>
          <a:xfrm>
            <a:off x="8603933" y="0"/>
            <a:ext cx="540068" cy="542925"/>
          </a:xfrm>
          <a:prstGeom prst="rect">
            <a:avLst/>
          </a:prstGeom>
        </p:spPr>
      </p:pic>
      <p:sp>
        <p:nvSpPr>
          <p:cNvPr id="27" name="任意多边形: 形状 26"/>
          <p:cNvSpPr/>
          <p:nvPr>
            <p:custDataLst>
              <p:tags r:id="rId4"/>
            </p:custDataLst>
          </p:nvPr>
        </p:nvSpPr>
        <p:spPr>
          <a:xfrm>
            <a:off x="0" y="-3892"/>
            <a:ext cx="2667000" cy="1883861"/>
          </a:xfrm>
          <a:custGeom>
            <a:avLst/>
            <a:gdLst>
              <a:gd name="connsiteX0" fmla="*/ 2686034 w 3556000"/>
              <a:gd name="connsiteY0" fmla="*/ 0 h 2511815"/>
              <a:gd name="connsiteX1" fmla="*/ 3555738 w 3556000"/>
              <a:gd name="connsiteY1" fmla="*/ 0 h 2511815"/>
              <a:gd name="connsiteX2" fmla="*/ 3556000 w 3556000"/>
              <a:gd name="connsiteY2" fmla="*/ 5191 h 2511815"/>
              <a:gd name="connsiteX3" fmla="*/ 1049376 w 3556000"/>
              <a:gd name="connsiteY3" fmla="*/ 2511815 h 2511815"/>
              <a:gd name="connsiteX4" fmla="*/ 73685 w 3556000"/>
              <a:gd name="connsiteY4" fmla="*/ 2314832 h 2511815"/>
              <a:gd name="connsiteX5" fmla="*/ 0 w 3556000"/>
              <a:gd name="connsiteY5" fmla="*/ 2279336 h 2511815"/>
              <a:gd name="connsiteX6" fmla="*/ 0 w 3556000"/>
              <a:gd name="connsiteY6" fmla="*/ 1260915 h 2511815"/>
              <a:gd name="connsiteX7" fmla="*/ 8145 w 3556000"/>
              <a:gd name="connsiteY7" fmla="*/ 1268318 h 2511815"/>
              <a:gd name="connsiteX8" fmla="*/ 1049377 w 3556000"/>
              <a:gd name="connsiteY8" fmla="*/ 1642111 h 2511815"/>
              <a:gd name="connsiteX9" fmla="*/ 2686296 w 3556000"/>
              <a:gd name="connsiteY9" fmla="*/ 5192 h 2511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6000" h="2511815">
                <a:moveTo>
                  <a:pt x="2686034" y="0"/>
                </a:moveTo>
                <a:lnTo>
                  <a:pt x="3555738" y="0"/>
                </a:lnTo>
                <a:lnTo>
                  <a:pt x="3556000" y="5191"/>
                </a:lnTo>
                <a:cubicBezTo>
                  <a:pt x="3556000" y="1389561"/>
                  <a:pt x="2433746" y="2511815"/>
                  <a:pt x="1049376" y="2511815"/>
                </a:cubicBezTo>
                <a:cubicBezTo>
                  <a:pt x="703284" y="2511815"/>
                  <a:pt x="373573" y="2441674"/>
                  <a:pt x="73685" y="2314832"/>
                </a:cubicBezTo>
                <a:lnTo>
                  <a:pt x="0" y="2279336"/>
                </a:lnTo>
                <a:lnTo>
                  <a:pt x="0" y="1260915"/>
                </a:lnTo>
                <a:lnTo>
                  <a:pt x="8145" y="1268318"/>
                </a:lnTo>
                <a:cubicBezTo>
                  <a:pt x="291101" y="1501834"/>
                  <a:pt x="653857" y="1642111"/>
                  <a:pt x="1049377" y="1642111"/>
                </a:cubicBezTo>
                <a:cubicBezTo>
                  <a:pt x="1953422" y="1642111"/>
                  <a:pt x="2686296" y="909237"/>
                  <a:pt x="2686296" y="5192"/>
                </a:cubicBezTo>
                <a:close/>
              </a:path>
            </a:pathLst>
          </a:cu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200" b="1">
              <a:solidFill>
                <a:srgbClr val="FFFFFF"/>
              </a:solidFill>
              <a:latin typeface="微软雅黑" panose="020B0503020204020204" pitchFamily="34" charset="-122"/>
              <a:ea typeface="微软雅黑" panose="020B0503020204020204" pitchFamily="34" charset="-122"/>
            </a:endParaRPr>
          </a:p>
        </p:txBody>
      </p:sp>
      <p:sp>
        <p:nvSpPr>
          <p:cNvPr id="32" name="任意多边形: 形状 31"/>
          <p:cNvSpPr/>
          <p:nvPr>
            <p:custDataLst>
              <p:tags r:id="rId5"/>
            </p:custDataLst>
          </p:nvPr>
        </p:nvSpPr>
        <p:spPr>
          <a:xfrm>
            <a:off x="7123122" y="3709571"/>
            <a:ext cx="2020879" cy="1433930"/>
          </a:xfrm>
          <a:custGeom>
            <a:avLst/>
            <a:gdLst>
              <a:gd name="connsiteX0" fmla="*/ 2077524 w 2694505"/>
              <a:gd name="connsiteY0" fmla="*/ 0 h 1911906"/>
              <a:gd name="connsiteX1" fmla="*/ 2504091 w 2694505"/>
              <a:gd name="connsiteY1" fmla="*/ 48027 h 1911906"/>
              <a:gd name="connsiteX2" fmla="*/ 2694505 w 2694505"/>
              <a:gd name="connsiteY2" fmla="*/ 102709 h 1911906"/>
              <a:gd name="connsiteX3" fmla="*/ 2694505 w 2694505"/>
              <a:gd name="connsiteY3" fmla="*/ 983995 h 1911906"/>
              <a:gd name="connsiteX4" fmla="*/ 2615544 w 2694505"/>
              <a:gd name="connsiteY4" fmla="*/ 941512 h 1911906"/>
              <a:gd name="connsiteX5" fmla="*/ 2077524 w 2694505"/>
              <a:gd name="connsiteY5" fmla="*/ 820197 h 1911906"/>
              <a:gd name="connsiteX6" fmla="*/ 791187 w 2694505"/>
              <a:gd name="connsiteY6" fmla="*/ 1797883 h 1911906"/>
              <a:gd name="connsiteX7" fmla="*/ 755946 w 2694505"/>
              <a:gd name="connsiteY7" fmla="*/ 1911906 h 1911906"/>
              <a:gd name="connsiteX8" fmla="*/ 0 w 2694505"/>
              <a:gd name="connsiteY8" fmla="*/ 1911906 h 1911906"/>
              <a:gd name="connsiteX9" fmla="*/ 1331 w 2694505"/>
              <a:gd name="connsiteY9" fmla="*/ 1901960 h 1911906"/>
              <a:gd name="connsiteX10" fmla="*/ 2077524 w 2694505"/>
              <a:gd name="connsiteY10" fmla="*/ 0 h 1911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94505" h="1911906">
                <a:moveTo>
                  <a:pt x="2077524" y="0"/>
                </a:moveTo>
                <a:cubicBezTo>
                  <a:pt x="2223644" y="0"/>
                  <a:pt x="2366306" y="16537"/>
                  <a:pt x="2504091" y="48027"/>
                </a:cubicBezTo>
                <a:lnTo>
                  <a:pt x="2694505" y="102709"/>
                </a:lnTo>
                <a:lnTo>
                  <a:pt x="2694505" y="983995"/>
                </a:lnTo>
                <a:lnTo>
                  <a:pt x="2615544" y="941512"/>
                </a:lnTo>
                <a:cubicBezTo>
                  <a:pt x="2450178" y="863395"/>
                  <a:pt x="2268368" y="820197"/>
                  <a:pt x="2077524" y="820197"/>
                </a:cubicBezTo>
                <a:cubicBezTo>
                  <a:pt x="1493066" y="820197"/>
                  <a:pt x="993332" y="1225339"/>
                  <a:pt x="791187" y="1797883"/>
                </a:cubicBezTo>
                <a:lnTo>
                  <a:pt x="755946" y="1911906"/>
                </a:lnTo>
                <a:lnTo>
                  <a:pt x="0" y="1911906"/>
                </a:lnTo>
                <a:lnTo>
                  <a:pt x="1331" y="1901960"/>
                </a:lnTo>
                <a:cubicBezTo>
                  <a:pt x="193682" y="817565"/>
                  <a:pt x="1050117" y="0"/>
                  <a:pt x="2077524" y="0"/>
                </a:cubicBezTo>
                <a:close/>
              </a:path>
            </a:pathLst>
          </a:cu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200" b="1">
              <a:solidFill>
                <a:srgbClr val="FFFFFF"/>
              </a:solidFill>
              <a:latin typeface="微软雅黑" panose="020B0503020204020204" pitchFamily="34" charset="-122"/>
              <a:ea typeface="微软雅黑" panose="020B0503020204020204" pitchFamily="34" charset="-122"/>
            </a:endParaRPr>
          </a:p>
        </p:txBody>
      </p:sp>
      <p:sp>
        <p:nvSpPr>
          <p:cNvPr id="23" name="矩形 22"/>
          <p:cNvSpPr/>
          <p:nvPr>
            <p:custDataLst>
              <p:tags r:id="rId6"/>
            </p:custDataLst>
          </p:nvPr>
        </p:nvSpPr>
        <p:spPr>
          <a:xfrm>
            <a:off x="242287" y="3695700"/>
            <a:ext cx="8659427" cy="1268851"/>
          </a:xfrm>
          <a:prstGeom prst="rect">
            <a:avLst/>
          </a:prstGeom>
          <a:pattFill prst="wdDnDiag">
            <a:fgClr>
              <a:srgbClr val="539336"/>
            </a:fgClr>
            <a:bgClr>
              <a:srgbClr val="539336"/>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kumimoji="1" lang="zh-CN" altLang="en-US" sz="1200" b="1">
              <a:solidFill>
                <a:srgbClr val="FFFFFF"/>
              </a:solidFill>
              <a:latin typeface="微软雅黑" panose="020B0503020204020204" pitchFamily="34" charset="-122"/>
              <a:ea typeface="微软雅黑" panose="020B0503020204020204" pitchFamily="34" charset="-122"/>
            </a:endParaRPr>
          </a:p>
        </p:txBody>
      </p:sp>
      <p:sp>
        <p:nvSpPr>
          <p:cNvPr id="28" name="任意多边形: 形状 27"/>
          <p:cNvSpPr/>
          <p:nvPr>
            <p:custDataLst>
              <p:tags r:id="rId7"/>
            </p:custDataLst>
          </p:nvPr>
        </p:nvSpPr>
        <p:spPr>
          <a:xfrm>
            <a:off x="7158964" y="3709571"/>
            <a:ext cx="1742750" cy="1254980"/>
          </a:xfrm>
          <a:custGeom>
            <a:avLst/>
            <a:gdLst>
              <a:gd name="connsiteX0" fmla="*/ 2339389 w 2724332"/>
              <a:gd name="connsiteY0" fmla="*/ 0 h 1783454"/>
              <a:gd name="connsiteX1" fmla="*/ 2587721 w 2724332"/>
              <a:gd name="connsiteY1" fmla="*/ 12540 h 1783454"/>
              <a:gd name="connsiteX2" fmla="*/ 2724332 w 2724332"/>
              <a:gd name="connsiteY2" fmla="*/ 33389 h 1783454"/>
              <a:gd name="connsiteX3" fmla="*/ 2724332 w 2724332"/>
              <a:gd name="connsiteY3" fmla="*/ 891720 h 1783454"/>
              <a:gd name="connsiteX4" fmla="*/ 2659044 w 2724332"/>
              <a:gd name="connsiteY4" fmla="*/ 874932 h 1783454"/>
              <a:gd name="connsiteX5" fmla="*/ 2339389 w 2724332"/>
              <a:gd name="connsiteY5" fmla="*/ 842708 h 1783454"/>
              <a:gd name="connsiteX6" fmla="*/ 944720 w 2724332"/>
              <a:gd name="connsiteY6" fmla="*/ 1672781 h 1783454"/>
              <a:gd name="connsiteX7" fmla="*/ 891406 w 2724332"/>
              <a:gd name="connsiteY7" fmla="*/ 1783454 h 1783454"/>
              <a:gd name="connsiteX8" fmla="*/ 0 w 2724332"/>
              <a:gd name="connsiteY8" fmla="*/ 1783454 h 1783454"/>
              <a:gd name="connsiteX9" fmla="*/ 19772 w 2724332"/>
              <a:gd name="connsiteY9" fmla="*/ 1706557 h 1783454"/>
              <a:gd name="connsiteX10" fmla="*/ 2339389 w 2724332"/>
              <a:gd name="connsiteY10" fmla="*/ 0 h 1783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4332" h="1783454">
                <a:moveTo>
                  <a:pt x="2339389" y="0"/>
                </a:moveTo>
                <a:cubicBezTo>
                  <a:pt x="2423226" y="0"/>
                  <a:pt x="2506071" y="4248"/>
                  <a:pt x="2587721" y="12540"/>
                </a:cubicBezTo>
                <a:lnTo>
                  <a:pt x="2724332" y="33389"/>
                </a:lnTo>
                <a:lnTo>
                  <a:pt x="2724332" y="891720"/>
                </a:lnTo>
                <a:lnTo>
                  <a:pt x="2659044" y="874932"/>
                </a:lnTo>
                <a:cubicBezTo>
                  <a:pt x="2555793" y="853804"/>
                  <a:pt x="2448887" y="842708"/>
                  <a:pt x="2339389" y="842708"/>
                </a:cubicBezTo>
                <a:cubicBezTo>
                  <a:pt x="1737153" y="842708"/>
                  <a:pt x="1213310" y="1178352"/>
                  <a:pt x="944720" y="1672781"/>
                </a:cubicBezTo>
                <a:lnTo>
                  <a:pt x="891406" y="1783454"/>
                </a:lnTo>
                <a:lnTo>
                  <a:pt x="0" y="1783454"/>
                </a:lnTo>
                <a:lnTo>
                  <a:pt x="19772" y="1706557"/>
                </a:lnTo>
                <a:cubicBezTo>
                  <a:pt x="327288" y="717864"/>
                  <a:pt x="1249506" y="0"/>
                  <a:pt x="2339389" y="0"/>
                </a:cubicBezTo>
                <a:close/>
              </a:path>
            </a:pathLst>
          </a:custGeom>
          <a:solidFill>
            <a:srgbClr val="16280E">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200" b="1">
              <a:solidFill>
                <a:srgbClr val="FFFFFF"/>
              </a:solidFill>
              <a:latin typeface="微软雅黑" panose="020B0503020204020204" pitchFamily="34" charset="-122"/>
              <a:ea typeface="微软雅黑" panose="020B0503020204020204" pitchFamily="34" charset="-122"/>
            </a:endParaRPr>
          </a:p>
        </p:txBody>
      </p:sp>
      <p:sp>
        <p:nvSpPr>
          <p:cNvPr id="4" name="文本框 3"/>
          <p:cNvSpPr txBox="1"/>
          <p:nvPr>
            <p:custDataLst>
              <p:tags r:id="rId8"/>
            </p:custDataLst>
          </p:nvPr>
        </p:nvSpPr>
        <p:spPr>
          <a:xfrm>
            <a:off x="504825" y="3975954"/>
            <a:ext cx="8139113" cy="808482"/>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marL="0" lvl="0" indent="0" algn="l">
              <a:lnSpc>
                <a:spcPct val="130000"/>
              </a:lnSpc>
              <a:spcBef>
                <a:spcPts val="0"/>
              </a:spcBef>
              <a:spcAft>
                <a:spcPts val="1000"/>
              </a:spcAft>
              <a:buSzPct val="100000"/>
              <a:buNone/>
            </a:pPr>
            <a:r>
              <a:rPr lang="en-US" sz="13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在Windows 中，最经常性的工作是管理文件和文件夹。计算机操作或处理的对象是数据，而数据是以文件的形式存储在计算机的磁盘（硬盘、U 盘或光盘）上的。文件是数据的最小组织单位，而文件夹是存放文件的组织实体。</a:t>
            </a:r>
          </a:p>
        </p:txBody>
      </p:sp>
      <p:sp>
        <p:nvSpPr>
          <p:cNvPr id="5" name="文本框 4"/>
          <p:cNvSpPr txBox="1"/>
          <p:nvPr>
            <p:custDataLst>
              <p:tags r:id="rId9"/>
            </p:custDataLst>
          </p:nvPr>
        </p:nvSpPr>
        <p:spPr>
          <a:xfrm>
            <a:off x="504825" y="1090295"/>
            <a:ext cx="5925820" cy="242570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marL="0" lvl="0" indent="-285750" algn="l" fontAlgn="ctr">
              <a:lnSpc>
                <a:spcPct val="130000"/>
              </a:lnSpc>
              <a:spcBef>
                <a:spcPts val="1000"/>
              </a:spcBef>
              <a:spcAft>
                <a:spcPts val="0"/>
              </a:spcAft>
              <a:buSzPct val="100000"/>
              <a:buFont typeface="Wingdings" panose="05000000000000000000" charset="0"/>
              <a:buNone/>
            </a:pPr>
            <a:r>
              <a:rPr sz="1300"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rPr>
              <a:t>在计算机系统中，文件管理采用树形结构，就像仓库中的货物根据类别存放在相应的区域上，用户根据某方面的特征或属性把文件归类存放，因而文件或文件夹就有一个隶属关系，从而构成有一定规律的组织结构。</a:t>
            </a:r>
          </a:p>
          <a:p>
            <a:pPr marL="0" lvl="0" indent="-285750" algn="l" fontAlgn="ctr">
              <a:lnSpc>
                <a:spcPct val="130000"/>
              </a:lnSpc>
              <a:spcBef>
                <a:spcPts val="1000"/>
              </a:spcBef>
              <a:spcAft>
                <a:spcPts val="0"/>
              </a:spcAft>
              <a:buSzPct val="100000"/>
              <a:buFont typeface="Wingdings" panose="05000000000000000000" charset="0"/>
              <a:buNone/>
            </a:pPr>
            <a:r>
              <a:rPr sz="1300"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rPr>
              <a:t>文件管理的真谛在于方便保存和迅速提取，所有的文件将通过文件夹分类组织起来。树形目录结构就像一棵倒置的树，如图2-2 所示，树根是根目录，每个树根长出的各个分支是子目录，分支上既可再长分支（下一级子目录），又可再长叶片（文件），这样按层次一级级进行划分目录，这种结构有利于组织磁盘文件。</a:t>
            </a:r>
          </a:p>
        </p:txBody>
      </p:sp>
      <p:pic>
        <p:nvPicPr>
          <p:cNvPr id="6" name="图片 5"/>
          <p:cNvPicPr preferRelativeResize="0">
            <a:picLocks noChangeAspect="1"/>
          </p:cNvPicPr>
          <p:nvPr>
            <p:custDataLst>
              <p:tags r:id="rId10"/>
            </p:custDataLst>
          </p:nvPr>
        </p:nvPicPr>
        <p:blipFill rotWithShape="1">
          <a:blip r:embed="rId18"/>
          <a:srcRect t="-56245" b="-56245"/>
          <a:stretch>
            <a:fillRect/>
          </a:stretch>
        </p:blipFill>
        <p:spPr>
          <a:xfrm>
            <a:off x="6430645" y="1033780"/>
            <a:ext cx="2470785" cy="2493010"/>
          </a:xfrm>
          <a:prstGeom prst="rect">
            <a:avLst/>
          </a:prstGeom>
          <a:blipFill rotWithShape="1">
            <a:blip r:embed="rId19"/>
            <a:stretch>
              <a:fillRect/>
            </a:stretch>
          </a:blipFill>
        </p:spPr>
      </p:pic>
      <p:sp>
        <p:nvSpPr>
          <p:cNvPr id="10" name="文本框 9"/>
          <p:cNvSpPr txBox="1"/>
          <p:nvPr>
            <p:custDataLst>
              <p:tags r:id="rId11"/>
            </p:custDataLst>
          </p:nvPr>
        </p:nvSpPr>
        <p:spPr>
          <a:xfrm>
            <a:off x="513664" y="466725"/>
            <a:ext cx="7924800" cy="468630"/>
          </a:xfrm>
          <a:prstGeom prst="rect">
            <a:avLst/>
          </a:prstGeom>
          <a:noFill/>
        </p:spPr>
        <p:txBody>
          <a:bodyPr wrap="square" lIns="76200" tIns="28575" rIns="47625" bIns="28575" rtlCol="0">
            <a:noAutofit/>
          </a:bodyPr>
          <a:lstStyle/>
          <a:p>
            <a:pPr marL="0" indent="0" algn="l">
              <a:lnSpc>
                <a:spcPct val="100000"/>
              </a:lnSpc>
              <a:spcBef>
                <a:spcPts val="0"/>
              </a:spcBef>
              <a:spcAft>
                <a:spcPts val="0"/>
              </a:spcAft>
              <a:buSzPct val="100000"/>
              <a:buNone/>
            </a:pPr>
            <a:r>
              <a:rPr lang="zh-CN" altLang="en-US" sz="2700" b="1" spc="300" dirty="0">
                <a:solidFill>
                  <a:srgbClr val="404040"/>
                </a:solidFill>
                <a:latin typeface="微软雅黑" panose="020B0503020204020204" pitchFamily="34" charset="-122"/>
                <a:ea typeface="微软雅黑" panose="020B0503020204020204" pitchFamily="34" charset="-122"/>
                <a:sym typeface="+mn-ea"/>
              </a:rPr>
              <a:t>计算机系统中文件的管理方式</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advTm="3000"/>
    </mc:Choice>
    <mc:Fallback xmlns="">
      <p:transition advTm="300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0" name="文本框 9"/>
          <p:cNvSpPr txBox="1"/>
          <p:nvPr>
            <p:custDataLst>
              <p:tags r:id="rId2"/>
            </p:custDataLst>
          </p:nvPr>
        </p:nvSpPr>
        <p:spPr>
          <a:xfrm>
            <a:off x="3482579" y="1531144"/>
            <a:ext cx="3899297" cy="2081213"/>
          </a:xfrm>
          <a:prstGeom prst="rect">
            <a:avLst/>
          </a:prstGeom>
          <a:noFill/>
        </p:spPr>
        <p:txBody>
          <a:bodyPr anchor="ctr">
            <a:noAutofit/>
          </a:bodyPr>
          <a:lstStyle/>
          <a:p>
            <a:pPr marL="0" lvl="0" indent="0" algn="just">
              <a:lnSpc>
                <a:spcPct val="130000"/>
              </a:lnSpc>
              <a:spcBef>
                <a:spcPts val="0"/>
              </a:spcBef>
              <a:spcAft>
                <a:spcPts val="0"/>
              </a:spcAft>
              <a:buSzPct val="100000"/>
              <a:buNone/>
              <a:defRPr/>
            </a:pPr>
            <a:r>
              <a:rPr lang="zh-CN" altLang="en-US" sz="1600" spc="1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通常，我们将常用的文件分门别类地放在C 盘以外能方便找到的地方。从硬盘分区开始到每一个文件夹的建立，都要按照自己的工作和生活需要命名不同的文件夹，建立合理的文件保存架构。此外，所有的文件、文件夹都要规范化地命名，并放入最合适的文件夹中。这样，当我们需要什么文件时，就知道到哪里去寻找了。</a:t>
            </a:r>
            <a:endParaRPr kumimoji="0" lang="zh-CN" altLang="en-US" sz="1600" kern="1200" cap="none" spc="150" normalizeH="0" noProof="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2" name="文本框 11"/>
          <p:cNvSpPr txBox="1"/>
          <p:nvPr>
            <p:custDataLst>
              <p:tags r:id="rId3"/>
            </p:custDataLst>
          </p:nvPr>
        </p:nvSpPr>
        <p:spPr>
          <a:xfrm>
            <a:off x="393065" y="1655445"/>
            <a:ext cx="1983740" cy="1664335"/>
          </a:xfrm>
          <a:prstGeom prst="rect">
            <a:avLst/>
          </a:prstGeom>
          <a:noFill/>
        </p:spPr>
        <p:txBody>
          <a:bodyPr anchor="ctr" anchorCtr="1">
            <a:normAutofit/>
          </a:bodyPr>
          <a:lstStyle/>
          <a:p>
            <a:pPr marL="0" marR="0" indent="0" algn="l" defTabSz="914400" fontAlgn="auto">
              <a:lnSpc>
                <a:spcPct val="120000"/>
              </a:lnSpc>
              <a:spcBef>
                <a:spcPts val="0"/>
              </a:spcBef>
              <a:spcAft>
                <a:spcPts val="0"/>
              </a:spcAft>
              <a:buSzPct val="100000"/>
              <a:buFontTx/>
              <a:buNone/>
              <a:defRPr/>
            </a:pPr>
            <a:r>
              <a:rPr kumimoji="0" lang="zh-CN" altLang="en-US" sz="3000" b="1" kern="1200" cap="none" spc="300" normalizeH="0" noProof="0">
                <a:solidFill>
                  <a:srgbClr val="404040"/>
                </a:solidFill>
                <a:latin typeface="微软雅黑" panose="020B0503020204020204" pitchFamily="34" charset="-122"/>
                <a:ea typeface="微软雅黑" panose="020B0503020204020204" pitchFamily="34" charset="-122"/>
                <a:cs typeface="+mn-cs"/>
              </a:rPr>
              <a:t>提示</a:t>
            </a:r>
          </a:p>
        </p:txBody>
      </p:sp>
      <p:sp>
        <p:nvSpPr>
          <p:cNvPr id="4" name="矩形 3"/>
          <p:cNvSpPr/>
          <p:nvPr>
            <p:custDataLst>
              <p:tags r:id="rId4"/>
            </p:custDataLst>
          </p:nvPr>
        </p:nvSpPr>
        <p:spPr>
          <a:xfrm>
            <a:off x="565785" y="3226435"/>
            <a:ext cx="1617980" cy="93980"/>
          </a:xfrm>
          <a:prstGeom prst="rect">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1">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7" name="任意多边形 6"/>
          <p:cNvSpPr/>
          <p:nvPr>
            <p:custDataLst>
              <p:tags r:id="rId5"/>
            </p:custDataLst>
          </p:nvPr>
        </p:nvSpPr>
        <p:spPr>
          <a:xfrm>
            <a:off x="1733550" y="709613"/>
            <a:ext cx="6669881" cy="3725466"/>
          </a:xfrm>
          <a:custGeom>
            <a:avLst/>
            <a:gdLst>
              <a:gd name="connsiteX0" fmla="*/ 5 w 14004"/>
              <a:gd name="connsiteY0" fmla="*/ 1622 h 7822"/>
              <a:gd name="connsiteX1" fmla="*/ 0 w 14004"/>
              <a:gd name="connsiteY1" fmla="*/ 0 h 7822"/>
              <a:gd name="connsiteX2" fmla="*/ 14004 w 14004"/>
              <a:gd name="connsiteY2" fmla="*/ 0 h 7822"/>
              <a:gd name="connsiteX3" fmla="*/ 14004 w 14004"/>
              <a:gd name="connsiteY3" fmla="*/ 7822 h 7822"/>
              <a:gd name="connsiteX4" fmla="*/ 0 w 14004"/>
              <a:gd name="connsiteY4" fmla="*/ 7822 h 7822"/>
              <a:gd name="connsiteX5" fmla="*/ 5 w 14004"/>
              <a:gd name="connsiteY5" fmla="*/ 6212 h 7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04" h="7822">
                <a:moveTo>
                  <a:pt x="5" y="1622"/>
                </a:moveTo>
                <a:lnTo>
                  <a:pt x="0" y="0"/>
                </a:lnTo>
                <a:lnTo>
                  <a:pt x="14004" y="0"/>
                </a:lnTo>
                <a:lnTo>
                  <a:pt x="14004" y="7822"/>
                </a:lnTo>
                <a:lnTo>
                  <a:pt x="0" y="7822"/>
                </a:lnTo>
                <a:lnTo>
                  <a:pt x="5" y="6212"/>
                </a:lnTo>
              </a:path>
            </a:pathLst>
          </a:custGeom>
          <a:noFill/>
          <a:ln w="19050">
            <a:solidFill>
              <a:srgbClr val="D9D9D9">
                <a:alpha val="75000"/>
              </a:srgb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1">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custDataLst>
              <p:tags r:id="rId2"/>
            </p:custDataLst>
          </p:nvPr>
        </p:nvSpPr>
        <p:spPr>
          <a:xfrm>
            <a:off x="600075" y="271463"/>
            <a:ext cx="8036719" cy="1642110"/>
          </a:xfrm>
          <a:prstGeom prst="rect">
            <a:avLst/>
          </a:prstGeom>
          <a:solidFill>
            <a:schemeClr val="bg1">
              <a:lumMod val="95000"/>
            </a:schemeClr>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vert="horz" wrap="square" lIns="68580" tIns="34290" rIns="68580" bIns="34290" numCol="1" spcCol="0" rtlCol="0" fromWordArt="0" anchor="ctr" anchorCtr="0" forceAA="0" compatLnSpc="1">
            <a:noAutofit/>
          </a:bodyPr>
          <a:lstStyle/>
          <a:p>
            <a:pPr algn="ctr"/>
            <a:endParaRPr lang="zh-CN" altLang="en-US" sz="1350">
              <a:solidFill>
                <a:schemeClr val="bg1">
                  <a:lumMod val="95000"/>
                </a:schemeClr>
              </a:solidFill>
            </a:endParaRPr>
          </a:p>
        </p:txBody>
      </p:sp>
      <p:sp>
        <p:nvSpPr>
          <p:cNvPr id="4" name="文本框 3"/>
          <p:cNvSpPr txBox="1"/>
          <p:nvPr>
            <p:custDataLst>
              <p:tags r:id="rId3"/>
            </p:custDataLst>
          </p:nvPr>
        </p:nvSpPr>
        <p:spPr>
          <a:xfrm>
            <a:off x="549116" y="2026920"/>
            <a:ext cx="8139113" cy="237744"/>
          </a:xfrm>
          <a:prstGeom prst="rect">
            <a:avLst/>
          </a:prstGeom>
          <a:noFill/>
        </p:spPr>
        <p:txBody>
          <a:bodyPr wrap="square" lIns="76200" tIns="0" rIns="61912" bIns="0" rtlCol="0">
            <a:noAutofit/>
          </a:bodyPr>
          <a:lstStyle>
            <a:defPPr>
              <a:defRPr lang="zh-CN"/>
            </a:defPPr>
            <a:lvl1pPr fontAlgn="auto">
              <a:lnSpc>
                <a:spcPct val="130000"/>
              </a:lnSpc>
              <a:defRPr sz="1600" spc="150">
                <a:uFillTx/>
              </a:defRPr>
            </a:lvl1pPr>
          </a:lstStyle>
          <a:p>
            <a:pPr marL="0" lvl="0" indent="0" algn="l">
              <a:lnSpc>
                <a:spcPct val="130000"/>
              </a:lnSpc>
              <a:spcBef>
                <a:spcPts val="0"/>
              </a:spcBef>
              <a:spcAft>
                <a:spcPts val="0"/>
              </a:spcAft>
              <a:buSzPct val="100000"/>
              <a:buNone/>
            </a:pPr>
            <a:r>
              <a:rPr lang="zh-CN" altLang="en-US" sz="1100">
                <a:solidFill>
                  <a:schemeClr val="tx1">
                    <a:lumMod val="50000"/>
                    <a:lumOff val="50000"/>
                  </a:schemeClr>
                </a:solidFill>
                <a:latin typeface="Arial" panose="020B0604020202020204" pitchFamily="34" charset="0"/>
                <a:ea typeface="微软雅黑" panose="020B0503020204020204" pitchFamily="34" charset="-122"/>
              </a:rPr>
              <a:t>在Windows中，用户可以很轻松地管理文件和文件夹。管理文件和文件夹的主要工具是“文件资源管理器”。</a:t>
            </a:r>
          </a:p>
        </p:txBody>
      </p:sp>
      <p:sp>
        <p:nvSpPr>
          <p:cNvPr id="48" name="矩形 47"/>
          <p:cNvSpPr/>
          <p:nvPr>
            <p:custDataLst>
              <p:tags r:id="rId4"/>
            </p:custDataLst>
          </p:nvPr>
        </p:nvSpPr>
        <p:spPr>
          <a:xfrm>
            <a:off x="8579644" y="266700"/>
            <a:ext cx="57150" cy="211169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23" name="直接连接符 22"/>
          <p:cNvCxnSpPr/>
          <p:nvPr>
            <p:custDataLst>
              <p:tags r:id="rId5"/>
            </p:custDataLst>
          </p:nvPr>
        </p:nvCxnSpPr>
        <p:spPr>
          <a:xfrm>
            <a:off x="610347" y="2392204"/>
            <a:ext cx="8071009"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6" name="文本框 5"/>
          <p:cNvSpPr txBox="1"/>
          <p:nvPr>
            <p:custDataLst>
              <p:tags r:id="rId6"/>
            </p:custDataLst>
          </p:nvPr>
        </p:nvSpPr>
        <p:spPr>
          <a:xfrm>
            <a:off x="549116" y="2512854"/>
            <a:ext cx="8139113" cy="1566545"/>
          </a:xfrm>
          <a:prstGeom prst="rect">
            <a:avLst/>
          </a:prstGeom>
          <a:noFill/>
        </p:spPr>
        <p:txBody>
          <a:bodyPr wrap="square" lIns="76200" tIns="0" rIns="61912" bIns="0" rtlCol="0">
            <a:spAutoFit/>
          </a:bodyPr>
          <a:lstStyle>
            <a:defPPr>
              <a:defRPr lang="zh-CN"/>
            </a:defPPr>
            <a:lvl1pPr fontAlgn="auto">
              <a:lnSpc>
                <a:spcPct val="130000"/>
              </a:lnSpc>
              <a:spcAft>
                <a:spcPts val="1000"/>
              </a:spcAft>
              <a:defRPr sz="1600" spc="150"/>
            </a:lvl1pPr>
          </a:lstStyle>
          <a:p>
            <a:pPr marL="400050" lvl="0" indent="-400050" algn="l" fontAlgn="ctr">
              <a:lnSpc>
                <a:spcPct val="130000"/>
              </a:lnSpc>
              <a:spcBef>
                <a:spcPts val="1000"/>
              </a:spcBef>
              <a:spcAft>
                <a:spcPts val="0"/>
              </a:spcAft>
              <a:buSzPct val="100000"/>
              <a:buFont typeface="+mj-ea"/>
              <a:buAutoNum type="ea1JpnChsDbPeriod"/>
            </a:pPr>
            <a:r>
              <a:rPr lang="zh-CN" altLang="en-US" sz="1200">
                <a:solidFill>
                  <a:schemeClr val="tx1">
                    <a:lumMod val="50000"/>
                    <a:lumOff val="50000"/>
                  </a:schemeClr>
                </a:solidFill>
                <a:latin typeface="Arial" panose="020B0604020202020204" pitchFamily="34" charset="0"/>
                <a:ea typeface="微软雅黑" panose="020B0503020204020204" pitchFamily="34" charset="-122"/>
              </a:rPr>
              <a:t>开机，进入Windows 桌面。</a:t>
            </a:r>
          </a:p>
          <a:p>
            <a:pPr marL="400050" lvl="0" indent="-400050" algn="l" fontAlgn="ctr">
              <a:lnSpc>
                <a:spcPct val="130000"/>
              </a:lnSpc>
              <a:spcBef>
                <a:spcPts val="1000"/>
              </a:spcBef>
              <a:spcAft>
                <a:spcPts val="0"/>
              </a:spcAft>
              <a:buSzPct val="100000"/>
              <a:buFont typeface="+mj-ea"/>
              <a:buAutoNum type="ea1JpnChsDbPeriod"/>
            </a:pPr>
            <a:r>
              <a:rPr lang="zh-CN" altLang="en-US" sz="1200">
                <a:solidFill>
                  <a:schemeClr val="tx1">
                    <a:lumMod val="50000"/>
                    <a:lumOff val="50000"/>
                  </a:schemeClr>
                </a:solidFill>
                <a:latin typeface="Arial" panose="020B0604020202020204" pitchFamily="34" charset="0"/>
                <a:ea typeface="微软雅黑" panose="020B0503020204020204" pitchFamily="34" charset="-122"/>
              </a:rPr>
              <a:t>打开“Windows 资源管理器”的常用方法有下面几种。</a:t>
            </a:r>
          </a:p>
          <a:p>
            <a:pPr marL="749300" lvl="1" indent="-304800" algn="l" fontAlgn="ctr">
              <a:lnSpc>
                <a:spcPct val="130000"/>
              </a:lnSpc>
              <a:spcBef>
                <a:spcPts val="0"/>
              </a:spcBef>
              <a:spcAft>
                <a:spcPts val="0"/>
              </a:spcAft>
              <a:buSzPct val="100000"/>
              <a:buFont typeface="+mj-lt"/>
              <a:buAutoNum type="arabicPeriod"/>
            </a:pPr>
            <a:r>
              <a:rPr lang="zh-CN" altLang="en-US" sz="1200">
                <a:solidFill>
                  <a:schemeClr val="tx1">
                    <a:lumMod val="50000"/>
                    <a:lumOff val="50000"/>
                  </a:schemeClr>
                </a:solidFill>
                <a:latin typeface="Arial" panose="020B0604020202020204" pitchFamily="34" charset="0"/>
                <a:ea typeface="微软雅黑" panose="020B0503020204020204" pitchFamily="34" charset="-122"/>
              </a:rPr>
              <a:t>单击锁定到任务栏左侧的“文件资源管理器”图标      。</a:t>
            </a:r>
          </a:p>
          <a:p>
            <a:pPr marL="749300" lvl="1" indent="-304800" algn="l" fontAlgn="ctr">
              <a:lnSpc>
                <a:spcPct val="130000"/>
              </a:lnSpc>
              <a:spcBef>
                <a:spcPts val="0"/>
              </a:spcBef>
              <a:spcAft>
                <a:spcPts val="0"/>
              </a:spcAft>
              <a:buSzPct val="100000"/>
              <a:buFont typeface="+mj-lt"/>
              <a:buAutoNum type="arabicPeriod"/>
            </a:pPr>
            <a:r>
              <a:rPr lang="zh-CN" altLang="en-US" sz="1200">
                <a:solidFill>
                  <a:schemeClr val="tx1">
                    <a:lumMod val="50000"/>
                    <a:lumOff val="50000"/>
                  </a:schemeClr>
                </a:solidFill>
                <a:latin typeface="Arial" panose="020B0604020202020204" pitchFamily="34" charset="0"/>
                <a:ea typeface="微软雅黑" panose="020B0503020204020204" pitchFamily="34" charset="-122"/>
              </a:rPr>
              <a:t>单击“开始”按钮      ，单击“文件资源管理器”。</a:t>
            </a:r>
          </a:p>
          <a:p>
            <a:pPr marL="749300" lvl="1" indent="-304800" algn="l" fontAlgn="ctr">
              <a:lnSpc>
                <a:spcPct val="130000"/>
              </a:lnSpc>
              <a:spcBef>
                <a:spcPts val="0"/>
              </a:spcBef>
              <a:spcAft>
                <a:spcPts val="0"/>
              </a:spcAft>
              <a:buSzPct val="100000"/>
              <a:buFont typeface="+mj-lt"/>
              <a:buAutoNum type="arabicPeriod"/>
            </a:pPr>
            <a:r>
              <a:rPr lang="zh-CN" altLang="en-US" sz="1200">
                <a:solidFill>
                  <a:schemeClr val="tx1">
                    <a:lumMod val="50000"/>
                    <a:lumOff val="50000"/>
                  </a:schemeClr>
                </a:solidFill>
                <a:latin typeface="Arial" panose="020B0604020202020204" pitchFamily="34" charset="0"/>
                <a:ea typeface="微软雅黑" panose="020B0503020204020204" pitchFamily="34" charset="-122"/>
              </a:rPr>
              <a:t>右键单击“开始”按钮      ，在快捷菜单中单击“文件资源管理器”。</a:t>
            </a:r>
          </a:p>
          <a:p>
            <a:pPr marL="749300" lvl="1" indent="-304800" algn="l" fontAlgn="ctr">
              <a:lnSpc>
                <a:spcPct val="130000"/>
              </a:lnSpc>
              <a:spcBef>
                <a:spcPts val="0"/>
              </a:spcBef>
              <a:spcAft>
                <a:spcPts val="0"/>
              </a:spcAft>
              <a:buSzPct val="100000"/>
              <a:buFont typeface="+mj-lt"/>
              <a:buAutoNum type="arabicPeriod"/>
            </a:pPr>
            <a:r>
              <a:rPr lang="zh-CN" altLang="en-US" sz="1200">
                <a:solidFill>
                  <a:schemeClr val="tx1">
                    <a:lumMod val="50000"/>
                    <a:lumOff val="50000"/>
                  </a:schemeClr>
                </a:solidFill>
                <a:latin typeface="Arial" panose="020B0604020202020204" pitchFamily="34" charset="0"/>
                <a:ea typeface="微软雅黑" panose="020B0503020204020204" pitchFamily="34" charset="-122"/>
              </a:rPr>
              <a:t>按键盘上的Windows键      +E 组合键。</a:t>
            </a:r>
          </a:p>
        </p:txBody>
      </p:sp>
      <p:pic>
        <p:nvPicPr>
          <p:cNvPr id="8" name="图片 7"/>
          <p:cNvPicPr preferRelativeResize="0">
            <a:picLocks noChangeAspect="1"/>
          </p:cNvPicPr>
          <p:nvPr>
            <p:custDataLst>
              <p:tags r:id="rId7"/>
            </p:custDataLst>
          </p:nvPr>
        </p:nvPicPr>
        <p:blipFill>
          <a:blip r:embed="rId11"/>
          <a:srcRect t="-6939" b="-6939"/>
          <a:stretch>
            <a:fillRect/>
          </a:stretch>
        </p:blipFill>
        <p:spPr>
          <a:xfrm>
            <a:off x="6390005" y="271780"/>
            <a:ext cx="2189480" cy="1642110"/>
          </a:xfrm>
          <a:prstGeom prst="rect">
            <a:avLst/>
          </a:prstGeom>
          <a:blipFill rotWithShape="1">
            <a:blip r:embed="rId12"/>
            <a:stretch>
              <a:fillRect/>
            </a:stretch>
          </a:blipFill>
        </p:spPr>
      </p:pic>
      <p:sp>
        <p:nvSpPr>
          <p:cNvPr id="9" name="文本框 8"/>
          <p:cNvSpPr txBox="1"/>
          <p:nvPr>
            <p:custDataLst>
              <p:tags r:id="rId8"/>
            </p:custDataLst>
          </p:nvPr>
        </p:nvSpPr>
        <p:spPr>
          <a:xfrm>
            <a:off x="821059" y="858203"/>
            <a:ext cx="5324475" cy="468630"/>
          </a:xfrm>
          <a:prstGeom prst="rect">
            <a:avLst/>
          </a:prstGeom>
          <a:noFill/>
        </p:spPr>
        <p:txBody>
          <a:bodyPr wrap="square" lIns="76200" tIns="28575" rIns="47625" bIns="28575" rtlCol="0">
            <a:noAutofit/>
          </a:bodyPr>
          <a:lstStyle/>
          <a:p>
            <a:pPr marL="0" indent="0" algn="l">
              <a:lnSpc>
                <a:spcPct val="100000"/>
              </a:lnSpc>
              <a:spcBef>
                <a:spcPts val="0"/>
              </a:spcBef>
              <a:spcAft>
                <a:spcPts val="0"/>
              </a:spcAft>
              <a:buSzPct val="100000"/>
              <a:buNone/>
            </a:pPr>
            <a:r>
              <a:rPr lang="zh-CN" altLang="en-US" sz="2700" b="1" spc="300">
                <a:solidFill>
                  <a:schemeClr val="tx1"/>
                </a:solidFill>
                <a:latin typeface="Arial" panose="020B0604020202020204" pitchFamily="34" charset="0"/>
                <a:ea typeface="微软雅黑" panose="020B0503020204020204" pitchFamily="34" charset="-122"/>
                <a:sym typeface="Arial" panose="020B0604020202020204" pitchFamily="34" charset="0"/>
              </a:rPr>
              <a:t>查看磁盘内容</a:t>
            </a:r>
          </a:p>
        </p:txBody>
      </p:sp>
      <p:sp>
        <p:nvSpPr>
          <p:cNvPr id="10" name="文本框 9"/>
          <p:cNvSpPr txBox="1"/>
          <p:nvPr>
            <p:custDataLst>
              <p:tags r:id="rId9"/>
            </p:custDataLst>
          </p:nvPr>
        </p:nvSpPr>
        <p:spPr>
          <a:xfrm>
            <a:off x="502285" y="4331335"/>
            <a:ext cx="8139430" cy="504190"/>
          </a:xfrm>
          <a:prstGeom prst="rect">
            <a:avLst/>
          </a:prstGeom>
          <a:noFill/>
        </p:spPr>
        <p:txBody>
          <a:bodyPr wrap="square" lIns="76200" tIns="28575" rIns="57150" bIns="28575" rtlCol="0">
            <a:noAutofit/>
          </a:bodyPr>
          <a:lstStyle>
            <a:defPPr>
              <a:defRPr lang="zh-CN"/>
            </a:defPPr>
            <a:lvl1pPr>
              <a:defRPr sz="2400" spc="200">
                <a:latin typeface="微软雅黑" panose="020B0503020204020204" pitchFamily="34" charset="-122"/>
                <a:ea typeface="微软雅黑" panose="020B0503020204020204" pitchFamily="34" charset="-122"/>
              </a:defRPr>
            </a:lvl1pPr>
          </a:lstStyle>
          <a:p>
            <a:pPr marL="0" indent="0" algn="l">
              <a:lnSpc>
                <a:spcPct val="100000"/>
              </a:lnSpc>
              <a:spcBef>
                <a:spcPts val="0"/>
              </a:spcBef>
              <a:spcAft>
                <a:spcPts val="0"/>
              </a:spcAft>
              <a:buSzPct val="100000"/>
            </a:pPr>
            <a:r>
              <a:rPr lang="zh-CN" altLang="en-US" sz="1200" b="1">
                <a:latin typeface="Arial" panose="020B0604020202020204" pitchFamily="34" charset="0"/>
              </a:rPr>
              <a:t>上面任一方法均可打开“文件资源管理器”。默认情况下，如果没有展开功能区，则显示如图2-3所示。</a:t>
            </a:r>
          </a:p>
        </p:txBody>
      </p:sp>
      <p:pic>
        <p:nvPicPr>
          <p:cNvPr id="3" name="图片 2"/>
          <p:cNvPicPr>
            <a:picLocks noChangeAspect="1"/>
          </p:cNvPicPr>
          <p:nvPr/>
        </p:nvPicPr>
        <p:blipFill>
          <a:blip r:embed="rId13"/>
          <a:stretch>
            <a:fillRect/>
          </a:stretch>
        </p:blipFill>
        <p:spPr>
          <a:xfrm>
            <a:off x="2651125" y="3368675"/>
            <a:ext cx="216000" cy="216000"/>
          </a:xfrm>
          <a:prstGeom prst="rect">
            <a:avLst/>
          </a:prstGeom>
        </p:spPr>
      </p:pic>
      <p:pic>
        <p:nvPicPr>
          <p:cNvPr id="5" name="图片 4"/>
          <p:cNvPicPr>
            <a:picLocks noChangeAspect="1"/>
          </p:cNvPicPr>
          <p:nvPr/>
        </p:nvPicPr>
        <p:blipFill>
          <a:blip r:embed="rId13"/>
          <a:stretch>
            <a:fillRect/>
          </a:stretch>
        </p:blipFill>
        <p:spPr>
          <a:xfrm>
            <a:off x="2928620" y="3628390"/>
            <a:ext cx="216000" cy="216000"/>
          </a:xfrm>
          <a:prstGeom prst="rect">
            <a:avLst/>
          </a:prstGeom>
        </p:spPr>
      </p:pic>
      <p:pic>
        <p:nvPicPr>
          <p:cNvPr id="7" name="图片 6"/>
          <p:cNvPicPr>
            <a:picLocks noChangeAspect="1"/>
          </p:cNvPicPr>
          <p:nvPr/>
        </p:nvPicPr>
        <p:blipFill>
          <a:blip r:embed="rId14"/>
          <a:stretch>
            <a:fillRect/>
          </a:stretch>
        </p:blipFill>
        <p:spPr>
          <a:xfrm>
            <a:off x="4746625" y="3152775"/>
            <a:ext cx="216000" cy="216000"/>
          </a:xfrm>
          <a:prstGeom prst="rect">
            <a:avLst/>
          </a:prstGeom>
        </p:spPr>
      </p:pic>
      <p:pic>
        <p:nvPicPr>
          <p:cNvPr id="13" name="图片 12"/>
          <p:cNvPicPr>
            <a:picLocks noChangeAspect="1"/>
          </p:cNvPicPr>
          <p:nvPr/>
        </p:nvPicPr>
        <p:blipFill>
          <a:blip r:embed="rId15"/>
          <a:stretch>
            <a:fillRect/>
          </a:stretch>
        </p:blipFill>
        <p:spPr>
          <a:xfrm>
            <a:off x="2928620" y="3863340"/>
            <a:ext cx="216000" cy="216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custDataLst>
              <p:tags r:id="rId2"/>
            </p:custDataLst>
          </p:nvPr>
        </p:nvSpPr>
        <p:spPr>
          <a:xfrm>
            <a:off x="0" y="0"/>
            <a:ext cx="9144000" cy="5143500"/>
          </a:xfrm>
          <a:prstGeom prst="rect">
            <a:avLst/>
          </a:prstGeom>
          <a:pattFill prst="ltDnDiag">
            <a:fgClr>
              <a:schemeClr val="bg1">
                <a:lumMod val="8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b="1" dirty="0">
              <a:solidFill>
                <a:schemeClr val="bg1"/>
              </a:solidFill>
              <a:latin typeface="+mn-ea"/>
            </a:endParaRPr>
          </a:p>
        </p:txBody>
      </p:sp>
      <p:sp>
        <p:nvSpPr>
          <p:cNvPr id="15" name="直角三角形 14"/>
          <p:cNvSpPr/>
          <p:nvPr>
            <p:custDataLst>
              <p:tags r:id="rId3"/>
            </p:custDataLst>
          </p:nvPr>
        </p:nvSpPr>
        <p:spPr>
          <a:xfrm rot="10800000">
            <a:off x="7263663" y="0"/>
            <a:ext cx="1880337" cy="1880337"/>
          </a:xfrm>
          <a:prstGeom prst="rtTriangl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b="1">
              <a:solidFill>
                <a:schemeClr val="bg1"/>
              </a:solidFill>
              <a:latin typeface="+mn-ea"/>
            </a:endParaRPr>
          </a:p>
        </p:txBody>
      </p:sp>
      <p:sp>
        <p:nvSpPr>
          <p:cNvPr id="14" name="任意多边形: 形状 13"/>
          <p:cNvSpPr/>
          <p:nvPr>
            <p:custDataLst>
              <p:tags r:id="rId4"/>
            </p:custDataLst>
          </p:nvPr>
        </p:nvSpPr>
        <p:spPr>
          <a:xfrm flipH="1">
            <a:off x="0" y="136598"/>
            <a:ext cx="4999943" cy="5006903"/>
          </a:xfrm>
          <a:custGeom>
            <a:avLst/>
            <a:gdLst>
              <a:gd name="connsiteX0" fmla="*/ 6666591 w 6666591"/>
              <a:gd name="connsiteY0" fmla="*/ 0 h 6675871"/>
              <a:gd name="connsiteX1" fmla="*/ 0 w 6666591"/>
              <a:gd name="connsiteY1" fmla="*/ 6675871 h 6675871"/>
              <a:gd name="connsiteX2" fmla="*/ 103876 w 6666591"/>
              <a:gd name="connsiteY2" fmla="*/ 6675871 h 6675871"/>
              <a:gd name="connsiteX3" fmla="*/ 6666591 w 6666591"/>
              <a:gd name="connsiteY3" fmla="*/ 104021 h 6675871"/>
            </a:gdLst>
            <a:ahLst/>
            <a:cxnLst>
              <a:cxn ang="0">
                <a:pos x="connsiteX0" y="connsiteY0"/>
              </a:cxn>
              <a:cxn ang="0">
                <a:pos x="connsiteX1" y="connsiteY1"/>
              </a:cxn>
              <a:cxn ang="0">
                <a:pos x="connsiteX2" y="connsiteY2"/>
              </a:cxn>
              <a:cxn ang="0">
                <a:pos x="connsiteX3" y="connsiteY3"/>
              </a:cxn>
            </a:cxnLst>
            <a:rect l="l" t="t" r="r" b="b"/>
            <a:pathLst>
              <a:path w="6666591" h="6675871">
                <a:moveTo>
                  <a:pt x="6666591" y="0"/>
                </a:moveTo>
                <a:lnTo>
                  <a:pt x="0" y="6675871"/>
                </a:lnTo>
                <a:lnTo>
                  <a:pt x="103876" y="6675871"/>
                </a:lnTo>
                <a:lnTo>
                  <a:pt x="6666591" y="104021"/>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b="1">
              <a:solidFill>
                <a:schemeClr val="bg1"/>
              </a:solidFill>
              <a:latin typeface="+mn-ea"/>
            </a:endParaRPr>
          </a:p>
        </p:txBody>
      </p:sp>
      <p:sp>
        <p:nvSpPr>
          <p:cNvPr id="11" name="直角三角形 10"/>
          <p:cNvSpPr/>
          <p:nvPr>
            <p:custDataLst>
              <p:tags r:id="rId5"/>
            </p:custDataLst>
          </p:nvPr>
        </p:nvSpPr>
        <p:spPr>
          <a:xfrm>
            <a:off x="0" y="429986"/>
            <a:ext cx="4713515" cy="4713515"/>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b="1">
              <a:solidFill>
                <a:schemeClr val="bg1"/>
              </a:solidFill>
              <a:latin typeface="+mn-ea"/>
            </a:endParaRPr>
          </a:p>
        </p:txBody>
      </p:sp>
      <p:sp>
        <p:nvSpPr>
          <p:cNvPr id="8" name="矩形 7"/>
          <p:cNvSpPr/>
          <p:nvPr>
            <p:custDataLst>
              <p:tags r:id="rId6"/>
            </p:custDataLst>
          </p:nvPr>
        </p:nvSpPr>
        <p:spPr>
          <a:xfrm>
            <a:off x="0" y="776968"/>
            <a:ext cx="9144000" cy="3589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b="1">
              <a:solidFill>
                <a:schemeClr val="bg1"/>
              </a:solidFill>
              <a:latin typeface="+mn-ea"/>
            </a:endParaRPr>
          </a:p>
        </p:txBody>
      </p:sp>
      <p:sp>
        <p:nvSpPr>
          <p:cNvPr id="4" name="文本框 3"/>
          <p:cNvSpPr txBox="1"/>
          <p:nvPr>
            <p:custDataLst>
              <p:tags r:id="rId7"/>
            </p:custDataLst>
          </p:nvPr>
        </p:nvSpPr>
        <p:spPr>
          <a:xfrm>
            <a:off x="502412" y="2103494"/>
            <a:ext cx="8139178" cy="1632109"/>
          </a:xfrm>
          <a:prstGeom prst="rect">
            <a:avLst/>
          </a:prstGeom>
          <a:noFill/>
        </p:spPr>
        <p:txBody>
          <a:bodyPr wrap="square" lIns="67500" tIns="35100" rIns="67500" bIns="35100" rtlCol="0">
            <a:noAutofit/>
          </a:bodyPr>
          <a:lstStyle>
            <a:defPPr>
              <a:defRPr lang="zh-CN"/>
            </a:defPPr>
            <a:lvl1pPr fontAlgn="auto">
              <a:lnSpc>
                <a:spcPct val="130000"/>
              </a:lnSpc>
              <a:spcAft>
                <a:spcPts val="1000"/>
              </a:spcAft>
              <a:defRPr sz="1600" spc="150"/>
            </a:lvl1pPr>
          </a:lstStyle>
          <a:p>
            <a:pPr marL="355600" lvl="0" indent="-355600" algn="l" fontAlgn="ctr">
              <a:lnSpc>
                <a:spcPct val="130000"/>
              </a:lnSpc>
              <a:spcBef>
                <a:spcPts val="1000"/>
              </a:spcBef>
              <a:spcAft>
                <a:spcPts val="0"/>
              </a:spcAft>
              <a:buClr>
                <a:schemeClr val="tx2"/>
              </a:buClr>
              <a:buSzPct val="100000"/>
              <a:buFont typeface="WPS-Bullets" pitchFamily="2" charset="0"/>
              <a:buChar char=""/>
            </a:pPr>
            <a:r>
              <a:rPr lang="zh-CN" altLang="en-US" sz="1300" b="1">
                <a:solidFill>
                  <a:schemeClr val="tx1">
                    <a:lumMod val="65000"/>
                    <a:lumOff val="35000"/>
                  </a:schemeClr>
                </a:solidFill>
                <a:latin typeface="Arial" panose="020B0604020202020204" pitchFamily="34" charset="0"/>
                <a:ea typeface="微软雅黑" panose="020B0503020204020204" pitchFamily="34" charset="-122"/>
              </a:rPr>
              <a:t>打开“文件资源管理器”时，在左侧导航窗格中，默认显示“快速访问”；在右侧的内容窗格中，显示“快速访问”中的“常用文件夹”和“最近使用的文件”。</a:t>
            </a:r>
          </a:p>
          <a:p>
            <a:pPr marL="355600" lvl="0" indent="-355600" algn="l" fontAlgn="ctr">
              <a:lnSpc>
                <a:spcPct val="130000"/>
              </a:lnSpc>
              <a:spcBef>
                <a:spcPts val="1000"/>
              </a:spcBef>
              <a:spcAft>
                <a:spcPts val="0"/>
              </a:spcAft>
              <a:buClr>
                <a:schemeClr val="tx2"/>
              </a:buClr>
              <a:buSzPct val="100000"/>
              <a:buFont typeface="WPS-Bullets" pitchFamily="2" charset="0"/>
              <a:buChar char=""/>
            </a:pPr>
            <a:r>
              <a:rPr lang="zh-CN" altLang="en-US" sz="1300" b="1">
                <a:solidFill>
                  <a:schemeClr val="tx1">
                    <a:lumMod val="65000"/>
                    <a:lumOff val="35000"/>
                  </a:schemeClr>
                </a:solidFill>
                <a:latin typeface="Arial" panose="020B0604020202020204" pitchFamily="34" charset="0"/>
                <a:ea typeface="微软雅黑" panose="020B0503020204020204" pitchFamily="34" charset="-122"/>
              </a:rPr>
              <a:t>单击窗口右上方的“展开功能区”按钮    ，将展开文件资源管理器的功能区，同时该按钮变为“最小化功能区”按钮    。</a:t>
            </a:r>
          </a:p>
          <a:p>
            <a:pPr marL="355600" lvl="0" indent="-355600" algn="l" fontAlgn="ctr">
              <a:lnSpc>
                <a:spcPct val="130000"/>
              </a:lnSpc>
              <a:spcBef>
                <a:spcPts val="1000"/>
              </a:spcBef>
              <a:spcAft>
                <a:spcPts val="0"/>
              </a:spcAft>
              <a:buClr>
                <a:schemeClr val="tx2"/>
              </a:buClr>
              <a:buSzPct val="100000"/>
              <a:buFont typeface="WPS-Bullets" pitchFamily="2" charset="0"/>
              <a:buChar char=""/>
            </a:pPr>
            <a:r>
              <a:rPr lang="zh-CN" altLang="en-US" sz="1300" b="1">
                <a:solidFill>
                  <a:schemeClr val="tx1">
                    <a:lumMod val="65000"/>
                    <a:lumOff val="35000"/>
                  </a:schemeClr>
                </a:solidFill>
                <a:latin typeface="Arial" panose="020B0604020202020204" pitchFamily="34" charset="0"/>
                <a:ea typeface="微软雅黑" panose="020B0503020204020204" pitchFamily="34" charset="-122"/>
              </a:rPr>
              <a:t>在导航窗格中， 单击文件夹名称，内容窗格中将显示该文件夹中包含的文件和文件夹等内容。</a:t>
            </a:r>
          </a:p>
        </p:txBody>
      </p:sp>
      <p:sp>
        <p:nvSpPr>
          <p:cNvPr id="9" name="文本框 8"/>
          <p:cNvSpPr txBox="1"/>
          <p:nvPr>
            <p:custDataLst>
              <p:tags r:id="rId8"/>
            </p:custDataLst>
          </p:nvPr>
        </p:nvSpPr>
        <p:spPr>
          <a:xfrm>
            <a:off x="502412" y="1407897"/>
            <a:ext cx="7924863" cy="472440"/>
          </a:xfrm>
          <a:prstGeom prst="rect">
            <a:avLst/>
          </a:prstGeom>
          <a:noFill/>
        </p:spPr>
        <p:txBody>
          <a:bodyPr wrap="square" lIns="67500" tIns="35100" rIns="67500" bIns="35100" rtlCol="0">
            <a:noAutofit/>
          </a:bodyPr>
          <a:lstStyle/>
          <a:p>
            <a:pPr marL="0" indent="0" algn="l">
              <a:lnSpc>
                <a:spcPct val="100000"/>
              </a:lnSpc>
              <a:spcBef>
                <a:spcPts val="0"/>
              </a:spcBef>
              <a:spcAft>
                <a:spcPts val="0"/>
              </a:spcAft>
              <a:buSzPct val="100000"/>
              <a:buNone/>
            </a:pPr>
            <a:r>
              <a:rPr lang="zh-CN" altLang="en-US" sz="2700" b="1" spc="300">
                <a:solidFill>
                  <a:schemeClr val="tx1">
                    <a:lumMod val="75000"/>
                    <a:lumOff val="25000"/>
                  </a:schemeClr>
                </a:solidFill>
                <a:latin typeface="Arial" panose="020B0604020202020204" pitchFamily="34" charset="0"/>
                <a:ea typeface="微软雅黑" panose="020B0503020204020204" pitchFamily="34" charset="-122"/>
              </a:rPr>
              <a:t>查看磁盘内容</a:t>
            </a:r>
          </a:p>
        </p:txBody>
      </p:sp>
      <p:sp>
        <p:nvSpPr>
          <p:cNvPr id="16" name="直角三角形 15"/>
          <p:cNvSpPr/>
          <p:nvPr>
            <p:custDataLst>
              <p:tags r:id="rId9"/>
            </p:custDataLst>
          </p:nvPr>
        </p:nvSpPr>
        <p:spPr>
          <a:xfrm rot="10800000">
            <a:off x="7263663" y="0"/>
            <a:ext cx="1880337" cy="1880337"/>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b="1">
              <a:solidFill>
                <a:schemeClr val="bg1"/>
              </a:solidFill>
              <a:latin typeface="+mn-ea"/>
            </a:endParaRPr>
          </a:p>
        </p:txBody>
      </p:sp>
      <p:pic>
        <p:nvPicPr>
          <p:cNvPr id="2" name="图片 1"/>
          <p:cNvPicPr>
            <a:picLocks noChangeAspect="1"/>
          </p:cNvPicPr>
          <p:nvPr/>
        </p:nvPicPr>
        <p:blipFill>
          <a:blip r:embed="rId11"/>
          <a:stretch>
            <a:fillRect/>
          </a:stretch>
        </p:blipFill>
        <p:spPr>
          <a:xfrm>
            <a:off x="4077970" y="2838450"/>
            <a:ext cx="216000" cy="185143"/>
          </a:xfrm>
          <a:prstGeom prst="rect">
            <a:avLst/>
          </a:prstGeom>
        </p:spPr>
      </p:pic>
      <p:pic>
        <p:nvPicPr>
          <p:cNvPr id="3" name="图片 2"/>
          <p:cNvPicPr>
            <a:picLocks noChangeAspect="1"/>
          </p:cNvPicPr>
          <p:nvPr/>
        </p:nvPicPr>
        <p:blipFill>
          <a:blip r:embed="rId12"/>
          <a:stretch>
            <a:fillRect/>
          </a:stretch>
        </p:blipFill>
        <p:spPr>
          <a:xfrm>
            <a:off x="2757170" y="3077210"/>
            <a:ext cx="252000" cy="214941"/>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pattFill prst="wdUpDiag">
          <a:fgClr>
            <a:schemeClr val="tx2"/>
          </a:fgClr>
          <a:bgClr>
            <a:schemeClr val="bg2"/>
          </a:bgClr>
        </a:patt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515700"/>
            <a:ext cx="9144000" cy="41121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rgbClr val="FFFFFF"/>
              </a:solidFill>
              <a:latin typeface="微软雅黑" panose="020B0503020204020204" pitchFamily="34" charset="-122"/>
              <a:ea typeface="微软雅黑" panose="020B0503020204020204" pitchFamily="34" charset="-122"/>
              <a:sym typeface="+mn-ea"/>
            </a:endParaRPr>
          </a:p>
        </p:txBody>
      </p:sp>
      <p:grpSp>
        <p:nvGrpSpPr>
          <p:cNvPr id="4" name="组合 3"/>
          <p:cNvGrpSpPr/>
          <p:nvPr userDrawn="1">
            <p:custDataLst>
              <p:tags r:id="rId3"/>
            </p:custDataLst>
          </p:nvPr>
        </p:nvGrpSpPr>
        <p:grpSpPr>
          <a:xfrm>
            <a:off x="235272" y="260661"/>
            <a:ext cx="1431777" cy="4764597"/>
            <a:chOff x="313696" y="347548"/>
            <a:chExt cx="1909036" cy="6352796"/>
          </a:xfrm>
        </p:grpSpPr>
        <p:grpSp>
          <p:nvGrpSpPr>
            <p:cNvPr id="168" name="组合 167"/>
            <p:cNvGrpSpPr/>
            <p:nvPr userDrawn="1"/>
          </p:nvGrpSpPr>
          <p:grpSpPr>
            <a:xfrm rot="20310956">
              <a:off x="356063" y="347548"/>
              <a:ext cx="1824574" cy="1081190"/>
              <a:chOff x="4175125" y="1726565"/>
              <a:chExt cx="1094105" cy="648335"/>
            </a:xfrm>
          </p:grpSpPr>
          <p:sp>
            <p:nvSpPr>
              <p:cNvPr id="169" name="Freeform 64"/>
              <p:cNvSpPr/>
              <p:nvPr userDrawn="1">
                <p:custDataLst>
                  <p:tags r:id="rId12"/>
                </p:custDataLst>
              </p:nvPr>
            </p:nvSpPr>
            <p:spPr bwMode="auto">
              <a:xfrm>
                <a:off x="4175125" y="1726565"/>
                <a:ext cx="1094105" cy="648335"/>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170" name="Rectangle 66"/>
              <p:cNvSpPr>
                <a:spLocks noChangeArrowheads="1"/>
              </p:cNvSpPr>
              <p:nvPr userDrawn="1">
                <p:custDataLst>
                  <p:tags r:id="rId13"/>
                </p:custDataLst>
              </p:nvPr>
            </p:nvSpPr>
            <p:spPr bwMode="auto">
              <a:xfrm>
                <a:off x="4249420" y="2235382"/>
                <a:ext cx="897255" cy="704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171" name="Rectangle 67"/>
              <p:cNvSpPr>
                <a:spLocks noChangeArrowheads="1"/>
              </p:cNvSpPr>
              <p:nvPr userDrawn="1">
                <p:custDataLst>
                  <p:tags r:id="rId14"/>
                </p:custDataLst>
              </p:nvPr>
            </p:nvSpPr>
            <p:spPr bwMode="auto">
              <a:xfrm>
                <a:off x="4249420" y="2116728"/>
                <a:ext cx="504190" cy="717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172" name="Rectangle 68"/>
              <p:cNvSpPr>
                <a:spLocks noChangeArrowheads="1"/>
              </p:cNvSpPr>
              <p:nvPr userDrawn="1">
                <p:custDataLst>
                  <p:tags r:id="rId15"/>
                </p:custDataLst>
              </p:nvPr>
            </p:nvSpPr>
            <p:spPr bwMode="auto">
              <a:xfrm>
                <a:off x="4245610" y="1786255"/>
                <a:ext cx="275590" cy="226695"/>
              </a:xfrm>
              <a:prstGeom prst="rect">
                <a:avLst/>
              </a:prstGeom>
              <a:solidFill>
                <a:srgbClr val="6969C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173" name="Rectangle 69"/>
              <p:cNvSpPr>
                <a:spLocks noChangeArrowheads="1"/>
              </p:cNvSpPr>
              <p:nvPr userDrawn="1">
                <p:custDataLst>
                  <p:tags r:id="rId16"/>
                </p:custDataLst>
              </p:nvPr>
            </p:nvSpPr>
            <p:spPr bwMode="auto">
              <a:xfrm>
                <a:off x="4573905" y="1786255"/>
                <a:ext cx="276860" cy="226695"/>
              </a:xfrm>
              <a:prstGeom prst="rect">
                <a:avLst/>
              </a:prstGeom>
              <a:solidFill>
                <a:srgbClr val="DB63A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174" name="Rectangle 70"/>
              <p:cNvSpPr>
                <a:spLocks noChangeArrowheads="1"/>
              </p:cNvSpPr>
              <p:nvPr userDrawn="1">
                <p:custDataLst>
                  <p:tags r:id="rId17"/>
                </p:custDataLst>
              </p:nvPr>
            </p:nvSpPr>
            <p:spPr bwMode="auto">
              <a:xfrm>
                <a:off x="4903470" y="1786255"/>
                <a:ext cx="275590" cy="226695"/>
              </a:xfrm>
              <a:prstGeom prst="rect">
                <a:avLst/>
              </a:prstGeom>
              <a:solidFill>
                <a:srgbClr val="F7917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grpSp>
        <p:pic>
          <p:nvPicPr>
            <p:cNvPr id="48" name="图片 47"/>
            <p:cNvPicPr>
              <a:picLocks noChangeAspect="1"/>
            </p:cNvPicPr>
            <p:nvPr userDrawn="1">
              <p:custDataLst>
                <p:tags r:id="rId11"/>
              </p:custDataLst>
            </p:nvPr>
          </p:nvPicPr>
          <p:blipFill>
            <a:blip r:embed="rId19">
              <a:extLst>
                <a:ext uri="{28A0092B-C50C-407E-A947-70E740481C1C}">
                  <a14:useLocalDpi xmlns:a14="http://schemas.microsoft.com/office/drawing/2010/main" val="0"/>
                </a:ext>
              </a:extLst>
            </a:blip>
            <a:stretch>
              <a:fillRect/>
            </a:stretch>
          </p:blipFill>
          <p:spPr>
            <a:xfrm flipH="1">
              <a:off x="313696" y="4639544"/>
              <a:ext cx="1909036" cy="2060800"/>
            </a:xfrm>
            <a:prstGeom prst="rect">
              <a:avLst/>
            </a:prstGeom>
          </p:spPr>
        </p:pic>
      </p:grpSp>
      <p:pic>
        <p:nvPicPr>
          <p:cNvPr id="13" name="图片 12"/>
          <p:cNvPicPr>
            <a:picLocks noChangeAspect="1"/>
          </p:cNvPicPr>
          <p:nvPr>
            <p:custDataLst>
              <p:tags r:id="rId4"/>
            </p:custDataLst>
          </p:nvPr>
        </p:nvPicPr>
        <p:blipFill>
          <a:blip r:embed="rId20"/>
          <a:stretch>
            <a:fillRect/>
          </a:stretch>
        </p:blipFill>
        <p:spPr>
          <a:xfrm>
            <a:off x="2776045" y="785663"/>
            <a:ext cx="6209373" cy="3572176"/>
          </a:xfrm>
          <a:prstGeom prst="rect">
            <a:avLst/>
          </a:prstGeom>
        </p:spPr>
      </p:pic>
      <p:pic>
        <p:nvPicPr>
          <p:cNvPr id="3" name="图片 2" descr="C:\Users\kingsoft\Pictures\风景\black-and-white-clouds-cold-994883.jpgblack-and-white-clouds-cold-994883"/>
          <p:cNvPicPr preferRelativeResize="0">
            <a:picLocks noChangeAspect="1"/>
          </p:cNvPicPr>
          <p:nvPr>
            <p:custDataLst>
              <p:tags r:id="rId5"/>
            </p:custDataLst>
          </p:nvPr>
        </p:nvPicPr>
        <p:blipFill>
          <a:blip r:embed="rId21"/>
          <a:srcRect l="-2985" r="-2985"/>
          <a:stretch>
            <a:fillRect/>
          </a:stretch>
        </p:blipFill>
        <p:spPr>
          <a:xfrm>
            <a:off x="3549488" y="1062189"/>
            <a:ext cx="4665464" cy="2905125"/>
          </a:xfrm>
          <a:prstGeom prst="rect">
            <a:avLst/>
          </a:prstGeom>
          <a:blipFill rotWithShape="1">
            <a:blip r:embed="rId22"/>
            <a:stretch>
              <a:fillRect/>
            </a:stretch>
          </a:blipFill>
        </p:spPr>
      </p:pic>
      <p:cxnSp>
        <p:nvCxnSpPr>
          <p:cNvPr id="27" name="直接连接符 26"/>
          <p:cNvCxnSpPr/>
          <p:nvPr>
            <p:custDataLst>
              <p:tags r:id="rId6"/>
            </p:custDataLst>
          </p:nvPr>
        </p:nvCxnSpPr>
        <p:spPr>
          <a:xfrm>
            <a:off x="8569325" y="325755"/>
            <a:ext cx="152400" cy="0"/>
          </a:xfrm>
          <a:prstGeom prst="line">
            <a:avLst/>
          </a:prstGeom>
          <a:ln w="12700">
            <a:solidFill>
              <a:srgbClr val="595959"/>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custDataLst>
              <p:tags r:id="rId7"/>
            </p:custDataLst>
          </p:nvPr>
        </p:nvCxnSpPr>
        <p:spPr>
          <a:xfrm>
            <a:off x="8569325" y="381635"/>
            <a:ext cx="116840" cy="0"/>
          </a:xfrm>
          <a:prstGeom prst="line">
            <a:avLst/>
          </a:prstGeom>
          <a:ln w="12700">
            <a:solidFill>
              <a:srgbClr val="595959"/>
            </a:solidFill>
          </a:ln>
        </p:spPr>
        <p:style>
          <a:lnRef idx="1">
            <a:schemeClr val="accent1"/>
          </a:lnRef>
          <a:fillRef idx="0">
            <a:schemeClr val="accent1"/>
          </a:fillRef>
          <a:effectRef idx="0">
            <a:schemeClr val="accent1"/>
          </a:effectRef>
          <a:fontRef idx="minor">
            <a:schemeClr val="tx1"/>
          </a:fontRef>
        </p:style>
      </p:cxnSp>
      <p:sp>
        <p:nvSpPr>
          <p:cNvPr id="22" name="Forma libre 8"/>
          <p:cNvSpPr/>
          <p:nvPr>
            <p:custDataLst>
              <p:tags r:id="rId8"/>
            </p:custDataLst>
          </p:nvPr>
        </p:nvSpPr>
        <p:spPr bwMode="auto">
          <a:xfrm flipH="1">
            <a:off x="5775143" y="792227"/>
            <a:ext cx="2625772" cy="2222427"/>
          </a:xfrm>
          <a:custGeom>
            <a:avLst/>
            <a:gdLst>
              <a:gd name="connsiteX0" fmla="*/ 2833035 w 2833035"/>
              <a:gd name="connsiteY0" fmla="*/ 0 h 2867590"/>
              <a:gd name="connsiteX1" fmla="*/ 166413 w 2833035"/>
              <a:gd name="connsiteY1" fmla="*/ 0 h 2867590"/>
              <a:gd name="connsiteX2" fmla="*/ 0 w 2833035"/>
              <a:gd name="connsiteY2" fmla="*/ 166413 h 2867590"/>
              <a:gd name="connsiteX3" fmla="*/ 0 w 2833035"/>
              <a:gd name="connsiteY3" fmla="*/ 2867590 h 2867590"/>
              <a:gd name="connsiteX4" fmla="*/ 1737983 w 2833035"/>
              <a:gd name="connsiteY4" fmla="*/ 2867590 h 2867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3035" h="2867590">
                <a:moveTo>
                  <a:pt x="2833035" y="0"/>
                </a:moveTo>
                <a:lnTo>
                  <a:pt x="166413" y="0"/>
                </a:lnTo>
                <a:cubicBezTo>
                  <a:pt x="74506" y="0"/>
                  <a:pt x="0" y="74506"/>
                  <a:pt x="0" y="166413"/>
                </a:cubicBezTo>
                <a:lnTo>
                  <a:pt x="0" y="2867590"/>
                </a:lnTo>
                <a:lnTo>
                  <a:pt x="1737983" y="2867590"/>
                </a:lnTo>
                <a:close/>
              </a:path>
            </a:pathLst>
          </a:custGeom>
          <a:gradFill>
            <a:gsLst>
              <a:gs pos="0">
                <a:srgbClr val="FFFFFF">
                  <a:alpha val="39000"/>
                </a:srgbClr>
              </a:gs>
              <a:gs pos="100000">
                <a:srgbClr val="FFFFFF">
                  <a:alpha val="0"/>
                </a:srgbClr>
              </a:gs>
            </a:gsLst>
            <a:lin ang="5400000" scaled="0"/>
          </a:gradFill>
          <a:ln>
            <a:noFill/>
          </a:ln>
        </p:spPr>
        <p:txBody>
          <a:bodyPr vert="horz" wrap="square" lIns="68580" tIns="34290" rIns="68580" bIns="34290"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s-ES_tradnl" sz="1015" b="0" i="0" u="none" strike="noStrike" kern="1200" cap="none" spc="0" normalizeH="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 name="Title 6"/>
          <p:cNvSpPr txBox="1"/>
          <p:nvPr>
            <p:custDataLst>
              <p:tags r:id="rId9"/>
            </p:custDataLst>
          </p:nvPr>
        </p:nvSpPr>
        <p:spPr>
          <a:xfrm>
            <a:off x="456300" y="1505252"/>
            <a:ext cx="2449284" cy="505460"/>
          </a:xfrm>
          <a:prstGeom prst="rect">
            <a:avLst/>
          </a:prstGeom>
          <a:noFill/>
          <a:ln w="3175">
            <a:noFill/>
            <a:prstDash val="dash"/>
          </a:ln>
        </p:spPr>
        <p:txBody>
          <a:bodyPr wrap="square" lIns="54000" tIns="27000" rIns="54000" bIns="27000" anchor="b"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a:lnSpc>
                <a:spcPct val="110000"/>
              </a:lnSpc>
              <a:spcBef>
                <a:spcPts val="0"/>
              </a:spcBef>
              <a:spcAft>
                <a:spcPts val="0"/>
              </a:spcAft>
              <a:buSzPct val="100000"/>
              <a:buNone/>
              <a:defRPr/>
            </a:pPr>
            <a:r>
              <a:rPr lang="zh-CN" altLang="en-US" sz="2700" b="1" spc="3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查看磁盘内容</a:t>
            </a:r>
          </a:p>
        </p:txBody>
      </p:sp>
      <p:sp>
        <p:nvSpPr>
          <p:cNvPr id="16" name="Title 6"/>
          <p:cNvSpPr txBox="1"/>
          <p:nvPr>
            <p:custDataLst>
              <p:tags r:id="rId10"/>
            </p:custDataLst>
          </p:nvPr>
        </p:nvSpPr>
        <p:spPr>
          <a:xfrm>
            <a:off x="456565" y="2180590"/>
            <a:ext cx="2449195" cy="1457325"/>
          </a:xfrm>
          <a:prstGeom prst="rect">
            <a:avLst/>
          </a:prstGeom>
          <a:noFill/>
          <a:ln w="3175">
            <a:noFill/>
            <a:prstDash val="dash"/>
          </a:ln>
        </p:spPr>
        <p:txBody>
          <a:bodyPr wrap="square" lIns="54000" tIns="27000" rIns="54000" bIns="27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just">
              <a:lnSpc>
                <a:spcPct val="130000"/>
              </a:lnSpc>
              <a:spcBef>
                <a:spcPts val="0"/>
              </a:spcBef>
              <a:spcAft>
                <a:spcPts val="800"/>
              </a:spcAft>
              <a:buSzPct val="100000"/>
              <a:buNone/>
            </a:pPr>
            <a:r>
              <a:rPr lang="zh-CN" altLang="en-US"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如果希望在导航窗格中显示所有文件夹，操作方法为：单击“查看”选项卡，在“窗格”组中单击“导航窗格”，从下拉列表选项中选中“显示所有文件夹”，如图所示。</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advTm="3000"/>
    </mc:Choice>
    <mc:Fallback xmlns="">
      <p:transition advTm="3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60" name="图片 159"/>
          <p:cNvPicPr>
            <a:picLocks noChangeAspect="1"/>
          </p:cNvPicPr>
          <p:nvPr userDrawn="1">
            <p:custDataLst>
              <p:tags r:id="rId2"/>
            </p:custDataLst>
          </p:nvPr>
        </p:nvPicPr>
        <p:blipFill>
          <a:blip r:embed="rId22">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
        <p:nvSpPr>
          <p:cNvPr id="4" name="文本框 3"/>
          <p:cNvSpPr txBox="1"/>
          <p:nvPr>
            <p:custDataLst>
              <p:tags r:id="rId3"/>
            </p:custDataLst>
          </p:nvPr>
        </p:nvSpPr>
        <p:spPr>
          <a:xfrm>
            <a:off x="5360534" y="3312577"/>
            <a:ext cx="3109574" cy="932180"/>
          </a:xfrm>
          <a:prstGeom prst="rect">
            <a:avLst/>
          </a:prstGeom>
        </p:spPr>
        <p:txBody>
          <a:bodyPr wrap="square" anchor="ctr" anchorCtr="0">
            <a:normAutofit/>
          </a:bodyPr>
          <a:lstStyle>
            <a:defPPr>
              <a:defRPr lang="zh-CN"/>
            </a:defPPr>
            <a:lvl1pPr>
              <a:lnSpc>
                <a:spcPct val="120000"/>
              </a:lnSpc>
              <a:defRPr sz="1400" spc="150">
                <a:solidFill>
                  <a:schemeClr val="tx1">
                    <a:lumMod val="75000"/>
                    <a:lumOff val="25000"/>
                  </a:schemeClr>
                </a:solidFill>
                <a:latin typeface="Arial" panose="020B0604020202020204" pitchFamily="34" charset="0"/>
                <a:ea typeface="微软雅黑" panose="020B0503020204020204" pitchFamily="34" charset="-122"/>
              </a:defRPr>
            </a:lvl1pPr>
          </a:lstStyle>
          <a:p>
            <a:pPr marL="0" lvl="0" indent="0" algn="l">
              <a:lnSpc>
                <a:spcPct val="120000"/>
              </a:lnSpc>
              <a:spcBef>
                <a:spcPts val="0"/>
              </a:spcBef>
              <a:spcAft>
                <a:spcPts val="0"/>
              </a:spcAft>
              <a:buSzPct val="100000"/>
            </a:pPr>
            <a:r>
              <a:rPr lang="zh-CN" altLang="en-US" sz="1200">
                <a:solidFill>
                  <a:srgbClr val="000000"/>
                </a:solidFill>
                <a:latin typeface="微软雅黑" panose="020B0503020204020204" pitchFamily="34" charset="-122"/>
                <a:cs typeface="微软雅黑" panose="020B0503020204020204" pitchFamily="34" charset="-122"/>
              </a:rPr>
              <a:t>右击内容窗格的空白处，在快捷菜单中单击“查看”中的某个选项，如图2-6所示。</a:t>
            </a:r>
          </a:p>
        </p:txBody>
      </p:sp>
      <p:sp>
        <p:nvSpPr>
          <p:cNvPr id="5" name="文本框 4"/>
          <p:cNvSpPr txBox="1"/>
          <p:nvPr>
            <p:custDataLst>
              <p:tags r:id="rId4"/>
            </p:custDataLst>
          </p:nvPr>
        </p:nvSpPr>
        <p:spPr>
          <a:xfrm>
            <a:off x="5360534" y="2320072"/>
            <a:ext cx="3109574" cy="932180"/>
          </a:xfrm>
          <a:prstGeom prst="rect">
            <a:avLst/>
          </a:prstGeom>
        </p:spPr>
        <p:txBody>
          <a:bodyPr wrap="square" anchor="ctr" anchorCtr="0">
            <a:normAutofit/>
          </a:bodyPr>
          <a:lstStyle>
            <a:defPPr>
              <a:defRPr lang="zh-CN"/>
            </a:defPPr>
            <a:lvl1pPr>
              <a:lnSpc>
                <a:spcPct val="120000"/>
              </a:lnSpc>
              <a:defRPr sz="1400" spc="150">
                <a:solidFill>
                  <a:schemeClr val="tx1">
                    <a:lumMod val="75000"/>
                    <a:lumOff val="25000"/>
                  </a:schemeClr>
                </a:solidFill>
                <a:latin typeface="Arial" panose="020B0604020202020204" pitchFamily="34" charset="0"/>
                <a:ea typeface="微软雅黑" panose="020B0503020204020204" pitchFamily="34" charset="-122"/>
              </a:defRPr>
            </a:lvl1pPr>
          </a:lstStyle>
          <a:p>
            <a:pPr marL="0" lvl="0" indent="0" algn="l">
              <a:lnSpc>
                <a:spcPct val="120000"/>
              </a:lnSpc>
              <a:spcBef>
                <a:spcPts val="0"/>
              </a:spcBef>
              <a:spcAft>
                <a:spcPts val="0"/>
              </a:spcAft>
              <a:buSzPct val="100000"/>
            </a:pPr>
            <a:r>
              <a:rPr lang="zh-CN" altLang="en-US" sz="1200">
                <a:solidFill>
                  <a:srgbClr val="000000"/>
                </a:solidFill>
                <a:latin typeface="微软雅黑" panose="020B0503020204020204" pitchFamily="34" charset="-122"/>
                <a:cs typeface="微软雅黑" panose="020B0503020204020204" pitchFamily="34" charset="-122"/>
              </a:rPr>
              <a:t>通过状态栏右端的两个图标按钮来设置“详细信息”或“大图标”布局。</a:t>
            </a:r>
          </a:p>
        </p:txBody>
      </p:sp>
      <p:sp>
        <p:nvSpPr>
          <p:cNvPr id="6" name="文本框 5"/>
          <p:cNvSpPr txBox="1"/>
          <p:nvPr>
            <p:custDataLst>
              <p:tags r:id="rId5"/>
            </p:custDataLst>
          </p:nvPr>
        </p:nvSpPr>
        <p:spPr>
          <a:xfrm>
            <a:off x="5360534" y="1327336"/>
            <a:ext cx="3109574" cy="932411"/>
          </a:xfrm>
          <a:prstGeom prst="rect">
            <a:avLst/>
          </a:prstGeom>
        </p:spPr>
        <p:txBody>
          <a:bodyPr wrap="square" anchor="ctr" anchorCtr="0">
            <a:noAutofit/>
          </a:bodyPr>
          <a:lstStyle>
            <a:defPPr>
              <a:defRPr lang="zh-CN"/>
            </a:defPPr>
            <a:lvl1pPr>
              <a:lnSpc>
                <a:spcPct val="120000"/>
              </a:lnSpc>
              <a:defRPr sz="1400" spc="150">
                <a:solidFill>
                  <a:schemeClr val="tx1">
                    <a:lumMod val="75000"/>
                    <a:lumOff val="25000"/>
                  </a:schemeClr>
                </a:solidFill>
                <a:latin typeface="Arial" panose="020B0604020202020204" pitchFamily="34" charset="0"/>
                <a:ea typeface="微软雅黑" panose="020B0503020204020204" pitchFamily="34" charset="-122"/>
              </a:defRPr>
            </a:lvl1pPr>
          </a:lstStyle>
          <a:p>
            <a:pPr marL="0" lvl="0" indent="0" algn="l">
              <a:lnSpc>
                <a:spcPct val="120000"/>
              </a:lnSpc>
              <a:spcBef>
                <a:spcPts val="0"/>
              </a:spcBef>
              <a:spcAft>
                <a:spcPts val="0"/>
              </a:spcAft>
              <a:buSzPct val="100000"/>
            </a:pPr>
            <a:r>
              <a:rPr lang="zh-CN" altLang="en-US" sz="1200">
                <a:solidFill>
                  <a:srgbClr val="000000"/>
                </a:solidFill>
                <a:latin typeface="微软雅黑" panose="020B0503020204020204" pitchFamily="34" charset="-122"/>
                <a:cs typeface="微软雅黑" panose="020B0503020204020204" pitchFamily="34" charset="-122"/>
              </a:rPr>
              <a:t>在“查看”选项卡中的“布局”组中，列出了8种视图选项：超大图标、大图标、中图标、小图标、列表、详细信息、平铺、内容，如图2-5所示，单击其中的某个选项可更改视图显示方式。</a:t>
            </a:r>
          </a:p>
        </p:txBody>
      </p:sp>
      <p:sp>
        <p:nvSpPr>
          <p:cNvPr id="7" name="空心弧 6"/>
          <p:cNvSpPr/>
          <p:nvPr>
            <p:custDataLst>
              <p:tags r:id="rId6"/>
            </p:custDataLst>
          </p:nvPr>
        </p:nvSpPr>
        <p:spPr>
          <a:xfrm>
            <a:off x="-721986" y="1816664"/>
            <a:ext cx="1481818" cy="1481818"/>
          </a:xfrm>
          <a:prstGeom prst="blockArc">
            <a:avLst>
              <a:gd name="adj1" fmla="val 16102233"/>
              <a:gd name="adj2" fmla="val 656203"/>
              <a:gd name="adj3" fmla="val 10160"/>
            </a:avLst>
          </a:prstGeom>
          <a:solidFill>
            <a:srgbClr val="F573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8" name="空心弧 7"/>
          <p:cNvSpPr/>
          <p:nvPr>
            <p:custDataLst>
              <p:tags r:id="rId7"/>
            </p:custDataLst>
          </p:nvPr>
        </p:nvSpPr>
        <p:spPr>
          <a:xfrm flipH="1" flipV="1">
            <a:off x="593745" y="2051284"/>
            <a:ext cx="1481818" cy="1481818"/>
          </a:xfrm>
          <a:prstGeom prst="blockArc">
            <a:avLst>
              <a:gd name="adj1" fmla="val 11661999"/>
              <a:gd name="adj2" fmla="val 645517"/>
              <a:gd name="adj3" fmla="val 10154"/>
            </a:avLst>
          </a:prstGeom>
          <a:solidFill>
            <a:srgbClr val="F573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9" name="空心弧 8"/>
          <p:cNvSpPr/>
          <p:nvPr>
            <p:custDataLst>
              <p:tags r:id="rId8"/>
            </p:custDataLst>
          </p:nvPr>
        </p:nvSpPr>
        <p:spPr>
          <a:xfrm rot="2700000">
            <a:off x="1885419" y="2385156"/>
            <a:ext cx="1481818" cy="1481818"/>
          </a:xfrm>
          <a:prstGeom prst="blockArc">
            <a:avLst>
              <a:gd name="adj1" fmla="val 8912435"/>
              <a:gd name="adj2" fmla="val 645517"/>
              <a:gd name="adj3" fmla="val 10154"/>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0" name="空心弧 9"/>
          <p:cNvSpPr/>
          <p:nvPr>
            <p:custDataLst>
              <p:tags r:id="rId9"/>
            </p:custDataLst>
          </p:nvPr>
        </p:nvSpPr>
        <p:spPr>
          <a:xfrm rot="3120378" flipV="1">
            <a:off x="2612930" y="3499790"/>
            <a:ext cx="1481818" cy="1481818"/>
          </a:xfrm>
          <a:prstGeom prst="blockArc">
            <a:avLst>
              <a:gd name="adj1" fmla="val 10426104"/>
              <a:gd name="adj2" fmla="val 645517"/>
              <a:gd name="adj3" fmla="val 10154"/>
            </a:avLst>
          </a:prstGeom>
          <a:solidFill>
            <a:srgbClr val="F573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1" name="空心弧 10"/>
          <p:cNvSpPr/>
          <p:nvPr>
            <p:custDataLst>
              <p:tags r:id="rId10"/>
            </p:custDataLst>
          </p:nvPr>
        </p:nvSpPr>
        <p:spPr>
          <a:xfrm rot="3023909" flipH="1">
            <a:off x="3600667" y="4394339"/>
            <a:ext cx="1481818" cy="1481818"/>
          </a:xfrm>
          <a:prstGeom prst="blockArc">
            <a:avLst>
              <a:gd name="adj1" fmla="val 13833344"/>
              <a:gd name="adj2" fmla="val 569579"/>
              <a:gd name="adj3" fmla="val 10136"/>
            </a:avLst>
          </a:prstGeom>
          <a:solidFill>
            <a:srgbClr val="F573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2" name="椭圆 11"/>
          <p:cNvSpPr/>
          <p:nvPr>
            <p:custDataLst>
              <p:tags r:id="rId11"/>
            </p:custDataLst>
          </p:nvPr>
        </p:nvSpPr>
        <p:spPr>
          <a:xfrm>
            <a:off x="886297" y="2304005"/>
            <a:ext cx="896714" cy="896714"/>
          </a:xfrm>
          <a:prstGeom prst="ellipse">
            <a:avLst/>
          </a:prstGeom>
          <a:solidFill>
            <a:srgbClr val="F24E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2" name="椭圆 21"/>
          <p:cNvSpPr/>
          <p:nvPr>
            <p:custDataLst>
              <p:tags r:id="rId12"/>
            </p:custDataLst>
          </p:nvPr>
        </p:nvSpPr>
        <p:spPr>
          <a:xfrm>
            <a:off x="2177855" y="2674409"/>
            <a:ext cx="903312" cy="903312"/>
          </a:xfrm>
          <a:prstGeom prst="ellipse">
            <a:avLst/>
          </a:prstGeom>
          <a:solidFill>
            <a:srgbClr val="4C4C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8" name="椭圆 27"/>
          <p:cNvSpPr/>
          <p:nvPr>
            <p:custDataLst>
              <p:tags r:id="rId13"/>
            </p:custDataLst>
          </p:nvPr>
        </p:nvSpPr>
        <p:spPr>
          <a:xfrm>
            <a:off x="2902182" y="3792986"/>
            <a:ext cx="903312" cy="903312"/>
          </a:xfrm>
          <a:prstGeom prst="ellipse">
            <a:avLst/>
          </a:prstGeom>
          <a:solidFill>
            <a:srgbClr val="F24E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0" name="圆角矩形 35"/>
          <p:cNvSpPr/>
          <p:nvPr>
            <p:custDataLst>
              <p:tags r:id="rId14"/>
            </p:custDataLst>
          </p:nvPr>
        </p:nvSpPr>
        <p:spPr>
          <a:xfrm>
            <a:off x="4542862" y="3447749"/>
            <a:ext cx="661071" cy="660853"/>
          </a:xfrm>
          <a:prstGeom prst="roundRect">
            <a:avLst>
              <a:gd name="adj" fmla="val 50000"/>
            </a:avLst>
          </a:prstGeom>
          <a:solidFill>
            <a:srgbClr val="F573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algn="ctr">
              <a:lnSpc>
                <a:spcPct val="120000"/>
              </a:lnSpc>
            </a:pPr>
            <a:r>
              <a:rPr lang="en-US" altLang="zh-CN" sz="2100" dirty="0">
                <a:solidFill>
                  <a:srgbClr val="FFFFFF"/>
                </a:solidFill>
                <a:latin typeface="微软雅黑" panose="020B0503020204020204" pitchFamily="34" charset="-122"/>
                <a:ea typeface="微软雅黑" panose="020B0503020204020204" pitchFamily="34" charset="-122"/>
                <a:sym typeface="Arial" panose="020B0604020202020204" pitchFamily="34" charset="0"/>
              </a:rPr>
              <a:t>3</a:t>
            </a:r>
          </a:p>
        </p:txBody>
      </p:sp>
      <p:sp>
        <p:nvSpPr>
          <p:cNvPr id="31" name="圆角矩形 34"/>
          <p:cNvSpPr/>
          <p:nvPr>
            <p:custDataLst>
              <p:tags r:id="rId15"/>
            </p:custDataLst>
          </p:nvPr>
        </p:nvSpPr>
        <p:spPr>
          <a:xfrm>
            <a:off x="4542862" y="2469720"/>
            <a:ext cx="661071" cy="660853"/>
          </a:xfrm>
          <a:prstGeom prst="roundRect">
            <a:avLst>
              <a:gd name="adj" fmla="val 50000"/>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algn="ctr">
              <a:lnSpc>
                <a:spcPct val="120000"/>
              </a:lnSpc>
            </a:pPr>
            <a:r>
              <a:rPr lang="en-US" altLang="zh-CN" sz="2100" dirty="0">
                <a:solidFill>
                  <a:srgbClr val="FFFFFF"/>
                </a:solidFill>
                <a:latin typeface="微软雅黑" panose="020B0503020204020204" pitchFamily="34" charset="-122"/>
                <a:ea typeface="微软雅黑" panose="020B0503020204020204" pitchFamily="34" charset="-122"/>
                <a:sym typeface="Arial" panose="020B0604020202020204" pitchFamily="34" charset="0"/>
              </a:rPr>
              <a:t>2</a:t>
            </a:r>
          </a:p>
        </p:txBody>
      </p:sp>
      <p:sp>
        <p:nvSpPr>
          <p:cNvPr id="32" name="圆角矩形 30"/>
          <p:cNvSpPr/>
          <p:nvPr>
            <p:custDataLst>
              <p:tags r:id="rId16"/>
            </p:custDataLst>
          </p:nvPr>
        </p:nvSpPr>
        <p:spPr>
          <a:xfrm>
            <a:off x="4542862" y="1463115"/>
            <a:ext cx="661071" cy="660853"/>
          </a:xfrm>
          <a:prstGeom prst="roundRect">
            <a:avLst>
              <a:gd name="adj" fmla="val 50000"/>
            </a:avLst>
          </a:prstGeom>
          <a:solidFill>
            <a:srgbClr val="F573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algn="ctr">
              <a:lnSpc>
                <a:spcPct val="120000"/>
              </a:lnSpc>
            </a:pPr>
            <a:r>
              <a:rPr lang="en-US" altLang="zh-CN" sz="2100" dirty="0">
                <a:solidFill>
                  <a:srgbClr val="FFFFFF"/>
                </a:solidFill>
                <a:latin typeface="微软雅黑" panose="020B0503020204020204" pitchFamily="34" charset="-122"/>
                <a:ea typeface="微软雅黑" panose="020B0503020204020204" pitchFamily="34" charset="-122"/>
                <a:sym typeface="Arial" panose="020B0604020202020204" pitchFamily="34" charset="0"/>
              </a:rPr>
              <a:t>1</a:t>
            </a:r>
          </a:p>
        </p:txBody>
      </p:sp>
      <p:sp>
        <p:nvSpPr>
          <p:cNvPr id="40" name="标题 11"/>
          <p:cNvSpPr txBox="1">
            <a:spLocks noChangeArrowheads="1"/>
          </p:cNvSpPr>
          <p:nvPr>
            <p:custDataLst>
              <p:tags r:id="rId17"/>
            </p:custDataLst>
          </p:nvPr>
        </p:nvSpPr>
        <p:spPr bwMode="auto">
          <a:xfrm>
            <a:off x="593884" y="308134"/>
            <a:ext cx="6756559" cy="621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normAutofit/>
          </a:bodyPr>
          <a:lstStyle>
            <a:defPPr>
              <a:defRPr lang="zh-CN"/>
            </a:defPPr>
            <a:lvl1pPr marL="914400" indent="-914400" fontAlgn="base">
              <a:lnSpc>
                <a:spcPct val="120000"/>
              </a:lnSpc>
              <a:spcBef>
                <a:spcPct val="0"/>
              </a:spcBef>
              <a:spcAft>
                <a:spcPct val="0"/>
              </a:spcAft>
              <a:defRPr sz="3600" b="1" spc="300">
                <a:solidFill>
                  <a:srgbClr val="000000"/>
                </a:solidFill>
                <a:latin typeface="Arial" panose="020B0604020202020204" pitchFamily="34" charset="0"/>
                <a:ea typeface="微软雅黑" panose="020B0503020204020204" pitchFamily="34" charset="-122"/>
                <a:cs typeface="+mj-cs"/>
              </a:defRPr>
            </a:lvl1pPr>
            <a:lvl2pPr marL="914400" indent="-914400" eaLnBrk="0" fontAlgn="base" hangingPunct="0">
              <a:lnSpc>
                <a:spcPct val="90000"/>
              </a:lnSpc>
              <a:spcBef>
                <a:spcPct val="0"/>
              </a:spcBef>
              <a:spcAft>
                <a:spcPct val="0"/>
              </a:spcAft>
              <a:defRPr sz="4400">
                <a:solidFill>
                  <a:srgbClr val="000000"/>
                </a:solidFill>
                <a:latin typeface="Calibri" panose="020F0502020204030204" charset="0"/>
                <a:ea typeface="微软雅黑" panose="020B0503020204020204" pitchFamily="34" charset="-122"/>
              </a:defRPr>
            </a:lvl2pPr>
            <a:lvl3pPr indent="-914400" eaLnBrk="0" fontAlgn="base" hangingPunct="0">
              <a:lnSpc>
                <a:spcPct val="90000"/>
              </a:lnSpc>
              <a:spcBef>
                <a:spcPct val="0"/>
              </a:spcBef>
              <a:spcAft>
                <a:spcPct val="0"/>
              </a:spcAft>
              <a:defRPr sz="4400">
                <a:solidFill>
                  <a:srgbClr val="000000"/>
                </a:solidFill>
                <a:latin typeface="Calibri" panose="020F0502020204030204" charset="0"/>
                <a:ea typeface="微软雅黑" panose="020B0503020204020204" pitchFamily="34" charset="-122"/>
              </a:defRPr>
            </a:lvl3pPr>
            <a:lvl4pPr marL="914400" indent="-914400" eaLnBrk="0" fontAlgn="base" hangingPunct="0">
              <a:lnSpc>
                <a:spcPct val="90000"/>
              </a:lnSpc>
              <a:spcBef>
                <a:spcPct val="0"/>
              </a:spcBef>
              <a:spcAft>
                <a:spcPct val="0"/>
              </a:spcAft>
              <a:defRPr sz="4400">
                <a:solidFill>
                  <a:srgbClr val="000000"/>
                </a:solidFill>
                <a:latin typeface="Calibri" panose="020F0502020204030204" charset="0"/>
                <a:ea typeface="微软雅黑" panose="020B0503020204020204" pitchFamily="34" charset="-122"/>
              </a:defRPr>
            </a:lvl4pPr>
            <a:lvl5pPr marL="914400" indent="-914400" eaLnBrk="0" fontAlgn="base" hangingPunct="0">
              <a:lnSpc>
                <a:spcPct val="90000"/>
              </a:lnSpc>
              <a:spcBef>
                <a:spcPct val="0"/>
              </a:spcBef>
              <a:spcAft>
                <a:spcPct val="0"/>
              </a:spcAft>
              <a:defRPr sz="4400">
                <a:solidFill>
                  <a:srgbClr val="000000"/>
                </a:solidFill>
                <a:latin typeface="Calibri" panose="020F0502020204030204" charset="0"/>
                <a:ea typeface="微软雅黑" panose="020B0503020204020204" pitchFamily="34" charset="-122"/>
              </a:defRPr>
            </a:lvl5pPr>
            <a:lvl6pPr marL="1371600" indent="-914400" fontAlgn="base">
              <a:lnSpc>
                <a:spcPct val="90000"/>
              </a:lnSpc>
              <a:spcBef>
                <a:spcPct val="0"/>
              </a:spcBef>
              <a:spcAft>
                <a:spcPct val="0"/>
              </a:spcAft>
              <a:defRPr sz="4400">
                <a:solidFill>
                  <a:srgbClr val="000000"/>
                </a:solidFill>
                <a:latin typeface="Calibri" panose="020F0502020204030204" charset="0"/>
                <a:ea typeface="微软雅黑" panose="020B0503020204020204" pitchFamily="34" charset="-122"/>
              </a:defRPr>
            </a:lvl6pPr>
            <a:lvl7pPr marL="1828800" indent="-914400" fontAlgn="base">
              <a:lnSpc>
                <a:spcPct val="90000"/>
              </a:lnSpc>
              <a:spcBef>
                <a:spcPct val="0"/>
              </a:spcBef>
              <a:spcAft>
                <a:spcPct val="0"/>
              </a:spcAft>
              <a:defRPr sz="4400">
                <a:solidFill>
                  <a:srgbClr val="000000"/>
                </a:solidFill>
                <a:latin typeface="Calibri" panose="020F0502020204030204" charset="0"/>
                <a:ea typeface="微软雅黑" panose="020B0503020204020204" pitchFamily="34" charset="-122"/>
              </a:defRPr>
            </a:lvl7pPr>
            <a:lvl8pPr marL="2286000" indent="-914400" fontAlgn="base">
              <a:lnSpc>
                <a:spcPct val="90000"/>
              </a:lnSpc>
              <a:spcBef>
                <a:spcPct val="0"/>
              </a:spcBef>
              <a:spcAft>
                <a:spcPct val="0"/>
              </a:spcAft>
              <a:defRPr sz="4400">
                <a:solidFill>
                  <a:srgbClr val="000000"/>
                </a:solidFill>
                <a:latin typeface="Calibri" panose="020F0502020204030204" charset="0"/>
                <a:ea typeface="微软雅黑" panose="020B0503020204020204" pitchFamily="34" charset="-122"/>
              </a:defRPr>
            </a:lvl8pPr>
            <a:lvl9pPr marL="2743200" indent="-914400" fontAlgn="base">
              <a:lnSpc>
                <a:spcPct val="90000"/>
              </a:lnSpc>
              <a:spcBef>
                <a:spcPct val="0"/>
              </a:spcBef>
              <a:spcAft>
                <a:spcPct val="0"/>
              </a:spcAft>
              <a:defRPr sz="4400">
                <a:solidFill>
                  <a:srgbClr val="000000"/>
                </a:solidFill>
                <a:latin typeface="Calibri" panose="020F0502020204030204" charset="0"/>
                <a:ea typeface="微软雅黑" panose="020B0503020204020204" pitchFamily="34" charset="-122"/>
              </a:defRPr>
            </a:lvl9pPr>
          </a:lstStyle>
          <a:p>
            <a:pPr marL="0" indent="-914400" algn="l">
              <a:lnSpc>
                <a:spcPct val="120000"/>
              </a:lnSpc>
              <a:spcBef>
                <a:spcPts val="0"/>
              </a:spcBef>
              <a:spcAft>
                <a:spcPts val="0"/>
              </a:spcAft>
              <a:buSzPct val="100000"/>
              <a:buNone/>
            </a:pPr>
            <a:r>
              <a:rPr lang="zh-CN" altLang="en-US" sz="2700">
                <a:solidFill>
                  <a:srgbClr val="000000"/>
                </a:solidFill>
                <a:latin typeface="微软雅黑" panose="020B0503020204020204" pitchFamily="34" charset="-122"/>
              </a:rPr>
              <a:t>改变显示布局</a:t>
            </a:r>
          </a:p>
        </p:txBody>
      </p:sp>
      <p:sp>
        <p:nvSpPr>
          <p:cNvPr id="13" name="icon"/>
          <p:cNvSpPr/>
          <p:nvPr>
            <p:custDataLst>
              <p:tags r:id="rId18"/>
            </p:custDataLst>
          </p:nvPr>
        </p:nvSpPr>
        <p:spPr bwMode="auto">
          <a:xfrm>
            <a:off x="3085626" y="3922787"/>
            <a:ext cx="536426" cy="643711"/>
          </a:xfrm>
          <a:custGeom>
            <a:avLst/>
            <a:gdLst>
              <a:gd name="connsiteX0" fmla="*/ 218591 w 477583"/>
              <a:gd name="connsiteY0" fmla="*/ 405255 h 576169"/>
              <a:gd name="connsiteX1" fmla="*/ 179692 w 477583"/>
              <a:gd name="connsiteY1" fmla="*/ 436458 h 576169"/>
              <a:gd name="connsiteX2" fmla="*/ 140045 w 477583"/>
              <a:gd name="connsiteY2" fmla="*/ 480652 h 576169"/>
              <a:gd name="connsiteX3" fmla="*/ 118838 w 477583"/>
              <a:gd name="connsiteY3" fmla="*/ 511035 h 576169"/>
              <a:gd name="connsiteX4" fmla="*/ 118838 w 477583"/>
              <a:gd name="connsiteY4" fmla="*/ 512876 h 576169"/>
              <a:gd name="connsiteX5" fmla="*/ 119760 w 477583"/>
              <a:gd name="connsiteY5" fmla="*/ 514718 h 576169"/>
              <a:gd name="connsiteX6" fmla="*/ 122526 w 477583"/>
              <a:gd name="connsiteY6" fmla="*/ 525766 h 576169"/>
              <a:gd name="connsiteX7" fmla="*/ 139123 w 477583"/>
              <a:gd name="connsiteY7" fmla="*/ 525766 h 576169"/>
              <a:gd name="connsiteX8" fmla="*/ 185224 w 477583"/>
              <a:gd name="connsiteY8" fmla="*/ 480652 h 576169"/>
              <a:gd name="connsiteX9" fmla="*/ 186146 w 477583"/>
              <a:gd name="connsiteY9" fmla="*/ 481573 h 576169"/>
              <a:gd name="connsiteX10" fmla="*/ 174160 w 477583"/>
              <a:gd name="connsiteY10" fmla="*/ 494462 h 576169"/>
              <a:gd name="connsiteX11" fmla="*/ 169550 w 477583"/>
              <a:gd name="connsiteY11" fmla="*/ 505511 h 576169"/>
              <a:gd name="connsiteX12" fmla="*/ 169550 w 477583"/>
              <a:gd name="connsiteY12" fmla="*/ 508273 h 576169"/>
              <a:gd name="connsiteX13" fmla="*/ 168628 w 477583"/>
              <a:gd name="connsiteY13" fmla="*/ 511956 h 576169"/>
              <a:gd name="connsiteX14" fmla="*/ 170472 w 477583"/>
              <a:gd name="connsiteY14" fmla="*/ 520242 h 576169"/>
              <a:gd name="connsiteX15" fmla="*/ 171394 w 477583"/>
              <a:gd name="connsiteY15" fmla="*/ 524845 h 576169"/>
              <a:gd name="connsiteX16" fmla="*/ 173238 w 477583"/>
              <a:gd name="connsiteY16" fmla="*/ 527607 h 576169"/>
              <a:gd name="connsiteX17" fmla="*/ 166784 w 477583"/>
              <a:gd name="connsiteY17" fmla="*/ 537735 h 576169"/>
              <a:gd name="connsiteX18" fmla="*/ 171394 w 477583"/>
              <a:gd name="connsiteY18" fmla="*/ 549704 h 576169"/>
              <a:gd name="connsiteX19" fmla="*/ 176004 w 477583"/>
              <a:gd name="connsiteY19" fmla="*/ 551545 h 576169"/>
              <a:gd name="connsiteX20" fmla="*/ 193523 w 477583"/>
              <a:gd name="connsiteY20" fmla="*/ 549704 h 576169"/>
              <a:gd name="connsiteX21" fmla="*/ 210119 w 477583"/>
              <a:gd name="connsiteY21" fmla="*/ 547863 h 576169"/>
              <a:gd name="connsiteX22" fmla="*/ 217496 w 477583"/>
              <a:gd name="connsiteY22" fmla="*/ 554308 h 576169"/>
              <a:gd name="connsiteX23" fmla="*/ 221184 w 477583"/>
              <a:gd name="connsiteY23" fmla="*/ 556149 h 576169"/>
              <a:gd name="connsiteX24" fmla="*/ 229482 w 477583"/>
              <a:gd name="connsiteY24" fmla="*/ 540497 h 576169"/>
              <a:gd name="connsiteX25" fmla="*/ 230404 w 477583"/>
              <a:gd name="connsiteY25" fmla="*/ 516559 h 576169"/>
              <a:gd name="connsiteX26" fmla="*/ 232248 w 477583"/>
              <a:gd name="connsiteY26" fmla="*/ 456714 h 576169"/>
              <a:gd name="connsiteX27" fmla="*/ 231326 w 477583"/>
              <a:gd name="connsiteY27" fmla="*/ 415282 h 576169"/>
              <a:gd name="connsiteX28" fmla="*/ 218591 w 477583"/>
              <a:gd name="connsiteY28" fmla="*/ 405255 h 576169"/>
              <a:gd name="connsiteX29" fmla="*/ 365067 w 477583"/>
              <a:gd name="connsiteY29" fmla="*/ 391336 h 576169"/>
              <a:gd name="connsiteX30" fmla="*/ 364145 w 477583"/>
              <a:gd name="connsiteY30" fmla="*/ 395938 h 576169"/>
              <a:gd name="connsiteX31" fmla="*/ 357690 w 477583"/>
              <a:gd name="connsiteY31" fmla="*/ 409744 h 576169"/>
              <a:gd name="connsiteX32" fmla="*/ 342935 w 477583"/>
              <a:gd name="connsiteY32" fmla="*/ 424470 h 576169"/>
              <a:gd name="connsiteX33" fmla="*/ 340169 w 477583"/>
              <a:gd name="connsiteY33" fmla="*/ 443798 h 576169"/>
              <a:gd name="connsiteX34" fmla="*/ 344780 w 477583"/>
              <a:gd name="connsiteY34" fmla="*/ 451161 h 576169"/>
              <a:gd name="connsiteX35" fmla="*/ 359534 w 477583"/>
              <a:gd name="connsiteY35" fmla="*/ 453001 h 576169"/>
              <a:gd name="connsiteX36" fmla="*/ 373367 w 477583"/>
              <a:gd name="connsiteY36" fmla="*/ 438275 h 576169"/>
              <a:gd name="connsiteX37" fmla="*/ 383511 w 477583"/>
              <a:gd name="connsiteY37" fmla="*/ 431833 h 576169"/>
              <a:gd name="connsiteX38" fmla="*/ 376133 w 477583"/>
              <a:gd name="connsiteY38" fmla="*/ 442877 h 576169"/>
              <a:gd name="connsiteX39" fmla="*/ 362301 w 477583"/>
              <a:gd name="connsiteY39" fmla="*/ 457603 h 576169"/>
              <a:gd name="connsiteX40" fmla="*/ 359534 w 477583"/>
              <a:gd name="connsiteY40" fmla="*/ 476931 h 576169"/>
              <a:gd name="connsiteX41" fmla="*/ 361379 w 477583"/>
              <a:gd name="connsiteY41" fmla="*/ 479692 h 576169"/>
              <a:gd name="connsiteX42" fmla="*/ 377056 w 477583"/>
              <a:gd name="connsiteY42" fmla="*/ 482454 h 576169"/>
              <a:gd name="connsiteX43" fmla="*/ 390888 w 477583"/>
              <a:gd name="connsiteY43" fmla="*/ 467727 h 576169"/>
              <a:gd name="connsiteX44" fmla="*/ 402877 w 477583"/>
              <a:gd name="connsiteY44" fmla="*/ 464966 h 576169"/>
              <a:gd name="connsiteX45" fmla="*/ 397343 w 477583"/>
              <a:gd name="connsiteY45" fmla="*/ 479692 h 576169"/>
              <a:gd name="connsiteX46" fmla="*/ 383511 w 477583"/>
              <a:gd name="connsiteY46" fmla="*/ 493498 h 576169"/>
              <a:gd name="connsiteX47" fmla="*/ 378900 w 477583"/>
              <a:gd name="connsiteY47" fmla="*/ 507304 h 576169"/>
              <a:gd name="connsiteX48" fmla="*/ 393655 w 477583"/>
              <a:gd name="connsiteY48" fmla="*/ 502702 h 576169"/>
              <a:gd name="connsiteX49" fmla="*/ 404721 w 477583"/>
              <a:gd name="connsiteY49" fmla="*/ 491657 h 576169"/>
              <a:gd name="connsiteX50" fmla="*/ 415787 w 477583"/>
              <a:gd name="connsiteY50" fmla="*/ 486135 h 576169"/>
              <a:gd name="connsiteX51" fmla="*/ 408410 w 477583"/>
              <a:gd name="connsiteY51" fmla="*/ 498100 h 576169"/>
              <a:gd name="connsiteX52" fmla="*/ 403799 w 477583"/>
              <a:gd name="connsiteY52" fmla="*/ 503622 h 576169"/>
              <a:gd name="connsiteX53" fmla="*/ 405643 w 477583"/>
              <a:gd name="connsiteY53" fmla="*/ 506383 h 576169"/>
              <a:gd name="connsiteX54" fmla="*/ 447141 w 477583"/>
              <a:gd name="connsiteY54" fmla="*/ 445638 h 576169"/>
              <a:gd name="connsiteX55" fmla="*/ 445297 w 477583"/>
              <a:gd name="connsiteY55" fmla="*/ 422629 h 576169"/>
              <a:gd name="connsiteX56" fmla="*/ 366912 w 477583"/>
              <a:gd name="connsiteY56" fmla="*/ 392256 h 576169"/>
              <a:gd name="connsiteX57" fmla="*/ 365067 w 477583"/>
              <a:gd name="connsiteY57" fmla="*/ 391336 h 576169"/>
              <a:gd name="connsiteX58" fmla="*/ 346624 w 477583"/>
              <a:gd name="connsiteY58" fmla="*/ 386734 h 576169"/>
              <a:gd name="connsiteX59" fmla="*/ 330947 w 477583"/>
              <a:gd name="connsiteY59" fmla="*/ 393177 h 576169"/>
              <a:gd name="connsiteX60" fmla="*/ 327258 w 477583"/>
              <a:gd name="connsiteY60" fmla="*/ 396858 h 576169"/>
              <a:gd name="connsiteX61" fmla="*/ 321725 w 477583"/>
              <a:gd name="connsiteY61" fmla="*/ 411584 h 576169"/>
              <a:gd name="connsiteX62" fmla="*/ 333713 w 477583"/>
              <a:gd name="connsiteY62" fmla="*/ 408823 h 576169"/>
              <a:gd name="connsiteX63" fmla="*/ 344780 w 477583"/>
              <a:gd name="connsiteY63" fmla="*/ 396858 h 576169"/>
              <a:gd name="connsiteX64" fmla="*/ 346624 w 477583"/>
              <a:gd name="connsiteY64" fmla="*/ 386734 h 576169"/>
              <a:gd name="connsiteX65" fmla="*/ 228733 w 477583"/>
              <a:gd name="connsiteY65" fmla="*/ 384827 h 576169"/>
              <a:gd name="connsiteX66" fmla="*/ 256221 w 477583"/>
              <a:gd name="connsiteY66" fmla="*/ 421727 h 576169"/>
              <a:gd name="connsiteX67" fmla="*/ 254377 w 477583"/>
              <a:gd name="connsiteY67" fmla="*/ 495383 h 576169"/>
              <a:gd name="connsiteX68" fmla="*/ 253455 w 477583"/>
              <a:gd name="connsiteY68" fmla="*/ 541418 h 576169"/>
              <a:gd name="connsiteX69" fmla="*/ 248845 w 477583"/>
              <a:gd name="connsiteY69" fmla="*/ 555228 h 576169"/>
              <a:gd name="connsiteX70" fmla="*/ 247001 w 477583"/>
              <a:gd name="connsiteY70" fmla="*/ 557070 h 576169"/>
              <a:gd name="connsiteX71" fmla="*/ 170472 w 477583"/>
              <a:gd name="connsiteY71" fmla="*/ 568118 h 576169"/>
              <a:gd name="connsiteX72" fmla="*/ 113306 w 477583"/>
              <a:gd name="connsiteY72" fmla="*/ 549704 h 576169"/>
              <a:gd name="connsiteX73" fmla="*/ 151109 w 477583"/>
              <a:gd name="connsiteY73" fmla="*/ 440141 h 576169"/>
              <a:gd name="connsiteX74" fmla="*/ 211041 w 477583"/>
              <a:gd name="connsiteY74" fmla="*/ 387661 h 576169"/>
              <a:gd name="connsiteX75" fmla="*/ 228733 w 477583"/>
              <a:gd name="connsiteY75" fmla="*/ 384827 h 576169"/>
              <a:gd name="connsiteX76" fmla="*/ 328180 w 477583"/>
              <a:gd name="connsiteY76" fmla="*/ 382132 h 576169"/>
              <a:gd name="connsiteX77" fmla="*/ 313426 w 477583"/>
              <a:gd name="connsiteY77" fmla="*/ 392256 h 576169"/>
              <a:gd name="connsiteX78" fmla="*/ 325414 w 477583"/>
              <a:gd name="connsiteY78" fmla="*/ 395018 h 576169"/>
              <a:gd name="connsiteX79" fmla="*/ 328180 w 477583"/>
              <a:gd name="connsiteY79" fmla="*/ 392256 h 576169"/>
              <a:gd name="connsiteX80" fmla="*/ 331869 w 477583"/>
              <a:gd name="connsiteY80" fmla="*/ 383053 h 576169"/>
              <a:gd name="connsiteX81" fmla="*/ 328180 w 477583"/>
              <a:gd name="connsiteY81" fmla="*/ 382132 h 576169"/>
              <a:gd name="connsiteX82" fmla="*/ 329030 w 477583"/>
              <a:gd name="connsiteY82" fmla="*/ 367205 h 576169"/>
              <a:gd name="connsiteX83" fmla="*/ 360456 w 477583"/>
              <a:gd name="connsiteY83" fmla="*/ 372008 h 576169"/>
              <a:gd name="connsiteX84" fmla="*/ 473884 w 477583"/>
              <a:gd name="connsiteY84" fmla="*/ 428151 h 576169"/>
              <a:gd name="connsiteX85" fmla="*/ 473884 w 477583"/>
              <a:gd name="connsiteY85" fmla="*/ 429072 h 576169"/>
              <a:gd name="connsiteX86" fmla="*/ 473884 w 477583"/>
              <a:gd name="connsiteY86" fmla="*/ 429992 h 576169"/>
              <a:gd name="connsiteX87" fmla="*/ 421320 w 477583"/>
              <a:gd name="connsiteY87" fmla="*/ 519269 h 576169"/>
              <a:gd name="connsiteX88" fmla="*/ 367834 w 477583"/>
              <a:gd name="connsiteY88" fmla="*/ 527552 h 576169"/>
              <a:gd name="connsiteX89" fmla="*/ 335558 w 477583"/>
              <a:gd name="connsiteY89" fmla="*/ 484294 h 576169"/>
              <a:gd name="connsiteX90" fmla="*/ 299593 w 477583"/>
              <a:gd name="connsiteY90" fmla="*/ 420788 h 576169"/>
              <a:gd name="connsiteX91" fmla="*/ 329030 w 477583"/>
              <a:gd name="connsiteY91" fmla="*/ 367205 h 576169"/>
              <a:gd name="connsiteX92" fmla="*/ 86562 w 477583"/>
              <a:gd name="connsiteY92" fmla="*/ 284475 h 576169"/>
              <a:gd name="connsiteX93" fmla="*/ 66277 w 477583"/>
              <a:gd name="connsiteY93" fmla="*/ 288157 h 576169"/>
              <a:gd name="connsiteX94" fmla="*/ 34005 w 477583"/>
              <a:gd name="connsiteY94" fmla="*/ 320377 h 576169"/>
              <a:gd name="connsiteX95" fmla="*/ 23863 w 477583"/>
              <a:gd name="connsiteY95" fmla="*/ 337867 h 576169"/>
              <a:gd name="connsiteX96" fmla="*/ 25707 w 477583"/>
              <a:gd name="connsiteY96" fmla="*/ 344311 h 576169"/>
              <a:gd name="connsiteX97" fmla="*/ 35849 w 477583"/>
              <a:gd name="connsiteY97" fmla="*/ 334185 h 576169"/>
              <a:gd name="connsiteX98" fmla="*/ 58901 w 477583"/>
              <a:gd name="connsiteY98" fmla="*/ 313012 h 576169"/>
              <a:gd name="connsiteX99" fmla="*/ 63511 w 477583"/>
              <a:gd name="connsiteY99" fmla="*/ 309330 h 576169"/>
              <a:gd name="connsiteX100" fmla="*/ 58901 w 477583"/>
              <a:gd name="connsiteY100" fmla="*/ 313933 h 576169"/>
              <a:gd name="connsiteX101" fmla="*/ 32161 w 477583"/>
              <a:gd name="connsiteY101" fmla="*/ 339708 h 576169"/>
              <a:gd name="connsiteX102" fmla="*/ 23863 w 477583"/>
              <a:gd name="connsiteY102" fmla="*/ 360881 h 576169"/>
              <a:gd name="connsiteX103" fmla="*/ 24785 w 477583"/>
              <a:gd name="connsiteY103" fmla="*/ 364563 h 576169"/>
              <a:gd name="connsiteX104" fmla="*/ 31239 w 477583"/>
              <a:gd name="connsiteY104" fmla="*/ 371928 h 576169"/>
              <a:gd name="connsiteX105" fmla="*/ 35849 w 477583"/>
              <a:gd name="connsiteY105" fmla="*/ 367325 h 576169"/>
              <a:gd name="connsiteX106" fmla="*/ 67199 w 477583"/>
              <a:gd name="connsiteY106" fmla="*/ 336947 h 576169"/>
              <a:gd name="connsiteX107" fmla="*/ 75498 w 477583"/>
              <a:gd name="connsiteY107" fmla="*/ 336947 h 576169"/>
              <a:gd name="connsiteX108" fmla="*/ 67199 w 477583"/>
              <a:gd name="connsiteY108" fmla="*/ 355358 h 576169"/>
              <a:gd name="connsiteX109" fmla="*/ 43226 w 477583"/>
              <a:gd name="connsiteY109" fmla="*/ 379292 h 576169"/>
              <a:gd name="connsiteX110" fmla="*/ 38616 w 477583"/>
              <a:gd name="connsiteY110" fmla="*/ 383895 h 576169"/>
              <a:gd name="connsiteX111" fmla="*/ 35849 w 477583"/>
              <a:gd name="connsiteY111" fmla="*/ 391259 h 576169"/>
              <a:gd name="connsiteX112" fmla="*/ 50602 w 477583"/>
              <a:gd name="connsiteY112" fmla="*/ 396783 h 576169"/>
              <a:gd name="connsiteX113" fmla="*/ 122522 w 477583"/>
              <a:gd name="connsiteY113" fmla="*/ 372848 h 576169"/>
              <a:gd name="connsiteX114" fmla="*/ 159405 w 477583"/>
              <a:gd name="connsiteY114" fmla="*/ 360881 h 576169"/>
              <a:gd name="connsiteX115" fmla="*/ 162171 w 477583"/>
              <a:gd name="connsiteY115" fmla="*/ 311171 h 576169"/>
              <a:gd name="connsiteX116" fmla="*/ 151106 w 477583"/>
              <a:gd name="connsiteY116" fmla="*/ 307489 h 576169"/>
              <a:gd name="connsiteX117" fmla="*/ 86562 w 477583"/>
              <a:gd name="connsiteY117" fmla="*/ 284475 h 576169"/>
              <a:gd name="connsiteX118" fmla="*/ 49680 w 477583"/>
              <a:gd name="connsiteY118" fmla="*/ 271588 h 576169"/>
              <a:gd name="connsiteX119" fmla="*/ 36771 w 477583"/>
              <a:gd name="connsiteY119" fmla="*/ 278952 h 576169"/>
              <a:gd name="connsiteX120" fmla="*/ 27551 w 477583"/>
              <a:gd name="connsiteY120" fmla="*/ 297363 h 576169"/>
              <a:gd name="connsiteX121" fmla="*/ 26629 w 477583"/>
              <a:gd name="connsiteY121" fmla="*/ 309330 h 576169"/>
              <a:gd name="connsiteX122" fmla="*/ 25707 w 477583"/>
              <a:gd name="connsiteY122" fmla="*/ 310251 h 576169"/>
              <a:gd name="connsiteX123" fmla="*/ 34927 w 477583"/>
              <a:gd name="connsiteY123" fmla="*/ 302886 h 576169"/>
              <a:gd name="connsiteX124" fmla="*/ 53368 w 477583"/>
              <a:gd name="connsiteY124" fmla="*/ 283555 h 576169"/>
              <a:gd name="connsiteX125" fmla="*/ 58901 w 477583"/>
              <a:gd name="connsiteY125" fmla="*/ 274349 h 576169"/>
              <a:gd name="connsiteX126" fmla="*/ 57057 w 477583"/>
              <a:gd name="connsiteY126" fmla="*/ 273429 h 576169"/>
              <a:gd name="connsiteX127" fmla="*/ 49680 w 477583"/>
              <a:gd name="connsiteY127" fmla="*/ 271588 h 576169"/>
              <a:gd name="connsiteX128" fmla="*/ 42304 w 477583"/>
              <a:gd name="connsiteY128" fmla="*/ 252256 h 576169"/>
              <a:gd name="connsiteX129" fmla="*/ 97627 w 477583"/>
              <a:gd name="connsiteY129" fmla="*/ 267905 h 576169"/>
              <a:gd name="connsiteX130" fmla="*/ 172313 w 477583"/>
              <a:gd name="connsiteY130" fmla="*/ 294601 h 576169"/>
              <a:gd name="connsiteX131" fmla="*/ 200897 w 477583"/>
              <a:gd name="connsiteY131" fmla="*/ 348914 h 576169"/>
              <a:gd name="connsiteX132" fmla="*/ 149262 w 477583"/>
              <a:gd name="connsiteY132" fmla="*/ 381133 h 576169"/>
              <a:gd name="connsiteX133" fmla="*/ 36771 w 477583"/>
              <a:gd name="connsiteY133" fmla="*/ 411511 h 576169"/>
              <a:gd name="connsiteX134" fmla="*/ 22019 w 477583"/>
              <a:gd name="connsiteY134" fmla="*/ 408750 h 576169"/>
              <a:gd name="connsiteX135" fmla="*/ 18330 w 477583"/>
              <a:gd name="connsiteY135" fmla="*/ 405988 h 576169"/>
              <a:gd name="connsiteX136" fmla="*/ 9110 w 477583"/>
              <a:gd name="connsiteY136" fmla="*/ 394941 h 576169"/>
              <a:gd name="connsiteX137" fmla="*/ 2655 w 477583"/>
              <a:gd name="connsiteY137" fmla="*/ 311171 h 576169"/>
              <a:gd name="connsiteX138" fmla="*/ 42304 w 477583"/>
              <a:gd name="connsiteY138" fmla="*/ 252256 h 576169"/>
              <a:gd name="connsiteX139" fmla="*/ 381682 w 477583"/>
              <a:gd name="connsiteY139" fmla="*/ 195136 h 576169"/>
              <a:gd name="connsiteX140" fmla="*/ 370616 w 477583"/>
              <a:gd name="connsiteY140" fmla="*/ 202508 h 576169"/>
              <a:gd name="connsiteX141" fmla="*/ 316211 w 477583"/>
              <a:gd name="connsiteY141" fmla="*/ 262402 h 576169"/>
              <a:gd name="connsiteX142" fmla="*/ 306989 w 477583"/>
              <a:gd name="connsiteY142" fmla="*/ 286359 h 576169"/>
              <a:gd name="connsiteX143" fmla="*/ 320821 w 477583"/>
              <a:gd name="connsiteY143" fmla="*/ 289124 h 576169"/>
              <a:gd name="connsiteX144" fmla="*/ 338342 w 477583"/>
              <a:gd name="connsiteY144" fmla="*/ 272538 h 576169"/>
              <a:gd name="connsiteX145" fmla="*/ 339264 w 477583"/>
              <a:gd name="connsiteY145" fmla="*/ 272538 h 576169"/>
              <a:gd name="connsiteX146" fmla="*/ 321743 w 477583"/>
              <a:gd name="connsiteY146" fmla="*/ 290966 h 576169"/>
              <a:gd name="connsiteX147" fmla="*/ 323588 w 477583"/>
              <a:gd name="connsiteY147" fmla="*/ 305710 h 576169"/>
              <a:gd name="connsiteX148" fmla="*/ 342952 w 477583"/>
              <a:gd name="connsiteY148" fmla="*/ 306631 h 576169"/>
              <a:gd name="connsiteX149" fmla="*/ 353096 w 477583"/>
              <a:gd name="connsiteY149" fmla="*/ 305710 h 576169"/>
              <a:gd name="connsiteX150" fmla="*/ 363239 w 477583"/>
              <a:gd name="connsiteY150" fmla="*/ 302945 h 576169"/>
              <a:gd name="connsiteX151" fmla="*/ 364161 w 477583"/>
              <a:gd name="connsiteY151" fmla="*/ 302945 h 576169"/>
              <a:gd name="connsiteX152" fmla="*/ 369694 w 477583"/>
              <a:gd name="connsiteY152" fmla="*/ 302024 h 576169"/>
              <a:gd name="connsiteX153" fmla="*/ 375227 w 477583"/>
              <a:gd name="connsiteY153" fmla="*/ 301102 h 576169"/>
              <a:gd name="connsiteX154" fmla="*/ 425944 w 477583"/>
              <a:gd name="connsiteY154" fmla="*/ 292809 h 576169"/>
              <a:gd name="connsiteX155" fmla="*/ 450841 w 477583"/>
              <a:gd name="connsiteY155" fmla="*/ 283595 h 576169"/>
              <a:gd name="connsiteX156" fmla="*/ 449919 w 477583"/>
              <a:gd name="connsiteY156" fmla="*/ 259637 h 576169"/>
              <a:gd name="connsiteX157" fmla="*/ 406579 w 477583"/>
              <a:gd name="connsiteY157" fmla="*/ 203429 h 576169"/>
              <a:gd name="connsiteX158" fmla="*/ 387214 w 477583"/>
              <a:gd name="connsiteY158" fmla="*/ 206193 h 576169"/>
              <a:gd name="connsiteX159" fmla="*/ 366006 w 477583"/>
              <a:gd name="connsiteY159" fmla="*/ 223701 h 576169"/>
              <a:gd name="connsiteX160" fmla="*/ 385370 w 477583"/>
              <a:gd name="connsiteY160" fmla="*/ 205272 h 576169"/>
              <a:gd name="connsiteX161" fmla="*/ 381682 w 477583"/>
              <a:gd name="connsiteY161" fmla="*/ 195136 h 576169"/>
              <a:gd name="connsiteX162" fmla="*/ 390808 w 477583"/>
              <a:gd name="connsiteY162" fmla="*/ 174060 h 576169"/>
              <a:gd name="connsiteX163" fmla="*/ 407948 w 477583"/>
              <a:gd name="connsiteY163" fmla="*/ 177585 h 576169"/>
              <a:gd name="connsiteX164" fmla="*/ 477583 w 477583"/>
              <a:gd name="connsiteY164" fmla="*/ 266087 h 576169"/>
              <a:gd name="connsiteX165" fmla="*/ 477583 w 477583"/>
              <a:gd name="connsiteY165" fmla="*/ 267009 h 576169"/>
              <a:gd name="connsiteX166" fmla="*/ 477583 w 477583"/>
              <a:gd name="connsiteY166" fmla="*/ 267930 h 576169"/>
              <a:gd name="connsiteX167" fmla="*/ 477583 w 477583"/>
              <a:gd name="connsiteY167" fmla="*/ 268852 h 576169"/>
              <a:gd name="connsiteX168" fmla="*/ 360473 w 477583"/>
              <a:gd name="connsiteY168" fmla="*/ 319531 h 576169"/>
              <a:gd name="connsiteX169" fmla="*/ 301457 w 477583"/>
              <a:gd name="connsiteY169" fmla="*/ 318610 h 576169"/>
              <a:gd name="connsiteX170" fmla="*/ 289469 w 477583"/>
              <a:gd name="connsiteY170" fmla="*/ 264245 h 576169"/>
              <a:gd name="connsiteX171" fmla="*/ 374305 w 477583"/>
              <a:gd name="connsiteY171" fmla="*/ 177629 h 576169"/>
              <a:gd name="connsiteX172" fmla="*/ 390808 w 477583"/>
              <a:gd name="connsiteY172" fmla="*/ 174060 h 576169"/>
              <a:gd name="connsiteX173" fmla="*/ 97143 w 477583"/>
              <a:gd name="connsiteY173" fmla="*/ 45806 h 576169"/>
              <a:gd name="connsiteX174" fmla="*/ 92068 w 477583"/>
              <a:gd name="connsiteY174" fmla="*/ 47878 h 576169"/>
              <a:gd name="connsiteX175" fmla="*/ 80996 w 477583"/>
              <a:gd name="connsiteY175" fmla="*/ 58929 h 576169"/>
              <a:gd name="connsiteX176" fmla="*/ 90223 w 477583"/>
              <a:gd name="connsiteY176" fmla="*/ 54324 h 576169"/>
              <a:gd name="connsiteX177" fmla="*/ 93913 w 477583"/>
              <a:gd name="connsiteY177" fmla="*/ 50641 h 576169"/>
              <a:gd name="connsiteX178" fmla="*/ 97143 w 477583"/>
              <a:gd name="connsiteY178" fmla="*/ 45806 h 576169"/>
              <a:gd name="connsiteX179" fmla="*/ 193559 w 477583"/>
              <a:gd name="connsiteY179" fmla="*/ 16566 h 576169"/>
              <a:gd name="connsiteX180" fmla="*/ 180642 w 477583"/>
              <a:gd name="connsiteY180" fmla="*/ 17487 h 576169"/>
              <a:gd name="connsiteX181" fmla="*/ 178797 w 477583"/>
              <a:gd name="connsiteY181" fmla="*/ 17487 h 576169"/>
              <a:gd name="connsiteX182" fmla="*/ 173261 w 477583"/>
              <a:gd name="connsiteY182" fmla="*/ 20250 h 576169"/>
              <a:gd name="connsiteX183" fmla="*/ 170493 w 477583"/>
              <a:gd name="connsiteY183" fmla="*/ 20250 h 576169"/>
              <a:gd name="connsiteX184" fmla="*/ 160344 w 477583"/>
              <a:gd name="connsiteY184" fmla="*/ 20250 h 576169"/>
              <a:gd name="connsiteX185" fmla="*/ 152963 w 477583"/>
              <a:gd name="connsiteY185" fmla="*/ 22092 h 576169"/>
              <a:gd name="connsiteX186" fmla="*/ 136355 w 477583"/>
              <a:gd name="connsiteY186" fmla="*/ 30380 h 576169"/>
              <a:gd name="connsiteX187" fmla="*/ 131742 w 477583"/>
              <a:gd name="connsiteY187" fmla="*/ 34064 h 576169"/>
              <a:gd name="connsiteX188" fmla="*/ 94836 w 477583"/>
              <a:gd name="connsiteY188" fmla="*/ 69980 h 576169"/>
              <a:gd name="connsiteX189" fmla="*/ 90223 w 477583"/>
              <a:gd name="connsiteY189" fmla="*/ 86557 h 576169"/>
              <a:gd name="connsiteX190" fmla="*/ 103140 w 477583"/>
              <a:gd name="connsiteY190" fmla="*/ 85636 h 576169"/>
              <a:gd name="connsiteX191" fmla="*/ 119748 w 477583"/>
              <a:gd name="connsiteY191" fmla="*/ 69980 h 576169"/>
              <a:gd name="connsiteX192" fmla="*/ 129897 w 477583"/>
              <a:gd name="connsiteY192" fmla="*/ 65375 h 576169"/>
              <a:gd name="connsiteX193" fmla="*/ 132665 w 477583"/>
              <a:gd name="connsiteY193" fmla="*/ 69059 h 576169"/>
              <a:gd name="connsiteX194" fmla="*/ 133587 w 477583"/>
              <a:gd name="connsiteY194" fmla="*/ 69980 h 576169"/>
              <a:gd name="connsiteX195" fmla="*/ 125283 w 477583"/>
              <a:gd name="connsiteY195" fmla="*/ 80110 h 576169"/>
              <a:gd name="connsiteX196" fmla="*/ 109598 w 477583"/>
              <a:gd name="connsiteY196" fmla="*/ 95766 h 576169"/>
              <a:gd name="connsiteX197" fmla="*/ 107753 w 477583"/>
              <a:gd name="connsiteY197" fmla="*/ 115106 h 576169"/>
              <a:gd name="connsiteX198" fmla="*/ 124361 w 477583"/>
              <a:gd name="connsiteY198" fmla="*/ 116027 h 576169"/>
              <a:gd name="connsiteX199" fmla="*/ 140046 w 477583"/>
              <a:gd name="connsiteY199" fmla="*/ 100371 h 576169"/>
              <a:gd name="connsiteX200" fmla="*/ 151117 w 477583"/>
              <a:gd name="connsiteY200" fmla="*/ 94845 h 576169"/>
              <a:gd name="connsiteX201" fmla="*/ 143736 w 477583"/>
              <a:gd name="connsiteY201" fmla="*/ 106817 h 576169"/>
              <a:gd name="connsiteX202" fmla="*/ 128974 w 477583"/>
              <a:gd name="connsiteY202" fmla="*/ 122473 h 576169"/>
              <a:gd name="connsiteX203" fmla="*/ 127129 w 477583"/>
              <a:gd name="connsiteY203" fmla="*/ 140892 h 576169"/>
              <a:gd name="connsiteX204" fmla="*/ 128974 w 477583"/>
              <a:gd name="connsiteY204" fmla="*/ 143655 h 576169"/>
              <a:gd name="connsiteX205" fmla="*/ 145582 w 477583"/>
              <a:gd name="connsiteY205" fmla="*/ 144575 h 576169"/>
              <a:gd name="connsiteX206" fmla="*/ 159421 w 477583"/>
              <a:gd name="connsiteY206" fmla="*/ 130761 h 576169"/>
              <a:gd name="connsiteX207" fmla="*/ 173261 w 477583"/>
              <a:gd name="connsiteY207" fmla="*/ 128920 h 576169"/>
              <a:gd name="connsiteX208" fmla="*/ 168648 w 477583"/>
              <a:gd name="connsiteY208" fmla="*/ 143655 h 576169"/>
              <a:gd name="connsiteX209" fmla="*/ 155731 w 477583"/>
              <a:gd name="connsiteY209" fmla="*/ 157468 h 576169"/>
              <a:gd name="connsiteX210" fmla="*/ 147427 w 477583"/>
              <a:gd name="connsiteY210" fmla="*/ 166678 h 576169"/>
              <a:gd name="connsiteX211" fmla="*/ 156653 w 477583"/>
              <a:gd name="connsiteY211" fmla="*/ 158389 h 576169"/>
              <a:gd name="connsiteX212" fmla="*/ 169570 w 477583"/>
              <a:gd name="connsiteY212" fmla="*/ 145496 h 576169"/>
              <a:gd name="connsiteX213" fmla="*/ 177874 w 477583"/>
              <a:gd name="connsiteY213" fmla="*/ 137208 h 576169"/>
              <a:gd name="connsiteX214" fmla="*/ 169570 w 477583"/>
              <a:gd name="connsiteY214" fmla="*/ 146417 h 576169"/>
              <a:gd name="connsiteX215" fmla="*/ 150195 w 477583"/>
              <a:gd name="connsiteY215" fmla="*/ 165757 h 576169"/>
              <a:gd name="connsiteX216" fmla="*/ 149272 w 477583"/>
              <a:gd name="connsiteY216" fmla="*/ 166678 h 576169"/>
              <a:gd name="connsiteX217" fmla="*/ 150195 w 477583"/>
              <a:gd name="connsiteY217" fmla="*/ 170362 h 576169"/>
              <a:gd name="connsiteX218" fmla="*/ 151117 w 477583"/>
              <a:gd name="connsiteY218" fmla="*/ 172203 h 576169"/>
              <a:gd name="connsiteX219" fmla="*/ 153885 w 477583"/>
              <a:gd name="connsiteY219" fmla="*/ 175887 h 576169"/>
              <a:gd name="connsiteX220" fmla="*/ 164035 w 477583"/>
              <a:gd name="connsiteY220" fmla="*/ 169441 h 576169"/>
              <a:gd name="connsiteX221" fmla="*/ 176952 w 477583"/>
              <a:gd name="connsiteY221" fmla="*/ 156548 h 576169"/>
              <a:gd name="connsiteX222" fmla="*/ 189869 w 477583"/>
              <a:gd name="connsiteY222" fmla="*/ 154706 h 576169"/>
              <a:gd name="connsiteX223" fmla="*/ 186178 w 477583"/>
              <a:gd name="connsiteY223" fmla="*/ 170362 h 576169"/>
              <a:gd name="connsiteX224" fmla="*/ 173261 w 477583"/>
              <a:gd name="connsiteY224" fmla="*/ 183255 h 576169"/>
              <a:gd name="connsiteX225" fmla="*/ 171416 w 477583"/>
              <a:gd name="connsiteY225" fmla="*/ 202594 h 576169"/>
              <a:gd name="connsiteX226" fmla="*/ 176952 w 477583"/>
              <a:gd name="connsiteY226" fmla="*/ 210882 h 576169"/>
              <a:gd name="connsiteX227" fmla="*/ 192637 w 477583"/>
              <a:gd name="connsiteY227" fmla="*/ 212724 h 576169"/>
              <a:gd name="connsiteX228" fmla="*/ 205554 w 477583"/>
              <a:gd name="connsiteY228" fmla="*/ 200752 h 576169"/>
              <a:gd name="connsiteX229" fmla="*/ 216625 w 477583"/>
              <a:gd name="connsiteY229" fmla="*/ 195227 h 576169"/>
              <a:gd name="connsiteX230" fmla="*/ 210167 w 477583"/>
              <a:gd name="connsiteY230" fmla="*/ 207199 h 576169"/>
              <a:gd name="connsiteX231" fmla="*/ 197250 w 477583"/>
              <a:gd name="connsiteY231" fmla="*/ 221013 h 576169"/>
              <a:gd name="connsiteX232" fmla="*/ 197250 w 477583"/>
              <a:gd name="connsiteY232" fmla="*/ 238510 h 576169"/>
              <a:gd name="connsiteX233" fmla="*/ 201863 w 477583"/>
              <a:gd name="connsiteY233" fmla="*/ 243115 h 576169"/>
              <a:gd name="connsiteX234" fmla="*/ 219393 w 477583"/>
              <a:gd name="connsiteY234" fmla="*/ 242194 h 576169"/>
              <a:gd name="connsiteX235" fmla="*/ 227697 w 477583"/>
              <a:gd name="connsiteY235" fmla="*/ 221934 h 576169"/>
              <a:gd name="connsiteX236" fmla="*/ 226774 w 477583"/>
              <a:gd name="connsiteY236" fmla="*/ 106817 h 576169"/>
              <a:gd name="connsiteX237" fmla="*/ 225852 w 477583"/>
              <a:gd name="connsiteY237" fmla="*/ 49720 h 576169"/>
              <a:gd name="connsiteX238" fmla="*/ 193559 w 477583"/>
              <a:gd name="connsiteY238" fmla="*/ 16566 h 576169"/>
              <a:gd name="connsiteX239" fmla="*/ 178105 w 477583"/>
              <a:gd name="connsiteY239" fmla="*/ 1256 h 576169"/>
              <a:gd name="connsiteX240" fmla="*/ 249841 w 477583"/>
              <a:gd name="connsiteY240" fmla="*/ 44194 h 576169"/>
              <a:gd name="connsiteX241" fmla="*/ 251686 w 477583"/>
              <a:gd name="connsiteY241" fmla="*/ 236669 h 576169"/>
              <a:gd name="connsiteX242" fmla="*/ 196327 w 477583"/>
              <a:gd name="connsiteY242" fmla="*/ 271664 h 576169"/>
              <a:gd name="connsiteX243" fmla="*/ 151117 w 477583"/>
              <a:gd name="connsiteY243" fmla="*/ 214566 h 576169"/>
              <a:gd name="connsiteX244" fmla="*/ 82842 w 477583"/>
              <a:gd name="connsiteY244" fmla="*/ 111422 h 576169"/>
              <a:gd name="connsiteX245" fmla="*/ 57008 w 477583"/>
              <a:gd name="connsiteY245" fmla="*/ 67217 h 576169"/>
              <a:gd name="connsiteX246" fmla="*/ 58853 w 477583"/>
              <a:gd name="connsiteY246" fmla="*/ 51561 h 576169"/>
              <a:gd name="connsiteX247" fmla="*/ 61621 w 477583"/>
              <a:gd name="connsiteY247" fmla="*/ 49720 h 576169"/>
              <a:gd name="connsiteX248" fmla="*/ 61621 w 477583"/>
              <a:gd name="connsiteY248" fmla="*/ 48799 h 576169"/>
              <a:gd name="connsiteX249" fmla="*/ 71770 w 477583"/>
              <a:gd name="connsiteY249" fmla="*/ 40510 h 576169"/>
              <a:gd name="connsiteX250" fmla="*/ 178105 w 477583"/>
              <a:gd name="connsiteY250" fmla="*/ 1256 h 576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Lst>
            <a:rect l="l" t="t" r="r" b="b"/>
            <a:pathLst>
              <a:path w="477583" h="576169">
                <a:moveTo>
                  <a:pt x="218591" y="405255"/>
                </a:moveTo>
                <a:cubicBezTo>
                  <a:pt x="203550" y="405558"/>
                  <a:pt x="183841" y="431625"/>
                  <a:pt x="179692" y="436458"/>
                </a:cubicBezTo>
                <a:cubicBezTo>
                  <a:pt x="165862" y="451190"/>
                  <a:pt x="152953" y="465921"/>
                  <a:pt x="140045" y="480652"/>
                </a:cubicBezTo>
                <a:cubicBezTo>
                  <a:pt x="133591" y="488938"/>
                  <a:pt x="118838" y="499986"/>
                  <a:pt x="118838" y="511035"/>
                </a:cubicBezTo>
                <a:cubicBezTo>
                  <a:pt x="118838" y="511956"/>
                  <a:pt x="118838" y="512876"/>
                  <a:pt x="118838" y="512876"/>
                </a:cubicBezTo>
                <a:cubicBezTo>
                  <a:pt x="119760" y="513797"/>
                  <a:pt x="119760" y="514718"/>
                  <a:pt x="119760" y="514718"/>
                </a:cubicBezTo>
                <a:cubicBezTo>
                  <a:pt x="119760" y="514718"/>
                  <a:pt x="119760" y="520242"/>
                  <a:pt x="122526" y="525766"/>
                </a:cubicBezTo>
                <a:cubicBezTo>
                  <a:pt x="125292" y="531290"/>
                  <a:pt x="133591" y="530369"/>
                  <a:pt x="139123" y="525766"/>
                </a:cubicBezTo>
                <a:cubicBezTo>
                  <a:pt x="154797" y="511035"/>
                  <a:pt x="169550" y="495383"/>
                  <a:pt x="185224" y="480652"/>
                </a:cubicBezTo>
                <a:cubicBezTo>
                  <a:pt x="189835" y="476048"/>
                  <a:pt x="189835" y="476969"/>
                  <a:pt x="186146" y="481573"/>
                </a:cubicBezTo>
                <a:lnTo>
                  <a:pt x="174160" y="494462"/>
                </a:lnTo>
                <a:cubicBezTo>
                  <a:pt x="172316" y="497224"/>
                  <a:pt x="170472" y="500907"/>
                  <a:pt x="169550" y="505511"/>
                </a:cubicBezTo>
                <a:cubicBezTo>
                  <a:pt x="169550" y="506431"/>
                  <a:pt x="169550" y="507352"/>
                  <a:pt x="169550" y="508273"/>
                </a:cubicBezTo>
                <a:cubicBezTo>
                  <a:pt x="169550" y="509193"/>
                  <a:pt x="168628" y="511035"/>
                  <a:pt x="168628" y="511956"/>
                </a:cubicBezTo>
                <a:cubicBezTo>
                  <a:pt x="168628" y="513797"/>
                  <a:pt x="169550" y="517480"/>
                  <a:pt x="170472" y="520242"/>
                </a:cubicBezTo>
                <a:cubicBezTo>
                  <a:pt x="170472" y="522083"/>
                  <a:pt x="171394" y="523925"/>
                  <a:pt x="171394" y="524845"/>
                </a:cubicBezTo>
                <a:cubicBezTo>
                  <a:pt x="172316" y="525766"/>
                  <a:pt x="172316" y="526687"/>
                  <a:pt x="173238" y="527607"/>
                </a:cubicBezTo>
                <a:cubicBezTo>
                  <a:pt x="173238" y="528528"/>
                  <a:pt x="170472" y="533132"/>
                  <a:pt x="166784" y="537735"/>
                </a:cubicBezTo>
                <a:cubicBezTo>
                  <a:pt x="163096" y="541418"/>
                  <a:pt x="164940" y="546942"/>
                  <a:pt x="171394" y="549704"/>
                </a:cubicBezTo>
                <a:cubicBezTo>
                  <a:pt x="173238" y="549704"/>
                  <a:pt x="174160" y="550625"/>
                  <a:pt x="176004" y="551545"/>
                </a:cubicBezTo>
                <a:cubicBezTo>
                  <a:pt x="182458" y="553387"/>
                  <a:pt x="190757" y="552466"/>
                  <a:pt x="193523" y="549704"/>
                </a:cubicBezTo>
                <a:cubicBezTo>
                  <a:pt x="196289" y="546942"/>
                  <a:pt x="203665" y="546021"/>
                  <a:pt x="210119" y="547863"/>
                </a:cubicBezTo>
                <a:cubicBezTo>
                  <a:pt x="216574" y="549704"/>
                  <a:pt x="219340" y="552466"/>
                  <a:pt x="217496" y="554308"/>
                </a:cubicBezTo>
                <a:cubicBezTo>
                  <a:pt x="215652" y="557070"/>
                  <a:pt x="217496" y="557990"/>
                  <a:pt x="221184" y="556149"/>
                </a:cubicBezTo>
                <a:cubicBezTo>
                  <a:pt x="223950" y="554308"/>
                  <a:pt x="229482" y="546942"/>
                  <a:pt x="229482" y="540497"/>
                </a:cubicBezTo>
                <a:cubicBezTo>
                  <a:pt x="230404" y="532211"/>
                  <a:pt x="230404" y="523925"/>
                  <a:pt x="230404" y="516559"/>
                </a:cubicBezTo>
                <a:lnTo>
                  <a:pt x="232248" y="456714"/>
                </a:lnTo>
                <a:cubicBezTo>
                  <a:pt x="232248" y="445665"/>
                  <a:pt x="235936" y="425410"/>
                  <a:pt x="231326" y="415282"/>
                </a:cubicBezTo>
                <a:cubicBezTo>
                  <a:pt x="228099" y="407917"/>
                  <a:pt x="223604" y="405155"/>
                  <a:pt x="218591" y="405255"/>
                </a:cubicBezTo>
                <a:close/>
                <a:moveTo>
                  <a:pt x="365067" y="391336"/>
                </a:moveTo>
                <a:cubicBezTo>
                  <a:pt x="363223" y="391336"/>
                  <a:pt x="363223" y="393177"/>
                  <a:pt x="364145" y="395938"/>
                </a:cubicBezTo>
                <a:cubicBezTo>
                  <a:pt x="365067" y="398699"/>
                  <a:pt x="362301" y="405142"/>
                  <a:pt x="357690" y="409744"/>
                </a:cubicBezTo>
                <a:cubicBezTo>
                  <a:pt x="352157" y="415266"/>
                  <a:pt x="347546" y="419868"/>
                  <a:pt x="342935" y="424470"/>
                </a:cubicBezTo>
                <a:cubicBezTo>
                  <a:pt x="338324" y="429992"/>
                  <a:pt x="337402" y="438275"/>
                  <a:pt x="340169" y="443798"/>
                </a:cubicBezTo>
                <a:cubicBezTo>
                  <a:pt x="342013" y="446559"/>
                  <a:pt x="342935" y="448400"/>
                  <a:pt x="344780" y="451161"/>
                </a:cubicBezTo>
                <a:cubicBezTo>
                  <a:pt x="348468" y="456683"/>
                  <a:pt x="354923" y="457603"/>
                  <a:pt x="359534" y="453001"/>
                </a:cubicBezTo>
                <a:cubicBezTo>
                  <a:pt x="364145" y="448400"/>
                  <a:pt x="368756" y="442877"/>
                  <a:pt x="373367" y="438275"/>
                </a:cubicBezTo>
                <a:cubicBezTo>
                  <a:pt x="378900" y="433673"/>
                  <a:pt x="382589" y="430912"/>
                  <a:pt x="383511" y="431833"/>
                </a:cubicBezTo>
                <a:cubicBezTo>
                  <a:pt x="384433" y="433673"/>
                  <a:pt x="381667" y="438275"/>
                  <a:pt x="376133" y="442877"/>
                </a:cubicBezTo>
                <a:lnTo>
                  <a:pt x="362301" y="457603"/>
                </a:lnTo>
                <a:cubicBezTo>
                  <a:pt x="357690" y="462205"/>
                  <a:pt x="356768" y="471409"/>
                  <a:pt x="359534" y="476931"/>
                </a:cubicBezTo>
                <a:cubicBezTo>
                  <a:pt x="360456" y="477852"/>
                  <a:pt x="361379" y="478772"/>
                  <a:pt x="361379" y="479692"/>
                </a:cubicBezTo>
                <a:cubicBezTo>
                  <a:pt x="365067" y="486135"/>
                  <a:pt x="371523" y="487055"/>
                  <a:pt x="377056" y="482454"/>
                </a:cubicBezTo>
                <a:cubicBezTo>
                  <a:pt x="381667" y="476931"/>
                  <a:pt x="386277" y="472329"/>
                  <a:pt x="390888" y="467727"/>
                </a:cubicBezTo>
                <a:cubicBezTo>
                  <a:pt x="396421" y="463126"/>
                  <a:pt x="401032" y="462205"/>
                  <a:pt x="402877" y="464966"/>
                </a:cubicBezTo>
                <a:cubicBezTo>
                  <a:pt x="404721" y="468648"/>
                  <a:pt x="402877" y="475090"/>
                  <a:pt x="397343" y="479692"/>
                </a:cubicBezTo>
                <a:cubicBezTo>
                  <a:pt x="392733" y="484294"/>
                  <a:pt x="388122" y="488896"/>
                  <a:pt x="383511" y="493498"/>
                </a:cubicBezTo>
                <a:cubicBezTo>
                  <a:pt x="378900" y="498100"/>
                  <a:pt x="376133" y="505463"/>
                  <a:pt x="378900" y="507304"/>
                </a:cubicBezTo>
                <a:cubicBezTo>
                  <a:pt x="382589" y="510065"/>
                  <a:pt x="389044" y="507304"/>
                  <a:pt x="393655" y="502702"/>
                </a:cubicBezTo>
                <a:cubicBezTo>
                  <a:pt x="397343" y="499020"/>
                  <a:pt x="401032" y="495339"/>
                  <a:pt x="404721" y="491657"/>
                </a:cubicBezTo>
                <a:cubicBezTo>
                  <a:pt x="410254" y="487055"/>
                  <a:pt x="414865" y="484294"/>
                  <a:pt x="415787" y="486135"/>
                </a:cubicBezTo>
                <a:cubicBezTo>
                  <a:pt x="416709" y="487976"/>
                  <a:pt x="413943" y="493498"/>
                  <a:pt x="408410" y="498100"/>
                </a:cubicBezTo>
                <a:cubicBezTo>
                  <a:pt x="407487" y="499941"/>
                  <a:pt x="405643" y="501781"/>
                  <a:pt x="403799" y="503622"/>
                </a:cubicBezTo>
                <a:cubicBezTo>
                  <a:pt x="399188" y="508224"/>
                  <a:pt x="400110" y="510985"/>
                  <a:pt x="405643" y="506383"/>
                </a:cubicBezTo>
                <a:cubicBezTo>
                  <a:pt x="423164" y="494418"/>
                  <a:pt x="439764" y="464966"/>
                  <a:pt x="447141" y="445638"/>
                </a:cubicBezTo>
                <a:cubicBezTo>
                  <a:pt x="448985" y="439196"/>
                  <a:pt x="448985" y="427231"/>
                  <a:pt x="445297" y="422629"/>
                </a:cubicBezTo>
                <a:cubicBezTo>
                  <a:pt x="429620" y="401460"/>
                  <a:pt x="387200" y="397779"/>
                  <a:pt x="366912" y="392256"/>
                </a:cubicBezTo>
                <a:cubicBezTo>
                  <a:pt x="365990" y="392256"/>
                  <a:pt x="365067" y="392256"/>
                  <a:pt x="365067" y="391336"/>
                </a:cubicBezTo>
                <a:close/>
                <a:moveTo>
                  <a:pt x="346624" y="386734"/>
                </a:moveTo>
                <a:cubicBezTo>
                  <a:pt x="342935" y="384893"/>
                  <a:pt x="335558" y="388575"/>
                  <a:pt x="330947" y="393177"/>
                </a:cubicBezTo>
                <a:cubicBezTo>
                  <a:pt x="330025" y="394097"/>
                  <a:pt x="328180" y="395938"/>
                  <a:pt x="327258" y="396858"/>
                </a:cubicBezTo>
                <a:cubicBezTo>
                  <a:pt x="322647" y="401460"/>
                  <a:pt x="319881" y="408823"/>
                  <a:pt x="321725" y="411584"/>
                </a:cubicBezTo>
                <a:cubicBezTo>
                  <a:pt x="323569" y="415266"/>
                  <a:pt x="329103" y="413425"/>
                  <a:pt x="333713" y="408823"/>
                </a:cubicBezTo>
                <a:cubicBezTo>
                  <a:pt x="337402" y="405142"/>
                  <a:pt x="341091" y="401460"/>
                  <a:pt x="344780" y="396858"/>
                </a:cubicBezTo>
                <a:cubicBezTo>
                  <a:pt x="350313" y="392256"/>
                  <a:pt x="350313" y="387654"/>
                  <a:pt x="346624" y="386734"/>
                </a:cubicBezTo>
                <a:close/>
                <a:moveTo>
                  <a:pt x="228733" y="384827"/>
                </a:moveTo>
                <a:cubicBezTo>
                  <a:pt x="245156" y="387028"/>
                  <a:pt x="256913" y="403083"/>
                  <a:pt x="256221" y="421727"/>
                </a:cubicBezTo>
                <a:cubicBezTo>
                  <a:pt x="256221" y="446586"/>
                  <a:pt x="255299" y="471445"/>
                  <a:pt x="254377" y="495383"/>
                </a:cubicBezTo>
                <a:cubicBezTo>
                  <a:pt x="254377" y="509193"/>
                  <a:pt x="256221" y="526687"/>
                  <a:pt x="253455" y="541418"/>
                </a:cubicBezTo>
                <a:cubicBezTo>
                  <a:pt x="251611" y="547863"/>
                  <a:pt x="249767" y="554308"/>
                  <a:pt x="248845" y="555228"/>
                </a:cubicBezTo>
                <a:cubicBezTo>
                  <a:pt x="247923" y="556149"/>
                  <a:pt x="247923" y="557070"/>
                  <a:pt x="247001" y="557070"/>
                </a:cubicBezTo>
                <a:cubicBezTo>
                  <a:pt x="223028" y="582849"/>
                  <a:pt x="199977" y="578246"/>
                  <a:pt x="170472" y="568118"/>
                </a:cubicBezTo>
                <a:cubicBezTo>
                  <a:pt x="152031" y="562594"/>
                  <a:pt x="128980" y="558911"/>
                  <a:pt x="113306" y="549704"/>
                </a:cubicBezTo>
                <a:cubicBezTo>
                  <a:pt x="62594" y="519321"/>
                  <a:pt x="130824" y="463159"/>
                  <a:pt x="151109" y="440141"/>
                </a:cubicBezTo>
                <a:cubicBezTo>
                  <a:pt x="169550" y="418965"/>
                  <a:pt x="185224" y="397789"/>
                  <a:pt x="211041" y="387661"/>
                </a:cubicBezTo>
                <a:cubicBezTo>
                  <a:pt x="217265" y="384899"/>
                  <a:pt x="223258" y="384094"/>
                  <a:pt x="228733" y="384827"/>
                </a:cubicBezTo>
                <a:close/>
                <a:moveTo>
                  <a:pt x="328180" y="382132"/>
                </a:moveTo>
                <a:cubicBezTo>
                  <a:pt x="317114" y="382132"/>
                  <a:pt x="313426" y="385814"/>
                  <a:pt x="313426" y="392256"/>
                </a:cubicBezTo>
                <a:cubicBezTo>
                  <a:pt x="314348" y="398699"/>
                  <a:pt x="320803" y="399619"/>
                  <a:pt x="325414" y="395018"/>
                </a:cubicBezTo>
                <a:cubicBezTo>
                  <a:pt x="326336" y="394097"/>
                  <a:pt x="327258" y="393177"/>
                  <a:pt x="328180" y="392256"/>
                </a:cubicBezTo>
                <a:cubicBezTo>
                  <a:pt x="332791" y="387654"/>
                  <a:pt x="334636" y="383053"/>
                  <a:pt x="331869" y="383053"/>
                </a:cubicBezTo>
                <a:cubicBezTo>
                  <a:pt x="330947" y="383053"/>
                  <a:pt x="329103" y="383053"/>
                  <a:pt x="328180" y="382132"/>
                </a:cubicBezTo>
                <a:close/>
                <a:moveTo>
                  <a:pt x="329030" y="367205"/>
                </a:moveTo>
                <a:cubicBezTo>
                  <a:pt x="339131" y="367291"/>
                  <a:pt x="350082" y="369017"/>
                  <a:pt x="360456" y="372008"/>
                </a:cubicBezTo>
                <a:cubicBezTo>
                  <a:pt x="393655" y="380291"/>
                  <a:pt x="468351" y="384893"/>
                  <a:pt x="473884" y="428151"/>
                </a:cubicBezTo>
                <a:cubicBezTo>
                  <a:pt x="473884" y="428151"/>
                  <a:pt x="473884" y="429072"/>
                  <a:pt x="473884" y="429072"/>
                </a:cubicBezTo>
                <a:cubicBezTo>
                  <a:pt x="473884" y="429072"/>
                  <a:pt x="473884" y="429992"/>
                  <a:pt x="473884" y="429992"/>
                </a:cubicBezTo>
                <a:cubicBezTo>
                  <a:pt x="471117" y="460364"/>
                  <a:pt x="441608" y="498100"/>
                  <a:pt x="421320" y="519269"/>
                </a:cubicBezTo>
                <a:cubicBezTo>
                  <a:pt x="409332" y="531234"/>
                  <a:pt x="383511" y="534915"/>
                  <a:pt x="367834" y="527552"/>
                </a:cubicBezTo>
                <a:cubicBezTo>
                  <a:pt x="352157" y="519269"/>
                  <a:pt x="344780" y="499020"/>
                  <a:pt x="335558" y="484294"/>
                </a:cubicBezTo>
                <a:cubicBezTo>
                  <a:pt x="323569" y="463126"/>
                  <a:pt x="311581" y="441957"/>
                  <a:pt x="299593" y="420788"/>
                </a:cubicBezTo>
                <a:cubicBezTo>
                  <a:pt x="276078" y="381442"/>
                  <a:pt x="298729" y="366946"/>
                  <a:pt x="329030" y="367205"/>
                </a:cubicBezTo>
                <a:close/>
                <a:moveTo>
                  <a:pt x="86562" y="284475"/>
                </a:moveTo>
                <a:cubicBezTo>
                  <a:pt x="80108" y="281714"/>
                  <a:pt x="70887" y="283555"/>
                  <a:pt x="66277" y="288157"/>
                </a:cubicBezTo>
                <a:cubicBezTo>
                  <a:pt x="55213" y="299204"/>
                  <a:pt x="44148" y="310251"/>
                  <a:pt x="34005" y="320377"/>
                </a:cubicBezTo>
                <a:cubicBezTo>
                  <a:pt x="28473" y="324979"/>
                  <a:pt x="24785" y="333264"/>
                  <a:pt x="23863" y="337867"/>
                </a:cubicBezTo>
                <a:cubicBezTo>
                  <a:pt x="23863" y="342470"/>
                  <a:pt x="24785" y="345232"/>
                  <a:pt x="25707" y="344311"/>
                </a:cubicBezTo>
                <a:cubicBezTo>
                  <a:pt x="26629" y="343390"/>
                  <a:pt x="31239" y="338788"/>
                  <a:pt x="35849" y="334185"/>
                </a:cubicBezTo>
                <a:cubicBezTo>
                  <a:pt x="42304" y="328662"/>
                  <a:pt x="50602" y="321297"/>
                  <a:pt x="58901" y="313012"/>
                </a:cubicBezTo>
                <a:cubicBezTo>
                  <a:pt x="63511" y="308410"/>
                  <a:pt x="65355" y="306568"/>
                  <a:pt x="63511" y="309330"/>
                </a:cubicBezTo>
                <a:cubicBezTo>
                  <a:pt x="61667" y="310251"/>
                  <a:pt x="60745" y="312092"/>
                  <a:pt x="58901" y="313933"/>
                </a:cubicBezTo>
                <a:cubicBezTo>
                  <a:pt x="50602" y="322218"/>
                  <a:pt x="41382" y="331423"/>
                  <a:pt x="32161" y="339708"/>
                </a:cubicBezTo>
                <a:cubicBezTo>
                  <a:pt x="27551" y="345232"/>
                  <a:pt x="23863" y="354437"/>
                  <a:pt x="23863" y="360881"/>
                </a:cubicBezTo>
                <a:cubicBezTo>
                  <a:pt x="23863" y="362722"/>
                  <a:pt x="24785" y="363643"/>
                  <a:pt x="24785" y="364563"/>
                </a:cubicBezTo>
                <a:cubicBezTo>
                  <a:pt x="25707" y="371928"/>
                  <a:pt x="29395" y="374689"/>
                  <a:pt x="31239" y="371928"/>
                </a:cubicBezTo>
                <a:cubicBezTo>
                  <a:pt x="33083" y="371007"/>
                  <a:pt x="34005" y="369166"/>
                  <a:pt x="35849" y="367325"/>
                </a:cubicBezTo>
                <a:cubicBezTo>
                  <a:pt x="45992" y="357199"/>
                  <a:pt x="56135" y="347073"/>
                  <a:pt x="67199" y="336947"/>
                </a:cubicBezTo>
                <a:cubicBezTo>
                  <a:pt x="71809" y="331423"/>
                  <a:pt x="75498" y="332344"/>
                  <a:pt x="75498" y="336947"/>
                </a:cubicBezTo>
                <a:cubicBezTo>
                  <a:pt x="75498" y="342470"/>
                  <a:pt x="71809" y="349834"/>
                  <a:pt x="67199" y="355358"/>
                </a:cubicBezTo>
                <a:cubicBezTo>
                  <a:pt x="58901" y="362722"/>
                  <a:pt x="51524" y="371007"/>
                  <a:pt x="43226" y="379292"/>
                </a:cubicBezTo>
                <a:cubicBezTo>
                  <a:pt x="41382" y="381133"/>
                  <a:pt x="40460" y="382054"/>
                  <a:pt x="38616" y="383895"/>
                </a:cubicBezTo>
                <a:cubicBezTo>
                  <a:pt x="35849" y="386657"/>
                  <a:pt x="34005" y="390339"/>
                  <a:pt x="35849" y="391259"/>
                </a:cubicBezTo>
                <a:cubicBezTo>
                  <a:pt x="37693" y="393100"/>
                  <a:pt x="44148" y="396783"/>
                  <a:pt x="50602" y="396783"/>
                </a:cubicBezTo>
                <a:cubicBezTo>
                  <a:pt x="73654" y="396783"/>
                  <a:pt x="105925" y="378372"/>
                  <a:pt x="122522" y="372848"/>
                </a:cubicBezTo>
                <a:cubicBezTo>
                  <a:pt x="134509" y="369166"/>
                  <a:pt x="147418" y="365484"/>
                  <a:pt x="159405" y="360881"/>
                </a:cubicBezTo>
                <a:cubicBezTo>
                  <a:pt x="182456" y="353516"/>
                  <a:pt x="187988" y="320377"/>
                  <a:pt x="162171" y="311171"/>
                </a:cubicBezTo>
                <a:cubicBezTo>
                  <a:pt x="158483" y="310251"/>
                  <a:pt x="154794" y="309330"/>
                  <a:pt x="151106" y="307489"/>
                </a:cubicBezTo>
                <a:cubicBezTo>
                  <a:pt x="129899" y="300125"/>
                  <a:pt x="107770" y="291840"/>
                  <a:pt x="86562" y="284475"/>
                </a:cubicBezTo>
                <a:close/>
                <a:moveTo>
                  <a:pt x="49680" y="271588"/>
                </a:moveTo>
                <a:cubicBezTo>
                  <a:pt x="45992" y="271588"/>
                  <a:pt x="40460" y="275270"/>
                  <a:pt x="36771" y="278952"/>
                </a:cubicBezTo>
                <a:cubicBezTo>
                  <a:pt x="33083" y="282634"/>
                  <a:pt x="28473" y="290919"/>
                  <a:pt x="27551" y="297363"/>
                </a:cubicBezTo>
                <a:cubicBezTo>
                  <a:pt x="26629" y="301045"/>
                  <a:pt x="26629" y="305648"/>
                  <a:pt x="26629" y="309330"/>
                </a:cubicBezTo>
                <a:cubicBezTo>
                  <a:pt x="26629" y="310251"/>
                  <a:pt x="26629" y="310251"/>
                  <a:pt x="25707" y="310251"/>
                </a:cubicBezTo>
                <a:cubicBezTo>
                  <a:pt x="25707" y="311171"/>
                  <a:pt x="30317" y="307489"/>
                  <a:pt x="34927" y="302886"/>
                </a:cubicBezTo>
                <a:cubicBezTo>
                  <a:pt x="40460" y="296442"/>
                  <a:pt x="46914" y="289999"/>
                  <a:pt x="53368" y="283555"/>
                </a:cubicBezTo>
                <a:cubicBezTo>
                  <a:pt x="57979" y="278952"/>
                  <a:pt x="60745" y="274349"/>
                  <a:pt x="58901" y="274349"/>
                </a:cubicBezTo>
                <a:cubicBezTo>
                  <a:pt x="57979" y="274349"/>
                  <a:pt x="57057" y="273429"/>
                  <a:pt x="57057" y="273429"/>
                </a:cubicBezTo>
                <a:cubicBezTo>
                  <a:pt x="54290" y="272508"/>
                  <a:pt x="52446" y="271588"/>
                  <a:pt x="49680" y="271588"/>
                </a:cubicBezTo>
                <a:close/>
                <a:moveTo>
                  <a:pt x="42304" y="252256"/>
                </a:moveTo>
                <a:cubicBezTo>
                  <a:pt x="60745" y="250415"/>
                  <a:pt x="81030" y="262382"/>
                  <a:pt x="97627" y="267905"/>
                </a:cubicBezTo>
                <a:cubicBezTo>
                  <a:pt x="122522" y="277111"/>
                  <a:pt x="147418" y="286316"/>
                  <a:pt x="172313" y="294601"/>
                </a:cubicBezTo>
                <a:cubicBezTo>
                  <a:pt x="193521" y="302886"/>
                  <a:pt x="217494" y="325900"/>
                  <a:pt x="200897" y="348914"/>
                </a:cubicBezTo>
                <a:cubicBezTo>
                  <a:pt x="187066" y="367325"/>
                  <a:pt x="170469" y="373769"/>
                  <a:pt x="149262" y="381133"/>
                </a:cubicBezTo>
                <a:cubicBezTo>
                  <a:pt x="117912" y="391259"/>
                  <a:pt x="72732" y="416114"/>
                  <a:pt x="36771" y="411511"/>
                </a:cubicBezTo>
                <a:cubicBezTo>
                  <a:pt x="29395" y="410591"/>
                  <a:pt x="23863" y="408750"/>
                  <a:pt x="22019" y="408750"/>
                </a:cubicBezTo>
                <a:cubicBezTo>
                  <a:pt x="21097" y="407829"/>
                  <a:pt x="19252" y="406909"/>
                  <a:pt x="18330" y="405988"/>
                </a:cubicBezTo>
                <a:cubicBezTo>
                  <a:pt x="17408" y="405988"/>
                  <a:pt x="12798" y="401385"/>
                  <a:pt x="9110" y="394941"/>
                </a:cubicBezTo>
                <a:cubicBezTo>
                  <a:pt x="-4721" y="371928"/>
                  <a:pt x="811" y="337867"/>
                  <a:pt x="2655" y="311171"/>
                </a:cubicBezTo>
                <a:cubicBezTo>
                  <a:pt x="3577" y="287237"/>
                  <a:pt x="11876" y="255018"/>
                  <a:pt x="42304" y="252256"/>
                </a:cubicBezTo>
                <a:close/>
                <a:moveTo>
                  <a:pt x="381682" y="195136"/>
                </a:moveTo>
                <a:cubicBezTo>
                  <a:pt x="377993" y="196058"/>
                  <a:pt x="373383" y="197900"/>
                  <a:pt x="370616" y="202508"/>
                </a:cubicBezTo>
                <a:cubicBezTo>
                  <a:pt x="352174" y="221858"/>
                  <a:pt x="333731" y="242130"/>
                  <a:pt x="316211" y="262402"/>
                </a:cubicBezTo>
                <a:cubicBezTo>
                  <a:pt x="308834" y="270695"/>
                  <a:pt x="306067" y="278988"/>
                  <a:pt x="306989" y="286359"/>
                </a:cubicBezTo>
                <a:cubicBezTo>
                  <a:pt x="306989" y="292809"/>
                  <a:pt x="315288" y="293731"/>
                  <a:pt x="320821" y="289124"/>
                </a:cubicBezTo>
                <a:cubicBezTo>
                  <a:pt x="326354" y="283595"/>
                  <a:pt x="332809" y="278066"/>
                  <a:pt x="338342" y="272538"/>
                </a:cubicBezTo>
                <a:cubicBezTo>
                  <a:pt x="343874" y="267930"/>
                  <a:pt x="343874" y="267930"/>
                  <a:pt x="339264" y="272538"/>
                </a:cubicBezTo>
                <a:cubicBezTo>
                  <a:pt x="333731" y="278988"/>
                  <a:pt x="327276" y="284516"/>
                  <a:pt x="321743" y="290966"/>
                </a:cubicBezTo>
                <a:cubicBezTo>
                  <a:pt x="317133" y="295574"/>
                  <a:pt x="317133" y="303867"/>
                  <a:pt x="323588" y="305710"/>
                </a:cubicBezTo>
                <a:cubicBezTo>
                  <a:pt x="329120" y="307553"/>
                  <a:pt x="335575" y="308474"/>
                  <a:pt x="342952" y="306631"/>
                </a:cubicBezTo>
                <a:cubicBezTo>
                  <a:pt x="346641" y="306631"/>
                  <a:pt x="349407" y="305710"/>
                  <a:pt x="353096" y="305710"/>
                </a:cubicBezTo>
                <a:cubicBezTo>
                  <a:pt x="358629" y="304788"/>
                  <a:pt x="363239" y="303867"/>
                  <a:pt x="363239" y="302945"/>
                </a:cubicBezTo>
                <a:cubicBezTo>
                  <a:pt x="363239" y="302945"/>
                  <a:pt x="364161" y="302945"/>
                  <a:pt x="364161" y="302945"/>
                </a:cubicBezTo>
                <a:cubicBezTo>
                  <a:pt x="364161" y="302945"/>
                  <a:pt x="366928" y="302945"/>
                  <a:pt x="369694" y="302024"/>
                </a:cubicBezTo>
                <a:cubicBezTo>
                  <a:pt x="371538" y="302024"/>
                  <a:pt x="373383" y="302024"/>
                  <a:pt x="375227" y="301102"/>
                </a:cubicBezTo>
                <a:cubicBezTo>
                  <a:pt x="391825" y="298338"/>
                  <a:pt x="409346" y="295574"/>
                  <a:pt x="425944" y="292809"/>
                </a:cubicBezTo>
                <a:cubicBezTo>
                  <a:pt x="439776" y="290045"/>
                  <a:pt x="446231" y="291888"/>
                  <a:pt x="450841" y="283595"/>
                </a:cubicBezTo>
                <a:cubicBezTo>
                  <a:pt x="453608" y="277145"/>
                  <a:pt x="452686" y="266087"/>
                  <a:pt x="449919" y="259637"/>
                </a:cubicBezTo>
                <a:cubicBezTo>
                  <a:pt x="442542" y="241208"/>
                  <a:pt x="425022" y="216329"/>
                  <a:pt x="406579" y="203429"/>
                </a:cubicBezTo>
                <a:cubicBezTo>
                  <a:pt x="401046" y="199743"/>
                  <a:pt x="391825" y="201586"/>
                  <a:pt x="387214" y="206193"/>
                </a:cubicBezTo>
                <a:cubicBezTo>
                  <a:pt x="379837" y="211722"/>
                  <a:pt x="373383" y="218172"/>
                  <a:pt x="366006" y="223701"/>
                </a:cubicBezTo>
                <a:cubicBezTo>
                  <a:pt x="372460" y="217251"/>
                  <a:pt x="378915" y="211722"/>
                  <a:pt x="385370" y="205272"/>
                </a:cubicBezTo>
                <a:cubicBezTo>
                  <a:pt x="389981" y="200665"/>
                  <a:pt x="388137" y="194215"/>
                  <a:pt x="381682" y="195136"/>
                </a:cubicBezTo>
                <a:close/>
                <a:moveTo>
                  <a:pt x="390808" y="174060"/>
                </a:moveTo>
                <a:cubicBezTo>
                  <a:pt x="396462" y="174134"/>
                  <a:pt x="402221" y="175390"/>
                  <a:pt x="407948" y="177585"/>
                </a:cubicBezTo>
                <a:cubicBezTo>
                  <a:pt x="442312" y="190759"/>
                  <a:pt x="475509" y="237753"/>
                  <a:pt x="477583" y="266087"/>
                </a:cubicBezTo>
                <a:cubicBezTo>
                  <a:pt x="477583" y="266087"/>
                  <a:pt x="477583" y="267009"/>
                  <a:pt x="477583" y="267009"/>
                </a:cubicBezTo>
                <a:cubicBezTo>
                  <a:pt x="476661" y="267009"/>
                  <a:pt x="477583" y="267009"/>
                  <a:pt x="477583" y="267930"/>
                </a:cubicBezTo>
                <a:cubicBezTo>
                  <a:pt x="477583" y="267930"/>
                  <a:pt x="477583" y="267930"/>
                  <a:pt x="477583" y="268852"/>
                </a:cubicBezTo>
                <a:cubicBezTo>
                  <a:pt x="472050" y="317688"/>
                  <a:pt x="398280" y="313081"/>
                  <a:pt x="360473" y="319531"/>
                </a:cubicBezTo>
                <a:cubicBezTo>
                  <a:pt x="339264" y="323217"/>
                  <a:pt x="322666" y="326903"/>
                  <a:pt x="301457" y="318610"/>
                </a:cubicBezTo>
                <a:cubicBezTo>
                  <a:pt x="280248" y="310317"/>
                  <a:pt x="275637" y="280831"/>
                  <a:pt x="289469" y="264245"/>
                </a:cubicBezTo>
                <a:cubicBezTo>
                  <a:pt x="312522" y="235680"/>
                  <a:pt x="340186" y="193293"/>
                  <a:pt x="374305" y="177629"/>
                </a:cubicBezTo>
                <a:cubicBezTo>
                  <a:pt x="379608" y="175095"/>
                  <a:pt x="385155" y="173986"/>
                  <a:pt x="390808" y="174060"/>
                </a:cubicBezTo>
                <a:close/>
                <a:moveTo>
                  <a:pt x="97143" y="45806"/>
                </a:moveTo>
                <a:cubicBezTo>
                  <a:pt x="96681" y="45345"/>
                  <a:pt x="94836" y="46036"/>
                  <a:pt x="92068" y="47878"/>
                </a:cubicBezTo>
                <a:cubicBezTo>
                  <a:pt x="86532" y="51561"/>
                  <a:pt x="80996" y="56166"/>
                  <a:pt x="80996" y="58929"/>
                </a:cubicBezTo>
                <a:cubicBezTo>
                  <a:pt x="80996" y="60771"/>
                  <a:pt x="85610" y="58929"/>
                  <a:pt x="90223" y="54324"/>
                </a:cubicBezTo>
                <a:cubicBezTo>
                  <a:pt x="91146" y="53403"/>
                  <a:pt x="92991" y="51561"/>
                  <a:pt x="93913" y="50641"/>
                </a:cubicBezTo>
                <a:cubicBezTo>
                  <a:pt x="96681" y="47878"/>
                  <a:pt x="97604" y="46266"/>
                  <a:pt x="97143" y="45806"/>
                </a:cubicBezTo>
                <a:close/>
                <a:moveTo>
                  <a:pt x="193559" y="16566"/>
                </a:moveTo>
                <a:cubicBezTo>
                  <a:pt x="187101" y="16566"/>
                  <a:pt x="180642" y="17487"/>
                  <a:pt x="180642" y="17487"/>
                </a:cubicBezTo>
                <a:cubicBezTo>
                  <a:pt x="179719" y="17487"/>
                  <a:pt x="179719" y="17487"/>
                  <a:pt x="178797" y="17487"/>
                </a:cubicBezTo>
                <a:cubicBezTo>
                  <a:pt x="176952" y="18408"/>
                  <a:pt x="175106" y="19329"/>
                  <a:pt x="173261" y="20250"/>
                </a:cubicBezTo>
                <a:cubicBezTo>
                  <a:pt x="170493" y="21171"/>
                  <a:pt x="169570" y="21171"/>
                  <a:pt x="170493" y="20250"/>
                </a:cubicBezTo>
                <a:cubicBezTo>
                  <a:pt x="171416" y="19329"/>
                  <a:pt x="166802" y="18408"/>
                  <a:pt x="160344" y="20250"/>
                </a:cubicBezTo>
                <a:cubicBezTo>
                  <a:pt x="157576" y="21171"/>
                  <a:pt x="155731" y="21171"/>
                  <a:pt x="152963" y="22092"/>
                </a:cubicBezTo>
                <a:cubicBezTo>
                  <a:pt x="145582" y="23934"/>
                  <a:pt x="139123" y="27617"/>
                  <a:pt x="136355" y="30380"/>
                </a:cubicBezTo>
                <a:cubicBezTo>
                  <a:pt x="133587" y="32222"/>
                  <a:pt x="131742" y="34064"/>
                  <a:pt x="131742" y="34064"/>
                </a:cubicBezTo>
                <a:cubicBezTo>
                  <a:pt x="119748" y="46036"/>
                  <a:pt x="106830" y="58008"/>
                  <a:pt x="94836" y="69980"/>
                </a:cubicBezTo>
                <a:cubicBezTo>
                  <a:pt x="90223" y="74585"/>
                  <a:pt x="87455" y="81952"/>
                  <a:pt x="90223" y="86557"/>
                </a:cubicBezTo>
                <a:cubicBezTo>
                  <a:pt x="92068" y="91161"/>
                  <a:pt x="98527" y="90241"/>
                  <a:pt x="103140" y="85636"/>
                </a:cubicBezTo>
                <a:cubicBezTo>
                  <a:pt x="108676" y="80110"/>
                  <a:pt x="114212" y="75506"/>
                  <a:pt x="119748" y="69980"/>
                </a:cubicBezTo>
                <a:cubicBezTo>
                  <a:pt x="124361" y="65375"/>
                  <a:pt x="128974" y="63534"/>
                  <a:pt x="129897" y="65375"/>
                </a:cubicBezTo>
                <a:cubicBezTo>
                  <a:pt x="130819" y="66296"/>
                  <a:pt x="131742" y="68138"/>
                  <a:pt x="132665" y="69059"/>
                </a:cubicBezTo>
                <a:cubicBezTo>
                  <a:pt x="132665" y="69059"/>
                  <a:pt x="132665" y="69980"/>
                  <a:pt x="133587" y="69980"/>
                </a:cubicBezTo>
                <a:cubicBezTo>
                  <a:pt x="133587" y="70901"/>
                  <a:pt x="130819" y="75506"/>
                  <a:pt x="125283" y="80110"/>
                </a:cubicBezTo>
                <a:cubicBezTo>
                  <a:pt x="120670" y="85636"/>
                  <a:pt x="115134" y="91161"/>
                  <a:pt x="109598" y="95766"/>
                </a:cubicBezTo>
                <a:cubicBezTo>
                  <a:pt x="104985" y="101292"/>
                  <a:pt x="104063" y="109580"/>
                  <a:pt x="107753" y="115106"/>
                </a:cubicBezTo>
                <a:cubicBezTo>
                  <a:pt x="112366" y="120631"/>
                  <a:pt x="118825" y="121552"/>
                  <a:pt x="124361" y="116027"/>
                </a:cubicBezTo>
                <a:cubicBezTo>
                  <a:pt x="128974" y="111422"/>
                  <a:pt x="134510" y="105896"/>
                  <a:pt x="140046" y="100371"/>
                </a:cubicBezTo>
                <a:cubicBezTo>
                  <a:pt x="144659" y="95766"/>
                  <a:pt x="149272" y="93003"/>
                  <a:pt x="151117" y="94845"/>
                </a:cubicBezTo>
                <a:cubicBezTo>
                  <a:pt x="152040" y="96687"/>
                  <a:pt x="149272" y="102213"/>
                  <a:pt x="143736" y="106817"/>
                </a:cubicBezTo>
                <a:cubicBezTo>
                  <a:pt x="139123" y="112343"/>
                  <a:pt x="133587" y="116948"/>
                  <a:pt x="128974" y="122473"/>
                </a:cubicBezTo>
                <a:cubicBezTo>
                  <a:pt x="123438" y="127078"/>
                  <a:pt x="123438" y="135366"/>
                  <a:pt x="127129" y="140892"/>
                </a:cubicBezTo>
                <a:cubicBezTo>
                  <a:pt x="128051" y="141813"/>
                  <a:pt x="128051" y="142734"/>
                  <a:pt x="128974" y="143655"/>
                </a:cubicBezTo>
                <a:cubicBezTo>
                  <a:pt x="133587" y="148259"/>
                  <a:pt x="140968" y="149180"/>
                  <a:pt x="145582" y="144575"/>
                </a:cubicBezTo>
                <a:lnTo>
                  <a:pt x="159421" y="130761"/>
                </a:lnTo>
                <a:cubicBezTo>
                  <a:pt x="164035" y="125236"/>
                  <a:pt x="170493" y="125236"/>
                  <a:pt x="173261" y="128920"/>
                </a:cubicBezTo>
                <a:cubicBezTo>
                  <a:pt x="175106" y="132603"/>
                  <a:pt x="173261" y="139050"/>
                  <a:pt x="168648" y="143655"/>
                </a:cubicBezTo>
                <a:cubicBezTo>
                  <a:pt x="164035" y="148259"/>
                  <a:pt x="160344" y="152864"/>
                  <a:pt x="155731" y="157468"/>
                </a:cubicBezTo>
                <a:cubicBezTo>
                  <a:pt x="151117" y="162073"/>
                  <a:pt x="147427" y="166678"/>
                  <a:pt x="147427" y="166678"/>
                </a:cubicBezTo>
                <a:cubicBezTo>
                  <a:pt x="147427" y="167599"/>
                  <a:pt x="152040" y="163915"/>
                  <a:pt x="156653" y="158389"/>
                </a:cubicBezTo>
                <a:cubicBezTo>
                  <a:pt x="161267" y="154706"/>
                  <a:pt x="164957" y="150101"/>
                  <a:pt x="169570" y="145496"/>
                </a:cubicBezTo>
                <a:cubicBezTo>
                  <a:pt x="174184" y="140892"/>
                  <a:pt x="177874" y="136287"/>
                  <a:pt x="177874" y="137208"/>
                </a:cubicBezTo>
                <a:cubicBezTo>
                  <a:pt x="178797" y="137208"/>
                  <a:pt x="175106" y="140892"/>
                  <a:pt x="169570" y="146417"/>
                </a:cubicBezTo>
                <a:cubicBezTo>
                  <a:pt x="164035" y="152864"/>
                  <a:pt x="156653" y="159310"/>
                  <a:pt x="150195" y="165757"/>
                </a:cubicBezTo>
                <a:cubicBezTo>
                  <a:pt x="150195" y="166678"/>
                  <a:pt x="149272" y="166678"/>
                  <a:pt x="149272" y="166678"/>
                </a:cubicBezTo>
                <a:cubicBezTo>
                  <a:pt x="148350" y="167599"/>
                  <a:pt x="149272" y="169441"/>
                  <a:pt x="150195" y="170362"/>
                </a:cubicBezTo>
                <a:cubicBezTo>
                  <a:pt x="150195" y="171282"/>
                  <a:pt x="151117" y="172203"/>
                  <a:pt x="151117" y="172203"/>
                </a:cubicBezTo>
                <a:cubicBezTo>
                  <a:pt x="152040" y="173124"/>
                  <a:pt x="152963" y="174045"/>
                  <a:pt x="153885" y="175887"/>
                </a:cubicBezTo>
                <a:cubicBezTo>
                  <a:pt x="154808" y="176808"/>
                  <a:pt x="159421" y="174966"/>
                  <a:pt x="164035" y="169441"/>
                </a:cubicBezTo>
                <a:cubicBezTo>
                  <a:pt x="168648" y="164836"/>
                  <a:pt x="172338" y="161152"/>
                  <a:pt x="176952" y="156548"/>
                </a:cubicBezTo>
                <a:cubicBezTo>
                  <a:pt x="181565" y="151943"/>
                  <a:pt x="187101" y="151022"/>
                  <a:pt x="189869" y="154706"/>
                </a:cubicBezTo>
                <a:cubicBezTo>
                  <a:pt x="192637" y="158389"/>
                  <a:pt x="190791" y="165757"/>
                  <a:pt x="186178" y="170362"/>
                </a:cubicBezTo>
                <a:lnTo>
                  <a:pt x="173261" y="183255"/>
                </a:lnTo>
                <a:cubicBezTo>
                  <a:pt x="168648" y="187859"/>
                  <a:pt x="167725" y="196148"/>
                  <a:pt x="171416" y="202594"/>
                </a:cubicBezTo>
                <a:cubicBezTo>
                  <a:pt x="173261" y="205357"/>
                  <a:pt x="175106" y="208120"/>
                  <a:pt x="176952" y="210882"/>
                </a:cubicBezTo>
                <a:cubicBezTo>
                  <a:pt x="180642" y="216408"/>
                  <a:pt x="188023" y="217329"/>
                  <a:pt x="192637" y="212724"/>
                </a:cubicBezTo>
                <a:cubicBezTo>
                  <a:pt x="197250" y="208120"/>
                  <a:pt x="201863" y="204436"/>
                  <a:pt x="205554" y="200752"/>
                </a:cubicBezTo>
                <a:cubicBezTo>
                  <a:pt x="210167" y="195227"/>
                  <a:pt x="215703" y="193385"/>
                  <a:pt x="216625" y="195227"/>
                </a:cubicBezTo>
                <a:cubicBezTo>
                  <a:pt x="218471" y="197069"/>
                  <a:pt x="214780" y="202594"/>
                  <a:pt x="210167" y="207199"/>
                </a:cubicBezTo>
                <a:cubicBezTo>
                  <a:pt x="206476" y="211803"/>
                  <a:pt x="201863" y="216408"/>
                  <a:pt x="197250" y="221013"/>
                </a:cubicBezTo>
                <a:cubicBezTo>
                  <a:pt x="192637" y="225617"/>
                  <a:pt x="192637" y="233906"/>
                  <a:pt x="197250" y="238510"/>
                </a:cubicBezTo>
                <a:cubicBezTo>
                  <a:pt x="199095" y="240352"/>
                  <a:pt x="200018" y="241273"/>
                  <a:pt x="201863" y="243115"/>
                </a:cubicBezTo>
                <a:cubicBezTo>
                  <a:pt x="206476" y="247720"/>
                  <a:pt x="215703" y="246799"/>
                  <a:pt x="219393" y="242194"/>
                </a:cubicBezTo>
                <a:cubicBezTo>
                  <a:pt x="224006" y="237589"/>
                  <a:pt x="227697" y="229301"/>
                  <a:pt x="227697" y="221934"/>
                </a:cubicBezTo>
                <a:cubicBezTo>
                  <a:pt x="226774" y="184175"/>
                  <a:pt x="226774" y="145496"/>
                  <a:pt x="226774" y="106817"/>
                </a:cubicBezTo>
                <a:cubicBezTo>
                  <a:pt x="225852" y="87478"/>
                  <a:pt x="225852" y="69059"/>
                  <a:pt x="225852" y="49720"/>
                </a:cubicBezTo>
                <a:cubicBezTo>
                  <a:pt x="225852" y="27617"/>
                  <a:pt x="212935" y="18408"/>
                  <a:pt x="193559" y="16566"/>
                </a:cubicBezTo>
                <a:close/>
                <a:moveTo>
                  <a:pt x="178105" y="1256"/>
                </a:moveTo>
                <a:cubicBezTo>
                  <a:pt x="216856" y="-3694"/>
                  <a:pt x="249841" y="5054"/>
                  <a:pt x="249841" y="44194"/>
                </a:cubicBezTo>
                <a:cubicBezTo>
                  <a:pt x="250763" y="106817"/>
                  <a:pt x="259067" y="174045"/>
                  <a:pt x="251686" y="236669"/>
                </a:cubicBezTo>
                <a:cubicBezTo>
                  <a:pt x="247995" y="267059"/>
                  <a:pt x="225852" y="285478"/>
                  <a:pt x="196327" y="271664"/>
                </a:cubicBezTo>
                <a:cubicBezTo>
                  <a:pt x="176029" y="262455"/>
                  <a:pt x="162189" y="232064"/>
                  <a:pt x="151117" y="214566"/>
                </a:cubicBezTo>
                <a:cubicBezTo>
                  <a:pt x="128051" y="180492"/>
                  <a:pt x="104985" y="145496"/>
                  <a:pt x="82842" y="111422"/>
                </a:cubicBezTo>
                <a:cubicBezTo>
                  <a:pt x="72693" y="96687"/>
                  <a:pt x="58853" y="82873"/>
                  <a:pt x="57008" y="67217"/>
                </a:cubicBezTo>
                <a:cubicBezTo>
                  <a:pt x="56085" y="59850"/>
                  <a:pt x="57930" y="53403"/>
                  <a:pt x="58853" y="51561"/>
                </a:cubicBezTo>
                <a:cubicBezTo>
                  <a:pt x="59776" y="50641"/>
                  <a:pt x="60698" y="50641"/>
                  <a:pt x="61621" y="49720"/>
                </a:cubicBezTo>
                <a:cubicBezTo>
                  <a:pt x="61621" y="48799"/>
                  <a:pt x="61621" y="48799"/>
                  <a:pt x="61621" y="48799"/>
                </a:cubicBezTo>
                <a:cubicBezTo>
                  <a:pt x="61621" y="48799"/>
                  <a:pt x="66234" y="44194"/>
                  <a:pt x="71770" y="40510"/>
                </a:cubicBezTo>
                <a:cubicBezTo>
                  <a:pt x="94836" y="24855"/>
                  <a:pt x="139354" y="6206"/>
                  <a:pt x="178105" y="1256"/>
                </a:cubicBezTo>
                <a:close/>
              </a:path>
            </a:pathLst>
          </a:custGeom>
          <a:solidFill>
            <a:srgbClr val="FFFFFF"/>
          </a:solidFill>
          <a:ln>
            <a:noFill/>
          </a:ln>
        </p:spPr>
      </p:sp>
      <p:sp>
        <p:nvSpPr>
          <p:cNvPr id="14" name="icon"/>
          <p:cNvSpPr/>
          <p:nvPr>
            <p:custDataLst>
              <p:tags r:id="rId19"/>
            </p:custDataLst>
          </p:nvPr>
        </p:nvSpPr>
        <p:spPr bwMode="auto">
          <a:xfrm>
            <a:off x="1129271" y="2505903"/>
            <a:ext cx="410766" cy="492919"/>
          </a:xfrm>
          <a:custGeom>
            <a:avLst/>
            <a:gdLst>
              <a:gd name="connsiteX0" fmla="*/ 218591 w 477583"/>
              <a:gd name="connsiteY0" fmla="*/ 405255 h 576169"/>
              <a:gd name="connsiteX1" fmla="*/ 179692 w 477583"/>
              <a:gd name="connsiteY1" fmla="*/ 436458 h 576169"/>
              <a:gd name="connsiteX2" fmla="*/ 140045 w 477583"/>
              <a:gd name="connsiteY2" fmla="*/ 480652 h 576169"/>
              <a:gd name="connsiteX3" fmla="*/ 118838 w 477583"/>
              <a:gd name="connsiteY3" fmla="*/ 511035 h 576169"/>
              <a:gd name="connsiteX4" fmla="*/ 118838 w 477583"/>
              <a:gd name="connsiteY4" fmla="*/ 512876 h 576169"/>
              <a:gd name="connsiteX5" fmla="*/ 119760 w 477583"/>
              <a:gd name="connsiteY5" fmla="*/ 514718 h 576169"/>
              <a:gd name="connsiteX6" fmla="*/ 122526 w 477583"/>
              <a:gd name="connsiteY6" fmla="*/ 525766 h 576169"/>
              <a:gd name="connsiteX7" fmla="*/ 139123 w 477583"/>
              <a:gd name="connsiteY7" fmla="*/ 525766 h 576169"/>
              <a:gd name="connsiteX8" fmla="*/ 185224 w 477583"/>
              <a:gd name="connsiteY8" fmla="*/ 480652 h 576169"/>
              <a:gd name="connsiteX9" fmla="*/ 186146 w 477583"/>
              <a:gd name="connsiteY9" fmla="*/ 481573 h 576169"/>
              <a:gd name="connsiteX10" fmla="*/ 174160 w 477583"/>
              <a:gd name="connsiteY10" fmla="*/ 494462 h 576169"/>
              <a:gd name="connsiteX11" fmla="*/ 169550 w 477583"/>
              <a:gd name="connsiteY11" fmla="*/ 505511 h 576169"/>
              <a:gd name="connsiteX12" fmla="*/ 169550 w 477583"/>
              <a:gd name="connsiteY12" fmla="*/ 508273 h 576169"/>
              <a:gd name="connsiteX13" fmla="*/ 168628 w 477583"/>
              <a:gd name="connsiteY13" fmla="*/ 511956 h 576169"/>
              <a:gd name="connsiteX14" fmla="*/ 170472 w 477583"/>
              <a:gd name="connsiteY14" fmla="*/ 520242 h 576169"/>
              <a:gd name="connsiteX15" fmla="*/ 171394 w 477583"/>
              <a:gd name="connsiteY15" fmla="*/ 524845 h 576169"/>
              <a:gd name="connsiteX16" fmla="*/ 173238 w 477583"/>
              <a:gd name="connsiteY16" fmla="*/ 527607 h 576169"/>
              <a:gd name="connsiteX17" fmla="*/ 166784 w 477583"/>
              <a:gd name="connsiteY17" fmla="*/ 537735 h 576169"/>
              <a:gd name="connsiteX18" fmla="*/ 171394 w 477583"/>
              <a:gd name="connsiteY18" fmla="*/ 549704 h 576169"/>
              <a:gd name="connsiteX19" fmla="*/ 176004 w 477583"/>
              <a:gd name="connsiteY19" fmla="*/ 551545 h 576169"/>
              <a:gd name="connsiteX20" fmla="*/ 193523 w 477583"/>
              <a:gd name="connsiteY20" fmla="*/ 549704 h 576169"/>
              <a:gd name="connsiteX21" fmla="*/ 210119 w 477583"/>
              <a:gd name="connsiteY21" fmla="*/ 547863 h 576169"/>
              <a:gd name="connsiteX22" fmla="*/ 217496 w 477583"/>
              <a:gd name="connsiteY22" fmla="*/ 554308 h 576169"/>
              <a:gd name="connsiteX23" fmla="*/ 221184 w 477583"/>
              <a:gd name="connsiteY23" fmla="*/ 556149 h 576169"/>
              <a:gd name="connsiteX24" fmla="*/ 229482 w 477583"/>
              <a:gd name="connsiteY24" fmla="*/ 540497 h 576169"/>
              <a:gd name="connsiteX25" fmla="*/ 230404 w 477583"/>
              <a:gd name="connsiteY25" fmla="*/ 516559 h 576169"/>
              <a:gd name="connsiteX26" fmla="*/ 232248 w 477583"/>
              <a:gd name="connsiteY26" fmla="*/ 456714 h 576169"/>
              <a:gd name="connsiteX27" fmla="*/ 231326 w 477583"/>
              <a:gd name="connsiteY27" fmla="*/ 415282 h 576169"/>
              <a:gd name="connsiteX28" fmla="*/ 218591 w 477583"/>
              <a:gd name="connsiteY28" fmla="*/ 405255 h 576169"/>
              <a:gd name="connsiteX29" fmla="*/ 365067 w 477583"/>
              <a:gd name="connsiteY29" fmla="*/ 391336 h 576169"/>
              <a:gd name="connsiteX30" fmla="*/ 364145 w 477583"/>
              <a:gd name="connsiteY30" fmla="*/ 395938 h 576169"/>
              <a:gd name="connsiteX31" fmla="*/ 357690 w 477583"/>
              <a:gd name="connsiteY31" fmla="*/ 409744 h 576169"/>
              <a:gd name="connsiteX32" fmla="*/ 342935 w 477583"/>
              <a:gd name="connsiteY32" fmla="*/ 424470 h 576169"/>
              <a:gd name="connsiteX33" fmla="*/ 340169 w 477583"/>
              <a:gd name="connsiteY33" fmla="*/ 443798 h 576169"/>
              <a:gd name="connsiteX34" fmla="*/ 344780 w 477583"/>
              <a:gd name="connsiteY34" fmla="*/ 451161 h 576169"/>
              <a:gd name="connsiteX35" fmla="*/ 359534 w 477583"/>
              <a:gd name="connsiteY35" fmla="*/ 453001 h 576169"/>
              <a:gd name="connsiteX36" fmla="*/ 373367 w 477583"/>
              <a:gd name="connsiteY36" fmla="*/ 438275 h 576169"/>
              <a:gd name="connsiteX37" fmla="*/ 383511 w 477583"/>
              <a:gd name="connsiteY37" fmla="*/ 431833 h 576169"/>
              <a:gd name="connsiteX38" fmla="*/ 376133 w 477583"/>
              <a:gd name="connsiteY38" fmla="*/ 442877 h 576169"/>
              <a:gd name="connsiteX39" fmla="*/ 362301 w 477583"/>
              <a:gd name="connsiteY39" fmla="*/ 457603 h 576169"/>
              <a:gd name="connsiteX40" fmla="*/ 359534 w 477583"/>
              <a:gd name="connsiteY40" fmla="*/ 476931 h 576169"/>
              <a:gd name="connsiteX41" fmla="*/ 361379 w 477583"/>
              <a:gd name="connsiteY41" fmla="*/ 479692 h 576169"/>
              <a:gd name="connsiteX42" fmla="*/ 377056 w 477583"/>
              <a:gd name="connsiteY42" fmla="*/ 482454 h 576169"/>
              <a:gd name="connsiteX43" fmla="*/ 390888 w 477583"/>
              <a:gd name="connsiteY43" fmla="*/ 467727 h 576169"/>
              <a:gd name="connsiteX44" fmla="*/ 402877 w 477583"/>
              <a:gd name="connsiteY44" fmla="*/ 464966 h 576169"/>
              <a:gd name="connsiteX45" fmla="*/ 397343 w 477583"/>
              <a:gd name="connsiteY45" fmla="*/ 479692 h 576169"/>
              <a:gd name="connsiteX46" fmla="*/ 383511 w 477583"/>
              <a:gd name="connsiteY46" fmla="*/ 493498 h 576169"/>
              <a:gd name="connsiteX47" fmla="*/ 378900 w 477583"/>
              <a:gd name="connsiteY47" fmla="*/ 507304 h 576169"/>
              <a:gd name="connsiteX48" fmla="*/ 393655 w 477583"/>
              <a:gd name="connsiteY48" fmla="*/ 502702 h 576169"/>
              <a:gd name="connsiteX49" fmla="*/ 404721 w 477583"/>
              <a:gd name="connsiteY49" fmla="*/ 491657 h 576169"/>
              <a:gd name="connsiteX50" fmla="*/ 415787 w 477583"/>
              <a:gd name="connsiteY50" fmla="*/ 486135 h 576169"/>
              <a:gd name="connsiteX51" fmla="*/ 408410 w 477583"/>
              <a:gd name="connsiteY51" fmla="*/ 498100 h 576169"/>
              <a:gd name="connsiteX52" fmla="*/ 403799 w 477583"/>
              <a:gd name="connsiteY52" fmla="*/ 503622 h 576169"/>
              <a:gd name="connsiteX53" fmla="*/ 405643 w 477583"/>
              <a:gd name="connsiteY53" fmla="*/ 506383 h 576169"/>
              <a:gd name="connsiteX54" fmla="*/ 447141 w 477583"/>
              <a:gd name="connsiteY54" fmla="*/ 445638 h 576169"/>
              <a:gd name="connsiteX55" fmla="*/ 445297 w 477583"/>
              <a:gd name="connsiteY55" fmla="*/ 422629 h 576169"/>
              <a:gd name="connsiteX56" fmla="*/ 366912 w 477583"/>
              <a:gd name="connsiteY56" fmla="*/ 392256 h 576169"/>
              <a:gd name="connsiteX57" fmla="*/ 365067 w 477583"/>
              <a:gd name="connsiteY57" fmla="*/ 391336 h 576169"/>
              <a:gd name="connsiteX58" fmla="*/ 346624 w 477583"/>
              <a:gd name="connsiteY58" fmla="*/ 386734 h 576169"/>
              <a:gd name="connsiteX59" fmla="*/ 330947 w 477583"/>
              <a:gd name="connsiteY59" fmla="*/ 393177 h 576169"/>
              <a:gd name="connsiteX60" fmla="*/ 327258 w 477583"/>
              <a:gd name="connsiteY60" fmla="*/ 396858 h 576169"/>
              <a:gd name="connsiteX61" fmla="*/ 321725 w 477583"/>
              <a:gd name="connsiteY61" fmla="*/ 411584 h 576169"/>
              <a:gd name="connsiteX62" fmla="*/ 333713 w 477583"/>
              <a:gd name="connsiteY62" fmla="*/ 408823 h 576169"/>
              <a:gd name="connsiteX63" fmla="*/ 344780 w 477583"/>
              <a:gd name="connsiteY63" fmla="*/ 396858 h 576169"/>
              <a:gd name="connsiteX64" fmla="*/ 346624 w 477583"/>
              <a:gd name="connsiteY64" fmla="*/ 386734 h 576169"/>
              <a:gd name="connsiteX65" fmla="*/ 228733 w 477583"/>
              <a:gd name="connsiteY65" fmla="*/ 384827 h 576169"/>
              <a:gd name="connsiteX66" fmla="*/ 256221 w 477583"/>
              <a:gd name="connsiteY66" fmla="*/ 421727 h 576169"/>
              <a:gd name="connsiteX67" fmla="*/ 254377 w 477583"/>
              <a:gd name="connsiteY67" fmla="*/ 495383 h 576169"/>
              <a:gd name="connsiteX68" fmla="*/ 253455 w 477583"/>
              <a:gd name="connsiteY68" fmla="*/ 541418 h 576169"/>
              <a:gd name="connsiteX69" fmla="*/ 248845 w 477583"/>
              <a:gd name="connsiteY69" fmla="*/ 555228 h 576169"/>
              <a:gd name="connsiteX70" fmla="*/ 247001 w 477583"/>
              <a:gd name="connsiteY70" fmla="*/ 557070 h 576169"/>
              <a:gd name="connsiteX71" fmla="*/ 170472 w 477583"/>
              <a:gd name="connsiteY71" fmla="*/ 568118 h 576169"/>
              <a:gd name="connsiteX72" fmla="*/ 113306 w 477583"/>
              <a:gd name="connsiteY72" fmla="*/ 549704 h 576169"/>
              <a:gd name="connsiteX73" fmla="*/ 151109 w 477583"/>
              <a:gd name="connsiteY73" fmla="*/ 440141 h 576169"/>
              <a:gd name="connsiteX74" fmla="*/ 211041 w 477583"/>
              <a:gd name="connsiteY74" fmla="*/ 387661 h 576169"/>
              <a:gd name="connsiteX75" fmla="*/ 228733 w 477583"/>
              <a:gd name="connsiteY75" fmla="*/ 384827 h 576169"/>
              <a:gd name="connsiteX76" fmla="*/ 328180 w 477583"/>
              <a:gd name="connsiteY76" fmla="*/ 382132 h 576169"/>
              <a:gd name="connsiteX77" fmla="*/ 313426 w 477583"/>
              <a:gd name="connsiteY77" fmla="*/ 392256 h 576169"/>
              <a:gd name="connsiteX78" fmla="*/ 325414 w 477583"/>
              <a:gd name="connsiteY78" fmla="*/ 395018 h 576169"/>
              <a:gd name="connsiteX79" fmla="*/ 328180 w 477583"/>
              <a:gd name="connsiteY79" fmla="*/ 392256 h 576169"/>
              <a:gd name="connsiteX80" fmla="*/ 331869 w 477583"/>
              <a:gd name="connsiteY80" fmla="*/ 383053 h 576169"/>
              <a:gd name="connsiteX81" fmla="*/ 328180 w 477583"/>
              <a:gd name="connsiteY81" fmla="*/ 382132 h 576169"/>
              <a:gd name="connsiteX82" fmla="*/ 329030 w 477583"/>
              <a:gd name="connsiteY82" fmla="*/ 367205 h 576169"/>
              <a:gd name="connsiteX83" fmla="*/ 360456 w 477583"/>
              <a:gd name="connsiteY83" fmla="*/ 372008 h 576169"/>
              <a:gd name="connsiteX84" fmla="*/ 473884 w 477583"/>
              <a:gd name="connsiteY84" fmla="*/ 428151 h 576169"/>
              <a:gd name="connsiteX85" fmla="*/ 473884 w 477583"/>
              <a:gd name="connsiteY85" fmla="*/ 429072 h 576169"/>
              <a:gd name="connsiteX86" fmla="*/ 473884 w 477583"/>
              <a:gd name="connsiteY86" fmla="*/ 429992 h 576169"/>
              <a:gd name="connsiteX87" fmla="*/ 421320 w 477583"/>
              <a:gd name="connsiteY87" fmla="*/ 519269 h 576169"/>
              <a:gd name="connsiteX88" fmla="*/ 367834 w 477583"/>
              <a:gd name="connsiteY88" fmla="*/ 527552 h 576169"/>
              <a:gd name="connsiteX89" fmla="*/ 335558 w 477583"/>
              <a:gd name="connsiteY89" fmla="*/ 484294 h 576169"/>
              <a:gd name="connsiteX90" fmla="*/ 299593 w 477583"/>
              <a:gd name="connsiteY90" fmla="*/ 420788 h 576169"/>
              <a:gd name="connsiteX91" fmla="*/ 329030 w 477583"/>
              <a:gd name="connsiteY91" fmla="*/ 367205 h 576169"/>
              <a:gd name="connsiteX92" fmla="*/ 86562 w 477583"/>
              <a:gd name="connsiteY92" fmla="*/ 284475 h 576169"/>
              <a:gd name="connsiteX93" fmla="*/ 66277 w 477583"/>
              <a:gd name="connsiteY93" fmla="*/ 288157 h 576169"/>
              <a:gd name="connsiteX94" fmla="*/ 34005 w 477583"/>
              <a:gd name="connsiteY94" fmla="*/ 320377 h 576169"/>
              <a:gd name="connsiteX95" fmla="*/ 23863 w 477583"/>
              <a:gd name="connsiteY95" fmla="*/ 337867 h 576169"/>
              <a:gd name="connsiteX96" fmla="*/ 25707 w 477583"/>
              <a:gd name="connsiteY96" fmla="*/ 344311 h 576169"/>
              <a:gd name="connsiteX97" fmla="*/ 35849 w 477583"/>
              <a:gd name="connsiteY97" fmla="*/ 334185 h 576169"/>
              <a:gd name="connsiteX98" fmla="*/ 58901 w 477583"/>
              <a:gd name="connsiteY98" fmla="*/ 313012 h 576169"/>
              <a:gd name="connsiteX99" fmla="*/ 63511 w 477583"/>
              <a:gd name="connsiteY99" fmla="*/ 309330 h 576169"/>
              <a:gd name="connsiteX100" fmla="*/ 58901 w 477583"/>
              <a:gd name="connsiteY100" fmla="*/ 313933 h 576169"/>
              <a:gd name="connsiteX101" fmla="*/ 32161 w 477583"/>
              <a:gd name="connsiteY101" fmla="*/ 339708 h 576169"/>
              <a:gd name="connsiteX102" fmla="*/ 23863 w 477583"/>
              <a:gd name="connsiteY102" fmla="*/ 360881 h 576169"/>
              <a:gd name="connsiteX103" fmla="*/ 24785 w 477583"/>
              <a:gd name="connsiteY103" fmla="*/ 364563 h 576169"/>
              <a:gd name="connsiteX104" fmla="*/ 31239 w 477583"/>
              <a:gd name="connsiteY104" fmla="*/ 371928 h 576169"/>
              <a:gd name="connsiteX105" fmla="*/ 35849 w 477583"/>
              <a:gd name="connsiteY105" fmla="*/ 367325 h 576169"/>
              <a:gd name="connsiteX106" fmla="*/ 67199 w 477583"/>
              <a:gd name="connsiteY106" fmla="*/ 336947 h 576169"/>
              <a:gd name="connsiteX107" fmla="*/ 75498 w 477583"/>
              <a:gd name="connsiteY107" fmla="*/ 336947 h 576169"/>
              <a:gd name="connsiteX108" fmla="*/ 67199 w 477583"/>
              <a:gd name="connsiteY108" fmla="*/ 355358 h 576169"/>
              <a:gd name="connsiteX109" fmla="*/ 43226 w 477583"/>
              <a:gd name="connsiteY109" fmla="*/ 379292 h 576169"/>
              <a:gd name="connsiteX110" fmla="*/ 38616 w 477583"/>
              <a:gd name="connsiteY110" fmla="*/ 383895 h 576169"/>
              <a:gd name="connsiteX111" fmla="*/ 35849 w 477583"/>
              <a:gd name="connsiteY111" fmla="*/ 391259 h 576169"/>
              <a:gd name="connsiteX112" fmla="*/ 50602 w 477583"/>
              <a:gd name="connsiteY112" fmla="*/ 396783 h 576169"/>
              <a:gd name="connsiteX113" fmla="*/ 122522 w 477583"/>
              <a:gd name="connsiteY113" fmla="*/ 372848 h 576169"/>
              <a:gd name="connsiteX114" fmla="*/ 159405 w 477583"/>
              <a:gd name="connsiteY114" fmla="*/ 360881 h 576169"/>
              <a:gd name="connsiteX115" fmla="*/ 162171 w 477583"/>
              <a:gd name="connsiteY115" fmla="*/ 311171 h 576169"/>
              <a:gd name="connsiteX116" fmla="*/ 151106 w 477583"/>
              <a:gd name="connsiteY116" fmla="*/ 307489 h 576169"/>
              <a:gd name="connsiteX117" fmla="*/ 86562 w 477583"/>
              <a:gd name="connsiteY117" fmla="*/ 284475 h 576169"/>
              <a:gd name="connsiteX118" fmla="*/ 49680 w 477583"/>
              <a:gd name="connsiteY118" fmla="*/ 271588 h 576169"/>
              <a:gd name="connsiteX119" fmla="*/ 36771 w 477583"/>
              <a:gd name="connsiteY119" fmla="*/ 278952 h 576169"/>
              <a:gd name="connsiteX120" fmla="*/ 27551 w 477583"/>
              <a:gd name="connsiteY120" fmla="*/ 297363 h 576169"/>
              <a:gd name="connsiteX121" fmla="*/ 26629 w 477583"/>
              <a:gd name="connsiteY121" fmla="*/ 309330 h 576169"/>
              <a:gd name="connsiteX122" fmla="*/ 25707 w 477583"/>
              <a:gd name="connsiteY122" fmla="*/ 310251 h 576169"/>
              <a:gd name="connsiteX123" fmla="*/ 34927 w 477583"/>
              <a:gd name="connsiteY123" fmla="*/ 302886 h 576169"/>
              <a:gd name="connsiteX124" fmla="*/ 53368 w 477583"/>
              <a:gd name="connsiteY124" fmla="*/ 283555 h 576169"/>
              <a:gd name="connsiteX125" fmla="*/ 58901 w 477583"/>
              <a:gd name="connsiteY125" fmla="*/ 274349 h 576169"/>
              <a:gd name="connsiteX126" fmla="*/ 57057 w 477583"/>
              <a:gd name="connsiteY126" fmla="*/ 273429 h 576169"/>
              <a:gd name="connsiteX127" fmla="*/ 49680 w 477583"/>
              <a:gd name="connsiteY127" fmla="*/ 271588 h 576169"/>
              <a:gd name="connsiteX128" fmla="*/ 42304 w 477583"/>
              <a:gd name="connsiteY128" fmla="*/ 252256 h 576169"/>
              <a:gd name="connsiteX129" fmla="*/ 97627 w 477583"/>
              <a:gd name="connsiteY129" fmla="*/ 267905 h 576169"/>
              <a:gd name="connsiteX130" fmla="*/ 172313 w 477583"/>
              <a:gd name="connsiteY130" fmla="*/ 294601 h 576169"/>
              <a:gd name="connsiteX131" fmla="*/ 200897 w 477583"/>
              <a:gd name="connsiteY131" fmla="*/ 348914 h 576169"/>
              <a:gd name="connsiteX132" fmla="*/ 149262 w 477583"/>
              <a:gd name="connsiteY132" fmla="*/ 381133 h 576169"/>
              <a:gd name="connsiteX133" fmla="*/ 36771 w 477583"/>
              <a:gd name="connsiteY133" fmla="*/ 411511 h 576169"/>
              <a:gd name="connsiteX134" fmla="*/ 22019 w 477583"/>
              <a:gd name="connsiteY134" fmla="*/ 408750 h 576169"/>
              <a:gd name="connsiteX135" fmla="*/ 18330 w 477583"/>
              <a:gd name="connsiteY135" fmla="*/ 405988 h 576169"/>
              <a:gd name="connsiteX136" fmla="*/ 9110 w 477583"/>
              <a:gd name="connsiteY136" fmla="*/ 394941 h 576169"/>
              <a:gd name="connsiteX137" fmla="*/ 2655 w 477583"/>
              <a:gd name="connsiteY137" fmla="*/ 311171 h 576169"/>
              <a:gd name="connsiteX138" fmla="*/ 42304 w 477583"/>
              <a:gd name="connsiteY138" fmla="*/ 252256 h 576169"/>
              <a:gd name="connsiteX139" fmla="*/ 381682 w 477583"/>
              <a:gd name="connsiteY139" fmla="*/ 195136 h 576169"/>
              <a:gd name="connsiteX140" fmla="*/ 370616 w 477583"/>
              <a:gd name="connsiteY140" fmla="*/ 202508 h 576169"/>
              <a:gd name="connsiteX141" fmla="*/ 316211 w 477583"/>
              <a:gd name="connsiteY141" fmla="*/ 262402 h 576169"/>
              <a:gd name="connsiteX142" fmla="*/ 306989 w 477583"/>
              <a:gd name="connsiteY142" fmla="*/ 286359 h 576169"/>
              <a:gd name="connsiteX143" fmla="*/ 320821 w 477583"/>
              <a:gd name="connsiteY143" fmla="*/ 289124 h 576169"/>
              <a:gd name="connsiteX144" fmla="*/ 338342 w 477583"/>
              <a:gd name="connsiteY144" fmla="*/ 272538 h 576169"/>
              <a:gd name="connsiteX145" fmla="*/ 339264 w 477583"/>
              <a:gd name="connsiteY145" fmla="*/ 272538 h 576169"/>
              <a:gd name="connsiteX146" fmla="*/ 321743 w 477583"/>
              <a:gd name="connsiteY146" fmla="*/ 290966 h 576169"/>
              <a:gd name="connsiteX147" fmla="*/ 323588 w 477583"/>
              <a:gd name="connsiteY147" fmla="*/ 305710 h 576169"/>
              <a:gd name="connsiteX148" fmla="*/ 342952 w 477583"/>
              <a:gd name="connsiteY148" fmla="*/ 306631 h 576169"/>
              <a:gd name="connsiteX149" fmla="*/ 353096 w 477583"/>
              <a:gd name="connsiteY149" fmla="*/ 305710 h 576169"/>
              <a:gd name="connsiteX150" fmla="*/ 363239 w 477583"/>
              <a:gd name="connsiteY150" fmla="*/ 302945 h 576169"/>
              <a:gd name="connsiteX151" fmla="*/ 364161 w 477583"/>
              <a:gd name="connsiteY151" fmla="*/ 302945 h 576169"/>
              <a:gd name="connsiteX152" fmla="*/ 369694 w 477583"/>
              <a:gd name="connsiteY152" fmla="*/ 302024 h 576169"/>
              <a:gd name="connsiteX153" fmla="*/ 375227 w 477583"/>
              <a:gd name="connsiteY153" fmla="*/ 301102 h 576169"/>
              <a:gd name="connsiteX154" fmla="*/ 425944 w 477583"/>
              <a:gd name="connsiteY154" fmla="*/ 292809 h 576169"/>
              <a:gd name="connsiteX155" fmla="*/ 450841 w 477583"/>
              <a:gd name="connsiteY155" fmla="*/ 283595 h 576169"/>
              <a:gd name="connsiteX156" fmla="*/ 449919 w 477583"/>
              <a:gd name="connsiteY156" fmla="*/ 259637 h 576169"/>
              <a:gd name="connsiteX157" fmla="*/ 406579 w 477583"/>
              <a:gd name="connsiteY157" fmla="*/ 203429 h 576169"/>
              <a:gd name="connsiteX158" fmla="*/ 387214 w 477583"/>
              <a:gd name="connsiteY158" fmla="*/ 206193 h 576169"/>
              <a:gd name="connsiteX159" fmla="*/ 366006 w 477583"/>
              <a:gd name="connsiteY159" fmla="*/ 223701 h 576169"/>
              <a:gd name="connsiteX160" fmla="*/ 385370 w 477583"/>
              <a:gd name="connsiteY160" fmla="*/ 205272 h 576169"/>
              <a:gd name="connsiteX161" fmla="*/ 381682 w 477583"/>
              <a:gd name="connsiteY161" fmla="*/ 195136 h 576169"/>
              <a:gd name="connsiteX162" fmla="*/ 390808 w 477583"/>
              <a:gd name="connsiteY162" fmla="*/ 174060 h 576169"/>
              <a:gd name="connsiteX163" fmla="*/ 407948 w 477583"/>
              <a:gd name="connsiteY163" fmla="*/ 177585 h 576169"/>
              <a:gd name="connsiteX164" fmla="*/ 477583 w 477583"/>
              <a:gd name="connsiteY164" fmla="*/ 266087 h 576169"/>
              <a:gd name="connsiteX165" fmla="*/ 477583 w 477583"/>
              <a:gd name="connsiteY165" fmla="*/ 267009 h 576169"/>
              <a:gd name="connsiteX166" fmla="*/ 477583 w 477583"/>
              <a:gd name="connsiteY166" fmla="*/ 267930 h 576169"/>
              <a:gd name="connsiteX167" fmla="*/ 477583 w 477583"/>
              <a:gd name="connsiteY167" fmla="*/ 268852 h 576169"/>
              <a:gd name="connsiteX168" fmla="*/ 360473 w 477583"/>
              <a:gd name="connsiteY168" fmla="*/ 319531 h 576169"/>
              <a:gd name="connsiteX169" fmla="*/ 301457 w 477583"/>
              <a:gd name="connsiteY169" fmla="*/ 318610 h 576169"/>
              <a:gd name="connsiteX170" fmla="*/ 289469 w 477583"/>
              <a:gd name="connsiteY170" fmla="*/ 264245 h 576169"/>
              <a:gd name="connsiteX171" fmla="*/ 374305 w 477583"/>
              <a:gd name="connsiteY171" fmla="*/ 177629 h 576169"/>
              <a:gd name="connsiteX172" fmla="*/ 390808 w 477583"/>
              <a:gd name="connsiteY172" fmla="*/ 174060 h 576169"/>
              <a:gd name="connsiteX173" fmla="*/ 97143 w 477583"/>
              <a:gd name="connsiteY173" fmla="*/ 45806 h 576169"/>
              <a:gd name="connsiteX174" fmla="*/ 92068 w 477583"/>
              <a:gd name="connsiteY174" fmla="*/ 47878 h 576169"/>
              <a:gd name="connsiteX175" fmla="*/ 80996 w 477583"/>
              <a:gd name="connsiteY175" fmla="*/ 58929 h 576169"/>
              <a:gd name="connsiteX176" fmla="*/ 90223 w 477583"/>
              <a:gd name="connsiteY176" fmla="*/ 54324 h 576169"/>
              <a:gd name="connsiteX177" fmla="*/ 93913 w 477583"/>
              <a:gd name="connsiteY177" fmla="*/ 50641 h 576169"/>
              <a:gd name="connsiteX178" fmla="*/ 97143 w 477583"/>
              <a:gd name="connsiteY178" fmla="*/ 45806 h 576169"/>
              <a:gd name="connsiteX179" fmla="*/ 193559 w 477583"/>
              <a:gd name="connsiteY179" fmla="*/ 16566 h 576169"/>
              <a:gd name="connsiteX180" fmla="*/ 180642 w 477583"/>
              <a:gd name="connsiteY180" fmla="*/ 17487 h 576169"/>
              <a:gd name="connsiteX181" fmla="*/ 178797 w 477583"/>
              <a:gd name="connsiteY181" fmla="*/ 17487 h 576169"/>
              <a:gd name="connsiteX182" fmla="*/ 173261 w 477583"/>
              <a:gd name="connsiteY182" fmla="*/ 20250 h 576169"/>
              <a:gd name="connsiteX183" fmla="*/ 170493 w 477583"/>
              <a:gd name="connsiteY183" fmla="*/ 20250 h 576169"/>
              <a:gd name="connsiteX184" fmla="*/ 160344 w 477583"/>
              <a:gd name="connsiteY184" fmla="*/ 20250 h 576169"/>
              <a:gd name="connsiteX185" fmla="*/ 152963 w 477583"/>
              <a:gd name="connsiteY185" fmla="*/ 22092 h 576169"/>
              <a:gd name="connsiteX186" fmla="*/ 136355 w 477583"/>
              <a:gd name="connsiteY186" fmla="*/ 30380 h 576169"/>
              <a:gd name="connsiteX187" fmla="*/ 131742 w 477583"/>
              <a:gd name="connsiteY187" fmla="*/ 34064 h 576169"/>
              <a:gd name="connsiteX188" fmla="*/ 94836 w 477583"/>
              <a:gd name="connsiteY188" fmla="*/ 69980 h 576169"/>
              <a:gd name="connsiteX189" fmla="*/ 90223 w 477583"/>
              <a:gd name="connsiteY189" fmla="*/ 86557 h 576169"/>
              <a:gd name="connsiteX190" fmla="*/ 103140 w 477583"/>
              <a:gd name="connsiteY190" fmla="*/ 85636 h 576169"/>
              <a:gd name="connsiteX191" fmla="*/ 119748 w 477583"/>
              <a:gd name="connsiteY191" fmla="*/ 69980 h 576169"/>
              <a:gd name="connsiteX192" fmla="*/ 129897 w 477583"/>
              <a:gd name="connsiteY192" fmla="*/ 65375 h 576169"/>
              <a:gd name="connsiteX193" fmla="*/ 132665 w 477583"/>
              <a:gd name="connsiteY193" fmla="*/ 69059 h 576169"/>
              <a:gd name="connsiteX194" fmla="*/ 133587 w 477583"/>
              <a:gd name="connsiteY194" fmla="*/ 69980 h 576169"/>
              <a:gd name="connsiteX195" fmla="*/ 125283 w 477583"/>
              <a:gd name="connsiteY195" fmla="*/ 80110 h 576169"/>
              <a:gd name="connsiteX196" fmla="*/ 109598 w 477583"/>
              <a:gd name="connsiteY196" fmla="*/ 95766 h 576169"/>
              <a:gd name="connsiteX197" fmla="*/ 107753 w 477583"/>
              <a:gd name="connsiteY197" fmla="*/ 115106 h 576169"/>
              <a:gd name="connsiteX198" fmla="*/ 124361 w 477583"/>
              <a:gd name="connsiteY198" fmla="*/ 116027 h 576169"/>
              <a:gd name="connsiteX199" fmla="*/ 140046 w 477583"/>
              <a:gd name="connsiteY199" fmla="*/ 100371 h 576169"/>
              <a:gd name="connsiteX200" fmla="*/ 151117 w 477583"/>
              <a:gd name="connsiteY200" fmla="*/ 94845 h 576169"/>
              <a:gd name="connsiteX201" fmla="*/ 143736 w 477583"/>
              <a:gd name="connsiteY201" fmla="*/ 106817 h 576169"/>
              <a:gd name="connsiteX202" fmla="*/ 128974 w 477583"/>
              <a:gd name="connsiteY202" fmla="*/ 122473 h 576169"/>
              <a:gd name="connsiteX203" fmla="*/ 127129 w 477583"/>
              <a:gd name="connsiteY203" fmla="*/ 140892 h 576169"/>
              <a:gd name="connsiteX204" fmla="*/ 128974 w 477583"/>
              <a:gd name="connsiteY204" fmla="*/ 143655 h 576169"/>
              <a:gd name="connsiteX205" fmla="*/ 145582 w 477583"/>
              <a:gd name="connsiteY205" fmla="*/ 144575 h 576169"/>
              <a:gd name="connsiteX206" fmla="*/ 159421 w 477583"/>
              <a:gd name="connsiteY206" fmla="*/ 130761 h 576169"/>
              <a:gd name="connsiteX207" fmla="*/ 173261 w 477583"/>
              <a:gd name="connsiteY207" fmla="*/ 128920 h 576169"/>
              <a:gd name="connsiteX208" fmla="*/ 168648 w 477583"/>
              <a:gd name="connsiteY208" fmla="*/ 143655 h 576169"/>
              <a:gd name="connsiteX209" fmla="*/ 155731 w 477583"/>
              <a:gd name="connsiteY209" fmla="*/ 157468 h 576169"/>
              <a:gd name="connsiteX210" fmla="*/ 147427 w 477583"/>
              <a:gd name="connsiteY210" fmla="*/ 166678 h 576169"/>
              <a:gd name="connsiteX211" fmla="*/ 156653 w 477583"/>
              <a:gd name="connsiteY211" fmla="*/ 158389 h 576169"/>
              <a:gd name="connsiteX212" fmla="*/ 169570 w 477583"/>
              <a:gd name="connsiteY212" fmla="*/ 145496 h 576169"/>
              <a:gd name="connsiteX213" fmla="*/ 177874 w 477583"/>
              <a:gd name="connsiteY213" fmla="*/ 137208 h 576169"/>
              <a:gd name="connsiteX214" fmla="*/ 169570 w 477583"/>
              <a:gd name="connsiteY214" fmla="*/ 146417 h 576169"/>
              <a:gd name="connsiteX215" fmla="*/ 150195 w 477583"/>
              <a:gd name="connsiteY215" fmla="*/ 165757 h 576169"/>
              <a:gd name="connsiteX216" fmla="*/ 149272 w 477583"/>
              <a:gd name="connsiteY216" fmla="*/ 166678 h 576169"/>
              <a:gd name="connsiteX217" fmla="*/ 150195 w 477583"/>
              <a:gd name="connsiteY217" fmla="*/ 170362 h 576169"/>
              <a:gd name="connsiteX218" fmla="*/ 151117 w 477583"/>
              <a:gd name="connsiteY218" fmla="*/ 172203 h 576169"/>
              <a:gd name="connsiteX219" fmla="*/ 153885 w 477583"/>
              <a:gd name="connsiteY219" fmla="*/ 175887 h 576169"/>
              <a:gd name="connsiteX220" fmla="*/ 164035 w 477583"/>
              <a:gd name="connsiteY220" fmla="*/ 169441 h 576169"/>
              <a:gd name="connsiteX221" fmla="*/ 176952 w 477583"/>
              <a:gd name="connsiteY221" fmla="*/ 156548 h 576169"/>
              <a:gd name="connsiteX222" fmla="*/ 189869 w 477583"/>
              <a:gd name="connsiteY222" fmla="*/ 154706 h 576169"/>
              <a:gd name="connsiteX223" fmla="*/ 186178 w 477583"/>
              <a:gd name="connsiteY223" fmla="*/ 170362 h 576169"/>
              <a:gd name="connsiteX224" fmla="*/ 173261 w 477583"/>
              <a:gd name="connsiteY224" fmla="*/ 183255 h 576169"/>
              <a:gd name="connsiteX225" fmla="*/ 171416 w 477583"/>
              <a:gd name="connsiteY225" fmla="*/ 202594 h 576169"/>
              <a:gd name="connsiteX226" fmla="*/ 176952 w 477583"/>
              <a:gd name="connsiteY226" fmla="*/ 210882 h 576169"/>
              <a:gd name="connsiteX227" fmla="*/ 192637 w 477583"/>
              <a:gd name="connsiteY227" fmla="*/ 212724 h 576169"/>
              <a:gd name="connsiteX228" fmla="*/ 205554 w 477583"/>
              <a:gd name="connsiteY228" fmla="*/ 200752 h 576169"/>
              <a:gd name="connsiteX229" fmla="*/ 216625 w 477583"/>
              <a:gd name="connsiteY229" fmla="*/ 195227 h 576169"/>
              <a:gd name="connsiteX230" fmla="*/ 210167 w 477583"/>
              <a:gd name="connsiteY230" fmla="*/ 207199 h 576169"/>
              <a:gd name="connsiteX231" fmla="*/ 197250 w 477583"/>
              <a:gd name="connsiteY231" fmla="*/ 221013 h 576169"/>
              <a:gd name="connsiteX232" fmla="*/ 197250 w 477583"/>
              <a:gd name="connsiteY232" fmla="*/ 238510 h 576169"/>
              <a:gd name="connsiteX233" fmla="*/ 201863 w 477583"/>
              <a:gd name="connsiteY233" fmla="*/ 243115 h 576169"/>
              <a:gd name="connsiteX234" fmla="*/ 219393 w 477583"/>
              <a:gd name="connsiteY234" fmla="*/ 242194 h 576169"/>
              <a:gd name="connsiteX235" fmla="*/ 227697 w 477583"/>
              <a:gd name="connsiteY235" fmla="*/ 221934 h 576169"/>
              <a:gd name="connsiteX236" fmla="*/ 226774 w 477583"/>
              <a:gd name="connsiteY236" fmla="*/ 106817 h 576169"/>
              <a:gd name="connsiteX237" fmla="*/ 225852 w 477583"/>
              <a:gd name="connsiteY237" fmla="*/ 49720 h 576169"/>
              <a:gd name="connsiteX238" fmla="*/ 193559 w 477583"/>
              <a:gd name="connsiteY238" fmla="*/ 16566 h 576169"/>
              <a:gd name="connsiteX239" fmla="*/ 178105 w 477583"/>
              <a:gd name="connsiteY239" fmla="*/ 1256 h 576169"/>
              <a:gd name="connsiteX240" fmla="*/ 249841 w 477583"/>
              <a:gd name="connsiteY240" fmla="*/ 44194 h 576169"/>
              <a:gd name="connsiteX241" fmla="*/ 251686 w 477583"/>
              <a:gd name="connsiteY241" fmla="*/ 236669 h 576169"/>
              <a:gd name="connsiteX242" fmla="*/ 196327 w 477583"/>
              <a:gd name="connsiteY242" fmla="*/ 271664 h 576169"/>
              <a:gd name="connsiteX243" fmla="*/ 151117 w 477583"/>
              <a:gd name="connsiteY243" fmla="*/ 214566 h 576169"/>
              <a:gd name="connsiteX244" fmla="*/ 82842 w 477583"/>
              <a:gd name="connsiteY244" fmla="*/ 111422 h 576169"/>
              <a:gd name="connsiteX245" fmla="*/ 57008 w 477583"/>
              <a:gd name="connsiteY245" fmla="*/ 67217 h 576169"/>
              <a:gd name="connsiteX246" fmla="*/ 58853 w 477583"/>
              <a:gd name="connsiteY246" fmla="*/ 51561 h 576169"/>
              <a:gd name="connsiteX247" fmla="*/ 61621 w 477583"/>
              <a:gd name="connsiteY247" fmla="*/ 49720 h 576169"/>
              <a:gd name="connsiteX248" fmla="*/ 61621 w 477583"/>
              <a:gd name="connsiteY248" fmla="*/ 48799 h 576169"/>
              <a:gd name="connsiteX249" fmla="*/ 71770 w 477583"/>
              <a:gd name="connsiteY249" fmla="*/ 40510 h 576169"/>
              <a:gd name="connsiteX250" fmla="*/ 178105 w 477583"/>
              <a:gd name="connsiteY250" fmla="*/ 1256 h 576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Lst>
            <a:rect l="l" t="t" r="r" b="b"/>
            <a:pathLst>
              <a:path w="477583" h="576169">
                <a:moveTo>
                  <a:pt x="218591" y="405255"/>
                </a:moveTo>
                <a:cubicBezTo>
                  <a:pt x="203550" y="405558"/>
                  <a:pt x="183841" y="431625"/>
                  <a:pt x="179692" y="436458"/>
                </a:cubicBezTo>
                <a:cubicBezTo>
                  <a:pt x="165862" y="451190"/>
                  <a:pt x="152953" y="465921"/>
                  <a:pt x="140045" y="480652"/>
                </a:cubicBezTo>
                <a:cubicBezTo>
                  <a:pt x="133591" y="488938"/>
                  <a:pt x="118838" y="499986"/>
                  <a:pt x="118838" y="511035"/>
                </a:cubicBezTo>
                <a:cubicBezTo>
                  <a:pt x="118838" y="511956"/>
                  <a:pt x="118838" y="512876"/>
                  <a:pt x="118838" y="512876"/>
                </a:cubicBezTo>
                <a:cubicBezTo>
                  <a:pt x="119760" y="513797"/>
                  <a:pt x="119760" y="514718"/>
                  <a:pt x="119760" y="514718"/>
                </a:cubicBezTo>
                <a:cubicBezTo>
                  <a:pt x="119760" y="514718"/>
                  <a:pt x="119760" y="520242"/>
                  <a:pt x="122526" y="525766"/>
                </a:cubicBezTo>
                <a:cubicBezTo>
                  <a:pt x="125292" y="531290"/>
                  <a:pt x="133591" y="530369"/>
                  <a:pt x="139123" y="525766"/>
                </a:cubicBezTo>
                <a:cubicBezTo>
                  <a:pt x="154797" y="511035"/>
                  <a:pt x="169550" y="495383"/>
                  <a:pt x="185224" y="480652"/>
                </a:cubicBezTo>
                <a:cubicBezTo>
                  <a:pt x="189835" y="476048"/>
                  <a:pt x="189835" y="476969"/>
                  <a:pt x="186146" y="481573"/>
                </a:cubicBezTo>
                <a:lnTo>
                  <a:pt x="174160" y="494462"/>
                </a:lnTo>
                <a:cubicBezTo>
                  <a:pt x="172316" y="497224"/>
                  <a:pt x="170472" y="500907"/>
                  <a:pt x="169550" y="505511"/>
                </a:cubicBezTo>
                <a:cubicBezTo>
                  <a:pt x="169550" y="506431"/>
                  <a:pt x="169550" y="507352"/>
                  <a:pt x="169550" y="508273"/>
                </a:cubicBezTo>
                <a:cubicBezTo>
                  <a:pt x="169550" y="509193"/>
                  <a:pt x="168628" y="511035"/>
                  <a:pt x="168628" y="511956"/>
                </a:cubicBezTo>
                <a:cubicBezTo>
                  <a:pt x="168628" y="513797"/>
                  <a:pt x="169550" y="517480"/>
                  <a:pt x="170472" y="520242"/>
                </a:cubicBezTo>
                <a:cubicBezTo>
                  <a:pt x="170472" y="522083"/>
                  <a:pt x="171394" y="523925"/>
                  <a:pt x="171394" y="524845"/>
                </a:cubicBezTo>
                <a:cubicBezTo>
                  <a:pt x="172316" y="525766"/>
                  <a:pt x="172316" y="526687"/>
                  <a:pt x="173238" y="527607"/>
                </a:cubicBezTo>
                <a:cubicBezTo>
                  <a:pt x="173238" y="528528"/>
                  <a:pt x="170472" y="533132"/>
                  <a:pt x="166784" y="537735"/>
                </a:cubicBezTo>
                <a:cubicBezTo>
                  <a:pt x="163096" y="541418"/>
                  <a:pt x="164940" y="546942"/>
                  <a:pt x="171394" y="549704"/>
                </a:cubicBezTo>
                <a:cubicBezTo>
                  <a:pt x="173238" y="549704"/>
                  <a:pt x="174160" y="550625"/>
                  <a:pt x="176004" y="551545"/>
                </a:cubicBezTo>
                <a:cubicBezTo>
                  <a:pt x="182458" y="553387"/>
                  <a:pt x="190757" y="552466"/>
                  <a:pt x="193523" y="549704"/>
                </a:cubicBezTo>
                <a:cubicBezTo>
                  <a:pt x="196289" y="546942"/>
                  <a:pt x="203665" y="546021"/>
                  <a:pt x="210119" y="547863"/>
                </a:cubicBezTo>
                <a:cubicBezTo>
                  <a:pt x="216574" y="549704"/>
                  <a:pt x="219340" y="552466"/>
                  <a:pt x="217496" y="554308"/>
                </a:cubicBezTo>
                <a:cubicBezTo>
                  <a:pt x="215652" y="557070"/>
                  <a:pt x="217496" y="557990"/>
                  <a:pt x="221184" y="556149"/>
                </a:cubicBezTo>
                <a:cubicBezTo>
                  <a:pt x="223950" y="554308"/>
                  <a:pt x="229482" y="546942"/>
                  <a:pt x="229482" y="540497"/>
                </a:cubicBezTo>
                <a:cubicBezTo>
                  <a:pt x="230404" y="532211"/>
                  <a:pt x="230404" y="523925"/>
                  <a:pt x="230404" y="516559"/>
                </a:cubicBezTo>
                <a:lnTo>
                  <a:pt x="232248" y="456714"/>
                </a:lnTo>
                <a:cubicBezTo>
                  <a:pt x="232248" y="445665"/>
                  <a:pt x="235936" y="425410"/>
                  <a:pt x="231326" y="415282"/>
                </a:cubicBezTo>
                <a:cubicBezTo>
                  <a:pt x="228099" y="407917"/>
                  <a:pt x="223604" y="405155"/>
                  <a:pt x="218591" y="405255"/>
                </a:cubicBezTo>
                <a:close/>
                <a:moveTo>
                  <a:pt x="365067" y="391336"/>
                </a:moveTo>
                <a:cubicBezTo>
                  <a:pt x="363223" y="391336"/>
                  <a:pt x="363223" y="393177"/>
                  <a:pt x="364145" y="395938"/>
                </a:cubicBezTo>
                <a:cubicBezTo>
                  <a:pt x="365067" y="398699"/>
                  <a:pt x="362301" y="405142"/>
                  <a:pt x="357690" y="409744"/>
                </a:cubicBezTo>
                <a:cubicBezTo>
                  <a:pt x="352157" y="415266"/>
                  <a:pt x="347546" y="419868"/>
                  <a:pt x="342935" y="424470"/>
                </a:cubicBezTo>
                <a:cubicBezTo>
                  <a:pt x="338324" y="429992"/>
                  <a:pt x="337402" y="438275"/>
                  <a:pt x="340169" y="443798"/>
                </a:cubicBezTo>
                <a:cubicBezTo>
                  <a:pt x="342013" y="446559"/>
                  <a:pt x="342935" y="448400"/>
                  <a:pt x="344780" y="451161"/>
                </a:cubicBezTo>
                <a:cubicBezTo>
                  <a:pt x="348468" y="456683"/>
                  <a:pt x="354923" y="457603"/>
                  <a:pt x="359534" y="453001"/>
                </a:cubicBezTo>
                <a:cubicBezTo>
                  <a:pt x="364145" y="448400"/>
                  <a:pt x="368756" y="442877"/>
                  <a:pt x="373367" y="438275"/>
                </a:cubicBezTo>
                <a:cubicBezTo>
                  <a:pt x="378900" y="433673"/>
                  <a:pt x="382589" y="430912"/>
                  <a:pt x="383511" y="431833"/>
                </a:cubicBezTo>
                <a:cubicBezTo>
                  <a:pt x="384433" y="433673"/>
                  <a:pt x="381667" y="438275"/>
                  <a:pt x="376133" y="442877"/>
                </a:cubicBezTo>
                <a:lnTo>
                  <a:pt x="362301" y="457603"/>
                </a:lnTo>
                <a:cubicBezTo>
                  <a:pt x="357690" y="462205"/>
                  <a:pt x="356768" y="471409"/>
                  <a:pt x="359534" y="476931"/>
                </a:cubicBezTo>
                <a:cubicBezTo>
                  <a:pt x="360456" y="477852"/>
                  <a:pt x="361379" y="478772"/>
                  <a:pt x="361379" y="479692"/>
                </a:cubicBezTo>
                <a:cubicBezTo>
                  <a:pt x="365067" y="486135"/>
                  <a:pt x="371523" y="487055"/>
                  <a:pt x="377056" y="482454"/>
                </a:cubicBezTo>
                <a:cubicBezTo>
                  <a:pt x="381667" y="476931"/>
                  <a:pt x="386277" y="472329"/>
                  <a:pt x="390888" y="467727"/>
                </a:cubicBezTo>
                <a:cubicBezTo>
                  <a:pt x="396421" y="463126"/>
                  <a:pt x="401032" y="462205"/>
                  <a:pt x="402877" y="464966"/>
                </a:cubicBezTo>
                <a:cubicBezTo>
                  <a:pt x="404721" y="468648"/>
                  <a:pt x="402877" y="475090"/>
                  <a:pt x="397343" y="479692"/>
                </a:cubicBezTo>
                <a:cubicBezTo>
                  <a:pt x="392733" y="484294"/>
                  <a:pt x="388122" y="488896"/>
                  <a:pt x="383511" y="493498"/>
                </a:cubicBezTo>
                <a:cubicBezTo>
                  <a:pt x="378900" y="498100"/>
                  <a:pt x="376133" y="505463"/>
                  <a:pt x="378900" y="507304"/>
                </a:cubicBezTo>
                <a:cubicBezTo>
                  <a:pt x="382589" y="510065"/>
                  <a:pt x="389044" y="507304"/>
                  <a:pt x="393655" y="502702"/>
                </a:cubicBezTo>
                <a:cubicBezTo>
                  <a:pt x="397343" y="499020"/>
                  <a:pt x="401032" y="495339"/>
                  <a:pt x="404721" y="491657"/>
                </a:cubicBezTo>
                <a:cubicBezTo>
                  <a:pt x="410254" y="487055"/>
                  <a:pt x="414865" y="484294"/>
                  <a:pt x="415787" y="486135"/>
                </a:cubicBezTo>
                <a:cubicBezTo>
                  <a:pt x="416709" y="487976"/>
                  <a:pt x="413943" y="493498"/>
                  <a:pt x="408410" y="498100"/>
                </a:cubicBezTo>
                <a:cubicBezTo>
                  <a:pt x="407487" y="499941"/>
                  <a:pt x="405643" y="501781"/>
                  <a:pt x="403799" y="503622"/>
                </a:cubicBezTo>
                <a:cubicBezTo>
                  <a:pt x="399188" y="508224"/>
                  <a:pt x="400110" y="510985"/>
                  <a:pt x="405643" y="506383"/>
                </a:cubicBezTo>
                <a:cubicBezTo>
                  <a:pt x="423164" y="494418"/>
                  <a:pt x="439764" y="464966"/>
                  <a:pt x="447141" y="445638"/>
                </a:cubicBezTo>
                <a:cubicBezTo>
                  <a:pt x="448985" y="439196"/>
                  <a:pt x="448985" y="427231"/>
                  <a:pt x="445297" y="422629"/>
                </a:cubicBezTo>
                <a:cubicBezTo>
                  <a:pt x="429620" y="401460"/>
                  <a:pt x="387200" y="397779"/>
                  <a:pt x="366912" y="392256"/>
                </a:cubicBezTo>
                <a:cubicBezTo>
                  <a:pt x="365990" y="392256"/>
                  <a:pt x="365067" y="392256"/>
                  <a:pt x="365067" y="391336"/>
                </a:cubicBezTo>
                <a:close/>
                <a:moveTo>
                  <a:pt x="346624" y="386734"/>
                </a:moveTo>
                <a:cubicBezTo>
                  <a:pt x="342935" y="384893"/>
                  <a:pt x="335558" y="388575"/>
                  <a:pt x="330947" y="393177"/>
                </a:cubicBezTo>
                <a:cubicBezTo>
                  <a:pt x="330025" y="394097"/>
                  <a:pt x="328180" y="395938"/>
                  <a:pt x="327258" y="396858"/>
                </a:cubicBezTo>
                <a:cubicBezTo>
                  <a:pt x="322647" y="401460"/>
                  <a:pt x="319881" y="408823"/>
                  <a:pt x="321725" y="411584"/>
                </a:cubicBezTo>
                <a:cubicBezTo>
                  <a:pt x="323569" y="415266"/>
                  <a:pt x="329103" y="413425"/>
                  <a:pt x="333713" y="408823"/>
                </a:cubicBezTo>
                <a:cubicBezTo>
                  <a:pt x="337402" y="405142"/>
                  <a:pt x="341091" y="401460"/>
                  <a:pt x="344780" y="396858"/>
                </a:cubicBezTo>
                <a:cubicBezTo>
                  <a:pt x="350313" y="392256"/>
                  <a:pt x="350313" y="387654"/>
                  <a:pt x="346624" y="386734"/>
                </a:cubicBezTo>
                <a:close/>
                <a:moveTo>
                  <a:pt x="228733" y="384827"/>
                </a:moveTo>
                <a:cubicBezTo>
                  <a:pt x="245156" y="387028"/>
                  <a:pt x="256913" y="403083"/>
                  <a:pt x="256221" y="421727"/>
                </a:cubicBezTo>
                <a:cubicBezTo>
                  <a:pt x="256221" y="446586"/>
                  <a:pt x="255299" y="471445"/>
                  <a:pt x="254377" y="495383"/>
                </a:cubicBezTo>
                <a:cubicBezTo>
                  <a:pt x="254377" y="509193"/>
                  <a:pt x="256221" y="526687"/>
                  <a:pt x="253455" y="541418"/>
                </a:cubicBezTo>
                <a:cubicBezTo>
                  <a:pt x="251611" y="547863"/>
                  <a:pt x="249767" y="554308"/>
                  <a:pt x="248845" y="555228"/>
                </a:cubicBezTo>
                <a:cubicBezTo>
                  <a:pt x="247923" y="556149"/>
                  <a:pt x="247923" y="557070"/>
                  <a:pt x="247001" y="557070"/>
                </a:cubicBezTo>
                <a:cubicBezTo>
                  <a:pt x="223028" y="582849"/>
                  <a:pt x="199977" y="578246"/>
                  <a:pt x="170472" y="568118"/>
                </a:cubicBezTo>
                <a:cubicBezTo>
                  <a:pt x="152031" y="562594"/>
                  <a:pt x="128980" y="558911"/>
                  <a:pt x="113306" y="549704"/>
                </a:cubicBezTo>
                <a:cubicBezTo>
                  <a:pt x="62594" y="519321"/>
                  <a:pt x="130824" y="463159"/>
                  <a:pt x="151109" y="440141"/>
                </a:cubicBezTo>
                <a:cubicBezTo>
                  <a:pt x="169550" y="418965"/>
                  <a:pt x="185224" y="397789"/>
                  <a:pt x="211041" y="387661"/>
                </a:cubicBezTo>
                <a:cubicBezTo>
                  <a:pt x="217265" y="384899"/>
                  <a:pt x="223258" y="384094"/>
                  <a:pt x="228733" y="384827"/>
                </a:cubicBezTo>
                <a:close/>
                <a:moveTo>
                  <a:pt x="328180" y="382132"/>
                </a:moveTo>
                <a:cubicBezTo>
                  <a:pt x="317114" y="382132"/>
                  <a:pt x="313426" y="385814"/>
                  <a:pt x="313426" y="392256"/>
                </a:cubicBezTo>
                <a:cubicBezTo>
                  <a:pt x="314348" y="398699"/>
                  <a:pt x="320803" y="399619"/>
                  <a:pt x="325414" y="395018"/>
                </a:cubicBezTo>
                <a:cubicBezTo>
                  <a:pt x="326336" y="394097"/>
                  <a:pt x="327258" y="393177"/>
                  <a:pt x="328180" y="392256"/>
                </a:cubicBezTo>
                <a:cubicBezTo>
                  <a:pt x="332791" y="387654"/>
                  <a:pt x="334636" y="383053"/>
                  <a:pt x="331869" y="383053"/>
                </a:cubicBezTo>
                <a:cubicBezTo>
                  <a:pt x="330947" y="383053"/>
                  <a:pt x="329103" y="383053"/>
                  <a:pt x="328180" y="382132"/>
                </a:cubicBezTo>
                <a:close/>
                <a:moveTo>
                  <a:pt x="329030" y="367205"/>
                </a:moveTo>
                <a:cubicBezTo>
                  <a:pt x="339131" y="367291"/>
                  <a:pt x="350082" y="369017"/>
                  <a:pt x="360456" y="372008"/>
                </a:cubicBezTo>
                <a:cubicBezTo>
                  <a:pt x="393655" y="380291"/>
                  <a:pt x="468351" y="384893"/>
                  <a:pt x="473884" y="428151"/>
                </a:cubicBezTo>
                <a:cubicBezTo>
                  <a:pt x="473884" y="428151"/>
                  <a:pt x="473884" y="429072"/>
                  <a:pt x="473884" y="429072"/>
                </a:cubicBezTo>
                <a:cubicBezTo>
                  <a:pt x="473884" y="429072"/>
                  <a:pt x="473884" y="429992"/>
                  <a:pt x="473884" y="429992"/>
                </a:cubicBezTo>
                <a:cubicBezTo>
                  <a:pt x="471117" y="460364"/>
                  <a:pt x="441608" y="498100"/>
                  <a:pt x="421320" y="519269"/>
                </a:cubicBezTo>
                <a:cubicBezTo>
                  <a:pt x="409332" y="531234"/>
                  <a:pt x="383511" y="534915"/>
                  <a:pt x="367834" y="527552"/>
                </a:cubicBezTo>
                <a:cubicBezTo>
                  <a:pt x="352157" y="519269"/>
                  <a:pt x="344780" y="499020"/>
                  <a:pt x="335558" y="484294"/>
                </a:cubicBezTo>
                <a:cubicBezTo>
                  <a:pt x="323569" y="463126"/>
                  <a:pt x="311581" y="441957"/>
                  <a:pt x="299593" y="420788"/>
                </a:cubicBezTo>
                <a:cubicBezTo>
                  <a:pt x="276078" y="381442"/>
                  <a:pt x="298729" y="366946"/>
                  <a:pt x="329030" y="367205"/>
                </a:cubicBezTo>
                <a:close/>
                <a:moveTo>
                  <a:pt x="86562" y="284475"/>
                </a:moveTo>
                <a:cubicBezTo>
                  <a:pt x="80108" y="281714"/>
                  <a:pt x="70887" y="283555"/>
                  <a:pt x="66277" y="288157"/>
                </a:cubicBezTo>
                <a:cubicBezTo>
                  <a:pt x="55213" y="299204"/>
                  <a:pt x="44148" y="310251"/>
                  <a:pt x="34005" y="320377"/>
                </a:cubicBezTo>
                <a:cubicBezTo>
                  <a:pt x="28473" y="324979"/>
                  <a:pt x="24785" y="333264"/>
                  <a:pt x="23863" y="337867"/>
                </a:cubicBezTo>
                <a:cubicBezTo>
                  <a:pt x="23863" y="342470"/>
                  <a:pt x="24785" y="345232"/>
                  <a:pt x="25707" y="344311"/>
                </a:cubicBezTo>
                <a:cubicBezTo>
                  <a:pt x="26629" y="343390"/>
                  <a:pt x="31239" y="338788"/>
                  <a:pt x="35849" y="334185"/>
                </a:cubicBezTo>
                <a:cubicBezTo>
                  <a:pt x="42304" y="328662"/>
                  <a:pt x="50602" y="321297"/>
                  <a:pt x="58901" y="313012"/>
                </a:cubicBezTo>
                <a:cubicBezTo>
                  <a:pt x="63511" y="308410"/>
                  <a:pt x="65355" y="306568"/>
                  <a:pt x="63511" y="309330"/>
                </a:cubicBezTo>
                <a:cubicBezTo>
                  <a:pt x="61667" y="310251"/>
                  <a:pt x="60745" y="312092"/>
                  <a:pt x="58901" y="313933"/>
                </a:cubicBezTo>
                <a:cubicBezTo>
                  <a:pt x="50602" y="322218"/>
                  <a:pt x="41382" y="331423"/>
                  <a:pt x="32161" y="339708"/>
                </a:cubicBezTo>
                <a:cubicBezTo>
                  <a:pt x="27551" y="345232"/>
                  <a:pt x="23863" y="354437"/>
                  <a:pt x="23863" y="360881"/>
                </a:cubicBezTo>
                <a:cubicBezTo>
                  <a:pt x="23863" y="362722"/>
                  <a:pt x="24785" y="363643"/>
                  <a:pt x="24785" y="364563"/>
                </a:cubicBezTo>
                <a:cubicBezTo>
                  <a:pt x="25707" y="371928"/>
                  <a:pt x="29395" y="374689"/>
                  <a:pt x="31239" y="371928"/>
                </a:cubicBezTo>
                <a:cubicBezTo>
                  <a:pt x="33083" y="371007"/>
                  <a:pt x="34005" y="369166"/>
                  <a:pt x="35849" y="367325"/>
                </a:cubicBezTo>
                <a:cubicBezTo>
                  <a:pt x="45992" y="357199"/>
                  <a:pt x="56135" y="347073"/>
                  <a:pt x="67199" y="336947"/>
                </a:cubicBezTo>
                <a:cubicBezTo>
                  <a:pt x="71809" y="331423"/>
                  <a:pt x="75498" y="332344"/>
                  <a:pt x="75498" y="336947"/>
                </a:cubicBezTo>
                <a:cubicBezTo>
                  <a:pt x="75498" y="342470"/>
                  <a:pt x="71809" y="349834"/>
                  <a:pt x="67199" y="355358"/>
                </a:cubicBezTo>
                <a:cubicBezTo>
                  <a:pt x="58901" y="362722"/>
                  <a:pt x="51524" y="371007"/>
                  <a:pt x="43226" y="379292"/>
                </a:cubicBezTo>
                <a:cubicBezTo>
                  <a:pt x="41382" y="381133"/>
                  <a:pt x="40460" y="382054"/>
                  <a:pt x="38616" y="383895"/>
                </a:cubicBezTo>
                <a:cubicBezTo>
                  <a:pt x="35849" y="386657"/>
                  <a:pt x="34005" y="390339"/>
                  <a:pt x="35849" y="391259"/>
                </a:cubicBezTo>
                <a:cubicBezTo>
                  <a:pt x="37693" y="393100"/>
                  <a:pt x="44148" y="396783"/>
                  <a:pt x="50602" y="396783"/>
                </a:cubicBezTo>
                <a:cubicBezTo>
                  <a:pt x="73654" y="396783"/>
                  <a:pt x="105925" y="378372"/>
                  <a:pt x="122522" y="372848"/>
                </a:cubicBezTo>
                <a:cubicBezTo>
                  <a:pt x="134509" y="369166"/>
                  <a:pt x="147418" y="365484"/>
                  <a:pt x="159405" y="360881"/>
                </a:cubicBezTo>
                <a:cubicBezTo>
                  <a:pt x="182456" y="353516"/>
                  <a:pt x="187988" y="320377"/>
                  <a:pt x="162171" y="311171"/>
                </a:cubicBezTo>
                <a:cubicBezTo>
                  <a:pt x="158483" y="310251"/>
                  <a:pt x="154794" y="309330"/>
                  <a:pt x="151106" y="307489"/>
                </a:cubicBezTo>
                <a:cubicBezTo>
                  <a:pt x="129899" y="300125"/>
                  <a:pt x="107770" y="291840"/>
                  <a:pt x="86562" y="284475"/>
                </a:cubicBezTo>
                <a:close/>
                <a:moveTo>
                  <a:pt x="49680" y="271588"/>
                </a:moveTo>
                <a:cubicBezTo>
                  <a:pt x="45992" y="271588"/>
                  <a:pt x="40460" y="275270"/>
                  <a:pt x="36771" y="278952"/>
                </a:cubicBezTo>
                <a:cubicBezTo>
                  <a:pt x="33083" y="282634"/>
                  <a:pt x="28473" y="290919"/>
                  <a:pt x="27551" y="297363"/>
                </a:cubicBezTo>
                <a:cubicBezTo>
                  <a:pt x="26629" y="301045"/>
                  <a:pt x="26629" y="305648"/>
                  <a:pt x="26629" y="309330"/>
                </a:cubicBezTo>
                <a:cubicBezTo>
                  <a:pt x="26629" y="310251"/>
                  <a:pt x="26629" y="310251"/>
                  <a:pt x="25707" y="310251"/>
                </a:cubicBezTo>
                <a:cubicBezTo>
                  <a:pt x="25707" y="311171"/>
                  <a:pt x="30317" y="307489"/>
                  <a:pt x="34927" y="302886"/>
                </a:cubicBezTo>
                <a:cubicBezTo>
                  <a:pt x="40460" y="296442"/>
                  <a:pt x="46914" y="289999"/>
                  <a:pt x="53368" y="283555"/>
                </a:cubicBezTo>
                <a:cubicBezTo>
                  <a:pt x="57979" y="278952"/>
                  <a:pt x="60745" y="274349"/>
                  <a:pt x="58901" y="274349"/>
                </a:cubicBezTo>
                <a:cubicBezTo>
                  <a:pt x="57979" y="274349"/>
                  <a:pt x="57057" y="273429"/>
                  <a:pt x="57057" y="273429"/>
                </a:cubicBezTo>
                <a:cubicBezTo>
                  <a:pt x="54290" y="272508"/>
                  <a:pt x="52446" y="271588"/>
                  <a:pt x="49680" y="271588"/>
                </a:cubicBezTo>
                <a:close/>
                <a:moveTo>
                  <a:pt x="42304" y="252256"/>
                </a:moveTo>
                <a:cubicBezTo>
                  <a:pt x="60745" y="250415"/>
                  <a:pt x="81030" y="262382"/>
                  <a:pt x="97627" y="267905"/>
                </a:cubicBezTo>
                <a:cubicBezTo>
                  <a:pt x="122522" y="277111"/>
                  <a:pt x="147418" y="286316"/>
                  <a:pt x="172313" y="294601"/>
                </a:cubicBezTo>
                <a:cubicBezTo>
                  <a:pt x="193521" y="302886"/>
                  <a:pt x="217494" y="325900"/>
                  <a:pt x="200897" y="348914"/>
                </a:cubicBezTo>
                <a:cubicBezTo>
                  <a:pt x="187066" y="367325"/>
                  <a:pt x="170469" y="373769"/>
                  <a:pt x="149262" y="381133"/>
                </a:cubicBezTo>
                <a:cubicBezTo>
                  <a:pt x="117912" y="391259"/>
                  <a:pt x="72732" y="416114"/>
                  <a:pt x="36771" y="411511"/>
                </a:cubicBezTo>
                <a:cubicBezTo>
                  <a:pt x="29395" y="410591"/>
                  <a:pt x="23863" y="408750"/>
                  <a:pt x="22019" y="408750"/>
                </a:cubicBezTo>
                <a:cubicBezTo>
                  <a:pt x="21097" y="407829"/>
                  <a:pt x="19252" y="406909"/>
                  <a:pt x="18330" y="405988"/>
                </a:cubicBezTo>
                <a:cubicBezTo>
                  <a:pt x="17408" y="405988"/>
                  <a:pt x="12798" y="401385"/>
                  <a:pt x="9110" y="394941"/>
                </a:cubicBezTo>
                <a:cubicBezTo>
                  <a:pt x="-4721" y="371928"/>
                  <a:pt x="811" y="337867"/>
                  <a:pt x="2655" y="311171"/>
                </a:cubicBezTo>
                <a:cubicBezTo>
                  <a:pt x="3577" y="287237"/>
                  <a:pt x="11876" y="255018"/>
                  <a:pt x="42304" y="252256"/>
                </a:cubicBezTo>
                <a:close/>
                <a:moveTo>
                  <a:pt x="381682" y="195136"/>
                </a:moveTo>
                <a:cubicBezTo>
                  <a:pt x="377993" y="196058"/>
                  <a:pt x="373383" y="197900"/>
                  <a:pt x="370616" y="202508"/>
                </a:cubicBezTo>
                <a:cubicBezTo>
                  <a:pt x="352174" y="221858"/>
                  <a:pt x="333731" y="242130"/>
                  <a:pt x="316211" y="262402"/>
                </a:cubicBezTo>
                <a:cubicBezTo>
                  <a:pt x="308834" y="270695"/>
                  <a:pt x="306067" y="278988"/>
                  <a:pt x="306989" y="286359"/>
                </a:cubicBezTo>
                <a:cubicBezTo>
                  <a:pt x="306989" y="292809"/>
                  <a:pt x="315288" y="293731"/>
                  <a:pt x="320821" y="289124"/>
                </a:cubicBezTo>
                <a:cubicBezTo>
                  <a:pt x="326354" y="283595"/>
                  <a:pt x="332809" y="278066"/>
                  <a:pt x="338342" y="272538"/>
                </a:cubicBezTo>
                <a:cubicBezTo>
                  <a:pt x="343874" y="267930"/>
                  <a:pt x="343874" y="267930"/>
                  <a:pt x="339264" y="272538"/>
                </a:cubicBezTo>
                <a:cubicBezTo>
                  <a:pt x="333731" y="278988"/>
                  <a:pt x="327276" y="284516"/>
                  <a:pt x="321743" y="290966"/>
                </a:cubicBezTo>
                <a:cubicBezTo>
                  <a:pt x="317133" y="295574"/>
                  <a:pt x="317133" y="303867"/>
                  <a:pt x="323588" y="305710"/>
                </a:cubicBezTo>
                <a:cubicBezTo>
                  <a:pt x="329120" y="307553"/>
                  <a:pt x="335575" y="308474"/>
                  <a:pt x="342952" y="306631"/>
                </a:cubicBezTo>
                <a:cubicBezTo>
                  <a:pt x="346641" y="306631"/>
                  <a:pt x="349407" y="305710"/>
                  <a:pt x="353096" y="305710"/>
                </a:cubicBezTo>
                <a:cubicBezTo>
                  <a:pt x="358629" y="304788"/>
                  <a:pt x="363239" y="303867"/>
                  <a:pt x="363239" y="302945"/>
                </a:cubicBezTo>
                <a:cubicBezTo>
                  <a:pt x="363239" y="302945"/>
                  <a:pt x="364161" y="302945"/>
                  <a:pt x="364161" y="302945"/>
                </a:cubicBezTo>
                <a:cubicBezTo>
                  <a:pt x="364161" y="302945"/>
                  <a:pt x="366928" y="302945"/>
                  <a:pt x="369694" y="302024"/>
                </a:cubicBezTo>
                <a:cubicBezTo>
                  <a:pt x="371538" y="302024"/>
                  <a:pt x="373383" y="302024"/>
                  <a:pt x="375227" y="301102"/>
                </a:cubicBezTo>
                <a:cubicBezTo>
                  <a:pt x="391825" y="298338"/>
                  <a:pt x="409346" y="295574"/>
                  <a:pt x="425944" y="292809"/>
                </a:cubicBezTo>
                <a:cubicBezTo>
                  <a:pt x="439776" y="290045"/>
                  <a:pt x="446231" y="291888"/>
                  <a:pt x="450841" y="283595"/>
                </a:cubicBezTo>
                <a:cubicBezTo>
                  <a:pt x="453608" y="277145"/>
                  <a:pt x="452686" y="266087"/>
                  <a:pt x="449919" y="259637"/>
                </a:cubicBezTo>
                <a:cubicBezTo>
                  <a:pt x="442542" y="241208"/>
                  <a:pt x="425022" y="216329"/>
                  <a:pt x="406579" y="203429"/>
                </a:cubicBezTo>
                <a:cubicBezTo>
                  <a:pt x="401046" y="199743"/>
                  <a:pt x="391825" y="201586"/>
                  <a:pt x="387214" y="206193"/>
                </a:cubicBezTo>
                <a:cubicBezTo>
                  <a:pt x="379837" y="211722"/>
                  <a:pt x="373383" y="218172"/>
                  <a:pt x="366006" y="223701"/>
                </a:cubicBezTo>
                <a:cubicBezTo>
                  <a:pt x="372460" y="217251"/>
                  <a:pt x="378915" y="211722"/>
                  <a:pt x="385370" y="205272"/>
                </a:cubicBezTo>
                <a:cubicBezTo>
                  <a:pt x="389981" y="200665"/>
                  <a:pt x="388137" y="194215"/>
                  <a:pt x="381682" y="195136"/>
                </a:cubicBezTo>
                <a:close/>
                <a:moveTo>
                  <a:pt x="390808" y="174060"/>
                </a:moveTo>
                <a:cubicBezTo>
                  <a:pt x="396462" y="174134"/>
                  <a:pt x="402221" y="175390"/>
                  <a:pt x="407948" y="177585"/>
                </a:cubicBezTo>
                <a:cubicBezTo>
                  <a:pt x="442312" y="190759"/>
                  <a:pt x="475509" y="237753"/>
                  <a:pt x="477583" y="266087"/>
                </a:cubicBezTo>
                <a:cubicBezTo>
                  <a:pt x="477583" y="266087"/>
                  <a:pt x="477583" y="267009"/>
                  <a:pt x="477583" y="267009"/>
                </a:cubicBezTo>
                <a:cubicBezTo>
                  <a:pt x="476661" y="267009"/>
                  <a:pt x="477583" y="267009"/>
                  <a:pt x="477583" y="267930"/>
                </a:cubicBezTo>
                <a:cubicBezTo>
                  <a:pt x="477583" y="267930"/>
                  <a:pt x="477583" y="267930"/>
                  <a:pt x="477583" y="268852"/>
                </a:cubicBezTo>
                <a:cubicBezTo>
                  <a:pt x="472050" y="317688"/>
                  <a:pt x="398280" y="313081"/>
                  <a:pt x="360473" y="319531"/>
                </a:cubicBezTo>
                <a:cubicBezTo>
                  <a:pt x="339264" y="323217"/>
                  <a:pt x="322666" y="326903"/>
                  <a:pt x="301457" y="318610"/>
                </a:cubicBezTo>
                <a:cubicBezTo>
                  <a:pt x="280248" y="310317"/>
                  <a:pt x="275637" y="280831"/>
                  <a:pt x="289469" y="264245"/>
                </a:cubicBezTo>
                <a:cubicBezTo>
                  <a:pt x="312522" y="235680"/>
                  <a:pt x="340186" y="193293"/>
                  <a:pt x="374305" y="177629"/>
                </a:cubicBezTo>
                <a:cubicBezTo>
                  <a:pt x="379608" y="175095"/>
                  <a:pt x="385155" y="173986"/>
                  <a:pt x="390808" y="174060"/>
                </a:cubicBezTo>
                <a:close/>
                <a:moveTo>
                  <a:pt x="97143" y="45806"/>
                </a:moveTo>
                <a:cubicBezTo>
                  <a:pt x="96681" y="45345"/>
                  <a:pt x="94836" y="46036"/>
                  <a:pt x="92068" y="47878"/>
                </a:cubicBezTo>
                <a:cubicBezTo>
                  <a:pt x="86532" y="51561"/>
                  <a:pt x="80996" y="56166"/>
                  <a:pt x="80996" y="58929"/>
                </a:cubicBezTo>
                <a:cubicBezTo>
                  <a:pt x="80996" y="60771"/>
                  <a:pt x="85610" y="58929"/>
                  <a:pt x="90223" y="54324"/>
                </a:cubicBezTo>
                <a:cubicBezTo>
                  <a:pt x="91146" y="53403"/>
                  <a:pt x="92991" y="51561"/>
                  <a:pt x="93913" y="50641"/>
                </a:cubicBezTo>
                <a:cubicBezTo>
                  <a:pt x="96681" y="47878"/>
                  <a:pt x="97604" y="46266"/>
                  <a:pt x="97143" y="45806"/>
                </a:cubicBezTo>
                <a:close/>
                <a:moveTo>
                  <a:pt x="193559" y="16566"/>
                </a:moveTo>
                <a:cubicBezTo>
                  <a:pt x="187101" y="16566"/>
                  <a:pt x="180642" y="17487"/>
                  <a:pt x="180642" y="17487"/>
                </a:cubicBezTo>
                <a:cubicBezTo>
                  <a:pt x="179719" y="17487"/>
                  <a:pt x="179719" y="17487"/>
                  <a:pt x="178797" y="17487"/>
                </a:cubicBezTo>
                <a:cubicBezTo>
                  <a:pt x="176952" y="18408"/>
                  <a:pt x="175106" y="19329"/>
                  <a:pt x="173261" y="20250"/>
                </a:cubicBezTo>
                <a:cubicBezTo>
                  <a:pt x="170493" y="21171"/>
                  <a:pt x="169570" y="21171"/>
                  <a:pt x="170493" y="20250"/>
                </a:cubicBezTo>
                <a:cubicBezTo>
                  <a:pt x="171416" y="19329"/>
                  <a:pt x="166802" y="18408"/>
                  <a:pt x="160344" y="20250"/>
                </a:cubicBezTo>
                <a:cubicBezTo>
                  <a:pt x="157576" y="21171"/>
                  <a:pt x="155731" y="21171"/>
                  <a:pt x="152963" y="22092"/>
                </a:cubicBezTo>
                <a:cubicBezTo>
                  <a:pt x="145582" y="23934"/>
                  <a:pt x="139123" y="27617"/>
                  <a:pt x="136355" y="30380"/>
                </a:cubicBezTo>
                <a:cubicBezTo>
                  <a:pt x="133587" y="32222"/>
                  <a:pt x="131742" y="34064"/>
                  <a:pt x="131742" y="34064"/>
                </a:cubicBezTo>
                <a:cubicBezTo>
                  <a:pt x="119748" y="46036"/>
                  <a:pt x="106830" y="58008"/>
                  <a:pt x="94836" y="69980"/>
                </a:cubicBezTo>
                <a:cubicBezTo>
                  <a:pt x="90223" y="74585"/>
                  <a:pt x="87455" y="81952"/>
                  <a:pt x="90223" y="86557"/>
                </a:cubicBezTo>
                <a:cubicBezTo>
                  <a:pt x="92068" y="91161"/>
                  <a:pt x="98527" y="90241"/>
                  <a:pt x="103140" y="85636"/>
                </a:cubicBezTo>
                <a:cubicBezTo>
                  <a:pt x="108676" y="80110"/>
                  <a:pt x="114212" y="75506"/>
                  <a:pt x="119748" y="69980"/>
                </a:cubicBezTo>
                <a:cubicBezTo>
                  <a:pt x="124361" y="65375"/>
                  <a:pt x="128974" y="63534"/>
                  <a:pt x="129897" y="65375"/>
                </a:cubicBezTo>
                <a:cubicBezTo>
                  <a:pt x="130819" y="66296"/>
                  <a:pt x="131742" y="68138"/>
                  <a:pt x="132665" y="69059"/>
                </a:cubicBezTo>
                <a:cubicBezTo>
                  <a:pt x="132665" y="69059"/>
                  <a:pt x="132665" y="69980"/>
                  <a:pt x="133587" y="69980"/>
                </a:cubicBezTo>
                <a:cubicBezTo>
                  <a:pt x="133587" y="70901"/>
                  <a:pt x="130819" y="75506"/>
                  <a:pt x="125283" y="80110"/>
                </a:cubicBezTo>
                <a:cubicBezTo>
                  <a:pt x="120670" y="85636"/>
                  <a:pt x="115134" y="91161"/>
                  <a:pt x="109598" y="95766"/>
                </a:cubicBezTo>
                <a:cubicBezTo>
                  <a:pt x="104985" y="101292"/>
                  <a:pt x="104063" y="109580"/>
                  <a:pt x="107753" y="115106"/>
                </a:cubicBezTo>
                <a:cubicBezTo>
                  <a:pt x="112366" y="120631"/>
                  <a:pt x="118825" y="121552"/>
                  <a:pt x="124361" y="116027"/>
                </a:cubicBezTo>
                <a:cubicBezTo>
                  <a:pt x="128974" y="111422"/>
                  <a:pt x="134510" y="105896"/>
                  <a:pt x="140046" y="100371"/>
                </a:cubicBezTo>
                <a:cubicBezTo>
                  <a:pt x="144659" y="95766"/>
                  <a:pt x="149272" y="93003"/>
                  <a:pt x="151117" y="94845"/>
                </a:cubicBezTo>
                <a:cubicBezTo>
                  <a:pt x="152040" y="96687"/>
                  <a:pt x="149272" y="102213"/>
                  <a:pt x="143736" y="106817"/>
                </a:cubicBezTo>
                <a:cubicBezTo>
                  <a:pt x="139123" y="112343"/>
                  <a:pt x="133587" y="116948"/>
                  <a:pt x="128974" y="122473"/>
                </a:cubicBezTo>
                <a:cubicBezTo>
                  <a:pt x="123438" y="127078"/>
                  <a:pt x="123438" y="135366"/>
                  <a:pt x="127129" y="140892"/>
                </a:cubicBezTo>
                <a:cubicBezTo>
                  <a:pt x="128051" y="141813"/>
                  <a:pt x="128051" y="142734"/>
                  <a:pt x="128974" y="143655"/>
                </a:cubicBezTo>
                <a:cubicBezTo>
                  <a:pt x="133587" y="148259"/>
                  <a:pt x="140968" y="149180"/>
                  <a:pt x="145582" y="144575"/>
                </a:cubicBezTo>
                <a:lnTo>
                  <a:pt x="159421" y="130761"/>
                </a:lnTo>
                <a:cubicBezTo>
                  <a:pt x="164035" y="125236"/>
                  <a:pt x="170493" y="125236"/>
                  <a:pt x="173261" y="128920"/>
                </a:cubicBezTo>
                <a:cubicBezTo>
                  <a:pt x="175106" y="132603"/>
                  <a:pt x="173261" y="139050"/>
                  <a:pt x="168648" y="143655"/>
                </a:cubicBezTo>
                <a:cubicBezTo>
                  <a:pt x="164035" y="148259"/>
                  <a:pt x="160344" y="152864"/>
                  <a:pt x="155731" y="157468"/>
                </a:cubicBezTo>
                <a:cubicBezTo>
                  <a:pt x="151117" y="162073"/>
                  <a:pt x="147427" y="166678"/>
                  <a:pt x="147427" y="166678"/>
                </a:cubicBezTo>
                <a:cubicBezTo>
                  <a:pt x="147427" y="167599"/>
                  <a:pt x="152040" y="163915"/>
                  <a:pt x="156653" y="158389"/>
                </a:cubicBezTo>
                <a:cubicBezTo>
                  <a:pt x="161267" y="154706"/>
                  <a:pt x="164957" y="150101"/>
                  <a:pt x="169570" y="145496"/>
                </a:cubicBezTo>
                <a:cubicBezTo>
                  <a:pt x="174184" y="140892"/>
                  <a:pt x="177874" y="136287"/>
                  <a:pt x="177874" y="137208"/>
                </a:cubicBezTo>
                <a:cubicBezTo>
                  <a:pt x="178797" y="137208"/>
                  <a:pt x="175106" y="140892"/>
                  <a:pt x="169570" y="146417"/>
                </a:cubicBezTo>
                <a:cubicBezTo>
                  <a:pt x="164035" y="152864"/>
                  <a:pt x="156653" y="159310"/>
                  <a:pt x="150195" y="165757"/>
                </a:cubicBezTo>
                <a:cubicBezTo>
                  <a:pt x="150195" y="166678"/>
                  <a:pt x="149272" y="166678"/>
                  <a:pt x="149272" y="166678"/>
                </a:cubicBezTo>
                <a:cubicBezTo>
                  <a:pt x="148350" y="167599"/>
                  <a:pt x="149272" y="169441"/>
                  <a:pt x="150195" y="170362"/>
                </a:cubicBezTo>
                <a:cubicBezTo>
                  <a:pt x="150195" y="171282"/>
                  <a:pt x="151117" y="172203"/>
                  <a:pt x="151117" y="172203"/>
                </a:cubicBezTo>
                <a:cubicBezTo>
                  <a:pt x="152040" y="173124"/>
                  <a:pt x="152963" y="174045"/>
                  <a:pt x="153885" y="175887"/>
                </a:cubicBezTo>
                <a:cubicBezTo>
                  <a:pt x="154808" y="176808"/>
                  <a:pt x="159421" y="174966"/>
                  <a:pt x="164035" y="169441"/>
                </a:cubicBezTo>
                <a:cubicBezTo>
                  <a:pt x="168648" y="164836"/>
                  <a:pt x="172338" y="161152"/>
                  <a:pt x="176952" y="156548"/>
                </a:cubicBezTo>
                <a:cubicBezTo>
                  <a:pt x="181565" y="151943"/>
                  <a:pt x="187101" y="151022"/>
                  <a:pt x="189869" y="154706"/>
                </a:cubicBezTo>
                <a:cubicBezTo>
                  <a:pt x="192637" y="158389"/>
                  <a:pt x="190791" y="165757"/>
                  <a:pt x="186178" y="170362"/>
                </a:cubicBezTo>
                <a:lnTo>
                  <a:pt x="173261" y="183255"/>
                </a:lnTo>
                <a:cubicBezTo>
                  <a:pt x="168648" y="187859"/>
                  <a:pt x="167725" y="196148"/>
                  <a:pt x="171416" y="202594"/>
                </a:cubicBezTo>
                <a:cubicBezTo>
                  <a:pt x="173261" y="205357"/>
                  <a:pt x="175106" y="208120"/>
                  <a:pt x="176952" y="210882"/>
                </a:cubicBezTo>
                <a:cubicBezTo>
                  <a:pt x="180642" y="216408"/>
                  <a:pt x="188023" y="217329"/>
                  <a:pt x="192637" y="212724"/>
                </a:cubicBezTo>
                <a:cubicBezTo>
                  <a:pt x="197250" y="208120"/>
                  <a:pt x="201863" y="204436"/>
                  <a:pt x="205554" y="200752"/>
                </a:cubicBezTo>
                <a:cubicBezTo>
                  <a:pt x="210167" y="195227"/>
                  <a:pt x="215703" y="193385"/>
                  <a:pt x="216625" y="195227"/>
                </a:cubicBezTo>
                <a:cubicBezTo>
                  <a:pt x="218471" y="197069"/>
                  <a:pt x="214780" y="202594"/>
                  <a:pt x="210167" y="207199"/>
                </a:cubicBezTo>
                <a:cubicBezTo>
                  <a:pt x="206476" y="211803"/>
                  <a:pt x="201863" y="216408"/>
                  <a:pt x="197250" y="221013"/>
                </a:cubicBezTo>
                <a:cubicBezTo>
                  <a:pt x="192637" y="225617"/>
                  <a:pt x="192637" y="233906"/>
                  <a:pt x="197250" y="238510"/>
                </a:cubicBezTo>
                <a:cubicBezTo>
                  <a:pt x="199095" y="240352"/>
                  <a:pt x="200018" y="241273"/>
                  <a:pt x="201863" y="243115"/>
                </a:cubicBezTo>
                <a:cubicBezTo>
                  <a:pt x="206476" y="247720"/>
                  <a:pt x="215703" y="246799"/>
                  <a:pt x="219393" y="242194"/>
                </a:cubicBezTo>
                <a:cubicBezTo>
                  <a:pt x="224006" y="237589"/>
                  <a:pt x="227697" y="229301"/>
                  <a:pt x="227697" y="221934"/>
                </a:cubicBezTo>
                <a:cubicBezTo>
                  <a:pt x="226774" y="184175"/>
                  <a:pt x="226774" y="145496"/>
                  <a:pt x="226774" y="106817"/>
                </a:cubicBezTo>
                <a:cubicBezTo>
                  <a:pt x="225852" y="87478"/>
                  <a:pt x="225852" y="69059"/>
                  <a:pt x="225852" y="49720"/>
                </a:cubicBezTo>
                <a:cubicBezTo>
                  <a:pt x="225852" y="27617"/>
                  <a:pt x="212935" y="18408"/>
                  <a:pt x="193559" y="16566"/>
                </a:cubicBezTo>
                <a:close/>
                <a:moveTo>
                  <a:pt x="178105" y="1256"/>
                </a:moveTo>
                <a:cubicBezTo>
                  <a:pt x="216856" y="-3694"/>
                  <a:pt x="249841" y="5054"/>
                  <a:pt x="249841" y="44194"/>
                </a:cubicBezTo>
                <a:cubicBezTo>
                  <a:pt x="250763" y="106817"/>
                  <a:pt x="259067" y="174045"/>
                  <a:pt x="251686" y="236669"/>
                </a:cubicBezTo>
                <a:cubicBezTo>
                  <a:pt x="247995" y="267059"/>
                  <a:pt x="225852" y="285478"/>
                  <a:pt x="196327" y="271664"/>
                </a:cubicBezTo>
                <a:cubicBezTo>
                  <a:pt x="176029" y="262455"/>
                  <a:pt x="162189" y="232064"/>
                  <a:pt x="151117" y="214566"/>
                </a:cubicBezTo>
                <a:cubicBezTo>
                  <a:pt x="128051" y="180492"/>
                  <a:pt x="104985" y="145496"/>
                  <a:pt x="82842" y="111422"/>
                </a:cubicBezTo>
                <a:cubicBezTo>
                  <a:pt x="72693" y="96687"/>
                  <a:pt x="58853" y="82873"/>
                  <a:pt x="57008" y="67217"/>
                </a:cubicBezTo>
                <a:cubicBezTo>
                  <a:pt x="56085" y="59850"/>
                  <a:pt x="57930" y="53403"/>
                  <a:pt x="58853" y="51561"/>
                </a:cubicBezTo>
                <a:cubicBezTo>
                  <a:pt x="59776" y="50641"/>
                  <a:pt x="60698" y="50641"/>
                  <a:pt x="61621" y="49720"/>
                </a:cubicBezTo>
                <a:cubicBezTo>
                  <a:pt x="61621" y="48799"/>
                  <a:pt x="61621" y="48799"/>
                  <a:pt x="61621" y="48799"/>
                </a:cubicBezTo>
                <a:cubicBezTo>
                  <a:pt x="61621" y="48799"/>
                  <a:pt x="66234" y="44194"/>
                  <a:pt x="71770" y="40510"/>
                </a:cubicBezTo>
                <a:cubicBezTo>
                  <a:pt x="94836" y="24855"/>
                  <a:pt x="139354" y="6206"/>
                  <a:pt x="178105" y="1256"/>
                </a:cubicBezTo>
                <a:close/>
              </a:path>
            </a:pathLst>
          </a:custGeom>
          <a:solidFill>
            <a:srgbClr val="4C4CBC"/>
          </a:solidFill>
          <a:ln>
            <a:noFill/>
          </a:ln>
        </p:spPr>
      </p:sp>
      <p:sp>
        <p:nvSpPr>
          <p:cNvPr id="15" name="icon"/>
          <p:cNvSpPr/>
          <p:nvPr>
            <p:custDataLst>
              <p:tags r:id="rId20"/>
            </p:custDataLst>
          </p:nvPr>
        </p:nvSpPr>
        <p:spPr bwMode="auto">
          <a:xfrm>
            <a:off x="2450917" y="2911753"/>
            <a:ext cx="357188" cy="428625"/>
          </a:xfrm>
          <a:custGeom>
            <a:avLst/>
            <a:gdLst>
              <a:gd name="connsiteX0" fmla="*/ 218591 w 477583"/>
              <a:gd name="connsiteY0" fmla="*/ 405255 h 576169"/>
              <a:gd name="connsiteX1" fmla="*/ 179692 w 477583"/>
              <a:gd name="connsiteY1" fmla="*/ 436458 h 576169"/>
              <a:gd name="connsiteX2" fmla="*/ 140045 w 477583"/>
              <a:gd name="connsiteY2" fmla="*/ 480652 h 576169"/>
              <a:gd name="connsiteX3" fmla="*/ 118838 w 477583"/>
              <a:gd name="connsiteY3" fmla="*/ 511035 h 576169"/>
              <a:gd name="connsiteX4" fmla="*/ 118838 w 477583"/>
              <a:gd name="connsiteY4" fmla="*/ 512876 h 576169"/>
              <a:gd name="connsiteX5" fmla="*/ 119760 w 477583"/>
              <a:gd name="connsiteY5" fmla="*/ 514718 h 576169"/>
              <a:gd name="connsiteX6" fmla="*/ 122526 w 477583"/>
              <a:gd name="connsiteY6" fmla="*/ 525766 h 576169"/>
              <a:gd name="connsiteX7" fmla="*/ 139123 w 477583"/>
              <a:gd name="connsiteY7" fmla="*/ 525766 h 576169"/>
              <a:gd name="connsiteX8" fmla="*/ 185224 w 477583"/>
              <a:gd name="connsiteY8" fmla="*/ 480652 h 576169"/>
              <a:gd name="connsiteX9" fmla="*/ 186146 w 477583"/>
              <a:gd name="connsiteY9" fmla="*/ 481573 h 576169"/>
              <a:gd name="connsiteX10" fmla="*/ 174160 w 477583"/>
              <a:gd name="connsiteY10" fmla="*/ 494462 h 576169"/>
              <a:gd name="connsiteX11" fmla="*/ 169550 w 477583"/>
              <a:gd name="connsiteY11" fmla="*/ 505511 h 576169"/>
              <a:gd name="connsiteX12" fmla="*/ 169550 w 477583"/>
              <a:gd name="connsiteY12" fmla="*/ 508273 h 576169"/>
              <a:gd name="connsiteX13" fmla="*/ 168628 w 477583"/>
              <a:gd name="connsiteY13" fmla="*/ 511956 h 576169"/>
              <a:gd name="connsiteX14" fmla="*/ 170472 w 477583"/>
              <a:gd name="connsiteY14" fmla="*/ 520242 h 576169"/>
              <a:gd name="connsiteX15" fmla="*/ 171394 w 477583"/>
              <a:gd name="connsiteY15" fmla="*/ 524845 h 576169"/>
              <a:gd name="connsiteX16" fmla="*/ 173238 w 477583"/>
              <a:gd name="connsiteY16" fmla="*/ 527607 h 576169"/>
              <a:gd name="connsiteX17" fmla="*/ 166784 w 477583"/>
              <a:gd name="connsiteY17" fmla="*/ 537735 h 576169"/>
              <a:gd name="connsiteX18" fmla="*/ 171394 w 477583"/>
              <a:gd name="connsiteY18" fmla="*/ 549704 h 576169"/>
              <a:gd name="connsiteX19" fmla="*/ 176004 w 477583"/>
              <a:gd name="connsiteY19" fmla="*/ 551545 h 576169"/>
              <a:gd name="connsiteX20" fmla="*/ 193523 w 477583"/>
              <a:gd name="connsiteY20" fmla="*/ 549704 h 576169"/>
              <a:gd name="connsiteX21" fmla="*/ 210119 w 477583"/>
              <a:gd name="connsiteY21" fmla="*/ 547863 h 576169"/>
              <a:gd name="connsiteX22" fmla="*/ 217496 w 477583"/>
              <a:gd name="connsiteY22" fmla="*/ 554308 h 576169"/>
              <a:gd name="connsiteX23" fmla="*/ 221184 w 477583"/>
              <a:gd name="connsiteY23" fmla="*/ 556149 h 576169"/>
              <a:gd name="connsiteX24" fmla="*/ 229482 w 477583"/>
              <a:gd name="connsiteY24" fmla="*/ 540497 h 576169"/>
              <a:gd name="connsiteX25" fmla="*/ 230404 w 477583"/>
              <a:gd name="connsiteY25" fmla="*/ 516559 h 576169"/>
              <a:gd name="connsiteX26" fmla="*/ 232248 w 477583"/>
              <a:gd name="connsiteY26" fmla="*/ 456714 h 576169"/>
              <a:gd name="connsiteX27" fmla="*/ 231326 w 477583"/>
              <a:gd name="connsiteY27" fmla="*/ 415282 h 576169"/>
              <a:gd name="connsiteX28" fmla="*/ 218591 w 477583"/>
              <a:gd name="connsiteY28" fmla="*/ 405255 h 576169"/>
              <a:gd name="connsiteX29" fmla="*/ 365067 w 477583"/>
              <a:gd name="connsiteY29" fmla="*/ 391336 h 576169"/>
              <a:gd name="connsiteX30" fmla="*/ 364145 w 477583"/>
              <a:gd name="connsiteY30" fmla="*/ 395938 h 576169"/>
              <a:gd name="connsiteX31" fmla="*/ 357690 w 477583"/>
              <a:gd name="connsiteY31" fmla="*/ 409744 h 576169"/>
              <a:gd name="connsiteX32" fmla="*/ 342935 w 477583"/>
              <a:gd name="connsiteY32" fmla="*/ 424470 h 576169"/>
              <a:gd name="connsiteX33" fmla="*/ 340169 w 477583"/>
              <a:gd name="connsiteY33" fmla="*/ 443798 h 576169"/>
              <a:gd name="connsiteX34" fmla="*/ 344780 w 477583"/>
              <a:gd name="connsiteY34" fmla="*/ 451161 h 576169"/>
              <a:gd name="connsiteX35" fmla="*/ 359534 w 477583"/>
              <a:gd name="connsiteY35" fmla="*/ 453001 h 576169"/>
              <a:gd name="connsiteX36" fmla="*/ 373367 w 477583"/>
              <a:gd name="connsiteY36" fmla="*/ 438275 h 576169"/>
              <a:gd name="connsiteX37" fmla="*/ 383511 w 477583"/>
              <a:gd name="connsiteY37" fmla="*/ 431833 h 576169"/>
              <a:gd name="connsiteX38" fmla="*/ 376133 w 477583"/>
              <a:gd name="connsiteY38" fmla="*/ 442877 h 576169"/>
              <a:gd name="connsiteX39" fmla="*/ 362301 w 477583"/>
              <a:gd name="connsiteY39" fmla="*/ 457603 h 576169"/>
              <a:gd name="connsiteX40" fmla="*/ 359534 w 477583"/>
              <a:gd name="connsiteY40" fmla="*/ 476931 h 576169"/>
              <a:gd name="connsiteX41" fmla="*/ 361379 w 477583"/>
              <a:gd name="connsiteY41" fmla="*/ 479692 h 576169"/>
              <a:gd name="connsiteX42" fmla="*/ 377056 w 477583"/>
              <a:gd name="connsiteY42" fmla="*/ 482454 h 576169"/>
              <a:gd name="connsiteX43" fmla="*/ 390888 w 477583"/>
              <a:gd name="connsiteY43" fmla="*/ 467727 h 576169"/>
              <a:gd name="connsiteX44" fmla="*/ 402877 w 477583"/>
              <a:gd name="connsiteY44" fmla="*/ 464966 h 576169"/>
              <a:gd name="connsiteX45" fmla="*/ 397343 w 477583"/>
              <a:gd name="connsiteY45" fmla="*/ 479692 h 576169"/>
              <a:gd name="connsiteX46" fmla="*/ 383511 w 477583"/>
              <a:gd name="connsiteY46" fmla="*/ 493498 h 576169"/>
              <a:gd name="connsiteX47" fmla="*/ 378900 w 477583"/>
              <a:gd name="connsiteY47" fmla="*/ 507304 h 576169"/>
              <a:gd name="connsiteX48" fmla="*/ 393655 w 477583"/>
              <a:gd name="connsiteY48" fmla="*/ 502702 h 576169"/>
              <a:gd name="connsiteX49" fmla="*/ 404721 w 477583"/>
              <a:gd name="connsiteY49" fmla="*/ 491657 h 576169"/>
              <a:gd name="connsiteX50" fmla="*/ 415787 w 477583"/>
              <a:gd name="connsiteY50" fmla="*/ 486135 h 576169"/>
              <a:gd name="connsiteX51" fmla="*/ 408410 w 477583"/>
              <a:gd name="connsiteY51" fmla="*/ 498100 h 576169"/>
              <a:gd name="connsiteX52" fmla="*/ 403799 w 477583"/>
              <a:gd name="connsiteY52" fmla="*/ 503622 h 576169"/>
              <a:gd name="connsiteX53" fmla="*/ 405643 w 477583"/>
              <a:gd name="connsiteY53" fmla="*/ 506383 h 576169"/>
              <a:gd name="connsiteX54" fmla="*/ 447141 w 477583"/>
              <a:gd name="connsiteY54" fmla="*/ 445638 h 576169"/>
              <a:gd name="connsiteX55" fmla="*/ 445297 w 477583"/>
              <a:gd name="connsiteY55" fmla="*/ 422629 h 576169"/>
              <a:gd name="connsiteX56" fmla="*/ 366912 w 477583"/>
              <a:gd name="connsiteY56" fmla="*/ 392256 h 576169"/>
              <a:gd name="connsiteX57" fmla="*/ 365067 w 477583"/>
              <a:gd name="connsiteY57" fmla="*/ 391336 h 576169"/>
              <a:gd name="connsiteX58" fmla="*/ 346624 w 477583"/>
              <a:gd name="connsiteY58" fmla="*/ 386734 h 576169"/>
              <a:gd name="connsiteX59" fmla="*/ 330947 w 477583"/>
              <a:gd name="connsiteY59" fmla="*/ 393177 h 576169"/>
              <a:gd name="connsiteX60" fmla="*/ 327258 w 477583"/>
              <a:gd name="connsiteY60" fmla="*/ 396858 h 576169"/>
              <a:gd name="connsiteX61" fmla="*/ 321725 w 477583"/>
              <a:gd name="connsiteY61" fmla="*/ 411584 h 576169"/>
              <a:gd name="connsiteX62" fmla="*/ 333713 w 477583"/>
              <a:gd name="connsiteY62" fmla="*/ 408823 h 576169"/>
              <a:gd name="connsiteX63" fmla="*/ 344780 w 477583"/>
              <a:gd name="connsiteY63" fmla="*/ 396858 h 576169"/>
              <a:gd name="connsiteX64" fmla="*/ 346624 w 477583"/>
              <a:gd name="connsiteY64" fmla="*/ 386734 h 576169"/>
              <a:gd name="connsiteX65" fmla="*/ 228733 w 477583"/>
              <a:gd name="connsiteY65" fmla="*/ 384827 h 576169"/>
              <a:gd name="connsiteX66" fmla="*/ 256221 w 477583"/>
              <a:gd name="connsiteY66" fmla="*/ 421727 h 576169"/>
              <a:gd name="connsiteX67" fmla="*/ 254377 w 477583"/>
              <a:gd name="connsiteY67" fmla="*/ 495383 h 576169"/>
              <a:gd name="connsiteX68" fmla="*/ 253455 w 477583"/>
              <a:gd name="connsiteY68" fmla="*/ 541418 h 576169"/>
              <a:gd name="connsiteX69" fmla="*/ 248845 w 477583"/>
              <a:gd name="connsiteY69" fmla="*/ 555228 h 576169"/>
              <a:gd name="connsiteX70" fmla="*/ 247001 w 477583"/>
              <a:gd name="connsiteY70" fmla="*/ 557070 h 576169"/>
              <a:gd name="connsiteX71" fmla="*/ 170472 w 477583"/>
              <a:gd name="connsiteY71" fmla="*/ 568118 h 576169"/>
              <a:gd name="connsiteX72" fmla="*/ 113306 w 477583"/>
              <a:gd name="connsiteY72" fmla="*/ 549704 h 576169"/>
              <a:gd name="connsiteX73" fmla="*/ 151109 w 477583"/>
              <a:gd name="connsiteY73" fmla="*/ 440141 h 576169"/>
              <a:gd name="connsiteX74" fmla="*/ 211041 w 477583"/>
              <a:gd name="connsiteY74" fmla="*/ 387661 h 576169"/>
              <a:gd name="connsiteX75" fmla="*/ 228733 w 477583"/>
              <a:gd name="connsiteY75" fmla="*/ 384827 h 576169"/>
              <a:gd name="connsiteX76" fmla="*/ 328180 w 477583"/>
              <a:gd name="connsiteY76" fmla="*/ 382132 h 576169"/>
              <a:gd name="connsiteX77" fmla="*/ 313426 w 477583"/>
              <a:gd name="connsiteY77" fmla="*/ 392256 h 576169"/>
              <a:gd name="connsiteX78" fmla="*/ 325414 w 477583"/>
              <a:gd name="connsiteY78" fmla="*/ 395018 h 576169"/>
              <a:gd name="connsiteX79" fmla="*/ 328180 w 477583"/>
              <a:gd name="connsiteY79" fmla="*/ 392256 h 576169"/>
              <a:gd name="connsiteX80" fmla="*/ 331869 w 477583"/>
              <a:gd name="connsiteY80" fmla="*/ 383053 h 576169"/>
              <a:gd name="connsiteX81" fmla="*/ 328180 w 477583"/>
              <a:gd name="connsiteY81" fmla="*/ 382132 h 576169"/>
              <a:gd name="connsiteX82" fmla="*/ 329030 w 477583"/>
              <a:gd name="connsiteY82" fmla="*/ 367205 h 576169"/>
              <a:gd name="connsiteX83" fmla="*/ 360456 w 477583"/>
              <a:gd name="connsiteY83" fmla="*/ 372008 h 576169"/>
              <a:gd name="connsiteX84" fmla="*/ 473884 w 477583"/>
              <a:gd name="connsiteY84" fmla="*/ 428151 h 576169"/>
              <a:gd name="connsiteX85" fmla="*/ 473884 w 477583"/>
              <a:gd name="connsiteY85" fmla="*/ 429072 h 576169"/>
              <a:gd name="connsiteX86" fmla="*/ 473884 w 477583"/>
              <a:gd name="connsiteY86" fmla="*/ 429992 h 576169"/>
              <a:gd name="connsiteX87" fmla="*/ 421320 w 477583"/>
              <a:gd name="connsiteY87" fmla="*/ 519269 h 576169"/>
              <a:gd name="connsiteX88" fmla="*/ 367834 w 477583"/>
              <a:gd name="connsiteY88" fmla="*/ 527552 h 576169"/>
              <a:gd name="connsiteX89" fmla="*/ 335558 w 477583"/>
              <a:gd name="connsiteY89" fmla="*/ 484294 h 576169"/>
              <a:gd name="connsiteX90" fmla="*/ 299593 w 477583"/>
              <a:gd name="connsiteY90" fmla="*/ 420788 h 576169"/>
              <a:gd name="connsiteX91" fmla="*/ 329030 w 477583"/>
              <a:gd name="connsiteY91" fmla="*/ 367205 h 576169"/>
              <a:gd name="connsiteX92" fmla="*/ 86562 w 477583"/>
              <a:gd name="connsiteY92" fmla="*/ 284475 h 576169"/>
              <a:gd name="connsiteX93" fmla="*/ 66277 w 477583"/>
              <a:gd name="connsiteY93" fmla="*/ 288157 h 576169"/>
              <a:gd name="connsiteX94" fmla="*/ 34005 w 477583"/>
              <a:gd name="connsiteY94" fmla="*/ 320377 h 576169"/>
              <a:gd name="connsiteX95" fmla="*/ 23863 w 477583"/>
              <a:gd name="connsiteY95" fmla="*/ 337867 h 576169"/>
              <a:gd name="connsiteX96" fmla="*/ 25707 w 477583"/>
              <a:gd name="connsiteY96" fmla="*/ 344311 h 576169"/>
              <a:gd name="connsiteX97" fmla="*/ 35849 w 477583"/>
              <a:gd name="connsiteY97" fmla="*/ 334185 h 576169"/>
              <a:gd name="connsiteX98" fmla="*/ 58901 w 477583"/>
              <a:gd name="connsiteY98" fmla="*/ 313012 h 576169"/>
              <a:gd name="connsiteX99" fmla="*/ 63511 w 477583"/>
              <a:gd name="connsiteY99" fmla="*/ 309330 h 576169"/>
              <a:gd name="connsiteX100" fmla="*/ 58901 w 477583"/>
              <a:gd name="connsiteY100" fmla="*/ 313933 h 576169"/>
              <a:gd name="connsiteX101" fmla="*/ 32161 w 477583"/>
              <a:gd name="connsiteY101" fmla="*/ 339708 h 576169"/>
              <a:gd name="connsiteX102" fmla="*/ 23863 w 477583"/>
              <a:gd name="connsiteY102" fmla="*/ 360881 h 576169"/>
              <a:gd name="connsiteX103" fmla="*/ 24785 w 477583"/>
              <a:gd name="connsiteY103" fmla="*/ 364563 h 576169"/>
              <a:gd name="connsiteX104" fmla="*/ 31239 w 477583"/>
              <a:gd name="connsiteY104" fmla="*/ 371928 h 576169"/>
              <a:gd name="connsiteX105" fmla="*/ 35849 w 477583"/>
              <a:gd name="connsiteY105" fmla="*/ 367325 h 576169"/>
              <a:gd name="connsiteX106" fmla="*/ 67199 w 477583"/>
              <a:gd name="connsiteY106" fmla="*/ 336947 h 576169"/>
              <a:gd name="connsiteX107" fmla="*/ 75498 w 477583"/>
              <a:gd name="connsiteY107" fmla="*/ 336947 h 576169"/>
              <a:gd name="connsiteX108" fmla="*/ 67199 w 477583"/>
              <a:gd name="connsiteY108" fmla="*/ 355358 h 576169"/>
              <a:gd name="connsiteX109" fmla="*/ 43226 w 477583"/>
              <a:gd name="connsiteY109" fmla="*/ 379292 h 576169"/>
              <a:gd name="connsiteX110" fmla="*/ 38616 w 477583"/>
              <a:gd name="connsiteY110" fmla="*/ 383895 h 576169"/>
              <a:gd name="connsiteX111" fmla="*/ 35849 w 477583"/>
              <a:gd name="connsiteY111" fmla="*/ 391259 h 576169"/>
              <a:gd name="connsiteX112" fmla="*/ 50602 w 477583"/>
              <a:gd name="connsiteY112" fmla="*/ 396783 h 576169"/>
              <a:gd name="connsiteX113" fmla="*/ 122522 w 477583"/>
              <a:gd name="connsiteY113" fmla="*/ 372848 h 576169"/>
              <a:gd name="connsiteX114" fmla="*/ 159405 w 477583"/>
              <a:gd name="connsiteY114" fmla="*/ 360881 h 576169"/>
              <a:gd name="connsiteX115" fmla="*/ 162171 w 477583"/>
              <a:gd name="connsiteY115" fmla="*/ 311171 h 576169"/>
              <a:gd name="connsiteX116" fmla="*/ 151106 w 477583"/>
              <a:gd name="connsiteY116" fmla="*/ 307489 h 576169"/>
              <a:gd name="connsiteX117" fmla="*/ 86562 w 477583"/>
              <a:gd name="connsiteY117" fmla="*/ 284475 h 576169"/>
              <a:gd name="connsiteX118" fmla="*/ 49680 w 477583"/>
              <a:gd name="connsiteY118" fmla="*/ 271588 h 576169"/>
              <a:gd name="connsiteX119" fmla="*/ 36771 w 477583"/>
              <a:gd name="connsiteY119" fmla="*/ 278952 h 576169"/>
              <a:gd name="connsiteX120" fmla="*/ 27551 w 477583"/>
              <a:gd name="connsiteY120" fmla="*/ 297363 h 576169"/>
              <a:gd name="connsiteX121" fmla="*/ 26629 w 477583"/>
              <a:gd name="connsiteY121" fmla="*/ 309330 h 576169"/>
              <a:gd name="connsiteX122" fmla="*/ 25707 w 477583"/>
              <a:gd name="connsiteY122" fmla="*/ 310251 h 576169"/>
              <a:gd name="connsiteX123" fmla="*/ 34927 w 477583"/>
              <a:gd name="connsiteY123" fmla="*/ 302886 h 576169"/>
              <a:gd name="connsiteX124" fmla="*/ 53368 w 477583"/>
              <a:gd name="connsiteY124" fmla="*/ 283555 h 576169"/>
              <a:gd name="connsiteX125" fmla="*/ 58901 w 477583"/>
              <a:gd name="connsiteY125" fmla="*/ 274349 h 576169"/>
              <a:gd name="connsiteX126" fmla="*/ 57057 w 477583"/>
              <a:gd name="connsiteY126" fmla="*/ 273429 h 576169"/>
              <a:gd name="connsiteX127" fmla="*/ 49680 w 477583"/>
              <a:gd name="connsiteY127" fmla="*/ 271588 h 576169"/>
              <a:gd name="connsiteX128" fmla="*/ 42304 w 477583"/>
              <a:gd name="connsiteY128" fmla="*/ 252256 h 576169"/>
              <a:gd name="connsiteX129" fmla="*/ 97627 w 477583"/>
              <a:gd name="connsiteY129" fmla="*/ 267905 h 576169"/>
              <a:gd name="connsiteX130" fmla="*/ 172313 w 477583"/>
              <a:gd name="connsiteY130" fmla="*/ 294601 h 576169"/>
              <a:gd name="connsiteX131" fmla="*/ 200897 w 477583"/>
              <a:gd name="connsiteY131" fmla="*/ 348914 h 576169"/>
              <a:gd name="connsiteX132" fmla="*/ 149262 w 477583"/>
              <a:gd name="connsiteY132" fmla="*/ 381133 h 576169"/>
              <a:gd name="connsiteX133" fmla="*/ 36771 w 477583"/>
              <a:gd name="connsiteY133" fmla="*/ 411511 h 576169"/>
              <a:gd name="connsiteX134" fmla="*/ 22019 w 477583"/>
              <a:gd name="connsiteY134" fmla="*/ 408750 h 576169"/>
              <a:gd name="connsiteX135" fmla="*/ 18330 w 477583"/>
              <a:gd name="connsiteY135" fmla="*/ 405988 h 576169"/>
              <a:gd name="connsiteX136" fmla="*/ 9110 w 477583"/>
              <a:gd name="connsiteY136" fmla="*/ 394941 h 576169"/>
              <a:gd name="connsiteX137" fmla="*/ 2655 w 477583"/>
              <a:gd name="connsiteY137" fmla="*/ 311171 h 576169"/>
              <a:gd name="connsiteX138" fmla="*/ 42304 w 477583"/>
              <a:gd name="connsiteY138" fmla="*/ 252256 h 576169"/>
              <a:gd name="connsiteX139" fmla="*/ 381682 w 477583"/>
              <a:gd name="connsiteY139" fmla="*/ 195136 h 576169"/>
              <a:gd name="connsiteX140" fmla="*/ 370616 w 477583"/>
              <a:gd name="connsiteY140" fmla="*/ 202508 h 576169"/>
              <a:gd name="connsiteX141" fmla="*/ 316211 w 477583"/>
              <a:gd name="connsiteY141" fmla="*/ 262402 h 576169"/>
              <a:gd name="connsiteX142" fmla="*/ 306989 w 477583"/>
              <a:gd name="connsiteY142" fmla="*/ 286359 h 576169"/>
              <a:gd name="connsiteX143" fmla="*/ 320821 w 477583"/>
              <a:gd name="connsiteY143" fmla="*/ 289124 h 576169"/>
              <a:gd name="connsiteX144" fmla="*/ 338342 w 477583"/>
              <a:gd name="connsiteY144" fmla="*/ 272538 h 576169"/>
              <a:gd name="connsiteX145" fmla="*/ 339264 w 477583"/>
              <a:gd name="connsiteY145" fmla="*/ 272538 h 576169"/>
              <a:gd name="connsiteX146" fmla="*/ 321743 w 477583"/>
              <a:gd name="connsiteY146" fmla="*/ 290966 h 576169"/>
              <a:gd name="connsiteX147" fmla="*/ 323588 w 477583"/>
              <a:gd name="connsiteY147" fmla="*/ 305710 h 576169"/>
              <a:gd name="connsiteX148" fmla="*/ 342952 w 477583"/>
              <a:gd name="connsiteY148" fmla="*/ 306631 h 576169"/>
              <a:gd name="connsiteX149" fmla="*/ 353096 w 477583"/>
              <a:gd name="connsiteY149" fmla="*/ 305710 h 576169"/>
              <a:gd name="connsiteX150" fmla="*/ 363239 w 477583"/>
              <a:gd name="connsiteY150" fmla="*/ 302945 h 576169"/>
              <a:gd name="connsiteX151" fmla="*/ 364161 w 477583"/>
              <a:gd name="connsiteY151" fmla="*/ 302945 h 576169"/>
              <a:gd name="connsiteX152" fmla="*/ 369694 w 477583"/>
              <a:gd name="connsiteY152" fmla="*/ 302024 h 576169"/>
              <a:gd name="connsiteX153" fmla="*/ 375227 w 477583"/>
              <a:gd name="connsiteY153" fmla="*/ 301102 h 576169"/>
              <a:gd name="connsiteX154" fmla="*/ 425944 w 477583"/>
              <a:gd name="connsiteY154" fmla="*/ 292809 h 576169"/>
              <a:gd name="connsiteX155" fmla="*/ 450841 w 477583"/>
              <a:gd name="connsiteY155" fmla="*/ 283595 h 576169"/>
              <a:gd name="connsiteX156" fmla="*/ 449919 w 477583"/>
              <a:gd name="connsiteY156" fmla="*/ 259637 h 576169"/>
              <a:gd name="connsiteX157" fmla="*/ 406579 w 477583"/>
              <a:gd name="connsiteY157" fmla="*/ 203429 h 576169"/>
              <a:gd name="connsiteX158" fmla="*/ 387214 w 477583"/>
              <a:gd name="connsiteY158" fmla="*/ 206193 h 576169"/>
              <a:gd name="connsiteX159" fmla="*/ 366006 w 477583"/>
              <a:gd name="connsiteY159" fmla="*/ 223701 h 576169"/>
              <a:gd name="connsiteX160" fmla="*/ 385370 w 477583"/>
              <a:gd name="connsiteY160" fmla="*/ 205272 h 576169"/>
              <a:gd name="connsiteX161" fmla="*/ 381682 w 477583"/>
              <a:gd name="connsiteY161" fmla="*/ 195136 h 576169"/>
              <a:gd name="connsiteX162" fmla="*/ 390808 w 477583"/>
              <a:gd name="connsiteY162" fmla="*/ 174060 h 576169"/>
              <a:gd name="connsiteX163" fmla="*/ 407948 w 477583"/>
              <a:gd name="connsiteY163" fmla="*/ 177585 h 576169"/>
              <a:gd name="connsiteX164" fmla="*/ 477583 w 477583"/>
              <a:gd name="connsiteY164" fmla="*/ 266087 h 576169"/>
              <a:gd name="connsiteX165" fmla="*/ 477583 w 477583"/>
              <a:gd name="connsiteY165" fmla="*/ 267009 h 576169"/>
              <a:gd name="connsiteX166" fmla="*/ 477583 w 477583"/>
              <a:gd name="connsiteY166" fmla="*/ 267930 h 576169"/>
              <a:gd name="connsiteX167" fmla="*/ 477583 w 477583"/>
              <a:gd name="connsiteY167" fmla="*/ 268852 h 576169"/>
              <a:gd name="connsiteX168" fmla="*/ 360473 w 477583"/>
              <a:gd name="connsiteY168" fmla="*/ 319531 h 576169"/>
              <a:gd name="connsiteX169" fmla="*/ 301457 w 477583"/>
              <a:gd name="connsiteY169" fmla="*/ 318610 h 576169"/>
              <a:gd name="connsiteX170" fmla="*/ 289469 w 477583"/>
              <a:gd name="connsiteY170" fmla="*/ 264245 h 576169"/>
              <a:gd name="connsiteX171" fmla="*/ 374305 w 477583"/>
              <a:gd name="connsiteY171" fmla="*/ 177629 h 576169"/>
              <a:gd name="connsiteX172" fmla="*/ 390808 w 477583"/>
              <a:gd name="connsiteY172" fmla="*/ 174060 h 576169"/>
              <a:gd name="connsiteX173" fmla="*/ 97143 w 477583"/>
              <a:gd name="connsiteY173" fmla="*/ 45806 h 576169"/>
              <a:gd name="connsiteX174" fmla="*/ 92068 w 477583"/>
              <a:gd name="connsiteY174" fmla="*/ 47878 h 576169"/>
              <a:gd name="connsiteX175" fmla="*/ 80996 w 477583"/>
              <a:gd name="connsiteY175" fmla="*/ 58929 h 576169"/>
              <a:gd name="connsiteX176" fmla="*/ 90223 w 477583"/>
              <a:gd name="connsiteY176" fmla="*/ 54324 h 576169"/>
              <a:gd name="connsiteX177" fmla="*/ 93913 w 477583"/>
              <a:gd name="connsiteY177" fmla="*/ 50641 h 576169"/>
              <a:gd name="connsiteX178" fmla="*/ 97143 w 477583"/>
              <a:gd name="connsiteY178" fmla="*/ 45806 h 576169"/>
              <a:gd name="connsiteX179" fmla="*/ 193559 w 477583"/>
              <a:gd name="connsiteY179" fmla="*/ 16566 h 576169"/>
              <a:gd name="connsiteX180" fmla="*/ 180642 w 477583"/>
              <a:gd name="connsiteY180" fmla="*/ 17487 h 576169"/>
              <a:gd name="connsiteX181" fmla="*/ 178797 w 477583"/>
              <a:gd name="connsiteY181" fmla="*/ 17487 h 576169"/>
              <a:gd name="connsiteX182" fmla="*/ 173261 w 477583"/>
              <a:gd name="connsiteY182" fmla="*/ 20250 h 576169"/>
              <a:gd name="connsiteX183" fmla="*/ 170493 w 477583"/>
              <a:gd name="connsiteY183" fmla="*/ 20250 h 576169"/>
              <a:gd name="connsiteX184" fmla="*/ 160344 w 477583"/>
              <a:gd name="connsiteY184" fmla="*/ 20250 h 576169"/>
              <a:gd name="connsiteX185" fmla="*/ 152963 w 477583"/>
              <a:gd name="connsiteY185" fmla="*/ 22092 h 576169"/>
              <a:gd name="connsiteX186" fmla="*/ 136355 w 477583"/>
              <a:gd name="connsiteY186" fmla="*/ 30380 h 576169"/>
              <a:gd name="connsiteX187" fmla="*/ 131742 w 477583"/>
              <a:gd name="connsiteY187" fmla="*/ 34064 h 576169"/>
              <a:gd name="connsiteX188" fmla="*/ 94836 w 477583"/>
              <a:gd name="connsiteY188" fmla="*/ 69980 h 576169"/>
              <a:gd name="connsiteX189" fmla="*/ 90223 w 477583"/>
              <a:gd name="connsiteY189" fmla="*/ 86557 h 576169"/>
              <a:gd name="connsiteX190" fmla="*/ 103140 w 477583"/>
              <a:gd name="connsiteY190" fmla="*/ 85636 h 576169"/>
              <a:gd name="connsiteX191" fmla="*/ 119748 w 477583"/>
              <a:gd name="connsiteY191" fmla="*/ 69980 h 576169"/>
              <a:gd name="connsiteX192" fmla="*/ 129897 w 477583"/>
              <a:gd name="connsiteY192" fmla="*/ 65375 h 576169"/>
              <a:gd name="connsiteX193" fmla="*/ 132665 w 477583"/>
              <a:gd name="connsiteY193" fmla="*/ 69059 h 576169"/>
              <a:gd name="connsiteX194" fmla="*/ 133587 w 477583"/>
              <a:gd name="connsiteY194" fmla="*/ 69980 h 576169"/>
              <a:gd name="connsiteX195" fmla="*/ 125283 w 477583"/>
              <a:gd name="connsiteY195" fmla="*/ 80110 h 576169"/>
              <a:gd name="connsiteX196" fmla="*/ 109598 w 477583"/>
              <a:gd name="connsiteY196" fmla="*/ 95766 h 576169"/>
              <a:gd name="connsiteX197" fmla="*/ 107753 w 477583"/>
              <a:gd name="connsiteY197" fmla="*/ 115106 h 576169"/>
              <a:gd name="connsiteX198" fmla="*/ 124361 w 477583"/>
              <a:gd name="connsiteY198" fmla="*/ 116027 h 576169"/>
              <a:gd name="connsiteX199" fmla="*/ 140046 w 477583"/>
              <a:gd name="connsiteY199" fmla="*/ 100371 h 576169"/>
              <a:gd name="connsiteX200" fmla="*/ 151117 w 477583"/>
              <a:gd name="connsiteY200" fmla="*/ 94845 h 576169"/>
              <a:gd name="connsiteX201" fmla="*/ 143736 w 477583"/>
              <a:gd name="connsiteY201" fmla="*/ 106817 h 576169"/>
              <a:gd name="connsiteX202" fmla="*/ 128974 w 477583"/>
              <a:gd name="connsiteY202" fmla="*/ 122473 h 576169"/>
              <a:gd name="connsiteX203" fmla="*/ 127129 w 477583"/>
              <a:gd name="connsiteY203" fmla="*/ 140892 h 576169"/>
              <a:gd name="connsiteX204" fmla="*/ 128974 w 477583"/>
              <a:gd name="connsiteY204" fmla="*/ 143655 h 576169"/>
              <a:gd name="connsiteX205" fmla="*/ 145582 w 477583"/>
              <a:gd name="connsiteY205" fmla="*/ 144575 h 576169"/>
              <a:gd name="connsiteX206" fmla="*/ 159421 w 477583"/>
              <a:gd name="connsiteY206" fmla="*/ 130761 h 576169"/>
              <a:gd name="connsiteX207" fmla="*/ 173261 w 477583"/>
              <a:gd name="connsiteY207" fmla="*/ 128920 h 576169"/>
              <a:gd name="connsiteX208" fmla="*/ 168648 w 477583"/>
              <a:gd name="connsiteY208" fmla="*/ 143655 h 576169"/>
              <a:gd name="connsiteX209" fmla="*/ 155731 w 477583"/>
              <a:gd name="connsiteY209" fmla="*/ 157468 h 576169"/>
              <a:gd name="connsiteX210" fmla="*/ 147427 w 477583"/>
              <a:gd name="connsiteY210" fmla="*/ 166678 h 576169"/>
              <a:gd name="connsiteX211" fmla="*/ 156653 w 477583"/>
              <a:gd name="connsiteY211" fmla="*/ 158389 h 576169"/>
              <a:gd name="connsiteX212" fmla="*/ 169570 w 477583"/>
              <a:gd name="connsiteY212" fmla="*/ 145496 h 576169"/>
              <a:gd name="connsiteX213" fmla="*/ 177874 w 477583"/>
              <a:gd name="connsiteY213" fmla="*/ 137208 h 576169"/>
              <a:gd name="connsiteX214" fmla="*/ 169570 w 477583"/>
              <a:gd name="connsiteY214" fmla="*/ 146417 h 576169"/>
              <a:gd name="connsiteX215" fmla="*/ 150195 w 477583"/>
              <a:gd name="connsiteY215" fmla="*/ 165757 h 576169"/>
              <a:gd name="connsiteX216" fmla="*/ 149272 w 477583"/>
              <a:gd name="connsiteY216" fmla="*/ 166678 h 576169"/>
              <a:gd name="connsiteX217" fmla="*/ 150195 w 477583"/>
              <a:gd name="connsiteY217" fmla="*/ 170362 h 576169"/>
              <a:gd name="connsiteX218" fmla="*/ 151117 w 477583"/>
              <a:gd name="connsiteY218" fmla="*/ 172203 h 576169"/>
              <a:gd name="connsiteX219" fmla="*/ 153885 w 477583"/>
              <a:gd name="connsiteY219" fmla="*/ 175887 h 576169"/>
              <a:gd name="connsiteX220" fmla="*/ 164035 w 477583"/>
              <a:gd name="connsiteY220" fmla="*/ 169441 h 576169"/>
              <a:gd name="connsiteX221" fmla="*/ 176952 w 477583"/>
              <a:gd name="connsiteY221" fmla="*/ 156548 h 576169"/>
              <a:gd name="connsiteX222" fmla="*/ 189869 w 477583"/>
              <a:gd name="connsiteY222" fmla="*/ 154706 h 576169"/>
              <a:gd name="connsiteX223" fmla="*/ 186178 w 477583"/>
              <a:gd name="connsiteY223" fmla="*/ 170362 h 576169"/>
              <a:gd name="connsiteX224" fmla="*/ 173261 w 477583"/>
              <a:gd name="connsiteY224" fmla="*/ 183255 h 576169"/>
              <a:gd name="connsiteX225" fmla="*/ 171416 w 477583"/>
              <a:gd name="connsiteY225" fmla="*/ 202594 h 576169"/>
              <a:gd name="connsiteX226" fmla="*/ 176952 w 477583"/>
              <a:gd name="connsiteY226" fmla="*/ 210882 h 576169"/>
              <a:gd name="connsiteX227" fmla="*/ 192637 w 477583"/>
              <a:gd name="connsiteY227" fmla="*/ 212724 h 576169"/>
              <a:gd name="connsiteX228" fmla="*/ 205554 w 477583"/>
              <a:gd name="connsiteY228" fmla="*/ 200752 h 576169"/>
              <a:gd name="connsiteX229" fmla="*/ 216625 w 477583"/>
              <a:gd name="connsiteY229" fmla="*/ 195227 h 576169"/>
              <a:gd name="connsiteX230" fmla="*/ 210167 w 477583"/>
              <a:gd name="connsiteY230" fmla="*/ 207199 h 576169"/>
              <a:gd name="connsiteX231" fmla="*/ 197250 w 477583"/>
              <a:gd name="connsiteY231" fmla="*/ 221013 h 576169"/>
              <a:gd name="connsiteX232" fmla="*/ 197250 w 477583"/>
              <a:gd name="connsiteY232" fmla="*/ 238510 h 576169"/>
              <a:gd name="connsiteX233" fmla="*/ 201863 w 477583"/>
              <a:gd name="connsiteY233" fmla="*/ 243115 h 576169"/>
              <a:gd name="connsiteX234" fmla="*/ 219393 w 477583"/>
              <a:gd name="connsiteY234" fmla="*/ 242194 h 576169"/>
              <a:gd name="connsiteX235" fmla="*/ 227697 w 477583"/>
              <a:gd name="connsiteY235" fmla="*/ 221934 h 576169"/>
              <a:gd name="connsiteX236" fmla="*/ 226774 w 477583"/>
              <a:gd name="connsiteY236" fmla="*/ 106817 h 576169"/>
              <a:gd name="connsiteX237" fmla="*/ 225852 w 477583"/>
              <a:gd name="connsiteY237" fmla="*/ 49720 h 576169"/>
              <a:gd name="connsiteX238" fmla="*/ 193559 w 477583"/>
              <a:gd name="connsiteY238" fmla="*/ 16566 h 576169"/>
              <a:gd name="connsiteX239" fmla="*/ 178105 w 477583"/>
              <a:gd name="connsiteY239" fmla="*/ 1256 h 576169"/>
              <a:gd name="connsiteX240" fmla="*/ 249841 w 477583"/>
              <a:gd name="connsiteY240" fmla="*/ 44194 h 576169"/>
              <a:gd name="connsiteX241" fmla="*/ 251686 w 477583"/>
              <a:gd name="connsiteY241" fmla="*/ 236669 h 576169"/>
              <a:gd name="connsiteX242" fmla="*/ 196327 w 477583"/>
              <a:gd name="connsiteY242" fmla="*/ 271664 h 576169"/>
              <a:gd name="connsiteX243" fmla="*/ 151117 w 477583"/>
              <a:gd name="connsiteY243" fmla="*/ 214566 h 576169"/>
              <a:gd name="connsiteX244" fmla="*/ 82842 w 477583"/>
              <a:gd name="connsiteY244" fmla="*/ 111422 h 576169"/>
              <a:gd name="connsiteX245" fmla="*/ 57008 w 477583"/>
              <a:gd name="connsiteY245" fmla="*/ 67217 h 576169"/>
              <a:gd name="connsiteX246" fmla="*/ 58853 w 477583"/>
              <a:gd name="connsiteY246" fmla="*/ 51561 h 576169"/>
              <a:gd name="connsiteX247" fmla="*/ 61621 w 477583"/>
              <a:gd name="connsiteY247" fmla="*/ 49720 h 576169"/>
              <a:gd name="connsiteX248" fmla="*/ 61621 w 477583"/>
              <a:gd name="connsiteY248" fmla="*/ 48799 h 576169"/>
              <a:gd name="connsiteX249" fmla="*/ 71770 w 477583"/>
              <a:gd name="connsiteY249" fmla="*/ 40510 h 576169"/>
              <a:gd name="connsiteX250" fmla="*/ 178105 w 477583"/>
              <a:gd name="connsiteY250" fmla="*/ 1256 h 576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Lst>
            <a:rect l="l" t="t" r="r" b="b"/>
            <a:pathLst>
              <a:path w="477583" h="576169">
                <a:moveTo>
                  <a:pt x="218591" y="405255"/>
                </a:moveTo>
                <a:cubicBezTo>
                  <a:pt x="203550" y="405558"/>
                  <a:pt x="183841" y="431625"/>
                  <a:pt x="179692" y="436458"/>
                </a:cubicBezTo>
                <a:cubicBezTo>
                  <a:pt x="165862" y="451190"/>
                  <a:pt x="152953" y="465921"/>
                  <a:pt x="140045" y="480652"/>
                </a:cubicBezTo>
                <a:cubicBezTo>
                  <a:pt x="133591" y="488938"/>
                  <a:pt x="118838" y="499986"/>
                  <a:pt x="118838" y="511035"/>
                </a:cubicBezTo>
                <a:cubicBezTo>
                  <a:pt x="118838" y="511956"/>
                  <a:pt x="118838" y="512876"/>
                  <a:pt x="118838" y="512876"/>
                </a:cubicBezTo>
                <a:cubicBezTo>
                  <a:pt x="119760" y="513797"/>
                  <a:pt x="119760" y="514718"/>
                  <a:pt x="119760" y="514718"/>
                </a:cubicBezTo>
                <a:cubicBezTo>
                  <a:pt x="119760" y="514718"/>
                  <a:pt x="119760" y="520242"/>
                  <a:pt x="122526" y="525766"/>
                </a:cubicBezTo>
                <a:cubicBezTo>
                  <a:pt x="125292" y="531290"/>
                  <a:pt x="133591" y="530369"/>
                  <a:pt x="139123" y="525766"/>
                </a:cubicBezTo>
                <a:cubicBezTo>
                  <a:pt x="154797" y="511035"/>
                  <a:pt x="169550" y="495383"/>
                  <a:pt x="185224" y="480652"/>
                </a:cubicBezTo>
                <a:cubicBezTo>
                  <a:pt x="189835" y="476048"/>
                  <a:pt x="189835" y="476969"/>
                  <a:pt x="186146" y="481573"/>
                </a:cubicBezTo>
                <a:lnTo>
                  <a:pt x="174160" y="494462"/>
                </a:lnTo>
                <a:cubicBezTo>
                  <a:pt x="172316" y="497224"/>
                  <a:pt x="170472" y="500907"/>
                  <a:pt x="169550" y="505511"/>
                </a:cubicBezTo>
                <a:cubicBezTo>
                  <a:pt x="169550" y="506431"/>
                  <a:pt x="169550" y="507352"/>
                  <a:pt x="169550" y="508273"/>
                </a:cubicBezTo>
                <a:cubicBezTo>
                  <a:pt x="169550" y="509193"/>
                  <a:pt x="168628" y="511035"/>
                  <a:pt x="168628" y="511956"/>
                </a:cubicBezTo>
                <a:cubicBezTo>
                  <a:pt x="168628" y="513797"/>
                  <a:pt x="169550" y="517480"/>
                  <a:pt x="170472" y="520242"/>
                </a:cubicBezTo>
                <a:cubicBezTo>
                  <a:pt x="170472" y="522083"/>
                  <a:pt x="171394" y="523925"/>
                  <a:pt x="171394" y="524845"/>
                </a:cubicBezTo>
                <a:cubicBezTo>
                  <a:pt x="172316" y="525766"/>
                  <a:pt x="172316" y="526687"/>
                  <a:pt x="173238" y="527607"/>
                </a:cubicBezTo>
                <a:cubicBezTo>
                  <a:pt x="173238" y="528528"/>
                  <a:pt x="170472" y="533132"/>
                  <a:pt x="166784" y="537735"/>
                </a:cubicBezTo>
                <a:cubicBezTo>
                  <a:pt x="163096" y="541418"/>
                  <a:pt x="164940" y="546942"/>
                  <a:pt x="171394" y="549704"/>
                </a:cubicBezTo>
                <a:cubicBezTo>
                  <a:pt x="173238" y="549704"/>
                  <a:pt x="174160" y="550625"/>
                  <a:pt x="176004" y="551545"/>
                </a:cubicBezTo>
                <a:cubicBezTo>
                  <a:pt x="182458" y="553387"/>
                  <a:pt x="190757" y="552466"/>
                  <a:pt x="193523" y="549704"/>
                </a:cubicBezTo>
                <a:cubicBezTo>
                  <a:pt x="196289" y="546942"/>
                  <a:pt x="203665" y="546021"/>
                  <a:pt x="210119" y="547863"/>
                </a:cubicBezTo>
                <a:cubicBezTo>
                  <a:pt x="216574" y="549704"/>
                  <a:pt x="219340" y="552466"/>
                  <a:pt x="217496" y="554308"/>
                </a:cubicBezTo>
                <a:cubicBezTo>
                  <a:pt x="215652" y="557070"/>
                  <a:pt x="217496" y="557990"/>
                  <a:pt x="221184" y="556149"/>
                </a:cubicBezTo>
                <a:cubicBezTo>
                  <a:pt x="223950" y="554308"/>
                  <a:pt x="229482" y="546942"/>
                  <a:pt x="229482" y="540497"/>
                </a:cubicBezTo>
                <a:cubicBezTo>
                  <a:pt x="230404" y="532211"/>
                  <a:pt x="230404" y="523925"/>
                  <a:pt x="230404" y="516559"/>
                </a:cubicBezTo>
                <a:lnTo>
                  <a:pt x="232248" y="456714"/>
                </a:lnTo>
                <a:cubicBezTo>
                  <a:pt x="232248" y="445665"/>
                  <a:pt x="235936" y="425410"/>
                  <a:pt x="231326" y="415282"/>
                </a:cubicBezTo>
                <a:cubicBezTo>
                  <a:pt x="228099" y="407917"/>
                  <a:pt x="223604" y="405155"/>
                  <a:pt x="218591" y="405255"/>
                </a:cubicBezTo>
                <a:close/>
                <a:moveTo>
                  <a:pt x="365067" y="391336"/>
                </a:moveTo>
                <a:cubicBezTo>
                  <a:pt x="363223" y="391336"/>
                  <a:pt x="363223" y="393177"/>
                  <a:pt x="364145" y="395938"/>
                </a:cubicBezTo>
                <a:cubicBezTo>
                  <a:pt x="365067" y="398699"/>
                  <a:pt x="362301" y="405142"/>
                  <a:pt x="357690" y="409744"/>
                </a:cubicBezTo>
                <a:cubicBezTo>
                  <a:pt x="352157" y="415266"/>
                  <a:pt x="347546" y="419868"/>
                  <a:pt x="342935" y="424470"/>
                </a:cubicBezTo>
                <a:cubicBezTo>
                  <a:pt x="338324" y="429992"/>
                  <a:pt x="337402" y="438275"/>
                  <a:pt x="340169" y="443798"/>
                </a:cubicBezTo>
                <a:cubicBezTo>
                  <a:pt x="342013" y="446559"/>
                  <a:pt x="342935" y="448400"/>
                  <a:pt x="344780" y="451161"/>
                </a:cubicBezTo>
                <a:cubicBezTo>
                  <a:pt x="348468" y="456683"/>
                  <a:pt x="354923" y="457603"/>
                  <a:pt x="359534" y="453001"/>
                </a:cubicBezTo>
                <a:cubicBezTo>
                  <a:pt x="364145" y="448400"/>
                  <a:pt x="368756" y="442877"/>
                  <a:pt x="373367" y="438275"/>
                </a:cubicBezTo>
                <a:cubicBezTo>
                  <a:pt x="378900" y="433673"/>
                  <a:pt x="382589" y="430912"/>
                  <a:pt x="383511" y="431833"/>
                </a:cubicBezTo>
                <a:cubicBezTo>
                  <a:pt x="384433" y="433673"/>
                  <a:pt x="381667" y="438275"/>
                  <a:pt x="376133" y="442877"/>
                </a:cubicBezTo>
                <a:lnTo>
                  <a:pt x="362301" y="457603"/>
                </a:lnTo>
                <a:cubicBezTo>
                  <a:pt x="357690" y="462205"/>
                  <a:pt x="356768" y="471409"/>
                  <a:pt x="359534" y="476931"/>
                </a:cubicBezTo>
                <a:cubicBezTo>
                  <a:pt x="360456" y="477852"/>
                  <a:pt x="361379" y="478772"/>
                  <a:pt x="361379" y="479692"/>
                </a:cubicBezTo>
                <a:cubicBezTo>
                  <a:pt x="365067" y="486135"/>
                  <a:pt x="371523" y="487055"/>
                  <a:pt x="377056" y="482454"/>
                </a:cubicBezTo>
                <a:cubicBezTo>
                  <a:pt x="381667" y="476931"/>
                  <a:pt x="386277" y="472329"/>
                  <a:pt x="390888" y="467727"/>
                </a:cubicBezTo>
                <a:cubicBezTo>
                  <a:pt x="396421" y="463126"/>
                  <a:pt x="401032" y="462205"/>
                  <a:pt x="402877" y="464966"/>
                </a:cubicBezTo>
                <a:cubicBezTo>
                  <a:pt x="404721" y="468648"/>
                  <a:pt x="402877" y="475090"/>
                  <a:pt x="397343" y="479692"/>
                </a:cubicBezTo>
                <a:cubicBezTo>
                  <a:pt x="392733" y="484294"/>
                  <a:pt x="388122" y="488896"/>
                  <a:pt x="383511" y="493498"/>
                </a:cubicBezTo>
                <a:cubicBezTo>
                  <a:pt x="378900" y="498100"/>
                  <a:pt x="376133" y="505463"/>
                  <a:pt x="378900" y="507304"/>
                </a:cubicBezTo>
                <a:cubicBezTo>
                  <a:pt x="382589" y="510065"/>
                  <a:pt x="389044" y="507304"/>
                  <a:pt x="393655" y="502702"/>
                </a:cubicBezTo>
                <a:cubicBezTo>
                  <a:pt x="397343" y="499020"/>
                  <a:pt x="401032" y="495339"/>
                  <a:pt x="404721" y="491657"/>
                </a:cubicBezTo>
                <a:cubicBezTo>
                  <a:pt x="410254" y="487055"/>
                  <a:pt x="414865" y="484294"/>
                  <a:pt x="415787" y="486135"/>
                </a:cubicBezTo>
                <a:cubicBezTo>
                  <a:pt x="416709" y="487976"/>
                  <a:pt x="413943" y="493498"/>
                  <a:pt x="408410" y="498100"/>
                </a:cubicBezTo>
                <a:cubicBezTo>
                  <a:pt x="407487" y="499941"/>
                  <a:pt x="405643" y="501781"/>
                  <a:pt x="403799" y="503622"/>
                </a:cubicBezTo>
                <a:cubicBezTo>
                  <a:pt x="399188" y="508224"/>
                  <a:pt x="400110" y="510985"/>
                  <a:pt x="405643" y="506383"/>
                </a:cubicBezTo>
                <a:cubicBezTo>
                  <a:pt x="423164" y="494418"/>
                  <a:pt x="439764" y="464966"/>
                  <a:pt x="447141" y="445638"/>
                </a:cubicBezTo>
                <a:cubicBezTo>
                  <a:pt x="448985" y="439196"/>
                  <a:pt x="448985" y="427231"/>
                  <a:pt x="445297" y="422629"/>
                </a:cubicBezTo>
                <a:cubicBezTo>
                  <a:pt x="429620" y="401460"/>
                  <a:pt x="387200" y="397779"/>
                  <a:pt x="366912" y="392256"/>
                </a:cubicBezTo>
                <a:cubicBezTo>
                  <a:pt x="365990" y="392256"/>
                  <a:pt x="365067" y="392256"/>
                  <a:pt x="365067" y="391336"/>
                </a:cubicBezTo>
                <a:close/>
                <a:moveTo>
                  <a:pt x="346624" y="386734"/>
                </a:moveTo>
                <a:cubicBezTo>
                  <a:pt x="342935" y="384893"/>
                  <a:pt x="335558" y="388575"/>
                  <a:pt x="330947" y="393177"/>
                </a:cubicBezTo>
                <a:cubicBezTo>
                  <a:pt x="330025" y="394097"/>
                  <a:pt x="328180" y="395938"/>
                  <a:pt x="327258" y="396858"/>
                </a:cubicBezTo>
                <a:cubicBezTo>
                  <a:pt x="322647" y="401460"/>
                  <a:pt x="319881" y="408823"/>
                  <a:pt x="321725" y="411584"/>
                </a:cubicBezTo>
                <a:cubicBezTo>
                  <a:pt x="323569" y="415266"/>
                  <a:pt x="329103" y="413425"/>
                  <a:pt x="333713" y="408823"/>
                </a:cubicBezTo>
                <a:cubicBezTo>
                  <a:pt x="337402" y="405142"/>
                  <a:pt x="341091" y="401460"/>
                  <a:pt x="344780" y="396858"/>
                </a:cubicBezTo>
                <a:cubicBezTo>
                  <a:pt x="350313" y="392256"/>
                  <a:pt x="350313" y="387654"/>
                  <a:pt x="346624" y="386734"/>
                </a:cubicBezTo>
                <a:close/>
                <a:moveTo>
                  <a:pt x="228733" y="384827"/>
                </a:moveTo>
                <a:cubicBezTo>
                  <a:pt x="245156" y="387028"/>
                  <a:pt x="256913" y="403083"/>
                  <a:pt x="256221" y="421727"/>
                </a:cubicBezTo>
                <a:cubicBezTo>
                  <a:pt x="256221" y="446586"/>
                  <a:pt x="255299" y="471445"/>
                  <a:pt x="254377" y="495383"/>
                </a:cubicBezTo>
                <a:cubicBezTo>
                  <a:pt x="254377" y="509193"/>
                  <a:pt x="256221" y="526687"/>
                  <a:pt x="253455" y="541418"/>
                </a:cubicBezTo>
                <a:cubicBezTo>
                  <a:pt x="251611" y="547863"/>
                  <a:pt x="249767" y="554308"/>
                  <a:pt x="248845" y="555228"/>
                </a:cubicBezTo>
                <a:cubicBezTo>
                  <a:pt x="247923" y="556149"/>
                  <a:pt x="247923" y="557070"/>
                  <a:pt x="247001" y="557070"/>
                </a:cubicBezTo>
                <a:cubicBezTo>
                  <a:pt x="223028" y="582849"/>
                  <a:pt x="199977" y="578246"/>
                  <a:pt x="170472" y="568118"/>
                </a:cubicBezTo>
                <a:cubicBezTo>
                  <a:pt x="152031" y="562594"/>
                  <a:pt x="128980" y="558911"/>
                  <a:pt x="113306" y="549704"/>
                </a:cubicBezTo>
                <a:cubicBezTo>
                  <a:pt x="62594" y="519321"/>
                  <a:pt x="130824" y="463159"/>
                  <a:pt x="151109" y="440141"/>
                </a:cubicBezTo>
                <a:cubicBezTo>
                  <a:pt x="169550" y="418965"/>
                  <a:pt x="185224" y="397789"/>
                  <a:pt x="211041" y="387661"/>
                </a:cubicBezTo>
                <a:cubicBezTo>
                  <a:pt x="217265" y="384899"/>
                  <a:pt x="223258" y="384094"/>
                  <a:pt x="228733" y="384827"/>
                </a:cubicBezTo>
                <a:close/>
                <a:moveTo>
                  <a:pt x="328180" y="382132"/>
                </a:moveTo>
                <a:cubicBezTo>
                  <a:pt x="317114" y="382132"/>
                  <a:pt x="313426" y="385814"/>
                  <a:pt x="313426" y="392256"/>
                </a:cubicBezTo>
                <a:cubicBezTo>
                  <a:pt x="314348" y="398699"/>
                  <a:pt x="320803" y="399619"/>
                  <a:pt x="325414" y="395018"/>
                </a:cubicBezTo>
                <a:cubicBezTo>
                  <a:pt x="326336" y="394097"/>
                  <a:pt x="327258" y="393177"/>
                  <a:pt x="328180" y="392256"/>
                </a:cubicBezTo>
                <a:cubicBezTo>
                  <a:pt x="332791" y="387654"/>
                  <a:pt x="334636" y="383053"/>
                  <a:pt x="331869" y="383053"/>
                </a:cubicBezTo>
                <a:cubicBezTo>
                  <a:pt x="330947" y="383053"/>
                  <a:pt x="329103" y="383053"/>
                  <a:pt x="328180" y="382132"/>
                </a:cubicBezTo>
                <a:close/>
                <a:moveTo>
                  <a:pt x="329030" y="367205"/>
                </a:moveTo>
                <a:cubicBezTo>
                  <a:pt x="339131" y="367291"/>
                  <a:pt x="350082" y="369017"/>
                  <a:pt x="360456" y="372008"/>
                </a:cubicBezTo>
                <a:cubicBezTo>
                  <a:pt x="393655" y="380291"/>
                  <a:pt x="468351" y="384893"/>
                  <a:pt x="473884" y="428151"/>
                </a:cubicBezTo>
                <a:cubicBezTo>
                  <a:pt x="473884" y="428151"/>
                  <a:pt x="473884" y="429072"/>
                  <a:pt x="473884" y="429072"/>
                </a:cubicBezTo>
                <a:cubicBezTo>
                  <a:pt x="473884" y="429072"/>
                  <a:pt x="473884" y="429992"/>
                  <a:pt x="473884" y="429992"/>
                </a:cubicBezTo>
                <a:cubicBezTo>
                  <a:pt x="471117" y="460364"/>
                  <a:pt x="441608" y="498100"/>
                  <a:pt x="421320" y="519269"/>
                </a:cubicBezTo>
                <a:cubicBezTo>
                  <a:pt x="409332" y="531234"/>
                  <a:pt x="383511" y="534915"/>
                  <a:pt x="367834" y="527552"/>
                </a:cubicBezTo>
                <a:cubicBezTo>
                  <a:pt x="352157" y="519269"/>
                  <a:pt x="344780" y="499020"/>
                  <a:pt x="335558" y="484294"/>
                </a:cubicBezTo>
                <a:cubicBezTo>
                  <a:pt x="323569" y="463126"/>
                  <a:pt x="311581" y="441957"/>
                  <a:pt x="299593" y="420788"/>
                </a:cubicBezTo>
                <a:cubicBezTo>
                  <a:pt x="276078" y="381442"/>
                  <a:pt x="298729" y="366946"/>
                  <a:pt x="329030" y="367205"/>
                </a:cubicBezTo>
                <a:close/>
                <a:moveTo>
                  <a:pt x="86562" y="284475"/>
                </a:moveTo>
                <a:cubicBezTo>
                  <a:pt x="80108" y="281714"/>
                  <a:pt x="70887" y="283555"/>
                  <a:pt x="66277" y="288157"/>
                </a:cubicBezTo>
                <a:cubicBezTo>
                  <a:pt x="55213" y="299204"/>
                  <a:pt x="44148" y="310251"/>
                  <a:pt x="34005" y="320377"/>
                </a:cubicBezTo>
                <a:cubicBezTo>
                  <a:pt x="28473" y="324979"/>
                  <a:pt x="24785" y="333264"/>
                  <a:pt x="23863" y="337867"/>
                </a:cubicBezTo>
                <a:cubicBezTo>
                  <a:pt x="23863" y="342470"/>
                  <a:pt x="24785" y="345232"/>
                  <a:pt x="25707" y="344311"/>
                </a:cubicBezTo>
                <a:cubicBezTo>
                  <a:pt x="26629" y="343390"/>
                  <a:pt x="31239" y="338788"/>
                  <a:pt x="35849" y="334185"/>
                </a:cubicBezTo>
                <a:cubicBezTo>
                  <a:pt x="42304" y="328662"/>
                  <a:pt x="50602" y="321297"/>
                  <a:pt x="58901" y="313012"/>
                </a:cubicBezTo>
                <a:cubicBezTo>
                  <a:pt x="63511" y="308410"/>
                  <a:pt x="65355" y="306568"/>
                  <a:pt x="63511" y="309330"/>
                </a:cubicBezTo>
                <a:cubicBezTo>
                  <a:pt x="61667" y="310251"/>
                  <a:pt x="60745" y="312092"/>
                  <a:pt x="58901" y="313933"/>
                </a:cubicBezTo>
                <a:cubicBezTo>
                  <a:pt x="50602" y="322218"/>
                  <a:pt x="41382" y="331423"/>
                  <a:pt x="32161" y="339708"/>
                </a:cubicBezTo>
                <a:cubicBezTo>
                  <a:pt x="27551" y="345232"/>
                  <a:pt x="23863" y="354437"/>
                  <a:pt x="23863" y="360881"/>
                </a:cubicBezTo>
                <a:cubicBezTo>
                  <a:pt x="23863" y="362722"/>
                  <a:pt x="24785" y="363643"/>
                  <a:pt x="24785" y="364563"/>
                </a:cubicBezTo>
                <a:cubicBezTo>
                  <a:pt x="25707" y="371928"/>
                  <a:pt x="29395" y="374689"/>
                  <a:pt x="31239" y="371928"/>
                </a:cubicBezTo>
                <a:cubicBezTo>
                  <a:pt x="33083" y="371007"/>
                  <a:pt x="34005" y="369166"/>
                  <a:pt x="35849" y="367325"/>
                </a:cubicBezTo>
                <a:cubicBezTo>
                  <a:pt x="45992" y="357199"/>
                  <a:pt x="56135" y="347073"/>
                  <a:pt x="67199" y="336947"/>
                </a:cubicBezTo>
                <a:cubicBezTo>
                  <a:pt x="71809" y="331423"/>
                  <a:pt x="75498" y="332344"/>
                  <a:pt x="75498" y="336947"/>
                </a:cubicBezTo>
                <a:cubicBezTo>
                  <a:pt x="75498" y="342470"/>
                  <a:pt x="71809" y="349834"/>
                  <a:pt x="67199" y="355358"/>
                </a:cubicBezTo>
                <a:cubicBezTo>
                  <a:pt x="58901" y="362722"/>
                  <a:pt x="51524" y="371007"/>
                  <a:pt x="43226" y="379292"/>
                </a:cubicBezTo>
                <a:cubicBezTo>
                  <a:pt x="41382" y="381133"/>
                  <a:pt x="40460" y="382054"/>
                  <a:pt x="38616" y="383895"/>
                </a:cubicBezTo>
                <a:cubicBezTo>
                  <a:pt x="35849" y="386657"/>
                  <a:pt x="34005" y="390339"/>
                  <a:pt x="35849" y="391259"/>
                </a:cubicBezTo>
                <a:cubicBezTo>
                  <a:pt x="37693" y="393100"/>
                  <a:pt x="44148" y="396783"/>
                  <a:pt x="50602" y="396783"/>
                </a:cubicBezTo>
                <a:cubicBezTo>
                  <a:pt x="73654" y="396783"/>
                  <a:pt x="105925" y="378372"/>
                  <a:pt x="122522" y="372848"/>
                </a:cubicBezTo>
                <a:cubicBezTo>
                  <a:pt x="134509" y="369166"/>
                  <a:pt x="147418" y="365484"/>
                  <a:pt x="159405" y="360881"/>
                </a:cubicBezTo>
                <a:cubicBezTo>
                  <a:pt x="182456" y="353516"/>
                  <a:pt x="187988" y="320377"/>
                  <a:pt x="162171" y="311171"/>
                </a:cubicBezTo>
                <a:cubicBezTo>
                  <a:pt x="158483" y="310251"/>
                  <a:pt x="154794" y="309330"/>
                  <a:pt x="151106" y="307489"/>
                </a:cubicBezTo>
                <a:cubicBezTo>
                  <a:pt x="129899" y="300125"/>
                  <a:pt x="107770" y="291840"/>
                  <a:pt x="86562" y="284475"/>
                </a:cubicBezTo>
                <a:close/>
                <a:moveTo>
                  <a:pt x="49680" y="271588"/>
                </a:moveTo>
                <a:cubicBezTo>
                  <a:pt x="45992" y="271588"/>
                  <a:pt x="40460" y="275270"/>
                  <a:pt x="36771" y="278952"/>
                </a:cubicBezTo>
                <a:cubicBezTo>
                  <a:pt x="33083" y="282634"/>
                  <a:pt x="28473" y="290919"/>
                  <a:pt x="27551" y="297363"/>
                </a:cubicBezTo>
                <a:cubicBezTo>
                  <a:pt x="26629" y="301045"/>
                  <a:pt x="26629" y="305648"/>
                  <a:pt x="26629" y="309330"/>
                </a:cubicBezTo>
                <a:cubicBezTo>
                  <a:pt x="26629" y="310251"/>
                  <a:pt x="26629" y="310251"/>
                  <a:pt x="25707" y="310251"/>
                </a:cubicBezTo>
                <a:cubicBezTo>
                  <a:pt x="25707" y="311171"/>
                  <a:pt x="30317" y="307489"/>
                  <a:pt x="34927" y="302886"/>
                </a:cubicBezTo>
                <a:cubicBezTo>
                  <a:pt x="40460" y="296442"/>
                  <a:pt x="46914" y="289999"/>
                  <a:pt x="53368" y="283555"/>
                </a:cubicBezTo>
                <a:cubicBezTo>
                  <a:pt x="57979" y="278952"/>
                  <a:pt x="60745" y="274349"/>
                  <a:pt x="58901" y="274349"/>
                </a:cubicBezTo>
                <a:cubicBezTo>
                  <a:pt x="57979" y="274349"/>
                  <a:pt x="57057" y="273429"/>
                  <a:pt x="57057" y="273429"/>
                </a:cubicBezTo>
                <a:cubicBezTo>
                  <a:pt x="54290" y="272508"/>
                  <a:pt x="52446" y="271588"/>
                  <a:pt x="49680" y="271588"/>
                </a:cubicBezTo>
                <a:close/>
                <a:moveTo>
                  <a:pt x="42304" y="252256"/>
                </a:moveTo>
                <a:cubicBezTo>
                  <a:pt x="60745" y="250415"/>
                  <a:pt x="81030" y="262382"/>
                  <a:pt x="97627" y="267905"/>
                </a:cubicBezTo>
                <a:cubicBezTo>
                  <a:pt x="122522" y="277111"/>
                  <a:pt x="147418" y="286316"/>
                  <a:pt x="172313" y="294601"/>
                </a:cubicBezTo>
                <a:cubicBezTo>
                  <a:pt x="193521" y="302886"/>
                  <a:pt x="217494" y="325900"/>
                  <a:pt x="200897" y="348914"/>
                </a:cubicBezTo>
                <a:cubicBezTo>
                  <a:pt x="187066" y="367325"/>
                  <a:pt x="170469" y="373769"/>
                  <a:pt x="149262" y="381133"/>
                </a:cubicBezTo>
                <a:cubicBezTo>
                  <a:pt x="117912" y="391259"/>
                  <a:pt x="72732" y="416114"/>
                  <a:pt x="36771" y="411511"/>
                </a:cubicBezTo>
                <a:cubicBezTo>
                  <a:pt x="29395" y="410591"/>
                  <a:pt x="23863" y="408750"/>
                  <a:pt x="22019" y="408750"/>
                </a:cubicBezTo>
                <a:cubicBezTo>
                  <a:pt x="21097" y="407829"/>
                  <a:pt x="19252" y="406909"/>
                  <a:pt x="18330" y="405988"/>
                </a:cubicBezTo>
                <a:cubicBezTo>
                  <a:pt x="17408" y="405988"/>
                  <a:pt x="12798" y="401385"/>
                  <a:pt x="9110" y="394941"/>
                </a:cubicBezTo>
                <a:cubicBezTo>
                  <a:pt x="-4721" y="371928"/>
                  <a:pt x="811" y="337867"/>
                  <a:pt x="2655" y="311171"/>
                </a:cubicBezTo>
                <a:cubicBezTo>
                  <a:pt x="3577" y="287237"/>
                  <a:pt x="11876" y="255018"/>
                  <a:pt x="42304" y="252256"/>
                </a:cubicBezTo>
                <a:close/>
                <a:moveTo>
                  <a:pt x="381682" y="195136"/>
                </a:moveTo>
                <a:cubicBezTo>
                  <a:pt x="377993" y="196058"/>
                  <a:pt x="373383" y="197900"/>
                  <a:pt x="370616" y="202508"/>
                </a:cubicBezTo>
                <a:cubicBezTo>
                  <a:pt x="352174" y="221858"/>
                  <a:pt x="333731" y="242130"/>
                  <a:pt x="316211" y="262402"/>
                </a:cubicBezTo>
                <a:cubicBezTo>
                  <a:pt x="308834" y="270695"/>
                  <a:pt x="306067" y="278988"/>
                  <a:pt x="306989" y="286359"/>
                </a:cubicBezTo>
                <a:cubicBezTo>
                  <a:pt x="306989" y="292809"/>
                  <a:pt x="315288" y="293731"/>
                  <a:pt x="320821" y="289124"/>
                </a:cubicBezTo>
                <a:cubicBezTo>
                  <a:pt x="326354" y="283595"/>
                  <a:pt x="332809" y="278066"/>
                  <a:pt x="338342" y="272538"/>
                </a:cubicBezTo>
                <a:cubicBezTo>
                  <a:pt x="343874" y="267930"/>
                  <a:pt x="343874" y="267930"/>
                  <a:pt x="339264" y="272538"/>
                </a:cubicBezTo>
                <a:cubicBezTo>
                  <a:pt x="333731" y="278988"/>
                  <a:pt x="327276" y="284516"/>
                  <a:pt x="321743" y="290966"/>
                </a:cubicBezTo>
                <a:cubicBezTo>
                  <a:pt x="317133" y="295574"/>
                  <a:pt x="317133" y="303867"/>
                  <a:pt x="323588" y="305710"/>
                </a:cubicBezTo>
                <a:cubicBezTo>
                  <a:pt x="329120" y="307553"/>
                  <a:pt x="335575" y="308474"/>
                  <a:pt x="342952" y="306631"/>
                </a:cubicBezTo>
                <a:cubicBezTo>
                  <a:pt x="346641" y="306631"/>
                  <a:pt x="349407" y="305710"/>
                  <a:pt x="353096" y="305710"/>
                </a:cubicBezTo>
                <a:cubicBezTo>
                  <a:pt x="358629" y="304788"/>
                  <a:pt x="363239" y="303867"/>
                  <a:pt x="363239" y="302945"/>
                </a:cubicBezTo>
                <a:cubicBezTo>
                  <a:pt x="363239" y="302945"/>
                  <a:pt x="364161" y="302945"/>
                  <a:pt x="364161" y="302945"/>
                </a:cubicBezTo>
                <a:cubicBezTo>
                  <a:pt x="364161" y="302945"/>
                  <a:pt x="366928" y="302945"/>
                  <a:pt x="369694" y="302024"/>
                </a:cubicBezTo>
                <a:cubicBezTo>
                  <a:pt x="371538" y="302024"/>
                  <a:pt x="373383" y="302024"/>
                  <a:pt x="375227" y="301102"/>
                </a:cubicBezTo>
                <a:cubicBezTo>
                  <a:pt x="391825" y="298338"/>
                  <a:pt x="409346" y="295574"/>
                  <a:pt x="425944" y="292809"/>
                </a:cubicBezTo>
                <a:cubicBezTo>
                  <a:pt x="439776" y="290045"/>
                  <a:pt x="446231" y="291888"/>
                  <a:pt x="450841" y="283595"/>
                </a:cubicBezTo>
                <a:cubicBezTo>
                  <a:pt x="453608" y="277145"/>
                  <a:pt x="452686" y="266087"/>
                  <a:pt x="449919" y="259637"/>
                </a:cubicBezTo>
                <a:cubicBezTo>
                  <a:pt x="442542" y="241208"/>
                  <a:pt x="425022" y="216329"/>
                  <a:pt x="406579" y="203429"/>
                </a:cubicBezTo>
                <a:cubicBezTo>
                  <a:pt x="401046" y="199743"/>
                  <a:pt x="391825" y="201586"/>
                  <a:pt x="387214" y="206193"/>
                </a:cubicBezTo>
                <a:cubicBezTo>
                  <a:pt x="379837" y="211722"/>
                  <a:pt x="373383" y="218172"/>
                  <a:pt x="366006" y="223701"/>
                </a:cubicBezTo>
                <a:cubicBezTo>
                  <a:pt x="372460" y="217251"/>
                  <a:pt x="378915" y="211722"/>
                  <a:pt x="385370" y="205272"/>
                </a:cubicBezTo>
                <a:cubicBezTo>
                  <a:pt x="389981" y="200665"/>
                  <a:pt x="388137" y="194215"/>
                  <a:pt x="381682" y="195136"/>
                </a:cubicBezTo>
                <a:close/>
                <a:moveTo>
                  <a:pt x="390808" y="174060"/>
                </a:moveTo>
                <a:cubicBezTo>
                  <a:pt x="396462" y="174134"/>
                  <a:pt x="402221" y="175390"/>
                  <a:pt x="407948" y="177585"/>
                </a:cubicBezTo>
                <a:cubicBezTo>
                  <a:pt x="442312" y="190759"/>
                  <a:pt x="475509" y="237753"/>
                  <a:pt x="477583" y="266087"/>
                </a:cubicBezTo>
                <a:cubicBezTo>
                  <a:pt x="477583" y="266087"/>
                  <a:pt x="477583" y="267009"/>
                  <a:pt x="477583" y="267009"/>
                </a:cubicBezTo>
                <a:cubicBezTo>
                  <a:pt x="476661" y="267009"/>
                  <a:pt x="477583" y="267009"/>
                  <a:pt x="477583" y="267930"/>
                </a:cubicBezTo>
                <a:cubicBezTo>
                  <a:pt x="477583" y="267930"/>
                  <a:pt x="477583" y="267930"/>
                  <a:pt x="477583" y="268852"/>
                </a:cubicBezTo>
                <a:cubicBezTo>
                  <a:pt x="472050" y="317688"/>
                  <a:pt x="398280" y="313081"/>
                  <a:pt x="360473" y="319531"/>
                </a:cubicBezTo>
                <a:cubicBezTo>
                  <a:pt x="339264" y="323217"/>
                  <a:pt x="322666" y="326903"/>
                  <a:pt x="301457" y="318610"/>
                </a:cubicBezTo>
                <a:cubicBezTo>
                  <a:pt x="280248" y="310317"/>
                  <a:pt x="275637" y="280831"/>
                  <a:pt x="289469" y="264245"/>
                </a:cubicBezTo>
                <a:cubicBezTo>
                  <a:pt x="312522" y="235680"/>
                  <a:pt x="340186" y="193293"/>
                  <a:pt x="374305" y="177629"/>
                </a:cubicBezTo>
                <a:cubicBezTo>
                  <a:pt x="379608" y="175095"/>
                  <a:pt x="385155" y="173986"/>
                  <a:pt x="390808" y="174060"/>
                </a:cubicBezTo>
                <a:close/>
                <a:moveTo>
                  <a:pt x="97143" y="45806"/>
                </a:moveTo>
                <a:cubicBezTo>
                  <a:pt x="96681" y="45345"/>
                  <a:pt x="94836" y="46036"/>
                  <a:pt x="92068" y="47878"/>
                </a:cubicBezTo>
                <a:cubicBezTo>
                  <a:pt x="86532" y="51561"/>
                  <a:pt x="80996" y="56166"/>
                  <a:pt x="80996" y="58929"/>
                </a:cubicBezTo>
                <a:cubicBezTo>
                  <a:pt x="80996" y="60771"/>
                  <a:pt x="85610" y="58929"/>
                  <a:pt x="90223" y="54324"/>
                </a:cubicBezTo>
                <a:cubicBezTo>
                  <a:pt x="91146" y="53403"/>
                  <a:pt x="92991" y="51561"/>
                  <a:pt x="93913" y="50641"/>
                </a:cubicBezTo>
                <a:cubicBezTo>
                  <a:pt x="96681" y="47878"/>
                  <a:pt x="97604" y="46266"/>
                  <a:pt x="97143" y="45806"/>
                </a:cubicBezTo>
                <a:close/>
                <a:moveTo>
                  <a:pt x="193559" y="16566"/>
                </a:moveTo>
                <a:cubicBezTo>
                  <a:pt x="187101" y="16566"/>
                  <a:pt x="180642" y="17487"/>
                  <a:pt x="180642" y="17487"/>
                </a:cubicBezTo>
                <a:cubicBezTo>
                  <a:pt x="179719" y="17487"/>
                  <a:pt x="179719" y="17487"/>
                  <a:pt x="178797" y="17487"/>
                </a:cubicBezTo>
                <a:cubicBezTo>
                  <a:pt x="176952" y="18408"/>
                  <a:pt x="175106" y="19329"/>
                  <a:pt x="173261" y="20250"/>
                </a:cubicBezTo>
                <a:cubicBezTo>
                  <a:pt x="170493" y="21171"/>
                  <a:pt x="169570" y="21171"/>
                  <a:pt x="170493" y="20250"/>
                </a:cubicBezTo>
                <a:cubicBezTo>
                  <a:pt x="171416" y="19329"/>
                  <a:pt x="166802" y="18408"/>
                  <a:pt x="160344" y="20250"/>
                </a:cubicBezTo>
                <a:cubicBezTo>
                  <a:pt x="157576" y="21171"/>
                  <a:pt x="155731" y="21171"/>
                  <a:pt x="152963" y="22092"/>
                </a:cubicBezTo>
                <a:cubicBezTo>
                  <a:pt x="145582" y="23934"/>
                  <a:pt x="139123" y="27617"/>
                  <a:pt x="136355" y="30380"/>
                </a:cubicBezTo>
                <a:cubicBezTo>
                  <a:pt x="133587" y="32222"/>
                  <a:pt x="131742" y="34064"/>
                  <a:pt x="131742" y="34064"/>
                </a:cubicBezTo>
                <a:cubicBezTo>
                  <a:pt x="119748" y="46036"/>
                  <a:pt x="106830" y="58008"/>
                  <a:pt x="94836" y="69980"/>
                </a:cubicBezTo>
                <a:cubicBezTo>
                  <a:pt x="90223" y="74585"/>
                  <a:pt x="87455" y="81952"/>
                  <a:pt x="90223" y="86557"/>
                </a:cubicBezTo>
                <a:cubicBezTo>
                  <a:pt x="92068" y="91161"/>
                  <a:pt x="98527" y="90241"/>
                  <a:pt x="103140" y="85636"/>
                </a:cubicBezTo>
                <a:cubicBezTo>
                  <a:pt x="108676" y="80110"/>
                  <a:pt x="114212" y="75506"/>
                  <a:pt x="119748" y="69980"/>
                </a:cubicBezTo>
                <a:cubicBezTo>
                  <a:pt x="124361" y="65375"/>
                  <a:pt x="128974" y="63534"/>
                  <a:pt x="129897" y="65375"/>
                </a:cubicBezTo>
                <a:cubicBezTo>
                  <a:pt x="130819" y="66296"/>
                  <a:pt x="131742" y="68138"/>
                  <a:pt x="132665" y="69059"/>
                </a:cubicBezTo>
                <a:cubicBezTo>
                  <a:pt x="132665" y="69059"/>
                  <a:pt x="132665" y="69980"/>
                  <a:pt x="133587" y="69980"/>
                </a:cubicBezTo>
                <a:cubicBezTo>
                  <a:pt x="133587" y="70901"/>
                  <a:pt x="130819" y="75506"/>
                  <a:pt x="125283" y="80110"/>
                </a:cubicBezTo>
                <a:cubicBezTo>
                  <a:pt x="120670" y="85636"/>
                  <a:pt x="115134" y="91161"/>
                  <a:pt x="109598" y="95766"/>
                </a:cubicBezTo>
                <a:cubicBezTo>
                  <a:pt x="104985" y="101292"/>
                  <a:pt x="104063" y="109580"/>
                  <a:pt x="107753" y="115106"/>
                </a:cubicBezTo>
                <a:cubicBezTo>
                  <a:pt x="112366" y="120631"/>
                  <a:pt x="118825" y="121552"/>
                  <a:pt x="124361" y="116027"/>
                </a:cubicBezTo>
                <a:cubicBezTo>
                  <a:pt x="128974" y="111422"/>
                  <a:pt x="134510" y="105896"/>
                  <a:pt x="140046" y="100371"/>
                </a:cubicBezTo>
                <a:cubicBezTo>
                  <a:pt x="144659" y="95766"/>
                  <a:pt x="149272" y="93003"/>
                  <a:pt x="151117" y="94845"/>
                </a:cubicBezTo>
                <a:cubicBezTo>
                  <a:pt x="152040" y="96687"/>
                  <a:pt x="149272" y="102213"/>
                  <a:pt x="143736" y="106817"/>
                </a:cubicBezTo>
                <a:cubicBezTo>
                  <a:pt x="139123" y="112343"/>
                  <a:pt x="133587" y="116948"/>
                  <a:pt x="128974" y="122473"/>
                </a:cubicBezTo>
                <a:cubicBezTo>
                  <a:pt x="123438" y="127078"/>
                  <a:pt x="123438" y="135366"/>
                  <a:pt x="127129" y="140892"/>
                </a:cubicBezTo>
                <a:cubicBezTo>
                  <a:pt x="128051" y="141813"/>
                  <a:pt x="128051" y="142734"/>
                  <a:pt x="128974" y="143655"/>
                </a:cubicBezTo>
                <a:cubicBezTo>
                  <a:pt x="133587" y="148259"/>
                  <a:pt x="140968" y="149180"/>
                  <a:pt x="145582" y="144575"/>
                </a:cubicBezTo>
                <a:lnTo>
                  <a:pt x="159421" y="130761"/>
                </a:lnTo>
                <a:cubicBezTo>
                  <a:pt x="164035" y="125236"/>
                  <a:pt x="170493" y="125236"/>
                  <a:pt x="173261" y="128920"/>
                </a:cubicBezTo>
                <a:cubicBezTo>
                  <a:pt x="175106" y="132603"/>
                  <a:pt x="173261" y="139050"/>
                  <a:pt x="168648" y="143655"/>
                </a:cubicBezTo>
                <a:cubicBezTo>
                  <a:pt x="164035" y="148259"/>
                  <a:pt x="160344" y="152864"/>
                  <a:pt x="155731" y="157468"/>
                </a:cubicBezTo>
                <a:cubicBezTo>
                  <a:pt x="151117" y="162073"/>
                  <a:pt x="147427" y="166678"/>
                  <a:pt x="147427" y="166678"/>
                </a:cubicBezTo>
                <a:cubicBezTo>
                  <a:pt x="147427" y="167599"/>
                  <a:pt x="152040" y="163915"/>
                  <a:pt x="156653" y="158389"/>
                </a:cubicBezTo>
                <a:cubicBezTo>
                  <a:pt x="161267" y="154706"/>
                  <a:pt x="164957" y="150101"/>
                  <a:pt x="169570" y="145496"/>
                </a:cubicBezTo>
                <a:cubicBezTo>
                  <a:pt x="174184" y="140892"/>
                  <a:pt x="177874" y="136287"/>
                  <a:pt x="177874" y="137208"/>
                </a:cubicBezTo>
                <a:cubicBezTo>
                  <a:pt x="178797" y="137208"/>
                  <a:pt x="175106" y="140892"/>
                  <a:pt x="169570" y="146417"/>
                </a:cubicBezTo>
                <a:cubicBezTo>
                  <a:pt x="164035" y="152864"/>
                  <a:pt x="156653" y="159310"/>
                  <a:pt x="150195" y="165757"/>
                </a:cubicBezTo>
                <a:cubicBezTo>
                  <a:pt x="150195" y="166678"/>
                  <a:pt x="149272" y="166678"/>
                  <a:pt x="149272" y="166678"/>
                </a:cubicBezTo>
                <a:cubicBezTo>
                  <a:pt x="148350" y="167599"/>
                  <a:pt x="149272" y="169441"/>
                  <a:pt x="150195" y="170362"/>
                </a:cubicBezTo>
                <a:cubicBezTo>
                  <a:pt x="150195" y="171282"/>
                  <a:pt x="151117" y="172203"/>
                  <a:pt x="151117" y="172203"/>
                </a:cubicBezTo>
                <a:cubicBezTo>
                  <a:pt x="152040" y="173124"/>
                  <a:pt x="152963" y="174045"/>
                  <a:pt x="153885" y="175887"/>
                </a:cubicBezTo>
                <a:cubicBezTo>
                  <a:pt x="154808" y="176808"/>
                  <a:pt x="159421" y="174966"/>
                  <a:pt x="164035" y="169441"/>
                </a:cubicBezTo>
                <a:cubicBezTo>
                  <a:pt x="168648" y="164836"/>
                  <a:pt x="172338" y="161152"/>
                  <a:pt x="176952" y="156548"/>
                </a:cubicBezTo>
                <a:cubicBezTo>
                  <a:pt x="181565" y="151943"/>
                  <a:pt x="187101" y="151022"/>
                  <a:pt x="189869" y="154706"/>
                </a:cubicBezTo>
                <a:cubicBezTo>
                  <a:pt x="192637" y="158389"/>
                  <a:pt x="190791" y="165757"/>
                  <a:pt x="186178" y="170362"/>
                </a:cubicBezTo>
                <a:lnTo>
                  <a:pt x="173261" y="183255"/>
                </a:lnTo>
                <a:cubicBezTo>
                  <a:pt x="168648" y="187859"/>
                  <a:pt x="167725" y="196148"/>
                  <a:pt x="171416" y="202594"/>
                </a:cubicBezTo>
                <a:cubicBezTo>
                  <a:pt x="173261" y="205357"/>
                  <a:pt x="175106" y="208120"/>
                  <a:pt x="176952" y="210882"/>
                </a:cubicBezTo>
                <a:cubicBezTo>
                  <a:pt x="180642" y="216408"/>
                  <a:pt x="188023" y="217329"/>
                  <a:pt x="192637" y="212724"/>
                </a:cubicBezTo>
                <a:cubicBezTo>
                  <a:pt x="197250" y="208120"/>
                  <a:pt x="201863" y="204436"/>
                  <a:pt x="205554" y="200752"/>
                </a:cubicBezTo>
                <a:cubicBezTo>
                  <a:pt x="210167" y="195227"/>
                  <a:pt x="215703" y="193385"/>
                  <a:pt x="216625" y="195227"/>
                </a:cubicBezTo>
                <a:cubicBezTo>
                  <a:pt x="218471" y="197069"/>
                  <a:pt x="214780" y="202594"/>
                  <a:pt x="210167" y="207199"/>
                </a:cubicBezTo>
                <a:cubicBezTo>
                  <a:pt x="206476" y="211803"/>
                  <a:pt x="201863" y="216408"/>
                  <a:pt x="197250" y="221013"/>
                </a:cubicBezTo>
                <a:cubicBezTo>
                  <a:pt x="192637" y="225617"/>
                  <a:pt x="192637" y="233906"/>
                  <a:pt x="197250" y="238510"/>
                </a:cubicBezTo>
                <a:cubicBezTo>
                  <a:pt x="199095" y="240352"/>
                  <a:pt x="200018" y="241273"/>
                  <a:pt x="201863" y="243115"/>
                </a:cubicBezTo>
                <a:cubicBezTo>
                  <a:pt x="206476" y="247720"/>
                  <a:pt x="215703" y="246799"/>
                  <a:pt x="219393" y="242194"/>
                </a:cubicBezTo>
                <a:cubicBezTo>
                  <a:pt x="224006" y="237589"/>
                  <a:pt x="227697" y="229301"/>
                  <a:pt x="227697" y="221934"/>
                </a:cubicBezTo>
                <a:cubicBezTo>
                  <a:pt x="226774" y="184175"/>
                  <a:pt x="226774" y="145496"/>
                  <a:pt x="226774" y="106817"/>
                </a:cubicBezTo>
                <a:cubicBezTo>
                  <a:pt x="225852" y="87478"/>
                  <a:pt x="225852" y="69059"/>
                  <a:pt x="225852" y="49720"/>
                </a:cubicBezTo>
                <a:cubicBezTo>
                  <a:pt x="225852" y="27617"/>
                  <a:pt x="212935" y="18408"/>
                  <a:pt x="193559" y="16566"/>
                </a:cubicBezTo>
                <a:close/>
                <a:moveTo>
                  <a:pt x="178105" y="1256"/>
                </a:moveTo>
                <a:cubicBezTo>
                  <a:pt x="216856" y="-3694"/>
                  <a:pt x="249841" y="5054"/>
                  <a:pt x="249841" y="44194"/>
                </a:cubicBezTo>
                <a:cubicBezTo>
                  <a:pt x="250763" y="106817"/>
                  <a:pt x="259067" y="174045"/>
                  <a:pt x="251686" y="236669"/>
                </a:cubicBezTo>
                <a:cubicBezTo>
                  <a:pt x="247995" y="267059"/>
                  <a:pt x="225852" y="285478"/>
                  <a:pt x="196327" y="271664"/>
                </a:cubicBezTo>
                <a:cubicBezTo>
                  <a:pt x="176029" y="262455"/>
                  <a:pt x="162189" y="232064"/>
                  <a:pt x="151117" y="214566"/>
                </a:cubicBezTo>
                <a:cubicBezTo>
                  <a:pt x="128051" y="180492"/>
                  <a:pt x="104985" y="145496"/>
                  <a:pt x="82842" y="111422"/>
                </a:cubicBezTo>
                <a:cubicBezTo>
                  <a:pt x="72693" y="96687"/>
                  <a:pt x="58853" y="82873"/>
                  <a:pt x="57008" y="67217"/>
                </a:cubicBezTo>
                <a:cubicBezTo>
                  <a:pt x="56085" y="59850"/>
                  <a:pt x="57930" y="53403"/>
                  <a:pt x="58853" y="51561"/>
                </a:cubicBezTo>
                <a:cubicBezTo>
                  <a:pt x="59776" y="50641"/>
                  <a:pt x="60698" y="50641"/>
                  <a:pt x="61621" y="49720"/>
                </a:cubicBezTo>
                <a:cubicBezTo>
                  <a:pt x="61621" y="48799"/>
                  <a:pt x="61621" y="48799"/>
                  <a:pt x="61621" y="48799"/>
                </a:cubicBezTo>
                <a:cubicBezTo>
                  <a:pt x="61621" y="48799"/>
                  <a:pt x="66234" y="44194"/>
                  <a:pt x="71770" y="40510"/>
                </a:cubicBezTo>
                <a:cubicBezTo>
                  <a:pt x="94836" y="24855"/>
                  <a:pt x="139354" y="6206"/>
                  <a:pt x="178105" y="1256"/>
                </a:cubicBezTo>
                <a:close/>
              </a:path>
            </a:pathLst>
          </a:custGeom>
          <a:solidFill>
            <a:srgbClr val="6969C7"/>
          </a:solidFill>
          <a:ln>
            <a:noFill/>
          </a:ln>
        </p:spPr>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252095" y="464185"/>
            <a:ext cx="8640000" cy="3453469"/>
          </a:xfrm>
          <a:prstGeom prst="rect">
            <a:avLst/>
          </a:prstGeom>
        </p:spPr>
      </p:pic>
      <p:sp>
        <p:nvSpPr>
          <p:cNvPr id="8" name="文本框 7"/>
          <p:cNvSpPr txBox="1"/>
          <p:nvPr/>
        </p:nvSpPr>
        <p:spPr>
          <a:xfrm>
            <a:off x="1964055" y="4119880"/>
            <a:ext cx="5216525" cy="368300"/>
          </a:xfrm>
          <a:prstGeom prst="rect">
            <a:avLst/>
          </a:prstGeom>
          <a:noFill/>
        </p:spPr>
        <p:txBody>
          <a:bodyPr wrap="square" rtlCol="0" anchor="t">
            <a:spAutoFit/>
          </a:bodyPr>
          <a:lstStyle/>
          <a:p>
            <a:pPr algn="ctr"/>
            <a:r>
              <a:rPr lang="zh-CN" altLang="en-US"/>
              <a:t>图2-5　“大图标”和“详细信息”布局</a:t>
            </a:r>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rcRect l="32482" t="4074" r="11324" b="34286"/>
          <a:stretch>
            <a:fillRect/>
          </a:stretch>
        </p:blipFill>
        <p:spPr>
          <a:xfrm>
            <a:off x="1626870" y="755015"/>
            <a:ext cx="5890260" cy="3634105"/>
          </a:xfrm>
          <a:prstGeom prst="rect">
            <a:avLst/>
          </a:prstGeom>
        </p:spPr>
      </p:pic>
      <p:sp>
        <p:nvSpPr>
          <p:cNvPr id="6" name="文本框 5"/>
          <p:cNvSpPr txBox="1"/>
          <p:nvPr/>
        </p:nvSpPr>
        <p:spPr>
          <a:xfrm>
            <a:off x="2328545" y="4448175"/>
            <a:ext cx="4486275" cy="368300"/>
          </a:xfrm>
          <a:prstGeom prst="rect">
            <a:avLst/>
          </a:prstGeom>
          <a:noFill/>
        </p:spPr>
        <p:txBody>
          <a:bodyPr wrap="square" rtlCol="0" anchor="t">
            <a:spAutoFit/>
          </a:bodyPr>
          <a:lstStyle/>
          <a:p>
            <a:pPr algn="ctr"/>
            <a:r>
              <a:rPr lang="zh-CN" altLang="en-US"/>
              <a:t>图2-6　通过快捷菜单更改显示布局</a:t>
            </a: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图片 12"/>
          <p:cNvPicPr>
            <a:picLocks noChangeAspect="1"/>
          </p:cNvPicPr>
          <p:nvPr>
            <p:custDataLst>
              <p:tags r:id="rId2"/>
            </p:custDataLst>
          </p:nvPr>
        </p:nvPicPr>
        <p:blipFill>
          <a:blip r:embed="rId8"/>
          <a:stretch>
            <a:fillRect/>
          </a:stretch>
        </p:blipFill>
        <p:spPr>
          <a:xfrm>
            <a:off x="2776045" y="785663"/>
            <a:ext cx="6209373" cy="3572176"/>
          </a:xfrm>
          <a:prstGeom prst="rect">
            <a:avLst/>
          </a:prstGeom>
        </p:spPr>
      </p:pic>
      <p:pic>
        <p:nvPicPr>
          <p:cNvPr id="2" name="图片 1" descr="C:\Users\kingsoft\Pictures\风景\black-and-white-clouds-cold-994883.jpgblack-and-white-clouds-cold-994883"/>
          <p:cNvPicPr preferRelativeResize="0">
            <a:picLocks noChangeAspect="1"/>
          </p:cNvPicPr>
          <p:nvPr>
            <p:custDataLst>
              <p:tags r:id="rId3"/>
            </p:custDataLst>
          </p:nvPr>
        </p:nvPicPr>
        <p:blipFill>
          <a:blip r:embed="rId9"/>
          <a:srcRect t="-942" b="-942"/>
          <a:stretch>
            <a:fillRect/>
          </a:stretch>
        </p:blipFill>
        <p:spPr>
          <a:xfrm>
            <a:off x="3549488" y="1062189"/>
            <a:ext cx="4665464" cy="2905125"/>
          </a:xfrm>
          <a:prstGeom prst="rect">
            <a:avLst/>
          </a:prstGeom>
          <a:blipFill rotWithShape="1">
            <a:blip r:embed="rId10"/>
            <a:stretch>
              <a:fillRect/>
            </a:stretch>
          </a:blipFill>
        </p:spPr>
      </p:pic>
      <p:sp>
        <p:nvSpPr>
          <p:cNvPr id="22" name="Forma libre 8"/>
          <p:cNvSpPr/>
          <p:nvPr>
            <p:custDataLst>
              <p:tags r:id="rId4"/>
            </p:custDataLst>
          </p:nvPr>
        </p:nvSpPr>
        <p:spPr bwMode="auto">
          <a:xfrm flipH="1">
            <a:off x="5775143" y="792227"/>
            <a:ext cx="2625772" cy="2222427"/>
          </a:xfrm>
          <a:custGeom>
            <a:avLst/>
            <a:gdLst>
              <a:gd name="connsiteX0" fmla="*/ 2833035 w 2833035"/>
              <a:gd name="connsiteY0" fmla="*/ 0 h 2867590"/>
              <a:gd name="connsiteX1" fmla="*/ 166413 w 2833035"/>
              <a:gd name="connsiteY1" fmla="*/ 0 h 2867590"/>
              <a:gd name="connsiteX2" fmla="*/ 0 w 2833035"/>
              <a:gd name="connsiteY2" fmla="*/ 166413 h 2867590"/>
              <a:gd name="connsiteX3" fmla="*/ 0 w 2833035"/>
              <a:gd name="connsiteY3" fmla="*/ 2867590 h 2867590"/>
              <a:gd name="connsiteX4" fmla="*/ 1737983 w 2833035"/>
              <a:gd name="connsiteY4" fmla="*/ 2867590 h 2867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3035" h="2867590">
                <a:moveTo>
                  <a:pt x="2833035" y="0"/>
                </a:moveTo>
                <a:lnTo>
                  <a:pt x="166413" y="0"/>
                </a:lnTo>
                <a:cubicBezTo>
                  <a:pt x="74506" y="0"/>
                  <a:pt x="0" y="74506"/>
                  <a:pt x="0" y="166413"/>
                </a:cubicBezTo>
                <a:lnTo>
                  <a:pt x="0" y="2867590"/>
                </a:lnTo>
                <a:lnTo>
                  <a:pt x="1737983" y="2867590"/>
                </a:lnTo>
                <a:close/>
              </a:path>
            </a:pathLst>
          </a:custGeom>
          <a:gradFill>
            <a:gsLst>
              <a:gs pos="0">
                <a:srgbClr val="FFFFFF">
                  <a:alpha val="39000"/>
                </a:srgbClr>
              </a:gs>
              <a:gs pos="100000">
                <a:srgbClr val="FFFFFF">
                  <a:alpha val="0"/>
                </a:srgbClr>
              </a:gs>
            </a:gsLst>
            <a:lin ang="5400000" scaled="0"/>
          </a:gradFill>
          <a:ln>
            <a:noFill/>
          </a:ln>
        </p:spPr>
        <p:txBody>
          <a:bodyPr vert="horz" wrap="square" lIns="68580" tIns="34290" rIns="68580" bIns="34290"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s-ES_tradnl" sz="1015" b="0" i="0" u="none" strike="noStrike" kern="1200" cap="none" spc="0" normalizeH="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 name="Title 6"/>
          <p:cNvSpPr txBox="1"/>
          <p:nvPr>
            <p:custDataLst>
              <p:tags r:id="rId5"/>
            </p:custDataLst>
          </p:nvPr>
        </p:nvSpPr>
        <p:spPr>
          <a:xfrm>
            <a:off x="456300" y="1040664"/>
            <a:ext cx="2449284" cy="505460"/>
          </a:xfrm>
          <a:prstGeom prst="rect">
            <a:avLst/>
          </a:prstGeom>
          <a:noFill/>
          <a:ln w="3175">
            <a:noFill/>
            <a:prstDash val="dash"/>
          </a:ln>
        </p:spPr>
        <p:txBody>
          <a:bodyPr wrap="square" lIns="54000" tIns="27000" rIns="54000" bIns="27000" anchor="b"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a:lnSpc>
                <a:spcPct val="110000"/>
              </a:lnSpc>
              <a:spcBef>
                <a:spcPts val="0"/>
              </a:spcBef>
              <a:spcAft>
                <a:spcPts val="0"/>
              </a:spcAft>
              <a:buSzPct val="100000"/>
              <a:buNone/>
              <a:defRPr/>
            </a:pPr>
            <a:r>
              <a:rPr lang="zh-CN" altLang="en-US" sz="2700" b="1" spc="3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改变排列方式</a:t>
            </a:r>
          </a:p>
        </p:txBody>
      </p:sp>
      <p:sp>
        <p:nvSpPr>
          <p:cNvPr id="16" name="Title 6"/>
          <p:cNvSpPr txBox="1"/>
          <p:nvPr>
            <p:custDataLst>
              <p:tags r:id="rId6"/>
            </p:custDataLst>
          </p:nvPr>
        </p:nvSpPr>
        <p:spPr>
          <a:xfrm>
            <a:off x="456300" y="1716224"/>
            <a:ext cx="2449284" cy="2386613"/>
          </a:xfrm>
          <a:prstGeom prst="rect">
            <a:avLst/>
          </a:prstGeom>
          <a:noFill/>
          <a:ln w="3175">
            <a:noFill/>
            <a:prstDash val="dash"/>
          </a:ln>
        </p:spPr>
        <p:txBody>
          <a:bodyPr wrap="square" lIns="54000" tIns="27000" rIns="54000" bIns="27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just" fontAlgn="ctr">
              <a:lnSpc>
                <a:spcPct val="130000"/>
              </a:lnSpc>
              <a:spcBef>
                <a:spcPts val="1000"/>
              </a:spcBef>
              <a:spcAft>
                <a:spcPts val="0"/>
              </a:spcAft>
              <a:buSzPct val="100000"/>
              <a:buFont typeface="Wingdings" panose="05000000000000000000" charset="0"/>
              <a:buNone/>
            </a:pPr>
            <a:r>
              <a:rPr lang="zh-CN" altLang="en-US"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当内容窗格中显示的文件或文件夹较多时，对它们按某个条件排序，将更容易找到需要的文件或文件夹。</a:t>
            </a:r>
          </a:p>
          <a:p>
            <a:pPr marL="0" lvl="0" indent="-285750" algn="just" fontAlgn="ctr">
              <a:lnSpc>
                <a:spcPct val="130000"/>
              </a:lnSpc>
              <a:spcBef>
                <a:spcPts val="1000"/>
              </a:spcBef>
              <a:spcAft>
                <a:spcPts val="0"/>
              </a:spcAft>
              <a:buSzPct val="100000"/>
              <a:buFont typeface="Wingdings" panose="05000000000000000000" charset="0"/>
              <a:buNone/>
            </a:pPr>
            <a:r>
              <a:rPr lang="zh-CN" altLang="en-US"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在“查看”选项卡的“当前视图”组中，单击“排序方式”，在下拉列表中有多种排列方式，选择其中一个即可，如图所示。</a:t>
            </a:r>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7" name="矩形 16"/>
          <p:cNvSpPr/>
          <p:nvPr userDrawn="1">
            <p:custDataLst>
              <p:tags r:id="rId2"/>
            </p:custDataLst>
          </p:nvPr>
        </p:nvSpPr>
        <p:spPr>
          <a:xfrm>
            <a:off x="0" y="0"/>
            <a:ext cx="3054096" cy="5143500"/>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rgbClr val="FFFFFF"/>
              </a:solidFill>
              <a:latin typeface="微软雅黑" panose="020B0503020204020204" pitchFamily="34" charset="-122"/>
              <a:ea typeface="微软雅黑" panose="020B0503020204020204" pitchFamily="34" charset="-122"/>
              <a:sym typeface="+mn-ea"/>
            </a:endParaRPr>
          </a:p>
        </p:txBody>
      </p:sp>
      <p:grpSp>
        <p:nvGrpSpPr>
          <p:cNvPr id="15" name="组合 14"/>
          <p:cNvGrpSpPr/>
          <p:nvPr userDrawn="1">
            <p:custDataLst>
              <p:tags r:id="rId3"/>
            </p:custDataLst>
          </p:nvPr>
        </p:nvGrpSpPr>
        <p:grpSpPr>
          <a:xfrm>
            <a:off x="67487" y="71105"/>
            <a:ext cx="8965498" cy="5053346"/>
            <a:chOff x="89982" y="94806"/>
            <a:chExt cx="11953997" cy="6737794"/>
          </a:xfrm>
        </p:grpSpPr>
        <p:pic>
          <p:nvPicPr>
            <p:cNvPr id="24" name="图片 23"/>
            <p:cNvPicPr>
              <a:picLocks noChangeAspect="1"/>
            </p:cNvPicPr>
            <p:nvPr userDrawn="1">
              <p:custDataLst>
                <p:tags r:id="rId12"/>
              </p:custDataLst>
            </p:nvPr>
          </p:nvPicPr>
          <p:blipFill>
            <a:blip r:embed="rId15">
              <a:extLst>
                <a:ext uri="{28A0092B-C50C-407E-A947-70E740481C1C}">
                  <a14:useLocalDpi xmlns:a14="http://schemas.microsoft.com/office/drawing/2010/main" val="0"/>
                </a:ext>
              </a:extLst>
            </a:blip>
            <a:stretch>
              <a:fillRect/>
            </a:stretch>
          </p:blipFill>
          <p:spPr>
            <a:xfrm>
              <a:off x="89982" y="94806"/>
              <a:ext cx="786452" cy="865707"/>
            </a:xfrm>
            <a:prstGeom prst="rect">
              <a:avLst/>
            </a:prstGeom>
          </p:spPr>
        </p:pic>
        <p:pic>
          <p:nvPicPr>
            <p:cNvPr id="16" name="图片 15"/>
            <p:cNvPicPr>
              <a:picLocks noChangeAspect="1"/>
            </p:cNvPicPr>
            <p:nvPr userDrawn="1">
              <p:custDataLst>
                <p:tags r:id="rId13"/>
              </p:custDataLst>
            </p:nvPr>
          </p:nvPicPr>
          <p:blipFill>
            <a:blip r:embed="rId16">
              <a:extLst>
                <a:ext uri="{28A0092B-C50C-407E-A947-70E740481C1C}">
                  <a14:useLocalDpi xmlns:a14="http://schemas.microsoft.com/office/drawing/2010/main" val="0"/>
                </a:ext>
              </a:extLst>
            </a:blip>
            <a:stretch>
              <a:fillRect/>
            </a:stretch>
          </p:blipFill>
          <p:spPr>
            <a:xfrm>
              <a:off x="10577221" y="5249238"/>
              <a:ext cx="1466758" cy="1583362"/>
            </a:xfrm>
            <a:prstGeom prst="rect">
              <a:avLst/>
            </a:prstGeom>
          </p:spPr>
        </p:pic>
      </p:grpSp>
      <p:sp>
        <p:nvSpPr>
          <p:cNvPr id="11" name="文本框 10"/>
          <p:cNvSpPr txBox="1"/>
          <p:nvPr>
            <p:custDataLst>
              <p:tags r:id="rId4"/>
            </p:custDataLst>
          </p:nvPr>
        </p:nvSpPr>
        <p:spPr>
          <a:xfrm>
            <a:off x="3504602" y="3727338"/>
            <a:ext cx="5066999" cy="844222"/>
          </a:xfrm>
          <a:prstGeom prst="rect">
            <a:avLst/>
          </a:prstGeom>
          <a:noFill/>
        </p:spPr>
        <p:txBody>
          <a:bodyPr wrap="square" rtlCol="0">
            <a:noAutofit/>
          </a:bodyPr>
          <a:lstStyle/>
          <a:p>
            <a:pPr marL="0" marR="0" lvl="0" indent="0" algn="l" defTabSz="914400" rtl="0" eaLnBrk="1" fontAlgn="auto" latinLnBrk="0" hangingPunct="1">
              <a:lnSpc>
                <a:spcPct val="130000"/>
              </a:lnSpc>
              <a:spcBef>
                <a:spcPts val="0"/>
              </a:spcBef>
              <a:spcAft>
                <a:spcPts val="800"/>
              </a:spcAft>
              <a:buSzPct val="100000"/>
              <a:buFontTx/>
              <a:buNone/>
              <a:defRPr/>
            </a:pPr>
            <a:r>
              <a:rPr kumimoji="0" lang="zh-CN" altLang="en-US" sz="1100" b="0" i="0" kern="1200" cap="none" spc="0" normalizeH="0" noProof="0">
                <a:ln>
                  <a:noFill/>
                </a:ln>
                <a:solidFill>
                  <a:srgbClr val="404040"/>
                </a:solidFill>
                <a:effectLst/>
                <a:latin typeface="微软雅黑" panose="020B0503020204020204" pitchFamily="34" charset="-122"/>
                <a:ea typeface="微软雅黑" panose="020B0503020204020204" pitchFamily="34" charset="-122"/>
                <a:cs typeface="+mn-cs"/>
              </a:rPr>
              <a:t>单击该标题后端的    ，显示筛选方式，在列表中复选需要显示名称的前缀，则只显示复选的文件和文件夹。</a:t>
            </a:r>
          </a:p>
        </p:txBody>
      </p:sp>
      <p:sp>
        <p:nvSpPr>
          <p:cNvPr id="5" name="矩形: 圆角 4"/>
          <p:cNvSpPr/>
          <p:nvPr>
            <p:custDataLst>
              <p:tags r:id="rId5"/>
            </p:custDataLst>
          </p:nvPr>
        </p:nvSpPr>
        <p:spPr>
          <a:xfrm>
            <a:off x="572135" y="454660"/>
            <a:ext cx="680085" cy="234950"/>
          </a:xfrm>
          <a:prstGeom prst="roundRect">
            <a:avLst>
              <a:gd name="adj" fmla="val 50000"/>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文本框 33"/>
          <p:cNvSpPr txBox="1"/>
          <p:nvPr>
            <p:custDataLst>
              <p:tags r:id="rId6"/>
            </p:custDataLst>
          </p:nvPr>
        </p:nvSpPr>
        <p:spPr>
          <a:xfrm>
            <a:off x="607695" y="459740"/>
            <a:ext cx="645160" cy="231140"/>
          </a:xfrm>
          <a:prstGeom prst="rect">
            <a:avLst/>
          </a:prstGeom>
          <a:noFill/>
        </p:spPr>
        <p:txBody>
          <a:bodyPr wrap="square" lIns="6750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50" b="1" i="0" spc="100" baseline="0" noProof="0" dirty="0">
                <a:ln>
                  <a:noFill/>
                </a:ln>
                <a:solidFill>
                  <a:srgbClr val="262626">
                    <a:alpha val="80000"/>
                  </a:srgbClr>
                </a:solidFill>
                <a:effectLst/>
                <a:uLnTx/>
                <a:uFillTx/>
                <a:latin typeface="微软雅黑" panose="020B0503020204020204" pitchFamily="34" charset="-122"/>
                <a:ea typeface="微软雅黑" panose="020B0503020204020204" pitchFamily="34" charset="-122"/>
                <a:cs typeface="Arial" panose="020B0604020202020204" pitchFamily="34" charset="0"/>
              </a:rPr>
              <a:t>LOGO</a:t>
            </a:r>
          </a:p>
        </p:txBody>
      </p:sp>
      <p:sp>
        <p:nvSpPr>
          <p:cNvPr id="4" name="TextBox 13"/>
          <p:cNvSpPr txBox="1"/>
          <p:nvPr>
            <p:custDataLst>
              <p:tags r:id="rId7"/>
            </p:custDataLst>
          </p:nvPr>
        </p:nvSpPr>
        <p:spPr>
          <a:xfrm>
            <a:off x="286385" y="4658995"/>
            <a:ext cx="2480945" cy="193040"/>
          </a:xfrm>
          <a:prstGeom prst="rect">
            <a:avLst/>
          </a:prstGeom>
          <a:noFill/>
          <a:ln>
            <a:noFill/>
          </a:ln>
        </p:spPr>
        <p:txBody>
          <a:bodyPr wrap="square" lIns="67500" tIns="27000" rIns="67500" bIns="270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150" normalizeH="0" baseline="0" noProof="0" dirty="0">
                <a:ln>
                  <a:noFill/>
                </a:ln>
                <a:solidFill>
                  <a:srgbClr val="3E3EA6"/>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https://www.textbookcenter.cn</a:t>
            </a:r>
          </a:p>
        </p:txBody>
      </p:sp>
      <p:sp>
        <p:nvSpPr>
          <p:cNvPr id="10" name="矩形 9"/>
          <p:cNvSpPr/>
          <p:nvPr>
            <p:custDataLst>
              <p:tags r:id="rId8"/>
            </p:custDataLst>
          </p:nvPr>
        </p:nvSpPr>
        <p:spPr>
          <a:xfrm>
            <a:off x="3504602" y="572400"/>
            <a:ext cx="5066999" cy="2985298"/>
          </a:xfrm>
          <a:prstGeom prst="rect">
            <a:avLst/>
          </a:prstGeom>
          <a:solidFill>
            <a:srgbClr val="FFFFFF"/>
          </a:solidFill>
          <a:ln>
            <a:noFill/>
          </a:ln>
          <a:effectLst>
            <a:outerShdw blurRad="127000" dist="38100" dir="5400000" algn="t" rotWithShape="0">
              <a:srgbClr val="0D0D0D">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12" name="图片 11" descr="C:\Users\kingsoft\Pictures\风景\H2O, Mac 壁紙, 天性.jpgH2O, Mac 壁紙, 天性"/>
          <p:cNvPicPr preferRelativeResize="0"/>
          <p:nvPr>
            <p:custDataLst>
              <p:tags r:id="rId9"/>
            </p:custDataLst>
          </p:nvPr>
        </p:nvPicPr>
        <p:blipFill rotWithShape="1">
          <a:blip r:embed="rId17"/>
          <a:srcRect t="-4199" b="-4199"/>
          <a:stretch>
            <a:fillRect/>
          </a:stretch>
        </p:blipFill>
        <p:spPr>
          <a:xfrm>
            <a:off x="3618002" y="685799"/>
            <a:ext cx="4851383" cy="2758498"/>
          </a:xfrm>
          <a:prstGeom prst="rect">
            <a:avLst/>
          </a:prstGeom>
          <a:blipFill rotWithShape="1">
            <a:blip r:embed="rId18"/>
            <a:stretch>
              <a:fillRect/>
            </a:stretch>
          </a:blipFill>
        </p:spPr>
      </p:pic>
      <p:sp>
        <p:nvSpPr>
          <p:cNvPr id="13" name="文本框 12"/>
          <p:cNvSpPr txBox="1"/>
          <p:nvPr>
            <p:custDataLst>
              <p:tags r:id="rId10"/>
            </p:custDataLst>
          </p:nvPr>
        </p:nvSpPr>
        <p:spPr>
          <a:xfrm>
            <a:off x="572400" y="883631"/>
            <a:ext cx="2019600" cy="1032342"/>
          </a:xfrm>
          <a:prstGeom prst="rect">
            <a:avLst/>
          </a:prstGeom>
          <a:noFill/>
        </p:spPr>
        <p:txBody>
          <a:bodyPr wrap="square" lIns="35100" rIns="35100" rtlCol="0" anchor="t" anchorCtr="0">
            <a:noAutofit/>
          </a:bodyPr>
          <a:lstStyle/>
          <a:p>
            <a:pPr marL="0" marR="0" lvl="0" indent="0" algn="l" defTabSz="914400" rtl="0" eaLnBrk="1" fontAlgn="auto" latinLnBrk="0" hangingPunct="1">
              <a:lnSpc>
                <a:spcPct val="110000"/>
              </a:lnSpc>
              <a:spcBef>
                <a:spcPts val="0"/>
              </a:spcBef>
              <a:spcAft>
                <a:spcPts val="0"/>
              </a:spcAft>
              <a:buSzPct val="100000"/>
              <a:buFontTx/>
              <a:buNone/>
              <a:defRPr/>
            </a:pPr>
            <a:r>
              <a:rPr kumimoji="0" lang="zh-CN" altLang="en-US" sz="2700" b="1" i="0" kern="1200" cap="none" spc="100" normalizeH="0" noProof="0">
                <a:ln>
                  <a:noFill/>
                </a:ln>
                <a:solidFill>
                  <a:srgbClr val="7F7F7F"/>
                </a:solidFill>
                <a:effectLst/>
                <a:latin typeface="微软雅黑" panose="020B0503020204020204" pitchFamily="34" charset="-122"/>
                <a:ea typeface="微软雅黑" panose="020B0503020204020204" pitchFamily="34" charset="-122"/>
                <a:cs typeface="+mn-cs"/>
              </a:rPr>
              <a:t>通过标题栏排序和筛选</a:t>
            </a:r>
          </a:p>
        </p:txBody>
      </p:sp>
      <p:sp>
        <p:nvSpPr>
          <p:cNvPr id="14" name="文本框 13"/>
          <p:cNvSpPr txBox="1"/>
          <p:nvPr>
            <p:custDataLst>
              <p:tags r:id="rId11"/>
            </p:custDataLst>
          </p:nvPr>
        </p:nvSpPr>
        <p:spPr>
          <a:xfrm>
            <a:off x="572400" y="2028416"/>
            <a:ext cx="2019600" cy="2323984"/>
          </a:xfrm>
          <a:prstGeom prst="rect">
            <a:avLst/>
          </a:prstGeom>
          <a:noFill/>
        </p:spPr>
        <p:txBody>
          <a:bodyPr wrap="square" rtlCol="0">
            <a:noAutofit/>
          </a:bodyPr>
          <a:lstStyle/>
          <a:p>
            <a:pPr marL="0" lvl="0" indent="-285750" algn="just" fontAlgn="ctr">
              <a:lnSpc>
                <a:spcPct val="130000"/>
              </a:lnSpc>
              <a:spcBef>
                <a:spcPts val="1000"/>
              </a:spcBef>
              <a:spcAft>
                <a:spcPts val="0"/>
              </a:spcAft>
              <a:buSzPct val="100000"/>
              <a:buFont typeface="Wingdings" panose="05000000000000000000" charset="0"/>
              <a:buNone/>
              <a:defRPr/>
            </a:pPr>
            <a:r>
              <a:rPr lang="zh-CN" altLang="en-US" sz="1100">
                <a:solidFill>
                  <a:srgbClr val="7F7F7F"/>
                </a:solidFill>
                <a:latin typeface="微软雅黑" panose="020B0503020204020204" pitchFamily="34" charset="-122"/>
                <a:ea typeface="微软雅黑" panose="020B0503020204020204" pitchFamily="34" charset="-122"/>
                <a:cs typeface="微软雅黑" panose="020B0503020204020204" pitchFamily="34" charset="-122"/>
              </a:rPr>
              <a:t>在“详细信息”下，文件和文件夹列表上会显示一行标题，默认显示“名称”“修改日期”“类型”“大小”。</a:t>
            </a:r>
          </a:p>
          <a:p>
            <a:pPr marL="0" lvl="0" indent="-285750" algn="just" fontAlgn="ctr">
              <a:lnSpc>
                <a:spcPct val="130000"/>
              </a:lnSpc>
              <a:spcBef>
                <a:spcPts val="1000"/>
              </a:spcBef>
              <a:spcAft>
                <a:spcPts val="0"/>
              </a:spcAft>
              <a:buSzPct val="100000"/>
              <a:buFont typeface="Wingdings" panose="05000000000000000000" charset="0"/>
              <a:buNone/>
              <a:defRPr/>
            </a:pPr>
            <a:r>
              <a:rPr lang="zh-CN" altLang="en-US" sz="1100">
                <a:solidFill>
                  <a:srgbClr val="7F7F7F"/>
                </a:solidFill>
                <a:latin typeface="微软雅黑" panose="020B0503020204020204" pitchFamily="34" charset="-122"/>
                <a:ea typeface="微软雅黑" panose="020B0503020204020204" pitchFamily="34" charset="-122"/>
                <a:cs typeface="微软雅黑" panose="020B0503020204020204" pitchFamily="34" charset="-122"/>
              </a:rPr>
              <a:t>把鼠标指针放置在标题上，如“名称”，出现背景色，默认名称按递增排列，图标显示     ，如图所示；单击标题栏，改为递减，图标显示       。</a:t>
            </a:r>
          </a:p>
        </p:txBody>
      </p:sp>
      <p:pic>
        <p:nvPicPr>
          <p:cNvPr id="6" name="图片 5"/>
          <p:cNvPicPr>
            <a:picLocks noChangeAspect="1"/>
          </p:cNvPicPr>
          <p:nvPr/>
        </p:nvPicPr>
        <p:blipFill>
          <a:blip r:embed="rId19"/>
          <a:stretch>
            <a:fillRect/>
          </a:stretch>
        </p:blipFill>
        <p:spPr>
          <a:xfrm>
            <a:off x="821055" y="3790950"/>
            <a:ext cx="219075" cy="95250"/>
          </a:xfrm>
          <a:prstGeom prst="rect">
            <a:avLst/>
          </a:prstGeom>
        </p:spPr>
      </p:pic>
      <p:pic>
        <p:nvPicPr>
          <p:cNvPr id="7" name="图片 6"/>
          <p:cNvPicPr>
            <a:picLocks noChangeAspect="1"/>
          </p:cNvPicPr>
          <p:nvPr/>
        </p:nvPicPr>
        <p:blipFill>
          <a:blip r:embed="rId20"/>
          <a:stretch>
            <a:fillRect/>
          </a:stretch>
        </p:blipFill>
        <p:spPr>
          <a:xfrm>
            <a:off x="2237740" y="4035425"/>
            <a:ext cx="238125" cy="95250"/>
          </a:xfrm>
          <a:prstGeom prst="rect">
            <a:avLst/>
          </a:prstGeom>
        </p:spPr>
      </p:pic>
      <p:pic>
        <p:nvPicPr>
          <p:cNvPr id="8" name="图片 7"/>
          <p:cNvPicPr>
            <a:picLocks noChangeAspect="1"/>
          </p:cNvPicPr>
          <p:nvPr/>
        </p:nvPicPr>
        <p:blipFill>
          <a:blip r:embed="rId21"/>
          <a:stretch>
            <a:fillRect/>
          </a:stretch>
        </p:blipFill>
        <p:spPr>
          <a:xfrm>
            <a:off x="4748530" y="3727450"/>
            <a:ext cx="161925" cy="266700"/>
          </a:xfrm>
          <a:prstGeom prst="rect">
            <a:avLst/>
          </a:prstGeom>
        </p:spPr>
      </p:pic>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0" name="文本框 9"/>
          <p:cNvSpPr txBox="1"/>
          <p:nvPr>
            <p:custDataLst>
              <p:tags r:id="rId2"/>
            </p:custDataLst>
          </p:nvPr>
        </p:nvSpPr>
        <p:spPr>
          <a:xfrm>
            <a:off x="3482579" y="1531144"/>
            <a:ext cx="3899297" cy="2081213"/>
          </a:xfrm>
          <a:prstGeom prst="rect">
            <a:avLst/>
          </a:prstGeom>
          <a:noFill/>
        </p:spPr>
        <p:txBody>
          <a:bodyPr anchor="ctr">
            <a:noAutofit/>
          </a:bodyPr>
          <a:lstStyle/>
          <a:p>
            <a:pPr marL="0" lvl="0" indent="0" algn="just">
              <a:lnSpc>
                <a:spcPct val="130000"/>
              </a:lnSpc>
              <a:spcBef>
                <a:spcPts val="0"/>
              </a:spcBef>
              <a:spcAft>
                <a:spcPts val="0"/>
              </a:spcAft>
              <a:buSzPct val="100000"/>
              <a:buNone/>
              <a:defRPr/>
            </a:pPr>
            <a:r>
              <a:rPr lang="zh-CN" altLang="en-US" sz="1700" spc="1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“修改日期”“类型”等标题，可以按要求排序和筛选，也可以在多个列上同时筛选。筛选当时有效，当再次显示该文件夹时，之前的筛选失效。</a:t>
            </a:r>
            <a:endParaRPr kumimoji="0" lang="zh-CN" altLang="en-US" sz="1700" kern="1200" cap="none" spc="150" normalizeH="0" noProof="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文本框 11"/>
          <p:cNvSpPr txBox="1"/>
          <p:nvPr>
            <p:custDataLst>
              <p:tags r:id="rId3"/>
            </p:custDataLst>
          </p:nvPr>
        </p:nvSpPr>
        <p:spPr>
          <a:xfrm>
            <a:off x="393065" y="1655445"/>
            <a:ext cx="1983740" cy="1664335"/>
          </a:xfrm>
          <a:prstGeom prst="rect">
            <a:avLst/>
          </a:prstGeom>
          <a:noFill/>
        </p:spPr>
        <p:txBody>
          <a:bodyPr anchor="ctr" anchorCtr="1">
            <a:normAutofit/>
          </a:bodyPr>
          <a:lstStyle/>
          <a:p>
            <a:pPr marL="0" marR="0" indent="0" algn="l" defTabSz="914400" fontAlgn="auto">
              <a:lnSpc>
                <a:spcPct val="120000"/>
              </a:lnSpc>
              <a:spcBef>
                <a:spcPts val="0"/>
              </a:spcBef>
              <a:spcAft>
                <a:spcPts val="0"/>
              </a:spcAft>
              <a:buSzPct val="100000"/>
              <a:buFontTx/>
              <a:buNone/>
              <a:defRPr/>
            </a:pPr>
            <a:r>
              <a:rPr kumimoji="0" lang="zh-CN" altLang="en-US" sz="3000" b="1" kern="1200" cap="none" spc="300" normalizeH="0" noProof="0">
                <a:solidFill>
                  <a:srgbClr val="404040"/>
                </a:solidFill>
                <a:latin typeface="微软雅黑" panose="020B0503020204020204" pitchFamily="34" charset="-122"/>
                <a:ea typeface="微软雅黑" panose="020B0503020204020204" pitchFamily="34" charset="-122"/>
                <a:cs typeface="+mn-cs"/>
              </a:rPr>
              <a:t>提示</a:t>
            </a:r>
          </a:p>
        </p:txBody>
      </p:sp>
      <p:sp>
        <p:nvSpPr>
          <p:cNvPr id="4" name="矩形 3"/>
          <p:cNvSpPr/>
          <p:nvPr>
            <p:custDataLst>
              <p:tags r:id="rId4"/>
            </p:custDataLst>
          </p:nvPr>
        </p:nvSpPr>
        <p:spPr>
          <a:xfrm>
            <a:off x="565785" y="3226435"/>
            <a:ext cx="1617980" cy="93980"/>
          </a:xfrm>
          <a:prstGeom prst="rect">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1">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7" name="任意多边形 6"/>
          <p:cNvSpPr/>
          <p:nvPr>
            <p:custDataLst>
              <p:tags r:id="rId5"/>
            </p:custDataLst>
          </p:nvPr>
        </p:nvSpPr>
        <p:spPr>
          <a:xfrm>
            <a:off x="1733550" y="709613"/>
            <a:ext cx="6669881" cy="3725466"/>
          </a:xfrm>
          <a:custGeom>
            <a:avLst/>
            <a:gdLst>
              <a:gd name="connsiteX0" fmla="*/ 5 w 14004"/>
              <a:gd name="connsiteY0" fmla="*/ 1622 h 7822"/>
              <a:gd name="connsiteX1" fmla="*/ 0 w 14004"/>
              <a:gd name="connsiteY1" fmla="*/ 0 h 7822"/>
              <a:gd name="connsiteX2" fmla="*/ 14004 w 14004"/>
              <a:gd name="connsiteY2" fmla="*/ 0 h 7822"/>
              <a:gd name="connsiteX3" fmla="*/ 14004 w 14004"/>
              <a:gd name="connsiteY3" fmla="*/ 7822 h 7822"/>
              <a:gd name="connsiteX4" fmla="*/ 0 w 14004"/>
              <a:gd name="connsiteY4" fmla="*/ 7822 h 7822"/>
              <a:gd name="connsiteX5" fmla="*/ 5 w 14004"/>
              <a:gd name="connsiteY5" fmla="*/ 6212 h 7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04" h="7822">
                <a:moveTo>
                  <a:pt x="5" y="1622"/>
                </a:moveTo>
                <a:lnTo>
                  <a:pt x="0" y="0"/>
                </a:lnTo>
                <a:lnTo>
                  <a:pt x="14004" y="0"/>
                </a:lnTo>
                <a:lnTo>
                  <a:pt x="14004" y="7822"/>
                </a:lnTo>
                <a:lnTo>
                  <a:pt x="0" y="7822"/>
                </a:lnTo>
                <a:lnTo>
                  <a:pt x="5" y="6212"/>
                </a:lnTo>
              </a:path>
            </a:pathLst>
          </a:custGeom>
          <a:noFill/>
          <a:ln w="19050">
            <a:solidFill>
              <a:srgbClr val="D9D9D9">
                <a:alpha val="75000"/>
              </a:srgb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1">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5" name="组合 4"/>
          <p:cNvGrpSpPr/>
          <p:nvPr userDrawn="1">
            <p:custDataLst>
              <p:tags r:id="rId2"/>
            </p:custDataLst>
          </p:nvPr>
        </p:nvGrpSpPr>
        <p:grpSpPr>
          <a:xfrm rot="20310956">
            <a:off x="219227" y="260732"/>
            <a:ext cx="881159" cy="522149"/>
            <a:chOff x="4175125" y="1726565"/>
            <a:chExt cx="1094105" cy="648335"/>
          </a:xfrm>
        </p:grpSpPr>
        <p:sp>
          <p:nvSpPr>
            <p:cNvPr id="10" name="Freeform 64"/>
            <p:cNvSpPr/>
            <p:nvPr userDrawn="1">
              <p:custDataLst>
                <p:tags r:id="rId20"/>
              </p:custDataLst>
            </p:nvPr>
          </p:nvSpPr>
          <p:spPr bwMode="auto">
            <a:xfrm>
              <a:off x="4175125" y="1726565"/>
              <a:ext cx="1094105" cy="648335"/>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14" name="Rectangle 66"/>
            <p:cNvSpPr>
              <a:spLocks noChangeArrowheads="1"/>
            </p:cNvSpPr>
            <p:nvPr userDrawn="1">
              <p:custDataLst>
                <p:tags r:id="rId21"/>
              </p:custDataLst>
            </p:nvPr>
          </p:nvSpPr>
          <p:spPr bwMode="auto">
            <a:xfrm>
              <a:off x="4249420" y="2235382"/>
              <a:ext cx="897255" cy="704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3" name="Rectangle 67"/>
            <p:cNvSpPr>
              <a:spLocks noChangeArrowheads="1"/>
            </p:cNvSpPr>
            <p:nvPr userDrawn="1">
              <p:custDataLst>
                <p:tags r:id="rId22"/>
              </p:custDataLst>
            </p:nvPr>
          </p:nvSpPr>
          <p:spPr bwMode="auto">
            <a:xfrm>
              <a:off x="4249420" y="2116728"/>
              <a:ext cx="504190" cy="717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4" name="Rectangle 68"/>
            <p:cNvSpPr>
              <a:spLocks noChangeArrowheads="1"/>
            </p:cNvSpPr>
            <p:nvPr userDrawn="1">
              <p:custDataLst>
                <p:tags r:id="rId23"/>
              </p:custDataLst>
            </p:nvPr>
          </p:nvSpPr>
          <p:spPr bwMode="auto">
            <a:xfrm>
              <a:off x="4245610" y="1786255"/>
              <a:ext cx="275590" cy="226695"/>
            </a:xfrm>
            <a:prstGeom prst="rect">
              <a:avLst/>
            </a:prstGeom>
            <a:solidFill>
              <a:srgbClr val="6969C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5" name="Rectangle 69"/>
            <p:cNvSpPr>
              <a:spLocks noChangeArrowheads="1"/>
            </p:cNvSpPr>
            <p:nvPr userDrawn="1">
              <p:custDataLst>
                <p:tags r:id="rId24"/>
              </p:custDataLst>
            </p:nvPr>
          </p:nvSpPr>
          <p:spPr bwMode="auto">
            <a:xfrm>
              <a:off x="4573905" y="1786255"/>
              <a:ext cx="276860" cy="226695"/>
            </a:xfrm>
            <a:prstGeom prst="rect">
              <a:avLst/>
            </a:prstGeom>
            <a:solidFill>
              <a:srgbClr val="DB63A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18" name="Rectangle 70"/>
            <p:cNvSpPr>
              <a:spLocks noChangeArrowheads="1"/>
            </p:cNvSpPr>
            <p:nvPr userDrawn="1">
              <p:custDataLst>
                <p:tags r:id="rId25"/>
              </p:custDataLst>
            </p:nvPr>
          </p:nvSpPr>
          <p:spPr bwMode="auto">
            <a:xfrm>
              <a:off x="4903470" y="1786255"/>
              <a:ext cx="275590" cy="226695"/>
            </a:xfrm>
            <a:prstGeom prst="rect">
              <a:avLst/>
            </a:prstGeom>
            <a:solidFill>
              <a:srgbClr val="F7917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grpSp>
      <p:sp>
        <p:nvSpPr>
          <p:cNvPr id="8" name="矩形 7"/>
          <p:cNvSpPr/>
          <p:nvPr userDrawn="1">
            <p:custDataLst>
              <p:tags r:id="rId3"/>
            </p:custDataLst>
          </p:nvPr>
        </p:nvSpPr>
        <p:spPr>
          <a:xfrm>
            <a:off x="0" y="1772596"/>
            <a:ext cx="9144000" cy="3370904"/>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rgbClr val="FFFFFF"/>
              </a:solidFill>
              <a:latin typeface="微软雅黑" panose="020B0503020204020204" pitchFamily="34" charset="-122"/>
              <a:ea typeface="微软雅黑" panose="020B0503020204020204" pitchFamily="34" charset="-122"/>
              <a:sym typeface="+mn-ea"/>
            </a:endParaRPr>
          </a:p>
        </p:txBody>
      </p:sp>
      <p:sp>
        <p:nvSpPr>
          <p:cNvPr id="6" name="矩形 5"/>
          <p:cNvSpPr/>
          <p:nvPr>
            <p:custDataLst>
              <p:tags r:id="rId4"/>
            </p:custDataLst>
          </p:nvPr>
        </p:nvSpPr>
        <p:spPr>
          <a:xfrm>
            <a:off x="613397" y="986364"/>
            <a:ext cx="7923384" cy="3700836"/>
          </a:xfrm>
          <a:prstGeom prst="rect">
            <a:avLst/>
          </a:prstGeom>
          <a:solidFill>
            <a:srgbClr val="FFFFFF"/>
          </a:solidFill>
          <a:ln>
            <a:noFill/>
          </a:ln>
          <a:effectLst>
            <a:outerShdw blurRad="127000" dist="38100" dir="5400000" algn="t" rotWithShape="0">
              <a:srgbClr val="0D0D0D">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b="1">
              <a:solidFill>
                <a:srgbClr val="FFFFFF"/>
              </a:solidFill>
              <a:latin typeface="微软雅黑" panose="020B0503020204020204" pitchFamily="34" charset="-122"/>
              <a:ea typeface="微软雅黑" panose="020B0503020204020204" pitchFamily="34" charset="-122"/>
            </a:endParaRPr>
          </a:p>
        </p:txBody>
      </p:sp>
      <p:sp>
        <p:nvSpPr>
          <p:cNvPr id="22" name="任意多边形 21"/>
          <p:cNvSpPr/>
          <p:nvPr>
            <p:custDataLst>
              <p:tags r:id="rId5"/>
            </p:custDataLst>
          </p:nvPr>
        </p:nvSpPr>
        <p:spPr>
          <a:xfrm>
            <a:off x="986155" y="1158875"/>
            <a:ext cx="2056765" cy="1323340"/>
          </a:xfrm>
          <a:custGeom>
            <a:avLst/>
            <a:gdLst>
              <a:gd name="connsiteX0" fmla="*/ 176782 w 1993900"/>
              <a:gd name="connsiteY0" fmla="*/ 0 h 1282700"/>
              <a:gd name="connsiteX1" fmla="*/ 399032 w 1993900"/>
              <a:gd name="connsiteY1" fmla="*/ 0 h 1282700"/>
              <a:gd name="connsiteX2" fmla="*/ 435678 w 1993900"/>
              <a:gd name="connsiteY2" fmla="*/ 0 h 1282700"/>
              <a:gd name="connsiteX3" fmla="*/ 657928 w 1993900"/>
              <a:gd name="connsiteY3" fmla="*/ 0 h 1282700"/>
              <a:gd name="connsiteX4" fmla="*/ 854778 w 1993900"/>
              <a:gd name="connsiteY4" fmla="*/ 196850 h 1282700"/>
              <a:gd name="connsiteX5" fmla="*/ 996950 w 1993900"/>
              <a:gd name="connsiteY5" fmla="*/ 196850 h 1282700"/>
              <a:gd name="connsiteX6" fmla="*/ 1844248 w 1993900"/>
              <a:gd name="connsiteY6" fmla="*/ 196850 h 1282700"/>
              <a:gd name="connsiteX7" fmla="*/ 1993900 w 1993900"/>
              <a:gd name="connsiteY7" fmla="*/ 346502 h 1282700"/>
              <a:gd name="connsiteX8" fmla="*/ 1993900 w 1993900"/>
              <a:gd name="connsiteY8" fmla="*/ 590550 h 1282700"/>
              <a:gd name="connsiteX9" fmla="*/ 1993900 w 1993900"/>
              <a:gd name="connsiteY9" fmla="*/ 1105918 h 1282700"/>
              <a:gd name="connsiteX10" fmla="*/ 1993900 w 1993900"/>
              <a:gd name="connsiteY10" fmla="*/ 1133048 h 1282700"/>
              <a:gd name="connsiteX11" fmla="*/ 1844248 w 1993900"/>
              <a:gd name="connsiteY11" fmla="*/ 1282700 h 1282700"/>
              <a:gd name="connsiteX12" fmla="*/ 1817118 w 1993900"/>
              <a:gd name="connsiteY12" fmla="*/ 1282700 h 1282700"/>
              <a:gd name="connsiteX13" fmla="*/ 996950 w 1993900"/>
              <a:gd name="connsiteY13" fmla="*/ 1282700 h 1282700"/>
              <a:gd name="connsiteX14" fmla="*/ 399032 w 1993900"/>
              <a:gd name="connsiteY14" fmla="*/ 1282700 h 1282700"/>
              <a:gd name="connsiteX15" fmla="*/ 371902 w 1993900"/>
              <a:gd name="connsiteY15" fmla="*/ 1282700 h 1282700"/>
              <a:gd name="connsiteX16" fmla="*/ 176782 w 1993900"/>
              <a:gd name="connsiteY16" fmla="*/ 1282700 h 1282700"/>
              <a:gd name="connsiteX17" fmla="*/ 149652 w 1993900"/>
              <a:gd name="connsiteY17" fmla="*/ 1282700 h 1282700"/>
              <a:gd name="connsiteX18" fmla="*/ 0 w 1993900"/>
              <a:gd name="connsiteY18" fmla="*/ 1133048 h 1282700"/>
              <a:gd name="connsiteX19" fmla="*/ 0 w 1993900"/>
              <a:gd name="connsiteY19" fmla="*/ 1105918 h 1282700"/>
              <a:gd name="connsiteX20" fmla="*/ 0 w 1993900"/>
              <a:gd name="connsiteY20" fmla="*/ 346502 h 1282700"/>
              <a:gd name="connsiteX21" fmla="*/ 0 w 1993900"/>
              <a:gd name="connsiteY21" fmla="*/ 176782 h 1282700"/>
              <a:gd name="connsiteX22" fmla="*/ 176782 w 1993900"/>
              <a:gd name="connsiteY22" fmla="*/ 0 h 1282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993900" h="1282700">
                <a:moveTo>
                  <a:pt x="176782" y="0"/>
                </a:moveTo>
                <a:lnTo>
                  <a:pt x="399032" y="0"/>
                </a:lnTo>
                <a:lnTo>
                  <a:pt x="435678" y="0"/>
                </a:lnTo>
                <a:lnTo>
                  <a:pt x="657928" y="0"/>
                </a:lnTo>
                <a:lnTo>
                  <a:pt x="854778" y="196850"/>
                </a:lnTo>
                <a:lnTo>
                  <a:pt x="996950" y="196850"/>
                </a:lnTo>
                <a:lnTo>
                  <a:pt x="1844248" y="196850"/>
                </a:lnTo>
                <a:cubicBezTo>
                  <a:pt x="1926899" y="196850"/>
                  <a:pt x="1993900" y="263851"/>
                  <a:pt x="1993900" y="346502"/>
                </a:cubicBezTo>
                <a:lnTo>
                  <a:pt x="1993900" y="590550"/>
                </a:lnTo>
                <a:lnTo>
                  <a:pt x="1993900" y="1105918"/>
                </a:lnTo>
                <a:lnTo>
                  <a:pt x="1993900" y="1133048"/>
                </a:lnTo>
                <a:cubicBezTo>
                  <a:pt x="1993900" y="1215699"/>
                  <a:pt x="1926899" y="1282700"/>
                  <a:pt x="1844248" y="1282700"/>
                </a:cubicBezTo>
                <a:lnTo>
                  <a:pt x="1817118" y="1282700"/>
                </a:lnTo>
                <a:lnTo>
                  <a:pt x="996950" y="1282700"/>
                </a:lnTo>
                <a:lnTo>
                  <a:pt x="399032" y="1282700"/>
                </a:lnTo>
                <a:lnTo>
                  <a:pt x="371902" y="1282700"/>
                </a:lnTo>
                <a:lnTo>
                  <a:pt x="176782" y="1282700"/>
                </a:lnTo>
                <a:lnTo>
                  <a:pt x="149652" y="1282700"/>
                </a:lnTo>
                <a:cubicBezTo>
                  <a:pt x="67001" y="1282700"/>
                  <a:pt x="0" y="1215699"/>
                  <a:pt x="0" y="1133048"/>
                </a:cubicBezTo>
                <a:lnTo>
                  <a:pt x="0" y="1105918"/>
                </a:lnTo>
                <a:lnTo>
                  <a:pt x="0" y="346502"/>
                </a:lnTo>
                <a:lnTo>
                  <a:pt x="0" y="176782"/>
                </a:lnTo>
                <a:cubicBezTo>
                  <a:pt x="0" y="79148"/>
                  <a:pt x="79148" y="0"/>
                  <a:pt x="176782" y="0"/>
                </a:cubicBezTo>
                <a:close/>
              </a:path>
            </a:pathLst>
          </a:custGeom>
          <a:solidFill>
            <a:srgbClr val="D9D9D9"/>
          </a:solidFill>
        </p:spPr>
        <p:txBody>
          <a:bodyPr rot="0" spcFirstLastPara="0" vertOverflow="overflow" horzOverflow="overflow" vert="horz" wrap="square" lIns="68580" tIns="34290" rIns="68580" bIns="34290" numCol="1" spcCol="0" rtlCol="0" fromWordArt="0" anchor="ctr" anchorCtr="0" forceAA="0" compatLnSpc="1">
            <a:noAutofit/>
          </a:bodyPr>
          <a:lstStyle/>
          <a:p>
            <a:pPr algn="ctr">
              <a:lnSpc>
                <a:spcPct val="120000"/>
              </a:lnSpc>
            </a:pPr>
            <a:endParaRPr lang="zh-CN" altLang="en-US" sz="2100" b="1" kern="0" dirty="0">
              <a:solidFill>
                <a:srgbClr val="6969C7"/>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endParaRPr>
          </a:p>
        </p:txBody>
      </p:sp>
      <p:sp>
        <p:nvSpPr>
          <p:cNvPr id="26" name="任意多边形 25"/>
          <p:cNvSpPr/>
          <p:nvPr>
            <p:custDataLst>
              <p:tags r:id="rId6"/>
            </p:custDataLst>
          </p:nvPr>
        </p:nvSpPr>
        <p:spPr>
          <a:xfrm>
            <a:off x="986155" y="1401445"/>
            <a:ext cx="2056765" cy="1080770"/>
          </a:xfrm>
          <a:custGeom>
            <a:avLst/>
            <a:gdLst>
              <a:gd name="connsiteX0" fmla="*/ 908048 w 1993900"/>
              <a:gd name="connsiteY0" fmla="*/ 0 h 1047750"/>
              <a:gd name="connsiteX1" fmla="*/ 1849499 w 1993900"/>
              <a:gd name="connsiteY1" fmla="*/ 0 h 1047750"/>
              <a:gd name="connsiteX2" fmla="*/ 1993900 w 1993900"/>
              <a:gd name="connsiteY2" fmla="*/ 144401 h 1047750"/>
              <a:gd name="connsiteX3" fmla="*/ 1993900 w 1993900"/>
              <a:gd name="connsiteY3" fmla="*/ 903349 h 1047750"/>
              <a:gd name="connsiteX4" fmla="*/ 1849499 w 1993900"/>
              <a:gd name="connsiteY4" fmla="*/ 1047750 h 1047750"/>
              <a:gd name="connsiteX5" fmla="*/ 144401 w 1993900"/>
              <a:gd name="connsiteY5" fmla="*/ 1047750 h 1047750"/>
              <a:gd name="connsiteX6" fmla="*/ 0 w 1993900"/>
              <a:gd name="connsiteY6" fmla="*/ 903349 h 1047750"/>
              <a:gd name="connsiteX7" fmla="*/ 0 w 1993900"/>
              <a:gd name="connsiteY7" fmla="*/ 239711 h 1047750"/>
              <a:gd name="connsiteX8" fmla="*/ 115888 w 1993900"/>
              <a:gd name="connsiteY8" fmla="*/ 123823 h 1047750"/>
              <a:gd name="connsiteX9" fmla="*/ 784225 w 1993900"/>
              <a:gd name="connsiteY9" fmla="*/ 123823 h 1047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93900" h="1047750">
                <a:moveTo>
                  <a:pt x="908048" y="0"/>
                </a:moveTo>
                <a:lnTo>
                  <a:pt x="1849499" y="0"/>
                </a:lnTo>
                <a:cubicBezTo>
                  <a:pt x="1929249" y="0"/>
                  <a:pt x="1993900" y="64651"/>
                  <a:pt x="1993900" y="144401"/>
                </a:cubicBezTo>
                <a:lnTo>
                  <a:pt x="1993900" y="903349"/>
                </a:lnTo>
                <a:cubicBezTo>
                  <a:pt x="1993900" y="983099"/>
                  <a:pt x="1929249" y="1047750"/>
                  <a:pt x="1849499" y="1047750"/>
                </a:cubicBezTo>
                <a:lnTo>
                  <a:pt x="144401" y="1047750"/>
                </a:lnTo>
                <a:cubicBezTo>
                  <a:pt x="64651" y="1047750"/>
                  <a:pt x="0" y="983099"/>
                  <a:pt x="0" y="903349"/>
                </a:cubicBezTo>
                <a:lnTo>
                  <a:pt x="0" y="239711"/>
                </a:lnTo>
                <a:lnTo>
                  <a:pt x="115888" y="123823"/>
                </a:lnTo>
                <a:lnTo>
                  <a:pt x="784225" y="123823"/>
                </a:lnTo>
                <a:close/>
              </a:path>
            </a:pathLst>
          </a:custGeom>
          <a:solidFill>
            <a:srgbClr val="6969C7"/>
          </a:solidFill>
        </p:spPr>
        <p:txBody>
          <a:bodyPr rot="0" spcFirstLastPara="0" vertOverflow="overflow" horzOverflow="overflow" vert="horz" wrap="square" lIns="68580" tIns="162000" rIns="68580" bIns="34290" numCol="1" spcCol="0" rtlCol="0" fromWordArt="0" anchor="ctr" anchorCtr="0" forceAA="0" compatLnSpc="1">
            <a:normAutofit/>
          </a:bodyPr>
          <a:lstStyle/>
          <a:p>
            <a:pPr algn="ctr">
              <a:lnSpc>
                <a:spcPct val="120000"/>
              </a:lnSpc>
            </a:pPr>
            <a:endParaRPr lang="zh-CN" altLang="en-US" sz="1350"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5" name="文本框 14"/>
          <p:cNvSpPr txBox="1"/>
          <p:nvPr>
            <p:custDataLst>
              <p:tags r:id="rId7"/>
            </p:custDataLst>
          </p:nvPr>
        </p:nvSpPr>
        <p:spPr>
          <a:xfrm>
            <a:off x="1037590" y="1598295"/>
            <a:ext cx="1953260" cy="687070"/>
          </a:xfrm>
          <a:prstGeom prst="rect">
            <a:avLst/>
          </a:prstGeom>
          <a:noFill/>
        </p:spPr>
        <p:txBody>
          <a:bodyPr wrap="square" lIns="67500" tIns="35100" rIns="67500" bIns="35100" rtlCol="0" anchor="ctr" anchorCtr="0">
            <a:normAutofit/>
          </a:bodyPr>
          <a:lstStyle/>
          <a:p>
            <a:pPr marL="0" lvl="0" indent="0" algn="l">
              <a:lnSpc>
                <a:spcPct val="120000"/>
              </a:lnSpc>
              <a:spcBef>
                <a:spcPts val="0"/>
              </a:spcBef>
              <a:spcAft>
                <a:spcPts val="0"/>
              </a:spcAft>
              <a:buSzPct val="100000"/>
            </a:pPr>
            <a:r>
              <a:rPr lang="zh-CN" altLang="en-US" sz="1000" spc="15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鼠标指针指向“本地磁盘（D:）”图标，单击右键弹出快捷菜单。</a:t>
            </a:r>
          </a:p>
        </p:txBody>
      </p:sp>
      <p:sp>
        <p:nvSpPr>
          <p:cNvPr id="31" name="任意多边形 30"/>
          <p:cNvSpPr/>
          <p:nvPr>
            <p:custDataLst>
              <p:tags r:id="rId8"/>
            </p:custDataLst>
          </p:nvPr>
        </p:nvSpPr>
        <p:spPr>
          <a:xfrm>
            <a:off x="3547110" y="2046605"/>
            <a:ext cx="2056765" cy="1323340"/>
          </a:xfrm>
          <a:custGeom>
            <a:avLst/>
            <a:gdLst>
              <a:gd name="connsiteX0" fmla="*/ 176782 w 1993900"/>
              <a:gd name="connsiteY0" fmla="*/ 0 h 1282700"/>
              <a:gd name="connsiteX1" fmla="*/ 399032 w 1993900"/>
              <a:gd name="connsiteY1" fmla="*/ 0 h 1282700"/>
              <a:gd name="connsiteX2" fmla="*/ 435678 w 1993900"/>
              <a:gd name="connsiteY2" fmla="*/ 0 h 1282700"/>
              <a:gd name="connsiteX3" fmla="*/ 657928 w 1993900"/>
              <a:gd name="connsiteY3" fmla="*/ 0 h 1282700"/>
              <a:gd name="connsiteX4" fmla="*/ 854778 w 1993900"/>
              <a:gd name="connsiteY4" fmla="*/ 196850 h 1282700"/>
              <a:gd name="connsiteX5" fmla="*/ 996950 w 1993900"/>
              <a:gd name="connsiteY5" fmla="*/ 196850 h 1282700"/>
              <a:gd name="connsiteX6" fmla="*/ 1844248 w 1993900"/>
              <a:gd name="connsiteY6" fmla="*/ 196850 h 1282700"/>
              <a:gd name="connsiteX7" fmla="*/ 1993900 w 1993900"/>
              <a:gd name="connsiteY7" fmla="*/ 346502 h 1282700"/>
              <a:gd name="connsiteX8" fmla="*/ 1993900 w 1993900"/>
              <a:gd name="connsiteY8" fmla="*/ 590550 h 1282700"/>
              <a:gd name="connsiteX9" fmla="*/ 1993900 w 1993900"/>
              <a:gd name="connsiteY9" fmla="*/ 1105918 h 1282700"/>
              <a:gd name="connsiteX10" fmla="*/ 1993900 w 1993900"/>
              <a:gd name="connsiteY10" fmla="*/ 1133048 h 1282700"/>
              <a:gd name="connsiteX11" fmla="*/ 1844248 w 1993900"/>
              <a:gd name="connsiteY11" fmla="*/ 1282700 h 1282700"/>
              <a:gd name="connsiteX12" fmla="*/ 1817118 w 1993900"/>
              <a:gd name="connsiteY12" fmla="*/ 1282700 h 1282700"/>
              <a:gd name="connsiteX13" fmla="*/ 996950 w 1993900"/>
              <a:gd name="connsiteY13" fmla="*/ 1282700 h 1282700"/>
              <a:gd name="connsiteX14" fmla="*/ 399032 w 1993900"/>
              <a:gd name="connsiteY14" fmla="*/ 1282700 h 1282700"/>
              <a:gd name="connsiteX15" fmla="*/ 371902 w 1993900"/>
              <a:gd name="connsiteY15" fmla="*/ 1282700 h 1282700"/>
              <a:gd name="connsiteX16" fmla="*/ 176782 w 1993900"/>
              <a:gd name="connsiteY16" fmla="*/ 1282700 h 1282700"/>
              <a:gd name="connsiteX17" fmla="*/ 149652 w 1993900"/>
              <a:gd name="connsiteY17" fmla="*/ 1282700 h 1282700"/>
              <a:gd name="connsiteX18" fmla="*/ 0 w 1993900"/>
              <a:gd name="connsiteY18" fmla="*/ 1133048 h 1282700"/>
              <a:gd name="connsiteX19" fmla="*/ 0 w 1993900"/>
              <a:gd name="connsiteY19" fmla="*/ 1105918 h 1282700"/>
              <a:gd name="connsiteX20" fmla="*/ 0 w 1993900"/>
              <a:gd name="connsiteY20" fmla="*/ 346502 h 1282700"/>
              <a:gd name="connsiteX21" fmla="*/ 0 w 1993900"/>
              <a:gd name="connsiteY21" fmla="*/ 176782 h 1282700"/>
              <a:gd name="connsiteX22" fmla="*/ 176782 w 1993900"/>
              <a:gd name="connsiteY22" fmla="*/ 0 h 1282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993900" h="1282700">
                <a:moveTo>
                  <a:pt x="176782" y="0"/>
                </a:moveTo>
                <a:lnTo>
                  <a:pt x="399032" y="0"/>
                </a:lnTo>
                <a:lnTo>
                  <a:pt x="435678" y="0"/>
                </a:lnTo>
                <a:lnTo>
                  <a:pt x="657928" y="0"/>
                </a:lnTo>
                <a:lnTo>
                  <a:pt x="854778" y="196850"/>
                </a:lnTo>
                <a:lnTo>
                  <a:pt x="996950" y="196850"/>
                </a:lnTo>
                <a:lnTo>
                  <a:pt x="1844248" y="196850"/>
                </a:lnTo>
                <a:cubicBezTo>
                  <a:pt x="1926899" y="196850"/>
                  <a:pt x="1993900" y="263851"/>
                  <a:pt x="1993900" y="346502"/>
                </a:cubicBezTo>
                <a:lnTo>
                  <a:pt x="1993900" y="590550"/>
                </a:lnTo>
                <a:lnTo>
                  <a:pt x="1993900" y="1105918"/>
                </a:lnTo>
                <a:lnTo>
                  <a:pt x="1993900" y="1133048"/>
                </a:lnTo>
                <a:cubicBezTo>
                  <a:pt x="1993900" y="1215699"/>
                  <a:pt x="1926899" y="1282700"/>
                  <a:pt x="1844248" y="1282700"/>
                </a:cubicBezTo>
                <a:lnTo>
                  <a:pt x="1817118" y="1282700"/>
                </a:lnTo>
                <a:lnTo>
                  <a:pt x="996950" y="1282700"/>
                </a:lnTo>
                <a:lnTo>
                  <a:pt x="399032" y="1282700"/>
                </a:lnTo>
                <a:lnTo>
                  <a:pt x="371902" y="1282700"/>
                </a:lnTo>
                <a:lnTo>
                  <a:pt x="176782" y="1282700"/>
                </a:lnTo>
                <a:lnTo>
                  <a:pt x="149652" y="1282700"/>
                </a:lnTo>
                <a:cubicBezTo>
                  <a:pt x="67001" y="1282700"/>
                  <a:pt x="0" y="1215699"/>
                  <a:pt x="0" y="1133048"/>
                </a:cubicBezTo>
                <a:lnTo>
                  <a:pt x="0" y="1105918"/>
                </a:lnTo>
                <a:lnTo>
                  <a:pt x="0" y="346502"/>
                </a:lnTo>
                <a:lnTo>
                  <a:pt x="0" y="176782"/>
                </a:lnTo>
                <a:cubicBezTo>
                  <a:pt x="0" y="79148"/>
                  <a:pt x="79148" y="0"/>
                  <a:pt x="176782" y="0"/>
                </a:cubicBezTo>
                <a:close/>
              </a:path>
            </a:pathLst>
          </a:custGeom>
          <a:solidFill>
            <a:srgbClr val="D9D9D9"/>
          </a:solidFill>
        </p:spPr>
        <p:txBody>
          <a:bodyPr rot="0" spcFirstLastPara="0" vertOverflow="overflow" horzOverflow="overflow" vert="horz" wrap="square" lIns="68580" tIns="34290" rIns="68580" bIns="34290" numCol="1" spcCol="0" rtlCol="0" fromWordArt="0" anchor="ctr" anchorCtr="0" forceAA="0" compatLnSpc="1">
            <a:noAutofit/>
          </a:bodyPr>
          <a:lstStyle/>
          <a:p>
            <a:pPr algn="ctr">
              <a:lnSpc>
                <a:spcPct val="120000"/>
              </a:lnSpc>
            </a:pPr>
            <a:endParaRPr lang="zh-CN" altLang="en-US" sz="2100" b="1" kern="0" dirty="0">
              <a:solidFill>
                <a:srgbClr val="AE64B8"/>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endParaRPr>
          </a:p>
        </p:txBody>
      </p:sp>
      <p:sp>
        <p:nvSpPr>
          <p:cNvPr id="32" name="任意多边形 31"/>
          <p:cNvSpPr/>
          <p:nvPr>
            <p:custDataLst>
              <p:tags r:id="rId9"/>
            </p:custDataLst>
          </p:nvPr>
        </p:nvSpPr>
        <p:spPr>
          <a:xfrm>
            <a:off x="3547110" y="2288540"/>
            <a:ext cx="2056765" cy="1080770"/>
          </a:xfrm>
          <a:custGeom>
            <a:avLst/>
            <a:gdLst>
              <a:gd name="connsiteX0" fmla="*/ 908048 w 1993900"/>
              <a:gd name="connsiteY0" fmla="*/ 0 h 1047750"/>
              <a:gd name="connsiteX1" fmla="*/ 1849499 w 1993900"/>
              <a:gd name="connsiteY1" fmla="*/ 0 h 1047750"/>
              <a:gd name="connsiteX2" fmla="*/ 1993900 w 1993900"/>
              <a:gd name="connsiteY2" fmla="*/ 144401 h 1047750"/>
              <a:gd name="connsiteX3" fmla="*/ 1993900 w 1993900"/>
              <a:gd name="connsiteY3" fmla="*/ 903349 h 1047750"/>
              <a:gd name="connsiteX4" fmla="*/ 1849499 w 1993900"/>
              <a:gd name="connsiteY4" fmla="*/ 1047750 h 1047750"/>
              <a:gd name="connsiteX5" fmla="*/ 144401 w 1993900"/>
              <a:gd name="connsiteY5" fmla="*/ 1047750 h 1047750"/>
              <a:gd name="connsiteX6" fmla="*/ 0 w 1993900"/>
              <a:gd name="connsiteY6" fmla="*/ 903349 h 1047750"/>
              <a:gd name="connsiteX7" fmla="*/ 0 w 1993900"/>
              <a:gd name="connsiteY7" fmla="*/ 239711 h 1047750"/>
              <a:gd name="connsiteX8" fmla="*/ 115888 w 1993900"/>
              <a:gd name="connsiteY8" fmla="*/ 123823 h 1047750"/>
              <a:gd name="connsiteX9" fmla="*/ 784225 w 1993900"/>
              <a:gd name="connsiteY9" fmla="*/ 123823 h 1047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93900" h="1047750">
                <a:moveTo>
                  <a:pt x="908048" y="0"/>
                </a:moveTo>
                <a:lnTo>
                  <a:pt x="1849499" y="0"/>
                </a:lnTo>
                <a:cubicBezTo>
                  <a:pt x="1929249" y="0"/>
                  <a:pt x="1993900" y="64651"/>
                  <a:pt x="1993900" y="144401"/>
                </a:cubicBezTo>
                <a:lnTo>
                  <a:pt x="1993900" y="903349"/>
                </a:lnTo>
                <a:cubicBezTo>
                  <a:pt x="1993900" y="983099"/>
                  <a:pt x="1929249" y="1047750"/>
                  <a:pt x="1849499" y="1047750"/>
                </a:cubicBezTo>
                <a:lnTo>
                  <a:pt x="144401" y="1047750"/>
                </a:lnTo>
                <a:cubicBezTo>
                  <a:pt x="64651" y="1047750"/>
                  <a:pt x="0" y="983099"/>
                  <a:pt x="0" y="903349"/>
                </a:cubicBezTo>
                <a:lnTo>
                  <a:pt x="0" y="239711"/>
                </a:lnTo>
                <a:lnTo>
                  <a:pt x="115888" y="123823"/>
                </a:lnTo>
                <a:lnTo>
                  <a:pt x="784225" y="123823"/>
                </a:lnTo>
                <a:close/>
              </a:path>
            </a:pathLst>
          </a:custGeom>
          <a:solidFill>
            <a:srgbClr val="AE64B8"/>
          </a:solidFill>
        </p:spPr>
        <p:txBody>
          <a:bodyPr rot="0" spcFirstLastPara="0" vertOverflow="overflow" horzOverflow="overflow" vert="horz" wrap="square" lIns="68580" tIns="162000" rIns="68580" bIns="34290" numCol="1" spcCol="0" rtlCol="0" fromWordArt="0" anchor="ctr" anchorCtr="0" forceAA="0" compatLnSpc="1">
            <a:normAutofit/>
          </a:bodyPr>
          <a:lstStyle/>
          <a:p>
            <a:pPr algn="ctr">
              <a:lnSpc>
                <a:spcPct val="120000"/>
              </a:lnSpc>
            </a:pPr>
            <a:endParaRPr lang="zh-CN" altLang="en-US" sz="1350"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6" name="文本框 15"/>
          <p:cNvSpPr txBox="1"/>
          <p:nvPr>
            <p:custDataLst>
              <p:tags r:id="rId10"/>
            </p:custDataLst>
          </p:nvPr>
        </p:nvSpPr>
        <p:spPr>
          <a:xfrm>
            <a:off x="3598545" y="2485390"/>
            <a:ext cx="1953260" cy="687070"/>
          </a:xfrm>
          <a:prstGeom prst="rect">
            <a:avLst/>
          </a:prstGeom>
          <a:noFill/>
        </p:spPr>
        <p:txBody>
          <a:bodyPr wrap="square" lIns="67500" tIns="35100" rIns="67500" bIns="35100" rtlCol="0" anchor="ctr" anchorCtr="0">
            <a:normAutofit/>
          </a:bodyPr>
          <a:lstStyle/>
          <a:p>
            <a:pPr marL="0" lvl="0" indent="0" algn="l">
              <a:lnSpc>
                <a:spcPct val="120000"/>
              </a:lnSpc>
              <a:spcBef>
                <a:spcPts val="0"/>
              </a:spcBef>
              <a:spcAft>
                <a:spcPts val="0"/>
              </a:spcAft>
              <a:buSzPct val="100000"/>
            </a:pPr>
            <a:r>
              <a:rPr lang="zh-CN" altLang="en-US" sz="1000" spc="15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单击快捷菜单中的“属性”命令，弹出“本机磁盘（D:）属性”对话框。</a:t>
            </a:r>
          </a:p>
        </p:txBody>
      </p:sp>
      <p:sp>
        <p:nvSpPr>
          <p:cNvPr id="37" name="任意多边形 36"/>
          <p:cNvSpPr/>
          <p:nvPr>
            <p:custDataLst>
              <p:tags r:id="rId11"/>
            </p:custDataLst>
          </p:nvPr>
        </p:nvSpPr>
        <p:spPr>
          <a:xfrm>
            <a:off x="6107430" y="3196590"/>
            <a:ext cx="2056765" cy="1323340"/>
          </a:xfrm>
          <a:custGeom>
            <a:avLst/>
            <a:gdLst>
              <a:gd name="connsiteX0" fmla="*/ 176782 w 1993900"/>
              <a:gd name="connsiteY0" fmla="*/ 0 h 1282700"/>
              <a:gd name="connsiteX1" fmla="*/ 399032 w 1993900"/>
              <a:gd name="connsiteY1" fmla="*/ 0 h 1282700"/>
              <a:gd name="connsiteX2" fmla="*/ 435678 w 1993900"/>
              <a:gd name="connsiteY2" fmla="*/ 0 h 1282700"/>
              <a:gd name="connsiteX3" fmla="*/ 657928 w 1993900"/>
              <a:gd name="connsiteY3" fmla="*/ 0 h 1282700"/>
              <a:gd name="connsiteX4" fmla="*/ 854778 w 1993900"/>
              <a:gd name="connsiteY4" fmla="*/ 196850 h 1282700"/>
              <a:gd name="connsiteX5" fmla="*/ 996950 w 1993900"/>
              <a:gd name="connsiteY5" fmla="*/ 196850 h 1282700"/>
              <a:gd name="connsiteX6" fmla="*/ 1844248 w 1993900"/>
              <a:gd name="connsiteY6" fmla="*/ 196850 h 1282700"/>
              <a:gd name="connsiteX7" fmla="*/ 1993900 w 1993900"/>
              <a:gd name="connsiteY7" fmla="*/ 346502 h 1282700"/>
              <a:gd name="connsiteX8" fmla="*/ 1993900 w 1993900"/>
              <a:gd name="connsiteY8" fmla="*/ 590550 h 1282700"/>
              <a:gd name="connsiteX9" fmla="*/ 1993900 w 1993900"/>
              <a:gd name="connsiteY9" fmla="*/ 1105918 h 1282700"/>
              <a:gd name="connsiteX10" fmla="*/ 1993900 w 1993900"/>
              <a:gd name="connsiteY10" fmla="*/ 1133048 h 1282700"/>
              <a:gd name="connsiteX11" fmla="*/ 1844248 w 1993900"/>
              <a:gd name="connsiteY11" fmla="*/ 1282700 h 1282700"/>
              <a:gd name="connsiteX12" fmla="*/ 1817118 w 1993900"/>
              <a:gd name="connsiteY12" fmla="*/ 1282700 h 1282700"/>
              <a:gd name="connsiteX13" fmla="*/ 996950 w 1993900"/>
              <a:gd name="connsiteY13" fmla="*/ 1282700 h 1282700"/>
              <a:gd name="connsiteX14" fmla="*/ 399032 w 1993900"/>
              <a:gd name="connsiteY14" fmla="*/ 1282700 h 1282700"/>
              <a:gd name="connsiteX15" fmla="*/ 371902 w 1993900"/>
              <a:gd name="connsiteY15" fmla="*/ 1282700 h 1282700"/>
              <a:gd name="connsiteX16" fmla="*/ 176782 w 1993900"/>
              <a:gd name="connsiteY16" fmla="*/ 1282700 h 1282700"/>
              <a:gd name="connsiteX17" fmla="*/ 149652 w 1993900"/>
              <a:gd name="connsiteY17" fmla="*/ 1282700 h 1282700"/>
              <a:gd name="connsiteX18" fmla="*/ 0 w 1993900"/>
              <a:gd name="connsiteY18" fmla="*/ 1133048 h 1282700"/>
              <a:gd name="connsiteX19" fmla="*/ 0 w 1993900"/>
              <a:gd name="connsiteY19" fmla="*/ 1105918 h 1282700"/>
              <a:gd name="connsiteX20" fmla="*/ 0 w 1993900"/>
              <a:gd name="connsiteY20" fmla="*/ 346502 h 1282700"/>
              <a:gd name="connsiteX21" fmla="*/ 0 w 1993900"/>
              <a:gd name="connsiteY21" fmla="*/ 176782 h 1282700"/>
              <a:gd name="connsiteX22" fmla="*/ 176782 w 1993900"/>
              <a:gd name="connsiteY22" fmla="*/ 0 h 1282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993900" h="1282700">
                <a:moveTo>
                  <a:pt x="176782" y="0"/>
                </a:moveTo>
                <a:lnTo>
                  <a:pt x="399032" y="0"/>
                </a:lnTo>
                <a:lnTo>
                  <a:pt x="435678" y="0"/>
                </a:lnTo>
                <a:lnTo>
                  <a:pt x="657928" y="0"/>
                </a:lnTo>
                <a:lnTo>
                  <a:pt x="854778" y="196850"/>
                </a:lnTo>
                <a:lnTo>
                  <a:pt x="996950" y="196850"/>
                </a:lnTo>
                <a:lnTo>
                  <a:pt x="1844248" y="196850"/>
                </a:lnTo>
                <a:cubicBezTo>
                  <a:pt x="1926899" y="196850"/>
                  <a:pt x="1993900" y="263851"/>
                  <a:pt x="1993900" y="346502"/>
                </a:cubicBezTo>
                <a:lnTo>
                  <a:pt x="1993900" y="590550"/>
                </a:lnTo>
                <a:lnTo>
                  <a:pt x="1993900" y="1105918"/>
                </a:lnTo>
                <a:lnTo>
                  <a:pt x="1993900" y="1133048"/>
                </a:lnTo>
                <a:cubicBezTo>
                  <a:pt x="1993900" y="1215699"/>
                  <a:pt x="1926899" y="1282700"/>
                  <a:pt x="1844248" y="1282700"/>
                </a:cubicBezTo>
                <a:lnTo>
                  <a:pt x="1817118" y="1282700"/>
                </a:lnTo>
                <a:lnTo>
                  <a:pt x="996950" y="1282700"/>
                </a:lnTo>
                <a:lnTo>
                  <a:pt x="399032" y="1282700"/>
                </a:lnTo>
                <a:lnTo>
                  <a:pt x="371902" y="1282700"/>
                </a:lnTo>
                <a:lnTo>
                  <a:pt x="176782" y="1282700"/>
                </a:lnTo>
                <a:lnTo>
                  <a:pt x="149652" y="1282700"/>
                </a:lnTo>
                <a:cubicBezTo>
                  <a:pt x="67001" y="1282700"/>
                  <a:pt x="0" y="1215699"/>
                  <a:pt x="0" y="1133048"/>
                </a:cubicBezTo>
                <a:lnTo>
                  <a:pt x="0" y="1105918"/>
                </a:lnTo>
                <a:lnTo>
                  <a:pt x="0" y="346502"/>
                </a:lnTo>
                <a:lnTo>
                  <a:pt x="0" y="176782"/>
                </a:lnTo>
                <a:cubicBezTo>
                  <a:pt x="0" y="79148"/>
                  <a:pt x="79148" y="0"/>
                  <a:pt x="176782" y="0"/>
                </a:cubicBezTo>
                <a:close/>
              </a:path>
            </a:pathLst>
          </a:custGeom>
          <a:solidFill>
            <a:srgbClr val="D9D9D9"/>
          </a:solidFill>
        </p:spPr>
        <p:txBody>
          <a:bodyPr rot="0" spcFirstLastPara="0" vertOverflow="overflow" horzOverflow="overflow" vert="horz" wrap="square" lIns="68580" tIns="34290" rIns="68580" bIns="34290" numCol="1" spcCol="0" rtlCol="0" fromWordArt="0" anchor="ctr" anchorCtr="0" forceAA="0" compatLnSpc="1">
            <a:noAutofit/>
          </a:bodyPr>
          <a:lstStyle/>
          <a:p>
            <a:pPr algn="ctr">
              <a:lnSpc>
                <a:spcPct val="120000"/>
              </a:lnSpc>
            </a:pPr>
            <a:endParaRPr lang="zh-CN" altLang="en-US" sz="2100" b="1" kern="0" dirty="0">
              <a:solidFill>
                <a:srgbClr val="DB63A3"/>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endParaRPr>
          </a:p>
        </p:txBody>
      </p:sp>
      <p:sp>
        <p:nvSpPr>
          <p:cNvPr id="38" name="任意多边形 37"/>
          <p:cNvSpPr/>
          <p:nvPr>
            <p:custDataLst>
              <p:tags r:id="rId12"/>
            </p:custDataLst>
          </p:nvPr>
        </p:nvSpPr>
        <p:spPr>
          <a:xfrm>
            <a:off x="6107430" y="3439160"/>
            <a:ext cx="2056765" cy="1080770"/>
          </a:xfrm>
          <a:custGeom>
            <a:avLst/>
            <a:gdLst>
              <a:gd name="connsiteX0" fmla="*/ 908048 w 1993900"/>
              <a:gd name="connsiteY0" fmla="*/ 0 h 1047750"/>
              <a:gd name="connsiteX1" fmla="*/ 1849499 w 1993900"/>
              <a:gd name="connsiteY1" fmla="*/ 0 h 1047750"/>
              <a:gd name="connsiteX2" fmla="*/ 1993900 w 1993900"/>
              <a:gd name="connsiteY2" fmla="*/ 144401 h 1047750"/>
              <a:gd name="connsiteX3" fmla="*/ 1993900 w 1993900"/>
              <a:gd name="connsiteY3" fmla="*/ 903349 h 1047750"/>
              <a:gd name="connsiteX4" fmla="*/ 1849499 w 1993900"/>
              <a:gd name="connsiteY4" fmla="*/ 1047750 h 1047750"/>
              <a:gd name="connsiteX5" fmla="*/ 144401 w 1993900"/>
              <a:gd name="connsiteY5" fmla="*/ 1047750 h 1047750"/>
              <a:gd name="connsiteX6" fmla="*/ 0 w 1993900"/>
              <a:gd name="connsiteY6" fmla="*/ 903349 h 1047750"/>
              <a:gd name="connsiteX7" fmla="*/ 0 w 1993900"/>
              <a:gd name="connsiteY7" fmla="*/ 239711 h 1047750"/>
              <a:gd name="connsiteX8" fmla="*/ 115888 w 1993900"/>
              <a:gd name="connsiteY8" fmla="*/ 123823 h 1047750"/>
              <a:gd name="connsiteX9" fmla="*/ 784225 w 1993900"/>
              <a:gd name="connsiteY9" fmla="*/ 123823 h 1047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93900" h="1047750">
                <a:moveTo>
                  <a:pt x="908048" y="0"/>
                </a:moveTo>
                <a:lnTo>
                  <a:pt x="1849499" y="0"/>
                </a:lnTo>
                <a:cubicBezTo>
                  <a:pt x="1929249" y="0"/>
                  <a:pt x="1993900" y="64651"/>
                  <a:pt x="1993900" y="144401"/>
                </a:cubicBezTo>
                <a:lnTo>
                  <a:pt x="1993900" y="903349"/>
                </a:lnTo>
                <a:cubicBezTo>
                  <a:pt x="1993900" y="983099"/>
                  <a:pt x="1929249" y="1047750"/>
                  <a:pt x="1849499" y="1047750"/>
                </a:cubicBezTo>
                <a:lnTo>
                  <a:pt x="144401" y="1047750"/>
                </a:lnTo>
                <a:cubicBezTo>
                  <a:pt x="64651" y="1047750"/>
                  <a:pt x="0" y="983099"/>
                  <a:pt x="0" y="903349"/>
                </a:cubicBezTo>
                <a:lnTo>
                  <a:pt x="0" y="239711"/>
                </a:lnTo>
                <a:lnTo>
                  <a:pt x="115888" y="123823"/>
                </a:lnTo>
                <a:lnTo>
                  <a:pt x="784225" y="123823"/>
                </a:lnTo>
                <a:close/>
              </a:path>
            </a:pathLst>
          </a:custGeom>
          <a:solidFill>
            <a:srgbClr val="DB63A3"/>
          </a:solidFill>
        </p:spPr>
        <p:txBody>
          <a:bodyPr rot="0" spcFirstLastPara="0" vertOverflow="overflow" horzOverflow="overflow" vert="horz" wrap="square" lIns="68580" tIns="162000" rIns="68580" bIns="34290" numCol="1" spcCol="0" rtlCol="0" fromWordArt="0" anchor="ctr" anchorCtr="0" forceAA="0" compatLnSpc="1">
            <a:normAutofit/>
          </a:bodyPr>
          <a:lstStyle/>
          <a:p>
            <a:pPr algn="ctr">
              <a:lnSpc>
                <a:spcPct val="120000"/>
              </a:lnSpc>
            </a:pPr>
            <a:endParaRPr lang="zh-CN" altLang="en-US" sz="1350"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7" name="文本框 16"/>
          <p:cNvSpPr txBox="1"/>
          <p:nvPr>
            <p:custDataLst>
              <p:tags r:id="rId13"/>
            </p:custDataLst>
          </p:nvPr>
        </p:nvSpPr>
        <p:spPr>
          <a:xfrm>
            <a:off x="6159500" y="3636010"/>
            <a:ext cx="1953260" cy="687070"/>
          </a:xfrm>
          <a:prstGeom prst="rect">
            <a:avLst/>
          </a:prstGeom>
          <a:noFill/>
        </p:spPr>
        <p:txBody>
          <a:bodyPr wrap="square" lIns="67500" tIns="35100" rIns="67500" bIns="35100" rtlCol="0" anchor="ctr" anchorCtr="0">
            <a:normAutofit fontScale="90000"/>
          </a:bodyPr>
          <a:lstStyle/>
          <a:p>
            <a:pPr marL="0" lvl="0" indent="0" algn="l">
              <a:lnSpc>
                <a:spcPct val="120000"/>
              </a:lnSpc>
              <a:spcBef>
                <a:spcPts val="0"/>
              </a:spcBef>
              <a:spcAft>
                <a:spcPts val="0"/>
              </a:spcAft>
              <a:buSzPct val="100000"/>
            </a:pPr>
            <a:r>
              <a:rPr lang="zh-CN" altLang="en-US" sz="1000" spc="15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选择“常规”选项卡，可以从中了解该磁盘的类型、已用空间和可用空间、总容量等。</a:t>
            </a:r>
          </a:p>
        </p:txBody>
      </p:sp>
      <p:sp>
        <p:nvSpPr>
          <p:cNvPr id="4" name="文本框 3"/>
          <p:cNvSpPr txBox="1"/>
          <p:nvPr>
            <p:custDataLst>
              <p:tags r:id="rId14"/>
            </p:custDataLst>
          </p:nvPr>
        </p:nvSpPr>
        <p:spPr>
          <a:xfrm>
            <a:off x="6107430" y="3196590"/>
            <a:ext cx="805180" cy="356235"/>
          </a:xfrm>
          <a:prstGeom prst="rect">
            <a:avLst/>
          </a:prstGeom>
          <a:noFill/>
        </p:spPr>
        <p:txBody>
          <a:bodyPr wrap="square" rtlCol="0" anchor="ctr">
            <a:normAutofit fontScale="90000" lnSpcReduction="20000"/>
          </a:bodyPr>
          <a:lstStyle/>
          <a:p>
            <a:pPr algn="ctr">
              <a:lnSpc>
                <a:spcPct val="120000"/>
              </a:lnSpc>
            </a:pPr>
            <a:r>
              <a:rPr lang="en-US" altLang="zh-CN" b="1" dirty="0">
                <a:solidFill>
                  <a:srgbClr val="811E53"/>
                </a:solidFill>
                <a:latin typeface="微软雅黑" panose="020B0503020204020204" pitchFamily="34" charset="-122"/>
                <a:ea typeface="微软雅黑" panose="020B0503020204020204" pitchFamily="34" charset="-122"/>
                <a:sym typeface="Arial" panose="020B0604020202020204" pitchFamily="34" charset="0"/>
              </a:rPr>
              <a:t>03</a:t>
            </a:r>
          </a:p>
        </p:txBody>
      </p:sp>
      <p:sp>
        <p:nvSpPr>
          <p:cNvPr id="20" name="文本框 19"/>
          <p:cNvSpPr txBox="1"/>
          <p:nvPr>
            <p:custDataLst>
              <p:tags r:id="rId15"/>
            </p:custDataLst>
          </p:nvPr>
        </p:nvSpPr>
        <p:spPr>
          <a:xfrm>
            <a:off x="986155" y="1172210"/>
            <a:ext cx="805180" cy="356235"/>
          </a:xfrm>
          <a:prstGeom prst="rect">
            <a:avLst/>
          </a:prstGeom>
          <a:noFill/>
        </p:spPr>
        <p:txBody>
          <a:bodyPr wrap="square" rtlCol="0" anchor="ctr">
            <a:normAutofit fontScale="90000" lnSpcReduction="20000"/>
          </a:bodyPr>
          <a:lstStyle/>
          <a:p>
            <a:pPr algn="ctr">
              <a:lnSpc>
                <a:spcPct val="120000"/>
              </a:lnSpc>
            </a:pPr>
            <a:r>
              <a:rPr lang="en-US" altLang="zh-CN" b="1" dirty="0">
                <a:solidFill>
                  <a:srgbClr val="29296F"/>
                </a:solidFill>
                <a:latin typeface="微软雅黑" panose="020B0503020204020204" pitchFamily="34" charset="-122"/>
                <a:ea typeface="微软雅黑" panose="020B0503020204020204" pitchFamily="34" charset="-122"/>
                <a:sym typeface="Arial" panose="020B0604020202020204" pitchFamily="34" charset="0"/>
              </a:rPr>
              <a:t>01</a:t>
            </a:r>
          </a:p>
        </p:txBody>
      </p:sp>
      <p:sp>
        <p:nvSpPr>
          <p:cNvPr id="21" name="文本框 20"/>
          <p:cNvSpPr txBox="1"/>
          <p:nvPr>
            <p:custDataLst>
              <p:tags r:id="rId16"/>
            </p:custDataLst>
          </p:nvPr>
        </p:nvSpPr>
        <p:spPr>
          <a:xfrm>
            <a:off x="3547110" y="2048510"/>
            <a:ext cx="805180" cy="356235"/>
          </a:xfrm>
          <a:prstGeom prst="rect">
            <a:avLst/>
          </a:prstGeom>
          <a:noFill/>
        </p:spPr>
        <p:txBody>
          <a:bodyPr wrap="square" rtlCol="0" anchor="ctr">
            <a:normAutofit fontScale="90000" lnSpcReduction="20000"/>
          </a:bodyPr>
          <a:lstStyle/>
          <a:p>
            <a:pPr algn="ctr">
              <a:lnSpc>
                <a:spcPct val="120000"/>
              </a:lnSpc>
            </a:pPr>
            <a:r>
              <a:rPr lang="en-US" altLang="zh-CN" b="1" dirty="0">
                <a:solidFill>
                  <a:srgbClr val="5B2D61"/>
                </a:solidFill>
                <a:latin typeface="微软雅黑" panose="020B0503020204020204" pitchFamily="34" charset="-122"/>
                <a:ea typeface="微软雅黑" panose="020B0503020204020204" pitchFamily="34" charset="-122"/>
                <a:sym typeface="Arial" panose="020B0604020202020204" pitchFamily="34" charset="0"/>
              </a:rPr>
              <a:t>02</a:t>
            </a:r>
          </a:p>
        </p:txBody>
      </p:sp>
      <p:sp>
        <p:nvSpPr>
          <p:cNvPr id="7" name="Title 6"/>
          <p:cNvSpPr txBox="1"/>
          <p:nvPr>
            <p:custDataLst>
              <p:tags r:id="rId17"/>
            </p:custDataLst>
          </p:nvPr>
        </p:nvSpPr>
        <p:spPr>
          <a:xfrm>
            <a:off x="691979" y="456300"/>
            <a:ext cx="7766222" cy="479693"/>
          </a:xfrm>
          <a:prstGeom prst="rect">
            <a:avLst/>
          </a:prstGeom>
          <a:noFill/>
          <a:ln w="3175">
            <a:noFill/>
            <a:prstDash val="dash"/>
          </a:ln>
        </p:spPr>
        <p:txBody>
          <a:bodyPr wrap="square" lIns="54000" tIns="27000" rIns="54000" bIns="27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indent="0" algn="ctr">
              <a:lnSpc>
                <a:spcPct val="110000"/>
              </a:lnSpc>
              <a:spcBef>
                <a:spcPts val="0"/>
              </a:spcBef>
              <a:spcAft>
                <a:spcPts val="0"/>
              </a:spcAft>
              <a:buSzPct val="100000"/>
              <a:buNone/>
              <a:defRPr/>
            </a:pPr>
            <a:r>
              <a:rPr lang="zh-CN" altLang="en-US" sz="2700" b="1" spc="3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查看磁盘属性</a:t>
            </a:r>
          </a:p>
        </p:txBody>
      </p:sp>
      <p:cxnSp>
        <p:nvCxnSpPr>
          <p:cNvPr id="11" name="直接连接符 10"/>
          <p:cNvCxnSpPr/>
          <p:nvPr>
            <p:custDataLst>
              <p:tags r:id="rId18"/>
            </p:custDataLst>
          </p:nvPr>
        </p:nvCxnSpPr>
        <p:spPr>
          <a:xfrm>
            <a:off x="8550275" y="325755"/>
            <a:ext cx="152400"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9"/>
            </p:custDataLst>
          </p:nvPr>
        </p:nvCxnSpPr>
        <p:spPr>
          <a:xfrm>
            <a:off x="8550275" y="381635"/>
            <a:ext cx="116840"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20" name="组合 19"/>
          <p:cNvGrpSpPr/>
          <p:nvPr userDrawn="1">
            <p:custDataLst>
              <p:tags r:id="rId2"/>
            </p:custDataLst>
          </p:nvPr>
        </p:nvGrpSpPr>
        <p:grpSpPr>
          <a:xfrm rot="20310956">
            <a:off x="219227" y="260732"/>
            <a:ext cx="881159" cy="522149"/>
            <a:chOff x="4175125" y="1726565"/>
            <a:chExt cx="1094105" cy="648335"/>
          </a:xfrm>
        </p:grpSpPr>
        <p:sp>
          <p:nvSpPr>
            <p:cNvPr id="21" name="Freeform 64"/>
            <p:cNvSpPr/>
            <p:nvPr userDrawn="1">
              <p:custDataLst>
                <p:tags r:id="rId9"/>
              </p:custDataLst>
            </p:nvPr>
          </p:nvSpPr>
          <p:spPr bwMode="auto">
            <a:xfrm>
              <a:off x="4175125" y="1726565"/>
              <a:ext cx="1094105" cy="648335"/>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2" name="Rectangle 66"/>
            <p:cNvSpPr>
              <a:spLocks noChangeArrowheads="1"/>
            </p:cNvSpPr>
            <p:nvPr userDrawn="1">
              <p:custDataLst>
                <p:tags r:id="rId10"/>
              </p:custDataLst>
            </p:nvPr>
          </p:nvSpPr>
          <p:spPr bwMode="auto">
            <a:xfrm>
              <a:off x="4249420" y="2235382"/>
              <a:ext cx="897255" cy="704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3" name="Rectangle 67"/>
            <p:cNvSpPr>
              <a:spLocks noChangeArrowheads="1"/>
            </p:cNvSpPr>
            <p:nvPr userDrawn="1">
              <p:custDataLst>
                <p:tags r:id="rId11"/>
              </p:custDataLst>
            </p:nvPr>
          </p:nvSpPr>
          <p:spPr bwMode="auto">
            <a:xfrm>
              <a:off x="4249420" y="2116728"/>
              <a:ext cx="504190" cy="717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4" name="Rectangle 68"/>
            <p:cNvSpPr>
              <a:spLocks noChangeArrowheads="1"/>
            </p:cNvSpPr>
            <p:nvPr userDrawn="1">
              <p:custDataLst>
                <p:tags r:id="rId12"/>
              </p:custDataLst>
            </p:nvPr>
          </p:nvSpPr>
          <p:spPr bwMode="auto">
            <a:xfrm>
              <a:off x="4245610" y="1786255"/>
              <a:ext cx="275590" cy="226695"/>
            </a:xfrm>
            <a:prstGeom prst="rect">
              <a:avLst/>
            </a:prstGeom>
            <a:solidFill>
              <a:srgbClr val="6969C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5" name="Rectangle 69"/>
            <p:cNvSpPr>
              <a:spLocks noChangeArrowheads="1"/>
            </p:cNvSpPr>
            <p:nvPr userDrawn="1">
              <p:custDataLst>
                <p:tags r:id="rId13"/>
              </p:custDataLst>
            </p:nvPr>
          </p:nvSpPr>
          <p:spPr bwMode="auto">
            <a:xfrm>
              <a:off x="4573905" y="1786255"/>
              <a:ext cx="276860" cy="226695"/>
            </a:xfrm>
            <a:prstGeom prst="rect">
              <a:avLst/>
            </a:prstGeom>
            <a:solidFill>
              <a:srgbClr val="DB63A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6" name="Rectangle 70"/>
            <p:cNvSpPr>
              <a:spLocks noChangeArrowheads="1"/>
            </p:cNvSpPr>
            <p:nvPr userDrawn="1">
              <p:custDataLst>
                <p:tags r:id="rId14"/>
              </p:custDataLst>
            </p:nvPr>
          </p:nvSpPr>
          <p:spPr bwMode="auto">
            <a:xfrm>
              <a:off x="4903470" y="1786255"/>
              <a:ext cx="275590" cy="226695"/>
            </a:xfrm>
            <a:prstGeom prst="rect">
              <a:avLst/>
            </a:prstGeom>
            <a:solidFill>
              <a:srgbClr val="F7917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grpSp>
      <p:sp>
        <p:nvSpPr>
          <p:cNvPr id="8" name="矩形 7"/>
          <p:cNvSpPr/>
          <p:nvPr userDrawn="1">
            <p:custDataLst>
              <p:tags r:id="rId3"/>
            </p:custDataLst>
          </p:nvPr>
        </p:nvSpPr>
        <p:spPr>
          <a:xfrm>
            <a:off x="0" y="1063710"/>
            <a:ext cx="9144000" cy="3854831"/>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rgbClr val="FFFFFF"/>
              </a:solidFill>
              <a:latin typeface="微软雅黑" panose="020B0503020204020204" pitchFamily="34" charset="-122"/>
              <a:ea typeface="微软雅黑" panose="020B0503020204020204" pitchFamily="34" charset="-122"/>
              <a:sym typeface="+mn-ea"/>
            </a:endParaRPr>
          </a:p>
        </p:txBody>
      </p:sp>
      <p:sp>
        <p:nvSpPr>
          <p:cNvPr id="4" name="Title 6"/>
          <p:cNvSpPr txBox="1"/>
          <p:nvPr>
            <p:custDataLst>
              <p:tags r:id="rId4"/>
            </p:custDataLst>
          </p:nvPr>
        </p:nvSpPr>
        <p:spPr>
          <a:xfrm>
            <a:off x="456300" y="456300"/>
            <a:ext cx="8232506" cy="493394"/>
          </a:xfrm>
          <a:prstGeom prst="rect">
            <a:avLst/>
          </a:prstGeom>
          <a:noFill/>
          <a:ln w="3175">
            <a:noFill/>
            <a:prstDash val="dash"/>
          </a:ln>
        </p:spPr>
        <p:txBody>
          <a:bodyPr wrap="square" lIns="54000" tIns="27000" rIns="54000" bIns="27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indent="0" algn="l">
              <a:lnSpc>
                <a:spcPct val="100000"/>
              </a:lnSpc>
              <a:spcBef>
                <a:spcPts val="0"/>
              </a:spcBef>
              <a:spcAft>
                <a:spcPts val="0"/>
              </a:spcAft>
              <a:buSzPct val="100000"/>
              <a:buNone/>
              <a:defRPr/>
            </a:pPr>
            <a:r>
              <a:rPr kumimoji="0" lang="zh-CN" altLang="en-US" sz="2700" b="1" i="0" spc="300" noProof="0">
                <a:ln w="3175">
                  <a:noFill/>
                  <a:prstDash val="dash"/>
                </a:ln>
                <a:solidFill>
                  <a:srgbClr val="404040"/>
                </a:solidFill>
                <a:effectLst/>
                <a:latin typeface="微软雅黑" panose="020B0503020204020204" pitchFamily="34" charset="-122"/>
                <a:ea typeface="微软雅黑" panose="020B0503020204020204" pitchFamily="34" charset="-122"/>
                <a:cs typeface="微软雅黑" panose="020B0503020204020204" pitchFamily="34" charset="-122"/>
              </a:rPr>
              <a:t>保护文件避免修改</a:t>
            </a:r>
          </a:p>
        </p:txBody>
      </p:sp>
      <p:pic>
        <p:nvPicPr>
          <p:cNvPr id="5" name="图片 4"/>
          <p:cNvPicPr preferRelativeResize="0">
            <a:picLocks noChangeAspect="1"/>
          </p:cNvPicPr>
          <p:nvPr>
            <p:custDataLst>
              <p:tags r:id="rId5"/>
            </p:custDataLst>
          </p:nvPr>
        </p:nvPicPr>
        <p:blipFill rotWithShape="1">
          <a:blip r:embed="rId16"/>
          <a:srcRect l="-8487" r="-8487"/>
          <a:stretch>
            <a:fillRect/>
          </a:stretch>
        </p:blipFill>
        <p:spPr>
          <a:xfrm>
            <a:off x="459742" y="1292594"/>
            <a:ext cx="2570942" cy="3398636"/>
          </a:xfrm>
          <a:prstGeom prst="rect">
            <a:avLst/>
          </a:prstGeom>
          <a:blipFill rotWithShape="1">
            <a:blip r:embed="rId17"/>
            <a:stretch>
              <a:fillRect/>
            </a:stretch>
          </a:blipFill>
        </p:spPr>
      </p:pic>
      <p:sp>
        <p:nvSpPr>
          <p:cNvPr id="7" name="Title 6"/>
          <p:cNvSpPr txBox="1"/>
          <p:nvPr>
            <p:custDataLst>
              <p:tags r:id="rId6"/>
            </p:custDataLst>
          </p:nvPr>
        </p:nvSpPr>
        <p:spPr>
          <a:xfrm>
            <a:off x="3316605" y="1879600"/>
            <a:ext cx="5167630" cy="2222500"/>
          </a:xfrm>
          <a:prstGeom prst="rect">
            <a:avLst/>
          </a:prstGeom>
          <a:noFill/>
          <a:ln w="3175">
            <a:noFill/>
            <a:prstDash val="dash"/>
          </a:ln>
        </p:spPr>
        <p:txBody>
          <a:bodyPr wrap="square" lIns="54000" tIns="27000" rIns="54000" bIns="270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400050" lvl="0" indent="-400050" algn="l" fontAlgn="ctr">
              <a:lnSpc>
                <a:spcPct val="130000"/>
              </a:lnSpc>
              <a:spcBef>
                <a:spcPts val="1000"/>
              </a:spcBef>
              <a:spcAft>
                <a:spcPts val="0"/>
              </a:spcAft>
              <a:buSzPct val="100000"/>
              <a:buFont typeface="+mj-ea"/>
              <a:buAutoNum type="ea1JpnChsDbPeriod"/>
            </a:pPr>
            <a:r>
              <a:rPr lang="zh-CN" altLang="en-US" sz="13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右击要保护的文件。</a:t>
            </a:r>
          </a:p>
          <a:p>
            <a:pPr marL="400050" lvl="0" indent="-400050" algn="l" fontAlgn="ctr">
              <a:lnSpc>
                <a:spcPct val="130000"/>
              </a:lnSpc>
              <a:spcBef>
                <a:spcPts val="1000"/>
              </a:spcBef>
              <a:spcAft>
                <a:spcPts val="0"/>
              </a:spcAft>
              <a:buSzPct val="100000"/>
              <a:buFont typeface="+mj-ea"/>
              <a:buAutoNum type="ea1JpnChsDbPeriod"/>
            </a:pPr>
            <a:r>
              <a:rPr lang="zh-CN" altLang="en-US" sz="13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在弹出的快捷菜单中，单击“属性”命令，将弹出“属性”对话框。</a:t>
            </a:r>
          </a:p>
          <a:p>
            <a:pPr marL="400050" lvl="0" indent="-400050" algn="l" fontAlgn="ctr">
              <a:lnSpc>
                <a:spcPct val="130000"/>
              </a:lnSpc>
              <a:spcBef>
                <a:spcPts val="1000"/>
              </a:spcBef>
              <a:spcAft>
                <a:spcPts val="0"/>
              </a:spcAft>
              <a:buSzPct val="100000"/>
              <a:buFont typeface="+mj-ea"/>
              <a:buAutoNum type="ea1JpnChsDbPeriod"/>
            </a:pPr>
            <a:r>
              <a:rPr lang="zh-CN" altLang="en-US" sz="13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选择“常规”选项卡，如图所示，可以看到文件的常规属性，选中“只读”。</a:t>
            </a:r>
          </a:p>
          <a:p>
            <a:pPr marL="400050" lvl="0" indent="-400050" algn="l" fontAlgn="ctr">
              <a:lnSpc>
                <a:spcPct val="130000"/>
              </a:lnSpc>
              <a:spcBef>
                <a:spcPts val="1000"/>
              </a:spcBef>
              <a:spcAft>
                <a:spcPts val="0"/>
              </a:spcAft>
              <a:buSzPct val="100000"/>
              <a:buFont typeface="+mj-ea"/>
              <a:buAutoNum type="ea1JpnChsDbPeriod"/>
            </a:pPr>
            <a:r>
              <a:rPr lang="zh-CN" altLang="en-US" sz="13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单击“应用”按钮可以立即应用到该文件；单击“确定”按钮返回。</a:t>
            </a:r>
          </a:p>
        </p:txBody>
      </p:sp>
      <p:cxnSp>
        <p:nvCxnSpPr>
          <p:cNvPr id="12" name="直接连接符 11"/>
          <p:cNvCxnSpPr/>
          <p:nvPr>
            <p:custDataLst>
              <p:tags r:id="rId7"/>
            </p:custDataLst>
          </p:nvPr>
        </p:nvCxnSpPr>
        <p:spPr>
          <a:xfrm>
            <a:off x="8550275" y="325755"/>
            <a:ext cx="152400"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8550275" y="381635"/>
            <a:ext cx="116840"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20" name="组合 19"/>
          <p:cNvGrpSpPr/>
          <p:nvPr userDrawn="1">
            <p:custDataLst>
              <p:tags r:id="rId2"/>
            </p:custDataLst>
          </p:nvPr>
        </p:nvGrpSpPr>
        <p:grpSpPr>
          <a:xfrm rot="20310956">
            <a:off x="219227" y="260732"/>
            <a:ext cx="881159" cy="522149"/>
            <a:chOff x="4175125" y="1726565"/>
            <a:chExt cx="1094105" cy="648335"/>
          </a:xfrm>
        </p:grpSpPr>
        <p:sp>
          <p:nvSpPr>
            <p:cNvPr id="21" name="Freeform 64"/>
            <p:cNvSpPr/>
            <p:nvPr userDrawn="1">
              <p:custDataLst>
                <p:tags r:id="rId9"/>
              </p:custDataLst>
            </p:nvPr>
          </p:nvSpPr>
          <p:spPr bwMode="auto">
            <a:xfrm>
              <a:off x="4175125" y="1726565"/>
              <a:ext cx="1094105" cy="648335"/>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2" name="Rectangle 66"/>
            <p:cNvSpPr>
              <a:spLocks noChangeArrowheads="1"/>
            </p:cNvSpPr>
            <p:nvPr userDrawn="1">
              <p:custDataLst>
                <p:tags r:id="rId10"/>
              </p:custDataLst>
            </p:nvPr>
          </p:nvSpPr>
          <p:spPr bwMode="auto">
            <a:xfrm>
              <a:off x="4249420" y="2235382"/>
              <a:ext cx="897255" cy="704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3" name="Rectangle 67"/>
            <p:cNvSpPr>
              <a:spLocks noChangeArrowheads="1"/>
            </p:cNvSpPr>
            <p:nvPr userDrawn="1">
              <p:custDataLst>
                <p:tags r:id="rId11"/>
              </p:custDataLst>
            </p:nvPr>
          </p:nvSpPr>
          <p:spPr bwMode="auto">
            <a:xfrm>
              <a:off x="4249420" y="2116728"/>
              <a:ext cx="504190" cy="717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4" name="Rectangle 68"/>
            <p:cNvSpPr>
              <a:spLocks noChangeArrowheads="1"/>
            </p:cNvSpPr>
            <p:nvPr userDrawn="1">
              <p:custDataLst>
                <p:tags r:id="rId12"/>
              </p:custDataLst>
            </p:nvPr>
          </p:nvSpPr>
          <p:spPr bwMode="auto">
            <a:xfrm>
              <a:off x="4245610" y="1786255"/>
              <a:ext cx="275590" cy="226695"/>
            </a:xfrm>
            <a:prstGeom prst="rect">
              <a:avLst/>
            </a:prstGeom>
            <a:solidFill>
              <a:srgbClr val="6969C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5" name="Rectangle 69"/>
            <p:cNvSpPr>
              <a:spLocks noChangeArrowheads="1"/>
            </p:cNvSpPr>
            <p:nvPr userDrawn="1">
              <p:custDataLst>
                <p:tags r:id="rId13"/>
              </p:custDataLst>
            </p:nvPr>
          </p:nvSpPr>
          <p:spPr bwMode="auto">
            <a:xfrm>
              <a:off x="4573905" y="1786255"/>
              <a:ext cx="276860" cy="226695"/>
            </a:xfrm>
            <a:prstGeom prst="rect">
              <a:avLst/>
            </a:prstGeom>
            <a:solidFill>
              <a:srgbClr val="DB63A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6" name="Rectangle 70"/>
            <p:cNvSpPr>
              <a:spLocks noChangeArrowheads="1"/>
            </p:cNvSpPr>
            <p:nvPr userDrawn="1">
              <p:custDataLst>
                <p:tags r:id="rId14"/>
              </p:custDataLst>
            </p:nvPr>
          </p:nvSpPr>
          <p:spPr bwMode="auto">
            <a:xfrm>
              <a:off x="4903470" y="1786255"/>
              <a:ext cx="275590" cy="226695"/>
            </a:xfrm>
            <a:prstGeom prst="rect">
              <a:avLst/>
            </a:prstGeom>
            <a:solidFill>
              <a:srgbClr val="F7917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grpSp>
      <p:sp>
        <p:nvSpPr>
          <p:cNvPr id="8" name="矩形 7"/>
          <p:cNvSpPr/>
          <p:nvPr userDrawn="1">
            <p:custDataLst>
              <p:tags r:id="rId3"/>
            </p:custDataLst>
          </p:nvPr>
        </p:nvSpPr>
        <p:spPr>
          <a:xfrm>
            <a:off x="0" y="1063710"/>
            <a:ext cx="9144000" cy="3854831"/>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rgbClr val="FFFFFF"/>
              </a:solidFill>
              <a:latin typeface="微软雅黑" panose="020B0503020204020204" pitchFamily="34" charset="-122"/>
              <a:ea typeface="微软雅黑" panose="020B0503020204020204" pitchFamily="34" charset="-122"/>
              <a:sym typeface="+mn-ea"/>
            </a:endParaRPr>
          </a:p>
        </p:txBody>
      </p:sp>
      <p:sp>
        <p:nvSpPr>
          <p:cNvPr id="5" name="Title 6"/>
          <p:cNvSpPr txBox="1"/>
          <p:nvPr>
            <p:custDataLst>
              <p:tags r:id="rId4"/>
            </p:custDataLst>
          </p:nvPr>
        </p:nvSpPr>
        <p:spPr>
          <a:xfrm>
            <a:off x="456300" y="456300"/>
            <a:ext cx="8232506" cy="493394"/>
          </a:xfrm>
          <a:prstGeom prst="rect">
            <a:avLst/>
          </a:prstGeom>
          <a:noFill/>
          <a:ln w="3175">
            <a:noFill/>
            <a:prstDash val="dash"/>
          </a:ln>
        </p:spPr>
        <p:txBody>
          <a:bodyPr wrap="square" lIns="54000" tIns="27000" rIns="54000" bIns="27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indent="0" algn="l">
              <a:lnSpc>
                <a:spcPct val="100000"/>
              </a:lnSpc>
              <a:spcBef>
                <a:spcPts val="0"/>
              </a:spcBef>
              <a:spcAft>
                <a:spcPts val="0"/>
              </a:spcAft>
              <a:buSzPct val="100000"/>
              <a:buNone/>
              <a:defRPr/>
            </a:pPr>
            <a:r>
              <a:rPr kumimoji="0" lang="zh-CN" altLang="en-US" sz="2700" b="1" i="0" spc="300" noProof="0">
                <a:ln w="3175">
                  <a:noFill/>
                  <a:prstDash val="dash"/>
                </a:ln>
                <a:solidFill>
                  <a:srgbClr val="404040"/>
                </a:solidFill>
                <a:effectLst/>
                <a:latin typeface="微软雅黑" panose="020B0503020204020204" pitchFamily="34" charset="-122"/>
                <a:ea typeface="微软雅黑" panose="020B0503020204020204" pitchFamily="34" charset="-122"/>
                <a:cs typeface="微软雅黑" panose="020B0503020204020204" pitchFamily="34" charset="-122"/>
              </a:rPr>
              <a:t>隐藏文件夹</a:t>
            </a:r>
          </a:p>
        </p:txBody>
      </p:sp>
      <p:pic>
        <p:nvPicPr>
          <p:cNvPr id="6" name="图片 5"/>
          <p:cNvPicPr preferRelativeResize="0">
            <a:picLocks noChangeAspect="1"/>
          </p:cNvPicPr>
          <p:nvPr>
            <p:custDataLst>
              <p:tags r:id="rId5"/>
            </p:custDataLst>
          </p:nvPr>
        </p:nvPicPr>
        <p:blipFill rotWithShape="1">
          <a:blip r:embed="rId16"/>
          <a:srcRect l="-5252" r="-5252"/>
          <a:stretch>
            <a:fillRect/>
          </a:stretch>
        </p:blipFill>
        <p:spPr>
          <a:xfrm>
            <a:off x="459742" y="1292594"/>
            <a:ext cx="2570942" cy="3398636"/>
          </a:xfrm>
          <a:prstGeom prst="rect">
            <a:avLst/>
          </a:prstGeom>
          <a:blipFill rotWithShape="1">
            <a:blip r:embed="rId17"/>
            <a:stretch>
              <a:fillRect/>
            </a:stretch>
          </a:blipFill>
        </p:spPr>
      </p:pic>
      <p:sp>
        <p:nvSpPr>
          <p:cNvPr id="7" name="Title 6"/>
          <p:cNvSpPr txBox="1"/>
          <p:nvPr>
            <p:custDataLst>
              <p:tags r:id="rId6"/>
            </p:custDataLst>
          </p:nvPr>
        </p:nvSpPr>
        <p:spPr>
          <a:xfrm>
            <a:off x="3316605" y="1877695"/>
            <a:ext cx="5350510" cy="2225675"/>
          </a:xfrm>
          <a:prstGeom prst="rect">
            <a:avLst/>
          </a:prstGeom>
          <a:noFill/>
          <a:ln w="3175">
            <a:noFill/>
            <a:prstDash val="dash"/>
          </a:ln>
        </p:spPr>
        <p:txBody>
          <a:bodyPr wrap="square" lIns="54000" tIns="27000" rIns="54000" bIns="270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400050" lvl="0" indent="-400050" algn="l" fontAlgn="ctr">
              <a:lnSpc>
                <a:spcPct val="130000"/>
              </a:lnSpc>
              <a:spcBef>
                <a:spcPts val="1000"/>
              </a:spcBef>
              <a:spcAft>
                <a:spcPts val="0"/>
              </a:spcAft>
              <a:buSzPct val="100000"/>
              <a:buFont typeface="+mj-ea"/>
              <a:buAutoNum type="ea1JpnChsDbPeriod"/>
            </a:pPr>
            <a:r>
              <a:rPr lang="zh-CN" altLang="en-US" sz="13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右键单击要保护的文件夹。</a:t>
            </a:r>
          </a:p>
          <a:p>
            <a:pPr marL="400050" lvl="0" indent="-400050" algn="l" fontAlgn="ctr">
              <a:lnSpc>
                <a:spcPct val="130000"/>
              </a:lnSpc>
              <a:spcBef>
                <a:spcPts val="1000"/>
              </a:spcBef>
              <a:spcAft>
                <a:spcPts val="0"/>
              </a:spcAft>
              <a:buSzPct val="100000"/>
              <a:buFont typeface="+mj-ea"/>
              <a:buAutoNum type="ea1JpnChsDbPeriod"/>
            </a:pPr>
            <a:r>
              <a:rPr lang="zh-CN" altLang="en-US" sz="13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在快捷菜单中选择“属性”，将弹出“属性”对话框。</a:t>
            </a:r>
          </a:p>
          <a:p>
            <a:pPr marL="400050" lvl="0" indent="-400050" algn="l" fontAlgn="ctr">
              <a:lnSpc>
                <a:spcPct val="130000"/>
              </a:lnSpc>
              <a:spcBef>
                <a:spcPts val="1000"/>
              </a:spcBef>
              <a:spcAft>
                <a:spcPts val="0"/>
              </a:spcAft>
              <a:buSzPct val="100000"/>
              <a:buFont typeface="+mj-ea"/>
              <a:buAutoNum type="ea1JpnChsDbPeriod"/>
            </a:pPr>
            <a:r>
              <a:rPr lang="zh-CN" altLang="en-US" sz="13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选择“常规”选项卡，如图所示，可以看到文件夹的常规属性，选中“隐藏”。</a:t>
            </a:r>
          </a:p>
          <a:p>
            <a:pPr marL="400050" lvl="0" indent="-400050" algn="l" fontAlgn="ctr">
              <a:lnSpc>
                <a:spcPct val="130000"/>
              </a:lnSpc>
              <a:spcBef>
                <a:spcPts val="1000"/>
              </a:spcBef>
              <a:spcAft>
                <a:spcPts val="0"/>
              </a:spcAft>
              <a:buSzPct val="100000"/>
              <a:buFont typeface="+mj-ea"/>
              <a:buAutoNum type="ea1JpnChsDbPeriod"/>
            </a:pPr>
            <a:r>
              <a:rPr lang="zh-CN" altLang="en-US" sz="13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单击“应用”按钮可以立即应用到该文件夹；单击“确定”按钮返回。</a:t>
            </a:r>
          </a:p>
        </p:txBody>
      </p:sp>
      <p:cxnSp>
        <p:nvCxnSpPr>
          <p:cNvPr id="12" name="直接连接符 11"/>
          <p:cNvCxnSpPr/>
          <p:nvPr>
            <p:custDataLst>
              <p:tags r:id="rId7"/>
            </p:custDataLst>
          </p:nvPr>
        </p:nvCxnSpPr>
        <p:spPr>
          <a:xfrm>
            <a:off x="8550275" y="325755"/>
            <a:ext cx="152400"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8550275" y="381635"/>
            <a:ext cx="116840"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67055" y="294005"/>
            <a:ext cx="3421380" cy="368300"/>
          </a:xfrm>
          <a:prstGeom prst="rect">
            <a:avLst/>
          </a:prstGeom>
          <a:noFill/>
        </p:spPr>
        <p:txBody>
          <a:bodyPr wrap="square" rtlCol="0" anchor="t">
            <a:spAutoFit/>
          </a:bodyPr>
          <a:lstStyle/>
          <a:p>
            <a:r>
              <a:rPr lang="zh-CN" altLang="en-US"/>
              <a:t>使用快捷菜单新建文件夹</a:t>
            </a:r>
          </a:p>
        </p:txBody>
      </p:sp>
      <p:sp>
        <p:nvSpPr>
          <p:cNvPr id="3" name="文本框 2"/>
          <p:cNvSpPr txBox="1"/>
          <p:nvPr/>
        </p:nvSpPr>
        <p:spPr>
          <a:xfrm>
            <a:off x="591185" y="875030"/>
            <a:ext cx="7961630" cy="1050290"/>
          </a:xfrm>
          <a:prstGeom prst="rect">
            <a:avLst/>
          </a:prstGeom>
          <a:noFill/>
        </p:spPr>
        <p:txBody>
          <a:bodyPr wrap="square" rtlCol="0" anchor="t">
            <a:spAutoFit/>
          </a:bodyPr>
          <a:lstStyle/>
          <a:p>
            <a:pPr>
              <a:lnSpc>
                <a:spcPct val="130000"/>
              </a:lnSpc>
              <a:spcBef>
                <a:spcPts val="0"/>
              </a:spcBef>
              <a:spcAft>
                <a:spcPts val="0"/>
              </a:spcAft>
            </a:pPr>
            <a:r>
              <a:rPr lang="zh-CN" altLang="en-US" sz="1200"/>
              <a:t>（1）打开文件资源管理器窗口。</a:t>
            </a:r>
          </a:p>
          <a:p>
            <a:pPr>
              <a:lnSpc>
                <a:spcPct val="130000"/>
              </a:lnSpc>
              <a:spcBef>
                <a:spcPts val="0"/>
              </a:spcBef>
              <a:spcAft>
                <a:spcPts val="0"/>
              </a:spcAft>
            </a:pPr>
            <a:r>
              <a:rPr lang="zh-CN" altLang="en-US" sz="1200"/>
              <a:t>（2）在右侧的内容窗格中，右键单击文件和文件夹名之外的空白区域，在快捷菜单中，单击“新建”→“文件夹”，如图所示。此时，在内容窗格名称列表底部将新建一个文件夹，默认文件夹名为“新建文件夹”。</a:t>
            </a:r>
          </a:p>
          <a:p>
            <a:pPr>
              <a:lnSpc>
                <a:spcPct val="130000"/>
              </a:lnSpc>
              <a:spcBef>
                <a:spcPts val="0"/>
              </a:spcBef>
              <a:spcAft>
                <a:spcPts val="0"/>
              </a:spcAft>
            </a:pPr>
            <a:r>
              <a:rPr lang="zh-CN" altLang="en-US" sz="1200"/>
              <a:t>（3）直接输入新的文件名称（例如“dd”），然后按Enter 键或鼠标单击其他空白区域。</a:t>
            </a:r>
          </a:p>
        </p:txBody>
      </p:sp>
      <p:sp>
        <p:nvSpPr>
          <p:cNvPr id="4" name="文本框 3"/>
          <p:cNvSpPr txBox="1"/>
          <p:nvPr/>
        </p:nvSpPr>
        <p:spPr>
          <a:xfrm>
            <a:off x="624840" y="4584700"/>
            <a:ext cx="7961630" cy="275590"/>
          </a:xfrm>
          <a:prstGeom prst="rect">
            <a:avLst/>
          </a:prstGeom>
          <a:noFill/>
        </p:spPr>
        <p:txBody>
          <a:bodyPr wrap="square" rtlCol="0" anchor="t">
            <a:spAutoFit/>
          </a:bodyPr>
          <a:lstStyle/>
          <a:p>
            <a:r>
              <a:rPr lang="zh-CN" altLang="en-US" sz="1200">
                <a:sym typeface="+mn-ea"/>
              </a:rPr>
              <a:t>同样地，右击桌面上的空白处，在快捷菜单中单击“新建”→“文件夹”命令，也可以在桌面上新建一个文件夹。</a:t>
            </a:r>
          </a:p>
        </p:txBody>
      </p:sp>
      <p:grpSp>
        <p:nvGrpSpPr>
          <p:cNvPr id="10" name="组合 9"/>
          <p:cNvGrpSpPr/>
          <p:nvPr/>
        </p:nvGrpSpPr>
        <p:grpSpPr>
          <a:xfrm>
            <a:off x="591185" y="1917700"/>
            <a:ext cx="7961630" cy="2548255"/>
            <a:chOff x="984" y="2886"/>
            <a:chExt cx="12538" cy="4013"/>
          </a:xfrm>
        </p:grpSpPr>
        <p:pic>
          <p:nvPicPr>
            <p:cNvPr id="6" name="图片 5"/>
            <p:cNvPicPr>
              <a:picLocks noChangeAspect="1"/>
            </p:cNvPicPr>
            <p:nvPr/>
          </p:nvPicPr>
          <p:blipFill>
            <a:blip r:embed="rId4"/>
            <a:srcRect l="21882" t="19538" r="33309" b="22588"/>
            <a:stretch>
              <a:fillRect/>
            </a:stretch>
          </p:blipFill>
          <p:spPr>
            <a:xfrm>
              <a:off x="984" y="2886"/>
              <a:ext cx="5524" cy="4013"/>
            </a:xfrm>
            <a:prstGeom prst="rect">
              <a:avLst/>
            </a:prstGeom>
          </p:spPr>
        </p:pic>
        <p:pic>
          <p:nvPicPr>
            <p:cNvPr id="8" name="图片 7"/>
            <p:cNvPicPr>
              <a:picLocks noChangeAspect="1"/>
            </p:cNvPicPr>
            <p:nvPr/>
          </p:nvPicPr>
          <p:blipFill>
            <a:blip r:embed="rId5"/>
            <a:stretch>
              <a:fillRect/>
            </a:stretch>
          </p:blipFill>
          <p:spPr>
            <a:xfrm>
              <a:off x="6508" y="2886"/>
              <a:ext cx="7014" cy="4013"/>
            </a:xfrm>
            <a:prstGeom prst="rect">
              <a:avLst/>
            </a:prstGeom>
          </p:spPr>
        </p:pic>
        <p:sp>
          <p:nvSpPr>
            <p:cNvPr id="9" name="圆角右箭头 8"/>
            <p:cNvSpPr/>
            <p:nvPr/>
          </p:nvSpPr>
          <p:spPr>
            <a:xfrm flipV="1">
              <a:off x="5703" y="3525"/>
              <a:ext cx="2280" cy="3374"/>
            </a:xfrm>
            <a:prstGeom prst="bentArrow">
              <a:avLst>
                <a:gd name="adj1" fmla="val 25000"/>
                <a:gd name="adj2" fmla="val 25000"/>
                <a:gd name="adj3" fmla="val 25014"/>
                <a:gd name="adj4" fmla="val 4527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63" name="图片 62"/>
          <p:cNvPicPr>
            <a:picLocks noChangeAspect="1"/>
          </p:cNvPicPr>
          <p:nvPr userDrawn="1">
            <p:custDataLst>
              <p:tags r:id="rId2"/>
            </p:custDataLst>
          </p:nvPr>
        </p:nvPicPr>
        <p:blipFill>
          <a:blip r:embed="rId14">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
        <p:nvSpPr>
          <p:cNvPr id="13" name="矩形 12"/>
          <p:cNvSpPr/>
          <p:nvPr userDrawn="1">
            <p:custDataLst>
              <p:tags r:id="rId3"/>
            </p:custDataLst>
          </p:nvPr>
        </p:nvSpPr>
        <p:spPr>
          <a:xfrm>
            <a:off x="0" y="0"/>
            <a:ext cx="9144000" cy="694373"/>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rgbClr val="FFFFFF"/>
              </a:solidFill>
              <a:latin typeface="微软雅黑" panose="020B0503020204020204" pitchFamily="34" charset="-122"/>
              <a:ea typeface="微软雅黑" panose="020B0503020204020204" pitchFamily="34" charset="-122"/>
              <a:sym typeface="+mn-ea"/>
            </a:endParaRPr>
          </a:p>
        </p:txBody>
      </p:sp>
      <p:sp>
        <p:nvSpPr>
          <p:cNvPr id="12" name="Title 6"/>
          <p:cNvSpPr txBox="1"/>
          <p:nvPr>
            <p:custDataLst>
              <p:tags r:id="rId4"/>
            </p:custDataLst>
          </p:nvPr>
        </p:nvSpPr>
        <p:spPr>
          <a:xfrm>
            <a:off x="456299" y="114750"/>
            <a:ext cx="8230987" cy="456300"/>
          </a:xfrm>
          <a:prstGeom prst="rect">
            <a:avLst/>
          </a:prstGeom>
          <a:noFill/>
          <a:ln w="3175">
            <a:noFill/>
            <a:prstDash val="dash"/>
          </a:ln>
        </p:spPr>
        <p:txBody>
          <a:bodyPr wrap="square" lIns="54000" tIns="27000" rIns="54000" bIns="27000" anchor="b"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indent="0" algn="l">
              <a:lnSpc>
                <a:spcPct val="100000"/>
              </a:lnSpc>
              <a:spcBef>
                <a:spcPts val="0"/>
              </a:spcBef>
              <a:spcAft>
                <a:spcPts val="0"/>
              </a:spcAft>
              <a:buSzPct val="100000"/>
              <a:buNone/>
              <a:defRPr/>
            </a:pPr>
            <a:r>
              <a:rPr lang="zh-CN" altLang="en-US" sz="2400" b="1" spc="150">
                <a:ln w="3175">
                  <a:noFill/>
                  <a:prstDash val="dash"/>
                </a:ln>
                <a:solidFill>
                  <a:srgbClr val="7F7F7F"/>
                </a:solidFill>
                <a:latin typeface="微软雅黑" panose="020B0503020204020204" pitchFamily="34" charset="-122"/>
                <a:ea typeface="微软雅黑" panose="020B0503020204020204" pitchFamily="34" charset="-122"/>
                <a:cs typeface="微软雅黑" panose="020B0503020204020204" pitchFamily="34" charset="-122"/>
              </a:rPr>
              <a:t>使用功能区新建文件夹</a:t>
            </a:r>
          </a:p>
        </p:txBody>
      </p:sp>
      <p:sp>
        <p:nvSpPr>
          <p:cNvPr id="6" name="矩形 5"/>
          <p:cNvSpPr/>
          <p:nvPr>
            <p:custDataLst>
              <p:tags r:id="rId5"/>
            </p:custDataLst>
          </p:nvPr>
        </p:nvSpPr>
        <p:spPr>
          <a:xfrm>
            <a:off x="456715" y="1193531"/>
            <a:ext cx="5058709" cy="2970717"/>
          </a:xfrm>
          <a:prstGeom prst="rect">
            <a:avLst/>
          </a:prstGeom>
          <a:solidFill>
            <a:srgbClr val="FFFFFF"/>
          </a:solidFill>
          <a:ln>
            <a:noFill/>
          </a:ln>
          <a:effectLst>
            <a:outerShdw blurRad="127000" dist="38100" dir="540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200" b="1" i="0" u="none" strike="noStrike" kern="1200" cap="none" spc="0" normalizeH="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 name="矩形 6"/>
          <p:cNvSpPr/>
          <p:nvPr>
            <p:custDataLst>
              <p:tags r:id="rId6"/>
            </p:custDataLst>
          </p:nvPr>
        </p:nvSpPr>
        <p:spPr>
          <a:xfrm>
            <a:off x="5969218" y="1193531"/>
            <a:ext cx="2718069" cy="2970717"/>
          </a:xfrm>
          <a:prstGeom prst="rect">
            <a:avLst/>
          </a:prstGeom>
          <a:solidFill>
            <a:srgbClr val="FFFFFF"/>
          </a:solidFill>
          <a:ln>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200" b="1" i="0" u="none" strike="noStrike" kern="1200" cap="none" spc="0" normalizeH="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 name="TextBox 13"/>
          <p:cNvSpPr txBox="1"/>
          <p:nvPr>
            <p:custDataLst>
              <p:tags r:id="rId7"/>
            </p:custDataLst>
          </p:nvPr>
        </p:nvSpPr>
        <p:spPr>
          <a:xfrm>
            <a:off x="456300" y="4681430"/>
            <a:ext cx="2176785" cy="169943"/>
          </a:xfrm>
          <a:prstGeom prst="rect">
            <a:avLst/>
          </a:prstGeom>
          <a:noFill/>
          <a:ln>
            <a:noFill/>
          </a:ln>
        </p:spPr>
        <p:txBody>
          <a:bodyPr wrap="square" lIns="67500" tIns="27000" rIns="67500" bIns="270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50" b="0" i="0" u="none" strike="noStrike" kern="1200" cap="none" spc="150" normalizeH="0" noProof="0" dirty="0">
                <a:ln>
                  <a:noFill/>
                </a:ln>
                <a:solidFill>
                  <a:schemeClr val="accent3">
                    <a:lumMod val="75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https://</a:t>
            </a:r>
            <a:r>
              <a:rPr kumimoji="0" lang="en-US" altLang="zh-CN" sz="750" b="1" i="0" u="none" strike="noStrike" kern="1200" cap="none" spc="150" normalizeH="0" noProof="0" dirty="0">
                <a:ln>
                  <a:noFill/>
                </a:ln>
                <a:solidFill>
                  <a:schemeClr val="accent4">
                    <a:lumMod val="75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www.textbookcenter.cn</a:t>
            </a:r>
          </a:p>
        </p:txBody>
      </p:sp>
      <p:sp>
        <p:nvSpPr>
          <p:cNvPr id="9" name="椭圆 8"/>
          <p:cNvSpPr>
            <a:spLocks noChangeAspect="1"/>
          </p:cNvSpPr>
          <p:nvPr>
            <p:custDataLst>
              <p:tags r:id="rId8"/>
            </p:custDataLst>
          </p:nvPr>
        </p:nvSpPr>
        <p:spPr>
          <a:xfrm>
            <a:off x="8644255" y="4744720"/>
            <a:ext cx="43180" cy="43180"/>
          </a:xfrm>
          <a:prstGeom prst="ellipse">
            <a:avLst/>
          </a:prstGeom>
          <a:solidFill>
            <a:srgbClr val="EF1F47"/>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defPPr>
              <a:defRPr lang="zh-CN">
                <a:solidFill>
                  <a:sysClr val="window" lastClr="FFFFFF"/>
                </a:solidFill>
              </a:defRPr>
            </a:defPPr>
            <a:lvl1pPr marL="0" algn="l" defTabSz="914400" rtl="0" eaLnBrk="1" latinLnBrk="0" hangingPunct="1">
              <a:defRPr sz="1800" kern="1200">
                <a:solidFill>
                  <a:sysClr val="window" lastClr="FFFFFF"/>
                </a:solidFill>
                <a:latin typeface="+mn-lt"/>
                <a:ea typeface="+mn-ea"/>
                <a:cs typeface="+mn-cs"/>
              </a:defRPr>
            </a:lvl1pPr>
            <a:lvl2pPr marL="457200" algn="l" defTabSz="914400" rtl="0" eaLnBrk="1" latinLnBrk="0" hangingPunct="1">
              <a:defRPr sz="1800" kern="1200">
                <a:solidFill>
                  <a:sysClr val="window" lastClr="FFFFFF"/>
                </a:solidFill>
                <a:latin typeface="+mn-lt"/>
                <a:ea typeface="+mn-ea"/>
                <a:cs typeface="+mn-cs"/>
              </a:defRPr>
            </a:lvl2pPr>
            <a:lvl3pPr marL="914400" algn="l" defTabSz="914400" rtl="0" eaLnBrk="1" latinLnBrk="0" hangingPunct="1">
              <a:defRPr sz="1800" kern="1200">
                <a:solidFill>
                  <a:sysClr val="window" lastClr="FFFFFF"/>
                </a:solidFill>
                <a:latin typeface="+mn-lt"/>
                <a:ea typeface="+mn-ea"/>
                <a:cs typeface="+mn-cs"/>
              </a:defRPr>
            </a:lvl3pPr>
            <a:lvl4pPr marL="1371600" algn="l" defTabSz="914400" rtl="0" eaLnBrk="1" latinLnBrk="0" hangingPunct="1">
              <a:defRPr sz="1800" kern="1200">
                <a:solidFill>
                  <a:sysClr val="window" lastClr="FFFFFF"/>
                </a:solidFill>
                <a:latin typeface="+mn-lt"/>
                <a:ea typeface="+mn-ea"/>
                <a:cs typeface="+mn-cs"/>
              </a:defRPr>
            </a:lvl4pPr>
            <a:lvl5pPr marL="1828800" algn="l" defTabSz="914400" rtl="0" eaLnBrk="1" latinLnBrk="0" hangingPunct="1">
              <a:defRPr sz="1800" kern="1200">
                <a:solidFill>
                  <a:sysClr val="window" lastClr="FFFFFF"/>
                </a:solidFill>
                <a:latin typeface="+mn-lt"/>
                <a:ea typeface="+mn-ea"/>
                <a:cs typeface="+mn-cs"/>
              </a:defRPr>
            </a:lvl5pPr>
            <a:lvl6pPr marL="2286000" algn="l" defTabSz="914400" rtl="0" eaLnBrk="1" latinLnBrk="0" hangingPunct="1">
              <a:defRPr sz="1800" kern="1200">
                <a:solidFill>
                  <a:sysClr val="window" lastClr="FFFFFF"/>
                </a:solidFill>
                <a:latin typeface="+mn-lt"/>
                <a:ea typeface="+mn-ea"/>
                <a:cs typeface="+mn-cs"/>
              </a:defRPr>
            </a:lvl6pPr>
            <a:lvl7pPr marL="2743200" algn="l" defTabSz="914400" rtl="0" eaLnBrk="1" latinLnBrk="0" hangingPunct="1">
              <a:defRPr sz="1800" kern="1200">
                <a:solidFill>
                  <a:sysClr val="window" lastClr="FFFFFF"/>
                </a:solidFill>
                <a:latin typeface="+mn-lt"/>
                <a:ea typeface="+mn-ea"/>
                <a:cs typeface="+mn-cs"/>
              </a:defRPr>
            </a:lvl7pPr>
            <a:lvl8pPr marL="3200400" algn="l" defTabSz="914400" rtl="0" eaLnBrk="1" latinLnBrk="0" hangingPunct="1">
              <a:defRPr sz="1800" kern="1200">
                <a:solidFill>
                  <a:sysClr val="window" lastClr="FFFFFF"/>
                </a:solidFill>
                <a:latin typeface="+mn-lt"/>
                <a:ea typeface="+mn-ea"/>
                <a:cs typeface="+mn-cs"/>
              </a:defRPr>
            </a:lvl8pPr>
            <a:lvl9pPr marL="3657600" algn="l" defTabSz="914400" rtl="0" eaLnBrk="1" latinLnBrk="0" hangingPunct="1">
              <a:defRPr sz="1800" kern="1200">
                <a:solidFill>
                  <a:sysClr val="window" lastClr="FFFFFF"/>
                </a:solidFill>
                <a:latin typeface="+mn-lt"/>
                <a:ea typeface="+mn-ea"/>
                <a:cs typeface="+mn-cs"/>
              </a:defRPr>
            </a:lvl9pPr>
          </a:lstStyle>
          <a:p>
            <a:pPr algn="ctr"/>
            <a:endParaRPr lang="zh-CN" altLang="en-US" sz="1350">
              <a:solidFill>
                <a:sysClr val="window" lastClr="FFFFFF"/>
              </a:solidFill>
              <a:latin typeface="微软雅黑" panose="020B0503020204020204" pitchFamily="34" charset="-122"/>
              <a:ea typeface="微软雅黑" panose="020B0503020204020204" pitchFamily="34" charset="-122"/>
            </a:endParaRPr>
          </a:p>
        </p:txBody>
      </p:sp>
      <p:sp>
        <p:nvSpPr>
          <p:cNvPr id="10" name="椭圆 9"/>
          <p:cNvSpPr/>
          <p:nvPr>
            <p:custDataLst>
              <p:tags r:id="rId9"/>
            </p:custDataLst>
          </p:nvPr>
        </p:nvSpPr>
        <p:spPr>
          <a:xfrm>
            <a:off x="8406765" y="4744720"/>
            <a:ext cx="43180" cy="43180"/>
          </a:xfrm>
          <a:prstGeom prst="ellipse">
            <a:avLst/>
          </a:prstGeom>
          <a:solidFill>
            <a:srgbClr val="EF1F47"/>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defPPr>
              <a:defRPr lang="zh-CN">
                <a:solidFill>
                  <a:sysClr val="window" lastClr="FFFFFF"/>
                </a:solidFill>
              </a:defRPr>
            </a:defPPr>
            <a:lvl1pPr marL="0" algn="l" defTabSz="914400" rtl="0" eaLnBrk="1" latinLnBrk="0" hangingPunct="1">
              <a:defRPr sz="1800" kern="1200">
                <a:solidFill>
                  <a:sysClr val="window" lastClr="FFFFFF"/>
                </a:solidFill>
                <a:latin typeface="+mn-lt"/>
                <a:ea typeface="+mn-ea"/>
                <a:cs typeface="+mn-cs"/>
              </a:defRPr>
            </a:lvl1pPr>
            <a:lvl2pPr marL="457200" algn="l" defTabSz="914400" rtl="0" eaLnBrk="1" latinLnBrk="0" hangingPunct="1">
              <a:defRPr sz="1800" kern="1200">
                <a:solidFill>
                  <a:sysClr val="window" lastClr="FFFFFF"/>
                </a:solidFill>
                <a:latin typeface="+mn-lt"/>
                <a:ea typeface="+mn-ea"/>
                <a:cs typeface="+mn-cs"/>
              </a:defRPr>
            </a:lvl2pPr>
            <a:lvl3pPr marL="914400" algn="l" defTabSz="914400" rtl="0" eaLnBrk="1" latinLnBrk="0" hangingPunct="1">
              <a:defRPr sz="1800" kern="1200">
                <a:solidFill>
                  <a:sysClr val="window" lastClr="FFFFFF"/>
                </a:solidFill>
                <a:latin typeface="+mn-lt"/>
                <a:ea typeface="+mn-ea"/>
                <a:cs typeface="+mn-cs"/>
              </a:defRPr>
            </a:lvl3pPr>
            <a:lvl4pPr marL="1371600" algn="l" defTabSz="914400" rtl="0" eaLnBrk="1" latinLnBrk="0" hangingPunct="1">
              <a:defRPr sz="1800" kern="1200">
                <a:solidFill>
                  <a:sysClr val="window" lastClr="FFFFFF"/>
                </a:solidFill>
                <a:latin typeface="+mn-lt"/>
                <a:ea typeface="+mn-ea"/>
                <a:cs typeface="+mn-cs"/>
              </a:defRPr>
            </a:lvl4pPr>
            <a:lvl5pPr marL="1828800" algn="l" defTabSz="914400" rtl="0" eaLnBrk="1" latinLnBrk="0" hangingPunct="1">
              <a:defRPr sz="1800" kern="1200">
                <a:solidFill>
                  <a:sysClr val="window" lastClr="FFFFFF"/>
                </a:solidFill>
                <a:latin typeface="+mn-lt"/>
                <a:ea typeface="+mn-ea"/>
                <a:cs typeface="+mn-cs"/>
              </a:defRPr>
            </a:lvl5pPr>
            <a:lvl6pPr marL="2286000" algn="l" defTabSz="914400" rtl="0" eaLnBrk="1" latinLnBrk="0" hangingPunct="1">
              <a:defRPr sz="1800" kern="1200">
                <a:solidFill>
                  <a:sysClr val="window" lastClr="FFFFFF"/>
                </a:solidFill>
                <a:latin typeface="+mn-lt"/>
                <a:ea typeface="+mn-ea"/>
                <a:cs typeface="+mn-cs"/>
              </a:defRPr>
            </a:lvl6pPr>
            <a:lvl7pPr marL="2743200" algn="l" defTabSz="914400" rtl="0" eaLnBrk="1" latinLnBrk="0" hangingPunct="1">
              <a:defRPr sz="1800" kern="1200">
                <a:solidFill>
                  <a:sysClr val="window" lastClr="FFFFFF"/>
                </a:solidFill>
                <a:latin typeface="+mn-lt"/>
                <a:ea typeface="+mn-ea"/>
                <a:cs typeface="+mn-cs"/>
              </a:defRPr>
            </a:lvl7pPr>
            <a:lvl8pPr marL="3200400" algn="l" defTabSz="914400" rtl="0" eaLnBrk="1" latinLnBrk="0" hangingPunct="1">
              <a:defRPr sz="1800" kern="1200">
                <a:solidFill>
                  <a:sysClr val="window" lastClr="FFFFFF"/>
                </a:solidFill>
                <a:latin typeface="+mn-lt"/>
                <a:ea typeface="+mn-ea"/>
                <a:cs typeface="+mn-cs"/>
              </a:defRPr>
            </a:lvl8pPr>
            <a:lvl9pPr marL="3657600" algn="l" defTabSz="914400" rtl="0" eaLnBrk="1" latinLnBrk="0" hangingPunct="1">
              <a:defRPr sz="1800" kern="1200">
                <a:solidFill>
                  <a:sysClr val="window" lastClr="FFFFFF"/>
                </a:solidFill>
                <a:latin typeface="+mn-lt"/>
                <a:ea typeface="+mn-ea"/>
                <a:cs typeface="+mn-cs"/>
              </a:defRPr>
            </a:lvl9pPr>
          </a:lstStyle>
          <a:p>
            <a:pPr algn="ctr"/>
            <a:endParaRPr lang="zh-CN" altLang="en-US" sz="1350">
              <a:solidFill>
                <a:sysClr val="window" lastClr="FFFFFF"/>
              </a:solidFill>
              <a:latin typeface="微软雅黑" panose="020B0503020204020204" pitchFamily="34" charset="-122"/>
              <a:ea typeface="微软雅黑" panose="020B0503020204020204" pitchFamily="34" charset="-122"/>
            </a:endParaRPr>
          </a:p>
        </p:txBody>
      </p:sp>
      <p:sp>
        <p:nvSpPr>
          <p:cNvPr id="11" name="椭圆 10"/>
          <p:cNvSpPr>
            <a:spLocks noChangeAspect="1"/>
          </p:cNvSpPr>
          <p:nvPr>
            <p:custDataLst>
              <p:tags r:id="rId10"/>
            </p:custDataLst>
          </p:nvPr>
        </p:nvSpPr>
        <p:spPr>
          <a:xfrm>
            <a:off x="8525510" y="4744720"/>
            <a:ext cx="43180" cy="43180"/>
          </a:xfrm>
          <a:prstGeom prst="ellipse">
            <a:avLst/>
          </a:prstGeom>
          <a:solidFill>
            <a:srgbClr val="EF1F47"/>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defPPr>
              <a:defRPr lang="zh-CN">
                <a:solidFill>
                  <a:sysClr val="window" lastClr="FFFFFF"/>
                </a:solidFill>
              </a:defRPr>
            </a:defPPr>
            <a:lvl1pPr marL="0" algn="l" defTabSz="914400" rtl="0" eaLnBrk="1" latinLnBrk="0" hangingPunct="1">
              <a:defRPr sz="1800" kern="1200">
                <a:solidFill>
                  <a:sysClr val="window" lastClr="FFFFFF"/>
                </a:solidFill>
                <a:latin typeface="+mn-lt"/>
                <a:ea typeface="+mn-ea"/>
                <a:cs typeface="+mn-cs"/>
              </a:defRPr>
            </a:lvl1pPr>
            <a:lvl2pPr marL="457200" algn="l" defTabSz="914400" rtl="0" eaLnBrk="1" latinLnBrk="0" hangingPunct="1">
              <a:defRPr sz="1800" kern="1200">
                <a:solidFill>
                  <a:sysClr val="window" lastClr="FFFFFF"/>
                </a:solidFill>
                <a:latin typeface="+mn-lt"/>
                <a:ea typeface="+mn-ea"/>
                <a:cs typeface="+mn-cs"/>
              </a:defRPr>
            </a:lvl2pPr>
            <a:lvl3pPr marL="914400" algn="l" defTabSz="914400" rtl="0" eaLnBrk="1" latinLnBrk="0" hangingPunct="1">
              <a:defRPr sz="1800" kern="1200">
                <a:solidFill>
                  <a:sysClr val="window" lastClr="FFFFFF"/>
                </a:solidFill>
                <a:latin typeface="+mn-lt"/>
                <a:ea typeface="+mn-ea"/>
                <a:cs typeface="+mn-cs"/>
              </a:defRPr>
            </a:lvl3pPr>
            <a:lvl4pPr marL="1371600" algn="l" defTabSz="914400" rtl="0" eaLnBrk="1" latinLnBrk="0" hangingPunct="1">
              <a:defRPr sz="1800" kern="1200">
                <a:solidFill>
                  <a:sysClr val="window" lastClr="FFFFFF"/>
                </a:solidFill>
                <a:latin typeface="+mn-lt"/>
                <a:ea typeface="+mn-ea"/>
                <a:cs typeface="+mn-cs"/>
              </a:defRPr>
            </a:lvl4pPr>
            <a:lvl5pPr marL="1828800" algn="l" defTabSz="914400" rtl="0" eaLnBrk="1" latinLnBrk="0" hangingPunct="1">
              <a:defRPr sz="1800" kern="1200">
                <a:solidFill>
                  <a:sysClr val="window" lastClr="FFFFFF"/>
                </a:solidFill>
                <a:latin typeface="+mn-lt"/>
                <a:ea typeface="+mn-ea"/>
                <a:cs typeface="+mn-cs"/>
              </a:defRPr>
            </a:lvl5pPr>
            <a:lvl6pPr marL="2286000" algn="l" defTabSz="914400" rtl="0" eaLnBrk="1" latinLnBrk="0" hangingPunct="1">
              <a:defRPr sz="1800" kern="1200">
                <a:solidFill>
                  <a:sysClr val="window" lastClr="FFFFFF"/>
                </a:solidFill>
                <a:latin typeface="+mn-lt"/>
                <a:ea typeface="+mn-ea"/>
                <a:cs typeface="+mn-cs"/>
              </a:defRPr>
            </a:lvl6pPr>
            <a:lvl7pPr marL="2743200" algn="l" defTabSz="914400" rtl="0" eaLnBrk="1" latinLnBrk="0" hangingPunct="1">
              <a:defRPr sz="1800" kern="1200">
                <a:solidFill>
                  <a:sysClr val="window" lastClr="FFFFFF"/>
                </a:solidFill>
                <a:latin typeface="+mn-lt"/>
                <a:ea typeface="+mn-ea"/>
                <a:cs typeface="+mn-cs"/>
              </a:defRPr>
            </a:lvl7pPr>
            <a:lvl8pPr marL="3200400" algn="l" defTabSz="914400" rtl="0" eaLnBrk="1" latinLnBrk="0" hangingPunct="1">
              <a:defRPr sz="1800" kern="1200">
                <a:solidFill>
                  <a:sysClr val="window" lastClr="FFFFFF"/>
                </a:solidFill>
                <a:latin typeface="+mn-lt"/>
                <a:ea typeface="+mn-ea"/>
                <a:cs typeface="+mn-cs"/>
              </a:defRPr>
            </a:lvl8pPr>
            <a:lvl9pPr marL="3657600" algn="l" defTabSz="914400" rtl="0" eaLnBrk="1" latinLnBrk="0" hangingPunct="1">
              <a:defRPr sz="1800" kern="1200">
                <a:solidFill>
                  <a:sysClr val="window" lastClr="FFFFFF"/>
                </a:solidFill>
                <a:latin typeface="+mn-lt"/>
                <a:ea typeface="+mn-ea"/>
                <a:cs typeface="+mn-cs"/>
              </a:defRPr>
            </a:lvl9pPr>
          </a:lstStyle>
          <a:p>
            <a:pPr algn="ctr"/>
            <a:endParaRPr lang="zh-CN" altLang="en-US" sz="1350">
              <a:solidFill>
                <a:sysClr val="window" lastClr="FFFFFF"/>
              </a:solidFill>
              <a:latin typeface="微软雅黑" panose="020B0503020204020204" pitchFamily="34" charset="-122"/>
              <a:ea typeface="微软雅黑" panose="020B0503020204020204" pitchFamily="34" charset="-122"/>
            </a:endParaRPr>
          </a:p>
        </p:txBody>
      </p:sp>
      <p:sp>
        <p:nvSpPr>
          <p:cNvPr id="15" name="Title 6"/>
          <p:cNvSpPr txBox="1"/>
          <p:nvPr>
            <p:custDataLst>
              <p:tags r:id="rId11"/>
            </p:custDataLst>
          </p:nvPr>
        </p:nvSpPr>
        <p:spPr>
          <a:xfrm>
            <a:off x="6197368" y="1423031"/>
            <a:ext cx="2252822" cy="2511717"/>
          </a:xfrm>
          <a:prstGeom prst="rect">
            <a:avLst/>
          </a:prstGeom>
          <a:noFill/>
          <a:ln w="3175">
            <a:noFill/>
            <a:prstDash val="dash"/>
          </a:ln>
        </p:spPr>
        <p:txBody>
          <a:bodyPr wrap="square" lIns="54000" tIns="0" rIns="54000" bIns="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a:lnSpc>
                <a:spcPct val="130000"/>
              </a:lnSpc>
              <a:spcBef>
                <a:spcPts val="0"/>
              </a:spcBef>
              <a:spcAft>
                <a:spcPts val="800"/>
              </a:spcAft>
              <a:buSzPct val="100000"/>
              <a:buFont typeface="Wingdings" panose="05000000000000000000" pitchFamily="2" charset="2"/>
              <a:buChar char="n"/>
            </a:pPr>
            <a:r>
              <a:rPr lang="zh-CN" altLang="en-US" sz="14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展开功能区，在“主页”选项卡的“新建”组中，单击“新建文件夹”，如图所示。</a:t>
            </a:r>
          </a:p>
          <a:p>
            <a:pPr marL="285750" lvl="0" indent="-285750" algn="l">
              <a:lnSpc>
                <a:spcPct val="130000"/>
              </a:lnSpc>
              <a:spcBef>
                <a:spcPts val="0"/>
              </a:spcBef>
              <a:spcAft>
                <a:spcPts val="800"/>
              </a:spcAft>
              <a:buSzPct val="100000"/>
              <a:buFont typeface="Wingdings" panose="05000000000000000000" pitchFamily="2" charset="2"/>
              <a:buChar char="n"/>
            </a:pPr>
            <a:r>
              <a:rPr lang="zh-CN" altLang="en-US" sz="14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在内容窗格名称列表底部将新建一个文件夹，直接输入新的文件名称，然后按Enter 键。</a:t>
            </a:r>
          </a:p>
        </p:txBody>
      </p:sp>
      <p:grpSp>
        <p:nvGrpSpPr>
          <p:cNvPr id="4" name="组合 3"/>
          <p:cNvGrpSpPr/>
          <p:nvPr/>
        </p:nvGrpSpPr>
        <p:grpSpPr>
          <a:xfrm>
            <a:off x="570230" y="1306830"/>
            <a:ext cx="4831080" cy="2744470"/>
            <a:chOff x="898" y="2058"/>
            <a:chExt cx="7608" cy="4322"/>
          </a:xfrm>
        </p:grpSpPr>
        <p:pic>
          <p:nvPicPr>
            <p:cNvPr id="14" name="图片 13"/>
            <p:cNvPicPr>
              <a:picLocks noChangeAspect="1"/>
            </p:cNvPicPr>
            <p:nvPr>
              <p:custDataLst>
                <p:tags r:id="rId12"/>
              </p:custDataLst>
            </p:nvPr>
          </p:nvPicPr>
          <p:blipFill rotWithShape="1">
            <a:blip r:embed="rId15"/>
            <a:srcRect l="-343" r="-343"/>
            <a:stretch>
              <a:fillRect/>
            </a:stretch>
          </p:blipFill>
          <p:spPr>
            <a:xfrm>
              <a:off x="898" y="2058"/>
              <a:ext cx="7609" cy="4323"/>
            </a:xfrm>
            <a:prstGeom prst="rect">
              <a:avLst/>
            </a:prstGeom>
          </p:spPr>
        </p:pic>
        <p:pic>
          <p:nvPicPr>
            <p:cNvPr id="3" name="图片 2" descr="3650462"/>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726" y="3511"/>
              <a:ext cx="159" cy="248"/>
            </a:xfrm>
            <a:prstGeom prst="rect">
              <a:avLst/>
            </a:prstGeom>
          </p:spPr>
        </p:pic>
      </p:gr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7" name="任意多边形: 形状 16"/>
          <p:cNvSpPr/>
          <p:nvPr>
            <p:custDataLst>
              <p:tags r:id="rId2"/>
            </p:custDataLst>
          </p:nvPr>
        </p:nvSpPr>
        <p:spPr>
          <a:xfrm>
            <a:off x="1233488" y="614363"/>
            <a:ext cx="6677025" cy="3914775"/>
          </a:xfrm>
          <a:custGeom>
            <a:avLst/>
            <a:gdLst>
              <a:gd name="connsiteX0" fmla="*/ 1615630 w 8902700"/>
              <a:gd name="connsiteY0" fmla="*/ 0 h 5219700"/>
              <a:gd name="connsiteX1" fmla="*/ 8902700 w 8902700"/>
              <a:gd name="connsiteY1" fmla="*/ 0 h 5219700"/>
              <a:gd name="connsiteX2" fmla="*/ 8902700 w 8902700"/>
              <a:gd name="connsiteY2" fmla="*/ 4099197 h 5219700"/>
              <a:gd name="connsiteX3" fmla="*/ 8873574 w 8902700"/>
              <a:gd name="connsiteY3" fmla="*/ 4100668 h 5219700"/>
              <a:gd name="connsiteX4" fmla="*/ 8018462 w 8902700"/>
              <a:gd name="connsiteY4" fmla="*/ 5048250 h 5219700"/>
              <a:gd name="connsiteX5" fmla="*/ 8035746 w 8902700"/>
              <a:gd name="connsiteY5" fmla="*/ 5219700 h 5219700"/>
              <a:gd name="connsiteX6" fmla="*/ 0 w 8902700"/>
              <a:gd name="connsiteY6" fmla="*/ 5219700 h 5219700"/>
              <a:gd name="connsiteX7" fmla="*/ 0 w 8902700"/>
              <a:gd name="connsiteY7" fmla="*/ 2171633 h 5219700"/>
              <a:gd name="connsiteX8" fmla="*/ 157731 w 8902700"/>
              <a:gd name="connsiteY8" fmla="*/ 2095650 h 5219700"/>
              <a:gd name="connsiteX9" fmla="*/ 1590406 w 8902700"/>
              <a:gd name="connsiteY9" fmla="*/ 165276 h 5219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02700" h="5219700">
                <a:moveTo>
                  <a:pt x="1615630" y="0"/>
                </a:moveTo>
                <a:lnTo>
                  <a:pt x="8902700" y="0"/>
                </a:lnTo>
                <a:lnTo>
                  <a:pt x="8902700" y="4099197"/>
                </a:lnTo>
                <a:lnTo>
                  <a:pt x="8873574" y="4100668"/>
                </a:lnTo>
                <a:cubicBezTo>
                  <a:pt x="8393271" y="4149445"/>
                  <a:pt x="8018462" y="4555077"/>
                  <a:pt x="8018462" y="5048250"/>
                </a:cubicBezTo>
                <a:lnTo>
                  <a:pt x="8035746" y="5219700"/>
                </a:lnTo>
                <a:lnTo>
                  <a:pt x="0" y="5219700"/>
                </a:lnTo>
                <a:lnTo>
                  <a:pt x="0" y="2171633"/>
                </a:lnTo>
                <a:lnTo>
                  <a:pt x="157731" y="2095650"/>
                </a:lnTo>
                <a:cubicBezTo>
                  <a:pt x="884139" y="1701042"/>
                  <a:pt x="1419678" y="999603"/>
                  <a:pt x="1590406" y="165276"/>
                </a:cubicBezTo>
                <a:close/>
              </a:path>
            </a:pathLst>
          </a:custGeom>
          <a:solidFill>
            <a:srgbClr val="FFFFFF"/>
          </a:solidFill>
          <a:ln>
            <a:noFill/>
          </a:ln>
          <a:effectLst>
            <a:outerShdw blurRad="63500" sx="102000" sy="102000" algn="ctr" rotWithShape="0">
              <a:srgbClr val="6969C7">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20000"/>
              </a:lnSpc>
              <a:spcBef>
                <a:spcPct val="0"/>
              </a:spcBef>
              <a:spcAft>
                <a:spcPct val="0"/>
              </a:spcAft>
              <a:buClrTx/>
              <a:buSzTx/>
              <a:buFontTx/>
              <a:buNone/>
              <a:defRPr/>
            </a:pPr>
            <a:endParaRPr kumimoji="1" lang="zh-CN" altLang="en-US" sz="1200" b="1" i="0" u="none" strike="noStrike" kern="1200" cap="none" spc="0" normalizeH="0" baseline="0" noProof="1">
              <a:ln>
                <a:noFill/>
              </a:ln>
              <a:solidFill>
                <a:srgbClr val="FFFFFF"/>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12" name="任意多边形: 形状 11"/>
          <p:cNvSpPr/>
          <p:nvPr>
            <p:custDataLst>
              <p:tags r:id="rId3"/>
            </p:custDataLst>
          </p:nvPr>
        </p:nvSpPr>
        <p:spPr>
          <a:xfrm>
            <a:off x="0" y="0"/>
            <a:ext cx="2196704" cy="2238375"/>
          </a:xfrm>
          <a:custGeom>
            <a:avLst/>
            <a:gdLst>
              <a:gd name="connsiteX0" fmla="*/ 1450664 w 2717800"/>
              <a:gd name="connsiteY0" fmla="*/ 0 h 2768600"/>
              <a:gd name="connsiteX1" fmla="*/ 2693901 w 2717800"/>
              <a:gd name="connsiteY1" fmla="*/ 0 h 2768600"/>
              <a:gd name="connsiteX2" fmla="*/ 2705178 w 2717800"/>
              <a:gd name="connsiteY2" fmla="*/ 73889 h 2768600"/>
              <a:gd name="connsiteX3" fmla="*/ 2717800 w 2717800"/>
              <a:gd name="connsiteY3" fmla="*/ 323850 h 2768600"/>
              <a:gd name="connsiteX4" fmla="*/ 273050 w 2717800"/>
              <a:gd name="connsiteY4" fmla="*/ 2768600 h 2768600"/>
              <a:gd name="connsiteX5" fmla="*/ 23089 w 2717800"/>
              <a:gd name="connsiteY5" fmla="*/ 2755978 h 2768600"/>
              <a:gd name="connsiteX6" fmla="*/ 0 w 2717800"/>
              <a:gd name="connsiteY6" fmla="*/ 2752454 h 2768600"/>
              <a:gd name="connsiteX7" fmla="*/ 0 w 2717800"/>
              <a:gd name="connsiteY7" fmla="*/ 1514526 h 2768600"/>
              <a:gd name="connsiteX8" fmla="*/ 26699 w 2717800"/>
              <a:gd name="connsiteY8" fmla="*/ 1521391 h 2768600"/>
              <a:gd name="connsiteX9" fmla="*/ 273050 w 2717800"/>
              <a:gd name="connsiteY9" fmla="*/ 1546225 h 2768600"/>
              <a:gd name="connsiteX10" fmla="*/ 1495425 w 2717800"/>
              <a:gd name="connsiteY10" fmla="*/ 323850 h 2768600"/>
              <a:gd name="connsiteX11" fmla="*/ 1470591 w 2717800"/>
              <a:gd name="connsiteY11" fmla="*/ 77499 h 276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17800" h="2768600">
                <a:moveTo>
                  <a:pt x="1450664" y="0"/>
                </a:moveTo>
                <a:lnTo>
                  <a:pt x="2693901" y="0"/>
                </a:lnTo>
                <a:lnTo>
                  <a:pt x="2705178" y="73889"/>
                </a:lnTo>
                <a:cubicBezTo>
                  <a:pt x="2713524" y="156074"/>
                  <a:pt x="2717800" y="239463"/>
                  <a:pt x="2717800" y="323850"/>
                </a:cubicBezTo>
                <a:cubicBezTo>
                  <a:pt x="2717800" y="1674048"/>
                  <a:pt x="1623248" y="2768600"/>
                  <a:pt x="273050" y="2768600"/>
                </a:cubicBezTo>
                <a:cubicBezTo>
                  <a:pt x="188663" y="2768600"/>
                  <a:pt x="105274" y="2764325"/>
                  <a:pt x="23089" y="2755978"/>
                </a:cubicBezTo>
                <a:lnTo>
                  <a:pt x="0" y="2752454"/>
                </a:lnTo>
                <a:lnTo>
                  <a:pt x="0" y="1514526"/>
                </a:lnTo>
                <a:lnTo>
                  <a:pt x="26699" y="1521391"/>
                </a:lnTo>
                <a:cubicBezTo>
                  <a:pt x="106273" y="1537674"/>
                  <a:pt x="188663" y="1546225"/>
                  <a:pt x="273050" y="1546225"/>
                </a:cubicBezTo>
                <a:cubicBezTo>
                  <a:pt x="948149" y="1546225"/>
                  <a:pt x="1495425" y="998949"/>
                  <a:pt x="1495425" y="323850"/>
                </a:cubicBezTo>
                <a:cubicBezTo>
                  <a:pt x="1495425" y="239463"/>
                  <a:pt x="1486874" y="157073"/>
                  <a:pt x="1470591" y="77499"/>
                </a:cubicBezTo>
                <a:close/>
              </a:path>
            </a:pathLst>
          </a:custGeom>
          <a:solidFill>
            <a:srgbClr val="A5A5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20000"/>
              </a:lnSpc>
              <a:spcBef>
                <a:spcPct val="0"/>
              </a:spcBef>
              <a:spcAft>
                <a:spcPct val="0"/>
              </a:spcAft>
              <a:buClrTx/>
              <a:buSzTx/>
              <a:buFontTx/>
              <a:buNone/>
              <a:defRPr/>
            </a:pPr>
            <a:endParaRPr kumimoji="1" lang="zh-CN" altLang="en-US" sz="1200" b="1" i="0" u="none" strike="noStrike" kern="1200" cap="none" spc="0" normalizeH="0" baseline="0" noProof="1">
              <a:ln>
                <a:noFill/>
              </a:ln>
              <a:solidFill>
                <a:srgbClr val="FFFFFF"/>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13" name="圆: 空心 12"/>
          <p:cNvSpPr/>
          <p:nvPr>
            <p:custDataLst>
              <p:tags r:id="rId4"/>
            </p:custDataLst>
          </p:nvPr>
        </p:nvSpPr>
        <p:spPr>
          <a:xfrm>
            <a:off x="7459266" y="3907631"/>
            <a:ext cx="902494" cy="903685"/>
          </a:xfrm>
          <a:prstGeom prst="donut">
            <a:avLst/>
          </a:prstGeom>
          <a:solidFill>
            <a:srgbClr val="CEA2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20000"/>
              </a:lnSpc>
              <a:spcBef>
                <a:spcPct val="0"/>
              </a:spcBef>
              <a:spcAft>
                <a:spcPct val="0"/>
              </a:spcAft>
              <a:buClrTx/>
              <a:buSzTx/>
              <a:buFontTx/>
              <a:buNone/>
              <a:defRPr/>
            </a:pPr>
            <a:endParaRPr kumimoji="1" lang="zh-CN" altLang="en-US" sz="1200" b="1" i="0" u="none" strike="noStrike" kern="1200" cap="none" spc="0" normalizeH="0" baseline="0" noProof="1">
              <a:ln>
                <a:noFill/>
              </a:ln>
              <a:solidFill>
                <a:srgbClr val="FFFFFF"/>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19" name="文本框 18"/>
          <p:cNvSpPr txBox="1"/>
          <p:nvPr>
            <p:custDataLst>
              <p:tags r:id="rId5"/>
            </p:custDataLst>
          </p:nvPr>
        </p:nvSpPr>
        <p:spPr>
          <a:xfrm>
            <a:off x="2208848" y="1554004"/>
            <a:ext cx="4726781" cy="730091"/>
          </a:xfrm>
          <a:prstGeom prst="rect">
            <a:avLst/>
          </a:prstGeom>
          <a:noFill/>
        </p:spPr>
        <p:txBody>
          <a:bodyPr lIns="67627" tIns="35242" rIns="67627" bIns="35242" anchor="b" anchorCtr="0">
            <a:normAutofit/>
          </a:bodyPr>
          <a:lstStyle/>
          <a:p>
            <a:pPr marL="0" marR="0" indent="0" algn="ctr" defTabSz="914400" eaLnBrk="1" fontAlgn="auto" hangingPunct="1">
              <a:lnSpc>
                <a:spcPct val="120000"/>
              </a:lnSpc>
              <a:spcBef>
                <a:spcPts val="0"/>
              </a:spcBef>
              <a:spcAft>
                <a:spcPts val="0"/>
              </a:spcAft>
              <a:buSzPct val="100000"/>
              <a:buFontTx/>
              <a:buNone/>
              <a:defRPr/>
            </a:pPr>
            <a:r>
              <a:rPr kumimoji="0" lang="zh-CN" altLang="en-US" sz="3000" b="1" kern="1200" cap="none" spc="300" normalizeH="0" noProof="1">
                <a:solidFill>
                  <a:srgbClr val="404040"/>
                </a:solidFill>
                <a:latin typeface="微软雅黑" panose="020B0503020204020204" pitchFamily="34" charset="-122"/>
                <a:ea typeface="微软雅黑" panose="020B0503020204020204" pitchFamily="34" charset="-122"/>
              </a:rPr>
              <a:t>新建文件</a:t>
            </a:r>
          </a:p>
        </p:txBody>
      </p:sp>
      <p:sp>
        <p:nvSpPr>
          <p:cNvPr id="4" name="文本框 3"/>
          <p:cNvSpPr txBox="1"/>
          <p:nvPr>
            <p:custDataLst>
              <p:tags r:id="rId6"/>
            </p:custDataLst>
          </p:nvPr>
        </p:nvSpPr>
        <p:spPr>
          <a:xfrm>
            <a:off x="2208848" y="2380774"/>
            <a:ext cx="4726781" cy="1305878"/>
          </a:xfrm>
          <a:prstGeom prst="rect">
            <a:avLst/>
          </a:prstGeom>
          <a:noFill/>
        </p:spPr>
        <p:txBody>
          <a:bodyPr lIns="67627" tIns="35242" rIns="67627" bIns="35242">
            <a:noAutofit/>
          </a:bodyPr>
          <a:lstStyle>
            <a:defPPr>
              <a:defRPr lang="zh-CN"/>
            </a:defPPr>
            <a:lvl1pPr fontAlgn="auto">
              <a:lnSpc>
                <a:spcPct val="130000"/>
              </a:lnSpc>
              <a:spcAft>
                <a:spcPts val="1000"/>
              </a:spcAft>
              <a:defRPr sz="1600" spc="150"/>
            </a:lvl1pPr>
          </a:lstStyle>
          <a:p>
            <a:pPr marL="0" marR="0" lvl="0" indent="0" algn="ctr" defTabSz="914400" rtl="0" eaLnBrk="1" fontAlgn="ctr" latinLnBrk="0" hangingPunct="1">
              <a:lnSpc>
                <a:spcPct val="120000"/>
              </a:lnSpc>
              <a:spcBef>
                <a:spcPts val="0"/>
              </a:spcBef>
              <a:spcAft>
                <a:spcPts val="0"/>
              </a:spcAft>
              <a:buClr>
                <a:schemeClr val="tx2">
                  <a:lumMod val="60000"/>
                  <a:lumOff val="40000"/>
                </a:schemeClr>
              </a:buClr>
              <a:buSzPct val="100000"/>
              <a:buFont typeface="WPS-Bullets" pitchFamily="2" charset="0"/>
              <a:buNone/>
              <a:defRPr/>
            </a:pPr>
            <a:r>
              <a:rPr kumimoji="0" lang="zh-CN" altLang="en-US" sz="1500" b="0" i="0" kern="1200" cap="none" spc="150" normalizeH="0" noProof="1">
                <a:ln>
                  <a:noFill/>
                </a:ln>
                <a:solidFill>
                  <a:srgbClr val="404040"/>
                </a:solidFill>
                <a:effectLst/>
                <a:latin typeface="微软雅黑" panose="020B0503020204020204" pitchFamily="34" charset="-122"/>
                <a:ea typeface="微软雅黑" panose="020B0503020204020204" pitchFamily="34" charset="-122"/>
                <a:cs typeface="微软雅黑" panose="020B0503020204020204" pitchFamily="34" charset="-122"/>
              </a:rPr>
              <a:t>文件是通过应用程序新建的，一个应用程序只能新建某种特定类型的文件。例如，Word 应用程序新建.doc 或.docx 文档，记事本应用程序新建.txt 文档，画图应用程序新建.bmp、.jpg 等类型的文件。</a:t>
            </a:r>
          </a:p>
        </p:txBody>
      </p:sp>
      <p:pic>
        <p:nvPicPr>
          <p:cNvPr id="160" name="图片 159"/>
          <p:cNvPicPr>
            <a:picLocks noChangeAspect="1"/>
          </p:cNvPicPr>
          <p:nvPr userDrawn="1">
            <p:custDataLst>
              <p:tags r:id="rId7"/>
            </p:custDataLst>
          </p:nvPr>
        </p:nvPicPr>
        <p:blipFill>
          <a:blip r:embed="rId9">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20" name="组合 19"/>
          <p:cNvGrpSpPr/>
          <p:nvPr userDrawn="1">
            <p:custDataLst>
              <p:tags r:id="rId2"/>
            </p:custDataLst>
          </p:nvPr>
        </p:nvGrpSpPr>
        <p:grpSpPr>
          <a:xfrm rot="20310956">
            <a:off x="219227" y="260732"/>
            <a:ext cx="881159" cy="522149"/>
            <a:chOff x="4175125" y="1726565"/>
            <a:chExt cx="1094105" cy="648335"/>
          </a:xfrm>
        </p:grpSpPr>
        <p:sp>
          <p:nvSpPr>
            <p:cNvPr id="21" name="Freeform 64"/>
            <p:cNvSpPr/>
            <p:nvPr userDrawn="1">
              <p:custDataLst>
                <p:tags r:id="rId10"/>
              </p:custDataLst>
            </p:nvPr>
          </p:nvSpPr>
          <p:spPr bwMode="auto">
            <a:xfrm>
              <a:off x="4175125" y="1726565"/>
              <a:ext cx="1094105" cy="648335"/>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2" name="Rectangle 66"/>
            <p:cNvSpPr>
              <a:spLocks noChangeArrowheads="1"/>
            </p:cNvSpPr>
            <p:nvPr userDrawn="1">
              <p:custDataLst>
                <p:tags r:id="rId11"/>
              </p:custDataLst>
            </p:nvPr>
          </p:nvSpPr>
          <p:spPr bwMode="auto">
            <a:xfrm>
              <a:off x="4249420" y="2235382"/>
              <a:ext cx="897255" cy="704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3" name="Rectangle 67"/>
            <p:cNvSpPr>
              <a:spLocks noChangeArrowheads="1"/>
            </p:cNvSpPr>
            <p:nvPr userDrawn="1">
              <p:custDataLst>
                <p:tags r:id="rId12"/>
              </p:custDataLst>
            </p:nvPr>
          </p:nvSpPr>
          <p:spPr bwMode="auto">
            <a:xfrm>
              <a:off x="4249420" y="2116728"/>
              <a:ext cx="504190" cy="717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4" name="Rectangle 68"/>
            <p:cNvSpPr>
              <a:spLocks noChangeArrowheads="1"/>
            </p:cNvSpPr>
            <p:nvPr userDrawn="1">
              <p:custDataLst>
                <p:tags r:id="rId13"/>
              </p:custDataLst>
            </p:nvPr>
          </p:nvSpPr>
          <p:spPr bwMode="auto">
            <a:xfrm>
              <a:off x="4245610" y="1786255"/>
              <a:ext cx="275590" cy="226695"/>
            </a:xfrm>
            <a:prstGeom prst="rect">
              <a:avLst/>
            </a:prstGeom>
            <a:solidFill>
              <a:srgbClr val="6969C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5" name="Rectangle 69"/>
            <p:cNvSpPr>
              <a:spLocks noChangeArrowheads="1"/>
            </p:cNvSpPr>
            <p:nvPr userDrawn="1">
              <p:custDataLst>
                <p:tags r:id="rId14"/>
              </p:custDataLst>
            </p:nvPr>
          </p:nvSpPr>
          <p:spPr bwMode="auto">
            <a:xfrm>
              <a:off x="4573905" y="1786255"/>
              <a:ext cx="276860" cy="226695"/>
            </a:xfrm>
            <a:prstGeom prst="rect">
              <a:avLst/>
            </a:prstGeom>
            <a:solidFill>
              <a:srgbClr val="DB63A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6" name="Rectangle 70"/>
            <p:cNvSpPr>
              <a:spLocks noChangeArrowheads="1"/>
            </p:cNvSpPr>
            <p:nvPr userDrawn="1">
              <p:custDataLst>
                <p:tags r:id="rId15"/>
              </p:custDataLst>
            </p:nvPr>
          </p:nvSpPr>
          <p:spPr bwMode="auto">
            <a:xfrm>
              <a:off x="4903470" y="1786255"/>
              <a:ext cx="275590" cy="226695"/>
            </a:xfrm>
            <a:prstGeom prst="rect">
              <a:avLst/>
            </a:prstGeom>
            <a:solidFill>
              <a:srgbClr val="F7917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grpSp>
      <p:sp>
        <p:nvSpPr>
          <p:cNvPr id="14" name="矩形 13"/>
          <p:cNvSpPr/>
          <p:nvPr userDrawn="1">
            <p:custDataLst>
              <p:tags r:id="rId3"/>
            </p:custDataLst>
          </p:nvPr>
        </p:nvSpPr>
        <p:spPr>
          <a:xfrm>
            <a:off x="0" y="1063710"/>
            <a:ext cx="9144000" cy="3854831"/>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rgbClr val="FFFFFF"/>
              </a:solidFill>
              <a:latin typeface="微软雅黑" panose="020B0503020204020204" pitchFamily="34" charset="-122"/>
              <a:ea typeface="微软雅黑" panose="020B0503020204020204" pitchFamily="34" charset="-122"/>
              <a:sym typeface="+mn-ea"/>
            </a:endParaRPr>
          </a:p>
        </p:txBody>
      </p:sp>
      <p:sp>
        <p:nvSpPr>
          <p:cNvPr id="4" name="Title 6"/>
          <p:cNvSpPr txBox="1"/>
          <p:nvPr>
            <p:custDataLst>
              <p:tags r:id="rId4"/>
            </p:custDataLst>
          </p:nvPr>
        </p:nvSpPr>
        <p:spPr>
          <a:xfrm>
            <a:off x="456300" y="456300"/>
            <a:ext cx="8232506" cy="493394"/>
          </a:xfrm>
          <a:prstGeom prst="rect">
            <a:avLst/>
          </a:prstGeom>
          <a:noFill/>
          <a:ln w="3175">
            <a:noFill/>
            <a:prstDash val="dash"/>
          </a:ln>
        </p:spPr>
        <p:txBody>
          <a:bodyPr wrap="square" lIns="54000" tIns="27000" rIns="54000" bIns="27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indent="0" algn="l">
              <a:lnSpc>
                <a:spcPct val="100000"/>
              </a:lnSpc>
              <a:spcBef>
                <a:spcPts val="0"/>
              </a:spcBef>
              <a:spcAft>
                <a:spcPts val="0"/>
              </a:spcAft>
              <a:buSzPct val="100000"/>
              <a:buNone/>
              <a:defRPr/>
            </a:pPr>
            <a:r>
              <a:rPr kumimoji="0" lang="zh-CN" altLang="en-US" sz="2700" b="1" i="0" spc="300" noProof="0">
                <a:ln w="3175">
                  <a:noFill/>
                  <a:prstDash val="dash"/>
                </a:ln>
                <a:solidFill>
                  <a:srgbClr val="404040"/>
                </a:solidFill>
                <a:effectLst/>
                <a:latin typeface="微软雅黑" panose="020B0503020204020204" pitchFamily="34" charset="-122"/>
                <a:ea typeface="微软雅黑" panose="020B0503020204020204" pitchFamily="34" charset="-122"/>
                <a:cs typeface="微软雅黑" panose="020B0503020204020204" pitchFamily="34" charset="-122"/>
              </a:rPr>
              <a:t>新建文件</a:t>
            </a:r>
          </a:p>
        </p:txBody>
      </p:sp>
      <p:sp>
        <p:nvSpPr>
          <p:cNvPr id="9" name="Title 6"/>
          <p:cNvSpPr txBox="1"/>
          <p:nvPr>
            <p:custDataLst>
              <p:tags r:id="rId5"/>
            </p:custDataLst>
          </p:nvPr>
        </p:nvSpPr>
        <p:spPr>
          <a:xfrm>
            <a:off x="5880735" y="1295400"/>
            <a:ext cx="2808605" cy="3391535"/>
          </a:xfrm>
          <a:prstGeom prst="rect">
            <a:avLst/>
          </a:prstGeom>
          <a:noFill/>
          <a:ln w="3175">
            <a:noFill/>
            <a:prstDash val="dash"/>
          </a:ln>
        </p:spPr>
        <p:txBody>
          <a:bodyPr wrap="square" lIns="54000" tIns="27000" rIns="54000" bIns="270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30000"/>
              </a:lnSpc>
              <a:spcBef>
                <a:spcPts val="1000"/>
              </a:spcBef>
              <a:spcAft>
                <a:spcPts val="0"/>
              </a:spcAft>
              <a:buSzPct val="100000"/>
              <a:buFont typeface="+mj-ea"/>
            </a:pPr>
            <a:r>
              <a:rPr lang="zh-CN" altLang="en-US" sz="10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altLang="zh-CN" sz="10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0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展开功能区，在“主页”选项卡的“新建”组中，单击“新建项目”，在下拉列表中显示了可以新建的项目，如图所示。也可以右键单击文件和文件夹名之外的空白区域，在快捷菜单中指向“新建”，在其子菜单中单击需要新建的项目。</a:t>
            </a:r>
          </a:p>
          <a:p>
            <a:pPr lvl="0" indent="0" algn="l" fontAlgn="ctr">
              <a:lnSpc>
                <a:spcPct val="130000"/>
              </a:lnSpc>
              <a:spcBef>
                <a:spcPts val="1000"/>
              </a:spcBef>
              <a:spcAft>
                <a:spcPts val="0"/>
              </a:spcAft>
              <a:buSzPct val="100000"/>
              <a:buFont typeface="+mj-ea"/>
            </a:pPr>
            <a:r>
              <a:rPr lang="zh-CN" altLang="en-US" sz="10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altLang="zh-CN" sz="10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0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）列表中的项目会根据安装的应用程序而不同，也就是说，如果Windows 10中没有安装Word 应用程序，将不会出现“Microsoft Word 文档”选项。例如，要新建一个文本文档，则单击“文本文档”项，此时在内容窗格名称列表底部将新建一个文件名为“新建文本文档.txt”的文档，其扩展名为.txt，键入新的文档名（如ww）后按Enter 键即可。</a:t>
            </a:r>
          </a:p>
        </p:txBody>
      </p:sp>
      <p:cxnSp>
        <p:nvCxnSpPr>
          <p:cNvPr id="12" name="直接连接符 11"/>
          <p:cNvCxnSpPr/>
          <p:nvPr>
            <p:custDataLst>
              <p:tags r:id="rId6"/>
            </p:custDataLst>
          </p:nvPr>
        </p:nvCxnSpPr>
        <p:spPr>
          <a:xfrm>
            <a:off x="8550275" y="325755"/>
            <a:ext cx="152400"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8550275" y="381635"/>
            <a:ext cx="116840"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pic>
        <p:nvPicPr>
          <p:cNvPr id="11" name="图片 10" descr="placingpictureplaceholder"/>
          <p:cNvPicPr>
            <a:picLocks noChangeAspect="1"/>
          </p:cNvPicPr>
          <p:nvPr>
            <p:custDataLst>
              <p:tags r:id="rId8"/>
            </p:custDataLst>
          </p:nvPr>
        </p:nvPicPr>
        <p:blipFill>
          <a:blip r:embed="rId17"/>
          <a:srcRect/>
          <a:stretch>
            <a:fillRect/>
          </a:stretch>
        </p:blipFill>
        <p:spPr>
          <a:xfrm>
            <a:off x="641350" y="1295400"/>
            <a:ext cx="3359150" cy="1742440"/>
          </a:xfrm>
          <a:prstGeom prst="rect">
            <a:avLst/>
          </a:prstGeom>
        </p:spPr>
      </p:pic>
      <p:pic>
        <p:nvPicPr>
          <p:cNvPr id="10" name="图片 9" descr="placingpictureplaceholder"/>
          <p:cNvPicPr>
            <a:picLocks noChangeAspect="1"/>
          </p:cNvPicPr>
          <p:nvPr>
            <p:custDataLst>
              <p:tags r:id="rId9"/>
            </p:custDataLst>
          </p:nvPr>
        </p:nvPicPr>
        <p:blipFill>
          <a:blip r:embed="rId18"/>
          <a:srcRect/>
          <a:stretch>
            <a:fillRect/>
          </a:stretch>
        </p:blipFill>
        <p:spPr>
          <a:xfrm>
            <a:off x="2017395" y="3035300"/>
            <a:ext cx="3524885" cy="1828165"/>
          </a:xfrm>
          <a:prstGeom prst="rect">
            <a:avLst/>
          </a:prstGeom>
        </p:spPr>
      </p:pic>
      <p:sp>
        <p:nvSpPr>
          <p:cNvPr id="2" name="下箭头 1"/>
          <p:cNvSpPr/>
          <p:nvPr/>
        </p:nvSpPr>
        <p:spPr>
          <a:xfrm>
            <a:off x="2961640" y="2984500"/>
            <a:ext cx="457200" cy="106616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文本框 9"/>
          <p:cNvSpPr txBox="1"/>
          <p:nvPr>
            <p:custDataLst>
              <p:tags r:id="rId2"/>
            </p:custDataLst>
          </p:nvPr>
        </p:nvSpPr>
        <p:spPr>
          <a:xfrm>
            <a:off x="3482579" y="1531144"/>
            <a:ext cx="3899297" cy="2081213"/>
          </a:xfrm>
          <a:prstGeom prst="rect">
            <a:avLst/>
          </a:prstGeom>
          <a:noFill/>
        </p:spPr>
        <p:txBody>
          <a:bodyPr anchor="ctr">
            <a:noAutofit/>
          </a:bodyPr>
          <a:lstStyle/>
          <a:p>
            <a:pPr marL="0" marR="0" lvl="0" indent="0" algn="l" defTabSz="914400" eaLnBrk="1" fontAlgn="auto" hangingPunct="1">
              <a:lnSpc>
                <a:spcPct val="150000"/>
              </a:lnSpc>
              <a:spcBef>
                <a:spcPts val="0"/>
              </a:spcBef>
              <a:spcAft>
                <a:spcPts val="2000"/>
              </a:spcAft>
              <a:buSzPct val="100000"/>
              <a:buFontTx/>
              <a:buNone/>
              <a:defRPr/>
            </a:pPr>
            <a:r>
              <a:rPr kumimoji="0" lang="zh-CN" altLang="en-US" sz="1700" kern="1200" cap="none" spc="150" normalizeH="0" noProof="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新建文件后不要更改文件的扩展名，因为Windows 是通过文件的扩展名来识别文件类型的，扩展名不正确将会用不正确的应用程序去打开该文件，造成打开失败。</a:t>
            </a:r>
          </a:p>
        </p:txBody>
      </p:sp>
      <p:sp>
        <p:nvSpPr>
          <p:cNvPr id="12" name="文本框 11"/>
          <p:cNvSpPr txBox="1"/>
          <p:nvPr>
            <p:custDataLst>
              <p:tags r:id="rId3"/>
            </p:custDataLst>
          </p:nvPr>
        </p:nvSpPr>
        <p:spPr>
          <a:xfrm>
            <a:off x="393065" y="1655445"/>
            <a:ext cx="1983740" cy="1664335"/>
          </a:xfrm>
          <a:prstGeom prst="rect">
            <a:avLst/>
          </a:prstGeom>
          <a:noFill/>
        </p:spPr>
        <p:txBody>
          <a:bodyPr anchor="ctr" anchorCtr="1">
            <a:normAutofit/>
          </a:bodyPr>
          <a:lstStyle/>
          <a:p>
            <a:pPr marL="0" marR="0" indent="0" algn="l" defTabSz="914400" fontAlgn="auto">
              <a:lnSpc>
                <a:spcPct val="120000"/>
              </a:lnSpc>
              <a:spcBef>
                <a:spcPts val="0"/>
              </a:spcBef>
              <a:spcAft>
                <a:spcPts val="0"/>
              </a:spcAft>
              <a:buSzPct val="100000"/>
              <a:buFontTx/>
              <a:buNone/>
              <a:defRPr/>
            </a:pPr>
            <a:r>
              <a:rPr kumimoji="0" lang="zh-CN" altLang="en-US" sz="3000" b="1" kern="1200" cap="none" spc="300" normalizeH="0" noProof="0">
                <a:solidFill>
                  <a:srgbClr val="404040"/>
                </a:solidFill>
                <a:latin typeface="微软雅黑" panose="020B0503020204020204" pitchFamily="34" charset="-122"/>
                <a:ea typeface="微软雅黑" panose="020B0503020204020204" pitchFamily="34" charset="-122"/>
                <a:cs typeface="+mn-cs"/>
              </a:rPr>
              <a:t>提示</a:t>
            </a:r>
          </a:p>
        </p:txBody>
      </p:sp>
      <p:sp>
        <p:nvSpPr>
          <p:cNvPr id="4" name="矩形 3"/>
          <p:cNvSpPr/>
          <p:nvPr>
            <p:custDataLst>
              <p:tags r:id="rId4"/>
            </p:custDataLst>
          </p:nvPr>
        </p:nvSpPr>
        <p:spPr>
          <a:xfrm>
            <a:off x="565785" y="3226435"/>
            <a:ext cx="1617980" cy="93980"/>
          </a:xfrm>
          <a:prstGeom prst="rect">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1">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7" name="任意多边形 6"/>
          <p:cNvSpPr/>
          <p:nvPr>
            <p:custDataLst>
              <p:tags r:id="rId5"/>
            </p:custDataLst>
          </p:nvPr>
        </p:nvSpPr>
        <p:spPr>
          <a:xfrm>
            <a:off x="1733550" y="709613"/>
            <a:ext cx="6669881" cy="3725466"/>
          </a:xfrm>
          <a:custGeom>
            <a:avLst/>
            <a:gdLst>
              <a:gd name="connsiteX0" fmla="*/ 5 w 14004"/>
              <a:gd name="connsiteY0" fmla="*/ 1622 h 7822"/>
              <a:gd name="connsiteX1" fmla="*/ 0 w 14004"/>
              <a:gd name="connsiteY1" fmla="*/ 0 h 7822"/>
              <a:gd name="connsiteX2" fmla="*/ 14004 w 14004"/>
              <a:gd name="connsiteY2" fmla="*/ 0 h 7822"/>
              <a:gd name="connsiteX3" fmla="*/ 14004 w 14004"/>
              <a:gd name="connsiteY3" fmla="*/ 7822 h 7822"/>
              <a:gd name="connsiteX4" fmla="*/ 0 w 14004"/>
              <a:gd name="connsiteY4" fmla="*/ 7822 h 7822"/>
              <a:gd name="connsiteX5" fmla="*/ 5 w 14004"/>
              <a:gd name="connsiteY5" fmla="*/ 6212 h 7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04" h="7822">
                <a:moveTo>
                  <a:pt x="5" y="1622"/>
                </a:moveTo>
                <a:lnTo>
                  <a:pt x="0" y="0"/>
                </a:lnTo>
                <a:lnTo>
                  <a:pt x="14004" y="0"/>
                </a:lnTo>
                <a:lnTo>
                  <a:pt x="14004" y="7822"/>
                </a:lnTo>
                <a:lnTo>
                  <a:pt x="0" y="7822"/>
                </a:lnTo>
                <a:lnTo>
                  <a:pt x="5" y="6212"/>
                </a:lnTo>
              </a:path>
            </a:pathLst>
          </a:custGeom>
          <a:noFill/>
          <a:ln w="19050">
            <a:solidFill>
              <a:srgbClr val="D9D9D9">
                <a:alpha val="75000"/>
              </a:srgb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1">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20" name="组合 19"/>
          <p:cNvGrpSpPr/>
          <p:nvPr userDrawn="1">
            <p:custDataLst>
              <p:tags r:id="rId2"/>
            </p:custDataLst>
          </p:nvPr>
        </p:nvGrpSpPr>
        <p:grpSpPr>
          <a:xfrm rot="20310956">
            <a:off x="219227" y="260732"/>
            <a:ext cx="881159" cy="522149"/>
            <a:chOff x="4175125" y="1726565"/>
            <a:chExt cx="1094105" cy="648335"/>
          </a:xfrm>
        </p:grpSpPr>
        <p:sp>
          <p:nvSpPr>
            <p:cNvPr id="21" name="Freeform 64"/>
            <p:cNvSpPr/>
            <p:nvPr userDrawn="1">
              <p:custDataLst>
                <p:tags r:id="rId9"/>
              </p:custDataLst>
            </p:nvPr>
          </p:nvSpPr>
          <p:spPr bwMode="auto">
            <a:xfrm>
              <a:off x="4175125" y="1726565"/>
              <a:ext cx="1094105" cy="648335"/>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2" name="Rectangle 66"/>
            <p:cNvSpPr>
              <a:spLocks noChangeArrowheads="1"/>
            </p:cNvSpPr>
            <p:nvPr userDrawn="1">
              <p:custDataLst>
                <p:tags r:id="rId10"/>
              </p:custDataLst>
            </p:nvPr>
          </p:nvSpPr>
          <p:spPr bwMode="auto">
            <a:xfrm>
              <a:off x="4249420" y="2235382"/>
              <a:ext cx="897255" cy="704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3" name="Rectangle 67"/>
            <p:cNvSpPr>
              <a:spLocks noChangeArrowheads="1"/>
            </p:cNvSpPr>
            <p:nvPr userDrawn="1">
              <p:custDataLst>
                <p:tags r:id="rId11"/>
              </p:custDataLst>
            </p:nvPr>
          </p:nvSpPr>
          <p:spPr bwMode="auto">
            <a:xfrm>
              <a:off x="4249420" y="2116728"/>
              <a:ext cx="504190" cy="717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4" name="Rectangle 68"/>
            <p:cNvSpPr>
              <a:spLocks noChangeArrowheads="1"/>
            </p:cNvSpPr>
            <p:nvPr userDrawn="1">
              <p:custDataLst>
                <p:tags r:id="rId12"/>
              </p:custDataLst>
            </p:nvPr>
          </p:nvSpPr>
          <p:spPr bwMode="auto">
            <a:xfrm>
              <a:off x="4245610" y="1786255"/>
              <a:ext cx="275590" cy="226695"/>
            </a:xfrm>
            <a:prstGeom prst="rect">
              <a:avLst/>
            </a:prstGeom>
            <a:solidFill>
              <a:srgbClr val="6969C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5" name="Rectangle 69"/>
            <p:cNvSpPr>
              <a:spLocks noChangeArrowheads="1"/>
            </p:cNvSpPr>
            <p:nvPr userDrawn="1">
              <p:custDataLst>
                <p:tags r:id="rId13"/>
              </p:custDataLst>
            </p:nvPr>
          </p:nvSpPr>
          <p:spPr bwMode="auto">
            <a:xfrm>
              <a:off x="4573905" y="1786255"/>
              <a:ext cx="276860" cy="226695"/>
            </a:xfrm>
            <a:prstGeom prst="rect">
              <a:avLst/>
            </a:prstGeom>
            <a:solidFill>
              <a:srgbClr val="DB63A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6" name="Rectangle 70"/>
            <p:cNvSpPr>
              <a:spLocks noChangeArrowheads="1"/>
            </p:cNvSpPr>
            <p:nvPr userDrawn="1">
              <p:custDataLst>
                <p:tags r:id="rId14"/>
              </p:custDataLst>
            </p:nvPr>
          </p:nvSpPr>
          <p:spPr bwMode="auto">
            <a:xfrm>
              <a:off x="4903470" y="1786255"/>
              <a:ext cx="275590" cy="226695"/>
            </a:xfrm>
            <a:prstGeom prst="rect">
              <a:avLst/>
            </a:prstGeom>
            <a:solidFill>
              <a:srgbClr val="F7917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grpSp>
      <p:sp>
        <p:nvSpPr>
          <p:cNvPr id="8" name="矩形 7"/>
          <p:cNvSpPr/>
          <p:nvPr userDrawn="1">
            <p:custDataLst>
              <p:tags r:id="rId3"/>
            </p:custDataLst>
          </p:nvPr>
        </p:nvSpPr>
        <p:spPr>
          <a:xfrm>
            <a:off x="0" y="1063710"/>
            <a:ext cx="9144000" cy="3854831"/>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rgbClr val="FFFFFF"/>
              </a:solidFill>
              <a:latin typeface="微软雅黑" panose="020B0503020204020204" pitchFamily="34" charset="-122"/>
              <a:ea typeface="微软雅黑" panose="020B0503020204020204" pitchFamily="34" charset="-122"/>
              <a:sym typeface="+mn-ea"/>
            </a:endParaRPr>
          </a:p>
        </p:txBody>
      </p:sp>
      <p:sp>
        <p:nvSpPr>
          <p:cNvPr id="5" name="Title 6"/>
          <p:cNvSpPr txBox="1"/>
          <p:nvPr>
            <p:custDataLst>
              <p:tags r:id="rId4"/>
            </p:custDataLst>
          </p:nvPr>
        </p:nvSpPr>
        <p:spPr>
          <a:xfrm>
            <a:off x="456300" y="456300"/>
            <a:ext cx="8232506" cy="493394"/>
          </a:xfrm>
          <a:prstGeom prst="rect">
            <a:avLst/>
          </a:prstGeom>
          <a:noFill/>
          <a:ln w="3175">
            <a:noFill/>
            <a:prstDash val="dash"/>
          </a:ln>
        </p:spPr>
        <p:txBody>
          <a:bodyPr wrap="square" lIns="54000" tIns="27000" rIns="54000" bIns="27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indent="0" algn="l">
              <a:lnSpc>
                <a:spcPct val="100000"/>
              </a:lnSpc>
              <a:spcBef>
                <a:spcPts val="0"/>
              </a:spcBef>
              <a:spcAft>
                <a:spcPts val="0"/>
              </a:spcAft>
              <a:buSzPct val="100000"/>
              <a:buNone/>
              <a:defRPr/>
            </a:pPr>
            <a:r>
              <a:rPr kumimoji="0" lang="zh-CN" altLang="en-US" sz="2700" b="1" i="0" spc="300" noProof="0">
                <a:ln w="3175">
                  <a:noFill/>
                  <a:prstDash val="dash"/>
                </a:ln>
                <a:solidFill>
                  <a:srgbClr val="404040"/>
                </a:solidFill>
                <a:effectLst/>
                <a:latin typeface="微软雅黑" panose="020B0503020204020204" pitchFamily="34" charset="-122"/>
                <a:ea typeface="微软雅黑" panose="020B0503020204020204" pitchFamily="34" charset="-122"/>
                <a:cs typeface="微软雅黑" panose="020B0503020204020204" pitchFamily="34" charset="-122"/>
              </a:rPr>
              <a:t>重命名文件或文件夹</a:t>
            </a:r>
          </a:p>
        </p:txBody>
      </p:sp>
      <p:sp>
        <p:nvSpPr>
          <p:cNvPr id="7" name="Title 6"/>
          <p:cNvSpPr txBox="1"/>
          <p:nvPr>
            <p:custDataLst>
              <p:tags r:id="rId5"/>
            </p:custDataLst>
          </p:nvPr>
        </p:nvSpPr>
        <p:spPr>
          <a:xfrm>
            <a:off x="6057265" y="1295400"/>
            <a:ext cx="2703830" cy="3391535"/>
          </a:xfrm>
          <a:prstGeom prst="rect">
            <a:avLst/>
          </a:prstGeom>
          <a:noFill/>
          <a:ln w="3175">
            <a:noFill/>
            <a:prstDash val="dash"/>
          </a:ln>
        </p:spPr>
        <p:txBody>
          <a:bodyPr wrap="square" lIns="54000" tIns="27000" rIns="54000" bIns="270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400050" lvl="0" indent="-400050" algn="just" fontAlgn="ctr">
              <a:lnSpc>
                <a:spcPct val="130000"/>
              </a:lnSpc>
              <a:spcBef>
                <a:spcPts val="1000"/>
              </a:spcBef>
              <a:spcAft>
                <a:spcPts val="0"/>
              </a:spcAft>
              <a:buSzPct val="100000"/>
              <a:buFont typeface="+mj-ea"/>
              <a:buAutoNum type="ea1JpnChsDbPeriod"/>
            </a:pPr>
            <a:r>
              <a:rPr lang="zh-CN" altLang="en-US" sz="10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单击选中要重命名的文件或文件夹，在“主页”选项卡的“组织”组中，单击“重命名”，这时文件名变为可输入状态，如图所示，输入新的文件名，最后按Enter 键或鼠标单击其他位置。</a:t>
            </a:r>
          </a:p>
          <a:p>
            <a:pPr marL="400050" lvl="0" indent="-400050" algn="just" fontAlgn="ctr">
              <a:lnSpc>
                <a:spcPct val="130000"/>
              </a:lnSpc>
              <a:spcBef>
                <a:spcPts val="1000"/>
              </a:spcBef>
              <a:spcAft>
                <a:spcPts val="0"/>
              </a:spcAft>
              <a:buSzPct val="100000"/>
              <a:buFont typeface="+mj-ea"/>
              <a:buAutoNum type="ea1JpnChsDbPeriod"/>
            </a:pPr>
            <a:r>
              <a:rPr lang="zh-CN" altLang="en-US" sz="10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单击选中要重命名的文件或文件夹，然后再单击该文件名，使文件名变为可输入状态，输入新的文件名，最后按Enter 键或鼠标单击其他位置。</a:t>
            </a:r>
          </a:p>
          <a:p>
            <a:pPr marL="400050" lvl="0" indent="-400050" algn="just" fontAlgn="ctr">
              <a:lnSpc>
                <a:spcPct val="130000"/>
              </a:lnSpc>
              <a:spcBef>
                <a:spcPts val="1000"/>
              </a:spcBef>
              <a:spcAft>
                <a:spcPts val="0"/>
              </a:spcAft>
              <a:buSzPct val="100000"/>
              <a:buFont typeface="+mj-ea"/>
              <a:buAutoNum type="ea1JpnChsDbPeriod"/>
            </a:pPr>
            <a:r>
              <a:rPr lang="zh-CN" altLang="en-US" sz="10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右键单击要更改名称的文件或文件夹，在快捷菜单中单击“重命名”，输入新的文件或文件夹名称，最后按Enter 键或鼠标单击其他位置。</a:t>
            </a:r>
          </a:p>
        </p:txBody>
      </p:sp>
      <p:cxnSp>
        <p:nvCxnSpPr>
          <p:cNvPr id="12" name="直接连接符 11"/>
          <p:cNvCxnSpPr/>
          <p:nvPr>
            <p:custDataLst>
              <p:tags r:id="rId6"/>
            </p:custDataLst>
          </p:nvPr>
        </p:nvCxnSpPr>
        <p:spPr>
          <a:xfrm>
            <a:off x="8550275" y="325755"/>
            <a:ext cx="152400"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8550275" y="381635"/>
            <a:ext cx="116840"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459740" y="1292860"/>
            <a:ext cx="5311140" cy="3398520"/>
            <a:chOff x="724" y="2036"/>
            <a:chExt cx="8364" cy="5352"/>
          </a:xfrm>
        </p:grpSpPr>
        <p:pic>
          <p:nvPicPr>
            <p:cNvPr id="6" name="图片 5"/>
            <p:cNvPicPr preferRelativeResize="0">
              <a:picLocks noChangeAspect="1"/>
            </p:cNvPicPr>
            <p:nvPr>
              <p:custDataLst>
                <p:tags r:id="rId8"/>
              </p:custDataLst>
            </p:nvPr>
          </p:nvPicPr>
          <p:blipFill rotWithShape="1">
            <a:blip r:embed="rId17"/>
            <a:srcRect t="-9609" b="-9609"/>
            <a:stretch>
              <a:fillRect/>
            </a:stretch>
          </p:blipFill>
          <p:spPr>
            <a:xfrm>
              <a:off x="724" y="2036"/>
              <a:ext cx="8364" cy="5352"/>
            </a:xfrm>
            <a:prstGeom prst="rect">
              <a:avLst/>
            </a:prstGeom>
            <a:blipFill rotWithShape="1">
              <a:blip r:embed="rId18"/>
              <a:stretch>
                <a:fillRect/>
              </a:stretch>
            </a:blipFill>
          </p:spPr>
        </p:pic>
        <p:pic>
          <p:nvPicPr>
            <p:cNvPr id="3" name="图片 2" descr="3650462"/>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5065" y="3776"/>
              <a:ext cx="159" cy="248"/>
            </a:xfrm>
            <a:prstGeom prst="rect">
              <a:avLst/>
            </a:prstGeom>
          </p:spPr>
        </p:pic>
      </p:gr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文本框 1"/>
          <p:cNvSpPr txBox="1"/>
          <p:nvPr>
            <p:custDataLst>
              <p:tags r:id="rId2"/>
            </p:custDataLst>
          </p:nvPr>
        </p:nvSpPr>
        <p:spPr>
          <a:xfrm>
            <a:off x="926349" y="2189704"/>
            <a:ext cx="5191931" cy="1314926"/>
          </a:xfrm>
          <a:prstGeom prst="rect">
            <a:avLst/>
          </a:prstGeom>
          <a:noFill/>
        </p:spPr>
        <p:txBody>
          <a:bodyPr wrap="square" rtlCol="0">
            <a:noAutofit/>
          </a:bodyPr>
          <a:lstStyle/>
          <a:p>
            <a:pPr marL="0" lvl="0" indent="0" algn="l">
              <a:lnSpc>
                <a:spcPct val="150000"/>
              </a:lnSpc>
              <a:spcBef>
                <a:spcPts val="0"/>
              </a:spcBef>
              <a:spcAft>
                <a:spcPts val="2000"/>
              </a:spcAft>
              <a:buSzPct val="100000"/>
              <a:buNone/>
              <a:defRPr/>
            </a:pPr>
            <a:r>
              <a:rPr lang="zh-CN" altLang="en-US">
                <a:solidFill>
                  <a:srgbClr val="595959"/>
                </a:solidFill>
                <a:latin typeface="微软雅黑" panose="020B0503020204020204" pitchFamily="34" charset="-122"/>
                <a:ea typeface="微软雅黑" panose="020B0503020204020204" pitchFamily="34" charset="-122"/>
              </a:rPr>
              <a:t>如果文件名显示扩展名，在重命名时不要改变文件的扩展名，否则会造成文件不能正常打开。</a:t>
            </a:r>
          </a:p>
        </p:txBody>
      </p:sp>
      <p:sp>
        <p:nvSpPr>
          <p:cNvPr id="16" name="任意多边形: 形状 15"/>
          <p:cNvSpPr/>
          <p:nvPr>
            <p:custDataLst>
              <p:tags r:id="rId3"/>
            </p:custDataLst>
          </p:nvPr>
        </p:nvSpPr>
        <p:spPr>
          <a:xfrm>
            <a:off x="7319963" y="828675"/>
            <a:ext cx="1824038" cy="3648075"/>
          </a:xfrm>
          <a:custGeom>
            <a:avLst/>
            <a:gdLst>
              <a:gd name="connsiteX0" fmla="*/ 2432050 w 2432050"/>
              <a:gd name="connsiteY0" fmla="*/ 0 h 4864100"/>
              <a:gd name="connsiteX1" fmla="*/ 2432050 w 2432050"/>
              <a:gd name="connsiteY1" fmla="*/ 4864100 h 4864100"/>
              <a:gd name="connsiteX2" fmla="*/ 0 w 2432050"/>
              <a:gd name="connsiteY2" fmla="*/ 2432050 h 4864100"/>
              <a:gd name="connsiteX3" fmla="*/ 2432050 w 2432050"/>
              <a:gd name="connsiteY3" fmla="*/ 0 h 4864100"/>
            </a:gdLst>
            <a:ahLst/>
            <a:cxnLst>
              <a:cxn ang="0">
                <a:pos x="connsiteX0" y="connsiteY0"/>
              </a:cxn>
              <a:cxn ang="0">
                <a:pos x="connsiteX1" y="connsiteY1"/>
              </a:cxn>
              <a:cxn ang="0">
                <a:pos x="connsiteX2" y="connsiteY2"/>
              </a:cxn>
              <a:cxn ang="0">
                <a:pos x="connsiteX3" y="connsiteY3"/>
              </a:cxn>
            </a:cxnLst>
            <a:rect l="l" t="t" r="r" b="b"/>
            <a:pathLst>
              <a:path w="2432050" h="4864100">
                <a:moveTo>
                  <a:pt x="2432050" y="0"/>
                </a:moveTo>
                <a:lnTo>
                  <a:pt x="2432050" y="4864100"/>
                </a:lnTo>
                <a:cubicBezTo>
                  <a:pt x="1088866" y="4864100"/>
                  <a:pt x="0" y="3775234"/>
                  <a:pt x="0" y="2432050"/>
                </a:cubicBezTo>
                <a:cubicBezTo>
                  <a:pt x="0" y="1088866"/>
                  <a:pt x="1088866" y="0"/>
                  <a:pt x="2432050" y="0"/>
                </a:cubicBezTo>
                <a:close/>
              </a:path>
            </a:pathLst>
          </a:cu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18" name="椭圆 17"/>
          <p:cNvSpPr/>
          <p:nvPr>
            <p:custDataLst>
              <p:tags r:id="rId4"/>
            </p:custDataLst>
          </p:nvPr>
        </p:nvSpPr>
        <p:spPr>
          <a:xfrm>
            <a:off x="7724879" y="1228830"/>
            <a:ext cx="75989" cy="75989"/>
          </a:xfrm>
          <a:prstGeom prst="ellipse">
            <a:avLst/>
          </a:prstGeom>
          <a:solidFill>
            <a:srgbClr val="4C4C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19" name="椭圆 18"/>
          <p:cNvSpPr/>
          <p:nvPr>
            <p:custDataLst>
              <p:tags r:id="rId5"/>
            </p:custDataLst>
          </p:nvPr>
        </p:nvSpPr>
        <p:spPr>
          <a:xfrm>
            <a:off x="7724879" y="4000605"/>
            <a:ext cx="75989" cy="75989"/>
          </a:xfrm>
          <a:prstGeom prst="ellipse">
            <a:avLst/>
          </a:prstGeom>
          <a:solidFill>
            <a:srgbClr val="4C4C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5" name="文本框 4"/>
          <p:cNvSpPr txBox="1"/>
          <p:nvPr>
            <p:custDataLst>
              <p:tags r:id="rId6"/>
            </p:custDataLst>
          </p:nvPr>
        </p:nvSpPr>
        <p:spPr>
          <a:xfrm>
            <a:off x="910590" y="1405414"/>
            <a:ext cx="5099685" cy="592931"/>
          </a:xfrm>
          <a:prstGeom prst="rect">
            <a:avLst/>
          </a:prstGeom>
          <a:noFill/>
        </p:spPr>
        <p:txBody>
          <a:bodyPr wrap="square" rtlCol="0">
            <a:noAutofit/>
          </a:bodyPr>
          <a:lstStyle/>
          <a:p>
            <a:pPr marL="0" indent="0" algn="l">
              <a:lnSpc>
                <a:spcPct val="100000"/>
              </a:lnSpc>
              <a:spcBef>
                <a:spcPts val="0"/>
              </a:spcBef>
              <a:spcAft>
                <a:spcPts val="0"/>
              </a:spcAft>
              <a:buSzPct val="100000"/>
              <a:buNone/>
            </a:pPr>
            <a:r>
              <a:rPr lang="zh-CN" altLang="en-US" sz="2700" b="1">
                <a:solidFill>
                  <a:srgbClr val="3E3EA6"/>
                </a:solidFill>
                <a:latin typeface="微软雅黑" panose="020B0503020204020204" pitchFamily="34" charset="-122"/>
                <a:ea typeface="微软雅黑" panose="020B0503020204020204" pitchFamily="34" charset="-122"/>
              </a:rPr>
              <a:t>提示</a:t>
            </a:r>
          </a:p>
        </p:txBody>
      </p:sp>
      <p:sp>
        <p:nvSpPr>
          <p:cNvPr id="3" name="图形 16"/>
          <p:cNvSpPr/>
          <p:nvPr>
            <p:custDataLst>
              <p:tags r:id="rId7"/>
            </p:custDataLst>
          </p:nvPr>
        </p:nvSpPr>
        <p:spPr>
          <a:xfrm>
            <a:off x="7187624" y="1269683"/>
            <a:ext cx="573821" cy="2768203"/>
          </a:xfrm>
          <a:custGeom>
            <a:avLst/>
            <a:gdLst>
              <a:gd name="connsiteX0" fmla="*/ 765096 w 765095"/>
              <a:gd name="connsiteY0" fmla="*/ 0 h 3690937"/>
              <a:gd name="connsiteX1" fmla="*/ 765096 w 765095"/>
              <a:gd name="connsiteY1" fmla="*/ 3690938 h 3690937"/>
            </a:gdLst>
            <a:ahLst/>
            <a:cxnLst>
              <a:cxn ang="0">
                <a:pos x="connsiteX0" y="connsiteY0"/>
              </a:cxn>
              <a:cxn ang="0">
                <a:pos x="connsiteX1" y="connsiteY1"/>
              </a:cxn>
            </a:cxnLst>
            <a:rect l="l" t="t" r="r" b="b"/>
            <a:pathLst>
              <a:path w="765095" h="3690937">
                <a:moveTo>
                  <a:pt x="765096" y="0"/>
                </a:moveTo>
                <a:cubicBezTo>
                  <a:pt x="-255032" y="1020128"/>
                  <a:pt x="-255032" y="2670810"/>
                  <a:pt x="765096" y="3690938"/>
                </a:cubicBezTo>
              </a:path>
            </a:pathLst>
          </a:custGeom>
          <a:noFill/>
          <a:ln w="25400" cap="flat">
            <a:solidFill>
              <a:srgbClr val="4C4CBC"/>
            </a:solidFill>
            <a:prstDash val="solid"/>
            <a:miter/>
          </a:ln>
        </p:spPr>
        <p:txBody>
          <a:bodyPr rtlCol="0" anchor="ctr"/>
          <a:lstStyle/>
          <a:p>
            <a:endParaRPr lang="zh-CN" altLang="en-US" sz="1350">
              <a:solidFill>
                <a:srgbClr val="000000"/>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2367730"/>
            <a:ext cx="9144000" cy="2775770"/>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rgbClr val="FFFFFF"/>
              </a:solidFill>
              <a:latin typeface="微软雅黑" panose="020B0503020204020204" pitchFamily="34" charset="-122"/>
              <a:ea typeface="微软雅黑" panose="020B0503020204020204" pitchFamily="34" charset="-122"/>
              <a:sym typeface="+mn-ea"/>
            </a:endParaRPr>
          </a:p>
        </p:txBody>
      </p:sp>
      <p:grpSp>
        <p:nvGrpSpPr>
          <p:cNvPr id="4" name="组合 3"/>
          <p:cNvGrpSpPr/>
          <p:nvPr userDrawn="1">
            <p:custDataLst>
              <p:tags r:id="rId3"/>
            </p:custDataLst>
          </p:nvPr>
        </p:nvGrpSpPr>
        <p:grpSpPr>
          <a:xfrm>
            <a:off x="67487" y="71105"/>
            <a:ext cx="8965498" cy="5053346"/>
            <a:chOff x="89982" y="94806"/>
            <a:chExt cx="11953997" cy="6737794"/>
          </a:xfrm>
        </p:grpSpPr>
        <p:pic>
          <p:nvPicPr>
            <p:cNvPr id="23" name="图片 22"/>
            <p:cNvPicPr>
              <a:picLocks noChangeAspect="1"/>
            </p:cNvPicPr>
            <p:nvPr userDrawn="1">
              <p:custDataLst>
                <p:tags r:id="rId9"/>
              </p:custDataLst>
            </p:nvPr>
          </p:nvPicPr>
          <p:blipFill>
            <a:blip r:embed="rId12">
              <a:extLst>
                <a:ext uri="{28A0092B-C50C-407E-A947-70E740481C1C}">
                  <a14:useLocalDpi xmlns:a14="http://schemas.microsoft.com/office/drawing/2010/main" val="0"/>
                </a:ext>
              </a:extLst>
            </a:blip>
            <a:stretch>
              <a:fillRect/>
            </a:stretch>
          </p:blipFill>
          <p:spPr>
            <a:xfrm>
              <a:off x="89982" y="94806"/>
              <a:ext cx="786452" cy="865707"/>
            </a:xfrm>
            <a:prstGeom prst="rect">
              <a:avLst/>
            </a:prstGeom>
          </p:spPr>
        </p:pic>
        <p:pic>
          <p:nvPicPr>
            <p:cNvPr id="24" name="图片 23"/>
            <p:cNvPicPr>
              <a:picLocks noChangeAspect="1"/>
            </p:cNvPicPr>
            <p:nvPr userDrawn="1">
              <p:custDataLst>
                <p:tags r:id="rId10"/>
              </p:custDataLst>
            </p:nvPr>
          </p:nvPicPr>
          <p:blipFill>
            <a:blip r:embed="rId13">
              <a:extLst>
                <a:ext uri="{28A0092B-C50C-407E-A947-70E740481C1C}">
                  <a14:useLocalDpi xmlns:a14="http://schemas.microsoft.com/office/drawing/2010/main" val="0"/>
                </a:ext>
              </a:extLst>
            </a:blip>
            <a:stretch>
              <a:fillRect/>
            </a:stretch>
          </p:blipFill>
          <p:spPr>
            <a:xfrm>
              <a:off x="10577221" y="5249238"/>
              <a:ext cx="1466758" cy="1583362"/>
            </a:xfrm>
            <a:prstGeom prst="rect">
              <a:avLst/>
            </a:prstGeom>
          </p:spPr>
        </p:pic>
      </p:grpSp>
      <p:sp>
        <p:nvSpPr>
          <p:cNvPr id="22" name="矩形 21"/>
          <p:cNvSpPr/>
          <p:nvPr>
            <p:custDataLst>
              <p:tags r:id="rId4"/>
            </p:custDataLst>
          </p:nvPr>
        </p:nvSpPr>
        <p:spPr>
          <a:xfrm>
            <a:off x="342900" y="1515733"/>
            <a:ext cx="8458200" cy="2351514"/>
          </a:xfrm>
          <a:prstGeom prst="rect">
            <a:avLst/>
          </a:prstGeom>
          <a:solidFill>
            <a:srgbClr val="FFFFFF"/>
          </a:solidFill>
          <a:ln>
            <a:noFill/>
          </a:ln>
          <a:effectLst>
            <a:outerShdw blurRad="127000" dist="38100" dir="540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defTabSz="914400" rtl="0" eaLnBrk="1" fontAlgn="auto" latinLnBrk="0" hangingPunct="1">
              <a:lnSpc>
                <a:spcPct val="100000"/>
              </a:lnSpc>
              <a:spcBef>
                <a:spcPts val="0"/>
              </a:spcBef>
              <a:spcAft>
                <a:spcPts val="0"/>
              </a:spcAft>
              <a:buClrTx/>
              <a:buSzTx/>
              <a:defRPr/>
            </a:pPr>
            <a:endParaRPr kumimoji="1" lang="zh-CN" altLang="en-US" sz="1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 name="Title 6"/>
          <p:cNvSpPr txBox="1"/>
          <p:nvPr>
            <p:custDataLst>
              <p:tags r:id="rId5"/>
            </p:custDataLst>
          </p:nvPr>
        </p:nvSpPr>
        <p:spPr>
          <a:xfrm>
            <a:off x="572400" y="1745234"/>
            <a:ext cx="7999200" cy="1892514"/>
          </a:xfrm>
          <a:prstGeom prst="rect">
            <a:avLst/>
          </a:prstGeom>
          <a:noFill/>
          <a:ln w="3175">
            <a:noFill/>
            <a:prstDash val="sysDash"/>
          </a:ln>
        </p:spPr>
        <p:txBody>
          <a:bodyPr wrap="square" lIns="54000" tIns="27000" rIns="54000" bIns="270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marR="0" lvl="0" indent="431800" algn="just" defTabSz="914400" rtl="0" fontAlgn="auto">
              <a:lnSpc>
                <a:spcPct val="130000"/>
              </a:lnSpc>
              <a:spcBef>
                <a:spcPts val="0"/>
              </a:spcBef>
              <a:spcAft>
                <a:spcPts val="800"/>
              </a:spcAft>
              <a:buClr>
                <a:schemeClr val="accent1">
                  <a:lumMod val="60000"/>
                  <a:lumOff val="40000"/>
                </a:schemeClr>
              </a:buClr>
              <a:buSzPct val="100000"/>
              <a:buFont typeface="Wingdings" panose="05000000000000000000" pitchFamily="2" charset="2"/>
              <a:buNone/>
              <a:defRPr/>
              <a:extLst>
                <a:ext uri="{35155182-B16C-46BC-9424-99874614C6A1}">
                  <wpsdc:indentchars xmlns:wpsdc="http://www.wps.cn/officeDocument/2017/drawingmlCustomData" xmlns="" val="200" checksum="2036942933"/>
                </a:ext>
              </a:extLst>
            </a:pPr>
            <a:r>
              <a:rPr kumimoji="0" lang="zh-CN" altLang="en-US" sz="1600" b="0" i="0" kern="1200" cap="none" spc="100" normalizeH="0" noProof="0">
                <a:ln w="3175">
                  <a:noFill/>
                  <a:prstDash val="dash"/>
                </a:ln>
                <a:solidFill>
                  <a:srgbClr val="595959"/>
                </a:solidFill>
                <a:effectLst/>
                <a:latin typeface="微软雅黑" panose="020B0503020204020204" pitchFamily="34" charset="-122"/>
                <a:ea typeface="微软雅黑" panose="020B0503020204020204" pitchFamily="34" charset="-122"/>
                <a:cs typeface="微软雅黑" panose="020B0503020204020204" pitchFamily="34" charset="-122"/>
              </a:rPr>
              <a:t>复制过程就是把一个文件夹中的文件或文件夹复制一份到另一个文件夹中，原文件夹中的内容仍然存在，新文件夹中的内容与原文件夹中的内容完全相同。“复制”命令和“粘贴”命令是一对配合使用的操作命令。“复制”命令是把文件或文件夹在系统缓存（称为剪贴板）中保存副本，而“粘贴”命令是在目标文件夹中把剪贴板中的这个副本复制出来。</a:t>
            </a:r>
          </a:p>
        </p:txBody>
      </p:sp>
      <p:sp>
        <p:nvSpPr>
          <p:cNvPr id="14" name="矩形: 圆角 13"/>
          <p:cNvSpPr/>
          <p:nvPr>
            <p:custDataLst>
              <p:tags r:id="rId6"/>
            </p:custDataLst>
          </p:nvPr>
        </p:nvSpPr>
        <p:spPr>
          <a:xfrm>
            <a:off x="8121015" y="581025"/>
            <a:ext cx="680085" cy="234950"/>
          </a:xfrm>
          <a:prstGeom prst="roundRect">
            <a:avLst>
              <a:gd name="adj" fmla="val 50000"/>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矩形 16"/>
          <p:cNvSpPr/>
          <p:nvPr>
            <p:custDataLst>
              <p:tags r:id="rId7"/>
            </p:custDataLst>
          </p:nvPr>
        </p:nvSpPr>
        <p:spPr>
          <a:xfrm>
            <a:off x="342900" y="509197"/>
            <a:ext cx="86360" cy="357188"/>
          </a:xfrm>
          <a:prstGeom prst="rect">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8" name="文本框 17"/>
          <p:cNvSpPr txBox="1"/>
          <p:nvPr>
            <p:custDataLst>
              <p:tags r:id="rId8"/>
            </p:custDataLst>
          </p:nvPr>
        </p:nvSpPr>
        <p:spPr>
          <a:xfrm>
            <a:off x="508970" y="456300"/>
            <a:ext cx="7237392" cy="48387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SzPct val="100000"/>
              <a:buFontTx/>
              <a:buNone/>
              <a:defRPr/>
            </a:pPr>
            <a:r>
              <a:rPr kumimoji="0" lang="zh-CN" altLang="en-US" sz="2700" b="1" i="0" kern="1200" cap="none" spc="150" normalizeH="0" noProof="0">
                <a:ln>
                  <a:noFill/>
                </a:ln>
                <a:solidFill>
                  <a:srgbClr val="404040"/>
                </a:solidFill>
                <a:effectLst/>
                <a:latin typeface="微软雅黑" panose="020B0503020204020204" pitchFamily="34" charset="-122"/>
                <a:ea typeface="微软雅黑" panose="020B0503020204020204" pitchFamily="34" charset="-122"/>
                <a:cs typeface="+mn-cs"/>
              </a:rPr>
              <a:t>复制文件和文件夹</a:t>
            </a:r>
          </a:p>
        </p:txBody>
      </p:sp>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6" name="矩形 15"/>
          <p:cNvSpPr/>
          <p:nvPr userDrawn="1">
            <p:custDataLst>
              <p:tags r:id="rId2"/>
            </p:custDataLst>
          </p:nvPr>
        </p:nvSpPr>
        <p:spPr>
          <a:xfrm>
            <a:off x="0" y="0"/>
            <a:ext cx="3054096" cy="5143500"/>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rgbClr val="FFFFFF"/>
              </a:solidFill>
              <a:latin typeface="微软雅黑" panose="020B0503020204020204" pitchFamily="34" charset="-122"/>
              <a:ea typeface="微软雅黑" panose="020B0503020204020204" pitchFamily="34" charset="-122"/>
              <a:sym typeface="+mn-ea"/>
            </a:endParaRPr>
          </a:p>
        </p:txBody>
      </p:sp>
      <p:grpSp>
        <p:nvGrpSpPr>
          <p:cNvPr id="14" name="组合 13"/>
          <p:cNvGrpSpPr/>
          <p:nvPr userDrawn="1">
            <p:custDataLst>
              <p:tags r:id="rId3"/>
            </p:custDataLst>
          </p:nvPr>
        </p:nvGrpSpPr>
        <p:grpSpPr>
          <a:xfrm>
            <a:off x="67487" y="71105"/>
            <a:ext cx="8965498" cy="5053346"/>
            <a:chOff x="89982" y="94806"/>
            <a:chExt cx="11953997" cy="6737794"/>
          </a:xfrm>
        </p:grpSpPr>
        <p:pic>
          <p:nvPicPr>
            <p:cNvPr id="24" name="图片 23"/>
            <p:cNvPicPr>
              <a:picLocks noChangeAspect="1"/>
            </p:cNvPicPr>
            <p:nvPr userDrawn="1">
              <p:custDataLst>
                <p:tags r:id="rId11"/>
              </p:custDataLst>
            </p:nvPr>
          </p:nvPicPr>
          <p:blipFill>
            <a:blip r:embed="rId14">
              <a:extLst>
                <a:ext uri="{28A0092B-C50C-407E-A947-70E740481C1C}">
                  <a14:useLocalDpi xmlns:a14="http://schemas.microsoft.com/office/drawing/2010/main" val="0"/>
                </a:ext>
              </a:extLst>
            </a:blip>
            <a:stretch>
              <a:fillRect/>
            </a:stretch>
          </p:blipFill>
          <p:spPr>
            <a:xfrm>
              <a:off x="89982" y="94806"/>
              <a:ext cx="786452" cy="865707"/>
            </a:xfrm>
            <a:prstGeom prst="rect">
              <a:avLst/>
            </a:prstGeom>
          </p:spPr>
        </p:pic>
        <p:pic>
          <p:nvPicPr>
            <p:cNvPr id="15" name="图片 14"/>
            <p:cNvPicPr>
              <a:picLocks noChangeAspect="1"/>
            </p:cNvPicPr>
            <p:nvPr userDrawn="1">
              <p:custDataLst>
                <p:tags r:id="rId12"/>
              </p:custDataLst>
            </p:nvPr>
          </p:nvPicPr>
          <p:blipFill>
            <a:blip r:embed="rId15">
              <a:extLst>
                <a:ext uri="{28A0092B-C50C-407E-A947-70E740481C1C}">
                  <a14:useLocalDpi xmlns:a14="http://schemas.microsoft.com/office/drawing/2010/main" val="0"/>
                </a:ext>
              </a:extLst>
            </a:blip>
            <a:stretch>
              <a:fillRect/>
            </a:stretch>
          </p:blipFill>
          <p:spPr>
            <a:xfrm>
              <a:off x="10577221" y="5249238"/>
              <a:ext cx="1466758" cy="1583362"/>
            </a:xfrm>
            <a:prstGeom prst="rect">
              <a:avLst/>
            </a:prstGeom>
          </p:spPr>
        </p:pic>
      </p:grpSp>
      <p:sp>
        <p:nvSpPr>
          <p:cNvPr id="10" name="文本框 9"/>
          <p:cNvSpPr txBox="1"/>
          <p:nvPr>
            <p:custDataLst>
              <p:tags r:id="rId4"/>
            </p:custDataLst>
          </p:nvPr>
        </p:nvSpPr>
        <p:spPr>
          <a:xfrm>
            <a:off x="3504602" y="3727338"/>
            <a:ext cx="5066999" cy="844222"/>
          </a:xfrm>
          <a:prstGeom prst="rect">
            <a:avLst/>
          </a:prstGeom>
          <a:noFill/>
        </p:spPr>
        <p:txBody>
          <a:bodyPr wrap="square" rtlCol="0">
            <a:noAutofit/>
          </a:bodyPr>
          <a:lstStyle/>
          <a:p>
            <a:pPr marL="0" marR="0" lvl="0" indent="0" algn="l" defTabSz="914400" rtl="0" eaLnBrk="1" fontAlgn="auto" latinLnBrk="0" hangingPunct="1">
              <a:lnSpc>
                <a:spcPct val="130000"/>
              </a:lnSpc>
              <a:spcBef>
                <a:spcPts val="0"/>
              </a:spcBef>
              <a:spcAft>
                <a:spcPts val="800"/>
              </a:spcAft>
              <a:buSzPct val="100000"/>
              <a:buFontTx/>
              <a:buNone/>
              <a:defRPr/>
            </a:pPr>
            <a:r>
              <a:rPr kumimoji="0" lang="en-US" altLang="zh-CN" sz="1300" b="0" i="0" kern="1200" cap="none" spc="0" normalizeH="0" noProof="0">
                <a:ln>
                  <a:noFill/>
                </a:ln>
                <a:solidFill>
                  <a:srgbClr val="404040"/>
                </a:solidFill>
                <a:effectLst/>
                <a:latin typeface="微软雅黑" panose="020B0503020204020204" pitchFamily="34" charset="-122"/>
                <a:ea typeface="微软雅黑" panose="020B0503020204020204" pitchFamily="34" charset="-122"/>
                <a:cs typeface="微软雅黑" panose="020B0503020204020204" pitchFamily="34" charset="-122"/>
              </a:rPr>
              <a:t>2.</a:t>
            </a:r>
            <a:r>
              <a:rPr kumimoji="0" lang="zh-CN" altLang="en-US" sz="1300" b="0" i="0" kern="1200" cap="none" spc="0" normalizeH="0" noProof="0">
                <a:ln>
                  <a:noFill/>
                </a:ln>
                <a:solidFill>
                  <a:srgbClr val="404040"/>
                </a:solidFill>
                <a:effectLst/>
                <a:latin typeface="微软雅黑" panose="020B0503020204020204" pitchFamily="34" charset="-122"/>
                <a:ea typeface="微软雅黑" panose="020B0503020204020204" pitchFamily="34" charset="-122"/>
                <a:cs typeface="微软雅黑" panose="020B0503020204020204" pitchFamily="34" charset="-122"/>
              </a:rPr>
              <a:t>浏览到目标驱动器或文件夹，在“剪贴板”组中单击“粘贴”，则副本出现在文件夹中。</a:t>
            </a:r>
          </a:p>
        </p:txBody>
      </p:sp>
      <p:sp>
        <p:nvSpPr>
          <p:cNvPr id="6" name="矩形: 圆角 4"/>
          <p:cNvSpPr/>
          <p:nvPr>
            <p:custDataLst>
              <p:tags r:id="rId5"/>
            </p:custDataLst>
          </p:nvPr>
        </p:nvSpPr>
        <p:spPr>
          <a:xfrm>
            <a:off x="572135" y="454660"/>
            <a:ext cx="680085" cy="234950"/>
          </a:xfrm>
          <a:prstGeom prst="roundRect">
            <a:avLst>
              <a:gd name="adj" fmla="val 50000"/>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 name="TextBox 13"/>
          <p:cNvSpPr txBox="1"/>
          <p:nvPr>
            <p:custDataLst>
              <p:tags r:id="rId6"/>
            </p:custDataLst>
          </p:nvPr>
        </p:nvSpPr>
        <p:spPr>
          <a:xfrm>
            <a:off x="363220" y="4592320"/>
            <a:ext cx="2437130" cy="193040"/>
          </a:xfrm>
          <a:prstGeom prst="rect">
            <a:avLst/>
          </a:prstGeom>
          <a:noFill/>
          <a:ln>
            <a:noFill/>
          </a:ln>
        </p:spPr>
        <p:txBody>
          <a:bodyPr wrap="square" lIns="67500" tIns="27000" rIns="67500" bIns="270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150" normalizeH="0" baseline="0" noProof="0" dirty="0">
                <a:ln>
                  <a:noFill/>
                </a:ln>
                <a:solidFill>
                  <a:srgbClr val="3E3EA6"/>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https://www.textbookcenter.cn</a:t>
            </a:r>
          </a:p>
        </p:txBody>
      </p:sp>
      <p:sp>
        <p:nvSpPr>
          <p:cNvPr id="9" name="矩形 8"/>
          <p:cNvSpPr/>
          <p:nvPr>
            <p:custDataLst>
              <p:tags r:id="rId7"/>
            </p:custDataLst>
          </p:nvPr>
        </p:nvSpPr>
        <p:spPr>
          <a:xfrm>
            <a:off x="3504602" y="572400"/>
            <a:ext cx="5066999" cy="2985298"/>
          </a:xfrm>
          <a:prstGeom prst="rect">
            <a:avLst/>
          </a:prstGeom>
          <a:solidFill>
            <a:srgbClr val="FFFFFF"/>
          </a:solidFill>
          <a:ln>
            <a:noFill/>
          </a:ln>
          <a:effectLst>
            <a:outerShdw blurRad="127000" dist="38100" dir="5400000" algn="t" rotWithShape="0">
              <a:srgbClr val="0D0D0D">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11" name="图片 10" descr="C:\Users\kingsoft\Pictures\风景\H2O, Mac 壁紙, 天性.jpgH2O, Mac 壁紙, 天性"/>
          <p:cNvPicPr preferRelativeResize="0"/>
          <p:nvPr>
            <p:custDataLst>
              <p:tags r:id="rId8"/>
            </p:custDataLst>
          </p:nvPr>
        </p:nvPicPr>
        <p:blipFill rotWithShape="1">
          <a:blip r:embed="rId16"/>
          <a:srcRect t="-2968" b="-2968"/>
          <a:stretch>
            <a:fillRect/>
          </a:stretch>
        </p:blipFill>
        <p:spPr>
          <a:xfrm>
            <a:off x="3618002" y="685799"/>
            <a:ext cx="4851383" cy="2758498"/>
          </a:xfrm>
          <a:prstGeom prst="rect">
            <a:avLst/>
          </a:prstGeom>
          <a:blipFill rotWithShape="1">
            <a:blip r:embed="rId17"/>
            <a:stretch>
              <a:fillRect/>
            </a:stretch>
          </a:blipFill>
        </p:spPr>
      </p:pic>
      <p:sp>
        <p:nvSpPr>
          <p:cNvPr id="12" name="文本框 11"/>
          <p:cNvSpPr txBox="1"/>
          <p:nvPr>
            <p:custDataLst>
              <p:tags r:id="rId9"/>
            </p:custDataLst>
          </p:nvPr>
        </p:nvSpPr>
        <p:spPr>
          <a:xfrm>
            <a:off x="572400" y="883631"/>
            <a:ext cx="2019600" cy="1197609"/>
          </a:xfrm>
          <a:prstGeom prst="rect">
            <a:avLst/>
          </a:prstGeom>
          <a:noFill/>
        </p:spPr>
        <p:txBody>
          <a:bodyPr wrap="square" lIns="35100" rIns="35100" rtlCol="0" anchor="t" anchorCtr="0">
            <a:noAutofit/>
          </a:bodyPr>
          <a:lstStyle/>
          <a:p>
            <a:pPr marL="0" marR="0" lvl="0" indent="0" algn="l" defTabSz="914400" rtl="0" eaLnBrk="1" fontAlgn="auto" latinLnBrk="0" hangingPunct="1">
              <a:lnSpc>
                <a:spcPct val="110000"/>
              </a:lnSpc>
              <a:spcBef>
                <a:spcPts val="0"/>
              </a:spcBef>
              <a:spcAft>
                <a:spcPts val="0"/>
              </a:spcAft>
              <a:buSzPct val="100000"/>
              <a:buFontTx/>
              <a:buNone/>
              <a:defRPr/>
            </a:pPr>
            <a:r>
              <a:rPr kumimoji="0" lang="zh-CN" altLang="en-US" sz="3300" b="1" i="0" kern="1200" cap="none" spc="100" normalizeH="0" noProof="0">
                <a:ln>
                  <a:noFill/>
                </a:ln>
                <a:solidFill>
                  <a:srgbClr val="7F7F7F"/>
                </a:solidFill>
                <a:effectLst/>
                <a:latin typeface="微软雅黑" panose="020B0503020204020204" pitchFamily="34" charset="-122"/>
                <a:ea typeface="微软雅黑" panose="020B0503020204020204" pitchFamily="34" charset="-122"/>
                <a:cs typeface="+mn-cs"/>
              </a:rPr>
              <a:t>使用功能区复制</a:t>
            </a:r>
          </a:p>
        </p:txBody>
      </p:sp>
      <p:sp>
        <p:nvSpPr>
          <p:cNvPr id="13" name="文本框 12"/>
          <p:cNvSpPr txBox="1"/>
          <p:nvPr>
            <p:custDataLst>
              <p:tags r:id="rId10"/>
            </p:custDataLst>
          </p:nvPr>
        </p:nvSpPr>
        <p:spPr>
          <a:xfrm>
            <a:off x="572400" y="2193683"/>
            <a:ext cx="2019600" cy="1752659"/>
          </a:xfrm>
          <a:prstGeom prst="rect">
            <a:avLst/>
          </a:prstGeom>
          <a:noFill/>
        </p:spPr>
        <p:txBody>
          <a:bodyPr wrap="square" rtlCol="0">
            <a:noAutofit/>
          </a:bodyPr>
          <a:lstStyle/>
          <a:p>
            <a:pPr marL="0" lvl="0" indent="0" algn="just">
              <a:lnSpc>
                <a:spcPct val="130000"/>
              </a:lnSpc>
              <a:spcBef>
                <a:spcPts val="0"/>
              </a:spcBef>
              <a:spcAft>
                <a:spcPts val="800"/>
              </a:spcAft>
              <a:buSzPct val="100000"/>
              <a:defRPr/>
            </a:pPr>
            <a:r>
              <a:rPr lang="en-US" altLang="zh-CN" sz="1200">
                <a:solidFill>
                  <a:srgbClr val="7F7F7F"/>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200">
                <a:solidFill>
                  <a:srgbClr val="7F7F7F"/>
                </a:solidFill>
                <a:latin typeface="微软雅黑" panose="020B0503020204020204" pitchFamily="34" charset="-122"/>
                <a:ea typeface="微软雅黑" panose="020B0503020204020204" pitchFamily="34" charset="-122"/>
                <a:cs typeface="微软雅黑" panose="020B0503020204020204" pitchFamily="34" charset="-122"/>
              </a:rPr>
              <a:t>选定要复制的文件和文件夹（单选或多选），在“主页”选项卡的“剪贴板”组中，单击“复制”，如图所示，这时“粘贴”图标按钮将被点亮变为可用。</a:t>
            </a:r>
          </a:p>
        </p:txBody>
      </p:sp>
      <p:pic>
        <p:nvPicPr>
          <p:cNvPr id="3" name="图片 2" descr="3650462"/>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143375" y="1497330"/>
            <a:ext cx="100965" cy="157480"/>
          </a:xfrm>
          <a:prstGeom prst="rect">
            <a:avLst/>
          </a:prstGeom>
        </p:spPr>
      </p:pic>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6350"/>
            <a:ext cx="9144000" cy="3261995"/>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rgbClr val="FFFFFF"/>
              </a:solidFill>
              <a:latin typeface="微软雅黑" panose="020B0503020204020204" pitchFamily="34" charset="-122"/>
              <a:ea typeface="微软雅黑" panose="020B0503020204020204" pitchFamily="34" charset="-122"/>
              <a:sym typeface="+mn-ea"/>
            </a:endParaRPr>
          </a:p>
        </p:txBody>
      </p:sp>
      <p:grpSp>
        <p:nvGrpSpPr>
          <p:cNvPr id="22" name="组合 21"/>
          <p:cNvGrpSpPr/>
          <p:nvPr userDrawn="1">
            <p:custDataLst>
              <p:tags r:id="rId3"/>
            </p:custDataLst>
          </p:nvPr>
        </p:nvGrpSpPr>
        <p:grpSpPr>
          <a:xfrm>
            <a:off x="89077" y="45070"/>
            <a:ext cx="8956608" cy="4862846"/>
            <a:chOff x="89982" y="94806"/>
            <a:chExt cx="11942144" cy="6483794"/>
          </a:xfrm>
        </p:grpSpPr>
        <p:pic>
          <p:nvPicPr>
            <p:cNvPr id="23" name="图片 22"/>
            <p:cNvPicPr>
              <a:picLocks noChangeAspect="1"/>
            </p:cNvPicPr>
            <p:nvPr userDrawn="1">
              <p:custDataLst>
                <p:tags r:id="rId11"/>
              </p:custDataLst>
            </p:nvPr>
          </p:nvPicPr>
          <p:blipFill>
            <a:blip r:embed="rId14">
              <a:extLst>
                <a:ext uri="{28A0092B-C50C-407E-A947-70E740481C1C}">
                  <a14:useLocalDpi xmlns:a14="http://schemas.microsoft.com/office/drawing/2010/main" val="0"/>
                </a:ext>
              </a:extLst>
            </a:blip>
            <a:stretch>
              <a:fillRect/>
            </a:stretch>
          </p:blipFill>
          <p:spPr>
            <a:xfrm>
              <a:off x="89982" y="94806"/>
              <a:ext cx="786452" cy="865707"/>
            </a:xfrm>
            <a:prstGeom prst="rect">
              <a:avLst/>
            </a:prstGeom>
          </p:spPr>
        </p:pic>
        <p:pic>
          <p:nvPicPr>
            <p:cNvPr id="24" name="图片 23"/>
            <p:cNvPicPr>
              <a:picLocks noChangeAspect="1"/>
            </p:cNvPicPr>
            <p:nvPr userDrawn="1">
              <p:custDataLst>
                <p:tags r:id="rId12"/>
              </p:custDataLst>
            </p:nvPr>
          </p:nvPicPr>
          <p:blipFill>
            <a:blip r:embed="rId15">
              <a:extLst>
                <a:ext uri="{28A0092B-C50C-407E-A947-70E740481C1C}">
                  <a14:useLocalDpi xmlns:a14="http://schemas.microsoft.com/office/drawing/2010/main" val="0"/>
                </a:ext>
              </a:extLst>
            </a:blip>
            <a:stretch>
              <a:fillRect/>
            </a:stretch>
          </p:blipFill>
          <p:spPr>
            <a:xfrm>
              <a:off x="10565368" y="4995238"/>
              <a:ext cx="1466758" cy="1583362"/>
            </a:xfrm>
            <a:prstGeom prst="rect">
              <a:avLst/>
            </a:prstGeom>
          </p:spPr>
        </p:pic>
      </p:grpSp>
      <p:sp>
        <p:nvSpPr>
          <p:cNvPr id="5" name="矩形 4"/>
          <p:cNvSpPr/>
          <p:nvPr>
            <p:custDataLst>
              <p:tags r:id="rId4"/>
            </p:custDataLst>
          </p:nvPr>
        </p:nvSpPr>
        <p:spPr>
          <a:xfrm>
            <a:off x="1666039" y="1036725"/>
            <a:ext cx="5736630" cy="3137107"/>
          </a:xfrm>
          <a:prstGeom prst="rect">
            <a:avLst/>
          </a:prstGeom>
          <a:solidFill>
            <a:srgbClr val="FFFFFF"/>
          </a:solidFill>
          <a:ln>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kumimoji="1" lang="zh-CN" altLang="en-US" sz="1200" b="1">
              <a:solidFill>
                <a:srgbClr val="FFFFFF"/>
              </a:solidFill>
              <a:latin typeface="微软雅黑" panose="020B0503020204020204" pitchFamily="34" charset="-122"/>
              <a:ea typeface="微软雅黑" panose="020B0503020204020204" pitchFamily="34" charset="-122"/>
            </a:endParaRPr>
          </a:p>
        </p:txBody>
      </p:sp>
      <p:sp>
        <p:nvSpPr>
          <p:cNvPr id="6" name="Title 6"/>
          <p:cNvSpPr txBox="1"/>
          <p:nvPr>
            <p:custDataLst>
              <p:tags r:id="rId5"/>
            </p:custDataLst>
          </p:nvPr>
        </p:nvSpPr>
        <p:spPr>
          <a:xfrm>
            <a:off x="917575" y="4173855"/>
            <a:ext cx="7308850" cy="528320"/>
          </a:xfrm>
          <a:prstGeom prst="rect">
            <a:avLst/>
          </a:prstGeom>
          <a:noFill/>
          <a:ln w="3175">
            <a:noFill/>
            <a:prstDash val="dash"/>
          </a:ln>
        </p:spPr>
        <p:txBody>
          <a:bodyPr wrap="square" lIns="54000" tIns="27000" rIns="54000" bIns="27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just">
              <a:lnSpc>
                <a:spcPct val="130000"/>
              </a:lnSpc>
              <a:spcBef>
                <a:spcPts val="0"/>
              </a:spcBef>
              <a:spcAft>
                <a:spcPts val="800"/>
              </a:spcAft>
              <a:buSzPct val="100000"/>
              <a:buNone/>
            </a:pPr>
            <a:r>
              <a:rPr altLang="zh-CN"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如果没有改变文件夹，则是在原来的文件夹中执行“粘贴”命令，那么出现的副本名称中会加上尾缀“- 副本”，如图所示。</a:t>
            </a:r>
          </a:p>
        </p:txBody>
      </p:sp>
      <p:sp>
        <p:nvSpPr>
          <p:cNvPr id="7" name="Title 6"/>
          <p:cNvSpPr txBox="1"/>
          <p:nvPr>
            <p:custDataLst>
              <p:tags r:id="rId6"/>
            </p:custDataLst>
          </p:nvPr>
        </p:nvSpPr>
        <p:spPr>
          <a:xfrm>
            <a:off x="342900" y="456300"/>
            <a:ext cx="8458200" cy="470026"/>
          </a:xfrm>
          <a:prstGeom prst="rect">
            <a:avLst/>
          </a:prstGeom>
          <a:noFill/>
          <a:ln w="3175">
            <a:noFill/>
            <a:prstDash val="dash"/>
          </a:ln>
        </p:spPr>
        <p:txBody>
          <a:bodyPr wrap="square" lIns="54000" tIns="27000" rIns="54000" bIns="27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marR="0" lvl="0" indent="0" algn="ctr" defTabSz="913765" rtl="0" eaLnBrk="1" fontAlgn="auto" latinLnBrk="0" hangingPunct="1">
              <a:lnSpc>
                <a:spcPct val="100000"/>
              </a:lnSpc>
              <a:spcBef>
                <a:spcPts val="0"/>
              </a:spcBef>
              <a:spcAft>
                <a:spcPts val="800"/>
              </a:spcAft>
              <a:buSzPct val="100000"/>
              <a:buFontTx/>
              <a:buNone/>
              <a:defRPr/>
            </a:pPr>
            <a:r>
              <a:rPr kumimoji="0" lang="zh-CN" altLang="en-US" sz="2700" b="1" i="0" kern="1200" cap="none" spc="300" normalizeH="0" noProof="0">
                <a:ln w="3175">
                  <a:noFill/>
                  <a:prstDash val="dash"/>
                </a:ln>
                <a:solidFill>
                  <a:srgbClr val="404040"/>
                </a:solidFill>
                <a:effectLst/>
                <a:latin typeface="微软雅黑" panose="020B0503020204020204" pitchFamily="34" charset="-122"/>
                <a:ea typeface="微软雅黑" panose="020B0503020204020204" pitchFamily="34" charset="-122"/>
                <a:cs typeface="微软雅黑" panose="020B0503020204020204" pitchFamily="34" charset="-122"/>
              </a:rPr>
              <a:t>使用功能区复制</a:t>
            </a:r>
          </a:p>
        </p:txBody>
      </p:sp>
      <p:pic>
        <p:nvPicPr>
          <p:cNvPr id="8" name="图片 7" descr="C:\Users\kingsoft\Pictures\风景\cold-environment-forest-976916.jpgcold-environment-forest-976916"/>
          <p:cNvPicPr preferRelativeResize="0">
            <a:picLocks noChangeAspect="1"/>
          </p:cNvPicPr>
          <p:nvPr>
            <p:custDataLst>
              <p:tags r:id="rId7"/>
            </p:custDataLst>
          </p:nvPr>
        </p:nvPicPr>
        <p:blipFill rotWithShape="1">
          <a:blip r:embed="rId16"/>
          <a:srcRect l="-1064" r="-1064"/>
          <a:stretch>
            <a:fillRect/>
          </a:stretch>
        </p:blipFill>
        <p:spPr>
          <a:xfrm>
            <a:off x="1782771" y="1159164"/>
            <a:ext cx="5503163" cy="2892228"/>
          </a:xfrm>
          <a:prstGeom prst="rect">
            <a:avLst/>
          </a:prstGeom>
          <a:blipFill rotWithShape="1">
            <a:blip r:embed="rId17"/>
            <a:stretch>
              <a:fillRect/>
            </a:stretch>
          </a:blipFill>
        </p:spPr>
      </p:pic>
      <p:cxnSp>
        <p:nvCxnSpPr>
          <p:cNvPr id="13" name="直接连接符 12"/>
          <p:cNvCxnSpPr/>
          <p:nvPr>
            <p:custDataLst>
              <p:tags r:id="rId8"/>
            </p:custDataLst>
          </p:nvPr>
        </p:nvCxnSpPr>
        <p:spPr>
          <a:xfrm>
            <a:off x="8550275" y="325755"/>
            <a:ext cx="152400"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custDataLst>
              <p:tags r:id="rId9"/>
            </p:custDataLst>
          </p:nvPr>
        </p:nvCxnSpPr>
        <p:spPr>
          <a:xfrm>
            <a:off x="8550275" y="381635"/>
            <a:ext cx="116840"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sp>
        <p:nvSpPr>
          <p:cNvPr id="15" name="文本框 14"/>
          <p:cNvSpPr txBox="1"/>
          <p:nvPr>
            <p:custDataLst>
              <p:tags r:id="rId10"/>
            </p:custDataLst>
          </p:nvPr>
        </p:nvSpPr>
        <p:spPr>
          <a:xfrm>
            <a:off x="456299" y="198874"/>
            <a:ext cx="1257300" cy="257426"/>
          </a:xfrm>
          <a:prstGeom prst="rect">
            <a:avLst/>
          </a:prstGeom>
          <a:noFill/>
        </p:spPr>
        <p:txBody>
          <a:bodyPr vert="horz" wrap="square" lIns="67500" rIns="67500" rtlCol="0">
            <a:noAutofit/>
          </a:bodyPr>
          <a:lstStyle/>
          <a:p>
            <a:pPr marL="0" marR="0" lvl="0" indent="0" algn="l" defTabSz="914400" rtl="0" eaLnBrk="1" fontAlgn="auto" latinLnBrk="0" hangingPunct="1">
              <a:lnSpc>
                <a:spcPct val="130000"/>
              </a:lnSpc>
              <a:spcBef>
                <a:spcPts val="1000"/>
              </a:spcBef>
              <a:spcAft>
                <a:spcPts val="1000"/>
              </a:spcAft>
              <a:buClrTx/>
              <a:buSzTx/>
              <a:buFontTx/>
              <a:buNone/>
              <a:defRPr/>
            </a:pPr>
            <a:r>
              <a:rPr kumimoji="0" lang="en-US" altLang="zh-CN" sz="1050" b="1" i="0" u="none" strike="noStrike" kern="1200" cap="none" spc="0" normalizeH="0" noProof="0" dirty="0">
                <a:ln>
                  <a:noFill/>
                </a:ln>
                <a:solidFill>
                  <a:srgbClr val="595959"/>
                </a:solidFill>
                <a:effectLst/>
                <a:uLnTx/>
                <a:uFillTx/>
                <a:latin typeface="微软雅黑" panose="020B0503020204020204" pitchFamily="34" charset="-122"/>
                <a:ea typeface="微软雅黑" panose="020B0503020204020204" pitchFamily="34" charset="-122"/>
                <a:cs typeface="Arial" panose="020B0604020202020204" pitchFamily="34" charset="0"/>
                <a:sym typeface="+mn-ea"/>
              </a:rPr>
              <a:t>GONG</a:t>
            </a:r>
            <a:r>
              <a:rPr kumimoji="0" lang="en-US" altLang="zh-CN" sz="1050" b="0" i="0" u="none" strike="noStrike" kern="1200" cap="none" spc="0" normalizeH="0" noProof="0" dirty="0">
                <a:ln>
                  <a:noFill/>
                </a:ln>
                <a:solidFill>
                  <a:srgbClr val="595959"/>
                </a:solidFill>
                <a:effectLst/>
                <a:uLnTx/>
                <a:uFillTx/>
                <a:latin typeface="微软雅黑" panose="020B0503020204020204" pitchFamily="34" charset="-122"/>
                <a:ea typeface="微软雅黑" panose="020B0503020204020204" pitchFamily="34" charset="-122"/>
                <a:cs typeface="Arial" panose="020B0604020202020204" pitchFamily="34" charset="0"/>
                <a:sym typeface="+mn-ea"/>
              </a:rPr>
              <a:t>NEGNQU</a:t>
            </a:r>
          </a:p>
        </p:txBody>
      </p:sp>
      <p:pic>
        <p:nvPicPr>
          <p:cNvPr id="2" name="图片 1"/>
          <p:cNvPicPr>
            <a:picLocks noChangeAspect="1"/>
          </p:cNvPicPr>
          <p:nvPr/>
        </p:nvPicPr>
        <p:blipFill>
          <a:blip r:embed="rId18"/>
          <a:srcRect l="15000" t="55333" r="74104" b="35852"/>
          <a:stretch>
            <a:fillRect/>
          </a:stretch>
        </p:blipFill>
        <p:spPr>
          <a:xfrm>
            <a:off x="2557780" y="2284095"/>
            <a:ext cx="1262380" cy="574675"/>
          </a:xfrm>
          <a:prstGeom prst="rect">
            <a:avLst/>
          </a:prstGeom>
        </p:spPr>
      </p:pic>
      <p:pic>
        <p:nvPicPr>
          <p:cNvPr id="3" name="图片 2" descr="3650462"/>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2696210" y="1826260"/>
            <a:ext cx="100965" cy="157480"/>
          </a:xfrm>
          <a:prstGeom prst="rect">
            <a:avLst/>
          </a:prstGeom>
        </p:spPr>
      </p:pic>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60" name="图片 159"/>
          <p:cNvPicPr>
            <a:picLocks noChangeAspect="1"/>
          </p:cNvPicPr>
          <p:nvPr userDrawn="1">
            <p:custDataLst>
              <p:tags r:id="rId2"/>
            </p:custDataLst>
          </p:nvPr>
        </p:nvPicPr>
        <p:blipFill>
          <a:blip r:embed="rId15">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
        <p:nvSpPr>
          <p:cNvPr id="9" name="矩形 8"/>
          <p:cNvSpPr/>
          <p:nvPr>
            <p:custDataLst>
              <p:tags r:id="rId3"/>
            </p:custDataLst>
          </p:nvPr>
        </p:nvSpPr>
        <p:spPr>
          <a:xfrm>
            <a:off x="0" y="1942376"/>
            <a:ext cx="5219205" cy="1258747"/>
          </a:xfrm>
          <a:prstGeom prst="rect">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 name="文本框 2"/>
          <p:cNvSpPr txBox="1"/>
          <p:nvPr>
            <p:custDataLst>
              <p:tags r:id="rId4"/>
            </p:custDataLst>
          </p:nvPr>
        </p:nvSpPr>
        <p:spPr>
          <a:xfrm>
            <a:off x="430054" y="1035209"/>
            <a:ext cx="4515326" cy="755650"/>
          </a:xfrm>
          <a:prstGeom prst="rect">
            <a:avLst/>
          </a:prstGeom>
          <a:noFill/>
        </p:spPr>
        <p:txBody>
          <a:bodyPr wrap="square" rtlCol="0" anchor="ctr">
            <a:spAutoFit/>
          </a:bodyPr>
          <a:lstStyle/>
          <a:p>
            <a:pPr marL="0" indent="0" algn="l">
              <a:lnSpc>
                <a:spcPct val="120000"/>
              </a:lnSpc>
              <a:spcBef>
                <a:spcPts val="0"/>
              </a:spcBef>
              <a:spcAft>
                <a:spcPts val="0"/>
              </a:spcAft>
              <a:buSzPct val="100000"/>
              <a:buNone/>
            </a:pPr>
            <a:r>
              <a:rPr lang="zh-CN" altLang="en-US" sz="3600" b="1" spc="300">
                <a:solidFill>
                  <a:srgbClr val="404040"/>
                </a:solidFill>
                <a:latin typeface="微软雅黑" panose="020B0503020204020204" pitchFamily="34" charset="-122"/>
                <a:ea typeface="微软雅黑" panose="020B0503020204020204" pitchFamily="34" charset="-122"/>
              </a:rPr>
              <a:t>提示</a:t>
            </a:r>
          </a:p>
        </p:txBody>
      </p:sp>
      <p:sp>
        <p:nvSpPr>
          <p:cNvPr id="11" name="文本框 10"/>
          <p:cNvSpPr txBox="1"/>
          <p:nvPr>
            <p:custDataLst>
              <p:tags r:id="rId5"/>
            </p:custDataLst>
          </p:nvPr>
        </p:nvSpPr>
        <p:spPr>
          <a:xfrm>
            <a:off x="435769" y="2152650"/>
            <a:ext cx="4509611" cy="842010"/>
          </a:xfrm>
          <a:prstGeom prst="rect">
            <a:avLst/>
          </a:prstGeom>
          <a:noFill/>
        </p:spPr>
        <p:txBody>
          <a:bodyPr wrap="square" rtlCol="0" anchor="ctr">
            <a:normAutofit/>
          </a:bodyPr>
          <a:lstStyle/>
          <a:p>
            <a:pPr marL="0" lvl="0" indent="0" algn="l">
              <a:lnSpc>
                <a:spcPct val="120000"/>
              </a:lnSpc>
              <a:spcBef>
                <a:spcPts val="0"/>
              </a:spcBef>
              <a:spcAft>
                <a:spcPts val="0"/>
              </a:spcAft>
              <a:buSzPct val="100000"/>
              <a:buNone/>
            </a:pPr>
            <a:r>
              <a:rPr lang="zh-CN" altLang="en-US" sz="2000" spc="150">
                <a:solidFill>
                  <a:srgbClr val="FFFFFF"/>
                </a:solidFill>
                <a:latin typeface="微软雅黑" panose="020B0503020204020204" pitchFamily="34" charset="-122"/>
                <a:ea typeface="微软雅黑" panose="020B0503020204020204" pitchFamily="34" charset="-122"/>
              </a:rPr>
              <a:t>由于副本已经保存在剪贴板中，所以可以多次粘贴。</a:t>
            </a:r>
          </a:p>
        </p:txBody>
      </p:sp>
      <p:sp>
        <p:nvSpPr>
          <p:cNvPr id="2" name="矩形 1"/>
          <p:cNvSpPr/>
          <p:nvPr>
            <p:custDataLst>
              <p:tags r:id="rId6"/>
            </p:custDataLst>
          </p:nvPr>
        </p:nvSpPr>
        <p:spPr>
          <a:xfrm>
            <a:off x="5219205" y="1942376"/>
            <a:ext cx="1309255" cy="1258747"/>
          </a:xfrm>
          <a:prstGeom prst="rect">
            <a:avLst/>
          </a:prstGeom>
          <a:solidFill>
            <a:srgbClr val="E1E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1" name="矩形 30"/>
          <p:cNvSpPr/>
          <p:nvPr>
            <p:custDataLst>
              <p:tags r:id="rId7"/>
            </p:custDataLst>
          </p:nvPr>
        </p:nvSpPr>
        <p:spPr>
          <a:xfrm>
            <a:off x="6528460" y="1942376"/>
            <a:ext cx="1309255" cy="1258747"/>
          </a:xfrm>
          <a:prstGeom prst="rect">
            <a:avLst/>
          </a:prstGeom>
          <a:solidFill>
            <a:srgbClr val="C3C3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2" name="矩形 31"/>
          <p:cNvSpPr/>
          <p:nvPr>
            <p:custDataLst>
              <p:tags r:id="rId8"/>
            </p:custDataLst>
          </p:nvPr>
        </p:nvSpPr>
        <p:spPr>
          <a:xfrm>
            <a:off x="6528460" y="3201123"/>
            <a:ext cx="1309255" cy="1258747"/>
          </a:xfrm>
          <a:prstGeom prst="rect">
            <a:avLst/>
          </a:prstGeom>
          <a:solidFill>
            <a:srgbClr val="E1E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3" name="矩形 32"/>
          <p:cNvSpPr/>
          <p:nvPr>
            <p:custDataLst>
              <p:tags r:id="rId9"/>
            </p:custDataLst>
          </p:nvPr>
        </p:nvSpPr>
        <p:spPr>
          <a:xfrm>
            <a:off x="6528460" y="683630"/>
            <a:ext cx="1309255" cy="1258747"/>
          </a:xfrm>
          <a:prstGeom prst="rect">
            <a:avLst/>
          </a:prstGeom>
          <a:solidFill>
            <a:srgbClr val="A5A5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4" name="矩形 33"/>
          <p:cNvSpPr/>
          <p:nvPr>
            <p:custDataLst>
              <p:tags r:id="rId10"/>
            </p:custDataLst>
          </p:nvPr>
        </p:nvSpPr>
        <p:spPr>
          <a:xfrm>
            <a:off x="7837715" y="1942376"/>
            <a:ext cx="1309255" cy="1258747"/>
          </a:xfrm>
          <a:prstGeom prst="rect">
            <a:avLst/>
          </a:prstGeom>
          <a:solidFill>
            <a:srgbClr val="A5A5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5" name="矩形 34"/>
          <p:cNvSpPr/>
          <p:nvPr>
            <p:custDataLst>
              <p:tags r:id="rId11"/>
            </p:custDataLst>
          </p:nvPr>
        </p:nvSpPr>
        <p:spPr>
          <a:xfrm>
            <a:off x="4836282" y="3801071"/>
            <a:ext cx="1056847" cy="1016076"/>
          </a:xfrm>
          <a:prstGeom prst="rect">
            <a:avLst/>
          </a:prstGeom>
          <a:solidFill>
            <a:srgbClr val="C3C3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6" name="矩形 35"/>
          <p:cNvSpPr/>
          <p:nvPr>
            <p:custDataLst>
              <p:tags r:id="rId12"/>
            </p:custDataLst>
          </p:nvPr>
        </p:nvSpPr>
        <p:spPr>
          <a:xfrm>
            <a:off x="178130" y="173196"/>
            <a:ext cx="453930" cy="436418"/>
          </a:xfrm>
          <a:prstGeom prst="rect">
            <a:avLst/>
          </a:prstGeom>
          <a:solidFill>
            <a:srgbClr val="A5A5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7" name="矩形 36"/>
          <p:cNvSpPr/>
          <p:nvPr>
            <p:custDataLst>
              <p:tags r:id="rId13"/>
            </p:custDataLst>
          </p:nvPr>
        </p:nvSpPr>
        <p:spPr>
          <a:xfrm>
            <a:off x="556711" y="490098"/>
            <a:ext cx="192034" cy="184625"/>
          </a:xfrm>
          <a:prstGeom prst="rect">
            <a:avLst/>
          </a:prstGeom>
          <a:solidFill>
            <a:srgbClr val="E1E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738199" y="514023"/>
            <a:ext cx="7420899" cy="483870"/>
          </a:xfrm>
          <a:prstGeom prst="rect">
            <a:avLst/>
          </a:prstGeom>
          <a:noFill/>
        </p:spPr>
        <p:txBody>
          <a:bodyPr wrap="square" lIns="68580" tIns="34290" rIns="68580" bIns="34290" rtlCol="0">
            <a:spAutoFit/>
            <a:scene3d>
              <a:camera prst="orthographicFront"/>
              <a:lightRig rig="threePt" dir="t"/>
            </a:scene3d>
          </a:bodyPr>
          <a:lstStyle/>
          <a:p>
            <a:pPr marL="0" indent="0" algn="ctr">
              <a:lnSpc>
                <a:spcPct val="100000"/>
              </a:lnSpc>
              <a:spcBef>
                <a:spcPts val="0"/>
              </a:spcBef>
              <a:spcAft>
                <a:spcPts val="0"/>
              </a:spcAft>
              <a:buSzPct val="100000"/>
              <a:buNone/>
            </a:pPr>
            <a:r>
              <a:rPr lang="zh-CN" altLang="en-US" sz="2700" b="1" spc="30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使用鼠标左键拖动复制</a:t>
            </a:r>
          </a:p>
        </p:txBody>
      </p:sp>
      <p:sp>
        <p:nvSpPr>
          <p:cNvPr id="25" name="任意多边形: 形状 24"/>
          <p:cNvSpPr/>
          <p:nvPr>
            <p:custDataLst>
              <p:tags r:id="rId3"/>
            </p:custDataLst>
          </p:nvPr>
        </p:nvSpPr>
        <p:spPr>
          <a:xfrm>
            <a:off x="512139" y="1299857"/>
            <a:ext cx="8119721" cy="1060600"/>
          </a:xfrm>
          <a:custGeom>
            <a:avLst/>
            <a:gdLst>
              <a:gd name="connsiteX0" fmla="*/ 155348 w 10826295"/>
              <a:gd name="connsiteY0" fmla="*/ 37916 h 1414133"/>
              <a:gd name="connsiteX1" fmla="*/ 41048 w 10826295"/>
              <a:gd name="connsiteY1" fmla="*/ 152216 h 1414133"/>
              <a:gd name="connsiteX2" fmla="*/ 155348 w 10826295"/>
              <a:gd name="connsiteY2" fmla="*/ 266516 h 1414133"/>
              <a:gd name="connsiteX3" fmla="*/ 269648 w 10826295"/>
              <a:gd name="connsiteY3" fmla="*/ 152216 h 1414133"/>
              <a:gd name="connsiteX4" fmla="*/ 0 w 10826295"/>
              <a:gd name="connsiteY4" fmla="*/ 0 h 1414133"/>
              <a:gd name="connsiteX5" fmla="*/ 10826295 w 10826295"/>
              <a:gd name="connsiteY5" fmla="*/ 0 h 1414133"/>
              <a:gd name="connsiteX6" fmla="*/ 10826295 w 10826295"/>
              <a:gd name="connsiteY6" fmla="*/ 1414133 h 1414133"/>
              <a:gd name="connsiteX7" fmla="*/ 0 w 10826295"/>
              <a:gd name="connsiteY7" fmla="*/ 1414133 h 1414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26295" h="1414133">
                <a:moveTo>
                  <a:pt x="155348" y="37916"/>
                </a:moveTo>
                <a:lnTo>
                  <a:pt x="41048" y="152216"/>
                </a:lnTo>
                <a:lnTo>
                  <a:pt x="155348" y="266516"/>
                </a:lnTo>
                <a:lnTo>
                  <a:pt x="269648" y="152216"/>
                </a:lnTo>
                <a:close/>
                <a:moveTo>
                  <a:pt x="0" y="0"/>
                </a:moveTo>
                <a:lnTo>
                  <a:pt x="10826295" y="0"/>
                </a:lnTo>
                <a:lnTo>
                  <a:pt x="10826295" y="1414133"/>
                </a:lnTo>
                <a:lnTo>
                  <a:pt x="0" y="1414133"/>
                </a:lnTo>
                <a:close/>
              </a:path>
            </a:pathLst>
          </a:custGeom>
          <a:solidFill>
            <a:srgbClr val="FFFFFF"/>
          </a:solidFill>
          <a:ln w="19050">
            <a:noFill/>
          </a:ln>
          <a:effectLst>
            <a:outerShdw blurRad="63500" dist="63500" dir="36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srgbClr val="FFFFFF"/>
              </a:solidFill>
              <a:latin typeface="微软雅黑" panose="020B0503020204020204" pitchFamily="34" charset="-122"/>
              <a:ea typeface="微软雅黑" panose="020B0503020204020204" pitchFamily="34" charset="-122"/>
            </a:endParaRPr>
          </a:p>
        </p:txBody>
      </p:sp>
      <p:sp>
        <p:nvSpPr>
          <p:cNvPr id="5" name="矩形 4"/>
          <p:cNvSpPr/>
          <p:nvPr>
            <p:custDataLst>
              <p:tags r:id="rId4"/>
            </p:custDataLst>
          </p:nvPr>
        </p:nvSpPr>
        <p:spPr>
          <a:xfrm>
            <a:off x="1796612" y="1521752"/>
            <a:ext cx="6743701" cy="623571"/>
          </a:xfrm>
          <a:prstGeom prst="rect">
            <a:avLst/>
          </a:prstGeom>
        </p:spPr>
        <p:txBody>
          <a:bodyPr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lvl="0" indent="-285750" algn="l">
              <a:lnSpc>
                <a:spcPct val="120000"/>
              </a:lnSpc>
              <a:spcBef>
                <a:spcPts val="0"/>
              </a:spcBef>
              <a:spcAft>
                <a:spcPts val="1000"/>
              </a:spcAft>
              <a:buClr>
                <a:schemeClr val="accent1">
                  <a:lumMod val="40000"/>
                  <a:lumOff val="60000"/>
                </a:schemeClr>
              </a:buClr>
              <a:buSzPct val="100000"/>
              <a:buFont typeface="Wingdings" panose="05000000000000000000" pitchFamily="2" charset="2"/>
              <a:buChar char="u"/>
            </a:pPr>
            <a:r>
              <a:rPr lang="zh-CN" altLang="en-US" sz="1200" spc="150">
                <a:solidFill>
                  <a:srgbClr val="000000"/>
                </a:solidFill>
                <a:latin typeface="微软雅黑" panose="020B0503020204020204" pitchFamily="34" charset="-122"/>
                <a:ea typeface="微软雅黑" panose="020B0503020204020204" pitchFamily="34" charset="-122"/>
              </a:rPr>
              <a:t>在源文件夹中选定要复制的文件或文件夹。</a:t>
            </a:r>
          </a:p>
        </p:txBody>
      </p:sp>
      <p:sp>
        <p:nvSpPr>
          <p:cNvPr id="13" name="文本框 12"/>
          <p:cNvSpPr txBox="1"/>
          <p:nvPr>
            <p:custDataLst>
              <p:tags r:id="rId5"/>
            </p:custDataLst>
          </p:nvPr>
        </p:nvSpPr>
        <p:spPr>
          <a:xfrm>
            <a:off x="772232" y="1440809"/>
            <a:ext cx="764286" cy="785456"/>
          </a:xfrm>
          <a:prstGeom prst="rect">
            <a:avLst/>
          </a:prstGeom>
          <a:noFill/>
        </p:spPr>
        <p:txBody>
          <a:bodyPr wrap="none" rtlCol="0" anchor="ctr">
            <a:noAutofit/>
          </a:bodyPr>
          <a:lstStyle/>
          <a:p>
            <a:pPr algn="ctr"/>
            <a:r>
              <a:rPr lang="en-US" altLang="zh-CN" sz="4500" dirty="0">
                <a:solidFill>
                  <a:srgbClr val="3E3EA6"/>
                </a:solidFill>
                <a:latin typeface="微软雅黑" panose="020B0503020204020204" pitchFamily="34" charset="-122"/>
                <a:ea typeface="微软雅黑" panose="020B0503020204020204" pitchFamily="34" charset="-122"/>
              </a:rPr>
              <a:t>01</a:t>
            </a:r>
          </a:p>
        </p:txBody>
      </p:sp>
      <p:sp>
        <p:nvSpPr>
          <p:cNvPr id="27" name="任意多边形: 形状 26"/>
          <p:cNvSpPr/>
          <p:nvPr>
            <p:custDataLst>
              <p:tags r:id="rId6"/>
            </p:custDataLst>
          </p:nvPr>
        </p:nvSpPr>
        <p:spPr>
          <a:xfrm>
            <a:off x="512139" y="2496315"/>
            <a:ext cx="8119721" cy="1060600"/>
          </a:xfrm>
          <a:custGeom>
            <a:avLst/>
            <a:gdLst>
              <a:gd name="connsiteX0" fmla="*/ 155348 w 10826295"/>
              <a:gd name="connsiteY0" fmla="*/ 41294 h 1414133"/>
              <a:gd name="connsiteX1" fmla="*/ 41048 w 10826295"/>
              <a:gd name="connsiteY1" fmla="*/ 155594 h 1414133"/>
              <a:gd name="connsiteX2" fmla="*/ 155348 w 10826295"/>
              <a:gd name="connsiteY2" fmla="*/ 269894 h 1414133"/>
              <a:gd name="connsiteX3" fmla="*/ 269648 w 10826295"/>
              <a:gd name="connsiteY3" fmla="*/ 155594 h 1414133"/>
              <a:gd name="connsiteX4" fmla="*/ 0 w 10826295"/>
              <a:gd name="connsiteY4" fmla="*/ 0 h 1414133"/>
              <a:gd name="connsiteX5" fmla="*/ 10826295 w 10826295"/>
              <a:gd name="connsiteY5" fmla="*/ 0 h 1414133"/>
              <a:gd name="connsiteX6" fmla="*/ 10826295 w 10826295"/>
              <a:gd name="connsiteY6" fmla="*/ 1414133 h 1414133"/>
              <a:gd name="connsiteX7" fmla="*/ 0 w 10826295"/>
              <a:gd name="connsiteY7" fmla="*/ 1414133 h 1414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26295" h="1414133">
                <a:moveTo>
                  <a:pt x="155348" y="41294"/>
                </a:moveTo>
                <a:lnTo>
                  <a:pt x="41048" y="155594"/>
                </a:lnTo>
                <a:lnTo>
                  <a:pt x="155348" y="269894"/>
                </a:lnTo>
                <a:lnTo>
                  <a:pt x="269648" y="155594"/>
                </a:lnTo>
                <a:close/>
                <a:moveTo>
                  <a:pt x="0" y="0"/>
                </a:moveTo>
                <a:lnTo>
                  <a:pt x="10826295" y="0"/>
                </a:lnTo>
                <a:lnTo>
                  <a:pt x="10826295" y="1414133"/>
                </a:lnTo>
                <a:lnTo>
                  <a:pt x="0" y="1414133"/>
                </a:lnTo>
                <a:close/>
              </a:path>
            </a:pathLst>
          </a:custGeom>
          <a:solidFill>
            <a:srgbClr val="FFFFFF"/>
          </a:solidFill>
          <a:ln w="19050">
            <a:noFill/>
          </a:ln>
          <a:effectLst>
            <a:outerShdw blurRad="63500" dist="63500" dir="36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8" name="矩形 7"/>
          <p:cNvSpPr/>
          <p:nvPr>
            <p:custDataLst>
              <p:tags r:id="rId7"/>
            </p:custDataLst>
          </p:nvPr>
        </p:nvSpPr>
        <p:spPr>
          <a:xfrm>
            <a:off x="1796612" y="2714051"/>
            <a:ext cx="6743701" cy="623571"/>
          </a:xfrm>
          <a:prstGeom prst="rect">
            <a:avLst/>
          </a:prstGeom>
        </p:spPr>
        <p:txBody>
          <a:bodyPr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lvl="0" indent="-285750" algn="l">
              <a:lnSpc>
                <a:spcPct val="120000"/>
              </a:lnSpc>
              <a:spcBef>
                <a:spcPts val="0"/>
              </a:spcBef>
              <a:spcAft>
                <a:spcPts val="1000"/>
              </a:spcAft>
              <a:buClr>
                <a:schemeClr val="accent1">
                  <a:lumMod val="40000"/>
                  <a:lumOff val="60000"/>
                </a:schemeClr>
              </a:buClr>
              <a:buSzPct val="100000"/>
              <a:buFont typeface="Wingdings" panose="05000000000000000000" pitchFamily="2" charset="2"/>
              <a:buChar char="u"/>
            </a:pPr>
            <a:r>
              <a:rPr lang="zh-CN" altLang="en-US" sz="1200" spc="150">
                <a:solidFill>
                  <a:srgbClr val="000000"/>
                </a:solidFill>
                <a:latin typeface="微软雅黑" panose="020B0503020204020204" pitchFamily="34" charset="-122"/>
                <a:ea typeface="微软雅黑" panose="020B0503020204020204" pitchFamily="34" charset="-122"/>
              </a:rPr>
              <a:t>在导航窗格中让目标文件夹显示出来，只需展开，但不要单击选定目标文件夹。</a:t>
            </a:r>
          </a:p>
        </p:txBody>
      </p:sp>
      <p:sp>
        <p:nvSpPr>
          <p:cNvPr id="14" name="文本框 13"/>
          <p:cNvSpPr txBox="1"/>
          <p:nvPr>
            <p:custDataLst>
              <p:tags r:id="rId8"/>
            </p:custDataLst>
          </p:nvPr>
        </p:nvSpPr>
        <p:spPr>
          <a:xfrm>
            <a:off x="772232" y="2633108"/>
            <a:ext cx="764286" cy="785456"/>
          </a:xfrm>
          <a:prstGeom prst="rect">
            <a:avLst/>
          </a:prstGeom>
          <a:noFill/>
        </p:spPr>
        <p:txBody>
          <a:bodyPr wrap="none" rtlCol="0" anchor="ctr">
            <a:noAutofit/>
          </a:bodyPr>
          <a:lstStyle/>
          <a:p>
            <a:pPr algn="ctr"/>
            <a:r>
              <a:rPr lang="en-US" altLang="zh-CN" sz="4500" dirty="0">
                <a:solidFill>
                  <a:srgbClr val="3E3EA6"/>
                </a:solidFill>
                <a:latin typeface="微软雅黑" panose="020B0503020204020204" pitchFamily="34" charset="-122"/>
                <a:ea typeface="微软雅黑" panose="020B0503020204020204" pitchFamily="34" charset="-122"/>
              </a:rPr>
              <a:t>02</a:t>
            </a:r>
          </a:p>
        </p:txBody>
      </p:sp>
      <p:sp>
        <p:nvSpPr>
          <p:cNvPr id="28" name="任意多边形: 形状 27"/>
          <p:cNvSpPr/>
          <p:nvPr>
            <p:custDataLst>
              <p:tags r:id="rId9"/>
            </p:custDataLst>
          </p:nvPr>
        </p:nvSpPr>
        <p:spPr>
          <a:xfrm>
            <a:off x="512139" y="3692773"/>
            <a:ext cx="8119721" cy="1060600"/>
          </a:xfrm>
          <a:custGeom>
            <a:avLst/>
            <a:gdLst>
              <a:gd name="connsiteX0" fmla="*/ 155348 w 10826295"/>
              <a:gd name="connsiteY0" fmla="*/ 43313 h 1414133"/>
              <a:gd name="connsiteX1" fmla="*/ 41048 w 10826295"/>
              <a:gd name="connsiteY1" fmla="*/ 157613 h 1414133"/>
              <a:gd name="connsiteX2" fmla="*/ 155348 w 10826295"/>
              <a:gd name="connsiteY2" fmla="*/ 271913 h 1414133"/>
              <a:gd name="connsiteX3" fmla="*/ 269648 w 10826295"/>
              <a:gd name="connsiteY3" fmla="*/ 157613 h 1414133"/>
              <a:gd name="connsiteX4" fmla="*/ 0 w 10826295"/>
              <a:gd name="connsiteY4" fmla="*/ 0 h 1414133"/>
              <a:gd name="connsiteX5" fmla="*/ 10826295 w 10826295"/>
              <a:gd name="connsiteY5" fmla="*/ 0 h 1414133"/>
              <a:gd name="connsiteX6" fmla="*/ 10826295 w 10826295"/>
              <a:gd name="connsiteY6" fmla="*/ 1414133 h 1414133"/>
              <a:gd name="connsiteX7" fmla="*/ 0 w 10826295"/>
              <a:gd name="connsiteY7" fmla="*/ 1414133 h 1414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26295" h="1414133">
                <a:moveTo>
                  <a:pt x="155348" y="43313"/>
                </a:moveTo>
                <a:lnTo>
                  <a:pt x="41048" y="157613"/>
                </a:lnTo>
                <a:lnTo>
                  <a:pt x="155348" y="271913"/>
                </a:lnTo>
                <a:lnTo>
                  <a:pt x="269648" y="157613"/>
                </a:lnTo>
                <a:close/>
                <a:moveTo>
                  <a:pt x="0" y="0"/>
                </a:moveTo>
                <a:lnTo>
                  <a:pt x="10826295" y="0"/>
                </a:lnTo>
                <a:lnTo>
                  <a:pt x="10826295" y="1414133"/>
                </a:lnTo>
                <a:lnTo>
                  <a:pt x="0" y="1414133"/>
                </a:lnTo>
                <a:close/>
              </a:path>
            </a:pathLst>
          </a:custGeom>
          <a:solidFill>
            <a:srgbClr val="FFFFFF"/>
          </a:solidFill>
          <a:ln w="19050">
            <a:noFill/>
          </a:ln>
          <a:effectLst>
            <a:outerShdw blurRad="63500" dist="63500" dir="36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9" name="矩形 8"/>
          <p:cNvSpPr/>
          <p:nvPr>
            <p:custDataLst>
              <p:tags r:id="rId10"/>
            </p:custDataLst>
          </p:nvPr>
        </p:nvSpPr>
        <p:spPr>
          <a:xfrm>
            <a:off x="1796612" y="3911288"/>
            <a:ext cx="6743701" cy="623571"/>
          </a:xfrm>
          <a:prstGeom prst="rect">
            <a:avLst/>
          </a:prstGeom>
        </p:spPr>
        <p:txBody>
          <a:bodyPr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lvl="0" indent="-285750" algn="l">
              <a:lnSpc>
                <a:spcPct val="120000"/>
              </a:lnSpc>
              <a:spcBef>
                <a:spcPts val="0"/>
              </a:spcBef>
              <a:spcAft>
                <a:spcPts val="1000"/>
              </a:spcAft>
              <a:buClr>
                <a:schemeClr val="accent1">
                  <a:lumMod val="40000"/>
                  <a:lumOff val="60000"/>
                </a:schemeClr>
              </a:buClr>
              <a:buSzPct val="100000"/>
              <a:buFont typeface="Wingdings" panose="05000000000000000000" pitchFamily="2" charset="2"/>
              <a:buChar char="u"/>
            </a:pPr>
            <a:r>
              <a:rPr lang="zh-CN" altLang="en-US" sz="1200" spc="15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按下Ctrl 键不放，再用鼠标将选定的文件和文件夹拖动到目标文件夹上（如果拖动到导航窗格，拖动所到之处将自动展开文件夹），然后松开鼠标键和Ctrl 键。</a:t>
            </a:r>
          </a:p>
        </p:txBody>
      </p:sp>
      <p:sp>
        <p:nvSpPr>
          <p:cNvPr id="15" name="文本框 14"/>
          <p:cNvSpPr txBox="1"/>
          <p:nvPr>
            <p:custDataLst>
              <p:tags r:id="rId11"/>
            </p:custDataLst>
          </p:nvPr>
        </p:nvSpPr>
        <p:spPr>
          <a:xfrm>
            <a:off x="772232" y="3830345"/>
            <a:ext cx="764286" cy="785456"/>
          </a:xfrm>
          <a:prstGeom prst="rect">
            <a:avLst/>
          </a:prstGeom>
          <a:noFill/>
        </p:spPr>
        <p:txBody>
          <a:bodyPr wrap="none" rtlCol="0" anchor="ctr">
            <a:noAutofit/>
          </a:bodyPr>
          <a:lstStyle/>
          <a:p>
            <a:pPr algn="ctr"/>
            <a:r>
              <a:rPr lang="en-US" altLang="zh-CN" sz="4500" dirty="0">
                <a:solidFill>
                  <a:srgbClr val="3E3EA6"/>
                </a:solidFill>
                <a:latin typeface="微软雅黑" panose="020B0503020204020204" pitchFamily="34" charset="-122"/>
                <a:ea typeface="微软雅黑" panose="020B0503020204020204" pitchFamily="34" charset="-122"/>
              </a:rPr>
              <a:t>03</a:t>
            </a:r>
          </a:p>
        </p:txBody>
      </p:sp>
      <p:sp>
        <p:nvSpPr>
          <p:cNvPr id="29" name="菱形 28"/>
          <p:cNvSpPr/>
          <p:nvPr>
            <p:custDataLst>
              <p:tags r:id="rId12"/>
            </p:custDataLst>
          </p:nvPr>
        </p:nvSpPr>
        <p:spPr>
          <a:xfrm>
            <a:off x="8159420" y="519189"/>
            <a:ext cx="472440" cy="472440"/>
          </a:xfrm>
          <a:prstGeom prst="diamond">
            <a:avLst/>
          </a:prstGeom>
          <a:solidFill>
            <a:srgbClr val="6969C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30" name="菱形 29"/>
          <p:cNvSpPr/>
          <p:nvPr>
            <p:custDataLst>
              <p:tags r:id="rId13"/>
            </p:custDataLst>
          </p:nvPr>
        </p:nvSpPr>
        <p:spPr>
          <a:xfrm>
            <a:off x="8020201" y="637444"/>
            <a:ext cx="350751" cy="350751"/>
          </a:xfrm>
          <a:prstGeom prst="diamond">
            <a:avLst/>
          </a:prstGeom>
          <a:solidFill>
            <a:srgbClr val="6969C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21" name="任意多边形: 形状 144"/>
          <p:cNvSpPr/>
          <p:nvPr>
            <p:custDataLst>
              <p:tags r:id="rId2"/>
            </p:custDataLst>
          </p:nvPr>
        </p:nvSpPr>
        <p:spPr>
          <a:xfrm flipH="1">
            <a:off x="7254240" y="571500"/>
            <a:ext cx="1894046" cy="909638"/>
          </a:xfrm>
          <a:custGeom>
            <a:avLst/>
            <a:gdLst/>
            <a:ahLst/>
            <a:cxnLst/>
            <a:rect l="0" t="0" r="0" b="0"/>
            <a:pathLst>
              <a:path w="6191251" h="2971801">
                <a:moveTo>
                  <a:pt x="0" y="0"/>
                </a:moveTo>
                <a:lnTo>
                  <a:pt x="0" y="2971800"/>
                </a:lnTo>
                <a:lnTo>
                  <a:pt x="3813810" y="2971800"/>
                </a:lnTo>
                <a:lnTo>
                  <a:pt x="6191250" y="0"/>
                </a:lnTo>
              </a:path>
            </a:pathLst>
          </a:custGeom>
          <a:solidFill>
            <a:srgbClr val="BFBFBF">
              <a:alpha val="40000"/>
            </a:srgbClr>
          </a:solidFill>
          <a:ln w="6350" cap="flat" cmpd="sng" algn="ctr">
            <a:noFill/>
            <a:prstDash val="solid"/>
            <a:miter lim="800000"/>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350">
              <a:solidFill>
                <a:srgbClr val="000000"/>
              </a:solidFill>
              <a:latin typeface="微软雅黑" panose="020B0503020204020204" pitchFamily="34" charset="-122"/>
              <a:ea typeface="微软雅黑" panose="020B0503020204020204" pitchFamily="34" charset="-122"/>
            </a:endParaRPr>
          </a:p>
        </p:txBody>
      </p:sp>
      <p:sp>
        <p:nvSpPr>
          <p:cNvPr id="622" name="任意多边形: 形状 145"/>
          <p:cNvSpPr/>
          <p:nvPr>
            <p:custDataLst>
              <p:tags r:id="rId3"/>
            </p:custDataLst>
          </p:nvPr>
        </p:nvSpPr>
        <p:spPr>
          <a:xfrm flipH="1">
            <a:off x="7471410" y="0"/>
            <a:ext cx="1682115" cy="2086451"/>
          </a:xfrm>
          <a:custGeom>
            <a:avLst/>
            <a:gdLst>
              <a:gd name="connsiteX0" fmla="*/ 4699000 w 5502910"/>
              <a:gd name="connsiteY0" fmla="*/ 441960 h 6822440"/>
              <a:gd name="connsiteX1" fmla="*/ 4516120 w 5502910"/>
              <a:gd name="connsiteY1" fmla="*/ 441960 h 6822440"/>
              <a:gd name="connsiteX2" fmla="*/ 4872990 w 5502910"/>
              <a:gd name="connsiteY2" fmla="*/ 0 h 6822440"/>
              <a:gd name="connsiteX3" fmla="*/ 4690110 w 5502910"/>
              <a:gd name="connsiteY3" fmla="*/ 0 h 6822440"/>
              <a:gd name="connsiteX4" fmla="*/ 4334510 w 5502910"/>
              <a:gd name="connsiteY4" fmla="*/ 441960 h 6822440"/>
              <a:gd name="connsiteX5" fmla="*/ 4152900 w 5502910"/>
              <a:gd name="connsiteY5" fmla="*/ 441960 h 6822440"/>
              <a:gd name="connsiteX6" fmla="*/ 4508500 w 5502910"/>
              <a:gd name="connsiteY6" fmla="*/ 0 h 6822440"/>
              <a:gd name="connsiteX7" fmla="*/ 4326890 w 5502910"/>
              <a:gd name="connsiteY7" fmla="*/ 0 h 6822440"/>
              <a:gd name="connsiteX8" fmla="*/ 3970020 w 5502910"/>
              <a:gd name="connsiteY8" fmla="*/ 441960 h 6822440"/>
              <a:gd name="connsiteX9" fmla="*/ 3788410 w 5502910"/>
              <a:gd name="connsiteY9" fmla="*/ 441960 h 6822440"/>
              <a:gd name="connsiteX10" fmla="*/ 4144010 w 5502910"/>
              <a:gd name="connsiteY10" fmla="*/ 0 h 6822440"/>
              <a:gd name="connsiteX11" fmla="*/ 3962400 w 5502910"/>
              <a:gd name="connsiteY11" fmla="*/ 0 h 6822440"/>
              <a:gd name="connsiteX12" fmla="*/ 3605530 w 5502910"/>
              <a:gd name="connsiteY12" fmla="*/ 441960 h 6822440"/>
              <a:gd name="connsiteX13" fmla="*/ 3423920 w 5502910"/>
              <a:gd name="connsiteY13" fmla="*/ 441960 h 6822440"/>
              <a:gd name="connsiteX14" fmla="*/ 3779520 w 5502910"/>
              <a:gd name="connsiteY14" fmla="*/ 0 h 6822440"/>
              <a:gd name="connsiteX15" fmla="*/ 3597910 w 5502910"/>
              <a:gd name="connsiteY15" fmla="*/ 0 h 6822440"/>
              <a:gd name="connsiteX16" fmla="*/ 3241040 w 5502910"/>
              <a:gd name="connsiteY16" fmla="*/ 441960 h 6822440"/>
              <a:gd name="connsiteX17" fmla="*/ 3081020 w 5502910"/>
              <a:gd name="connsiteY17" fmla="*/ 441960 h 6822440"/>
              <a:gd name="connsiteX18" fmla="*/ 3437890 w 5502910"/>
              <a:gd name="connsiteY18" fmla="*/ 0 h 6822440"/>
              <a:gd name="connsiteX19" fmla="*/ 0 w 5502910"/>
              <a:gd name="connsiteY19" fmla="*/ 0 h 6822440"/>
              <a:gd name="connsiteX20" fmla="*/ 0 w 5502910"/>
              <a:gd name="connsiteY20" fmla="*/ 6822440 h 6822440"/>
              <a:gd name="connsiteX21" fmla="*/ 5502910 w 5502910"/>
              <a:gd name="connsiteY21" fmla="*/ 0 h 6822440"/>
              <a:gd name="connsiteX22" fmla="*/ 5054600 w 5502910"/>
              <a:gd name="connsiteY22" fmla="*/ 0 h 6822440"/>
              <a:gd name="connsiteX23" fmla="*/ 4699000 w 5502910"/>
              <a:gd name="connsiteY23" fmla="*/ 441960 h 6822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502910" h="6822440">
                <a:moveTo>
                  <a:pt x="4699000" y="441960"/>
                </a:moveTo>
                <a:lnTo>
                  <a:pt x="4516120" y="441960"/>
                </a:lnTo>
                <a:lnTo>
                  <a:pt x="4872990" y="0"/>
                </a:lnTo>
                <a:lnTo>
                  <a:pt x="4690110" y="0"/>
                </a:lnTo>
                <a:lnTo>
                  <a:pt x="4334510" y="441960"/>
                </a:lnTo>
                <a:lnTo>
                  <a:pt x="4152900" y="441960"/>
                </a:lnTo>
                <a:lnTo>
                  <a:pt x="4508500" y="0"/>
                </a:lnTo>
                <a:lnTo>
                  <a:pt x="4326890" y="0"/>
                </a:lnTo>
                <a:lnTo>
                  <a:pt x="3970020" y="441960"/>
                </a:lnTo>
                <a:lnTo>
                  <a:pt x="3788410" y="441960"/>
                </a:lnTo>
                <a:lnTo>
                  <a:pt x="4144010" y="0"/>
                </a:lnTo>
                <a:lnTo>
                  <a:pt x="3962400" y="0"/>
                </a:lnTo>
                <a:lnTo>
                  <a:pt x="3605530" y="441960"/>
                </a:lnTo>
                <a:lnTo>
                  <a:pt x="3423920" y="441960"/>
                </a:lnTo>
                <a:lnTo>
                  <a:pt x="3779520" y="0"/>
                </a:lnTo>
                <a:lnTo>
                  <a:pt x="3597910" y="0"/>
                </a:lnTo>
                <a:lnTo>
                  <a:pt x="3241040" y="441960"/>
                </a:lnTo>
                <a:lnTo>
                  <a:pt x="3081020" y="441960"/>
                </a:lnTo>
                <a:lnTo>
                  <a:pt x="3437890" y="0"/>
                </a:lnTo>
                <a:lnTo>
                  <a:pt x="0" y="0"/>
                </a:lnTo>
                <a:lnTo>
                  <a:pt x="0" y="6822440"/>
                </a:lnTo>
                <a:lnTo>
                  <a:pt x="5502910" y="0"/>
                </a:lnTo>
                <a:lnTo>
                  <a:pt x="5054600" y="0"/>
                </a:lnTo>
                <a:lnTo>
                  <a:pt x="4699000" y="441960"/>
                </a:lnTo>
              </a:path>
            </a:pathLst>
          </a:custGeom>
          <a:solidFill>
            <a:srgbClr val="BFBFBF"/>
          </a:solidFill>
          <a:ln w="6350" cap="flat" cmpd="sng" algn="ctr">
            <a:noFill/>
            <a:prstDash val="solid"/>
            <a:miter lim="800000"/>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350">
              <a:solidFill>
                <a:srgbClr val="000000"/>
              </a:solidFill>
              <a:latin typeface="微软雅黑" panose="020B0503020204020204" pitchFamily="34" charset="-122"/>
              <a:ea typeface="微软雅黑" panose="020B0503020204020204" pitchFamily="34" charset="-122"/>
            </a:endParaRPr>
          </a:p>
        </p:txBody>
      </p:sp>
      <p:cxnSp>
        <p:nvCxnSpPr>
          <p:cNvPr id="624" name="直接连接符 623"/>
          <p:cNvCxnSpPr/>
          <p:nvPr>
            <p:custDataLst>
              <p:tags r:id="rId4"/>
            </p:custDataLst>
          </p:nvPr>
        </p:nvCxnSpPr>
        <p:spPr>
          <a:xfrm>
            <a:off x="233680" y="2040255"/>
            <a:ext cx="0" cy="134874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633" name="直接连接符 632"/>
          <p:cNvCxnSpPr/>
          <p:nvPr>
            <p:custDataLst>
              <p:tags r:id="rId5"/>
            </p:custDataLst>
          </p:nvPr>
        </p:nvCxnSpPr>
        <p:spPr>
          <a:xfrm flipV="1">
            <a:off x="234315" y="3958590"/>
            <a:ext cx="0" cy="42545"/>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634" name="直接连接符 633"/>
          <p:cNvCxnSpPr/>
          <p:nvPr>
            <p:custDataLst>
              <p:tags r:id="rId6"/>
            </p:custDataLst>
          </p:nvPr>
        </p:nvCxnSpPr>
        <p:spPr>
          <a:xfrm rot="16200000" flipV="1">
            <a:off x="234315" y="3958590"/>
            <a:ext cx="0" cy="42545"/>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631" name="直接连接符 630"/>
          <p:cNvCxnSpPr/>
          <p:nvPr>
            <p:custDataLst>
              <p:tags r:id="rId7"/>
            </p:custDataLst>
          </p:nvPr>
        </p:nvCxnSpPr>
        <p:spPr>
          <a:xfrm flipV="1">
            <a:off x="234315" y="3803015"/>
            <a:ext cx="0" cy="42545"/>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632" name="直接连接符 631"/>
          <p:cNvCxnSpPr/>
          <p:nvPr>
            <p:custDataLst>
              <p:tags r:id="rId8"/>
            </p:custDataLst>
          </p:nvPr>
        </p:nvCxnSpPr>
        <p:spPr>
          <a:xfrm rot="16200000" flipV="1">
            <a:off x="234315" y="3803015"/>
            <a:ext cx="0" cy="42545"/>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629" name="直接连接符 628"/>
          <p:cNvCxnSpPr/>
          <p:nvPr>
            <p:custDataLst>
              <p:tags r:id="rId9"/>
            </p:custDataLst>
          </p:nvPr>
        </p:nvCxnSpPr>
        <p:spPr>
          <a:xfrm flipV="1">
            <a:off x="234315" y="3644900"/>
            <a:ext cx="0" cy="42545"/>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630" name="直接连接符 629"/>
          <p:cNvCxnSpPr/>
          <p:nvPr>
            <p:custDataLst>
              <p:tags r:id="rId10"/>
            </p:custDataLst>
          </p:nvPr>
        </p:nvCxnSpPr>
        <p:spPr>
          <a:xfrm rot="16200000" flipV="1">
            <a:off x="234315" y="3644900"/>
            <a:ext cx="0" cy="42545"/>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sp>
        <p:nvSpPr>
          <p:cNvPr id="253" name="矩形: 圆角 1128"/>
          <p:cNvSpPr/>
          <p:nvPr>
            <p:custDataLst>
              <p:tags r:id="rId11"/>
            </p:custDataLst>
          </p:nvPr>
        </p:nvSpPr>
        <p:spPr>
          <a:xfrm>
            <a:off x="479268" y="1193707"/>
            <a:ext cx="8191766" cy="3654187"/>
          </a:xfrm>
          <a:prstGeom prst="roundRect">
            <a:avLst>
              <a:gd name="adj" fmla="val 4386"/>
            </a:avLst>
          </a:prstGeom>
          <a:solidFill>
            <a:srgbClr val="FFFFFF"/>
          </a:solidFill>
          <a:ln w="12700">
            <a:solidFill>
              <a:srgbClr val="9F9FC3"/>
            </a:solidFill>
          </a:ln>
          <a:effectLst>
            <a:outerShdw blurRad="50800" dist="76200" dir="5400000" algn="t"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515" name="同心圆 262"/>
          <p:cNvSpPr/>
          <p:nvPr>
            <p:custDataLst>
              <p:tags r:id="rId12"/>
            </p:custDataLst>
          </p:nvPr>
        </p:nvSpPr>
        <p:spPr>
          <a:xfrm>
            <a:off x="8332230" y="4512682"/>
            <a:ext cx="225533" cy="225533"/>
          </a:xfrm>
          <a:prstGeom prst="donut">
            <a:avLst/>
          </a:prstGeom>
          <a:solidFill>
            <a:srgbClr val="6969C7"/>
          </a:solidFill>
          <a:ln w="25400">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solidFill>
                <a:srgbClr val="000000"/>
              </a:solidFill>
              <a:latin typeface="微软雅黑" panose="020B0503020204020204" pitchFamily="34" charset="-122"/>
              <a:ea typeface="微软雅黑" panose="020B0503020204020204" pitchFamily="34" charset="-122"/>
            </a:endParaRPr>
          </a:p>
        </p:txBody>
      </p:sp>
      <p:sp>
        <p:nvSpPr>
          <p:cNvPr id="15" name="同心圆 262"/>
          <p:cNvSpPr/>
          <p:nvPr>
            <p:custDataLst>
              <p:tags r:id="rId13"/>
            </p:custDataLst>
          </p:nvPr>
        </p:nvSpPr>
        <p:spPr>
          <a:xfrm>
            <a:off x="599835" y="1314663"/>
            <a:ext cx="225533" cy="225533"/>
          </a:xfrm>
          <a:prstGeom prst="donut">
            <a:avLst/>
          </a:prstGeom>
          <a:solidFill>
            <a:srgbClr val="6969C7"/>
          </a:solidFill>
          <a:ln w="25400">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solidFill>
                <a:srgbClr val="000000"/>
              </a:solidFill>
              <a:latin typeface="微软雅黑" panose="020B0503020204020204" pitchFamily="34" charset="-122"/>
              <a:ea typeface="微软雅黑" panose="020B0503020204020204" pitchFamily="34" charset="-122"/>
            </a:endParaRPr>
          </a:p>
        </p:txBody>
      </p:sp>
      <p:sp>
        <p:nvSpPr>
          <p:cNvPr id="11" name="文本框 10"/>
          <p:cNvSpPr txBox="1"/>
          <p:nvPr>
            <p:custDataLst>
              <p:tags r:id="rId14"/>
            </p:custDataLst>
          </p:nvPr>
        </p:nvSpPr>
        <p:spPr>
          <a:xfrm>
            <a:off x="403860" y="370046"/>
            <a:ext cx="8058150" cy="426244"/>
          </a:xfrm>
          <a:prstGeom prst="rect">
            <a:avLst/>
          </a:prstGeom>
          <a:noFill/>
        </p:spPr>
        <p:txBody>
          <a:bodyPr wrap="square" lIns="76200" tIns="28575" rIns="57150" bIns="28575" rtlCol="0" anchor="t" anchorCtr="0">
            <a:noAutofit/>
          </a:bodyPr>
          <a:lstStyle>
            <a:defPPr>
              <a:defRPr lang="zh-CN"/>
            </a:defPPr>
            <a:lvl1pPr>
              <a:defRPr sz="2400" spc="200">
                <a:latin typeface="微软雅黑" panose="020B0503020204020204" pitchFamily="34" charset="-122"/>
                <a:ea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400" b="1" spc="300">
                <a:solidFill>
                  <a:srgbClr val="262626"/>
                </a:solidFill>
              </a:rPr>
              <a:t>提示</a:t>
            </a:r>
          </a:p>
        </p:txBody>
      </p:sp>
      <p:sp>
        <p:nvSpPr>
          <p:cNvPr id="513" name="斜纹 512"/>
          <p:cNvSpPr/>
          <p:nvPr>
            <p:custDataLst>
              <p:tags r:id="rId15"/>
            </p:custDataLst>
          </p:nvPr>
        </p:nvSpPr>
        <p:spPr>
          <a:xfrm rot="8100000">
            <a:off x="-183048" y="407657"/>
            <a:ext cx="366095" cy="366095"/>
          </a:xfrm>
          <a:prstGeom prst="diagStripe">
            <a:avLst/>
          </a:prstGeom>
          <a:solidFill>
            <a:srgbClr val="CACAD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solidFill>
                <a:srgbClr val="000000"/>
              </a:solidFill>
              <a:latin typeface="微软雅黑" panose="020B0503020204020204" pitchFamily="34" charset="-122"/>
              <a:ea typeface="微软雅黑" panose="020B0503020204020204" pitchFamily="34" charset="-122"/>
            </a:endParaRPr>
          </a:p>
        </p:txBody>
      </p:sp>
      <p:sp>
        <p:nvSpPr>
          <p:cNvPr id="5" name="文本框 4"/>
          <p:cNvSpPr txBox="1"/>
          <p:nvPr>
            <p:custDataLst>
              <p:tags r:id="rId16"/>
            </p:custDataLst>
          </p:nvPr>
        </p:nvSpPr>
        <p:spPr>
          <a:xfrm>
            <a:off x="1538105" y="1981676"/>
            <a:ext cx="6074093" cy="1774508"/>
          </a:xfrm>
          <a:prstGeom prst="rect">
            <a:avLst/>
          </a:prstGeom>
          <a:noFill/>
        </p:spPr>
        <p:txBody>
          <a:bodyPr wrap="square" lIns="76200" tIns="0" rIns="47625" bIns="0" rtlCol="0" anchor="t" anchorCtr="0">
            <a:noAutofit/>
          </a:bodyPr>
          <a:lstStyle>
            <a:defPPr>
              <a:defRPr lang="zh-CN"/>
            </a:defPPr>
            <a:lvl1pPr fontAlgn="auto">
              <a:lnSpc>
                <a:spcPct val="130000"/>
              </a:lnSpc>
              <a:defRPr sz="1600" spc="150">
                <a:uFillTx/>
              </a:defRPr>
            </a:lvl1pPr>
          </a:lstStyle>
          <a:p>
            <a:pPr marL="0" lvl="0" indent="0" algn="ctr">
              <a:lnSpc>
                <a:spcPct val="130000"/>
              </a:lnSpc>
              <a:spcBef>
                <a:spcPts val="1200"/>
              </a:spcBef>
              <a:spcAft>
                <a:spcPts val="0"/>
              </a:spcAft>
              <a:buSzPct val="100000"/>
              <a:buFontTx/>
              <a:buNone/>
              <a:defRPr/>
            </a:pPr>
            <a:r>
              <a:rPr lang="zh-CN" altLang="en-US" sz="2700" spc="300" noProof="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如果源位置和目标位置不在同一个分区（盘符），则可以直接拖动文件和文件夹，而不用按下Ctrl 键。</a:t>
            </a:r>
          </a:p>
        </p:txBody>
      </p:sp>
      <p:pic>
        <p:nvPicPr>
          <p:cNvPr id="160" name="图片 159"/>
          <p:cNvPicPr>
            <a:picLocks noChangeAspect="1"/>
          </p:cNvPicPr>
          <p:nvPr userDrawn="1">
            <p:custDataLst>
              <p:tags r:id="rId17"/>
            </p:custDataLst>
          </p:nvPr>
        </p:nvPicPr>
        <p:blipFill>
          <a:blip r:embed="rId19">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Tree>
    <p:custDataLst>
      <p:tags r:id="rId1"/>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20" name="组合 19"/>
          <p:cNvGrpSpPr/>
          <p:nvPr userDrawn="1">
            <p:custDataLst>
              <p:tags r:id="rId2"/>
            </p:custDataLst>
          </p:nvPr>
        </p:nvGrpSpPr>
        <p:grpSpPr>
          <a:xfrm rot="20310956">
            <a:off x="219227" y="260732"/>
            <a:ext cx="881159" cy="522149"/>
            <a:chOff x="4175125" y="1726565"/>
            <a:chExt cx="1094105" cy="648335"/>
          </a:xfrm>
        </p:grpSpPr>
        <p:sp>
          <p:nvSpPr>
            <p:cNvPr id="21" name="Freeform 64"/>
            <p:cNvSpPr/>
            <p:nvPr userDrawn="1">
              <p:custDataLst>
                <p:tags r:id="rId9"/>
              </p:custDataLst>
            </p:nvPr>
          </p:nvSpPr>
          <p:spPr bwMode="auto">
            <a:xfrm>
              <a:off x="4175125" y="1726565"/>
              <a:ext cx="1094105" cy="648335"/>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2" name="Rectangle 66"/>
            <p:cNvSpPr>
              <a:spLocks noChangeArrowheads="1"/>
            </p:cNvSpPr>
            <p:nvPr userDrawn="1">
              <p:custDataLst>
                <p:tags r:id="rId10"/>
              </p:custDataLst>
            </p:nvPr>
          </p:nvSpPr>
          <p:spPr bwMode="auto">
            <a:xfrm>
              <a:off x="4249420" y="2235382"/>
              <a:ext cx="897255" cy="704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3" name="Rectangle 67"/>
            <p:cNvSpPr>
              <a:spLocks noChangeArrowheads="1"/>
            </p:cNvSpPr>
            <p:nvPr userDrawn="1">
              <p:custDataLst>
                <p:tags r:id="rId11"/>
              </p:custDataLst>
            </p:nvPr>
          </p:nvSpPr>
          <p:spPr bwMode="auto">
            <a:xfrm>
              <a:off x="4249420" y="2116728"/>
              <a:ext cx="504190" cy="717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4" name="Rectangle 68"/>
            <p:cNvSpPr>
              <a:spLocks noChangeArrowheads="1"/>
            </p:cNvSpPr>
            <p:nvPr userDrawn="1">
              <p:custDataLst>
                <p:tags r:id="rId12"/>
              </p:custDataLst>
            </p:nvPr>
          </p:nvSpPr>
          <p:spPr bwMode="auto">
            <a:xfrm>
              <a:off x="4245610" y="1786255"/>
              <a:ext cx="275590" cy="226695"/>
            </a:xfrm>
            <a:prstGeom prst="rect">
              <a:avLst/>
            </a:prstGeom>
            <a:solidFill>
              <a:srgbClr val="6969C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5" name="Rectangle 69"/>
            <p:cNvSpPr>
              <a:spLocks noChangeArrowheads="1"/>
            </p:cNvSpPr>
            <p:nvPr userDrawn="1">
              <p:custDataLst>
                <p:tags r:id="rId13"/>
              </p:custDataLst>
            </p:nvPr>
          </p:nvSpPr>
          <p:spPr bwMode="auto">
            <a:xfrm>
              <a:off x="4573905" y="1786255"/>
              <a:ext cx="276860" cy="226695"/>
            </a:xfrm>
            <a:prstGeom prst="rect">
              <a:avLst/>
            </a:prstGeom>
            <a:solidFill>
              <a:srgbClr val="DB63A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6" name="Rectangle 70"/>
            <p:cNvSpPr>
              <a:spLocks noChangeArrowheads="1"/>
            </p:cNvSpPr>
            <p:nvPr userDrawn="1">
              <p:custDataLst>
                <p:tags r:id="rId14"/>
              </p:custDataLst>
            </p:nvPr>
          </p:nvSpPr>
          <p:spPr bwMode="auto">
            <a:xfrm>
              <a:off x="4903470" y="1786255"/>
              <a:ext cx="275590" cy="226695"/>
            </a:xfrm>
            <a:prstGeom prst="rect">
              <a:avLst/>
            </a:prstGeom>
            <a:solidFill>
              <a:srgbClr val="F7917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grpSp>
      <p:sp>
        <p:nvSpPr>
          <p:cNvPr id="5" name="矩形 4"/>
          <p:cNvSpPr/>
          <p:nvPr userDrawn="1">
            <p:custDataLst>
              <p:tags r:id="rId3"/>
            </p:custDataLst>
          </p:nvPr>
        </p:nvSpPr>
        <p:spPr>
          <a:xfrm>
            <a:off x="0" y="1063710"/>
            <a:ext cx="9144000" cy="3854831"/>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rgbClr val="FFFFFF"/>
              </a:solidFill>
              <a:latin typeface="微软雅黑" panose="020B0503020204020204" pitchFamily="34" charset="-122"/>
              <a:ea typeface="微软雅黑" panose="020B0503020204020204" pitchFamily="34" charset="-122"/>
              <a:sym typeface="+mn-ea"/>
            </a:endParaRPr>
          </a:p>
        </p:txBody>
      </p:sp>
      <p:sp>
        <p:nvSpPr>
          <p:cNvPr id="2" name="Title 6"/>
          <p:cNvSpPr txBox="1"/>
          <p:nvPr>
            <p:custDataLst>
              <p:tags r:id="rId4"/>
            </p:custDataLst>
          </p:nvPr>
        </p:nvSpPr>
        <p:spPr>
          <a:xfrm>
            <a:off x="456300" y="456300"/>
            <a:ext cx="8232506" cy="493394"/>
          </a:xfrm>
          <a:prstGeom prst="rect">
            <a:avLst/>
          </a:prstGeom>
          <a:noFill/>
          <a:ln w="3175">
            <a:noFill/>
            <a:prstDash val="dash"/>
          </a:ln>
        </p:spPr>
        <p:txBody>
          <a:bodyPr wrap="square" lIns="54000" tIns="27000" rIns="54000" bIns="27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indent="0" algn="ctr">
              <a:lnSpc>
                <a:spcPct val="100000"/>
              </a:lnSpc>
              <a:spcBef>
                <a:spcPts val="0"/>
              </a:spcBef>
              <a:spcAft>
                <a:spcPts val="0"/>
              </a:spcAft>
              <a:buSzPct val="100000"/>
              <a:buNone/>
              <a:defRPr/>
            </a:pPr>
            <a:r>
              <a:rPr kumimoji="0" lang="zh-CN" altLang="en-US" sz="2700" b="1" i="0" spc="300" noProof="0">
                <a:ln w="3175">
                  <a:noFill/>
                  <a:prstDash val="dash"/>
                </a:ln>
                <a:solidFill>
                  <a:srgbClr val="404040"/>
                </a:solidFill>
                <a:effectLst/>
                <a:latin typeface="微软雅黑" panose="020B0503020204020204" pitchFamily="34" charset="-122"/>
                <a:ea typeface="微软雅黑" panose="020B0503020204020204" pitchFamily="34" charset="-122"/>
                <a:cs typeface="微软雅黑" panose="020B0503020204020204" pitchFamily="34" charset="-122"/>
              </a:rPr>
              <a:t>使用“复制到”</a:t>
            </a:r>
          </a:p>
        </p:txBody>
      </p:sp>
      <p:pic>
        <p:nvPicPr>
          <p:cNvPr id="3" name="图片 2"/>
          <p:cNvPicPr preferRelativeResize="0">
            <a:picLocks noChangeAspect="1"/>
          </p:cNvPicPr>
          <p:nvPr>
            <p:custDataLst>
              <p:tags r:id="rId5"/>
            </p:custDataLst>
          </p:nvPr>
        </p:nvPicPr>
        <p:blipFill rotWithShape="1">
          <a:blip r:embed="rId16"/>
          <a:srcRect t="-13608" b="-13608"/>
          <a:stretch>
            <a:fillRect/>
          </a:stretch>
        </p:blipFill>
        <p:spPr>
          <a:xfrm>
            <a:off x="459742" y="1292594"/>
            <a:ext cx="5135126" cy="3398636"/>
          </a:xfrm>
          <a:prstGeom prst="rect">
            <a:avLst/>
          </a:prstGeom>
          <a:blipFill rotWithShape="1">
            <a:blip r:embed="rId17"/>
            <a:stretch>
              <a:fillRect/>
            </a:stretch>
          </a:blipFill>
        </p:spPr>
      </p:pic>
      <p:sp>
        <p:nvSpPr>
          <p:cNvPr id="4" name="Title 6"/>
          <p:cNvSpPr txBox="1"/>
          <p:nvPr>
            <p:custDataLst>
              <p:tags r:id="rId6"/>
            </p:custDataLst>
          </p:nvPr>
        </p:nvSpPr>
        <p:spPr>
          <a:xfrm>
            <a:off x="5881023" y="1295689"/>
            <a:ext cx="2805260" cy="3391511"/>
          </a:xfrm>
          <a:prstGeom prst="rect">
            <a:avLst/>
          </a:prstGeom>
          <a:noFill/>
          <a:ln w="3175">
            <a:noFill/>
            <a:prstDash val="dash"/>
          </a:ln>
        </p:spPr>
        <p:txBody>
          <a:bodyPr wrap="square" lIns="54000" tIns="27000" rIns="54000" bIns="270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a:lnSpc>
                <a:spcPct val="130000"/>
              </a:lnSpc>
              <a:spcBef>
                <a:spcPts val="0"/>
              </a:spcBef>
              <a:spcAft>
                <a:spcPts val="800"/>
              </a:spcAft>
              <a:buSzPct val="100000"/>
              <a:buNone/>
            </a:pPr>
            <a:r>
              <a:rPr lang="zh-CN" altLang="en-US" sz="10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“复制到”是一个集复制与粘贴于一体的功能。</a:t>
            </a:r>
          </a:p>
          <a:p>
            <a:pPr marL="749300" lvl="1" indent="-304800" algn="l" fontAlgn="ctr">
              <a:lnSpc>
                <a:spcPct val="130000"/>
              </a:lnSpc>
              <a:spcBef>
                <a:spcPts val="0"/>
              </a:spcBef>
              <a:spcAft>
                <a:spcPts val="0"/>
              </a:spcAft>
              <a:buSzPct val="100000"/>
              <a:buFont typeface="+mj-lt"/>
              <a:buAutoNum type="arabicPeriod"/>
            </a:pPr>
            <a:r>
              <a:rPr lang="zh-CN" altLang="en-US" sz="10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选定要复制的文件或文件夹。</a:t>
            </a:r>
          </a:p>
          <a:p>
            <a:pPr marL="749300" lvl="1" indent="-304800" algn="l" fontAlgn="ctr">
              <a:lnSpc>
                <a:spcPct val="130000"/>
              </a:lnSpc>
              <a:spcBef>
                <a:spcPts val="0"/>
              </a:spcBef>
              <a:spcAft>
                <a:spcPts val="0"/>
              </a:spcAft>
              <a:buSzPct val="100000"/>
              <a:buFont typeface="+mj-lt"/>
              <a:buAutoNum type="arabicPeriod"/>
            </a:pPr>
            <a:r>
              <a:rPr lang="zh-CN" altLang="en-US" sz="10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在“主页”选项卡中单击“复制到”按钮，将显示下拉列表，如图所示，列表中列出了最近使用过的文件夹。</a:t>
            </a:r>
          </a:p>
          <a:p>
            <a:pPr marL="749300" lvl="1" indent="-304800" algn="l" fontAlgn="ctr">
              <a:lnSpc>
                <a:spcPct val="130000"/>
              </a:lnSpc>
              <a:spcBef>
                <a:spcPts val="0"/>
              </a:spcBef>
              <a:spcAft>
                <a:spcPts val="0"/>
              </a:spcAft>
              <a:buSzPct val="100000"/>
              <a:buFont typeface="+mj-lt"/>
              <a:buAutoNum type="arabicPeriod"/>
            </a:pPr>
            <a:r>
              <a:rPr lang="zh-CN" altLang="en-US" sz="10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如果列表中有目标文件夹，则单击该文件夹。</a:t>
            </a:r>
          </a:p>
          <a:p>
            <a:pPr marL="749300" lvl="1" indent="-304800" algn="l" fontAlgn="ctr">
              <a:lnSpc>
                <a:spcPct val="130000"/>
              </a:lnSpc>
              <a:spcBef>
                <a:spcPts val="0"/>
              </a:spcBef>
              <a:spcAft>
                <a:spcPts val="0"/>
              </a:spcAft>
              <a:buSzPct val="100000"/>
              <a:buFont typeface="+mj-lt"/>
              <a:buAutoNum type="arabicPeriod"/>
            </a:pPr>
            <a:r>
              <a:rPr lang="zh-CN" altLang="en-US" sz="10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如果列表中没有目标文件夹，则单击列表底部的“选择位置”。在弹出的“复制项目”对话框中，找到目标驱动器或文件夹，也可以单击“新建文件夹”。</a:t>
            </a:r>
          </a:p>
          <a:p>
            <a:pPr marL="749300" lvl="1" indent="-304800" algn="l" fontAlgn="ctr">
              <a:lnSpc>
                <a:spcPct val="130000"/>
              </a:lnSpc>
              <a:spcBef>
                <a:spcPts val="0"/>
              </a:spcBef>
              <a:spcAft>
                <a:spcPts val="0"/>
              </a:spcAft>
              <a:buSzPct val="100000"/>
              <a:buFont typeface="+mj-lt"/>
              <a:buAutoNum type="arabicPeriod"/>
            </a:pPr>
            <a:r>
              <a:rPr lang="zh-CN" altLang="en-US" sz="10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选定目标文件夹后，单击“复制”按钮。</a:t>
            </a:r>
          </a:p>
        </p:txBody>
      </p:sp>
      <p:cxnSp>
        <p:nvCxnSpPr>
          <p:cNvPr id="12" name="直接连接符 11"/>
          <p:cNvCxnSpPr/>
          <p:nvPr>
            <p:custDataLst>
              <p:tags r:id="rId7"/>
            </p:custDataLst>
          </p:nvPr>
        </p:nvCxnSpPr>
        <p:spPr>
          <a:xfrm>
            <a:off x="8550275" y="325755"/>
            <a:ext cx="152400"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8550275" y="381635"/>
            <a:ext cx="116840"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2" name="图片 1" descr="3"/>
          <p:cNvPicPr>
            <a:picLocks noChangeAspect="1"/>
          </p:cNvPicPr>
          <p:nvPr>
            <p:custDataLst>
              <p:tags r:id="rId2"/>
            </p:custDataLst>
          </p:nvPr>
        </p:nvPicPr>
        <p:blipFill>
          <a:blip r:embed="rId13"/>
          <a:stretch>
            <a:fillRect/>
          </a:stretch>
        </p:blipFill>
        <p:spPr>
          <a:xfrm>
            <a:off x="0" y="844391"/>
            <a:ext cx="9143524" cy="1892618"/>
          </a:xfrm>
          <a:prstGeom prst="rect">
            <a:avLst/>
          </a:prstGeom>
        </p:spPr>
      </p:pic>
      <p:sp>
        <p:nvSpPr>
          <p:cNvPr id="15" name="矩形 14"/>
          <p:cNvSpPr/>
          <p:nvPr>
            <p:custDataLst>
              <p:tags r:id="rId3"/>
            </p:custDataLst>
          </p:nvPr>
        </p:nvSpPr>
        <p:spPr>
          <a:xfrm>
            <a:off x="495300" y="2314225"/>
            <a:ext cx="8143875" cy="423302"/>
          </a:xfrm>
          <a:prstGeom prst="rect">
            <a:avLst/>
          </a:prstGeom>
          <a:solidFill>
            <a:srgbClr val="FF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marL="0" lvl="0" indent="0" algn="ctr">
              <a:lnSpc>
                <a:spcPct val="150000"/>
              </a:lnSpc>
              <a:spcBef>
                <a:spcPts val="0"/>
              </a:spcBef>
              <a:spcAft>
                <a:spcPts val="0"/>
              </a:spcAft>
              <a:buSzPct val="25000"/>
              <a:defRPr/>
            </a:pPr>
            <a:r>
              <a:rPr lang="zh-CN" altLang="en-US" sz="1500" spc="3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如果要把选定的文件或文件夹复制到U 盘等移动存储器中，最简便的方法如下：</a:t>
            </a:r>
          </a:p>
        </p:txBody>
      </p:sp>
      <p:sp>
        <p:nvSpPr>
          <p:cNvPr id="29" name="矩形 28"/>
          <p:cNvSpPr/>
          <p:nvPr>
            <p:custDataLst>
              <p:tags r:id="rId4"/>
            </p:custDataLst>
          </p:nvPr>
        </p:nvSpPr>
        <p:spPr>
          <a:xfrm>
            <a:off x="887892" y="3052100"/>
            <a:ext cx="3351692" cy="1548475"/>
          </a:xfrm>
          <a:prstGeom prst="rect">
            <a:avLst/>
          </a:prstGeom>
          <a:solidFill>
            <a:srgbClr val="D9D9D9"/>
          </a:solidFill>
          <a:ln w="76200">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sz="1350" dirty="0">
              <a:solidFill>
                <a:srgbClr val="FFFFFF"/>
              </a:solidFill>
              <a:latin typeface="微软雅黑" panose="020B0503020204020204" pitchFamily="34" charset="-122"/>
              <a:ea typeface="微软雅黑" panose="020B0503020204020204" pitchFamily="34" charset="-122"/>
            </a:endParaRPr>
          </a:p>
        </p:txBody>
      </p:sp>
      <p:sp>
        <p:nvSpPr>
          <p:cNvPr id="30" name="矩形 29"/>
          <p:cNvSpPr/>
          <p:nvPr>
            <p:custDataLst>
              <p:tags r:id="rId5"/>
            </p:custDataLst>
          </p:nvPr>
        </p:nvSpPr>
        <p:spPr>
          <a:xfrm>
            <a:off x="495299" y="3441926"/>
            <a:ext cx="4136879" cy="768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sz="1350">
              <a:solidFill>
                <a:srgbClr val="FFFFFF"/>
              </a:solidFill>
              <a:latin typeface="微软雅黑" panose="020B0503020204020204" pitchFamily="34" charset="-122"/>
              <a:ea typeface="微软雅黑" panose="020B0503020204020204" pitchFamily="34" charset="-122"/>
            </a:endParaRPr>
          </a:p>
        </p:txBody>
      </p:sp>
      <p:sp>
        <p:nvSpPr>
          <p:cNvPr id="35" name="文本框 34"/>
          <p:cNvSpPr txBox="1"/>
          <p:nvPr>
            <p:custDataLst>
              <p:tags r:id="rId6"/>
            </p:custDataLst>
          </p:nvPr>
        </p:nvSpPr>
        <p:spPr bwMode="auto">
          <a:xfrm>
            <a:off x="1024414" y="3328035"/>
            <a:ext cx="3078480" cy="989648"/>
          </a:xfrm>
          <a:prstGeom prst="rect">
            <a:avLst/>
          </a:prstGeom>
          <a:noFill/>
        </p:spPr>
        <p:txBody>
          <a:bodyPr wrap="square" lIns="68580" tIns="0" rIns="68580" bIns="34290" anchor="ctr" anchorCtr="1">
            <a:normAutofit/>
          </a:bodyPr>
          <a:lstStyle/>
          <a:p>
            <a:pPr marL="0" lvl="0" indent="0" algn="ctr">
              <a:lnSpc>
                <a:spcPct val="120000"/>
              </a:lnSpc>
              <a:spcBef>
                <a:spcPts val="0"/>
              </a:spcBef>
              <a:spcAft>
                <a:spcPts val="0"/>
              </a:spcAft>
              <a:buSzPct val="100000"/>
            </a:pPr>
            <a:r>
              <a:rPr lang="en-US" altLang="zh-CN" sz="1600" spc="150">
                <a:solidFill>
                  <a:srgbClr val="000000"/>
                </a:solidFill>
                <a:latin typeface="微软雅黑" panose="020B0503020204020204" pitchFamily="34" charset="-122"/>
                <a:ea typeface="微软雅黑" panose="020B0503020204020204" pitchFamily="34" charset="-122"/>
              </a:rPr>
              <a:t>1.</a:t>
            </a:r>
            <a:r>
              <a:rPr lang="zh-CN" altLang="en-US" sz="1600" spc="150">
                <a:solidFill>
                  <a:srgbClr val="000000"/>
                </a:solidFill>
                <a:latin typeface="微软雅黑" panose="020B0503020204020204" pitchFamily="34" charset="-122"/>
                <a:ea typeface="微软雅黑" panose="020B0503020204020204" pitchFamily="34" charset="-122"/>
              </a:rPr>
              <a:t>右键单击选定的文件</a:t>
            </a:r>
          </a:p>
          <a:p>
            <a:pPr marL="0" lvl="0" indent="0" algn="ctr">
              <a:lnSpc>
                <a:spcPct val="120000"/>
              </a:lnSpc>
              <a:spcBef>
                <a:spcPts val="0"/>
              </a:spcBef>
              <a:spcAft>
                <a:spcPts val="0"/>
              </a:spcAft>
              <a:buSzPct val="100000"/>
            </a:pPr>
            <a:r>
              <a:rPr lang="zh-CN" altLang="en-US" sz="1600" spc="150">
                <a:solidFill>
                  <a:srgbClr val="000000"/>
                </a:solidFill>
                <a:latin typeface="微软雅黑" panose="020B0503020204020204" pitchFamily="34" charset="-122"/>
                <a:ea typeface="微软雅黑" panose="020B0503020204020204" pitchFamily="34" charset="-122"/>
              </a:rPr>
              <a:t>或文件夹。</a:t>
            </a:r>
          </a:p>
        </p:txBody>
      </p:sp>
      <p:sp>
        <p:nvSpPr>
          <p:cNvPr id="43" name="矩形 42"/>
          <p:cNvSpPr/>
          <p:nvPr>
            <p:custDataLst>
              <p:tags r:id="rId7"/>
            </p:custDataLst>
          </p:nvPr>
        </p:nvSpPr>
        <p:spPr>
          <a:xfrm>
            <a:off x="4894889" y="3052100"/>
            <a:ext cx="3351692" cy="1548475"/>
          </a:xfrm>
          <a:prstGeom prst="rect">
            <a:avLst/>
          </a:prstGeom>
          <a:solidFill>
            <a:srgbClr val="D9D9D9"/>
          </a:solidFill>
          <a:ln w="76200">
            <a:solidFill>
              <a:srgbClr val="6969C7"/>
            </a:solidFill>
          </a:ln>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sz="1350" dirty="0">
              <a:solidFill>
                <a:srgbClr val="FFFFFF"/>
              </a:solidFill>
              <a:latin typeface="微软雅黑" panose="020B0503020204020204" pitchFamily="34" charset="-122"/>
              <a:ea typeface="微软雅黑" panose="020B0503020204020204" pitchFamily="34" charset="-122"/>
            </a:endParaRPr>
          </a:p>
        </p:txBody>
      </p:sp>
      <p:sp>
        <p:nvSpPr>
          <p:cNvPr id="44" name="矩形 43"/>
          <p:cNvSpPr/>
          <p:nvPr>
            <p:custDataLst>
              <p:tags r:id="rId8"/>
            </p:custDataLst>
          </p:nvPr>
        </p:nvSpPr>
        <p:spPr>
          <a:xfrm>
            <a:off x="4502296" y="3441926"/>
            <a:ext cx="4136879" cy="7688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sz="1350">
              <a:solidFill>
                <a:srgbClr val="FFFFFF"/>
              </a:solidFill>
              <a:latin typeface="微软雅黑" panose="020B0503020204020204" pitchFamily="34" charset="-122"/>
              <a:ea typeface="微软雅黑" panose="020B0503020204020204" pitchFamily="34" charset="-122"/>
            </a:endParaRPr>
          </a:p>
        </p:txBody>
      </p:sp>
      <p:sp>
        <p:nvSpPr>
          <p:cNvPr id="42" name="文本框 41"/>
          <p:cNvSpPr txBox="1"/>
          <p:nvPr>
            <p:custDataLst>
              <p:tags r:id="rId9"/>
            </p:custDataLst>
          </p:nvPr>
        </p:nvSpPr>
        <p:spPr bwMode="auto">
          <a:xfrm>
            <a:off x="5031581" y="3328035"/>
            <a:ext cx="3078480" cy="989648"/>
          </a:xfrm>
          <a:prstGeom prst="rect">
            <a:avLst/>
          </a:prstGeom>
          <a:noFill/>
        </p:spPr>
        <p:txBody>
          <a:bodyPr wrap="square" lIns="68580" tIns="0" rIns="68580" bIns="34290" anchor="ctr" anchorCtr="1">
            <a:normAutofit/>
          </a:bodyPr>
          <a:lstStyle/>
          <a:p>
            <a:pPr marL="0" lvl="0" indent="0" algn="ctr">
              <a:lnSpc>
                <a:spcPct val="120000"/>
              </a:lnSpc>
              <a:spcBef>
                <a:spcPts val="0"/>
              </a:spcBef>
              <a:spcAft>
                <a:spcPts val="0"/>
              </a:spcAft>
              <a:buSzPct val="100000"/>
            </a:pPr>
            <a:r>
              <a:rPr lang="en-US" altLang="zh-CN" sz="1600" spc="15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600" spc="15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单击快捷菜单中的“发送到”子菜单中的移动存储器。</a:t>
            </a:r>
          </a:p>
        </p:txBody>
      </p:sp>
      <p:sp>
        <p:nvSpPr>
          <p:cNvPr id="5" name="矩形 4"/>
          <p:cNvSpPr/>
          <p:nvPr>
            <p:custDataLst>
              <p:tags r:id="rId10"/>
            </p:custDataLst>
          </p:nvPr>
        </p:nvSpPr>
        <p:spPr>
          <a:xfrm>
            <a:off x="0" y="852987"/>
            <a:ext cx="9143998" cy="571505"/>
          </a:xfrm>
          <a:prstGeom prst="rect">
            <a:avLst/>
          </a:prstGeom>
          <a:solidFill>
            <a:srgbClr val="00000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68580" tIns="34290" rIns="68580" bIns="34290" numCol="1" spcCol="0" rtlCol="0" fromWordArt="0" anchor="ctr" anchorCtr="0" forceAA="0" compatLnSpc="1">
            <a:normAutofit/>
          </a:bodyPr>
          <a:lstStyle/>
          <a:p>
            <a:pPr marL="0" lvl="0" indent="0" algn="ctr">
              <a:lnSpc>
                <a:spcPct val="100000"/>
              </a:lnSpc>
              <a:spcBef>
                <a:spcPts val="0"/>
              </a:spcBef>
              <a:spcAft>
                <a:spcPts val="0"/>
              </a:spcAft>
              <a:buSzPct val="25000"/>
              <a:buFontTx/>
              <a:buNone/>
            </a:pPr>
            <a:r>
              <a:rPr lang="zh-CN" altLang="en-US" sz="2100" b="1" spc="30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使用“发送到”</a:t>
            </a:r>
          </a:p>
        </p:txBody>
      </p:sp>
      <p:pic>
        <p:nvPicPr>
          <p:cNvPr id="160" name="图片 159"/>
          <p:cNvPicPr>
            <a:picLocks noChangeAspect="1"/>
          </p:cNvPicPr>
          <p:nvPr userDrawn="1">
            <p:custDataLst>
              <p:tags r:id="rId11"/>
            </p:custDataLst>
          </p:nvPr>
        </p:nvPicPr>
        <p:blipFill>
          <a:blip r:embed="rId14">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Tree>
    <p:custDataLst>
      <p:tags r:id="rId1"/>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grpSp>
        <p:nvGrpSpPr>
          <p:cNvPr id="11" name="组合 10"/>
          <p:cNvGrpSpPr/>
          <p:nvPr userDrawn="1">
            <p:custDataLst>
              <p:tags r:id="rId2"/>
            </p:custDataLst>
          </p:nvPr>
        </p:nvGrpSpPr>
        <p:grpSpPr>
          <a:xfrm>
            <a:off x="0" y="228150"/>
            <a:ext cx="9144000" cy="4687200"/>
            <a:chOff x="0" y="304200"/>
            <a:chExt cx="12192000" cy="6249600"/>
          </a:xfrm>
        </p:grpSpPr>
        <p:grpSp>
          <p:nvGrpSpPr>
            <p:cNvPr id="115" name="组合 114"/>
            <p:cNvGrpSpPr/>
            <p:nvPr userDrawn="1"/>
          </p:nvGrpSpPr>
          <p:grpSpPr>
            <a:xfrm>
              <a:off x="0" y="304200"/>
              <a:ext cx="12192000" cy="6249600"/>
              <a:chOff x="0" y="304200"/>
              <a:chExt cx="12192000" cy="6249600"/>
            </a:xfrm>
          </p:grpSpPr>
          <p:sp>
            <p:nvSpPr>
              <p:cNvPr id="7" name="矩形 6"/>
              <p:cNvSpPr/>
              <p:nvPr userDrawn="1">
                <p:custDataLst>
                  <p:tags r:id="rId20"/>
                </p:custDataLst>
              </p:nvPr>
            </p:nvSpPr>
            <p:spPr>
              <a:xfrm>
                <a:off x="0" y="2123388"/>
                <a:ext cx="12192000" cy="2611225"/>
              </a:xfrm>
              <a:prstGeom prst="rect">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微软雅黑" panose="020B0503020204020204" pitchFamily="34" charset="-122"/>
                  <a:ea typeface="微软雅黑" panose="020B0503020204020204" pitchFamily="34" charset="-122"/>
                </a:endParaRPr>
              </a:p>
            </p:txBody>
          </p:sp>
          <p:sp>
            <p:nvSpPr>
              <p:cNvPr id="8" name="矩形 7"/>
              <p:cNvSpPr/>
              <p:nvPr userDrawn="1">
                <p:custDataLst>
                  <p:tags r:id="rId21"/>
                </p:custDataLst>
              </p:nvPr>
            </p:nvSpPr>
            <p:spPr>
              <a:xfrm>
                <a:off x="292800" y="304200"/>
                <a:ext cx="11606400" cy="6249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微软雅黑" panose="020B0503020204020204" pitchFamily="34" charset="-122"/>
                  <a:ea typeface="微软雅黑" panose="020B0503020204020204" pitchFamily="34" charset="-122"/>
                </a:endParaRPr>
              </a:p>
            </p:txBody>
          </p:sp>
        </p:grpSp>
        <p:pic>
          <p:nvPicPr>
            <p:cNvPr id="10" name="图片 9"/>
            <p:cNvPicPr>
              <a:picLocks noChangeAspect="1"/>
            </p:cNvPicPr>
            <p:nvPr userDrawn="1">
              <p:custDataLst>
                <p:tags r:id="rId19"/>
              </p:custDataLst>
            </p:nvPr>
          </p:nvPicPr>
          <p:blipFill>
            <a:blip r:embed="rId23">
              <a:extLst>
                <a:ext uri="{28A0092B-C50C-407E-A947-70E740481C1C}">
                  <a14:useLocalDpi xmlns:a14="http://schemas.microsoft.com/office/drawing/2010/main" val="0"/>
                </a:ext>
              </a:extLst>
            </a:blip>
            <a:stretch>
              <a:fillRect/>
            </a:stretch>
          </p:blipFill>
          <p:spPr>
            <a:xfrm>
              <a:off x="10378442" y="4970438"/>
              <a:ext cx="1466758" cy="1583362"/>
            </a:xfrm>
            <a:prstGeom prst="rect">
              <a:avLst/>
            </a:prstGeom>
          </p:spPr>
        </p:pic>
      </p:grpSp>
      <p:sp>
        <p:nvSpPr>
          <p:cNvPr id="4" name="Title 6"/>
          <p:cNvSpPr txBox="1"/>
          <p:nvPr>
            <p:custDataLst>
              <p:tags r:id="rId3"/>
            </p:custDataLst>
          </p:nvPr>
        </p:nvSpPr>
        <p:spPr>
          <a:xfrm>
            <a:off x="456301" y="456300"/>
            <a:ext cx="8229536" cy="423860"/>
          </a:xfrm>
          <a:prstGeom prst="rect">
            <a:avLst/>
          </a:prstGeom>
          <a:noFill/>
          <a:ln w="3175">
            <a:noFill/>
            <a:prstDash val="dash"/>
          </a:ln>
        </p:spPr>
        <p:txBody>
          <a:bodyPr wrap="square" lIns="54000" tIns="27000" rIns="54000" bIns="27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marR="0" lvl="0" indent="0" algn="l" defTabSz="913765" rtl="0" eaLnBrk="1" fontAlgn="auto" latinLnBrk="0" hangingPunct="1">
              <a:lnSpc>
                <a:spcPct val="100000"/>
              </a:lnSpc>
              <a:spcBef>
                <a:spcPts val="0"/>
              </a:spcBef>
              <a:spcAft>
                <a:spcPts val="800"/>
              </a:spcAft>
              <a:buSzPct val="100000"/>
              <a:buFontTx/>
              <a:buNone/>
              <a:defRPr/>
            </a:pPr>
            <a:r>
              <a:rPr kumimoji="0" lang="zh-CN" altLang="en-US" sz="2400" b="1" i="0" spc="300" noProof="0">
                <a:ln w="3175">
                  <a:noFill/>
                  <a:prstDash val="dash"/>
                </a:ln>
                <a:solidFill>
                  <a:srgbClr val="404040"/>
                </a:solidFill>
                <a:effectLst/>
                <a:latin typeface="微软雅黑" panose="020B0503020204020204" pitchFamily="34" charset="-122"/>
                <a:ea typeface="微软雅黑" panose="020B0503020204020204" pitchFamily="34" charset="-122"/>
                <a:cs typeface="微软雅黑" panose="020B0503020204020204" pitchFamily="34" charset="-122"/>
              </a:rPr>
              <a:t>移动和剪切文件或文件夹</a:t>
            </a:r>
          </a:p>
        </p:txBody>
      </p:sp>
      <p:cxnSp>
        <p:nvCxnSpPr>
          <p:cNvPr id="5" name="直接连接符 4"/>
          <p:cNvCxnSpPr/>
          <p:nvPr>
            <p:custDataLst>
              <p:tags r:id="rId4"/>
            </p:custDataLst>
          </p:nvPr>
        </p:nvCxnSpPr>
        <p:spPr>
          <a:xfrm>
            <a:off x="8533130" y="325755"/>
            <a:ext cx="152400"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custDataLst>
              <p:tags r:id="rId5"/>
            </p:custDataLst>
          </p:nvPr>
        </p:nvCxnSpPr>
        <p:spPr>
          <a:xfrm>
            <a:off x="8533130" y="381635"/>
            <a:ext cx="116840"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sp>
        <p:nvSpPr>
          <p:cNvPr id="13" name="椭圆 12"/>
          <p:cNvSpPr/>
          <p:nvPr>
            <p:custDataLst>
              <p:tags r:id="rId6"/>
            </p:custDataLst>
          </p:nvPr>
        </p:nvSpPr>
        <p:spPr>
          <a:xfrm>
            <a:off x="574040" y="1586865"/>
            <a:ext cx="254000" cy="254000"/>
          </a:xfrm>
          <a:prstGeom prst="ellipse">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62500" lnSpcReduction="20000"/>
          </a:bodyPr>
          <a:lstStyle/>
          <a:p>
            <a:pPr algn="ctr"/>
            <a:endParaRPr lang="zh-CN" altLang="en-US" sz="1350">
              <a:solidFill>
                <a:srgbClr val="000000"/>
              </a:solidFill>
              <a:latin typeface="微软雅黑" panose="020B0503020204020204" pitchFamily="34" charset="-122"/>
              <a:ea typeface="微软雅黑" panose="020B0503020204020204" pitchFamily="34" charset="-122"/>
            </a:endParaRPr>
          </a:p>
        </p:txBody>
      </p:sp>
      <p:sp>
        <p:nvSpPr>
          <p:cNvPr id="50" name="文本框 49"/>
          <p:cNvSpPr txBox="1"/>
          <p:nvPr>
            <p:custDataLst>
              <p:tags r:id="rId7"/>
            </p:custDataLst>
          </p:nvPr>
        </p:nvSpPr>
        <p:spPr>
          <a:xfrm>
            <a:off x="880745" y="2052320"/>
            <a:ext cx="3586480" cy="2268220"/>
          </a:xfrm>
          <a:prstGeom prst="rect">
            <a:avLst/>
          </a:prstGeom>
          <a:noFill/>
        </p:spPr>
        <p:txBody>
          <a:bodyPr wrap="square" rtlCol="0">
            <a:normAutofit lnSpcReduction="10000"/>
          </a:bodyPr>
          <a:lstStyle/>
          <a:p>
            <a:pPr marL="0" lvl="0" indent="0" algn="l">
              <a:lnSpc>
                <a:spcPct val="130000"/>
              </a:lnSpc>
              <a:spcBef>
                <a:spcPts val="400"/>
              </a:spcBef>
              <a:spcAft>
                <a:spcPts val="0"/>
              </a:spcAft>
              <a:buSzPct val="100000"/>
            </a:pPr>
            <a:r>
              <a:rPr lang="zh-CN" altLang="en-US" sz="1300">
                <a:solidFill>
                  <a:srgbClr val="000000"/>
                </a:solidFill>
                <a:latin typeface="微软雅黑" panose="020B0503020204020204" pitchFamily="34" charset="-122"/>
                <a:ea typeface="微软雅黑" panose="020B0503020204020204" pitchFamily="34" charset="-122"/>
              </a:rPr>
              <a:t>移动是把一个文件夹中的文件或文件夹移到另一个文件夹中，原文件夹中的内容不再存在，被转移到新文件夹中。所以，移动也就是更改文件在计算机中的存储位置。</a:t>
            </a:r>
          </a:p>
        </p:txBody>
      </p:sp>
      <p:sp>
        <p:nvSpPr>
          <p:cNvPr id="52" name="文本框 51"/>
          <p:cNvSpPr txBox="1"/>
          <p:nvPr>
            <p:custDataLst>
              <p:tags r:id="rId8"/>
            </p:custDataLst>
          </p:nvPr>
        </p:nvSpPr>
        <p:spPr>
          <a:xfrm>
            <a:off x="878840" y="1589405"/>
            <a:ext cx="3586480" cy="337185"/>
          </a:xfrm>
          <a:prstGeom prst="rect">
            <a:avLst/>
          </a:prstGeom>
          <a:noFill/>
        </p:spPr>
        <p:txBody>
          <a:bodyPr wrap="square" rtlCol="0">
            <a:spAutoFit/>
          </a:bodyPr>
          <a:lstStyle/>
          <a:p>
            <a:pPr algn="l"/>
            <a:r>
              <a:rPr lang="zh-CN" altLang="en-US" sz="1600" b="1" dirty="0">
                <a:solidFill>
                  <a:srgbClr val="000000"/>
                </a:solidFill>
                <a:latin typeface="微软雅黑" panose="020B0503020204020204" pitchFamily="34" charset="-122"/>
                <a:ea typeface="微软雅黑" panose="020B0503020204020204" pitchFamily="34" charset="-122"/>
              </a:rPr>
              <a:t>移动</a:t>
            </a:r>
          </a:p>
        </p:txBody>
      </p:sp>
      <p:sp>
        <p:nvSpPr>
          <p:cNvPr id="51" name="椭圆 50"/>
          <p:cNvSpPr/>
          <p:nvPr>
            <p:custDataLst>
              <p:tags r:id="rId9"/>
            </p:custDataLst>
          </p:nvPr>
        </p:nvSpPr>
        <p:spPr>
          <a:xfrm>
            <a:off x="4693920" y="1586865"/>
            <a:ext cx="254000" cy="254000"/>
          </a:xfrm>
          <a:prstGeom prst="ellipse">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62500" lnSpcReduction="20000"/>
          </a:bodyPr>
          <a:lstStyle/>
          <a:p>
            <a:pPr algn="ctr"/>
            <a:endParaRPr lang="zh-CN" altLang="en-US" sz="1350" dirty="0">
              <a:solidFill>
                <a:srgbClr val="000000"/>
              </a:solidFill>
              <a:latin typeface="微软雅黑" panose="020B0503020204020204" pitchFamily="34" charset="-122"/>
              <a:ea typeface="微软雅黑" panose="020B0503020204020204" pitchFamily="34" charset="-122"/>
            </a:endParaRPr>
          </a:p>
        </p:txBody>
      </p:sp>
      <p:sp>
        <p:nvSpPr>
          <p:cNvPr id="16" name="文本框 15"/>
          <p:cNvSpPr txBox="1"/>
          <p:nvPr>
            <p:custDataLst>
              <p:tags r:id="rId10"/>
            </p:custDataLst>
          </p:nvPr>
        </p:nvSpPr>
        <p:spPr>
          <a:xfrm>
            <a:off x="5000625" y="2052955"/>
            <a:ext cx="3586480" cy="2268220"/>
          </a:xfrm>
          <a:prstGeom prst="rect">
            <a:avLst/>
          </a:prstGeom>
          <a:noFill/>
        </p:spPr>
        <p:txBody>
          <a:bodyPr wrap="square" rtlCol="0">
            <a:normAutofit lnSpcReduction="10000"/>
          </a:bodyPr>
          <a:lstStyle/>
          <a:p>
            <a:pPr marL="0" lvl="0" indent="0" algn="l">
              <a:lnSpc>
                <a:spcPct val="130000"/>
              </a:lnSpc>
              <a:spcBef>
                <a:spcPts val="400"/>
              </a:spcBef>
              <a:spcAft>
                <a:spcPts val="0"/>
              </a:spcAft>
              <a:buSzPct val="100000"/>
            </a:pPr>
            <a:r>
              <a:rPr lang="zh-CN" altLang="en-US" sz="1300">
                <a:solidFill>
                  <a:srgbClr val="000000"/>
                </a:solidFill>
                <a:latin typeface="微软雅黑" panose="020B0503020204020204" pitchFamily="34" charset="-122"/>
                <a:ea typeface="微软雅黑" panose="020B0503020204020204" pitchFamily="34" charset="-122"/>
              </a:rPr>
              <a:t>剪切与移动的功能相同，即先把文件或文件夹复制到剪贴板中，并将源文件或文件夹标记为剪切状态，然后使用粘贴功能把剪贴板中的文件或文件夹粘贴到目标位置，同时删除源文件或文件夹。</a:t>
            </a:r>
          </a:p>
        </p:txBody>
      </p:sp>
      <p:sp>
        <p:nvSpPr>
          <p:cNvPr id="17" name="文本框 16"/>
          <p:cNvSpPr txBox="1"/>
          <p:nvPr>
            <p:custDataLst>
              <p:tags r:id="rId11"/>
            </p:custDataLst>
          </p:nvPr>
        </p:nvSpPr>
        <p:spPr>
          <a:xfrm>
            <a:off x="4998720" y="1590040"/>
            <a:ext cx="3586480" cy="337185"/>
          </a:xfrm>
          <a:prstGeom prst="rect">
            <a:avLst/>
          </a:prstGeom>
          <a:noFill/>
        </p:spPr>
        <p:txBody>
          <a:bodyPr wrap="square" rtlCol="0">
            <a:spAutoFit/>
          </a:bodyPr>
          <a:lstStyle/>
          <a:p>
            <a:pPr algn="l"/>
            <a:r>
              <a:rPr lang="zh-CN" altLang="en-US" sz="1600" b="1" dirty="0">
                <a:solidFill>
                  <a:srgbClr val="000000"/>
                </a:solidFill>
                <a:latin typeface="微软雅黑" panose="020B0503020204020204" pitchFamily="34" charset="-122"/>
                <a:ea typeface="微软雅黑" panose="020B0503020204020204" pitchFamily="34" charset="-122"/>
              </a:rPr>
              <a:t>剪切与移动</a:t>
            </a:r>
          </a:p>
        </p:txBody>
      </p:sp>
      <p:grpSp>
        <p:nvGrpSpPr>
          <p:cNvPr id="24" name="icon"/>
          <p:cNvGrpSpPr/>
          <p:nvPr>
            <p:custDataLst>
              <p:tags r:id="rId12"/>
            </p:custDataLst>
          </p:nvPr>
        </p:nvGrpSpPr>
        <p:grpSpPr>
          <a:xfrm>
            <a:off x="663428" y="1643380"/>
            <a:ext cx="75860" cy="141605"/>
            <a:chOff x="12523044" y="27524917"/>
            <a:chExt cx="861527" cy="1527110"/>
          </a:xfrm>
          <a:solidFill>
            <a:schemeClr val="accent1"/>
          </a:solidFill>
        </p:grpSpPr>
        <p:sp>
          <p:nvSpPr>
            <p:cNvPr id="25" name="PA-任意多边形: 形状 1023"/>
            <p:cNvSpPr/>
            <p:nvPr>
              <p:custDataLst>
                <p:tags r:id="rId14"/>
              </p:custDataLst>
            </p:nvPr>
          </p:nvSpPr>
          <p:spPr bwMode="auto">
            <a:xfrm>
              <a:off x="12523044" y="27524917"/>
              <a:ext cx="861527" cy="1527110"/>
            </a:xfrm>
            <a:custGeom>
              <a:avLst/>
              <a:gdLst>
                <a:gd name="connsiteX0" fmla="*/ 97583 w 861526"/>
                <a:gd name="connsiteY0" fmla="*/ 2333 h 1527110"/>
                <a:gd name="connsiteX1" fmla="*/ 2333 w 861526"/>
                <a:gd name="connsiteY1" fmla="*/ 97583 h 1527110"/>
                <a:gd name="connsiteX2" fmla="*/ 2333 w 861526"/>
                <a:gd name="connsiteY2" fmla="*/ 1431083 h 1527110"/>
                <a:gd name="connsiteX3" fmla="*/ 97583 w 861526"/>
                <a:gd name="connsiteY3" fmla="*/ 1526333 h 1527110"/>
                <a:gd name="connsiteX4" fmla="*/ 764333 w 861526"/>
                <a:gd name="connsiteY4" fmla="*/ 1526333 h 1527110"/>
                <a:gd name="connsiteX5" fmla="*/ 859583 w 861526"/>
                <a:gd name="connsiteY5" fmla="*/ 1431083 h 1527110"/>
                <a:gd name="connsiteX6" fmla="*/ 859583 w 861526"/>
                <a:gd name="connsiteY6" fmla="*/ 97583 h 1527110"/>
                <a:gd name="connsiteX7" fmla="*/ 764333 w 861526"/>
                <a:gd name="connsiteY7" fmla="*/ 2333 h 1527110"/>
                <a:gd name="connsiteX8" fmla="*/ 97583 w 861526"/>
                <a:gd name="connsiteY8" fmla="*/ 2333 h 1527110"/>
                <a:gd name="connsiteX9" fmla="*/ 764333 w 861526"/>
                <a:gd name="connsiteY9" fmla="*/ 1431083 h 1527110"/>
                <a:gd name="connsiteX10" fmla="*/ 97583 w 861526"/>
                <a:gd name="connsiteY10" fmla="*/ 1431083 h 1527110"/>
                <a:gd name="connsiteX11" fmla="*/ 97583 w 861526"/>
                <a:gd name="connsiteY11" fmla="*/ 1288206 h 1527110"/>
                <a:gd name="connsiteX12" fmla="*/ 764333 w 861526"/>
                <a:gd name="connsiteY12" fmla="*/ 1288206 h 1527110"/>
                <a:gd name="connsiteX13" fmla="*/ 764333 w 861526"/>
                <a:gd name="connsiteY13" fmla="*/ 1431083 h 1527110"/>
                <a:gd name="connsiteX14" fmla="*/ 764333 w 861526"/>
                <a:gd name="connsiteY14" fmla="*/ 1192959 h 1527110"/>
                <a:gd name="connsiteX15" fmla="*/ 97583 w 861526"/>
                <a:gd name="connsiteY15" fmla="*/ 1192959 h 1527110"/>
                <a:gd name="connsiteX16" fmla="*/ 97583 w 861526"/>
                <a:gd name="connsiteY16" fmla="*/ 162449 h 1527110"/>
                <a:gd name="connsiteX17" fmla="*/ 764333 w 861526"/>
                <a:gd name="connsiteY17" fmla="*/ 162449 h 1527110"/>
                <a:gd name="connsiteX18" fmla="*/ 764333 w 861526"/>
                <a:gd name="connsiteY18" fmla="*/ 1192959 h 1527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61526" h="1527110">
                  <a:moveTo>
                    <a:pt x="97583" y="2333"/>
                  </a:moveTo>
                  <a:cubicBezTo>
                    <a:pt x="45194" y="2333"/>
                    <a:pt x="2333" y="45194"/>
                    <a:pt x="2333" y="97583"/>
                  </a:cubicBezTo>
                  <a:lnTo>
                    <a:pt x="2333" y="1431083"/>
                  </a:lnTo>
                  <a:cubicBezTo>
                    <a:pt x="2333" y="1483471"/>
                    <a:pt x="45194" y="1526333"/>
                    <a:pt x="97583" y="1526333"/>
                  </a:cubicBezTo>
                  <a:lnTo>
                    <a:pt x="764333" y="1526333"/>
                  </a:lnTo>
                  <a:cubicBezTo>
                    <a:pt x="816721" y="1526333"/>
                    <a:pt x="859583" y="1483471"/>
                    <a:pt x="859583" y="1431083"/>
                  </a:cubicBezTo>
                  <a:lnTo>
                    <a:pt x="859583" y="97583"/>
                  </a:lnTo>
                  <a:cubicBezTo>
                    <a:pt x="859583" y="45194"/>
                    <a:pt x="816718" y="2333"/>
                    <a:pt x="764333" y="2333"/>
                  </a:cubicBezTo>
                  <a:lnTo>
                    <a:pt x="97583" y="2333"/>
                  </a:lnTo>
                  <a:close/>
                  <a:moveTo>
                    <a:pt x="764333" y="1431083"/>
                  </a:moveTo>
                  <a:lnTo>
                    <a:pt x="97583" y="1431083"/>
                  </a:lnTo>
                  <a:lnTo>
                    <a:pt x="97583" y="1288206"/>
                  </a:lnTo>
                  <a:lnTo>
                    <a:pt x="764333" y="1288206"/>
                  </a:lnTo>
                  <a:lnTo>
                    <a:pt x="764333" y="1431083"/>
                  </a:lnTo>
                  <a:close/>
                  <a:moveTo>
                    <a:pt x="764333" y="1192959"/>
                  </a:moveTo>
                  <a:lnTo>
                    <a:pt x="97583" y="1192959"/>
                  </a:lnTo>
                  <a:lnTo>
                    <a:pt x="97583" y="162449"/>
                  </a:lnTo>
                  <a:lnTo>
                    <a:pt x="764333" y="162449"/>
                  </a:lnTo>
                  <a:lnTo>
                    <a:pt x="764333" y="1192959"/>
                  </a:lnTo>
                  <a:close/>
                </a:path>
              </a:pathLst>
            </a:custGeom>
            <a:solidFill>
              <a:srgbClr val="FFFFFF"/>
            </a:solidFill>
            <a:ln>
              <a:noFill/>
            </a:ln>
          </p:spPr>
          <p:txBody>
            <a:bodyPr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sz="1350">
                <a:solidFill>
                  <a:srgbClr val="000000"/>
                </a:solidFill>
                <a:latin typeface="微软雅黑" panose="020B0503020204020204" pitchFamily="34" charset="-122"/>
                <a:ea typeface="微软雅黑" panose="020B0503020204020204" pitchFamily="34" charset="-122"/>
                <a:sym typeface="+mn-ea"/>
              </a:endParaRPr>
            </a:p>
          </p:txBody>
        </p:sp>
        <p:sp>
          <p:nvSpPr>
            <p:cNvPr id="26" name="PA-任意多边形: 形状 1024"/>
            <p:cNvSpPr/>
            <p:nvPr>
              <p:custDataLst>
                <p:tags r:id="rId15"/>
              </p:custDataLst>
            </p:nvPr>
          </p:nvSpPr>
          <p:spPr bwMode="auto">
            <a:xfrm>
              <a:off x="12896088" y="28826556"/>
              <a:ext cx="115078" cy="115078"/>
            </a:xfrm>
            <a:custGeom>
              <a:avLst/>
              <a:gdLst>
                <a:gd name="connsiteX0" fmla="*/ 113491 w 115077"/>
                <a:gd name="connsiteY0" fmla="*/ 57912 h 115077"/>
                <a:gd name="connsiteX1" fmla="*/ 57912 w 115077"/>
                <a:gd name="connsiteY1" fmla="*/ 113491 h 115077"/>
                <a:gd name="connsiteX2" fmla="*/ 2333 w 115077"/>
                <a:gd name="connsiteY2" fmla="*/ 57912 h 115077"/>
                <a:gd name="connsiteX3" fmla="*/ 57912 w 115077"/>
                <a:gd name="connsiteY3" fmla="*/ 2333 h 115077"/>
                <a:gd name="connsiteX4" fmla="*/ 113491 w 115077"/>
                <a:gd name="connsiteY4" fmla="*/ 57912 h 115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77" h="115077">
                  <a:moveTo>
                    <a:pt x="113491" y="57912"/>
                  </a:moveTo>
                  <a:cubicBezTo>
                    <a:pt x="113491" y="88608"/>
                    <a:pt x="88608" y="113491"/>
                    <a:pt x="57912" y="113491"/>
                  </a:cubicBezTo>
                  <a:cubicBezTo>
                    <a:pt x="27216" y="113491"/>
                    <a:pt x="2333" y="88608"/>
                    <a:pt x="2333" y="57912"/>
                  </a:cubicBezTo>
                  <a:cubicBezTo>
                    <a:pt x="2333" y="27216"/>
                    <a:pt x="27216" y="2333"/>
                    <a:pt x="57912" y="2333"/>
                  </a:cubicBezTo>
                  <a:cubicBezTo>
                    <a:pt x="88608" y="2333"/>
                    <a:pt x="113491" y="27216"/>
                    <a:pt x="113491" y="57912"/>
                  </a:cubicBezTo>
                  <a:close/>
                </a:path>
              </a:pathLst>
            </a:custGeom>
            <a:solidFill>
              <a:srgbClr val="D9D9D9"/>
            </a:solidFill>
            <a:ln>
              <a:noFill/>
            </a:ln>
          </p:spPr>
          <p:txBody>
            <a:bodyPr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sz="1350">
                <a:solidFill>
                  <a:srgbClr val="000000"/>
                </a:solidFill>
                <a:latin typeface="微软雅黑" panose="020B0503020204020204" pitchFamily="34" charset="-122"/>
                <a:ea typeface="微软雅黑" panose="020B0503020204020204" pitchFamily="34" charset="-122"/>
                <a:sym typeface="+mn-ea"/>
              </a:endParaRPr>
            </a:p>
          </p:txBody>
        </p:sp>
        <p:sp>
          <p:nvSpPr>
            <p:cNvPr id="27" name="PA-任意多边形: 形状 1025"/>
            <p:cNvSpPr/>
            <p:nvPr>
              <p:custDataLst>
                <p:tags r:id="rId16"/>
              </p:custDataLst>
            </p:nvPr>
          </p:nvSpPr>
          <p:spPr bwMode="auto">
            <a:xfrm>
              <a:off x="12738497" y="28230150"/>
              <a:ext cx="99527" cy="267478"/>
            </a:xfrm>
            <a:custGeom>
              <a:avLst/>
              <a:gdLst>
                <a:gd name="connsiteX0" fmla="*/ 2333 w 99526"/>
                <a:gd name="connsiteY0" fmla="*/ 2333 h 267477"/>
                <a:gd name="connsiteX1" fmla="*/ 97583 w 99526"/>
                <a:gd name="connsiteY1" fmla="*/ 2333 h 267477"/>
                <a:gd name="connsiteX2" fmla="*/ 97583 w 99526"/>
                <a:gd name="connsiteY2" fmla="*/ 267269 h 267477"/>
                <a:gd name="connsiteX3" fmla="*/ 2333 w 99526"/>
                <a:gd name="connsiteY3" fmla="*/ 267269 h 267477"/>
              </a:gdLst>
              <a:ahLst/>
              <a:cxnLst>
                <a:cxn ang="0">
                  <a:pos x="connsiteX0" y="connsiteY0"/>
                </a:cxn>
                <a:cxn ang="0">
                  <a:pos x="connsiteX1" y="connsiteY1"/>
                </a:cxn>
                <a:cxn ang="0">
                  <a:pos x="connsiteX2" y="connsiteY2"/>
                </a:cxn>
                <a:cxn ang="0">
                  <a:pos x="connsiteX3" y="connsiteY3"/>
                </a:cxn>
              </a:cxnLst>
              <a:rect l="l" t="t" r="r" b="b"/>
              <a:pathLst>
                <a:path w="99526" h="267477">
                  <a:moveTo>
                    <a:pt x="2333" y="2333"/>
                  </a:moveTo>
                  <a:lnTo>
                    <a:pt x="97583" y="2333"/>
                  </a:lnTo>
                  <a:lnTo>
                    <a:pt x="97583" y="267269"/>
                  </a:lnTo>
                  <a:lnTo>
                    <a:pt x="2333" y="267269"/>
                  </a:lnTo>
                  <a:close/>
                </a:path>
              </a:pathLst>
            </a:custGeom>
            <a:solidFill>
              <a:srgbClr val="D9D9D9"/>
            </a:solidFill>
            <a:ln>
              <a:noFill/>
            </a:ln>
          </p:spPr>
          <p:txBody>
            <a:bodyPr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sz="1350">
                <a:solidFill>
                  <a:srgbClr val="000000"/>
                </a:solidFill>
                <a:latin typeface="微软雅黑" panose="020B0503020204020204" pitchFamily="34" charset="-122"/>
                <a:ea typeface="微软雅黑" panose="020B0503020204020204" pitchFamily="34" charset="-122"/>
                <a:sym typeface="+mn-ea"/>
              </a:endParaRPr>
            </a:p>
          </p:txBody>
        </p:sp>
        <p:sp>
          <p:nvSpPr>
            <p:cNvPr id="28" name="PA-任意多边形: 形状 1026"/>
            <p:cNvSpPr/>
            <p:nvPr>
              <p:custDataLst>
                <p:tags r:id="rId17"/>
              </p:custDataLst>
            </p:nvPr>
          </p:nvSpPr>
          <p:spPr bwMode="auto">
            <a:xfrm>
              <a:off x="12904044" y="27905202"/>
              <a:ext cx="99527" cy="594049"/>
            </a:xfrm>
            <a:custGeom>
              <a:avLst/>
              <a:gdLst>
                <a:gd name="connsiteX0" fmla="*/ 2333 w 99526"/>
                <a:gd name="connsiteY0" fmla="*/ 2333 h 594048"/>
                <a:gd name="connsiteX1" fmla="*/ 97583 w 99526"/>
                <a:gd name="connsiteY1" fmla="*/ 2333 h 594048"/>
                <a:gd name="connsiteX2" fmla="*/ 97583 w 99526"/>
                <a:gd name="connsiteY2" fmla="*/ 592217 h 594048"/>
                <a:gd name="connsiteX3" fmla="*/ 2333 w 99526"/>
                <a:gd name="connsiteY3" fmla="*/ 592217 h 594048"/>
              </a:gdLst>
              <a:ahLst/>
              <a:cxnLst>
                <a:cxn ang="0">
                  <a:pos x="connsiteX0" y="connsiteY0"/>
                </a:cxn>
                <a:cxn ang="0">
                  <a:pos x="connsiteX1" y="connsiteY1"/>
                </a:cxn>
                <a:cxn ang="0">
                  <a:pos x="connsiteX2" y="connsiteY2"/>
                </a:cxn>
                <a:cxn ang="0">
                  <a:pos x="connsiteX3" y="connsiteY3"/>
                </a:cxn>
              </a:cxnLst>
              <a:rect l="l" t="t" r="r" b="b"/>
              <a:pathLst>
                <a:path w="99526" h="594048">
                  <a:moveTo>
                    <a:pt x="2333" y="2333"/>
                  </a:moveTo>
                  <a:lnTo>
                    <a:pt x="97583" y="2333"/>
                  </a:lnTo>
                  <a:lnTo>
                    <a:pt x="97583" y="592217"/>
                  </a:lnTo>
                  <a:lnTo>
                    <a:pt x="2333" y="592217"/>
                  </a:lnTo>
                  <a:close/>
                </a:path>
              </a:pathLst>
            </a:custGeom>
            <a:solidFill>
              <a:srgbClr val="FFFFFF"/>
            </a:solidFill>
            <a:ln>
              <a:noFill/>
            </a:ln>
          </p:spPr>
          <p:txBody>
            <a:bodyPr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sz="1350">
                <a:solidFill>
                  <a:srgbClr val="000000"/>
                </a:solidFill>
                <a:latin typeface="微软雅黑" panose="020B0503020204020204" pitchFamily="34" charset="-122"/>
                <a:ea typeface="微软雅黑" panose="020B0503020204020204" pitchFamily="34" charset="-122"/>
                <a:sym typeface="+mn-ea"/>
              </a:endParaRPr>
            </a:p>
          </p:txBody>
        </p:sp>
        <p:sp>
          <p:nvSpPr>
            <p:cNvPr id="29" name="PA-任意多边形: 形状 1027"/>
            <p:cNvSpPr/>
            <p:nvPr>
              <p:custDataLst>
                <p:tags r:id="rId18"/>
              </p:custDataLst>
            </p:nvPr>
          </p:nvSpPr>
          <p:spPr bwMode="auto">
            <a:xfrm>
              <a:off x="13069588" y="28061651"/>
              <a:ext cx="99527" cy="435429"/>
            </a:xfrm>
            <a:custGeom>
              <a:avLst/>
              <a:gdLst>
                <a:gd name="connsiteX0" fmla="*/ 2333 w 99526"/>
                <a:gd name="connsiteY0" fmla="*/ 2333 h 435428"/>
                <a:gd name="connsiteX1" fmla="*/ 97583 w 99526"/>
                <a:gd name="connsiteY1" fmla="*/ 2333 h 435428"/>
                <a:gd name="connsiteX2" fmla="*/ 97583 w 99526"/>
                <a:gd name="connsiteY2" fmla="*/ 435814 h 435428"/>
                <a:gd name="connsiteX3" fmla="*/ 2333 w 99526"/>
                <a:gd name="connsiteY3" fmla="*/ 435814 h 435428"/>
              </a:gdLst>
              <a:ahLst/>
              <a:cxnLst>
                <a:cxn ang="0">
                  <a:pos x="connsiteX0" y="connsiteY0"/>
                </a:cxn>
                <a:cxn ang="0">
                  <a:pos x="connsiteX1" y="connsiteY1"/>
                </a:cxn>
                <a:cxn ang="0">
                  <a:pos x="connsiteX2" y="connsiteY2"/>
                </a:cxn>
                <a:cxn ang="0">
                  <a:pos x="connsiteX3" y="connsiteY3"/>
                </a:cxn>
              </a:cxnLst>
              <a:rect l="l" t="t" r="r" b="b"/>
              <a:pathLst>
                <a:path w="99526" h="435428">
                  <a:moveTo>
                    <a:pt x="2333" y="2333"/>
                  </a:moveTo>
                  <a:lnTo>
                    <a:pt x="97583" y="2333"/>
                  </a:lnTo>
                  <a:lnTo>
                    <a:pt x="97583" y="435814"/>
                  </a:lnTo>
                  <a:lnTo>
                    <a:pt x="2333" y="435814"/>
                  </a:lnTo>
                  <a:close/>
                </a:path>
              </a:pathLst>
            </a:custGeom>
            <a:solidFill>
              <a:srgbClr val="D9D9D9"/>
            </a:solidFill>
            <a:ln>
              <a:noFill/>
            </a:ln>
          </p:spPr>
          <p:txBody>
            <a:bodyPr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sz="1350">
                <a:solidFill>
                  <a:srgbClr val="000000"/>
                </a:solidFill>
                <a:latin typeface="微软雅黑" panose="020B0503020204020204" pitchFamily="34" charset="-122"/>
                <a:ea typeface="微软雅黑" panose="020B0503020204020204" pitchFamily="34" charset="-122"/>
                <a:sym typeface="+mn-ea"/>
              </a:endParaRPr>
            </a:p>
          </p:txBody>
        </p:sp>
      </p:grpSp>
      <p:sp>
        <p:nvSpPr>
          <p:cNvPr id="45" name="icon"/>
          <p:cNvSpPr/>
          <p:nvPr>
            <p:custDataLst>
              <p:tags r:id="rId13"/>
            </p:custDataLst>
          </p:nvPr>
        </p:nvSpPr>
        <p:spPr bwMode="auto">
          <a:xfrm>
            <a:off x="4750435" y="1643380"/>
            <a:ext cx="140970" cy="140970"/>
          </a:xfrm>
          <a:custGeom>
            <a:avLst/>
            <a:gdLst>
              <a:gd name="T0" fmla="*/ 3053 w 3053"/>
              <a:gd name="T1" fmla="*/ 733 h 3053"/>
              <a:gd name="T2" fmla="*/ 2320 w 3053"/>
              <a:gd name="T3" fmla="*/ 0 h 3053"/>
              <a:gd name="T4" fmla="*/ 0 w 3053"/>
              <a:gd name="T5" fmla="*/ 0 h 3053"/>
              <a:gd name="T6" fmla="*/ 0 w 3053"/>
              <a:gd name="T7" fmla="*/ 3053 h 3053"/>
              <a:gd name="T8" fmla="*/ 3053 w 3053"/>
              <a:gd name="T9" fmla="*/ 3053 h 3053"/>
              <a:gd name="T10" fmla="*/ 3053 w 3053"/>
              <a:gd name="T11" fmla="*/ 733 h 3053"/>
              <a:gd name="T12" fmla="*/ 2414 w 3053"/>
              <a:gd name="T13" fmla="*/ 377 h 3053"/>
              <a:gd name="T14" fmla="*/ 2694 w 3053"/>
              <a:gd name="T15" fmla="*/ 657 h 3053"/>
              <a:gd name="T16" fmla="*/ 2414 w 3053"/>
              <a:gd name="T17" fmla="*/ 657 h 3053"/>
              <a:gd name="T18" fmla="*/ 2414 w 3053"/>
              <a:gd name="T19" fmla="*/ 377 h 3053"/>
              <a:gd name="T20" fmla="*/ 2853 w 3053"/>
              <a:gd name="T21" fmla="*/ 2853 h 3053"/>
              <a:gd name="T22" fmla="*/ 200 w 3053"/>
              <a:gd name="T23" fmla="*/ 2853 h 3053"/>
              <a:gd name="T24" fmla="*/ 200 w 3053"/>
              <a:gd name="T25" fmla="*/ 200 h 3053"/>
              <a:gd name="T26" fmla="*/ 2214 w 3053"/>
              <a:gd name="T27" fmla="*/ 200 h 3053"/>
              <a:gd name="T28" fmla="*/ 2214 w 3053"/>
              <a:gd name="T29" fmla="*/ 857 h 3053"/>
              <a:gd name="T30" fmla="*/ 2853 w 3053"/>
              <a:gd name="T31" fmla="*/ 857 h 3053"/>
              <a:gd name="T32" fmla="*/ 2853 w 3053"/>
              <a:gd name="T33" fmla="*/ 2853 h 3053"/>
              <a:gd name="T34" fmla="*/ 640 w 3053"/>
              <a:gd name="T35" fmla="*/ 2120 h 3053"/>
              <a:gd name="T36" fmla="*/ 2413 w 3053"/>
              <a:gd name="T37" fmla="*/ 2120 h 3053"/>
              <a:gd name="T38" fmla="*/ 2413 w 3053"/>
              <a:gd name="T39" fmla="*/ 2320 h 3053"/>
              <a:gd name="T40" fmla="*/ 640 w 3053"/>
              <a:gd name="T41" fmla="*/ 2320 h 3053"/>
              <a:gd name="T42" fmla="*/ 640 w 3053"/>
              <a:gd name="T43" fmla="*/ 2120 h 30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53" h="3053">
                <a:moveTo>
                  <a:pt x="3053" y="733"/>
                </a:moveTo>
                <a:lnTo>
                  <a:pt x="2320" y="0"/>
                </a:lnTo>
                <a:lnTo>
                  <a:pt x="0" y="0"/>
                </a:lnTo>
                <a:lnTo>
                  <a:pt x="0" y="3053"/>
                </a:lnTo>
                <a:lnTo>
                  <a:pt x="3053" y="3053"/>
                </a:lnTo>
                <a:lnTo>
                  <a:pt x="3053" y="733"/>
                </a:lnTo>
                <a:close/>
                <a:moveTo>
                  <a:pt x="2414" y="377"/>
                </a:moveTo>
                <a:lnTo>
                  <a:pt x="2694" y="657"/>
                </a:lnTo>
                <a:lnTo>
                  <a:pt x="2414" y="657"/>
                </a:lnTo>
                <a:lnTo>
                  <a:pt x="2414" y="377"/>
                </a:lnTo>
                <a:close/>
                <a:moveTo>
                  <a:pt x="2853" y="2853"/>
                </a:moveTo>
                <a:lnTo>
                  <a:pt x="200" y="2853"/>
                </a:lnTo>
                <a:lnTo>
                  <a:pt x="200" y="200"/>
                </a:lnTo>
                <a:lnTo>
                  <a:pt x="2214" y="200"/>
                </a:lnTo>
                <a:lnTo>
                  <a:pt x="2214" y="857"/>
                </a:lnTo>
                <a:lnTo>
                  <a:pt x="2853" y="857"/>
                </a:lnTo>
                <a:lnTo>
                  <a:pt x="2853" y="2853"/>
                </a:lnTo>
                <a:close/>
                <a:moveTo>
                  <a:pt x="640" y="2120"/>
                </a:moveTo>
                <a:lnTo>
                  <a:pt x="2413" y="2120"/>
                </a:lnTo>
                <a:lnTo>
                  <a:pt x="2413" y="2320"/>
                </a:lnTo>
                <a:lnTo>
                  <a:pt x="640" y="2320"/>
                </a:lnTo>
                <a:lnTo>
                  <a:pt x="640" y="2120"/>
                </a:lnTo>
                <a:close/>
              </a:path>
            </a:pathLst>
          </a:custGeom>
          <a:solidFill>
            <a:srgbClr val="FFFFFF"/>
          </a:solidFill>
          <a:ln>
            <a:noFill/>
          </a:ln>
        </p:spPr>
      </p:sp>
    </p:spTree>
    <p:custDataLst>
      <p:tags r:id="rId1"/>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4" name="组合 13"/>
          <p:cNvGrpSpPr/>
          <p:nvPr userDrawn="1">
            <p:custDataLst>
              <p:tags r:id="rId2"/>
            </p:custDataLst>
          </p:nvPr>
        </p:nvGrpSpPr>
        <p:grpSpPr>
          <a:xfrm rot="20310956">
            <a:off x="219227" y="260732"/>
            <a:ext cx="881159" cy="522149"/>
            <a:chOff x="4175125" y="1726565"/>
            <a:chExt cx="1094105" cy="648335"/>
          </a:xfrm>
        </p:grpSpPr>
        <p:sp>
          <p:nvSpPr>
            <p:cNvPr id="18" name="Freeform 64"/>
            <p:cNvSpPr/>
            <p:nvPr userDrawn="1">
              <p:custDataLst>
                <p:tags r:id="rId20"/>
              </p:custDataLst>
            </p:nvPr>
          </p:nvSpPr>
          <p:spPr bwMode="auto">
            <a:xfrm>
              <a:off x="4175125" y="1726565"/>
              <a:ext cx="1094105" cy="648335"/>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19" name="Rectangle 66"/>
            <p:cNvSpPr>
              <a:spLocks noChangeArrowheads="1"/>
            </p:cNvSpPr>
            <p:nvPr userDrawn="1">
              <p:custDataLst>
                <p:tags r:id="rId21"/>
              </p:custDataLst>
            </p:nvPr>
          </p:nvSpPr>
          <p:spPr bwMode="auto">
            <a:xfrm>
              <a:off x="4249420" y="2235382"/>
              <a:ext cx="897255" cy="704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3" name="Rectangle 67"/>
            <p:cNvSpPr>
              <a:spLocks noChangeArrowheads="1"/>
            </p:cNvSpPr>
            <p:nvPr userDrawn="1">
              <p:custDataLst>
                <p:tags r:id="rId22"/>
              </p:custDataLst>
            </p:nvPr>
          </p:nvSpPr>
          <p:spPr bwMode="auto">
            <a:xfrm>
              <a:off x="4249420" y="2116728"/>
              <a:ext cx="504190" cy="717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4" name="Rectangle 68"/>
            <p:cNvSpPr>
              <a:spLocks noChangeArrowheads="1"/>
            </p:cNvSpPr>
            <p:nvPr userDrawn="1">
              <p:custDataLst>
                <p:tags r:id="rId23"/>
              </p:custDataLst>
            </p:nvPr>
          </p:nvSpPr>
          <p:spPr bwMode="auto">
            <a:xfrm>
              <a:off x="4245610" y="1786255"/>
              <a:ext cx="275590" cy="226695"/>
            </a:xfrm>
            <a:prstGeom prst="rect">
              <a:avLst/>
            </a:prstGeom>
            <a:solidFill>
              <a:srgbClr val="6969C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5" name="Rectangle 69"/>
            <p:cNvSpPr>
              <a:spLocks noChangeArrowheads="1"/>
            </p:cNvSpPr>
            <p:nvPr userDrawn="1">
              <p:custDataLst>
                <p:tags r:id="rId24"/>
              </p:custDataLst>
            </p:nvPr>
          </p:nvSpPr>
          <p:spPr bwMode="auto">
            <a:xfrm>
              <a:off x="4573905" y="1786255"/>
              <a:ext cx="276860" cy="226695"/>
            </a:xfrm>
            <a:prstGeom prst="rect">
              <a:avLst/>
            </a:prstGeom>
            <a:solidFill>
              <a:srgbClr val="DB63A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7" name="Rectangle 70"/>
            <p:cNvSpPr>
              <a:spLocks noChangeArrowheads="1"/>
            </p:cNvSpPr>
            <p:nvPr userDrawn="1">
              <p:custDataLst>
                <p:tags r:id="rId25"/>
              </p:custDataLst>
            </p:nvPr>
          </p:nvSpPr>
          <p:spPr bwMode="auto">
            <a:xfrm>
              <a:off x="4903470" y="1786255"/>
              <a:ext cx="275590" cy="226695"/>
            </a:xfrm>
            <a:prstGeom prst="rect">
              <a:avLst/>
            </a:prstGeom>
            <a:solidFill>
              <a:srgbClr val="F7917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grpSp>
      <p:sp>
        <p:nvSpPr>
          <p:cNvPr id="10" name="矩形 9"/>
          <p:cNvSpPr/>
          <p:nvPr userDrawn="1">
            <p:custDataLst>
              <p:tags r:id="rId3"/>
            </p:custDataLst>
          </p:nvPr>
        </p:nvSpPr>
        <p:spPr>
          <a:xfrm>
            <a:off x="0" y="1772596"/>
            <a:ext cx="9144000" cy="3370904"/>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rgbClr val="FFFFFF"/>
              </a:solidFill>
              <a:latin typeface="微软雅黑" panose="020B0503020204020204" pitchFamily="34" charset="-122"/>
              <a:ea typeface="微软雅黑" panose="020B0503020204020204" pitchFamily="34" charset="-122"/>
              <a:sym typeface="+mn-ea"/>
            </a:endParaRPr>
          </a:p>
        </p:txBody>
      </p:sp>
      <p:sp>
        <p:nvSpPr>
          <p:cNvPr id="49" name="任意多边形: 形状 48"/>
          <p:cNvSpPr/>
          <p:nvPr>
            <p:custDataLst>
              <p:tags r:id="rId4"/>
            </p:custDataLst>
          </p:nvPr>
        </p:nvSpPr>
        <p:spPr>
          <a:xfrm rot="10800000">
            <a:off x="8410575" y="461645"/>
            <a:ext cx="638175" cy="779780"/>
          </a:xfrm>
          <a:custGeom>
            <a:avLst/>
            <a:gdLst>
              <a:gd name="connsiteX0" fmla="*/ 174788 w 340237"/>
              <a:gd name="connsiteY0" fmla="*/ 0 h 415819"/>
              <a:gd name="connsiteX1" fmla="*/ 340237 w 340237"/>
              <a:gd name="connsiteY1" fmla="*/ 0 h 415819"/>
              <a:gd name="connsiteX2" fmla="*/ 241322 w 340237"/>
              <a:gd name="connsiteY2" fmla="*/ 415819 h 415819"/>
              <a:gd name="connsiteX3" fmla="*/ 0 w 340237"/>
              <a:gd name="connsiteY3" fmla="*/ 415819 h 415819"/>
            </a:gdLst>
            <a:ahLst/>
            <a:cxnLst>
              <a:cxn ang="0">
                <a:pos x="connsiteX0" y="connsiteY0"/>
              </a:cxn>
              <a:cxn ang="0">
                <a:pos x="connsiteX1" y="connsiteY1"/>
              </a:cxn>
              <a:cxn ang="0">
                <a:pos x="connsiteX2" y="connsiteY2"/>
              </a:cxn>
              <a:cxn ang="0">
                <a:pos x="connsiteX3" y="connsiteY3"/>
              </a:cxn>
            </a:cxnLst>
            <a:rect l="l" t="t" r="r" b="b"/>
            <a:pathLst>
              <a:path w="340237" h="415819">
                <a:moveTo>
                  <a:pt x="174788" y="0"/>
                </a:moveTo>
                <a:lnTo>
                  <a:pt x="340237" y="0"/>
                </a:lnTo>
                <a:lnTo>
                  <a:pt x="241322" y="415819"/>
                </a:lnTo>
                <a:lnTo>
                  <a:pt x="0" y="415819"/>
                </a:lnTo>
                <a:close/>
              </a:path>
            </a:pathLst>
          </a:custGeom>
          <a:solidFill>
            <a:srgbClr val="BFBFBF">
              <a:alpha val="30000"/>
            </a:srgbClr>
          </a:solidFill>
          <a:ln w="12700" cap="flat" cmpd="sng" algn="ctr">
            <a:noFill/>
            <a:prstDash val="solid"/>
            <a:miter lim="800000"/>
          </a:ln>
          <a:effectLst/>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0" name="任意多边形: 形状 49"/>
          <p:cNvSpPr/>
          <p:nvPr>
            <p:custDataLst>
              <p:tags r:id="rId5"/>
            </p:custDataLst>
          </p:nvPr>
        </p:nvSpPr>
        <p:spPr>
          <a:xfrm rot="10800000">
            <a:off x="7698740" y="461645"/>
            <a:ext cx="638175" cy="779780"/>
          </a:xfrm>
          <a:custGeom>
            <a:avLst/>
            <a:gdLst>
              <a:gd name="connsiteX0" fmla="*/ 174788 w 340237"/>
              <a:gd name="connsiteY0" fmla="*/ 0 h 415819"/>
              <a:gd name="connsiteX1" fmla="*/ 340237 w 340237"/>
              <a:gd name="connsiteY1" fmla="*/ 0 h 415819"/>
              <a:gd name="connsiteX2" fmla="*/ 241322 w 340237"/>
              <a:gd name="connsiteY2" fmla="*/ 415819 h 415819"/>
              <a:gd name="connsiteX3" fmla="*/ 0 w 340237"/>
              <a:gd name="connsiteY3" fmla="*/ 415819 h 415819"/>
            </a:gdLst>
            <a:ahLst/>
            <a:cxnLst>
              <a:cxn ang="0">
                <a:pos x="connsiteX0" y="connsiteY0"/>
              </a:cxn>
              <a:cxn ang="0">
                <a:pos x="connsiteX1" y="connsiteY1"/>
              </a:cxn>
              <a:cxn ang="0">
                <a:pos x="connsiteX2" y="connsiteY2"/>
              </a:cxn>
              <a:cxn ang="0">
                <a:pos x="connsiteX3" y="connsiteY3"/>
              </a:cxn>
            </a:cxnLst>
            <a:rect l="l" t="t" r="r" b="b"/>
            <a:pathLst>
              <a:path w="340237" h="415819">
                <a:moveTo>
                  <a:pt x="174788" y="0"/>
                </a:moveTo>
                <a:lnTo>
                  <a:pt x="340237" y="0"/>
                </a:lnTo>
                <a:lnTo>
                  <a:pt x="241322" y="415819"/>
                </a:lnTo>
                <a:lnTo>
                  <a:pt x="0" y="415819"/>
                </a:lnTo>
                <a:close/>
              </a:path>
            </a:pathLst>
          </a:custGeom>
          <a:solidFill>
            <a:srgbClr val="BFBFBF">
              <a:alpha val="30000"/>
            </a:srgbClr>
          </a:solidFill>
          <a:ln w="12700" cap="flat" cmpd="sng" algn="ctr">
            <a:noFill/>
            <a:prstDash val="solid"/>
            <a:miter lim="800000"/>
          </a:ln>
          <a:effectLst/>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 name="矩形 5"/>
          <p:cNvSpPr/>
          <p:nvPr>
            <p:custDataLst>
              <p:tags r:id="rId6"/>
            </p:custDataLst>
          </p:nvPr>
        </p:nvSpPr>
        <p:spPr>
          <a:xfrm>
            <a:off x="613397" y="986364"/>
            <a:ext cx="7923384" cy="3700836"/>
          </a:xfrm>
          <a:prstGeom prst="rect">
            <a:avLst/>
          </a:prstGeom>
          <a:solidFill>
            <a:srgbClr val="FFFFFF"/>
          </a:solidFill>
          <a:ln>
            <a:noFill/>
          </a:ln>
          <a:effectLst>
            <a:outerShdw blurRad="127000" dist="38100" dir="5400000" algn="t" rotWithShape="0">
              <a:srgbClr val="0D0D0D">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b="1">
              <a:solidFill>
                <a:srgbClr val="FFFFFF"/>
              </a:solidFill>
              <a:latin typeface="微软雅黑" panose="020B0503020204020204" pitchFamily="34" charset="-122"/>
              <a:ea typeface="微软雅黑" panose="020B0503020204020204" pitchFamily="34" charset="-122"/>
            </a:endParaRPr>
          </a:p>
        </p:txBody>
      </p:sp>
      <p:sp>
        <p:nvSpPr>
          <p:cNvPr id="22" name="任意多边形 21"/>
          <p:cNvSpPr/>
          <p:nvPr>
            <p:custDataLst>
              <p:tags r:id="rId7"/>
            </p:custDataLst>
          </p:nvPr>
        </p:nvSpPr>
        <p:spPr>
          <a:xfrm>
            <a:off x="986155" y="1158875"/>
            <a:ext cx="2056765" cy="1323340"/>
          </a:xfrm>
          <a:custGeom>
            <a:avLst/>
            <a:gdLst>
              <a:gd name="connsiteX0" fmla="*/ 176782 w 1993900"/>
              <a:gd name="connsiteY0" fmla="*/ 0 h 1282700"/>
              <a:gd name="connsiteX1" fmla="*/ 399032 w 1993900"/>
              <a:gd name="connsiteY1" fmla="*/ 0 h 1282700"/>
              <a:gd name="connsiteX2" fmla="*/ 435678 w 1993900"/>
              <a:gd name="connsiteY2" fmla="*/ 0 h 1282700"/>
              <a:gd name="connsiteX3" fmla="*/ 657928 w 1993900"/>
              <a:gd name="connsiteY3" fmla="*/ 0 h 1282700"/>
              <a:gd name="connsiteX4" fmla="*/ 854778 w 1993900"/>
              <a:gd name="connsiteY4" fmla="*/ 196850 h 1282700"/>
              <a:gd name="connsiteX5" fmla="*/ 996950 w 1993900"/>
              <a:gd name="connsiteY5" fmla="*/ 196850 h 1282700"/>
              <a:gd name="connsiteX6" fmla="*/ 1844248 w 1993900"/>
              <a:gd name="connsiteY6" fmla="*/ 196850 h 1282700"/>
              <a:gd name="connsiteX7" fmla="*/ 1993900 w 1993900"/>
              <a:gd name="connsiteY7" fmla="*/ 346502 h 1282700"/>
              <a:gd name="connsiteX8" fmla="*/ 1993900 w 1993900"/>
              <a:gd name="connsiteY8" fmla="*/ 590550 h 1282700"/>
              <a:gd name="connsiteX9" fmla="*/ 1993900 w 1993900"/>
              <a:gd name="connsiteY9" fmla="*/ 1105918 h 1282700"/>
              <a:gd name="connsiteX10" fmla="*/ 1993900 w 1993900"/>
              <a:gd name="connsiteY10" fmla="*/ 1133048 h 1282700"/>
              <a:gd name="connsiteX11" fmla="*/ 1844248 w 1993900"/>
              <a:gd name="connsiteY11" fmla="*/ 1282700 h 1282700"/>
              <a:gd name="connsiteX12" fmla="*/ 1817118 w 1993900"/>
              <a:gd name="connsiteY12" fmla="*/ 1282700 h 1282700"/>
              <a:gd name="connsiteX13" fmla="*/ 996950 w 1993900"/>
              <a:gd name="connsiteY13" fmla="*/ 1282700 h 1282700"/>
              <a:gd name="connsiteX14" fmla="*/ 399032 w 1993900"/>
              <a:gd name="connsiteY14" fmla="*/ 1282700 h 1282700"/>
              <a:gd name="connsiteX15" fmla="*/ 371902 w 1993900"/>
              <a:gd name="connsiteY15" fmla="*/ 1282700 h 1282700"/>
              <a:gd name="connsiteX16" fmla="*/ 176782 w 1993900"/>
              <a:gd name="connsiteY16" fmla="*/ 1282700 h 1282700"/>
              <a:gd name="connsiteX17" fmla="*/ 149652 w 1993900"/>
              <a:gd name="connsiteY17" fmla="*/ 1282700 h 1282700"/>
              <a:gd name="connsiteX18" fmla="*/ 0 w 1993900"/>
              <a:gd name="connsiteY18" fmla="*/ 1133048 h 1282700"/>
              <a:gd name="connsiteX19" fmla="*/ 0 w 1993900"/>
              <a:gd name="connsiteY19" fmla="*/ 1105918 h 1282700"/>
              <a:gd name="connsiteX20" fmla="*/ 0 w 1993900"/>
              <a:gd name="connsiteY20" fmla="*/ 346502 h 1282700"/>
              <a:gd name="connsiteX21" fmla="*/ 0 w 1993900"/>
              <a:gd name="connsiteY21" fmla="*/ 176782 h 1282700"/>
              <a:gd name="connsiteX22" fmla="*/ 176782 w 1993900"/>
              <a:gd name="connsiteY22" fmla="*/ 0 h 1282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993900" h="1282700">
                <a:moveTo>
                  <a:pt x="176782" y="0"/>
                </a:moveTo>
                <a:lnTo>
                  <a:pt x="399032" y="0"/>
                </a:lnTo>
                <a:lnTo>
                  <a:pt x="435678" y="0"/>
                </a:lnTo>
                <a:lnTo>
                  <a:pt x="657928" y="0"/>
                </a:lnTo>
                <a:lnTo>
                  <a:pt x="854778" y="196850"/>
                </a:lnTo>
                <a:lnTo>
                  <a:pt x="996950" y="196850"/>
                </a:lnTo>
                <a:lnTo>
                  <a:pt x="1844248" y="196850"/>
                </a:lnTo>
                <a:cubicBezTo>
                  <a:pt x="1926899" y="196850"/>
                  <a:pt x="1993900" y="263851"/>
                  <a:pt x="1993900" y="346502"/>
                </a:cubicBezTo>
                <a:lnTo>
                  <a:pt x="1993900" y="590550"/>
                </a:lnTo>
                <a:lnTo>
                  <a:pt x="1993900" y="1105918"/>
                </a:lnTo>
                <a:lnTo>
                  <a:pt x="1993900" y="1133048"/>
                </a:lnTo>
                <a:cubicBezTo>
                  <a:pt x="1993900" y="1215699"/>
                  <a:pt x="1926899" y="1282700"/>
                  <a:pt x="1844248" y="1282700"/>
                </a:cubicBezTo>
                <a:lnTo>
                  <a:pt x="1817118" y="1282700"/>
                </a:lnTo>
                <a:lnTo>
                  <a:pt x="996950" y="1282700"/>
                </a:lnTo>
                <a:lnTo>
                  <a:pt x="399032" y="1282700"/>
                </a:lnTo>
                <a:lnTo>
                  <a:pt x="371902" y="1282700"/>
                </a:lnTo>
                <a:lnTo>
                  <a:pt x="176782" y="1282700"/>
                </a:lnTo>
                <a:lnTo>
                  <a:pt x="149652" y="1282700"/>
                </a:lnTo>
                <a:cubicBezTo>
                  <a:pt x="67001" y="1282700"/>
                  <a:pt x="0" y="1215699"/>
                  <a:pt x="0" y="1133048"/>
                </a:cubicBezTo>
                <a:lnTo>
                  <a:pt x="0" y="1105918"/>
                </a:lnTo>
                <a:lnTo>
                  <a:pt x="0" y="346502"/>
                </a:lnTo>
                <a:lnTo>
                  <a:pt x="0" y="176782"/>
                </a:lnTo>
                <a:cubicBezTo>
                  <a:pt x="0" y="79148"/>
                  <a:pt x="79148" y="0"/>
                  <a:pt x="176782" y="0"/>
                </a:cubicBezTo>
                <a:close/>
              </a:path>
            </a:pathLst>
          </a:custGeom>
          <a:solidFill>
            <a:srgbClr val="D9D9D9"/>
          </a:solidFill>
        </p:spPr>
        <p:txBody>
          <a:bodyPr rot="0" spcFirstLastPara="0" vertOverflow="overflow" horzOverflow="overflow" vert="horz" wrap="square" lIns="68580" tIns="34290" rIns="68580" bIns="34290" numCol="1" spcCol="0" rtlCol="0" fromWordArt="0" anchor="ctr" anchorCtr="0" forceAA="0" compatLnSpc="1">
            <a:noAutofit/>
          </a:bodyPr>
          <a:lstStyle/>
          <a:p>
            <a:pPr algn="ctr">
              <a:lnSpc>
                <a:spcPct val="120000"/>
              </a:lnSpc>
            </a:pPr>
            <a:endParaRPr lang="zh-CN" altLang="en-US" sz="2100" b="1" kern="0" dirty="0">
              <a:solidFill>
                <a:srgbClr val="6969C7"/>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endParaRPr>
          </a:p>
        </p:txBody>
      </p:sp>
      <p:sp>
        <p:nvSpPr>
          <p:cNvPr id="26" name="任意多边形 25"/>
          <p:cNvSpPr/>
          <p:nvPr>
            <p:custDataLst>
              <p:tags r:id="rId8"/>
            </p:custDataLst>
          </p:nvPr>
        </p:nvSpPr>
        <p:spPr>
          <a:xfrm>
            <a:off x="986155" y="1401445"/>
            <a:ext cx="2056765" cy="1080770"/>
          </a:xfrm>
          <a:custGeom>
            <a:avLst/>
            <a:gdLst>
              <a:gd name="connsiteX0" fmla="*/ 908048 w 1993900"/>
              <a:gd name="connsiteY0" fmla="*/ 0 h 1047750"/>
              <a:gd name="connsiteX1" fmla="*/ 1849499 w 1993900"/>
              <a:gd name="connsiteY1" fmla="*/ 0 h 1047750"/>
              <a:gd name="connsiteX2" fmla="*/ 1993900 w 1993900"/>
              <a:gd name="connsiteY2" fmla="*/ 144401 h 1047750"/>
              <a:gd name="connsiteX3" fmla="*/ 1993900 w 1993900"/>
              <a:gd name="connsiteY3" fmla="*/ 903349 h 1047750"/>
              <a:gd name="connsiteX4" fmla="*/ 1849499 w 1993900"/>
              <a:gd name="connsiteY4" fmla="*/ 1047750 h 1047750"/>
              <a:gd name="connsiteX5" fmla="*/ 144401 w 1993900"/>
              <a:gd name="connsiteY5" fmla="*/ 1047750 h 1047750"/>
              <a:gd name="connsiteX6" fmla="*/ 0 w 1993900"/>
              <a:gd name="connsiteY6" fmla="*/ 903349 h 1047750"/>
              <a:gd name="connsiteX7" fmla="*/ 0 w 1993900"/>
              <a:gd name="connsiteY7" fmla="*/ 239711 h 1047750"/>
              <a:gd name="connsiteX8" fmla="*/ 115888 w 1993900"/>
              <a:gd name="connsiteY8" fmla="*/ 123823 h 1047750"/>
              <a:gd name="connsiteX9" fmla="*/ 784225 w 1993900"/>
              <a:gd name="connsiteY9" fmla="*/ 123823 h 1047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93900" h="1047750">
                <a:moveTo>
                  <a:pt x="908048" y="0"/>
                </a:moveTo>
                <a:lnTo>
                  <a:pt x="1849499" y="0"/>
                </a:lnTo>
                <a:cubicBezTo>
                  <a:pt x="1929249" y="0"/>
                  <a:pt x="1993900" y="64651"/>
                  <a:pt x="1993900" y="144401"/>
                </a:cubicBezTo>
                <a:lnTo>
                  <a:pt x="1993900" y="903349"/>
                </a:lnTo>
                <a:cubicBezTo>
                  <a:pt x="1993900" y="983099"/>
                  <a:pt x="1929249" y="1047750"/>
                  <a:pt x="1849499" y="1047750"/>
                </a:cubicBezTo>
                <a:lnTo>
                  <a:pt x="144401" y="1047750"/>
                </a:lnTo>
                <a:cubicBezTo>
                  <a:pt x="64651" y="1047750"/>
                  <a:pt x="0" y="983099"/>
                  <a:pt x="0" y="903349"/>
                </a:cubicBezTo>
                <a:lnTo>
                  <a:pt x="0" y="239711"/>
                </a:lnTo>
                <a:lnTo>
                  <a:pt x="115888" y="123823"/>
                </a:lnTo>
                <a:lnTo>
                  <a:pt x="784225" y="123823"/>
                </a:lnTo>
                <a:close/>
              </a:path>
            </a:pathLst>
          </a:custGeom>
          <a:solidFill>
            <a:srgbClr val="6969C7"/>
          </a:solidFill>
        </p:spPr>
        <p:txBody>
          <a:bodyPr rot="0" spcFirstLastPara="0" vertOverflow="overflow" horzOverflow="overflow" vert="horz" wrap="square" lIns="68580" tIns="162000" rIns="68580" bIns="34290" numCol="1" spcCol="0" rtlCol="0" fromWordArt="0" anchor="ctr" anchorCtr="0" forceAA="0" compatLnSpc="1">
            <a:normAutofit/>
          </a:bodyPr>
          <a:lstStyle/>
          <a:p>
            <a:pPr algn="ctr">
              <a:lnSpc>
                <a:spcPct val="120000"/>
              </a:lnSpc>
            </a:pPr>
            <a:endParaRPr lang="zh-CN" altLang="en-US" sz="1350"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5" name="文本框 14"/>
          <p:cNvSpPr txBox="1"/>
          <p:nvPr>
            <p:custDataLst>
              <p:tags r:id="rId9"/>
            </p:custDataLst>
          </p:nvPr>
        </p:nvSpPr>
        <p:spPr>
          <a:xfrm>
            <a:off x="1037590" y="1598295"/>
            <a:ext cx="1953260" cy="687070"/>
          </a:xfrm>
          <a:prstGeom prst="rect">
            <a:avLst/>
          </a:prstGeom>
          <a:noFill/>
        </p:spPr>
        <p:txBody>
          <a:bodyPr wrap="square" lIns="67500" tIns="35100" rIns="67500" bIns="35100" rtlCol="0" anchor="ctr" anchorCtr="0">
            <a:normAutofit/>
          </a:bodyPr>
          <a:lstStyle/>
          <a:p>
            <a:pPr marL="0" lvl="0" indent="0" algn="ctr">
              <a:lnSpc>
                <a:spcPct val="120000"/>
              </a:lnSpc>
              <a:spcBef>
                <a:spcPts val="0"/>
              </a:spcBef>
              <a:spcAft>
                <a:spcPts val="0"/>
              </a:spcAft>
              <a:buSzPct val="100000"/>
              <a:buNone/>
            </a:pPr>
            <a:r>
              <a:rPr lang="zh-CN" altLang="en-US" sz="1600" spc="150">
                <a:solidFill>
                  <a:srgbClr val="FFFFFF"/>
                </a:solidFill>
                <a:latin typeface="微软雅黑" panose="020B0503020204020204" pitchFamily="34" charset="-122"/>
                <a:ea typeface="微软雅黑" panose="020B0503020204020204" pitchFamily="34" charset="-122"/>
              </a:rPr>
              <a:t>用鼠标左键拖动实现移动</a:t>
            </a:r>
          </a:p>
        </p:txBody>
      </p:sp>
      <p:sp>
        <p:nvSpPr>
          <p:cNvPr id="31" name="任意多边形 30"/>
          <p:cNvSpPr/>
          <p:nvPr>
            <p:custDataLst>
              <p:tags r:id="rId10"/>
            </p:custDataLst>
          </p:nvPr>
        </p:nvSpPr>
        <p:spPr>
          <a:xfrm>
            <a:off x="3547110" y="2046605"/>
            <a:ext cx="2056765" cy="1323340"/>
          </a:xfrm>
          <a:custGeom>
            <a:avLst/>
            <a:gdLst>
              <a:gd name="connsiteX0" fmla="*/ 176782 w 1993900"/>
              <a:gd name="connsiteY0" fmla="*/ 0 h 1282700"/>
              <a:gd name="connsiteX1" fmla="*/ 399032 w 1993900"/>
              <a:gd name="connsiteY1" fmla="*/ 0 h 1282700"/>
              <a:gd name="connsiteX2" fmla="*/ 435678 w 1993900"/>
              <a:gd name="connsiteY2" fmla="*/ 0 h 1282700"/>
              <a:gd name="connsiteX3" fmla="*/ 657928 w 1993900"/>
              <a:gd name="connsiteY3" fmla="*/ 0 h 1282700"/>
              <a:gd name="connsiteX4" fmla="*/ 854778 w 1993900"/>
              <a:gd name="connsiteY4" fmla="*/ 196850 h 1282700"/>
              <a:gd name="connsiteX5" fmla="*/ 996950 w 1993900"/>
              <a:gd name="connsiteY5" fmla="*/ 196850 h 1282700"/>
              <a:gd name="connsiteX6" fmla="*/ 1844248 w 1993900"/>
              <a:gd name="connsiteY6" fmla="*/ 196850 h 1282700"/>
              <a:gd name="connsiteX7" fmla="*/ 1993900 w 1993900"/>
              <a:gd name="connsiteY7" fmla="*/ 346502 h 1282700"/>
              <a:gd name="connsiteX8" fmla="*/ 1993900 w 1993900"/>
              <a:gd name="connsiteY8" fmla="*/ 590550 h 1282700"/>
              <a:gd name="connsiteX9" fmla="*/ 1993900 w 1993900"/>
              <a:gd name="connsiteY9" fmla="*/ 1105918 h 1282700"/>
              <a:gd name="connsiteX10" fmla="*/ 1993900 w 1993900"/>
              <a:gd name="connsiteY10" fmla="*/ 1133048 h 1282700"/>
              <a:gd name="connsiteX11" fmla="*/ 1844248 w 1993900"/>
              <a:gd name="connsiteY11" fmla="*/ 1282700 h 1282700"/>
              <a:gd name="connsiteX12" fmla="*/ 1817118 w 1993900"/>
              <a:gd name="connsiteY12" fmla="*/ 1282700 h 1282700"/>
              <a:gd name="connsiteX13" fmla="*/ 996950 w 1993900"/>
              <a:gd name="connsiteY13" fmla="*/ 1282700 h 1282700"/>
              <a:gd name="connsiteX14" fmla="*/ 399032 w 1993900"/>
              <a:gd name="connsiteY14" fmla="*/ 1282700 h 1282700"/>
              <a:gd name="connsiteX15" fmla="*/ 371902 w 1993900"/>
              <a:gd name="connsiteY15" fmla="*/ 1282700 h 1282700"/>
              <a:gd name="connsiteX16" fmla="*/ 176782 w 1993900"/>
              <a:gd name="connsiteY16" fmla="*/ 1282700 h 1282700"/>
              <a:gd name="connsiteX17" fmla="*/ 149652 w 1993900"/>
              <a:gd name="connsiteY17" fmla="*/ 1282700 h 1282700"/>
              <a:gd name="connsiteX18" fmla="*/ 0 w 1993900"/>
              <a:gd name="connsiteY18" fmla="*/ 1133048 h 1282700"/>
              <a:gd name="connsiteX19" fmla="*/ 0 w 1993900"/>
              <a:gd name="connsiteY19" fmla="*/ 1105918 h 1282700"/>
              <a:gd name="connsiteX20" fmla="*/ 0 w 1993900"/>
              <a:gd name="connsiteY20" fmla="*/ 346502 h 1282700"/>
              <a:gd name="connsiteX21" fmla="*/ 0 w 1993900"/>
              <a:gd name="connsiteY21" fmla="*/ 176782 h 1282700"/>
              <a:gd name="connsiteX22" fmla="*/ 176782 w 1993900"/>
              <a:gd name="connsiteY22" fmla="*/ 0 h 1282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993900" h="1282700">
                <a:moveTo>
                  <a:pt x="176782" y="0"/>
                </a:moveTo>
                <a:lnTo>
                  <a:pt x="399032" y="0"/>
                </a:lnTo>
                <a:lnTo>
                  <a:pt x="435678" y="0"/>
                </a:lnTo>
                <a:lnTo>
                  <a:pt x="657928" y="0"/>
                </a:lnTo>
                <a:lnTo>
                  <a:pt x="854778" y="196850"/>
                </a:lnTo>
                <a:lnTo>
                  <a:pt x="996950" y="196850"/>
                </a:lnTo>
                <a:lnTo>
                  <a:pt x="1844248" y="196850"/>
                </a:lnTo>
                <a:cubicBezTo>
                  <a:pt x="1926899" y="196850"/>
                  <a:pt x="1993900" y="263851"/>
                  <a:pt x="1993900" y="346502"/>
                </a:cubicBezTo>
                <a:lnTo>
                  <a:pt x="1993900" y="590550"/>
                </a:lnTo>
                <a:lnTo>
                  <a:pt x="1993900" y="1105918"/>
                </a:lnTo>
                <a:lnTo>
                  <a:pt x="1993900" y="1133048"/>
                </a:lnTo>
                <a:cubicBezTo>
                  <a:pt x="1993900" y="1215699"/>
                  <a:pt x="1926899" y="1282700"/>
                  <a:pt x="1844248" y="1282700"/>
                </a:cubicBezTo>
                <a:lnTo>
                  <a:pt x="1817118" y="1282700"/>
                </a:lnTo>
                <a:lnTo>
                  <a:pt x="996950" y="1282700"/>
                </a:lnTo>
                <a:lnTo>
                  <a:pt x="399032" y="1282700"/>
                </a:lnTo>
                <a:lnTo>
                  <a:pt x="371902" y="1282700"/>
                </a:lnTo>
                <a:lnTo>
                  <a:pt x="176782" y="1282700"/>
                </a:lnTo>
                <a:lnTo>
                  <a:pt x="149652" y="1282700"/>
                </a:lnTo>
                <a:cubicBezTo>
                  <a:pt x="67001" y="1282700"/>
                  <a:pt x="0" y="1215699"/>
                  <a:pt x="0" y="1133048"/>
                </a:cubicBezTo>
                <a:lnTo>
                  <a:pt x="0" y="1105918"/>
                </a:lnTo>
                <a:lnTo>
                  <a:pt x="0" y="346502"/>
                </a:lnTo>
                <a:lnTo>
                  <a:pt x="0" y="176782"/>
                </a:lnTo>
                <a:cubicBezTo>
                  <a:pt x="0" y="79148"/>
                  <a:pt x="79148" y="0"/>
                  <a:pt x="176782" y="0"/>
                </a:cubicBezTo>
                <a:close/>
              </a:path>
            </a:pathLst>
          </a:custGeom>
          <a:solidFill>
            <a:srgbClr val="D9D9D9"/>
          </a:solidFill>
        </p:spPr>
        <p:txBody>
          <a:bodyPr rot="0" spcFirstLastPara="0" vertOverflow="overflow" horzOverflow="overflow" vert="horz" wrap="square" lIns="68580" tIns="34290" rIns="68580" bIns="34290" numCol="1" spcCol="0" rtlCol="0" fromWordArt="0" anchor="ctr" anchorCtr="0" forceAA="0" compatLnSpc="1">
            <a:noAutofit/>
          </a:bodyPr>
          <a:lstStyle/>
          <a:p>
            <a:pPr algn="ctr">
              <a:lnSpc>
                <a:spcPct val="120000"/>
              </a:lnSpc>
            </a:pPr>
            <a:endParaRPr lang="zh-CN" altLang="en-US" sz="2100" b="1" kern="0" dirty="0">
              <a:solidFill>
                <a:srgbClr val="AE64B8"/>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endParaRPr>
          </a:p>
        </p:txBody>
      </p:sp>
      <p:sp>
        <p:nvSpPr>
          <p:cNvPr id="32" name="任意多边形 31"/>
          <p:cNvSpPr/>
          <p:nvPr>
            <p:custDataLst>
              <p:tags r:id="rId11"/>
            </p:custDataLst>
          </p:nvPr>
        </p:nvSpPr>
        <p:spPr>
          <a:xfrm>
            <a:off x="3547110" y="2288540"/>
            <a:ext cx="2056765" cy="1080770"/>
          </a:xfrm>
          <a:custGeom>
            <a:avLst/>
            <a:gdLst>
              <a:gd name="connsiteX0" fmla="*/ 908048 w 1993900"/>
              <a:gd name="connsiteY0" fmla="*/ 0 h 1047750"/>
              <a:gd name="connsiteX1" fmla="*/ 1849499 w 1993900"/>
              <a:gd name="connsiteY1" fmla="*/ 0 h 1047750"/>
              <a:gd name="connsiteX2" fmla="*/ 1993900 w 1993900"/>
              <a:gd name="connsiteY2" fmla="*/ 144401 h 1047750"/>
              <a:gd name="connsiteX3" fmla="*/ 1993900 w 1993900"/>
              <a:gd name="connsiteY3" fmla="*/ 903349 h 1047750"/>
              <a:gd name="connsiteX4" fmla="*/ 1849499 w 1993900"/>
              <a:gd name="connsiteY4" fmla="*/ 1047750 h 1047750"/>
              <a:gd name="connsiteX5" fmla="*/ 144401 w 1993900"/>
              <a:gd name="connsiteY5" fmla="*/ 1047750 h 1047750"/>
              <a:gd name="connsiteX6" fmla="*/ 0 w 1993900"/>
              <a:gd name="connsiteY6" fmla="*/ 903349 h 1047750"/>
              <a:gd name="connsiteX7" fmla="*/ 0 w 1993900"/>
              <a:gd name="connsiteY7" fmla="*/ 239711 h 1047750"/>
              <a:gd name="connsiteX8" fmla="*/ 115888 w 1993900"/>
              <a:gd name="connsiteY8" fmla="*/ 123823 h 1047750"/>
              <a:gd name="connsiteX9" fmla="*/ 784225 w 1993900"/>
              <a:gd name="connsiteY9" fmla="*/ 123823 h 1047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93900" h="1047750">
                <a:moveTo>
                  <a:pt x="908048" y="0"/>
                </a:moveTo>
                <a:lnTo>
                  <a:pt x="1849499" y="0"/>
                </a:lnTo>
                <a:cubicBezTo>
                  <a:pt x="1929249" y="0"/>
                  <a:pt x="1993900" y="64651"/>
                  <a:pt x="1993900" y="144401"/>
                </a:cubicBezTo>
                <a:lnTo>
                  <a:pt x="1993900" y="903349"/>
                </a:lnTo>
                <a:cubicBezTo>
                  <a:pt x="1993900" y="983099"/>
                  <a:pt x="1929249" y="1047750"/>
                  <a:pt x="1849499" y="1047750"/>
                </a:cubicBezTo>
                <a:lnTo>
                  <a:pt x="144401" y="1047750"/>
                </a:lnTo>
                <a:cubicBezTo>
                  <a:pt x="64651" y="1047750"/>
                  <a:pt x="0" y="983099"/>
                  <a:pt x="0" y="903349"/>
                </a:cubicBezTo>
                <a:lnTo>
                  <a:pt x="0" y="239711"/>
                </a:lnTo>
                <a:lnTo>
                  <a:pt x="115888" y="123823"/>
                </a:lnTo>
                <a:lnTo>
                  <a:pt x="784225" y="123823"/>
                </a:lnTo>
                <a:close/>
              </a:path>
            </a:pathLst>
          </a:custGeom>
          <a:solidFill>
            <a:srgbClr val="AE64B8"/>
          </a:solidFill>
        </p:spPr>
        <p:txBody>
          <a:bodyPr rot="0" spcFirstLastPara="0" vertOverflow="overflow" horzOverflow="overflow" vert="horz" wrap="square" lIns="68580" tIns="162000" rIns="68580" bIns="34290" numCol="1" spcCol="0" rtlCol="0" fromWordArt="0" anchor="ctr" anchorCtr="0" forceAA="0" compatLnSpc="1">
            <a:normAutofit/>
          </a:bodyPr>
          <a:lstStyle/>
          <a:p>
            <a:pPr algn="ctr">
              <a:lnSpc>
                <a:spcPct val="120000"/>
              </a:lnSpc>
            </a:pPr>
            <a:endParaRPr lang="zh-CN" altLang="en-US" sz="1350"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6" name="文本框 15"/>
          <p:cNvSpPr txBox="1"/>
          <p:nvPr>
            <p:custDataLst>
              <p:tags r:id="rId12"/>
            </p:custDataLst>
          </p:nvPr>
        </p:nvSpPr>
        <p:spPr>
          <a:xfrm>
            <a:off x="3598545" y="2485390"/>
            <a:ext cx="1953260" cy="687070"/>
          </a:xfrm>
          <a:prstGeom prst="rect">
            <a:avLst/>
          </a:prstGeom>
          <a:noFill/>
        </p:spPr>
        <p:txBody>
          <a:bodyPr wrap="square" lIns="67500" tIns="35100" rIns="67500" bIns="35100" rtlCol="0" anchor="ctr" anchorCtr="0">
            <a:normAutofit/>
          </a:bodyPr>
          <a:lstStyle/>
          <a:p>
            <a:pPr marL="0" lvl="0" indent="0" algn="ctr">
              <a:lnSpc>
                <a:spcPct val="120000"/>
              </a:lnSpc>
              <a:spcBef>
                <a:spcPts val="0"/>
              </a:spcBef>
              <a:spcAft>
                <a:spcPts val="0"/>
              </a:spcAft>
              <a:buSzPct val="100000"/>
              <a:buNone/>
            </a:pPr>
            <a:r>
              <a:rPr lang="zh-CN" altLang="en-US" sz="1600" spc="15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使用“移动到”</a:t>
            </a:r>
          </a:p>
        </p:txBody>
      </p:sp>
      <p:sp>
        <p:nvSpPr>
          <p:cNvPr id="37" name="任意多边形 36"/>
          <p:cNvSpPr/>
          <p:nvPr>
            <p:custDataLst>
              <p:tags r:id="rId13"/>
            </p:custDataLst>
          </p:nvPr>
        </p:nvSpPr>
        <p:spPr>
          <a:xfrm>
            <a:off x="6107430" y="3196590"/>
            <a:ext cx="2056765" cy="1323340"/>
          </a:xfrm>
          <a:custGeom>
            <a:avLst/>
            <a:gdLst>
              <a:gd name="connsiteX0" fmla="*/ 176782 w 1993900"/>
              <a:gd name="connsiteY0" fmla="*/ 0 h 1282700"/>
              <a:gd name="connsiteX1" fmla="*/ 399032 w 1993900"/>
              <a:gd name="connsiteY1" fmla="*/ 0 h 1282700"/>
              <a:gd name="connsiteX2" fmla="*/ 435678 w 1993900"/>
              <a:gd name="connsiteY2" fmla="*/ 0 h 1282700"/>
              <a:gd name="connsiteX3" fmla="*/ 657928 w 1993900"/>
              <a:gd name="connsiteY3" fmla="*/ 0 h 1282700"/>
              <a:gd name="connsiteX4" fmla="*/ 854778 w 1993900"/>
              <a:gd name="connsiteY4" fmla="*/ 196850 h 1282700"/>
              <a:gd name="connsiteX5" fmla="*/ 996950 w 1993900"/>
              <a:gd name="connsiteY5" fmla="*/ 196850 h 1282700"/>
              <a:gd name="connsiteX6" fmla="*/ 1844248 w 1993900"/>
              <a:gd name="connsiteY6" fmla="*/ 196850 h 1282700"/>
              <a:gd name="connsiteX7" fmla="*/ 1993900 w 1993900"/>
              <a:gd name="connsiteY7" fmla="*/ 346502 h 1282700"/>
              <a:gd name="connsiteX8" fmla="*/ 1993900 w 1993900"/>
              <a:gd name="connsiteY8" fmla="*/ 590550 h 1282700"/>
              <a:gd name="connsiteX9" fmla="*/ 1993900 w 1993900"/>
              <a:gd name="connsiteY9" fmla="*/ 1105918 h 1282700"/>
              <a:gd name="connsiteX10" fmla="*/ 1993900 w 1993900"/>
              <a:gd name="connsiteY10" fmla="*/ 1133048 h 1282700"/>
              <a:gd name="connsiteX11" fmla="*/ 1844248 w 1993900"/>
              <a:gd name="connsiteY11" fmla="*/ 1282700 h 1282700"/>
              <a:gd name="connsiteX12" fmla="*/ 1817118 w 1993900"/>
              <a:gd name="connsiteY12" fmla="*/ 1282700 h 1282700"/>
              <a:gd name="connsiteX13" fmla="*/ 996950 w 1993900"/>
              <a:gd name="connsiteY13" fmla="*/ 1282700 h 1282700"/>
              <a:gd name="connsiteX14" fmla="*/ 399032 w 1993900"/>
              <a:gd name="connsiteY14" fmla="*/ 1282700 h 1282700"/>
              <a:gd name="connsiteX15" fmla="*/ 371902 w 1993900"/>
              <a:gd name="connsiteY15" fmla="*/ 1282700 h 1282700"/>
              <a:gd name="connsiteX16" fmla="*/ 176782 w 1993900"/>
              <a:gd name="connsiteY16" fmla="*/ 1282700 h 1282700"/>
              <a:gd name="connsiteX17" fmla="*/ 149652 w 1993900"/>
              <a:gd name="connsiteY17" fmla="*/ 1282700 h 1282700"/>
              <a:gd name="connsiteX18" fmla="*/ 0 w 1993900"/>
              <a:gd name="connsiteY18" fmla="*/ 1133048 h 1282700"/>
              <a:gd name="connsiteX19" fmla="*/ 0 w 1993900"/>
              <a:gd name="connsiteY19" fmla="*/ 1105918 h 1282700"/>
              <a:gd name="connsiteX20" fmla="*/ 0 w 1993900"/>
              <a:gd name="connsiteY20" fmla="*/ 346502 h 1282700"/>
              <a:gd name="connsiteX21" fmla="*/ 0 w 1993900"/>
              <a:gd name="connsiteY21" fmla="*/ 176782 h 1282700"/>
              <a:gd name="connsiteX22" fmla="*/ 176782 w 1993900"/>
              <a:gd name="connsiteY22" fmla="*/ 0 h 1282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993900" h="1282700">
                <a:moveTo>
                  <a:pt x="176782" y="0"/>
                </a:moveTo>
                <a:lnTo>
                  <a:pt x="399032" y="0"/>
                </a:lnTo>
                <a:lnTo>
                  <a:pt x="435678" y="0"/>
                </a:lnTo>
                <a:lnTo>
                  <a:pt x="657928" y="0"/>
                </a:lnTo>
                <a:lnTo>
                  <a:pt x="854778" y="196850"/>
                </a:lnTo>
                <a:lnTo>
                  <a:pt x="996950" y="196850"/>
                </a:lnTo>
                <a:lnTo>
                  <a:pt x="1844248" y="196850"/>
                </a:lnTo>
                <a:cubicBezTo>
                  <a:pt x="1926899" y="196850"/>
                  <a:pt x="1993900" y="263851"/>
                  <a:pt x="1993900" y="346502"/>
                </a:cubicBezTo>
                <a:lnTo>
                  <a:pt x="1993900" y="590550"/>
                </a:lnTo>
                <a:lnTo>
                  <a:pt x="1993900" y="1105918"/>
                </a:lnTo>
                <a:lnTo>
                  <a:pt x="1993900" y="1133048"/>
                </a:lnTo>
                <a:cubicBezTo>
                  <a:pt x="1993900" y="1215699"/>
                  <a:pt x="1926899" y="1282700"/>
                  <a:pt x="1844248" y="1282700"/>
                </a:cubicBezTo>
                <a:lnTo>
                  <a:pt x="1817118" y="1282700"/>
                </a:lnTo>
                <a:lnTo>
                  <a:pt x="996950" y="1282700"/>
                </a:lnTo>
                <a:lnTo>
                  <a:pt x="399032" y="1282700"/>
                </a:lnTo>
                <a:lnTo>
                  <a:pt x="371902" y="1282700"/>
                </a:lnTo>
                <a:lnTo>
                  <a:pt x="176782" y="1282700"/>
                </a:lnTo>
                <a:lnTo>
                  <a:pt x="149652" y="1282700"/>
                </a:lnTo>
                <a:cubicBezTo>
                  <a:pt x="67001" y="1282700"/>
                  <a:pt x="0" y="1215699"/>
                  <a:pt x="0" y="1133048"/>
                </a:cubicBezTo>
                <a:lnTo>
                  <a:pt x="0" y="1105918"/>
                </a:lnTo>
                <a:lnTo>
                  <a:pt x="0" y="346502"/>
                </a:lnTo>
                <a:lnTo>
                  <a:pt x="0" y="176782"/>
                </a:lnTo>
                <a:cubicBezTo>
                  <a:pt x="0" y="79148"/>
                  <a:pt x="79148" y="0"/>
                  <a:pt x="176782" y="0"/>
                </a:cubicBezTo>
                <a:close/>
              </a:path>
            </a:pathLst>
          </a:custGeom>
          <a:solidFill>
            <a:srgbClr val="D9D9D9"/>
          </a:solidFill>
        </p:spPr>
        <p:txBody>
          <a:bodyPr rot="0" spcFirstLastPara="0" vertOverflow="overflow" horzOverflow="overflow" vert="horz" wrap="square" lIns="68580" tIns="34290" rIns="68580" bIns="34290" numCol="1" spcCol="0" rtlCol="0" fromWordArt="0" anchor="ctr" anchorCtr="0" forceAA="0" compatLnSpc="1">
            <a:noAutofit/>
          </a:bodyPr>
          <a:lstStyle/>
          <a:p>
            <a:pPr algn="ctr">
              <a:lnSpc>
                <a:spcPct val="120000"/>
              </a:lnSpc>
            </a:pPr>
            <a:endParaRPr lang="zh-CN" altLang="en-US" sz="2100" b="1" kern="0" dirty="0">
              <a:solidFill>
                <a:srgbClr val="DB63A3"/>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endParaRPr>
          </a:p>
        </p:txBody>
      </p:sp>
      <p:sp>
        <p:nvSpPr>
          <p:cNvPr id="38" name="任意多边形 37"/>
          <p:cNvSpPr/>
          <p:nvPr>
            <p:custDataLst>
              <p:tags r:id="rId14"/>
            </p:custDataLst>
          </p:nvPr>
        </p:nvSpPr>
        <p:spPr>
          <a:xfrm>
            <a:off x="6107430" y="3439160"/>
            <a:ext cx="2056765" cy="1080770"/>
          </a:xfrm>
          <a:custGeom>
            <a:avLst/>
            <a:gdLst>
              <a:gd name="connsiteX0" fmla="*/ 908048 w 1993900"/>
              <a:gd name="connsiteY0" fmla="*/ 0 h 1047750"/>
              <a:gd name="connsiteX1" fmla="*/ 1849499 w 1993900"/>
              <a:gd name="connsiteY1" fmla="*/ 0 h 1047750"/>
              <a:gd name="connsiteX2" fmla="*/ 1993900 w 1993900"/>
              <a:gd name="connsiteY2" fmla="*/ 144401 h 1047750"/>
              <a:gd name="connsiteX3" fmla="*/ 1993900 w 1993900"/>
              <a:gd name="connsiteY3" fmla="*/ 903349 h 1047750"/>
              <a:gd name="connsiteX4" fmla="*/ 1849499 w 1993900"/>
              <a:gd name="connsiteY4" fmla="*/ 1047750 h 1047750"/>
              <a:gd name="connsiteX5" fmla="*/ 144401 w 1993900"/>
              <a:gd name="connsiteY5" fmla="*/ 1047750 h 1047750"/>
              <a:gd name="connsiteX6" fmla="*/ 0 w 1993900"/>
              <a:gd name="connsiteY6" fmla="*/ 903349 h 1047750"/>
              <a:gd name="connsiteX7" fmla="*/ 0 w 1993900"/>
              <a:gd name="connsiteY7" fmla="*/ 239711 h 1047750"/>
              <a:gd name="connsiteX8" fmla="*/ 115888 w 1993900"/>
              <a:gd name="connsiteY8" fmla="*/ 123823 h 1047750"/>
              <a:gd name="connsiteX9" fmla="*/ 784225 w 1993900"/>
              <a:gd name="connsiteY9" fmla="*/ 123823 h 1047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93900" h="1047750">
                <a:moveTo>
                  <a:pt x="908048" y="0"/>
                </a:moveTo>
                <a:lnTo>
                  <a:pt x="1849499" y="0"/>
                </a:lnTo>
                <a:cubicBezTo>
                  <a:pt x="1929249" y="0"/>
                  <a:pt x="1993900" y="64651"/>
                  <a:pt x="1993900" y="144401"/>
                </a:cubicBezTo>
                <a:lnTo>
                  <a:pt x="1993900" y="903349"/>
                </a:lnTo>
                <a:cubicBezTo>
                  <a:pt x="1993900" y="983099"/>
                  <a:pt x="1929249" y="1047750"/>
                  <a:pt x="1849499" y="1047750"/>
                </a:cubicBezTo>
                <a:lnTo>
                  <a:pt x="144401" y="1047750"/>
                </a:lnTo>
                <a:cubicBezTo>
                  <a:pt x="64651" y="1047750"/>
                  <a:pt x="0" y="983099"/>
                  <a:pt x="0" y="903349"/>
                </a:cubicBezTo>
                <a:lnTo>
                  <a:pt x="0" y="239711"/>
                </a:lnTo>
                <a:lnTo>
                  <a:pt x="115888" y="123823"/>
                </a:lnTo>
                <a:lnTo>
                  <a:pt x="784225" y="123823"/>
                </a:lnTo>
                <a:close/>
              </a:path>
            </a:pathLst>
          </a:custGeom>
          <a:solidFill>
            <a:srgbClr val="DB63A3"/>
          </a:solidFill>
        </p:spPr>
        <p:txBody>
          <a:bodyPr rot="0" spcFirstLastPara="0" vertOverflow="overflow" horzOverflow="overflow" vert="horz" wrap="square" lIns="68580" tIns="162000" rIns="68580" bIns="34290" numCol="1" spcCol="0" rtlCol="0" fromWordArt="0" anchor="ctr" anchorCtr="0" forceAA="0" compatLnSpc="1">
            <a:normAutofit/>
          </a:bodyPr>
          <a:lstStyle/>
          <a:p>
            <a:pPr algn="ctr">
              <a:lnSpc>
                <a:spcPct val="120000"/>
              </a:lnSpc>
            </a:pPr>
            <a:endParaRPr lang="zh-CN" altLang="en-US" sz="1350"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7" name="文本框 16"/>
          <p:cNvSpPr txBox="1"/>
          <p:nvPr>
            <p:custDataLst>
              <p:tags r:id="rId15"/>
            </p:custDataLst>
          </p:nvPr>
        </p:nvSpPr>
        <p:spPr>
          <a:xfrm>
            <a:off x="6159500" y="3636010"/>
            <a:ext cx="1953260" cy="687070"/>
          </a:xfrm>
          <a:prstGeom prst="rect">
            <a:avLst/>
          </a:prstGeom>
          <a:noFill/>
        </p:spPr>
        <p:txBody>
          <a:bodyPr wrap="square" lIns="67500" tIns="35100" rIns="67500" bIns="35100" rtlCol="0" anchor="ctr" anchorCtr="0">
            <a:normAutofit/>
          </a:bodyPr>
          <a:lstStyle/>
          <a:p>
            <a:pPr marL="0" lvl="0" indent="0" algn="ctr">
              <a:lnSpc>
                <a:spcPct val="120000"/>
              </a:lnSpc>
              <a:spcBef>
                <a:spcPts val="0"/>
              </a:spcBef>
              <a:spcAft>
                <a:spcPts val="0"/>
              </a:spcAft>
              <a:buSzPct val="100000"/>
              <a:buNone/>
            </a:pPr>
            <a:r>
              <a:rPr lang="zh-CN" altLang="en-US" sz="1600" spc="150">
                <a:solidFill>
                  <a:srgbClr val="FFFFFF"/>
                </a:solidFill>
                <a:latin typeface="微软雅黑" panose="020B0503020204020204" pitchFamily="34" charset="-122"/>
                <a:ea typeface="微软雅黑" panose="020B0503020204020204" pitchFamily="34" charset="-122"/>
              </a:rPr>
              <a:t>使用剪切实现移动</a:t>
            </a:r>
          </a:p>
        </p:txBody>
      </p:sp>
      <p:sp>
        <p:nvSpPr>
          <p:cNvPr id="8" name="文本框 7"/>
          <p:cNvSpPr txBox="1"/>
          <p:nvPr>
            <p:custDataLst>
              <p:tags r:id="rId16"/>
            </p:custDataLst>
          </p:nvPr>
        </p:nvSpPr>
        <p:spPr>
          <a:xfrm>
            <a:off x="6107430" y="3196590"/>
            <a:ext cx="805180" cy="356235"/>
          </a:xfrm>
          <a:prstGeom prst="rect">
            <a:avLst/>
          </a:prstGeom>
          <a:noFill/>
        </p:spPr>
        <p:txBody>
          <a:bodyPr wrap="square" rtlCol="0" anchor="ctr">
            <a:normAutofit fontScale="90000" lnSpcReduction="20000"/>
          </a:bodyPr>
          <a:lstStyle/>
          <a:p>
            <a:pPr algn="ctr">
              <a:lnSpc>
                <a:spcPct val="120000"/>
              </a:lnSpc>
            </a:pPr>
            <a:r>
              <a:rPr lang="en-US" altLang="zh-CN" b="1" dirty="0">
                <a:solidFill>
                  <a:srgbClr val="811E53"/>
                </a:solidFill>
                <a:latin typeface="微软雅黑" panose="020B0503020204020204" pitchFamily="34" charset="-122"/>
                <a:ea typeface="微软雅黑" panose="020B0503020204020204" pitchFamily="34" charset="-122"/>
                <a:sym typeface="Arial" panose="020B0604020202020204" pitchFamily="34" charset="0"/>
              </a:rPr>
              <a:t>03</a:t>
            </a:r>
          </a:p>
        </p:txBody>
      </p:sp>
      <p:sp>
        <p:nvSpPr>
          <p:cNvPr id="20" name="文本框 19"/>
          <p:cNvSpPr txBox="1"/>
          <p:nvPr>
            <p:custDataLst>
              <p:tags r:id="rId17"/>
            </p:custDataLst>
          </p:nvPr>
        </p:nvSpPr>
        <p:spPr>
          <a:xfrm>
            <a:off x="986155" y="1172210"/>
            <a:ext cx="805180" cy="356235"/>
          </a:xfrm>
          <a:prstGeom prst="rect">
            <a:avLst/>
          </a:prstGeom>
          <a:noFill/>
        </p:spPr>
        <p:txBody>
          <a:bodyPr wrap="square" rtlCol="0" anchor="ctr">
            <a:normAutofit fontScale="90000" lnSpcReduction="20000"/>
          </a:bodyPr>
          <a:lstStyle/>
          <a:p>
            <a:pPr algn="ctr">
              <a:lnSpc>
                <a:spcPct val="120000"/>
              </a:lnSpc>
            </a:pPr>
            <a:r>
              <a:rPr lang="en-US" altLang="zh-CN" b="1" dirty="0">
                <a:solidFill>
                  <a:srgbClr val="29296F"/>
                </a:solidFill>
                <a:latin typeface="微软雅黑" panose="020B0503020204020204" pitchFamily="34" charset="-122"/>
                <a:ea typeface="微软雅黑" panose="020B0503020204020204" pitchFamily="34" charset="-122"/>
                <a:sym typeface="Arial" panose="020B0604020202020204" pitchFamily="34" charset="0"/>
              </a:rPr>
              <a:t>01</a:t>
            </a:r>
          </a:p>
        </p:txBody>
      </p:sp>
      <p:sp>
        <p:nvSpPr>
          <p:cNvPr id="21" name="文本框 20"/>
          <p:cNvSpPr txBox="1"/>
          <p:nvPr>
            <p:custDataLst>
              <p:tags r:id="rId18"/>
            </p:custDataLst>
          </p:nvPr>
        </p:nvSpPr>
        <p:spPr>
          <a:xfrm>
            <a:off x="3547110" y="2048510"/>
            <a:ext cx="805180" cy="356235"/>
          </a:xfrm>
          <a:prstGeom prst="rect">
            <a:avLst/>
          </a:prstGeom>
          <a:noFill/>
        </p:spPr>
        <p:txBody>
          <a:bodyPr wrap="square" rtlCol="0" anchor="ctr">
            <a:normAutofit fontScale="90000" lnSpcReduction="20000"/>
          </a:bodyPr>
          <a:lstStyle/>
          <a:p>
            <a:pPr algn="ctr">
              <a:lnSpc>
                <a:spcPct val="120000"/>
              </a:lnSpc>
            </a:pPr>
            <a:r>
              <a:rPr lang="en-US" altLang="zh-CN" b="1" dirty="0">
                <a:solidFill>
                  <a:srgbClr val="5B2D61"/>
                </a:solidFill>
                <a:latin typeface="微软雅黑" panose="020B0503020204020204" pitchFamily="34" charset="-122"/>
                <a:ea typeface="微软雅黑" panose="020B0503020204020204" pitchFamily="34" charset="-122"/>
                <a:sym typeface="Arial" panose="020B0604020202020204" pitchFamily="34" charset="0"/>
              </a:rPr>
              <a:t>02</a:t>
            </a:r>
          </a:p>
        </p:txBody>
      </p:sp>
      <p:sp>
        <p:nvSpPr>
          <p:cNvPr id="7" name="Title 6"/>
          <p:cNvSpPr txBox="1"/>
          <p:nvPr>
            <p:custDataLst>
              <p:tags r:id="rId19"/>
            </p:custDataLst>
          </p:nvPr>
        </p:nvSpPr>
        <p:spPr>
          <a:xfrm>
            <a:off x="691979" y="456300"/>
            <a:ext cx="7766222" cy="479693"/>
          </a:xfrm>
          <a:prstGeom prst="rect">
            <a:avLst/>
          </a:prstGeom>
          <a:noFill/>
          <a:ln w="3175">
            <a:noFill/>
            <a:prstDash val="dash"/>
          </a:ln>
        </p:spPr>
        <p:txBody>
          <a:bodyPr wrap="square" lIns="54000" tIns="27000" rIns="54000" bIns="27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indent="0" algn="ctr">
              <a:lnSpc>
                <a:spcPct val="110000"/>
              </a:lnSpc>
              <a:spcBef>
                <a:spcPts val="0"/>
              </a:spcBef>
              <a:spcAft>
                <a:spcPts val="0"/>
              </a:spcAft>
              <a:buSzPct val="100000"/>
              <a:buNone/>
              <a:defRPr/>
            </a:pPr>
            <a:r>
              <a:rPr lang="zh-CN" altLang="en-US" sz="2700" b="1" spc="3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可以采用下面方法之一移动文件或文件夹。</a:t>
            </a:r>
          </a:p>
        </p:txBody>
      </p:sp>
    </p:spTree>
    <p:custDataLst>
      <p:tags r:id="rId1"/>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2367730"/>
            <a:ext cx="9144000" cy="2775770"/>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rgbClr val="FFFFFF"/>
              </a:solidFill>
              <a:latin typeface="微软雅黑" panose="020B0503020204020204" pitchFamily="34" charset="-122"/>
              <a:ea typeface="微软雅黑" panose="020B0503020204020204" pitchFamily="34" charset="-122"/>
              <a:sym typeface="+mn-ea"/>
            </a:endParaRPr>
          </a:p>
        </p:txBody>
      </p:sp>
      <p:grpSp>
        <p:nvGrpSpPr>
          <p:cNvPr id="4" name="组合 3"/>
          <p:cNvGrpSpPr/>
          <p:nvPr userDrawn="1">
            <p:custDataLst>
              <p:tags r:id="rId3"/>
            </p:custDataLst>
          </p:nvPr>
        </p:nvGrpSpPr>
        <p:grpSpPr>
          <a:xfrm>
            <a:off x="67487" y="71105"/>
            <a:ext cx="8965498" cy="5053346"/>
            <a:chOff x="89982" y="94806"/>
            <a:chExt cx="11953997" cy="6737794"/>
          </a:xfrm>
        </p:grpSpPr>
        <p:pic>
          <p:nvPicPr>
            <p:cNvPr id="23" name="图片 22"/>
            <p:cNvPicPr>
              <a:picLocks noChangeAspect="1"/>
            </p:cNvPicPr>
            <p:nvPr userDrawn="1">
              <p:custDataLst>
                <p:tags r:id="rId9"/>
              </p:custDataLst>
            </p:nvPr>
          </p:nvPicPr>
          <p:blipFill>
            <a:blip r:embed="rId12">
              <a:extLst>
                <a:ext uri="{28A0092B-C50C-407E-A947-70E740481C1C}">
                  <a14:useLocalDpi xmlns:a14="http://schemas.microsoft.com/office/drawing/2010/main" val="0"/>
                </a:ext>
              </a:extLst>
            </a:blip>
            <a:stretch>
              <a:fillRect/>
            </a:stretch>
          </p:blipFill>
          <p:spPr>
            <a:xfrm>
              <a:off x="89982" y="94806"/>
              <a:ext cx="786452" cy="865707"/>
            </a:xfrm>
            <a:prstGeom prst="rect">
              <a:avLst/>
            </a:prstGeom>
          </p:spPr>
        </p:pic>
        <p:pic>
          <p:nvPicPr>
            <p:cNvPr id="24" name="图片 23"/>
            <p:cNvPicPr>
              <a:picLocks noChangeAspect="1"/>
            </p:cNvPicPr>
            <p:nvPr userDrawn="1">
              <p:custDataLst>
                <p:tags r:id="rId10"/>
              </p:custDataLst>
            </p:nvPr>
          </p:nvPicPr>
          <p:blipFill>
            <a:blip r:embed="rId13">
              <a:extLst>
                <a:ext uri="{28A0092B-C50C-407E-A947-70E740481C1C}">
                  <a14:useLocalDpi xmlns:a14="http://schemas.microsoft.com/office/drawing/2010/main" val="0"/>
                </a:ext>
              </a:extLst>
            </a:blip>
            <a:stretch>
              <a:fillRect/>
            </a:stretch>
          </p:blipFill>
          <p:spPr>
            <a:xfrm>
              <a:off x="10577221" y="5249238"/>
              <a:ext cx="1466758" cy="1583362"/>
            </a:xfrm>
            <a:prstGeom prst="rect">
              <a:avLst/>
            </a:prstGeom>
          </p:spPr>
        </p:pic>
      </p:grpSp>
      <p:sp>
        <p:nvSpPr>
          <p:cNvPr id="22" name="矩形 21"/>
          <p:cNvSpPr/>
          <p:nvPr>
            <p:custDataLst>
              <p:tags r:id="rId4"/>
            </p:custDataLst>
          </p:nvPr>
        </p:nvSpPr>
        <p:spPr>
          <a:xfrm>
            <a:off x="342900" y="1640605"/>
            <a:ext cx="8458200" cy="2140479"/>
          </a:xfrm>
          <a:prstGeom prst="rect">
            <a:avLst/>
          </a:prstGeom>
          <a:solidFill>
            <a:srgbClr val="FFFFFF"/>
          </a:solidFill>
          <a:ln>
            <a:noFill/>
          </a:ln>
          <a:effectLst>
            <a:outerShdw blurRad="127000" dist="38100" dir="540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defTabSz="914400" rtl="0" eaLnBrk="1" fontAlgn="auto" latinLnBrk="0" hangingPunct="1">
              <a:lnSpc>
                <a:spcPct val="100000"/>
              </a:lnSpc>
              <a:spcBef>
                <a:spcPts val="0"/>
              </a:spcBef>
              <a:spcAft>
                <a:spcPts val="0"/>
              </a:spcAft>
              <a:buClrTx/>
              <a:buSzTx/>
              <a:defRPr/>
            </a:pPr>
            <a:endParaRPr kumimoji="1" lang="zh-CN" altLang="en-US" sz="1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 name="Title 6"/>
          <p:cNvSpPr txBox="1"/>
          <p:nvPr>
            <p:custDataLst>
              <p:tags r:id="rId5"/>
            </p:custDataLst>
          </p:nvPr>
        </p:nvSpPr>
        <p:spPr>
          <a:xfrm>
            <a:off x="572400" y="1870105"/>
            <a:ext cx="7999200" cy="1681479"/>
          </a:xfrm>
          <a:prstGeom prst="rect">
            <a:avLst/>
          </a:prstGeom>
          <a:noFill/>
          <a:ln w="3175">
            <a:noFill/>
            <a:prstDash val="sysDash"/>
          </a:ln>
        </p:spPr>
        <p:txBody>
          <a:bodyPr wrap="square" lIns="54000" tIns="27000" rIns="54000" bIns="27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marR="0" lvl="0" indent="-342900" algn="l" defTabSz="914400" rtl="0" eaLnBrk="1" fontAlgn="auto" latinLnBrk="0" hangingPunct="1">
              <a:lnSpc>
                <a:spcPct val="130000"/>
              </a:lnSpc>
              <a:spcBef>
                <a:spcPts val="0"/>
              </a:spcBef>
              <a:spcAft>
                <a:spcPts val="800"/>
              </a:spcAft>
              <a:buClr>
                <a:schemeClr val="accent1">
                  <a:lumMod val="60000"/>
                  <a:lumOff val="40000"/>
                </a:schemeClr>
              </a:buClr>
              <a:buSzPct val="100000"/>
              <a:buFont typeface="Wingdings" panose="05000000000000000000" pitchFamily="2" charset="2"/>
              <a:buChar char="p"/>
              <a:defRPr/>
            </a:pPr>
            <a:r>
              <a:rPr kumimoji="0" lang="zh-CN" altLang="en-US" sz="1800" b="0" i="0" kern="1200" cap="none" spc="100" normalizeH="0" noProof="0">
                <a:ln w="3175">
                  <a:noFill/>
                  <a:prstDash val="dash"/>
                </a:ln>
                <a:solidFill>
                  <a:srgbClr val="595959"/>
                </a:solidFill>
                <a:effectLst/>
                <a:latin typeface="微软雅黑" panose="020B0503020204020204" pitchFamily="34" charset="-122"/>
                <a:ea typeface="微软雅黑" panose="020B0503020204020204" pitchFamily="34" charset="-122"/>
                <a:cs typeface="微软雅黑" panose="020B0503020204020204" pitchFamily="34" charset="-122"/>
              </a:rPr>
              <a:t>选定要移动的文件或文件夹。</a:t>
            </a:r>
          </a:p>
          <a:p>
            <a:pPr marL="342900" marR="0" lvl="0" indent="-342900" algn="l" defTabSz="914400" rtl="0" eaLnBrk="1" fontAlgn="auto" latinLnBrk="0" hangingPunct="1">
              <a:lnSpc>
                <a:spcPct val="130000"/>
              </a:lnSpc>
              <a:spcBef>
                <a:spcPts val="0"/>
              </a:spcBef>
              <a:spcAft>
                <a:spcPts val="800"/>
              </a:spcAft>
              <a:buClr>
                <a:schemeClr val="accent1">
                  <a:lumMod val="60000"/>
                  <a:lumOff val="40000"/>
                </a:schemeClr>
              </a:buClr>
              <a:buSzPct val="100000"/>
              <a:buFont typeface="Wingdings" panose="05000000000000000000" pitchFamily="2" charset="2"/>
              <a:buChar char="p"/>
              <a:defRPr/>
            </a:pPr>
            <a:r>
              <a:rPr kumimoji="0" lang="zh-CN" altLang="en-US" sz="1800" b="0" i="0" kern="1200" cap="none" spc="100" normalizeH="0" noProof="0">
                <a:ln w="3175">
                  <a:noFill/>
                  <a:prstDash val="dash"/>
                </a:ln>
                <a:solidFill>
                  <a:srgbClr val="595959"/>
                </a:solidFill>
                <a:effectLst/>
                <a:latin typeface="微软雅黑" panose="020B0503020204020204" pitchFamily="34" charset="-122"/>
                <a:ea typeface="微软雅黑" panose="020B0503020204020204" pitchFamily="34" charset="-122"/>
                <a:cs typeface="微软雅黑" panose="020B0503020204020204" pitchFamily="34" charset="-122"/>
              </a:rPr>
              <a:t>按下鼠标左键不放，再按下Shift 键不放，被拖动的图标下边显示“移动到×××”。</a:t>
            </a:r>
          </a:p>
          <a:p>
            <a:pPr marL="342900" marR="0" lvl="0" indent="-342900" algn="l" defTabSz="914400" rtl="0" eaLnBrk="1" fontAlgn="auto" latinLnBrk="0" hangingPunct="1">
              <a:lnSpc>
                <a:spcPct val="130000"/>
              </a:lnSpc>
              <a:spcBef>
                <a:spcPts val="0"/>
              </a:spcBef>
              <a:spcAft>
                <a:spcPts val="800"/>
              </a:spcAft>
              <a:buClr>
                <a:schemeClr val="accent1">
                  <a:lumMod val="60000"/>
                  <a:lumOff val="40000"/>
                </a:schemeClr>
              </a:buClr>
              <a:buSzPct val="100000"/>
              <a:buFont typeface="Wingdings" panose="05000000000000000000" pitchFamily="2" charset="2"/>
              <a:buChar char="p"/>
              <a:defRPr/>
            </a:pPr>
            <a:r>
              <a:rPr kumimoji="0" lang="zh-CN" altLang="en-US" sz="1800" b="0" i="0" kern="1200" cap="none" spc="100" normalizeH="0" noProof="0">
                <a:ln w="3175">
                  <a:noFill/>
                  <a:prstDash val="dash"/>
                </a:ln>
                <a:solidFill>
                  <a:srgbClr val="595959"/>
                </a:solidFill>
                <a:effectLst/>
                <a:latin typeface="微软雅黑" panose="020B0503020204020204" pitchFamily="34" charset="-122"/>
                <a:ea typeface="微软雅黑" panose="020B0503020204020204" pitchFamily="34" charset="-122"/>
                <a:cs typeface="微软雅黑" panose="020B0503020204020204" pitchFamily="34" charset="-122"/>
              </a:rPr>
              <a:t>将选定的文件或文件夹拖放到目标文件夹上，然后松开鼠标左键。</a:t>
            </a:r>
          </a:p>
        </p:txBody>
      </p:sp>
      <p:sp>
        <p:nvSpPr>
          <p:cNvPr id="14" name="矩形: 圆角 13"/>
          <p:cNvSpPr/>
          <p:nvPr>
            <p:custDataLst>
              <p:tags r:id="rId6"/>
            </p:custDataLst>
          </p:nvPr>
        </p:nvSpPr>
        <p:spPr>
          <a:xfrm>
            <a:off x="8121015" y="581025"/>
            <a:ext cx="680085" cy="234950"/>
          </a:xfrm>
          <a:prstGeom prst="roundRect">
            <a:avLst>
              <a:gd name="adj" fmla="val 50000"/>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矩形 16"/>
          <p:cNvSpPr/>
          <p:nvPr>
            <p:custDataLst>
              <p:tags r:id="rId7"/>
            </p:custDataLst>
          </p:nvPr>
        </p:nvSpPr>
        <p:spPr>
          <a:xfrm>
            <a:off x="342900" y="509197"/>
            <a:ext cx="86360" cy="357188"/>
          </a:xfrm>
          <a:prstGeom prst="rect">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8" name="文本框 17"/>
          <p:cNvSpPr txBox="1"/>
          <p:nvPr>
            <p:custDataLst>
              <p:tags r:id="rId8"/>
            </p:custDataLst>
          </p:nvPr>
        </p:nvSpPr>
        <p:spPr>
          <a:xfrm>
            <a:off x="508970" y="456300"/>
            <a:ext cx="7237392" cy="48387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SzPct val="100000"/>
              <a:buFontTx/>
              <a:buNone/>
              <a:defRPr/>
            </a:pPr>
            <a:r>
              <a:rPr kumimoji="0" lang="zh-CN" altLang="en-US" sz="2700" b="1" i="0" kern="1200" cap="none" spc="150" normalizeH="0" noProof="0">
                <a:ln>
                  <a:noFill/>
                </a:ln>
                <a:solidFill>
                  <a:srgbClr val="404040"/>
                </a:solidFill>
                <a:effectLst/>
                <a:latin typeface="微软雅黑" panose="020B0503020204020204" pitchFamily="34" charset="-122"/>
                <a:ea typeface="微软雅黑" panose="020B0503020204020204" pitchFamily="34" charset="-122"/>
                <a:cs typeface="+mn-cs"/>
              </a:rPr>
              <a:t>用鼠标左键拖动实现移动</a:t>
            </a:r>
          </a:p>
        </p:txBody>
      </p:sp>
    </p:spTree>
    <p:custDataLst>
      <p:tags r:id="rId1"/>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4" name="椭圆 13"/>
          <p:cNvSpPr/>
          <p:nvPr>
            <p:custDataLst>
              <p:tags r:id="rId2"/>
            </p:custDataLst>
          </p:nvPr>
        </p:nvSpPr>
        <p:spPr>
          <a:xfrm>
            <a:off x="8107718" y="4294573"/>
            <a:ext cx="732407" cy="732407"/>
          </a:xfrm>
          <a:prstGeom prst="ellipse">
            <a:avLst/>
          </a:prstGeom>
          <a:solidFill>
            <a:srgbClr val="C3C3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0" name="文本框 9"/>
          <p:cNvSpPr txBox="1"/>
          <p:nvPr>
            <p:custDataLst>
              <p:tags r:id="rId3"/>
            </p:custDataLst>
          </p:nvPr>
        </p:nvSpPr>
        <p:spPr>
          <a:xfrm>
            <a:off x="1771650" y="2650973"/>
            <a:ext cx="5989275" cy="1454302"/>
          </a:xfrm>
          <a:prstGeom prst="rect">
            <a:avLst/>
          </a:prstGeom>
          <a:noFill/>
        </p:spPr>
        <p:txBody>
          <a:bodyPr wrap="square" rtlCol="0">
            <a:noAutofit/>
          </a:bodyPr>
          <a:lstStyle/>
          <a:p>
            <a:pPr marL="0" marR="0" lvl="0" indent="0" algn="l" defTabSz="914400" rtl="0" eaLnBrk="1" fontAlgn="auto" latinLnBrk="0" hangingPunct="1">
              <a:lnSpc>
                <a:spcPct val="150000"/>
              </a:lnSpc>
              <a:spcBef>
                <a:spcPts val="0"/>
              </a:spcBef>
              <a:spcAft>
                <a:spcPts val="2000"/>
              </a:spcAft>
              <a:buSzPct val="100000"/>
              <a:buFontTx/>
              <a:buNone/>
              <a:defRPr/>
            </a:pPr>
            <a:r>
              <a:rPr kumimoji="0" lang="zh-CN" altLang="en-US" sz="1400" b="0" i="0" kern="1200" cap="none" spc="100" normalizeH="0" noProof="0">
                <a:ln>
                  <a:noFill/>
                </a:ln>
                <a:solidFill>
                  <a:srgbClr val="404040"/>
                </a:solidFill>
                <a:effectLst/>
                <a:latin typeface="微软雅黑" panose="020B0503020204020204" pitchFamily="34" charset="-122"/>
                <a:ea typeface="微软雅黑" panose="020B0503020204020204" pitchFamily="34" charset="-122"/>
                <a:cs typeface="微软雅黑" panose="020B0503020204020204" pitchFamily="34" charset="-122"/>
              </a:rPr>
              <a:t>在同一磁盘驱动器的各个文件夹之间拖动对象时，Windows 默认为是移动对象。在不同磁盘驱动器之间拖动对象时，Windows 默认为是复制对象。为了在不同的磁盘驱动器之间移动对象，可以在拖动项目时按下Shift 键不放。</a:t>
            </a:r>
          </a:p>
        </p:txBody>
      </p:sp>
      <p:sp>
        <p:nvSpPr>
          <p:cNvPr id="8" name="任意多边形: 形状 7"/>
          <p:cNvSpPr/>
          <p:nvPr>
            <p:custDataLst>
              <p:tags r:id="rId4"/>
            </p:custDataLst>
          </p:nvPr>
        </p:nvSpPr>
        <p:spPr>
          <a:xfrm>
            <a:off x="0" y="0"/>
            <a:ext cx="1564690" cy="1731146"/>
          </a:xfrm>
          <a:custGeom>
            <a:avLst/>
            <a:gdLst>
              <a:gd name="connsiteX0" fmla="*/ 0 w 2086253"/>
              <a:gd name="connsiteY0" fmla="*/ 0 h 2308195"/>
              <a:gd name="connsiteX1" fmla="*/ 1970371 w 2086253"/>
              <a:gd name="connsiteY1" fmla="*/ 0 h 2308195"/>
              <a:gd name="connsiteX2" fmla="*/ 2010021 w 2086253"/>
              <a:gd name="connsiteY2" fmla="*/ 108330 h 2308195"/>
              <a:gd name="connsiteX3" fmla="*/ 2086253 w 2086253"/>
              <a:gd name="connsiteY3" fmla="*/ 612560 h 2308195"/>
              <a:gd name="connsiteX4" fmla="*/ 390618 w 2086253"/>
              <a:gd name="connsiteY4" fmla="*/ 2308195 h 2308195"/>
              <a:gd name="connsiteX5" fmla="*/ 48889 w 2086253"/>
              <a:gd name="connsiteY5" fmla="*/ 2273746 h 2308195"/>
              <a:gd name="connsiteX6" fmla="*/ 0 w 2086253"/>
              <a:gd name="connsiteY6" fmla="*/ 2261175 h 2308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86253" h="2308195">
                <a:moveTo>
                  <a:pt x="0" y="0"/>
                </a:moveTo>
                <a:lnTo>
                  <a:pt x="1970371" y="0"/>
                </a:lnTo>
                <a:lnTo>
                  <a:pt x="2010021" y="108330"/>
                </a:lnTo>
                <a:cubicBezTo>
                  <a:pt x="2059564" y="267616"/>
                  <a:pt x="2086253" y="436971"/>
                  <a:pt x="2086253" y="612560"/>
                </a:cubicBezTo>
                <a:cubicBezTo>
                  <a:pt x="2086253" y="1549033"/>
                  <a:pt x="1327091" y="2308195"/>
                  <a:pt x="390618" y="2308195"/>
                </a:cubicBezTo>
                <a:cubicBezTo>
                  <a:pt x="273559" y="2308195"/>
                  <a:pt x="159270" y="2296333"/>
                  <a:pt x="48889" y="2273746"/>
                </a:cubicBezTo>
                <a:lnTo>
                  <a:pt x="0" y="2261175"/>
                </a:lnTo>
                <a:close/>
              </a:path>
            </a:pathLst>
          </a:custGeom>
          <a:solidFill>
            <a:srgbClr val="E1E1F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9" name="任意多边形: 形状 8"/>
          <p:cNvSpPr/>
          <p:nvPr>
            <p:custDataLst>
              <p:tags r:id="rId5"/>
            </p:custDataLst>
          </p:nvPr>
        </p:nvSpPr>
        <p:spPr>
          <a:xfrm>
            <a:off x="6864095" y="4294573"/>
            <a:ext cx="1486926" cy="848928"/>
          </a:xfrm>
          <a:custGeom>
            <a:avLst/>
            <a:gdLst>
              <a:gd name="connsiteX0" fmla="*/ 1267288 w 2534576"/>
              <a:gd name="connsiteY0" fmla="*/ 0 h 1447061"/>
              <a:gd name="connsiteX1" fmla="*/ 2534576 w 2534576"/>
              <a:gd name="connsiteY1" fmla="*/ 1267288 h 1447061"/>
              <a:gd name="connsiteX2" fmla="*/ 2528033 w 2534576"/>
              <a:gd name="connsiteY2" fmla="*/ 1396861 h 1447061"/>
              <a:gd name="connsiteX3" fmla="*/ 2520372 w 2534576"/>
              <a:gd name="connsiteY3" fmla="*/ 1447061 h 1447061"/>
              <a:gd name="connsiteX4" fmla="*/ 14205 w 2534576"/>
              <a:gd name="connsiteY4" fmla="*/ 1447061 h 1447061"/>
              <a:gd name="connsiteX5" fmla="*/ 6543 w 2534576"/>
              <a:gd name="connsiteY5" fmla="*/ 1396861 h 1447061"/>
              <a:gd name="connsiteX6" fmla="*/ 0 w 2534576"/>
              <a:gd name="connsiteY6" fmla="*/ 1267288 h 1447061"/>
              <a:gd name="connsiteX7" fmla="*/ 1267288 w 2534576"/>
              <a:gd name="connsiteY7" fmla="*/ 0 h 1447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34576" h="1447061">
                <a:moveTo>
                  <a:pt x="1267288" y="0"/>
                </a:moveTo>
                <a:cubicBezTo>
                  <a:pt x="1967192" y="0"/>
                  <a:pt x="2534576" y="567384"/>
                  <a:pt x="2534576" y="1267288"/>
                </a:cubicBezTo>
                <a:cubicBezTo>
                  <a:pt x="2534576" y="1311032"/>
                  <a:pt x="2532360" y="1354259"/>
                  <a:pt x="2528033" y="1396861"/>
                </a:cubicBezTo>
                <a:lnTo>
                  <a:pt x="2520372" y="1447061"/>
                </a:lnTo>
                <a:lnTo>
                  <a:pt x="14205" y="1447061"/>
                </a:lnTo>
                <a:lnTo>
                  <a:pt x="6543" y="1396861"/>
                </a:lnTo>
                <a:cubicBezTo>
                  <a:pt x="2217" y="1354259"/>
                  <a:pt x="0" y="1311032"/>
                  <a:pt x="0" y="1267288"/>
                </a:cubicBezTo>
                <a:cubicBezTo>
                  <a:pt x="0" y="567384"/>
                  <a:pt x="567384" y="0"/>
                  <a:pt x="1267288" y="0"/>
                </a:cubicBezTo>
                <a:close/>
              </a:path>
            </a:pathLst>
          </a:custGeom>
          <a:solidFill>
            <a:srgbClr val="E1E1F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3" name="椭圆 12"/>
          <p:cNvSpPr/>
          <p:nvPr>
            <p:custDataLst>
              <p:tags r:id="rId6"/>
            </p:custDataLst>
          </p:nvPr>
        </p:nvSpPr>
        <p:spPr>
          <a:xfrm>
            <a:off x="2536794" y="326254"/>
            <a:ext cx="972105" cy="972105"/>
          </a:xfrm>
          <a:prstGeom prst="ellipse">
            <a:avLst/>
          </a:prstGeom>
          <a:solidFill>
            <a:srgbClr val="E1E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4" name="文本框 3"/>
          <p:cNvSpPr txBox="1"/>
          <p:nvPr>
            <p:custDataLst>
              <p:tags r:id="rId7"/>
            </p:custDataLst>
          </p:nvPr>
        </p:nvSpPr>
        <p:spPr>
          <a:xfrm>
            <a:off x="1772172" y="1845446"/>
            <a:ext cx="5989275" cy="592455"/>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SzPct val="100000"/>
              <a:buFontTx/>
              <a:buNone/>
              <a:defRPr/>
            </a:pPr>
            <a:r>
              <a:rPr kumimoji="0" lang="zh-CN" altLang="en-US" sz="2700" b="1" i="0" kern="1200" cap="none" spc="0" normalizeH="0" noProof="0">
                <a:ln>
                  <a:noFill/>
                </a:ln>
                <a:solidFill>
                  <a:srgbClr val="404040"/>
                </a:solidFill>
                <a:effectLst/>
                <a:latin typeface="微软雅黑" panose="020B0503020204020204" pitchFamily="34" charset="-122"/>
                <a:ea typeface="微软雅黑" panose="020B0503020204020204" pitchFamily="34" charset="-122"/>
                <a:cs typeface="+mn-cs"/>
              </a:rPr>
              <a:t>提示</a:t>
            </a:r>
          </a:p>
        </p:txBody>
      </p:sp>
    </p:spTree>
    <p:custDataLst>
      <p:tags r:id="rId1"/>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20" name="组合 19"/>
          <p:cNvGrpSpPr/>
          <p:nvPr userDrawn="1">
            <p:custDataLst>
              <p:tags r:id="rId2"/>
            </p:custDataLst>
          </p:nvPr>
        </p:nvGrpSpPr>
        <p:grpSpPr>
          <a:xfrm rot="20310956">
            <a:off x="219227" y="260732"/>
            <a:ext cx="881159" cy="522149"/>
            <a:chOff x="4175125" y="1726565"/>
            <a:chExt cx="1094105" cy="648335"/>
          </a:xfrm>
        </p:grpSpPr>
        <p:sp>
          <p:nvSpPr>
            <p:cNvPr id="21" name="Freeform 64"/>
            <p:cNvSpPr/>
            <p:nvPr userDrawn="1">
              <p:custDataLst>
                <p:tags r:id="rId9"/>
              </p:custDataLst>
            </p:nvPr>
          </p:nvSpPr>
          <p:spPr bwMode="auto">
            <a:xfrm>
              <a:off x="4175125" y="1726565"/>
              <a:ext cx="1094105" cy="648335"/>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2" name="Rectangle 66"/>
            <p:cNvSpPr>
              <a:spLocks noChangeArrowheads="1"/>
            </p:cNvSpPr>
            <p:nvPr userDrawn="1">
              <p:custDataLst>
                <p:tags r:id="rId10"/>
              </p:custDataLst>
            </p:nvPr>
          </p:nvSpPr>
          <p:spPr bwMode="auto">
            <a:xfrm>
              <a:off x="4249420" y="2235382"/>
              <a:ext cx="897255" cy="704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3" name="Rectangle 67"/>
            <p:cNvSpPr>
              <a:spLocks noChangeArrowheads="1"/>
            </p:cNvSpPr>
            <p:nvPr userDrawn="1">
              <p:custDataLst>
                <p:tags r:id="rId11"/>
              </p:custDataLst>
            </p:nvPr>
          </p:nvSpPr>
          <p:spPr bwMode="auto">
            <a:xfrm>
              <a:off x="4249420" y="2116728"/>
              <a:ext cx="504190" cy="717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4" name="Rectangle 68"/>
            <p:cNvSpPr>
              <a:spLocks noChangeArrowheads="1"/>
            </p:cNvSpPr>
            <p:nvPr userDrawn="1">
              <p:custDataLst>
                <p:tags r:id="rId12"/>
              </p:custDataLst>
            </p:nvPr>
          </p:nvSpPr>
          <p:spPr bwMode="auto">
            <a:xfrm>
              <a:off x="4245610" y="1786255"/>
              <a:ext cx="275590" cy="226695"/>
            </a:xfrm>
            <a:prstGeom prst="rect">
              <a:avLst/>
            </a:prstGeom>
            <a:solidFill>
              <a:srgbClr val="6969C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5" name="Rectangle 69"/>
            <p:cNvSpPr>
              <a:spLocks noChangeArrowheads="1"/>
            </p:cNvSpPr>
            <p:nvPr userDrawn="1">
              <p:custDataLst>
                <p:tags r:id="rId13"/>
              </p:custDataLst>
            </p:nvPr>
          </p:nvSpPr>
          <p:spPr bwMode="auto">
            <a:xfrm>
              <a:off x="4573905" y="1786255"/>
              <a:ext cx="276860" cy="226695"/>
            </a:xfrm>
            <a:prstGeom prst="rect">
              <a:avLst/>
            </a:prstGeom>
            <a:solidFill>
              <a:srgbClr val="DB63A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6" name="Rectangle 70"/>
            <p:cNvSpPr>
              <a:spLocks noChangeArrowheads="1"/>
            </p:cNvSpPr>
            <p:nvPr userDrawn="1">
              <p:custDataLst>
                <p:tags r:id="rId14"/>
              </p:custDataLst>
            </p:nvPr>
          </p:nvSpPr>
          <p:spPr bwMode="auto">
            <a:xfrm>
              <a:off x="4903470" y="1786255"/>
              <a:ext cx="275590" cy="226695"/>
            </a:xfrm>
            <a:prstGeom prst="rect">
              <a:avLst/>
            </a:prstGeom>
            <a:solidFill>
              <a:srgbClr val="F7917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grpSp>
      <p:sp>
        <p:nvSpPr>
          <p:cNvPr id="8" name="矩形 7"/>
          <p:cNvSpPr/>
          <p:nvPr userDrawn="1">
            <p:custDataLst>
              <p:tags r:id="rId3"/>
            </p:custDataLst>
          </p:nvPr>
        </p:nvSpPr>
        <p:spPr>
          <a:xfrm>
            <a:off x="0" y="1063710"/>
            <a:ext cx="9144000" cy="3854831"/>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rgbClr val="FFFFFF"/>
              </a:solidFill>
              <a:latin typeface="微软雅黑" panose="020B0503020204020204" pitchFamily="34" charset="-122"/>
              <a:ea typeface="微软雅黑" panose="020B0503020204020204" pitchFamily="34" charset="-122"/>
              <a:sym typeface="+mn-ea"/>
            </a:endParaRPr>
          </a:p>
        </p:txBody>
      </p:sp>
      <p:sp>
        <p:nvSpPr>
          <p:cNvPr id="5" name="Title 6"/>
          <p:cNvSpPr txBox="1"/>
          <p:nvPr>
            <p:custDataLst>
              <p:tags r:id="rId4"/>
            </p:custDataLst>
          </p:nvPr>
        </p:nvSpPr>
        <p:spPr>
          <a:xfrm>
            <a:off x="456300" y="456300"/>
            <a:ext cx="8232506" cy="493394"/>
          </a:xfrm>
          <a:prstGeom prst="rect">
            <a:avLst/>
          </a:prstGeom>
          <a:noFill/>
          <a:ln w="3175">
            <a:noFill/>
            <a:prstDash val="dash"/>
          </a:ln>
        </p:spPr>
        <p:txBody>
          <a:bodyPr wrap="square" lIns="54000" tIns="27000" rIns="54000" bIns="27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indent="0" algn="l">
              <a:lnSpc>
                <a:spcPct val="100000"/>
              </a:lnSpc>
              <a:spcBef>
                <a:spcPts val="0"/>
              </a:spcBef>
              <a:spcAft>
                <a:spcPts val="0"/>
              </a:spcAft>
              <a:buSzPct val="100000"/>
              <a:buNone/>
              <a:defRPr/>
            </a:pPr>
            <a:r>
              <a:rPr kumimoji="0" lang="zh-CN" altLang="en-US" sz="2700" b="1" i="0" spc="300" noProof="0">
                <a:ln w="3175">
                  <a:noFill/>
                  <a:prstDash val="dash"/>
                </a:ln>
                <a:solidFill>
                  <a:srgbClr val="404040"/>
                </a:solidFill>
                <a:effectLst/>
                <a:latin typeface="微软雅黑" panose="020B0503020204020204" pitchFamily="34" charset="-122"/>
                <a:ea typeface="微软雅黑" panose="020B0503020204020204" pitchFamily="34" charset="-122"/>
                <a:cs typeface="微软雅黑" panose="020B0503020204020204" pitchFamily="34" charset="-122"/>
              </a:rPr>
              <a:t>使用“移动到”</a:t>
            </a:r>
          </a:p>
        </p:txBody>
      </p:sp>
      <p:pic>
        <p:nvPicPr>
          <p:cNvPr id="6" name="图片 5"/>
          <p:cNvPicPr preferRelativeResize="0">
            <a:picLocks noChangeAspect="1"/>
          </p:cNvPicPr>
          <p:nvPr>
            <p:custDataLst>
              <p:tags r:id="rId5"/>
            </p:custDataLst>
          </p:nvPr>
        </p:nvPicPr>
        <p:blipFill rotWithShape="1">
          <a:blip r:embed="rId16"/>
          <a:srcRect l="-1106" r="-1106"/>
          <a:stretch>
            <a:fillRect/>
          </a:stretch>
        </p:blipFill>
        <p:spPr>
          <a:xfrm>
            <a:off x="459742" y="1292594"/>
            <a:ext cx="4430366" cy="3398636"/>
          </a:xfrm>
          <a:prstGeom prst="rect">
            <a:avLst/>
          </a:prstGeom>
          <a:blipFill rotWithShape="1">
            <a:blip r:embed="rId17"/>
            <a:stretch>
              <a:fillRect/>
            </a:stretch>
          </a:blipFill>
        </p:spPr>
      </p:pic>
      <p:sp>
        <p:nvSpPr>
          <p:cNvPr id="7" name="Title 6"/>
          <p:cNvSpPr txBox="1"/>
          <p:nvPr>
            <p:custDataLst>
              <p:tags r:id="rId6"/>
            </p:custDataLst>
          </p:nvPr>
        </p:nvSpPr>
        <p:spPr>
          <a:xfrm>
            <a:off x="5176173" y="1543252"/>
            <a:ext cx="3510110" cy="2879089"/>
          </a:xfrm>
          <a:prstGeom prst="rect">
            <a:avLst/>
          </a:prstGeom>
          <a:noFill/>
          <a:ln w="3175">
            <a:noFill/>
            <a:prstDash val="dash"/>
          </a:ln>
        </p:spPr>
        <p:txBody>
          <a:bodyPr wrap="square" lIns="54000" tIns="27000" rIns="54000" bIns="270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400050" lvl="0" indent="-400050" algn="just" fontAlgn="ctr">
              <a:lnSpc>
                <a:spcPct val="130000"/>
              </a:lnSpc>
              <a:spcBef>
                <a:spcPts val="1000"/>
              </a:spcBef>
              <a:spcAft>
                <a:spcPts val="0"/>
              </a:spcAft>
              <a:buSzPct val="100000"/>
              <a:buFont typeface="+mj-ea"/>
              <a:buAutoNum type="ea1JpnChsDbPeriod"/>
            </a:pPr>
            <a:r>
              <a:rPr lang="zh-CN" altLang="en-US" sz="13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选定要移动的文件或文件夹。</a:t>
            </a:r>
          </a:p>
          <a:p>
            <a:pPr marL="400050" lvl="0" indent="-400050" algn="just" fontAlgn="ctr">
              <a:lnSpc>
                <a:spcPct val="130000"/>
              </a:lnSpc>
              <a:spcBef>
                <a:spcPts val="1000"/>
              </a:spcBef>
              <a:spcAft>
                <a:spcPts val="0"/>
              </a:spcAft>
              <a:buSzPct val="100000"/>
              <a:buFont typeface="+mj-ea"/>
              <a:buAutoNum type="ea1JpnChsDbPeriod"/>
            </a:pPr>
            <a:r>
              <a:rPr lang="zh-CN" altLang="en-US" sz="13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在“主页”选项卡中单击“移动到”按钮，如图所示。</a:t>
            </a:r>
          </a:p>
          <a:p>
            <a:pPr marL="400050" lvl="0" indent="-400050" algn="just" fontAlgn="ctr">
              <a:lnSpc>
                <a:spcPct val="130000"/>
              </a:lnSpc>
              <a:spcBef>
                <a:spcPts val="1000"/>
              </a:spcBef>
              <a:spcAft>
                <a:spcPts val="0"/>
              </a:spcAft>
              <a:buSzPct val="100000"/>
              <a:buFont typeface="+mj-ea"/>
              <a:buAutoNum type="ea1JpnChsDbPeriod"/>
            </a:pPr>
            <a:r>
              <a:rPr lang="zh-CN" altLang="en-US" sz="13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下拉列表中列出了最近使用过的文件夹。如果列表中有目标文件夹，则单击该文件夹；如果没有，则单击列表底部的“选择位置”，将弹出“移动项目”对话框，浏览到目标驱动器或文件夹，也可以单击“新建文件夹”，选定目标文件夹后，单击“移动”按钮。</a:t>
            </a:r>
          </a:p>
        </p:txBody>
      </p:sp>
      <p:cxnSp>
        <p:nvCxnSpPr>
          <p:cNvPr id="12" name="直接连接符 11"/>
          <p:cNvCxnSpPr/>
          <p:nvPr>
            <p:custDataLst>
              <p:tags r:id="rId7"/>
            </p:custDataLst>
          </p:nvPr>
        </p:nvCxnSpPr>
        <p:spPr>
          <a:xfrm>
            <a:off x="8550275" y="325755"/>
            <a:ext cx="152400"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8550275" y="381635"/>
            <a:ext cx="116840"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63" name="图片 62"/>
          <p:cNvPicPr>
            <a:picLocks noChangeAspect="1"/>
          </p:cNvPicPr>
          <p:nvPr userDrawn="1">
            <p:custDataLst>
              <p:tags r:id="rId2"/>
            </p:custDataLst>
          </p:nvPr>
        </p:nvPicPr>
        <p:blipFill>
          <a:blip r:embed="rId21">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
        <p:nvSpPr>
          <p:cNvPr id="10" name="矩形 9"/>
          <p:cNvSpPr/>
          <p:nvPr userDrawn="1">
            <p:custDataLst>
              <p:tags r:id="rId3"/>
            </p:custDataLst>
          </p:nvPr>
        </p:nvSpPr>
        <p:spPr>
          <a:xfrm>
            <a:off x="0" y="0"/>
            <a:ext cx="9144000" cy="684086"/>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rgbClr val="FFFFFF"/>
              </a:solidFill>
              <a:latin typeface="微软雅黑" panose="020B0503020204020204" pitchFamily="34" charset="-122"/>
              <a:ea typeface="微软雅黑" panose="020B0503020204020204" pitchFamily="34" charset="-122"/>
              <a:sym typeface="+mn-ea"/>
            </a:endParaRPr>
          </a:p>
        </p:txBody>
      </p:sp>
      <p:sp>
        <p:nvSpPr>
          <p:cNvPr id="6" name="Title 6"/>
          <p:cNvSpPr txBox="1"/>
          <p:nvPr>
            <p:custDataLst>
              <p:tags r:id="rId4"/>
            </p:custDataLst>
          </p:nvPr>
        </p:nvSpPr>
        <p:spPr>
          <a:xfrm>
            <a:off x="456299" y="114750"/>
            <a:ext cx="8230987" cy="456300"/>
          </a:xfrm>
          <a:prstGeom prst="rect">
            <a:avLst/>
          </a:prstGeom>
          <a:noFill/>
          <a:ln w="3175">
            <a:noFill/>
            <a:prstDash val="dash"/>
          </a:ln>
        </p:spPr>
        <p:txBody>
          <a:bodyPr wrap="square" lIns="54000" tIns="27000" rIns="54000" bIns="27000" anchor="b"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marR="0" lvl="0" indent="0" algn="l" defTabSz="913765" rtl="0" eaLnBrk="1" fontAlgn="auto" latinLnBrk="0" hangingPunct="1">
              <a:lnSpc>
                <a:spcPct val="100000"/>
              </a:lnSpc>
              <a:spcBef>
                <a:spcPts val="0"/>
              </a:spcBef>
              <a:spcAft>
                <a:spcPts val="0"/>
              </a:spcAft>
              <a:buSzPct val="100000"/>
              <a:buFontTx/>
              <a:buNone/>
              <a:defRPr/>
            </a:pPr>
            <a:r>
              <a:rPr kumimoji="0" lang="zh-CN" altLang="en-US" sz="2400" b="1" i="0" kern="1200" cap="none" spc="150" normalizeH="0" noProof="0">
                <a:ln w="3175">
                  <a:noFill/>
                  <a:prstDash val="dash"/>
                </a:ln>
                <a:solidFill>
                  <a:srgbClr val="7F7F7F"/>
                </a:solidFill>
                <a:effectLst/>
                <a:latin typeface="微软雅黑" panose="020B0503020204020204" pitchFamily="34" charset="-122"/>
                <a:ea typeface="微软雅黑" panose="020B0503020204020204" pitchFamily="34" charset="-122"/>
                <a:cs typeface="微软雅黑" panose="020B0503020204020204" pitchFamily="34" charset="-122"/>
              </a:rPr>
              <a:t>使用剪切实现移动</a:t>
            </a:r>
          </a:p>
        </p:txBody>
      </p:sp>
      <p:sp>
        <p:nvSpPr>
          <p:cNvPr id="4" name="矩形 3"/>
          <p:cNvSpPr/>
          <p:nvPr>
            <p:custDataLst>
              <p:tags r:id="rId5"/>
            </p:custDataLst>
          </p:nvPr>
        </p:nvSpPr>
        <p:spPr>
          <a:xfrm>
            <a:off x="1677923" y="1028700"/>
            <a:ext cx="5919602" cy="3429001"/>
          </a:xfrm>
          <a:prstGeom prst="rect">
            <a:avLst/>
          </a:prstGeom>
          <a:solidFill>
            <a:srgbClr val="FFFFFF"/>
          </a:solidFill>
          <a:ln>
            <a:noFill/>
          </a:ln>
          <a:effectLst>
            <a:outerShdw blurRad="127000" dist="38100" dir="540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 name="TextBox 13"/>
          <p:cNvSpPr txBox="1"/>
          <p:nvPr>
            <p:custDataLst>
              <p:tags r:id="rId6"/>
            </p:custDataLst>
          </p:nvPr>
        </p:nvSpPr>
        <p:spPr>
          <a:xfrm>
            <a:off x="456300" y="4681430"/>
            <a:ext cx="2176785" cy="169943"/>
          </a:xfrm>
          <a:prstGeom prst="rect">
            <a:avLst/>
          </a:prstGeom>
          <a:noFill/>
          <a:ln>
            <a:noFill/>
          </a:ln>
        </p:spPr>
        <p:txBody>
          <a:bodyPr wrap="square" lIns="67500" tIns="27000" rIns="67500" bIns="270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50" b="0" i="0" u="none" strike="noStrike" kern="1200" cap="none" spc="150" normalizeH="0" baseline="0" noProof="0" dirty="0">
                <a:ln>
                  <a:noFill/>
                </a:ln>
                <a:solidFill>
                  <a:schemeClr val="bg1">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https://</a:t>
            </a:r>
            <a:r>
              <a:rPr kumimoji="0" lang="en-US" altLang="zh-CN" sz="750" b="1" i="0" u="none" strike="noStrike" kern="1200" cap="none" spc="150" normalizeH="0" baseline="0" noProof="0" dirty="0">
                <a:ln>
                  <a:noFill/>
                </a:ln>
                <a:solidFill>
                  <a:schemeClr val="accent4">
                    <a:lumMod val="75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www.textbookcenter.cn</a:t>
            </a:r>
          </a:p>
        </p:txBody>
      </p:sp>
      <p:sp>
        <p:nvSpPr>
          <p:cNvPr id="7" name="椭圆 6"/>
          <p:cNvSpPr>
            <a:spLocks noChangeAspect="1"/>
          </p:cNvSpPr>
          <p:nvPr>
            <p:custDataLst>
              <p:tags r:id="rId7"/>
            </p:custDataLst>
          </p:nvPr>
        </p:nvSpPr>
        <p:spPr>
          <a:xfrm>
            <a:off x="8644255" y="4744720"/>
            <a:ext cx="43180" cy="43180"/>
          </a:xfrm>
          <a:prstGeom prst="ellipse">
            <a:avLst/>
          </a:prstGeom>
          <a:solidFill>
            <a:srgbClr val="EF1F47"/>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defPPr>
              <a:defRPr lang="zh-CN">
                <a:solidFill>
                  <a:sysClr val="window" lastClr="FFFFFF"/>
                </a:solidFill>
              </a:defRPr>
            </a:defPPr>
            <a:lvl1pPr marL="0" algn="l" defTabSz="914400" rtl="0" eaLnBrk="1" latinLnBrk="0" hangingPunct="1">
              <a:defRPr sz="1800" kern="1200">
                <a:solidFill>
                  <a:sysClr val="window" lastClr="FFFFFF"/>
                </a:solidFill>
                <a:latin typeface="+mn-lt"/>
                <a:ea typeface="+mn-ea"/>
                <a:cs typeface="+mn-cs"/>
              </a:defRPr>
            </a:lvl1pPr>
            <a:lvl2pPr marL="457200" algn="l" defTabSz="914400" rtl="0" eaLnBrk="1" latinLnBrk="0" hangingPunct="1">
              <a:defRPr sz="1800" kern="1200">
                <a:solidFill>
                  <a:sysClr val="window" lastClr="FFFFFF"/>
                </a:solidFill>
                <a:latin typeface="+mn-lt"/>
                <a:ea typeface="+mn-ea"/>
                <a:cs typeface="+mn-cs"/>
              </a:defRPr>
            </a:lvl2pPr>
            <a:lvl3pPr marL="914400" algn="l" defTabSz="914400" rtl="0" eaLnBrk="1" latinLnBrk="0" hangingPunct="1">
              <a:defRPr sz="1800" kern="1200">
                <a:solidFill>
                  <a:sysClr val="window" lastClr="FFFFFF"/>
                </a:solidFill>
                <a:latin typeface="+mn-lt"/>
                <a:ea typeface="+mn-ea"/>
                <a:cs typeface="+mn-cs"/>
              </a:defRPr>
            </a:lvl3pPr>
            <a:lvl4pPr marL="1371600" algn="l" defTabSz="914400" rtl="0" eaLnBrk="1" latinLnBrk="0" hangingPunct="1">
              <a:defRPr sz="1800" kern="1200">
                <a:solidFill>
                  <a:sysClr val="window" lastClr="FFFFFF"/>
                </a:solidFill>
                <a:latin typeface="+mn-lt"/>
                <a:ea typeface="+mn-ea"/>
                <a:cs typeface="+mn-cs"/>
              </a:defRPr>
            </a:lvl4pPr>
            <a:lvl5pPr marL="1828800" algn="l" defTabSz="914400" rtl="0" eaLnBrk="1" latinLnBrk="0" hangingPunct="1">
              <a:defRPr sz="1800" kern="1200">
                <a:solidFill>
                  <a:sysClr val="window" lastClr="FFFFFF"/>
                </a:solidFill>
                <a:latin typeface="+mn-lt"/>
                <a:ea typeface="+mn-ea"/>
                <a:cs typeface="+mn-cs"/>
              </a:defRPr>
            </a:lvl5pPr>
            <a:lvl6pPr marL="2286000" algn="l" defTabSz="914400" rtl="0" eaLnBrk="1" latinLnBrk="0" hangingPunct="1">
              <a:defRPr sz="1800" kern="1200">
                <a:solidFill>
                  <a:sysClr val="window" lastClr="FFFFFF"/>
                </a:solidFill>
                <a:latin typeface="+mn-lt"/>
                <a:ea typeface="+mn-ea"/>
                <a:cs typeface="+mn-cs"/>
              </a:defRPr>
            </a:lvl6pPr>
            <a:lvl7pPr marL="2743200" algn="l" defTabSz="914400" rtl="0" eaLnBrk="1" latinLnBrk="0" hangingPunct="1">
              <a:defRPr sz="1800" kern="1200">
                <a:solidFill>
                  <a:sysClr val="window" lastClr="FFFFFF"/>
                </a:solidFill>
                <a:latin typeface="+mn-lt"/>
                <a:ea typeface="+mn-ea"/>
                <a:cs typeface="+mn-cs"/>
              </a:defRPr>
            </a:lvl7pPr>
            <a:lvl8pPr marL="3200400" algn="l" defTabSz="914400" rtl="0" eaLnBrk="1" latinLnBrk="0" hangingPunct="1">
              <a:defRPr sz="1800" kern="1200">
                <a:solidFill>
                  <a:sysClr val="window" lastClr="FFFFFF"/>
                </a:solidFill>
                <a:latin typeface="+mn-lt"/>
                <a:ea typeface="+mn-ea"/>
                <a:cs typeface="+mn-cs"/>
              </a:defRPr>
            </a:lvl8pPr>
            <a:lvl9pPr marL="3657600" algn="l" defTabSz="914400" rtl="0" eaLnBrk="1" latinLnBrk="0" hangingPunct="1">
              <a:defRPr sz="1800" kern="1200">
                <a:solidFill>
                  <a:sysClr val="window" lastClr="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8" name="椭圆 7"/>
          <p:cNvSpPr/>
          <p:nvPr>
            <p:custDataLst>
              <p:tags r:id="rId8"/>
            </p:custDataLst>
          </p:nvPr>
        </p:nvSpPr>
        <p:spPr>
          <a:xfrm>
            <a:off x="8406765" y="4744720"/>
            <a:ext cx="43180" cy="43180"/>
          </a:xfrm>
          <a:prstGeom prst="ellipse">
            <a:avLst/>
          </a:prstGeom>
          <a:solidFill>
            <a:srgbClr val="EF1F47"/>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defPPr>
              <a:defRPr lang="zh-CN">
                <a:solidFill>
                  <a:sysClr val="window" lastClr="FFFFFF"/>
                </a:solidFill>
              </a:defRPr>
            </a:defPPr>
            <a:lvl1pPr marL="0" algn="l" defTabSz="914400" rtl="0" eaLnBrk="1" latinLnBrk="0" hangingPunct="1">
              <a:defRPr sz="1800" kern="1200">
                <a:solidFill>
                  <a:sysClr val="window" lastClr="FFFFFF"/>
                </a:solidFill>
                <a:latin typeface="+mn-lt"/>
                <a:ea typeface="+mn-ea"/>
                <a:cs typeface="+mn-cs"/>
              </a:defRPr>
            </a:lvl1pPr>
            <a:lvl2pPr marL="457200" algn="l" defTabSz="914400" rtl="0" eaLnBrk="1" latinLnBrk="0" hangingPunct="1">
              <a:defRPr sz="1800" kern="1200">
                <a:solidFill>
                  <a:sysClr val="window" lastClr="FFFFFF"/>
                </a:solidFill>
                <a:latin typeface="+mn-lt"/>
                <a:ea typeface="+mn-ea"/>
                <a:cs typeface="+mn-cs"/>
              </a:defRPr>
            </a:lvl2pPr>
            <a:lvl3pPr marL="914400" algn="l" defTabSz="914400" rtl="0" eaLnBrk="1" latinLnBrk="0" hangingPunct="1">
              <a:defRPr sz="1800" kern="1200">
                <a:solidFill>
                  <a:sysClr val="window" lastClr="FFFFFF"/>
                </a:solidFill>
                <a:latin typeface="+mn-lt"/>
                <a:ea typeface="+mn-ea"/>
                <a:cs typeface="+mn-cs"/>
              </a:defRPr>
            </a:lvl3pPr>
            <a:lvl4pPr marL="1371600" algn="l" defTabSz="914400" rtl="0" eaLnBrk="1" latinLnBrk="0" hangingPunct="1">
              <a:defRPr sz="1800" kern="1200">
                <a:solidFill>
                  <a:sysClr val="window" lastClr="FFFFFF"/>
                </a:solidFill>
                <a:latin typeface="+mn-lt"/>
                <a:ea typeface="+mn-ea"/>
                <a:cs typeface="+mn-cs"/>
              </a:defRPr>
            </a:lvl4pPr>
            <a:lvl5pPr marL="1828800" algn="l" defTabSz="914400" rtl="0" eaLnBrk="1" latinLnBrk="0" hangingPunct="1">
              <a:defRPr sz="1800" kern="1200">
                <a:solidFill>
                  <a:sysClr val="window" lastClr="FFFFFF"/>
                </a:solidFill>
                <a:latin typeface="+mn-lt"/>
                <a:ea typeface="+mn-ea"/>
                <a:cs typeface="+mn-cs"/>
              </a:defRPr>
            </a:lvl5pPr>
            <a:lvl6pPr marL="2286000" algn="l" defTabSz="914400" rtl="0" eaLnBrk="1" latinLnBrk="0" hangingPunct="1">
              <a:defRPr sz="1800" kern="1200">
                <a:solidFill>
                  <a:sysClr val="window" lastClr="FFFFFF"/>
                </a:solidFill>
                <a:latin typeface="+mn-lt"/>
                <a:ea typeface="+mn-ea"/>
                <a:cs typeface="+mn-cs"/>
              </a:defRPr>
            </a:lvl6pPr>
            <a:lvl7pPr marL="2743200" algn="l" defTabSz="914400" rtl="0" eaLnBrk="1" latinLnBrk="0" hangingPunct="1">
              <a:defRPr sz="1800" kern="1200">
                <a:solidFill>
                  <a:sysClr val="window" lastClr="FFFFFF"/>
                </a:solidFill>
                <a:latin typeface="+mn-lt"/>
                <a:ea typeface="+mn-ea"/>
                <a:cs typeface="+mn-cs"/>
              </a:defRPr>
            </a:lvl7pPr>
            <a:lvl8pPr marL="3200400" algn="l" defTabSz="914400" rtl="0" eaLnBrk="1" latinLnBrk="0" hangingPunct="1">
              <a:defRPr sz="1800" kern="1200">
                <a:solidFill>
                  <a:sysClr val="window" lastClr="FFFFFF"/>
                </a:solidFill>
                <a:latin typeface="+mn-lt"/>
                <a:ea typeface="+mn-ea"/>
                <a:cs typeface="+mn-cs"/>
              </a:defRPr>
            </a:lvl8pPr>
            <a:lvl9pPr marL="3657600" algn="l" defTabSz="914400" rtl="0" eaLnBrk="1" latinLnBrk="0" hangingPunct="1">
              <a:defRPr sz="1800" kern="1200">
                <a:solidFill>
                  <a:sysClr val="window" lastClr="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9" name="椭圆 8"/>
          <p:cNvSpPr>
            <a:spLocks noChangeAspect="1"/>
          </p:cNvSpPr>
          <p:nvPr>
            <p:custDataLst>
              <p:tags r:id="rId9"/>
            </p:custDataLst>
          </p:nvPr>
        </p:nvSpPr>
        <p:spPr>
          <a:xfrm>
            <a:off x="8525510" y="4744720"/>
            <a:ext cx="43180" cy="43180"/>
          </a:xfrm>
          <a:prstGeom prst="ellipse">
            <a:avLst/>
          </a:prstGeom>
          <a:solidFill>
            <a:srgbClr val="EF1F47"/>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defPPr>
              <a:defRPr lang="zh-CN">
                <a:solidFill>
                  <a:sysClr val="window" lastClr="FFFFFF"/>
                </a:solidFill>
              </a:defRPr>
            </a:defPPr>
            <a:lvl1pPr marL="0" algn="l" defTabSz="914400" rtl="0" eaLnBrk="1" latinLnBrk="0" hangingPunct="1">
              <a:defRPr sz="1800" kern="1200">
                <a:solidFill>
                  <a:sysClr val="window" lastClr="FFFFFF"/>
                </a:solidFill>
                <a:latin typeface="+mn-lt"/>
                <a:ea typeface="+mn-ea"/>
                <a:cs typeface="+mn-cs"/>
              </a:defRPr>
            </a:lvl1pPr>
            <a:lvl2pPr marL="457200" algn="l" defTabSz="914400" rtl="0" eaLnBrk="1" latinLnBrk="0" hangingPunct="1">
              <a:defRPr sz="1800" kern="1200">
                <a:solidFill>
                  <a:sysClr val="window" lastClr="FFFFFF"/>
                </a:solidFill>
                <a:latin typeface="+mn-lt"/>
                <a:ea typeface="+mn-ea"/>
                <a:cs typeface="+mn-cs"/>
              </a:defRPr>
            </a:lvl2pPr>
            <a:lvl3pPr marL="914400" algn="l" defTabSz="914400" rtl="0" eaLnBrk="1" latinLnBrk="0" hangingPunct="1">
              <a:defRPr sz="1800" kern="1200">
                <a:solidFill>
                  <a:sysClr val="window" lastClr="FFFFFF"/>
                </a:solidFill>
                <a:latin typeface="+mn-lt"/>
                <a:ea typeface="+mn-ea"/>
                <a:cs typeface="+mn-cs"/>
              </a:defRPr>
            </a:lvl3pPr>
            <a:lvl4pPr marL="1371600" algn="l" defTabSz="914400" rtl="0" eaLnBrk="1" latinLnBrk="0" hangingPunct="1">
              <a:defRPr sz="1800" kern="1200">
                <a:solidFill>
                  <a:sysClr val="window" lastClr="FFFFFF"/>
                </a:solidFill>
                <a:latin typeface="+mn-lt"/>
                <a:ea typeface="+mn-ea"/>
                <a:cs typeface="+mn-cs"/>
              </a:defRPr>
            </a:lvl4pPr>
            <a:lvl5pPr marL="1828800" algn="l" defTabSz="914400" rtl="0" eaLnBrk="1" latinLnBrk="0" hangingPunct="1">
              <a:defRPr sz="1800" kern="1200">
                <a:solidFill>
                  <a:sysClr val="window" lastClr="FFFFFF"/>
                </a:solidFill>
                <a:latin typeface="+mn-lt"/>
                <a:ea typeface="+mn-ea"/>
                <a:cs typeface="+mn-cs"/>
              </a:defRPr>
            </a:lvl5pPr>
            <a:lvl6pPr marL="2286000" algn="l" defTabSz="914400" rtl="0" eaLnBrk="1" latinLnBrk="0" hangingPunct="1">
              <a:defRPr sz="1800" kern="1200">
                <a:solidFill>
                  <a:sysClr val="window" lastClr="FFFFFF"/>
                </a:solidFill>
                <a:latin typeface="+mn-lt"/>
                <a:ea typeface="+mn-ea"/>
                <a:cs typeface="+mn-cs"/>
              </a:defRPr>
            </a:lvl6pPr>
            <a:lvl7pPr marL="2743200" algn="l" defTabSz="914400" rtl="0" eaLnBrk="1" latinLnBrk="0" hangingPunct="1">
              <a:defRPr sz="1800" kern="1200">
                <a:solidFill>
                  <a:sysClr val="window" lastClr="FFFFFF"/>
                </a:solidFill>
                <a:latin typeface="+mn-lt"/>
                <a:ea typeface="+mn-ea"/>
                <a:cs typeface="+mn-cs"/>
              </a:defRPr>
            </a:lvl7pPr>
            <a:lvl8pPr marL="3200400" algn="l" defTabSz="914400" rtl="0" eaLnBrk="1" latinLnBrk="0" hangingPunct="1">
              <a:defRPr sz="1800" kern="1200">
                <a:solidFill>
                  <a:sysClr val="window" lastClr="FFFFFF"/>
                </a:solidFill>
                <a:latin typeface="+mn-lt"/>
                <a:ea typeface="+mn-ea"/>
                <a:cs typeface="+mn-cs"/>
              </a:defRPr>
            </a:lvl8pPr>
            <a:lvl9pPr marL="3657600" algn="l" defTabSz="914400" rtl="0" eaLnBrk="1" latinLnBrk="0" hangingPunct="1">
              <a:defRPr sz="1800" kern="1200">
                <a:solidFill>
                  <a:sysClr val="window" lastClr="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40" name="矩形: 圆角 39"/>
          <p:cNvSpPr/>
          <p:nvPr>
            <p:custDataLst>
              <p:tags r:id="rId10"/>
            </p:custDataLst>
          </p:nvPr>
        </p:nvSpPr>
        <p:spPr>
          <a:xfrm>
            <a:off x="1791335" y="1879600"/>
            <a:ext cx="5692140" cy="800735"/>
          </a:xfrm>
          <a:prstGeom prst="roundRect">
            <a:avLst>
              <a:gd name="adj" fmla="val 50000"/>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1" name="矩形: 圆角 40"/>
          <p:cNvSpPr/>
          <p:nvPr>
            <p:custDataLst>
              <p:tags r:id="rId11"/>
            </p:custDataLst>
          </p:nvPr>
        </p:nvSpPr>
        <p:spPr>
          <a:xfrm>
            <a:off x="2252345" y="1947545"/>
            <a:ext cx="5099685" cy="664845"/>
          </a:xfrm>
          <a:prstGeom prst="roundRect">
            <a:avLst>
              <a:gd name="adj" fmla="val 31832"/>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2" name="文本框 41"/>
          <p:cNvSpPr txBox="1"/>
          <p:nvPr>
            <p:custDataLst>
              <p:tags r:id="rId12"/>
            </p:custDataLst>
          </p:nvPr>
        </p:nvSpPr>
        <p:spPr>
          <a:xfrm>
            <a:off x="2363470" y="1999615"/>
            <a:ext cx="4836795" cy="549910"/>
          </a:xfrm>
          <a:prstGeom prst="rect">
            <a:avLst/>
          </a:prstGeom>
          <a:noFill/>
        </p:spPr>
        <p:txBody>
          <a:bodyPr wrap="square" rtlCol="0" anchor="ctr" anchorCtr="0">
            <a:normAutofit/>
          </a:bodyPr>
          <a:lstStyle/>
          <a:p>
            <a:pPr marL="0" lvl="0" indent="0" algn="l">
              <a:lnSpc>
                <a:spcPct val="120000"/>
              </a:lnSpc>
              <a:spcBef>
                <a:spcPts val="0"/>
              </a:spcBef>
              <a:spcAft>
                <a:spcPts val="0"/>
              </a:spcAft>
              <a:buSzPct val="100000"/>
            </a:pPr>
            <a:r>
              <a:rPr lang="zh-CN" altLang="en-US" sz="1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选定要移动的文件或文件夹，按Ctrl+X 键，或单击右键快捷菜单中的“剪切”命令，或在“主页”选项卡“剪切板”组中单击“剪切”按钮。</a:t>
            </a:r>
          </a:p>
        </p:txBody>
      </p:sp>
      <p:sp>
        <p:nvSpPr>
          <p:cNvPr id="44" name="椭圆 43"/>
          <p:cNvSpPr/>
          <p:nvPr>
            <p:custDataLst>
              <p:tags r:id="rId13"/>
            </p:custDataLst>
          </p:nvPr>
        </p:nvSpPr>
        <p:spPr>
          <a:xfrm>
            <a:off x="1887855" y="2120900"/>
            <a:ext cx="307340" cy="30734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b="1">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5" name="文本框 44"/>
          <p:cNvSpPr txBox="1"/>
          <p:nvPr>
            <p:custDataLst>
              <p:tags r:id="rId14"/>
            </p:custDataLst>
          </p:nvPr>
        </p:nvSpPr>
        <p:spPr>
          <a:xfrm>
            <a:off x="1823720" y="2101215"/>
            <a:ext cx="436245" cy="346710"/>
          </a:xfrm>
          <a:prstGeom prst="rect">
            <a:avLst/>
          </a:prstGeom>
          <a:noFill/>
        </p:spPr>
        <p:txBody>
          <a:bodyPr wrap="square" rtlCol="0" anchor="ctr">
            <a:normAutofit fontScale="70000"/>
          </a:bodyPr>
          <a:lstStyle/>
          <a:p>
            <a:pPr algn="ctr">
              <a:lnSpc>
                <a:spcPct val="120000"/>
              </a:lnSpc>
            </a:pPr>
            <a:r>
              <a:rPr lang="en-US" altLang="zh-CN" b="1" dirty="0">
                <a:solidFill>
                  <a:srgbClr val="3E3EA6"/>
                </a:solidFill>
                <a:latin typeface="微软雅黑" panose="020B0503020204020204" pitchFamily="34" charset="-122"/>
                <a:ea typeface="微软雅黑" panose="020B0503020204020204" pitchFamily="34" charset="-122"/>
                <a:sym typeface="Arial" panose="020B0604020202020204" pitchFamily="34" charset="0"/>
              </a:rPr>
              <a:t>1</a:t>
            </a:r>
          </a:p>
        </p:txBody>
      </p:sp>
      <p:sp>
        <p:nvSpPr>
          <p:cNvPr id="48" name="矩形: 圆角 47"/>
          <p:cNvSpPr/>
          <p:nvPr>
            <p:custDataLst>
              <p:tags r:id="rId15"/>
            </p:custDataLst>
          </p:nvPr>
        </p:nvSpPr>
        <p:spPr>
          <a:xfrm>
            <a:off x="1791335" y="2806700"/>
            <a:ext cx="5692140" cy="800735"/>
          </a:xfrm>
          <a:prstGeom prst="roundRect">
            <a:avLst>
              <a:gd name="adj" fmla="val 50000"/>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9" name="矩形: 圆角 48"/>
          <p:cNvSpPr/>
          <p:nvPr>
            <p:custDataLst>
              <p:tags r:id="rId16"/>
            </p:custDataLst>
          </p:nvPr>
        </p:nvSpPr>
        <p:spPr>
          <a:xfrm>
            <a:off x="2252345" y="2874645"/>
            <a:ext cx="5099685" cy="664845"/>
          </a:xfrm>
          <a:prstGeom prst="roundRect">
            <a:avLst>
              <a:gd name="adj" fmla="val 31832"/>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0" name="文本框 49"/>
          <p:cNvSpPr txBox="1"/>
          <p:nvPr>
            <p:custDataLst>
              <p:tags r:id="rId17"/>
            </p:custDataLst>
          </p:nvPr>
        </p:nvSpPr>
        <p:spPr>
          <a:xfrm>
            <a:off x="2363470" y="2926715"/>
            <a:ext cx="4836795" cy="549910"/>
          </a:xfrm>
          <a:prstGeom prst="rect">
            <a:avLst/>
          </a:prstGeom>
          <a:noFill/>
        </p:spPr>
        <p:txBody>
          <a:bodyPr wrap="square" rtlCol="0" anchor="ctr" anchorCtr="0">
            <a:normAutofit/>
          </a:bodyPr>
          <a:lstStyle/>
          <a:p>
            <a:pPr marL="0" lvl="0" indent="0" algn="l">
              <a:lnSpc>
                <a:spcPct val="120000"/>
              </a:lnSpc>
              <a:spcBef>
                <a:spcPts val="0"/>
              </a:spcBef>
              <a:spcAft>
                <a:spcPts val="0"/>
              </a:spcAft>
              <a:buSzPct val="100000"/>
            </a:pPr>
            <a:r>
              <a:rPr lang="zh-CN" altLang="en-US" sz="1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切换到目标驱动器或文件夹，按Ctrl+V 键，或单击右键快捷菜单中的“粘贴”命令，或在“主页”选项卡“剪切板”组中单击“粘贴”按钮。</a:t>
            </a:r>
          </a:p>
        </p:txBody>
      </p:sp>
      <p:sp>
        <p:nvSpPr>
          <p:cNvPr id="53" name="椭圆 52"/>
          <p:cNvSpPr/>
          <p:nvPr>
            <p:custDataLst>
              <p:tags r:id="rId18"/>
            </p:custDataLst>
          </p:nvPr>
        </p:nvSpPr>
        <p:spPr>
          <a:xfrm>
            <a:off x="1887855" y="3048000"/>
            <a:ext cx="307340" cy="30734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b="1">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4" name="文本框 53"/>
          <p:cNvSpPr txBox="1"/>
          <p:nvPr>
            <p:custDataLst>
              <p:tags r:id="rId19"/>
            </p:custDataLst>
          </p:nvPr>
        </p:nvSpPr>
        <p:spPr>
          <a:xfrm>
            <a:off x="1823720" y="3028315"/>
            <a:ext cx="436245" cy="346710"/>
          </a:xfrm>
          <a:prstGeom prst="rect">
            <a:avLst/>
          </a:prstGeom>
          <a:noFill/>
        </p:spPr>
        <p:txBody>
          <a:bodyPr wrap="square" rtlCol="0" anchor="ctr">
            <a:normAutofit fontScale="70000"/>
          </a:bodyPr>
          <a:lstStyle/>
          <a:p>
            <a:pPr algn="ctr">
              <a:lnSpc>
                <a:spcPct val="120000"/>
              </a:lnSpc>
            </a:pPr>
            <a:r>
              <a:rPr lang="en-US" altLang="zh-CN" b="1" dirty="0">
                <a:solidFill>
                  <a:srgbClr val="3E3EA6"/>
                </a:solidFill>
                <a:latin typeface="微软雅黑" panose="020B0503020204020204" pitchFamily="34" charset="-122"/>
                <a:ea typeface="微软雅黑" panose="020B0503020204020204" pitchFamily="34" charset="-122"/>
                <a:sym typeface="Arial" panose="020B0604020202020204" pitchFamily="34" charset="0"/>
              </a:rPr>
              <a:t>2</a:t>
            </a:r>
          </a:p>
        </p:txBody>
      </p:sp>
    </p:spTree>
    <p:custDataLst>
      <p:tags r:id="rId1"/>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60" name="图片 159"/>
          <p:cNvPicPr>
            <a:picLocks noChangeAspect="1"/>
          </p:cNvPicPr>
          <p:nvPr userDrawn="1">
            <p:custDataLst>
              <p:tags r:id="rId2"/>
            </p:custDataLst>
          </p:nvPr>
        </p:nvPicPr>
        <p:blipFill>
          <a:blip r:embed="rId9">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
        <p:nvSpPr>
          <p:cNvPr id="7" name="标题 1"/>
          <p:cNvSpPr>
            <a:spLocks noGrp="1"/>
          </p:cNvSpPr>
          <p:nvPr>
            <p:custDataLst>
              <p:tags r:id="rId3"/>
            </p:custDataLst>
          </p:nvPr>
        </p:nvSpPr>
        <p:spPr>
          <a:xfrm>
            <a:off x="1601153" y="274320"/>
            <a:ext cx="5940266" cy="624364"/>
          </a:xfrm>
          <a:prstGeom prst="rect">
            <a:avLst/>
          </a:prstGeom>
        </p:spPr>
        <p:txBody>
          <a:bodyPr vert="horz" lIns="76200" tIns="28575" rIns="57150" bIns="28575" rtlCol="0" anchor="ctr" anchorCtr="0">
            <a:noAutofit/>
          </a:bodyPr>
          <a:lstStyle>
            <a:lvl1pPr algn="l" defTabSz="914400" rtl="0" eaLnBrk="1" fontAlgn="auto" latinLnBrk="0" hangingPunct="1">
              <a:lnSpc>
                <a:spcPct val="100000"/>
              </a:lnSpc>
              <a:spcBef>
                <a:spcPct val="0"/>
              </a:spcBef>
              <a:buNone/>
              <a:defRPr sz="2400" b="1" u="none" strike="noStrike" kern="1200" cap="none" spc="200" normalizeH="0">
                <a:solidFill>
                  <a:schemeClr val="tx1"/>
                </a:solidFill>
                <a:uFillTx/>
                <a:latin typeface="微软雅黑" panose="020B0503020204020204" pitchFamily="34" charset="-122"/>
                <a:ea typeface="微软雅黑" panose="020B0503020204020204" pitchFamily="34" charset="-122"/>
                <a:cs typeface="+mj-cs"/>
              </a:defRPr>
            </a:lvl1pPr>
          </a:lstStyle>
          <a:p>
            <a:pPr marL="0" indent="0" algn="ctr">
              <a:lnSpc>
                <a:spcPct val="130000"/>
              </a:lnSpc>
              <a:spcBef>
                <a:spcPts val="0"/>
              </a:spcBef>
              <a:spcAft>
                <a:spcPts val="0"/>
              </a:spcAft>
              <a:buSzPct val="100000"/>
              <a:buNone/>
            </a:pPr>
            <a:r>
              <a:rPr lang="zh-CN" altLang="en-US" sz="2700" spc="300">
                <a:solidFill>
                  <a:srgbClr val="404040"/>
                </a:solidFill>
              </a:rPr>
              <a:t>删除文件或文件夹</a:t>
            </a:r>
          </a:p>
        </p:txBody>
      </p:sp>
      <p:sp>
        <p:nvSpPr>
          <p:cNvPr id="5" name="矩形 4"/>
          <p:cNvSpPr/>
          <p:nvPr>
            <p:custDataLst>
              <p:tags r:id="rId4"/>
            </p:custDataLst>
          </p:nvPr>
        </p:nvSpPr>
        <p:spPr>
          <a:xfrm>
            <a:off x="0" y="2087245"/>
            <a:ext cx="9144000" cy="3057525"/>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3" name="任意多边形: 形状 12"/>
          <p:cNvSpPr/>
          <p:nvPr>
            <p:custDataLst>
              <p:tags r:id="rId5"/>
            </p:custDataLst>
          </p:nvPr>
        </p:nvSpPr>
        <p:spPr>
          <a:xfrm>
            <a:off x="0" y="1092835"/>
            <a:ext cx="9144000" cy="1478915"/>
          </a:xfrm>
          <a:custGeom>
            <a:avLst/>
            <a:gdLst>
              <a:gd name="connsiteX0" fmla="*/ 6096318 w 12192000"/>
              <a:gd name="connsiteY0" fmla="*/ 0 h 1971675"/>
              <a:gd name="connsiteX1" fmla="*/ 11775208 w 12192000"/>
              <a:gd name="connsiteY1" fmla="*/ 319379 h 1971675"/>
              <a:gd name="connsiteX2" fmla="*/ 12192000 w 12192000"/>
              <a:gd name="connsiteY2" fmla="*/ 381643 h 1971675"/>
              <a:gd name="connsiteX3" fmla="*/ 12192000 w 12192000"/>
              <a:gd name="connsiteY3" fmla="*/ 1799211 h 1971675"/>
              <a:gd name="connsiteX4" fmla="*/ 11775208 w 12192000"/>
              <a:gd name="connsiteY4" fmla="*/ 1861475 h 1971675"/>
              <a:gd name="connsiteX5" fmla="*/ 11204883 w 12192000"/>
              <a:gd name="connsiteY5" fmla="*/ 1931854 h 1971675"/>
              <a:gd name="connsiteX6" fmla="*/ 10812670 w 12192000"/>
              <a:gd name="connsiteY6" fmla="*/ 1971675 h 1971675"/>
              <a:gd name="connsiteX7" fmla="*/ 1379967 w 12192000"/>
              <a:gd name="connsiteY7" fmla="*/ 1971675 h 1971675"/>
              <a:gd name="connsiteX8" fmla="*/ 987753 w 12192000"/>
              <a:gd name="connsiteY8" fmla="*/ 1931854 h 1971675"/>
              <a:gd name="connsiteX9" fmla="*/ 417428 w 12192000"/>
              <a:gd name="connsiteY9" fmla="*/ 1861475 h 1971675"/>
              <a:gd name="connsiteX10" fmla="*/ 0 w 12192000"/>
              <a:gd name="connsiteY10" fmla="*/ 1799116 h 1971675"/>
              <a:gd name="connsiteX11" fmla="*/ 0 w 12192000"/>
              <a:gd name="connsiteY11" fmla="*/ 381738 h 1971675"/>
              <a:gd name="connsiteX12" fmla="*/ 417428 w 12192000"/>
              <a:gd name="connsiteY12" fmla="*/ 319379 h 1971675"/>
              <a:gd name="connsiteX13" fmla="*/ 6096318 w 12192000"/>
              <a:gd name="connsiteY13" fmla="*/ 0 h 1971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1971675">
                <a:moveTo>
                  <a:pt x="6096318" y="0"/>
                </a:moveTo>
                <a:cubicBezTo>
                  <a:pt x="8314063" y="0"/>
                  <a:pt x="10321853" y="122050"/>
                  <a:pt x="11775208" y="319379"/>
                </a:cubicBezTo>
                <a:lnTo>
                  <a:pt x="12192000" y="381643"/>
                </a:lnTo>
                <a:lnTo>
                  <a:pt x="12192000" y="1799211"/>
                </a:lnTo>
                <a:lnTo>
                  <a:pt x="11775208" y="1861475"/>
                </a:lnTo>
                <a:cubicBezTo>
                  <a:pt x="11593538" y="1886141"/>
                  <a:pt x="11403206" y="1909631"/>
                  <a:pt x="11204883" y="1931854"/>
                </a:cubicBezTo>
                <a:lnTo>
                  <a:pt x="10812670" y="1971675"/>
                </a:lnTo>
                <a:lnTo>
                  <a:pt x="1379967" y="1971675"/>
                </a:lnTo>
                <a:lnTo>
                  <a:pt x="987753" y="1931854"/>
                </a:lnTo>
                <a:cubicBezTo>
                  <a:pt x="789430" y="1909631"/>
                  <a:pt x="599098" y="1886141"/>
                  <a:pt x="417428" y="1861475"/>
                </a:cubicBezTo>
                <a:lnTo>
                  <a:pt x="0" y="1799116"/>
                </a:lnTo>
                <a:lnTo>
                  <a:pt x="0" y="381738"/>
                </a:lnTo>
                <a:lnTo>
                  <a:pt x="417428" y="319379"/>
                </a:lnTo>
                <a:cubicBezTo>
                  <a:pt x="1870783" y="122050"/>
                  <a:pt x="3878574" y="0"/>
                  <a:pt x="6096318" y="0"/>
                </a:cubicBez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2" name="任意多边形: 形状 11"/>
          <p:cNvSpPr/>
          <p:nvPr>
            <p:custDataLst>
              <p:tags r:id="rId6"/>
            </p:custDataLst>
          </p:nvPr>
        </p:nvSpPr>
        <p:spPr>
          <a:xfrm>
            <a:off x="-635" y="1164590"/>
            <a:ext cx="9144000" cy="1407160"/>
          </a:xfrm>
          <a:custGeom>
            <a:avLst/>
            <a:gdLst>
              <a:gd name="connsiteX0" fmla="*/ 6097271 w 12192000"/>
              <a:gd name="connsiteY0" fmla="*/ 0 h 1876143"/>
              <a:gd name="connsiteX1" fmla="*/ 11776161 w 12192000"/>
              <a:gd name="connsiteY1" fmla="*/ 319379 h 1876143"/>
              <a:gd name="connsiteX2" fmla="*/ 12192000 w 12192000"/>
              <a:gd name="connsiteY2" fmla="*/ 381501 h 1876143"/>
              <a:gd name="connsiteX3" fmla="*/ 12192000 w 12192000"/>
              <a:gd name="connsiteY3" fmla="*/ 1799353 h 1876143"/>
              <a:gd name="connsiteX4" fmla="*/ 11776161 w 12192000"/>
              <a:gd name="connsiteY4" fmla="*/ 1861475 h 1876143"/>
              <a:gd name="connsiteX5" fmla="*/ 11657298 w 12192000"/>
              <a:gd name="connsiteY5" fmla="*/ 1876143 h 1876143"/>
              <a:gd name="connsiteX6" fmla="*/ 537245 w 12192000"/>
              <a:gd name="connsiteY6" fmla="*/ 1876143 h 1876143"/>
              <a:gd name="connsiteX7" fmla="*/ 418381 w 12192000"/>
              <a:gd name="connsiteY7" fmla="*/ 1861475 h 1876143"/>
              <a:gd name="connsiteX8" fmla="*/ 0 w 12192000"/>
              <a:gd name="connsiteY8" fmla="*/ 1798974 h 1876143"/>
              <a:gd name="connsiteX9" fmla="*/ 0 w 12192000"/>
              <a:gd name="connsiteY9" fmla="*/ 381881 h 1876143"/>
              <a:gd name="connsiteX10" fmla="*/ 418381 w 12192000"/>
              <a:gd name="connsiteY10" fmla="*/ 319379 h 1876143"/>
              <a:gd name="connsiteX11" fmla="*/ 6097271 w 12192000"/>
              <a:gd name="connsiteY11" fmla="*/ 0 h 1876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1876143">
                <a:moveTo>
                  <a:pt x="6097271" y="0"/>
                </a:moveTo>
                <a:cubicBezTo>
                  <a:pt x="8315016" y="0"/>
                  <a:pt x="10322806" y="122050"/>
                  <a:pt x="11776161" y="319379"/>
                </a:cubicBezTo>
                <a:lnTo>
                  <a:pt x="12192000" y="381501"/>
                </a:lnTo>
                <a:lnTo>
                  <a:pt x="12192000" y="1799353"/>
                </a:lnTo>
                <a:lnTo>
                  <a:pt x="11776161" y="1861475"/>
                </a:lnTo>
                <a:lnTo>
                  <a:pt x="11657298" y="1876143"/>
                </a:lnTo>
                <a:lnTo>
                  <a:pt x="537245" y="1876143"/>
                </a:lnTo>
                <a:lnTo>
                  <a:pt x="418381" y="1861475"/>
                </a:lnTo>
                <a:lnTo>
                  <a:pt x="0" y="1798974"/>
                </a:lnTo>
                <a:lnTo>
                  <a:pt x="0" y="381881"/>
                </a:lnTo>
                <a:lnTo>
                  <a:pt x="418381" y="319379"/>
                </a:lnTo>
                <a:cubicBezTo>
                  <a:pt x="1871736" y="122050"/>
                  <a:pt x="3879527" y="0"/>
                  <a:pt x="6097271" y="0"/>
                </a:cubicBezTo>
                <a:close/>
              </a:path>
            </a:pathLst>
          </a:cu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0" name="文本框 9"/>
          <p:cNvSpPr txBox="1"/>
          <p:nvPr>
            <p:custDataLst>
              <p:tags r:id="rId7"/>
            </p:custDataLst>
          </p:nvPr>
        </p:nvSpPr>
        <p:spPr>
          <a:xfrm>
            <a:off x="868045" y="1544320"/>
            <a:ext cx="7409180" cy="3321050"/>
          </a:xfrm>
          <a:prstGeom prst="rect">
            <a:avLst/>
          </a:prstGeom>
          <a:noFill/>
        </p:spPr>
        <p:txBody>
          <a:bodyPr vert="horz" lIns="67500" tIns="35100" rIns="67500" bIns="35100" rtlCol="0" anchor="t" anchorCtr="0">
            <a:noAutofit/>
          </a:bodyPr>
          <a:lstStyle>
            <a:lvl1pPr marL="285750" indent="-285750" fontAlgn="auto">
              <a:lnSpc>
                <a:spcPct val="150000"/>
              </a:lnSpc>
              <a:spcBef>
                <a:spcPts val="0"/>
              </a:spcBef>
              <a:spcAft>
                <a:spcPts val="800"/>
              </a:spcAft>
              <a:buFont typeface="+mj-ea"/>
              <a:buAutoNum type="ea1JpnChsDbPeriod"/>
              <a:defRPr sz="1100" u="none" strike="noStrike" cap="none" spc="150" normalizeH="0" baseline="0">
                <a:solidFill>
                  <a:schemeClr val="tx1">
                    <a:lumMod val="95000"/>
                    <a:lumOff val="5000"/>
                  </a:schemeClr>
                </a:solidFill>
                <a:uFillTx/>
                <a:latin typeface="微软雅黑 Light" panose="020B0502040204020203" pitchFamily="34" charset="-122"/>
                <a:ea typeface="微软雅黑 Light" panose="020B0502040204020203" pitchFamily="34" charset="-122"/>
              </a:defRPr>
            </a:lvl1pPr>
            <a:lvl2pPr marL="685800" indent="-228600" fontAlgn="auto">
              <a:lnSpc>
                <a:spcPct val="130000"/>
              </a:lnSpc>
              <a:spcBef>
                <a:spcPts val="0"/>
              </a:spcBef>
              <a:spcAft>
                <a:spcPts val="1000"/>
              </a:spcAft>
              <a:buFont typeface="Arial" panose="020B0604020202020204" pitchFamily="34" charset="0"/>
              <a:buChar char="•"/>
              <a:tabLst>
                <a:tab pos="1609725" algn="l"/>
              </a:tabLst>
              <a:defRPr sz="1600" u="none" strike="noStrike" cap="none" spc="150" normalizeH="0" baseline="0">
                <a:uFillTx/>
                <a:latin typeface="微软雅黑" panose="020B0503020204020204" pitchFamily="34" charset="-122"/>
                <a:ea typeface="微软雅黑" panose="020B0503020204020204" pitchFamily="34" charset="-122"/>
              </a:defRPr>
            </a:lvl2pPr>
            <a:lvl3pPr marL="1143000" indent="-228600" fontAlgn="auto">
              <a:lnSpc>
                <a:spcPct val="130000"/>
              </a:lnSpc>
              <a:spcBef>
                <a:spcPts val="0"/>
              </a:spcBef>
              <a:spcAft>
                <a:spcPts val="1000"/>
              </a:spcAft>
              <a:buFont typeface="Arial" panose="020B0604020202020204" pitchFamily="34" charset="0"/>
              <a:buChar char="•"/>
              <a:defRPr sz="1600" u="none" strike="noStrike" cap="none" spc="150" normalizeH="0" baseline="0">
                <a:uFillTx/>
                <a:latin typeface="微软雅黑" panose="020B0503020204020204" pitchFamily="34" charset="-122"/>
                <a:ea typeface="微软雅黑" panose="020B0503020204020204" pitchFamily="34" charset="-122"/>
              </a:defRPr>
            </a:lvl3pPr>
            <a:lvl4pPr marL="1600200" indent="-228600" fontAlgn="auto">
              <a:lnSpc>
                <a:spcPct val="130000"/>
              </a:lnSpc>
              <a:spcBef>
                <a:spcPts val="0"/>
              </a:spcBef>
              <a:spcAft>
                <a:spcPts val="1000"/>
              </a:spcAft>
              <a:buFont typeface="Arial" panose="020B0604020202020204" pitchFamily="34" charset="0"/>
              <a:buChar char="•"/>
              <a:defRPr sz="1600" u="none" strike="noStrike" cap="none" spc="150" normalizeH="0" baseline="0">
                <a:uFillTx/>
                <a:latin typeface="微软雅黑" panose="020B0503020204020204" pitchFamily="34" charset="-122"/>
                <a:ea typeface="微软雅黑" panose="020B0503020204020204" pitchFamily="34" charset="-122"/>
              </a:defRPr>
            </a:lvl4pPr>
            <a:lvl5pPr marL="2057400" indent="-228600" fontAlgn="auto">
              <a:lnSpc>
                <a:spcPct val="130000"/>
              </a:lnSpc>
              <a:spcBef>
                <a:spcPts val="0"/>
              </a:spcBef>
              <a:spcAft>
                <a:spcPts val="1000"/>
              </a:spcAft>
              <a:buFont typeface="Arial" panose="020B0604020202020204" pitchFamily="34" charset="0"/>
              <a:buChar char="•"/>
              <a:defRPr sz="1600" u="none" strike="noStrike" cap="none" spc="150" normalizeH="0" baseline="0">
                <a:uFillTx/>
                <a:latin typeface="微软雅黑" panose="020B0503020204020204" pitchFamily="34" charset="-122"/>
                <a:ea typeface="微软雅黑" panose="020B0503020204020204" pitchFamily="34" charset="-122"/>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140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日常工作中可以将不需要的文件或文件夹删除，以释放存储空间。从硬盘中删除文件或文件夹时，不会立即将其删除，而是将其存储在回收站中。</a:t>
            </a: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140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选中一个或多个文件或文件夹后，可以用以下方法之一将其删除。</a:t>
            </a:r>
          </a:p>
          <a:p>
            <a:pPr marL="749300" lvl="1" indent="-304800" algn="l" fontAlgn="ctr">
              <a:lnSpc>
                <a:spcPct val="130000"/>
              </a:lnSpc>
              <a:spcBef>
                <a:spcPts val="0"/>
              </a:spcBef>
              <a:spcAft>
                <a:spcPts val="0"/>
              </a:spcAft>
              <a:buSzPct val="100000"/>
              <a:buFont typeface="+mj-lt"/>
              <a:buAutoNum type="arabicPeriod"/>
            </a:pPr>
            <a:r>
              <a:rPr lang="zh-CN" altLang="en-US" sz="140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右键单击要删除的文件或文件夹，在快捷菜单中单击“删除”。</a:t>
            </a:r>
          </a:p>
          <a:p>
            <a:pPr marL="749300" lvl="1" indent="-304800" algn="l" fontAlgn="ctr">
              <a:lnSpc>
                <a:spcPct val="130000"/>
              </a:lnSpc>
              <a:spcBef>
                <a:spcPts val="0"/>
              </a:spcBef>
              <a:spcAft>
                <a:spcPts val="0"/>
              </a:spcAft>
              <a:buSzPct val="100000"/>
              <a:buFont typeface="+mj-lt"/>
              <a:buAutoNum type="arabicPeriod"/>
            </a:pPr>
            <a:r>
              <a:rPr lang="zh-CN" altLang="en-US" sz="140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按键盘上的Delete 键。</a:t>
            </a:r>
          </a:p>
          <a:p>
            <a:pPr marL="749300" lvl="1" indent="-304800" algn="l" fontAlgn="ctr">
              <a:lnSpc>
                <a:spcPct val="130000"/>
              </a:lnSpc>
              <a:spcBef>
                <a:spcPts val="0"/>
              </a:spcBef>
              <a:spcAft>
                <a:spcPts val="0"/>
              </a:spcAft>
              <a:buSzPct val="100000"/>
              <a:buFont typeface="+mj-lt"/>
              <a:buAutoNum type="arabicPeriod"/>
            </a:pPr>
            <a:r>
              <a:rPr lang="zh-CN" altLang="en-US" sz="140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把要删除的文件或文件夹拖动到“回收站”中。</a:t>
            </a:r>
          </a:p>
          <a:p>
            <a:pPr marL="749300" lvl="1" indent="-304800" algn="l" fontAlgn="ctr">
              <a:lnSpc>
                <a:spcPct val="130000"/>
              </a:lnSpc>
              <a:spcBef>
                <a:spcPts val="0"/>
              </a:spcBef>
              <a:spcAft>
                <a:spcPts val="0"/>
              </a:spcAft>
              <a:buSzPct val="100000"/>
              <a:buFont typeface="+mj-lt"/>
              <a:buAutoNum type="arabicPeriod"/>
            </a:pPr>
            <a:r>
              <a:rPr lang="zh-CN" altLang="en-US" sz="140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在资源管理器的“主页”选项卡的“组织”组中，单击“删除”按钮。</a:t>
            </a:r>
          </a:p>
          <a:p>
            <a:pPr marL="749300" lvl="1" indent="-304800" algn="l" fontAlgn="ctr">
              <a:lnSpc>
                <a:spcPct val="130000"/>
              </a:lnSpc>
              <a:spcBef>
                <a:spcPts val="0"/>
              </a:spcBef>
              <a:spcAft>
                <a:spcPts val="0"/>
              </a:spcAft>
              <a:buSzPct val="100000"/>
              <a:buFont typeface="+mj-lt"/>
              <a:buAutoNum type="arabicPeriod"/>
            </a:pPr>
            <a:r>
              <a:rPr lang="zh-CN" altLang="en-US" sz="140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若要永久删除文件或文件夹，而不是先将其移至回收站，则在“主页”选项卡的“组织”组中，单击“删除”下拉箭头，从下拉列表中单击“永久删除”命令，如图2-19所示，将弹出“删除多个项目”对话框，单击“是”按钮。</a:t>
            </a:r>
          </a:p>
          <a:p>
            <a:pPr marL="749300" lvl="1" indent="-304800" algn="l" fontAlgn="ctr">
              <a:lnSpc>
                <a:spcPct val="130000"/>
              </a:lnSpc>
              <a:spcBef>
                <a:spcPts val="0"/>
              </a:spcBef>
              <a:spcAft>
                <a:spcPts val="0"/>
              </a:spcAft>
              <a:buSzPct val="100000"/>
              <a:buFont typeface="+mj-lt"/>
              <a:buAutoNum type="arabicPeriod"/>
            </a:pPr>
            <a:r>
              <a:rPr lang="zh-CN" altLang="en-US" sz="140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永久删除文件或文件夹也可按Shift+Delete 组合键。</a:t>
            </a:r>
          </a:p>
        </p:txBody>
      </p:sp>
    </p:spTree>
    <p:custDataLst>
      <p:tags r:id="rId1"/>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16000" y="1193165"/>
            <a:ext cx="7375525" cy="2774315"/>
            <a:chOff x="1600" y="1879"/>
            <a:chExt cx="11615" cy="4369"/>
          </a:xfrm>
        </p:grpSpPr>
        <p:pic>
          <p:nvPicPr>
            <p:cNvPr id="2" name="图片 1"/>
            <p:cNvPicPr>
              <a:picLocks noChangeAspect="1"/>
            </p:cNvPicPr>
            <p:nvPr/>
          </p:nvPicPr>
          <p:blipFill>
            <a:blip r:embed="rId3"/>
            <a:stretch>
              <a:fillRect/>
            </a:stretch>
          </p:blipFill>
          <p:spPr>
            <a:xfrm>
              <a:off x="1600" y="1879"/>
              <a:ext cx="9210" cy="4175"/>
            </a:xfrm>
            <a:prstGeom prst="rect">
              <a:avLst/>
            </a:prstGeom>
          </p:spPr>
        </p:pic>
        <p:pic>
          <p:nvPicPr>
            <p:cNvPr id="3" name="图片 2"/>
            <p:cNvPicPr>
              <a:picLocks noChangeAspect="1"/>
            </p:cNvPicPr>
            <p:nvPr/>
          </p:nvPicPr>
          <p:blipFill>
            <a:blip r:embed="rId4"/>
            <a:stretch>
              <a:fillRect/>
            </a:stretch>
          </p:blipFill>
          <p:spPr>
            <a:xfrm>
              <a:off x="7391" y="4834"/>
              <a:ext cx="5825" cy="1414"/>
            </a:xfrm>
            <a:prstGeom prst="rect">
              <a:avLst/>
            </a:prstGeom>
          </p:spPr>
        </p:pic>
        <p:sp>
          <p:nvSpPr>
            <p:cNvPr id="4" name="圆角右箭头 3"/>
            <p:cNvSpPr/>
            <p:nvPr/>
          </p:nvSpPr>
          <p:spPr>
            <a:xfrm flipV="1">
              <a:off x="6198" y="4187"/>
              <a:ext cx="1193" cy="1093"/>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6" name="文本框 5"/>
          <p:cNvSpPr txBox="1"/>
          <p:nvPr/>
        </p:nvSpPr>
        <p:spPr>
          <a:xfrm>
            <a:off x="2163445" y="4309745"/>
            <a:ext cx="4816475" cy="368300"/>
          </a:xfrm>
          <a:prstGeom prst="rect">
            <a:avLst/>
          </a:prstGeom>
          <a:noFill/>
        </p:spPr>
        <p:txBody>
          <a:bodyPr wrap="square" rtlCol="0" anchor="t">
            <a:spAutoFit/>
          </a:bodyPr>
          <a:lstStyle/>
          <a:p>
            <a:pPr algn="ctr"/>
            <a:r>
              <a:rPr lang="zh-CN" altLang="en-US"/>
              <a:t>图2-19　永久删除文件或文件夹</a:t>
            </a:r>
          </a:p>
        </p:txBody>
      </p:sp>
    </p:spTree>
    <p:custDataLst>
      <p:tags r:id="rId1"/>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grpSp>
        <p:nvGrpSpPr>
          <p:cNvPr id="115" name="组合 114"/>
          <p:cNvGrpSpPr/>
          <p:nvPr userDrawn="1"/>
        </p:nvGrpSpPr>
        <p:grpSpPr>
          <a:xfrm>
            <a:off x="0" y="227965"/>
            <a:ext cx="9144000" cy="4686935"/>
            <a:chOff x="0" y="304200"/>
            <a:chExt cx="12192000" cy="6249600"/>
          </a:xfrm>
        </p:grpSpPr>
        <p:sp>
          <p:nvSpPr>
            <p:cNvPr id="15" name="矩形 14"/>
            <p:cNvSpPr/>
            <p:nvPr userDrawn="1">
              <p:custDataLst>
                <p:tags r:id="rId10"/>
              </p:custDataLst>
            </p:nvPr>
          </p:nvSpPr>
          <p:spPr>
            <a:xfrm>
              <a:off x="0" y="2123388"/>
              <a:ext cx="12192000" cy="2611225"/>
            </a:xfrm>
            <a:prstGeom prst="rect">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微软雅黑" panose="020B0503020204020204" pitchFamily="34" charset="-122"/>
                <a:ea typeface="微软雅黑" panose="020B0503020204020204" pitchFamily="34" charset="-122"/>
              </a:endParaRPr>
            </a:p>
          </p:txBody>
        </p:sp>
        <p:sp>
          <p:nvSpPr>
            <p:cNvPr id="16" name="矩形 15"/>
            <p:cNvSpPr/>
            <p:nvPr userDrawn="1">
              <p:custDataLst>
                <p:tags r:id="rId11"/>
              </p:custDataLst>
            </p:nvPr>
          </p:nvSpPr>
          <p:spPr>
            <a:xfrm>
              <a:off x="292800" y="304200"/>
              <a:ext cx="11606400" cy="6249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微软雅黑" panose="020B0503020204020204" pitchFamily="34" charset="-122"/>
                <a:ea typeface="微软雅黑" panose="020B0503020204020204" pitchFamily="34" charset="-122"/>
              </a:endParaRPr>
            </a:p>
          </p:txBody>
        </p:sp>
      </p:grpSp>
      <p:pic>
        <p:nvPicPr>
          <p:cNvPr id="8" name="图片 7" descr="C:\Users\kingsoft\Desktop\图片1.png图片1"/>
          <p:cNvPicPr preferRelativeResize="0">
            <a:picLocks noChangeAspect="1"/>
          </p:cNvPicPr>
          <p:nvPr>
            <p:custDataLst>
              <p:tags r:id="rId2"/>
            </p:custDataLst>
          </p:nvPr>
        </p:nvPicPr>
        <p:blipFill rotWithShape="1">
          <a:blip r:embed="rId13"/>
          <a:srcRect l="-1675" r="-1675"/>
          <a:stretch>
            <a:fillRect/>
          </a:stretch>
        </p:blipFill>
        <p:spPr>
          <a:xfrm>
            <a:off x="5215721" y="456300"/>
            <a:ext cx="3471980" cy="2072588"/>
          </a:xfrm>
          <a:prstGeom prst="rect">
            <a:avLst/>
          </a:prstGeom>
          <a:blipFill rotWithShape="1">
            <a:blip r:embed="rId14"/>
            <a:stretch>
              <a:fillRect/>
            </a:stretch>
          </a:blipFill>
        </p:spPr>
      </p:pic>
      <p:sp>
        <p:nvSpPr>
          <p:cNvPr id="10" name="Title 6"/>
          <p:cNvSpPr txBox="1"/>
          <p:nvPr>
            <p:custDataLst>
              <p:tags r:id="rId3"/>
            </p:custDataLst>
          </p:nvPr>
        </p:nvSpPr>
        <p:spPr>
          <a:xfrm>
            <a:off x="685799" y="1025874"/>
            <a:ext cx="4073621" cy="641984"/>
          </a:xfrm>
          <a:prstGeom prst="rect">
            <a:avLst/>
          </a:prstGeom>
          <a:noFill/>
          <a:ln w="3175">
            <a:noFill/>
            <a:prstDash val="dash"/>
          </a:ln>
        </p:spPr>
        <p:txBody>
          <a:bodyPr wrap="square" lIns="54000" tIns="27000" rIns="54000" bIns="81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marR="0" lvl="0" indent="0" algn="l" defTabSz="913765" rtl="0" eaLnBrk="1" fontAlgn="auto" latinLnBrk="0" hangingPunct="1">
              <a:lnSpc>
                <a:spcPct val="130000"/>
              </a:lnSpc>
              <a:spcBef>
                <a:spcPts val="0"/>
              </a:spcBef>
              <a:spcAft>
                <a:spcPts val="800"/>
              </a:spcAft>
              <a:buSzPct val="100000"/>
              <a:buFontTx/>
              <a:buNone/>
              <a:defRPr/>
            </a:pPr>
            <a:r>
              <a:rPr lang="zh-CN" altLang="en-US" sz="2700" b="1" spc="300">
                <a:ln w="3175">
                  <a:noFill/>
                  <a:prstDash val="dash"/>
                </a:ln>
                <a:solidFill>
                  <a:srgbClr val="262626"/>
                </a:solidFill>
                <a:latin typeface="微软雅黑" panose="020B0503020204020204" pitchFamily="34" charset="-122"/>
                <a:ea typeface="微软雅黑" panose="020B0503020204020204" pitchFamily="34" charset="-122"/>
                <a:cs typeface="微软雅黑" panose="020B0503020204020204" pitchFamily="34" charset="-122"/>
              </a:rPr>
              <a:t>恢复回收站中的文件</a:t>
            </a:r>
          </a:p>
        </p:txBody>
      </p:sp>
      <p:sp>
        <p:nvSpPr>
          <p:cNvPr id="11" name="Title 6"/>
          <p:cNvSpPr txBox="1"/>
          <p:nvPr>
            <p:custDataLst>
              <p:tags r:id="rId4"/>
            </p:custDataLst>
          </p:nvPr>
        </p:nvSpPr>
        <p:spPr>
          <a:xfrm>
            <a:off x="685800" y="1903730"/>
            <a:ext cx="4074160" cy="2167255"/>
          </a:xfrm>
          <a:prstGeom prst="rect">
            <a:avLst/>
          </a:prstGeom>
          <a:noFill/>
          <a:ln w="3175">
            <a:noFill/>
            <a:prstDash val="dash"/>
          </a:ln>
        </p:spPr>
        <p:txBody>
          <a:bodyPr wrap="square" lIns="54000" tIns="27000" rIns="54000" bIns="27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400050" lvl="0" indent="-400050" algn="just" fontAlgn="ctr">
              <a:lnSpc>
                <a:spcPct val="130000"/>
              </a:lnSpc>
              <a:spcBef>
                <a:spcPts val="1000"/>
              </a:spcBef>
              <a:spcAft>
                <a:spcPts val="0"/>
              </a:spcAft>
              <a:buSzPct val="100000"/>
              <a:buFont typeface="+mj-ea"/>
              <a:buAutoNum type="ea1JpnChsDbPeriod"/>
            </a:pPr>
            <a:r>
              <a:rPr lang="zh-CN" altLang="en-US" sz="1400" spc="50">
                <a:ln w="3175">
                  <a:noFill/>
                  <a:prstDash val="dash"/>
                </a:ln>
                <a:solidFill>
                  <a:srgbClr val="262626"/>
                </a:solidFill>
                <a:latin typeface="微软雅黑" panose="020B0503020204020204" pitchFamily="34" charset="-122"/>
                <a:ea typeface="微软雅黑" panose="020B0503020204020204" pitchFamily="34" charset="-122"/>
                <a:cs typeface="微软雅黑" panose="020B0503020204020204" pitchFamily="34" charset="-122"/>
              </a:rPr>
              <a:t>在桌面上双击“回收站”，或者在导航窗格中单击“回收站”，将打开“回收站”窗口。</a:t>
            </a:r>
          </a:p>
          <a:p>
            <a:pPr marL="400050" lvl="0" indent="-400050" algn="just" fontAlgn="ctr">
              <a:lnSpc>
                <a:spcPct val="130000"/>
              </a:lnSpc>
              <a:spcBef>
                <a:spcPts val="1000"/>
              </a:spcBef>
              <a:spcAft>
                <a:spcPts val="0"/>
              </a:spcAft>
              <a:buSzPct val="100000"/>
              <a:buFont typeface="+mj-ea"/>
              <a:buAutoNum type="ea1JpnChsDbPeriod"/>
            </a:pPr>
            <a:r>
              <a:rPr lang="zh-CN" altLang="en-US" sz="1400" spc="50">
                <a:ln w="3175">
                  <a:noFill/>
                  <a:prstDash val="dash"/>
                </a:ln>
                <a:solidFill>
                  <a:srgbClr val="262626"/>
                </a:solidFill>
                <a:latin typeface="微软雅黑" panose="020B0503020204020204" pitchFamily="34" charset="-122"/>
                <a:ea typeface="微软雅黑" panose="020B0503020204020204" pitchFamily="34" charset="-122"/>
                <a:cs typeface="微软雅黑" panose="020B0503020204020204" pitchFamily="34" charset="-122"/>
              </a:rPr>
              <a:t>选中要恢复的文件、文件夹，在“回收站工具—管理”选项卡中，单击“还原选定的项目”，如图2-20所示。</a:t>
            </a:r>
          </a:p>
          <a:p>
            <a:pPr marL="508000" lvl="1" indent="-222250" algn="just" fontAlgn="ctr">
              <a:lnSpc>
                <a:spcPct val="130000"/>
              </a:lnSpc>
              <a:spcBef>
                <a:spcPts val="0"/>
              </a:spcBef>
              <a:spcAft>
                <a:spcPts val="0"/>
              </a:spcAft>
              <a:buSzPct val="100000"/>
              <a:buFont typeface="Arial" panose="020B0604020202020204" pitchFamily="34" charset="0"/>
              <a:buChar char="○"/>
            </a:pPr>
            <a:r>
              <a:rPr lang="zh-CN" altLang="en-US" sz="1400" spc="50">
                <a:ln w="3175">
                  <a:noFill/>
                  <a:prstDash val="dash"/>
                </a:ln>
                <a:solidFill>
                  <a:srgbClr val="262626"/>
                </a:solidFill>
                <a:latin typeface="微软雅黑" panose="020B0503020204020204" pitchFamily="34" charset="-122"/>
                <a:ea typeface="微软雅黑" panose="020B0503020204020204" pitchFamily="34" charset="-122"/>
                <a:cs typeface="微软雅黑" panose="020B0503020204020204" pitchFamily="34" charset="-122"/>
              </a:rPr>
              <a:t>或者，右键单击选中的项目，从快捷菜单中单击“还原”，如图2-21所示。</a:t>
            </a:r>
          </a:p>
        </p:txBody>
      </p:sp>
      <p:sp>
        <p:nvSpPr>
          <p:cNvPr id="6" name="同心圆 1"/>
          <p:cNvSpPr/>
          <p:nvPr>
            <p:custDataLst>
              <p:tags r:id="rId5"/>
            </p:custDataLst>
          </p:nvPr>
        </p:nvSpPr>
        <p:spPr>
          <a:xfrm>
            <a:off x="4445096" y="4070574"/>
            <a:ext cx="314325" cy="314325"/>
          </a:xfrm>
          <a:prstGeom prst="donut">
            <a:avLst>
              <a:gd name="adj" fmla="val 20455"/>
            </a:avLst>
          </a:prstGeom>
          <a:solidFill>
            <a:srgbClr val="E1E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0000"/>
              </a:solidFill>
              <a:latin typeface="微软雅黑" panose="020B0503020204020204" pitchFamily="34" charset="-122"/>
              <a:ea typeface="微软雅黑" panose="020B0503020204020204" pitchFamily="34" charset="-122"/>
            </a:endParaRPr>
          </a:p>
        </p:txBody>
      </p:sp>
      <p:cxnSp>
        <p:nvCxnSpPr>
          <p:cNvPr id="7" name="直接连接符 6"/>
          <p:cNvCxnSpPr/>
          <p:nvPr>
            <p:custDataLst>
              <p:tags r:id="rId6"/>
            </p:custDataLst>
          </p:nvPr>
        </p:nvCxnSpPr>
        <p:spPr>
          <a:xfrm>
            <a:off x="685799" y="1719580"/>
            <a:ext cx="4074300" cy="0"/>
          </a:xfrm>
          <a:prstGeom prst="line">
            <a:avLst/>
          </a:prstGeom>
          <a:ln w="12700">
            <a:solidFill>
              <a:srgbClr val="A5A5DD"/>
            </a:solidFill>
          </a:ln>
        </p:spPr>
        <p:style>
          <a:lnRef idx="1">
            <a:schemeClr val="accent1"/>
          </a:lnRef>
          <a:fillRef idx="0">
            <a:schemeClr val="accent1"/>
          </a:fillRef>
          <a:effectRef idx="0">
            <a:schemeClr val="accent1"/>
          </a:effectRef>
          <a:fontRef idx="minor">
            <a:schemeClr val="tx1"/>
          </a:fontRef>
        </p:style>
      </p:cxnSp>
      <p:sp>
        <p:nvSpPr>
          <p:cNvPr id="12" name="椭圆 11"/>
          <p:cNvSpPr/>
          <p:nvPr>
            <p:custDataLst>
              <p:tags r:id="rId7"/>
            </p:custDataLst>
          </p:nvPr>
        </p:nvSpPr>
        <p:spPr>
          <a:xfrm>
            <a:off x="149225" y="1181735"/>
            <a:ext cx="472440" cy="472440"/>
          </a:xfrm>
          <a:prstGeom prst="ellipse">
            <a:avLst/>
          </a:prstGeom>
          <a:solidFill>
            <a:srgbClr val="C3C3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13" name="椭圆 12"/>
          <p:cNvSpPr/>
          <p:nvPr>
            <p:custDataLst>
              <p:tags r:id="rId8"/>
            </p:custDataLst>
          </p:nvPr>
        </p:nvSpPr>
        <p:spPr>
          <a:xfrm>
            <a:off x="436880" y="1567562"/>
            <a:ext cx="303530" cy="303530"/>
          </a:xfrm>
          <a:prstGeom prst="ellipse">
            <a:avLst/>
          </a:prstGeom>
          <a:solidFill>
            <a:srgbClr val="E1E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FFFFFF"/>
              </a:solidFill>
              <a:latin typeface="微软雅黑" panose="020B0503020204020204" pitchFamily="34" charset="-122"/>
              <a:ea typeface="微软雅黑" panose="020B0503020204020204" pitchFamily="34" charset="-122"/>
            </a:endParaRPr>
          </a:p>
        </p:txBody>
      </p:sp>
      <p:grpSp>
        <p:nvGrpSpPr>
          <p:cNvPr id="4" name="组合 3"/>
          <p:cNvGrpSpPr/>
          <p:nvPr/>
        </p:nvGrpSpPr>
        <p:grpSpPr>
          <a:xfrm>
            <a:off x="5215890" y="2614930"/>
            <a:ext cx="3472180" cy="2072640"/>
            <a:chOff x="8214" y="4118"/>
            <a:chExt cx="5468" cy="3264"/>
          </a:xfrm>
        </p:grpSpPr>
        <p:pic>
          <p:nvPicPr>
            <p:cNvPr id="9" name="图片 8" descr="C:\Users\kingsoft\Desktop\图片2.png图片2"/>
            <p:cNvPicPr preferRelativeResize="0">
              <a:picLocks noChangeAspect="1"/>
            </p:cNvPicPr>
            <p:nvPr>
              <p:custDataLst>
                <p:tags r:id="rId9"/>
              </p:custDataLst>
            </p:nvPr>
          </p:nvPicPr>
          <p:blipFill rotWithShape="1">
            <a:blip r:embed="rId15"/>
            <a:srcRect l="-1675" r="-1675"/>
            <a:stretch>
              <a:fillRect/>
            </a:stretch>
          </p:blipFill>
          <p:spPr>
            <a:xfrm>
              <a:off x="8214" y="4118"/>
              <a:ext cx="5468" cy="3264"/>
            </a:xfrm>
            <a:prstGeom prst="rect">
              <a:avLst/>
            </a:prstGeom>
            <a:blipFill rotWithShape="1">
              <a:blip r:embed="rId16"/>
              <a:stretch>
                <a:fillRect/>
              </a:stretch>
            </a:blipFill>
          </p:spPr>
        </p:pic>
        <p:pic>
          <p:nvPicPr>
            <p:cNvPr id="3" name="图片 2"/>
            <p:cNvPicPr>
              <a:picLocks noChangeAspect="1"/>
            </p:cNvPicPr>
            <p:nvPr/>
          </p:nvPicPr>
          <p:blipFill>
            <a:blip r:embed="rId17"/>
            <a:srcRect l="36000" t="40222" r="53500" b="44667"/>
            <a:stretch>
              <a:fillRect/>
            </a:stretch>
          </p:blipFill>
          <p:spPr>
            <a:xfrm>
              <a:off x="11865" y="5957"/>
              <a:ext cx="1539" cy="1247"/>
            </a:xfrm>
            <a:prstGeom prst="rect">
              <a:avLst/>
            </a:prstGeom>
          </p:spPr>
        </p:pic>
      </p:grpSp>
      <p:sp>
        <p:nvSpPr>
          <p:cNvPr id="5" name="文本框 4"/>
          <p:cNvSpPr txBox="1"/>
          <p:nvPr/>
        </p:nvSpPr>
        <p:spPr>
          <a:xfrm>
            <a:off x="6561455" y="2127885"/>
            <a:ext cx="781685" cy="306705"/>
          </a:xfrm>
          <a:prstGeom prst="rect">
            <a:avLst/>
          </a:prstGeom>
          <a:solidFill>
            <a:schemeClr val="bg1">
              <a:lumMod val="95000"/>
              <a:alpha val="65000"/>
            </a:schemeClr>
          </a:solidFill>
        </p:spPr>
        <p:txBody>
          <a:bodyPr wrap="none" rtlCol="0" anchor="t">
            <a:spAutoFit/>
          </a:bodyPr>
          <a:lstStyle/>
          <a:p>
            <a:r>
              <a:rPr lang="zh-CN" altLang="en-US" sz="1400" spc="50">
                <a:ln w="3175">
                  <a:noFill/>
                  <a:prstDash val="dash"/>
                </a:ln>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ea"/>
              </a:rPr>
              <a:t>图2-20</a:t>
            </a:r>
          </a:p>
        </p:txBody>
      </p:sp>
      <p:sp>
        <p:nvSpPr>
          <p:cNvPr id="18" name="文本框 17"/>
          <p:cNvSpPr txBox="1"/>
          <p:nvPr/>
        </p:nvSpPr>
        <p:spPr>
          <a:xfrm>
            <a:off x="6561455" y="4267835"/>
            <a:ext cx="781685" cy="306705"/>
          </a:xfrm>
          <a:prstGeom prst="rect">
            <a:avLst/>
          </a:prstGeom>
          <a:solidFill>
            <a:schemeClr val="bg1">
              <a:lumMod val="95000"/>
              <a:alpha val="65000"/>
            </a:schemeClr>
          </a:solidFill>
        </p:spPr>
        <p:txBody>
          <a:bodyPr wrap="none" rtlCol="0" anchor="t">
            <a:spAutoFit/>
          </a:bodyPr>
          <a:lstStyle/>
          <a:p>
            <a:r>
              <a:rPr lang="zh-CN" altLang="en-US" sz="1400" spc="50">
                <a:ln w="3175">
                  <a:noFill/>
                  <a:prstDash val="dash"/>
                </a:ln>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ea"/>
              </a:rPr>
              <a:t>图2-2</a:t>
            </a:r>
            <a:r>
              <a:rPr lang="en-US" altLang="zh-CN" sz="1400" spc="50">
                <a:ln w="3175">
                  <a:noFill/>
                  <a:prstDash val="dash"/>
                </a:ln>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ea"/>
              </a:rPr>
              <a:t>1</a:t>
            </a:r>
          </a:p>
        </p:txBody>
      </p:sp>
    </p:spTree>
    <p:custDataLst>
      <p:tags r:id="rId1"/>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60" name="图片 159"/>
          <p:cNvPicPr>
            <a:picLocks noChangeAspect="1"/>
          </p:cNvPicPr>
          <p:nvPr userDrawn="1">
            <p:custDataLst>
              <p:tags r:id="rId2"/>
            </p:custDataLst>
          </p:nvPr>
        </p:nvPicPr>
        <p:blipFill>
          <a:blip r:embed="rId13">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
        <p:nvSpPr>
          <p:cNvPr id="5" name="文本框 4"/>
          <p:cNvSpPr txBox="1"/>
          <p:nvPr>
            <p:custDataLst>
              <p:tags r:id="rId3"/>
            </p:custDataLst>
          </p:nvPr>
        </p:nvSpPr>
        <p:spPr>
          <a:xfrm>
            <a:off x="1502544" y="431018"/>
            <a:ext cx="6138911" cy="486672"/>
          </a:xfrm>
          <a:prstGeom prst="rect">
            <a:avLst/>
          </a:prstGeom>
          <a:noFill/>
        </p:spPr>
        <p:txBody>
          <a:bodyPr wrap="square" lIns="67627" tIns="35242" rIns="67627" bIns="35242" rtlCol="0">
            <a:normAutofit/>
          </a:bodyPr>
          <a:lstStyle/>
          <a:p>
            <a:pPr marL="0" indent="0" algn="ctr">
              <a:lnSpc>
                <a:spcPct val="100000"/>
              </a:lnSpc>
              <a:spcBef>
                <a:spcPts val="0"/>
              </a:spcBef>
              <a:spcAft>
                <a:spcPts val="0"/>
              </a:spcAft>
              <a:buSzPct val="100000"/>
              <a:buNone/>
            </a:pPr>
            <a:r>
              <a:rPr lang="zh-CN" altLang="en-US" sz="2400" b="1" spc="300">
                <a:solidFill>
                  <a:srgbClr val="404040"/>
                </a:solidFill>
                <a:latin typeface="微软雅黑" panose="020B0503020204020204" pitchFamily="34" charset="-122"/>
                <a:ea typeface="微软雅黑" panose="020B0503020204020204" pitchFamily="34" charset="-122"/>
              </a:rPr>
              <a:t>提示</a:t>
            </a:r>
          </a:p>
        </p:txBody>
      </p:sp>
      <p:sp>
        <p:nvSpPr>
          <p:cNvPr id="7" name="矩形 6"/>
          <p:cNvSpPr/>
          <p:nvPr>
            <p:custDataLst>
              <p:tags r:id="rId4"/>
            </p:custDataLst>
          </p:nvPr>
        </p:nvSpPr>
        <p:spPr>
          <a:xfrm>
            <a:off x="1286931" y="1200308"/>
            <a:ext cx="6570134" cy="1580315"/>
          </a:xfrm>
          <a:prstGeom prst="rect">
            <a:avLst/>
          </a:prstGeom>
          <a:solidFill>
            <a:srgbClr val="D9D9D9"/>
          </a:solidFill>
          <a:ln w="12700">
            <a:solidFill>
              <a:srgbClr val="6969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 name="文本框 5"/>
          <p:cNvSpPr txBox="1"/>
          <p:nvPr>
            <p:custDataLst>
              <p:tags r:id="rId5"/>
            </p:custDataLst>
          </p:nvPr>
        </p:nvSpPr>
        <p:spPr>
          <a:xfrm>
            <a:off x="1502543" y="1392608"/>
            <a:ext cx="6138911" cy="1195715"/>
          </a:xfrm>
          <a:prstGeom prst="rect">
            <a:avLst/>
          </a:prstGeom>
          <a:noFill/>
        </p:spPr>
        <p:txBody>
          <a:bodyPr wrap="square" lIns="67627" tIns="35242" rIns="67627" bIns="35242" rtlCol="0" anchor="ctr">
            <a:normAutofit/>
          </a:bodyPr>
          <a:lstStyle>
            <a:defPPr>
              <a:defRPr lang="zh-CN"/>
            </a:defPPr>
            <a:lvl1pPr fontAlgn="auto">
              <a:lnSpc>
                <a:spcPct val="130000"/>
              </a:lnSpc>
              <a:spcAft>
                <a:spcPts val="1000"/>
              </a:spcAft>
              <a:defRPr sz="1600" spc="150"/>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120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从网络文件夹、USB 闪存驱动器或移动硬盘中删除文件或文件夹，则可能会永久删除该文件或文件夹，而不是将其存储在回收站中。</a:t>
            </a: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120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对于永久删除的文件或文件夹，通过专用的数据恢复工具软件，有可能将其恢复。</a:t>
            </a:r>
          </a:p>
        </p:txBody>
      </p:sp>
      <p:sp>
        <p:nvSpPr>
          <p:cNvPr id="8" name="等腰三角形 7"/>
          <p:cNvSpPr/>
          <p:nvPr>
            <p:custDataLst>
              <p:tags r:id="rId6"/>
            </p:custDataLst>
          </p:nvPr>
        </p:nvSpPr>
        <p:spPr>
          <a:xfrm rot="5400000">
            <a:off x="-606006" y="1842938"/>
            <a:ext cx="1507067" cy="295054"/>
          </a:xfrm>
          <a:prstGeom prst="triangle">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8" name="等腰三角形 17"/>
          <p:cNvSpPr/>
          <p:nvPr>
            <p:custDataLst>
              <p:tags r:id="rId7"/>
            </p:custDataLst>
          </p:nvPr>
        </p:nvSpPr>
        <p:spPr>
          <a:xfrm rot="16200000" flipH="1">
            <a:off x="8242940" y="1842938"/>
            <a:ext cx="1507067" cy="295054"/>
          </a:xfrm>
          <a:prstGeom prst="triangle">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4" name="矩形 13"/>
          <p:cNvSpPr/>
          <p:nvPr>
            <p:custDataLst>
              <p:tags r:id="rId8"/>
            </p:custDataLst>
          </p:nvPr>
        </p:nvSpPr>
        <p:spPr>
          <a:xfrm>
            <a:off x="1286931" y="2991472"/>
            <a:ext cx="6570134" cy="1580315"/>
          </a:xfrm>
          <a:prstGeom prst="rect">
            <a:avLst/>
          </a:prstGeom>
          <a:solidFill>
            <a:srgbClr val="D9D9D9"/>
          </a:solidFill>
          <a:ln w="12700">
            <a:solidFill>
              <a:srgbClr val="6969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0" name="文本框 9"/>
          <p:cNvSpPr txBox="1"/>
          <p:nvPr>
            <p:custDataLst>
              <p:tags r:id="rId9"/>
            </p:custDataLst>
          </p:nvPr>
        </p:nvSpPr>
        <p:spPr>
          <a:xfrm>
            <a:off x="1502542" y="3179261"/>
            <a:ext cx="6138911" cy="1195715"/>
          </a:xfrm>
          <a:prstGeom prst="rect">
            <a:avLst/>
          </a:prstGeom>
          <a:noFill/>
        </p:spPr>
        <p:txBody>
          <a:bodyPr wrap="square" lIns="67627" tIns="35242" rIns="67627" bIns="35242" rtlCol="0" anchor="ctr">
            <a:normAutofit/>
          </a:bodyPr>
          <a:lstStyle>
            <a:defPPr>
              <a:defRPr lang="zh-CN"/>
            </a:defPPr>
            <a:lvl1pPr fontAlgn="auto">
              <a:lnSpc>
                <a:spcPct val="130000"/>
              </a:lnSpc>
              <a:spcAft>
                <a:spcPts val="1000"/>
              </a:spcAft>
              <a:defRPr sz="1600" spc="150"/>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120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如果单击“还原所有项目”，可以还原回收站中的所有项目。</a:t>
            </a: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120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单击“清空回收站”，将弹出“删除多个项目”对话框，单击“是”可以清空回收站。清空“回收站”或在“回收站”中删除指定项目后，被删除的内容将无法恢复。</a:t>
            </a:r>
          </a:p>
        </p:txBody>
      </p:sp>
      <p:sp>
        <p:nvSpPr>
          <p:cNvPr id="9" name="等腰三角形 8"/>
          <p:cNvSpPr/>
          <p:nvPr>
            <p:custDataLst>
              <p:tags r:id="rId10"/>
            </p:custDataLst>
          </p:nvPr>
        </p:nvSpPr>
        <p:spPr>
          <a:xfrm rot="5400000">
            <a:off x="-606006" y="3634102"/>
            <a:ext cx="1507067" cy="295054"/>
          </a:xfrm>
          <a:prstGeom prst="triangle">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9" name="等腰三角形 18"/>
          <p:cNvSpPr/>
          <p:nvPr>
            <p:custDataLst>
              <p:tags r:id="rId11"/>
            </p:custDataLst>
          </p:nvPr>
        </p:nvSpPr>
        <p:spPr>
          <a:xfrm rot="16200000" flipH="1">
            <a:off x="8242940" y="3634102"/>
            <a:ext cx="1507067" cy="295054"/>
          </a:xfrm>
          <a:prstGeom prst="triangle">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Tree>
    <p:custDataLst>
      <p:tags r:id="rId1"/>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grpSp>
        <p:nvGrpSpPr>
          <p:cNvPr id="14" name="组合 13"/>
          <p:cNvGrpSpPr/>
          <p:nvPr userDrawn="1">
            <p:custDataLst>
              <p:tags r:id="rId2"/>
            </p:custDataLst>
          </p:nvPr>
        </p:nvGrpSpPr>
        <p:grpSpPr>
          <a:xfrm>
            <a:off x="0" y="228150"/>
            <a:ext cx="9144000" cy="4687200"/>
            <a:chOff x="0" y="304200"/>
            <a:chExt cx="12192000" cy="6249600"/>
          </a:xfrm>
        </p:grpSpPr>
        <p:grpSp>
          <p:nvGrpSpPr>
            <p:cNvPr id="115" name="组合 114"/>
            <p:cNvGrpSpPr/>
            <p:nvPr userDrawn="1"/>
          </p:nvGrpSpPr>
          <p:grpSpPr>
            <a:xfrm>
              <a:off x="0" y="304200"/>
              <a:ext cx="12192000" cy="6249600"/>
              <a:chOff x="0" y="304200"/>
              <a:chExt cx="12192000" cy="6249600"/>
            </a:xfrm>
          </p:grpSpPr>
          <p:sp>
            <p:nvSpPr>
              <p:cNvPr id="15" name="矩形 14"/>
              <p:cNvSpPr/>
              <p:nvPr userDrawn="1">
                <p:custDataLst>
                  <p:tags r:id="rId12"/>
                </p:custDataLst>
              </p:nvPr>
            </p:nvSpPr>
            <p:spPr>
              <a:xfrm>
                <a:off x="0" y="2123388"/>
                <a:ext cx="12192000" cy="2611225"/>
              </a:xfrm>
              <a:prstGeom prst="rect">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微软雅黑" panose="020B0503020204020204" pitchFamily="34" charset="-122"/>
                  <a:ea typeface="微软雅黑" panose="020B0503020204020204" pitchFamily="34" charset="-122"/>
                </a:endParaRPr>
              </a:p>
            </p:txBody>
          </p:sp>
          <p:sp>
            <p:nvSpPr>
              <p:cNvPr id="16" name="矩形 15"/>
              <p:cNvSpPr/>
              <p:nvPr userDrawn="1">
                <p:custDataLst>
                  <p:tags r:id="rId13"/>
                </p:custDataLst>
              </p:nvPr>
            </p:nvSpPr>
            <p:spPr>
              <a:xfrm>
                <a:off x="292800" y="304200"/>
                <a:ext cx="11606400" cy="6249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微软雅黑" panose="020B0503020204020204" pitchFamily="34" charset="-122"/>
                  <a:ea typeface="微软雅黑" panose="020B0503020204020204" pitchFamily="34" charset="-122"/>
                </a:endParaRPr>
              </a:p>
            </p:txBody>
          </p:sp>
        </p:grpSp>
        <p:pic>
          <p:nvPicPr>
            <p:cNvPr id="17" name="图片 16"/>
            <p:cNvPicPr>
              <a:picLocks noChangeAspect="1"/>
            </p:cNvPicPr>
            <p:nvPr userDrawn="1">
              <p:custDataLst>
                <p:tags r:id="rId11"/>
              </p:custDataLst>
            </p:nvPr>
          </p:nvPicPr>
          <p:blipFill>
            <a:blip r:embed="rId15">
              <a:extLst>
                <a:ext uri="{28A0092B-C50C-407E-A947-70E740481C1C}">
                  <a14:useLocalDpi xmlns:a14="http://schemas.microsoft.com/office/drawing/2010/main" val="0"/>
                </a:ext>
              </a:extLst>
            </a:blip>
            <a:stretch>
              <a:fillRect/>
            </a:stretch>
          </p:blipFill>
          <p:spPr>
            <a:xfrm>
              <a:off x="10378442" y="4970438"/>
              <a:ext cx="1466758" cy="1583362"/>
            </a:xfrm>
            <a:prstGeom prst="rect">
              <a:avLst/>
            </a:prstGeom>
          </p:spPr>
        </p:pic>
      </p:grpSp>
      <p:pic>
        <p:nvPicPr>
          <p:cNvPr id="8" name="图片 7" descr="C:\Users\kingsoft\Desktop\图片1.png图片1"/>
          <p:cNvPicPr preferRelativeResize="0">
            <a:picLocks noChangeAspect="1"/>
          </p:cNvPicPr>
          <p:nvPr>
            <p:custDataLst>
              <p:tags r:id="rId3"/>
            </p:custDataLst>
          </p:nvPr>
        </p:nvPicPr>
        <p:blipFill rotWithShape="1">
          <a:blip r:embed="rId16"/>
          <a:srcRect t="-62869" b="-62869"/>
          <a:stretch>
            <a:fillRect/>
          </a:stretch>
        </p:blipFill>
        <p:spPr>
          <a:xfrm>
            <a:off x="5215721" y="456300"/>
            <a:ext cx="3471980" cy="2417202"/>
          </a:xfrm>
          <a:prstGeom prst="rect">
            <a:avLst/>
          </a:prstGeom>
          <a:blipFill rotWithShape="1">
            <a:blip r:embed="rId17"/>
            <a:stretch>
              <a:fillRect/>
            </a:stretch>
          </a:blipFill>
        </p:spPr>
      </p:pic>
      <p:pic>
        <p:nvPicPr>
          <p:cNvPr id="9" name="图片 8" descr="C:\Users\kingsoft\Desktop\图片2.png图片2"/>
          <p:cNvPicPr preferRelativeResize="0">
            <a:picLocks noChangeAspect="1"/>
          </p:cNvPicPr>
          <p:nvPr>
            <p:custDataLst>
              <p:tags r:id="rId4"/>
            </p:custDataLst>
          </p:nvPr>
        </p:nvPicPr>
        <p:blipFill rotWithShape="1">
          <a:blip r:embed="rId18"/>
          <a:srcRect t="-46499" b="-46499"/>
          <a:stretch>
            <a:fillRect/>
          </a:stretch>
        </p:blipFill>
        <p:spPr>
          <a:xfrm>
            <a:off x="5215721" y="2959227"/>
            <a:ext cx="3471980" cy="1727973"/>
          </a:xfrm>
          <a:prstGeom prst="rect">
            <a:avLst/>
          </a:prstGeom>
          <a:blipFill rotWithShape="1">
            <a:blip r:embed="rId19"/>
            <a:stretch>
              <a:fillRect/>
            </a:stretch>
          </a:blipFill>
        </p:spPr>
      </p:pic>
      <p:sp>
        <p:nvSpPr>
          <p:cNvPr id="10" name="Title 6"/>
          <p:cNvSpPr txBox="1"/>
          <p:nvPr>
            <p:custDataLst>
              <p:tags r:id="rId5"/>
            </p:custDataLst>
          </p:nvPr>
        </p:nvSpPr>
        <p:spPr>
          <a:xfrm>
            <a:off x="685799" y="1537082"/>
            <a:ext cx="4073621" cy="641984"/>
          </a:xfrm>
          <a:prstGeom prst="rect">
            <a:avLst/>
          </a:prstGeom>
          <a:noFill/>
          <a:ln w="3175">
            <a:noFill/>
            <a:prstDash val="dash"/>
          </a:ln>
        </p:spPr>
        <p:txBody>
          <a:bodyPr wrap="square" lIns="54000" tIns="27000" rIns="54000" bIns="81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marR="0" lvl="0" indent="0" algn="l" defTabSz="913765" rtl="0" eaLnBrk="1" fontAlgn="auto" latinLnBrk="0" hangingPunct="1">
              <a:lnSpc>
                <a:spcPct val="130000"/>
              </a:lnSpc>
              <a:spcBef>
                <a:spcPts val="0"/>
              </a:spcBef>
              <a:spcAft>
                <a:spcPts val="800"/>
              </a:spcAft>
              <a:buSzPct val="100000"/>
              <a:buFontTx/>
              <a:buNone/>
              <a:defRPr/>
            </a:pPr>
            <a:r>
              <a:rPr lang="zh-CN" altLang="en-US" sz="2700" b="1" spc="300">
                <a:ln w="3175">
                  <a:noFill/>
                  <a:prstDash val="dash"/>
                </a:ln>
                <a:solidFill>
                  <a:srgbClr val="262626"/>
                </a:solidFill>
                <a:latin typeface="微软雅黑" panose="020B0503020204020204" pitchFamily="34" charset="-122"/>
                <a:ea typeface="微软雅黑" panose="020B0503020204020204" pitchFamily="34" charset="-122"/>
                <a:cs typeface="微软雅黑" panose="020B0503020204020204" pitchFamily="34" charset="-122"/>
              </a:rPr>
              <a:t>创建桌面快捷方式</a:t>
            </a:r>
          </a:p>
        </p:txBody>
      </p:sp>
      <p:sp>
        <p:nvSpPr>
          <p:cNvPr id="11" name="Title 6"/>
          <p:cNvSpPr txBox="1"/>
          <p:nvPr>
            <p:custDataLst>
              <p:tags r:id="rId6"/>
            </p:custDataLst>
          </p:nvPr>
        </p:nvSpPr>
        <p:spPr>
          <a:xfrm>
            <a:off x="685800" y="2414668"/>
            <a:ext cx="4073621" cy="2233295"/>
          </a:xfrm>
          <a:prstGeom prst="rect">
            <a:avLst/>
          </a:prstGeom>
          <a:noFill/>
          <a:ln w="3175">
            <a:noFill/>
            <a:prstDash val="dash"/>
          </a:ln>
        </p:spPr>
        <p:txBody>
          <a:bodyPr wrap="square" lIns="54000" tIns="27000" rIns="54000" bIns="27000"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a:lnSpc>
                <a:spcPct val="130000"/>
              </a:lnSpc>
              <a:spcBef>
                <a:spcPts val="0"/>
              </a:spcBef>
              <a:spcAft>
                <a:spcPts val="800"/>
              </a:spcAft>
              <a:buSzPct val="100000"/>
              <a:buNone/>
            </a:pPr>
            <a:r>
              <a:rPr lang="zh-CN" altLang="en-US" sz="1300" spc="50">
                <a:ln w="3175">
                  <a:noFill/>
                  <a:prstDash val="dash"/>
                </a:ln>
                <a:solidFill>
                  <a:srgbClr val="262626"/>
                </a:solidFill>
                <a:latin typeface="微软雅黑" panose="020B0503020204020204" pitchFamily="34" charset="-122"/>
                <a:ea typeface="微软雅黑" panose="020B0503020204020204" pitchFamily="34" charset="-122"/>
                <a:cs typeface="微软雅黑" panose="020B0503020204020204" pitchFamily="34" charset="-122"/>
              </a:rPr>
              <a:t>快捷方式是Windows 提供的一种快速启动应用程序、打开文件或文件夹的方法，是链接到应用程序、文件或文件夹的图标，而不是应用程序、文件或文件夹本身，所以删除某快捷方式，并不会删除其链接到的应用程序、文件或文件夹。</a:t>
            </a:r>
          </a:p>
          <a:p>
            <a:pPr marL="0" lvl="0" indent="0" algn="l">
              <a:lnSpc>
                <a:spcPct val="130000"/>
              </a:lnSpc>
              <a:spcBef>
                <a:spcPts val="0"/>
              </a:spcBef>
              <a:spcAft>
                <a:spcPts val="800"/>
              </a:spcAft>
              <a:buSzPct val="100000"/>
              <a:buNone/>
            </a:pPr>
            <a:r>
              <a:rPr lang="zh-CN" altLang="en-US" sz="1300" spc="50">
                <a:ln w="3175">
                  <a:noFill/>
                  <a:prstDash val="dash"/>
                </a:ln>
                <a:solidFill>
                  <a:srgbClr val="262626"/>
                </a:solidFill>
                <a:latin typeface="微软雅黑" panose="020B0503020204020204" pitchFamily="34" charset="-122"/>
                <a:ea typeface="微软雅黑" panose="020B0503020204020204" pitchFamily="34" charset="-122"/>
                <a:cs typeface="微软雅黑" panose="020B0503020204020204" pitchFamily="34" charset="-122"/>
              </a:rPr>
              <a:t>把鼠标指针放置在快捷方式图标上，将提示其存储位置；而在桌面上、文件夹中保存的项目，提示中没有保存位置，如图所示。</a:t>
            </a:r>
          </a:p>
        </p:txBody>
      </p:sp>
      <p:sp>
        <p:nvSpPr>
          <p:cNvPr id="6" name="同心圆 1"/>
          <p:cNvSpPr/>
          <p:nvPr>
            <p:custDataLst>
              <p:tags r:id="rId7"/>
            </p:custDataLst>
          </p:nvPr>
        </p:nvSpPr>
        <p:spPr>
          <a:xfrm>
            <a:off x="4445096" y="3558348"/>
            <a:ext cx="314325" cy="314325"/>
          </a:xfrm>
          <a:prstGeom prst="donut">
            <a:avLst>
              <a:gd name="adj" fmla="val 20455"/>
            </a:avLst>
          </a:prstGeom>
          <a:solidFill>
            <a:srgbClr val="E1E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0000"/>
              </a:solidFill>
              <a:latin typeface="微软雅黑" panose="020B0503020204020204" pitchFamily="34" charset="-122"/>
              <a:ea typeface="微软雅黑" panose="020B0503020204020204" pitchFamily="34" charset="-122"/>
            </a:endParaRPr>
          </a:p>
        </p:txBody>
      </p:sp>
      <p:cxnSp>
        <p:nvCxnSpPr>
          <p:cNvPr id="7" name="直接连接符 6"/>
          <p:cNvCxnSpPr/>
          <p:nvPr>
            <p:custDataLst>
              <p:tags r:id="rId8"/>
            </p:custDataLst>
          </p:nvPr>
        </p:nvCxnSpPr>
        <p:spPr>
          <a:xfrm>
            <a:off x="685799" y="2230788"/>
            <a:ext cx="4074300" cy="0"/>
          </a:xfrm>
          <a:prstGeom prst="line">
            <a:avLst/>
          </a:prstGeom>
          <a:ln w="12700">
            <a:solidFill>
              <a:srgbClr val="A5A5DD"/>
            </a:solidFill>
          </a:ln>
        </p:spPr>
        <p:style>
          <a:lnRef idx="1">
            <a:schemeClr val="accent1"/>
          </a:lnRef>
          <a:fillRef idx="0">
            <a:schemeClr val="accent1"/>
          </a:fillRef>
          <a:effectRef idx="0">
            <a:schemeClr val="accent1"/>
          </a:effectRef>
          <a:fontRef idx="minor">
            <a:schemeClr val="tx1"/>
          </a:fontRef>
        </p:style>
      </p:cxnSp>
      <p:sp>
        <p:nvSpPr>
          <p:cNvPr id="12" name="椭圆 11"/>
          <p:cNvSpPr/>
          <p:nvPr>
            <p:custDataLst>
              <p:tags r:id="rId9"/>
            </p:custDataLst>
          </p:nvPr>
        </p:nvSpPr>
        <p:spPr>
          <a:xfrm>
            <a:off x="149225" y="1697355"/>
            <a:ext cx="472440" cy="472440"/>
          </a:xfrm>
          <a:prstGeom prst="ellipse">
            <a:avLst/>
          </a:prstGeom>
          <a:solidFill>
            <a:srgbClr val="C3C3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13" name="椭圆 12"/>
          <p:cNvSpPr/>
          <p:nvPr>
            <p:custDataLst>
              <p:tags r:id="rId10"/>
            </p:custDataLst>
          </p:nvPr>
        </p:nvSpPr>
        <p:spPr>
          <a:xfrm>
            <a:off x="436880" y="2078849"/>
            <a:ext cx="303530" cy="303530"/>
          </a:xfrm>
          <a:prstGeom prst="ellipse">
            <a:avLst/>
          </a:prstGeom>
          <a:solidFill>
            <a:srgbClr val="E1E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FFFFFF"/>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20" name="组合 19"/>
          <p:cNvGrpSpPr/>
          <p:nvPr userDrawn="1">
            <p:custDataLst>
              <p:tags r:id="rId2"/>
            </p:custDataLst>
          </p:nvPr>
        </p:nvGrpSpPr>
        <p:grpSpPr>
          <a:xfrm rot="20310956">
            <a:off x="219227" y="260732"/>
            <a:ext cx="881159" cy="522149"/>
            <a:chOff x="4175125" y="1726565"/>
            <a:chExt cx="1094105" cy="648335"/>
          </a:xfrm>
        </p:grpSpPr>
        <p:sp>
          <p:nvSpPr>
            <p:cNvPr id="21" name="Freeform 64"/>
            <p:cNvSpPr/>
            <p:nvPr userDrawn="1">
              <p:custDataLst>
                <p:tags r:id="rId9"/>
              </p:custDataLst>
            </p:nvPr>
          </p:nvSpPr>
          <p:spPr bwMode="auto">
            <a:xfrm>
              <a:off x="4175125" y="1726565"/>
              <a:ext cx="1094105" cy="648335"/>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2" name="Rectangle 66"/>
            <p:cNvSpPr>
              <a:spLocks noChangeArrowheads="1"/>
            </p:cNvSpPr>
            <p:nvPr userDrawn="1">
              <p:custDataLst>
                <p:tags r:id="rId10"/>
              </p:custDataLst>
            </p:nvPr>
          </p:nvSpPr>
          <p:spPr bwMode="auto">
            <a:xfrm>
              <a:off x="4249420" y="2235382"/>
              <a:ext cx="897255" cy="704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3" name="Rectangle 67"/>
            <p:cNvSpPr>
              <a:spLocks noChangeArrowheads="1"/>
            </p:cNvSpPr>
            <p:nvPr userDrawn="1">
              <p:custDataLst>
                <p:tags r:id="rId11"/>
              </p:custDataLst>
            </p:nvPr>
          </p:nvSpPr>
          <p:spPr bwMode="auto">
            <a:xfrm>
              <a:off x="4249420" y="2116728"/>
              <a:ext cx="504190" cy="717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4" name="Rectangle 68"/>
            <p:cNvSpPr>
              <a:spLocks noChangeArrowheads="1"/>
            </p:cNvSpPr>
            <p:nvPr userDrawn="1">
              <p:custDataLst>
                <p:tags r:id="rId12"/>
              </p:custDataLst>
            </p:nvPr>
          </p:nvSpPr>
          <p:spPr bwMode="auto">
            <a:xfrm>
              <a:off x="4245610" y="1786255"/>
              <a:ext cx="275590" cy="226695"/>
            </a:xfrm>
            <a:prstGeom prst="rect">
              <a:avLst/>
            </a:prstGeom>
            <a:solidFill>
              <a:srgbClr val="6969C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5" name="Rectangle 69"/>
            <p:cNvSpPr>
              <a:spLocks noChangeArrowheads="1"/>
            </p:cNvSpPr>
            <p:nvPr userDrawn="1">
              <p:custDataLst>
                <p:tags r:id="rId13"/>
              </p:custDataLst>
            </p:nvPr>
          </p:nvSpPr>
          <p:spPr bwMode="auto">
            <a:xfrm>
              <a:off x="4573905" y="1786255"/>
              <a:ext cx="276860" cy="226695"/>
            </a:xfrm>
            <a:prstGeom prst="rect">
              <a:avLst/>
            </a:prstGeom>
            <a:solidFill>
              <a:srgbClr val="DB63A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6" name="Rectangle 70"/>
            <p:cNvSpPr>
              <a:spLocks noChangeArrowheads="1"/>
            </p:cNvSpPr>
            <p:nvPr userDrawn="1">
              <p:custDataLst>
                <p:tags r:id="rId14"/>
              </p:custDataLst>
            </p:nvPr>
          </p:nvSpPr>
          <p:spPr bwMode="auto">
            <a:xfrm>
              <a:off x="4903470" y="1786255"/>
              <a:ext cx="275590" cy="226695"/>
            </a:xfrm>
            <a:prstGeom prst="rect">
              <a:avLst/>
            </a:prstGeom>
            <a:solidFill>
              <a:srgbClr val="F7917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grpSp>
      <p:sp>
        <p:nvSpPr>
          <p:cNvPr id="8" name="矩形 7"/>
          <p:cNvSpPr/>
          <p:nvPr userDrawn="1">
            <p:custDataLst>
              <p:tags r:id="rId3"/>
            </p:custDataLst>
          </p:nvPr>
        </p:nvSpPr>
        <p:spPr>
          <a:xfrm>
            <a:off x="0" y="1063710"/>
            <a:ext cx="9144000" cy="3854831"/>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rgbClr val="FFFFFF"/>
              </a:solidFill>
              <a:latin typeface="微软雅黑" panose="020B0503020204020204" pitchFamily="34" charset="-122"/>
              <a:ea typeface="微软雅黑" panose="020B0503020204020204" pitchFamily="34" charset="-122"/>
              <a:sym typeface="+mn-ea"/>
            </a:endParaRPr>
          </a:p>
        </p:txBody>
      </p:sp>
      <p:sp>
        <p:nvSpPr>
          <p:cNvPr id="4" name="Title 6"/>
          <p:cNvSpPr txBox="1"/>
          <p:nvPr>
            <p:custDataLst>
              <p:tags r:id="rId4"/>
            </p:custDataLst>
          </p:nvPr>
        </p:nvSpPr>
        <p:spPr>
          <a:xfrm>
            <a:off x="456300" y="456300"/>
            <a:ext cx="8232506" cy="493394"/>
          </a:xfrm>
          <a:prstGeom prst="rect">
            <a:avLst/>
          </a:prstGeom>
          <a:noFill/>
          <a:ln w="3175">
            <a:noFill/>
            <a:prstDash val="dash"/>
          </a:ln>
        </p:spPr>
        <p:txBody>
          <a:bodyPr wrap="square" lIns="54000" tIns="27000" rIns="54000" bIns="27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indent="0" algn="l">
              <a:lnSpc>
                <a:spcPct val="100000"/>
              </a:lnSpc>
              <a:spcBef>
                <a:spcPts val="0"/>
              </a:spcBef>
              <a:spcAft>
                <a:spcPts val="0"/>
              </a:spcAft>
              <a:buSzPct val="100000"/>
              <a:buNone/>
              <a:defRPr/>
            </a:pPr>
            <a:r>
              <a:rPr kumimoji="0" lang="zh-CN" altLang="en-US" sz="2700" b="1" i="0" spc="300" noProof="0">
                <a:ln w="3175">
                  <a:noFill/>
                  <a:prstDash val="dash"/>
                </a:ln>
                <a:solidFill>
                  <a:srgbClr val="404040"/>
                </a:solidFill>
                <a:effectLst/>
                <a:latin typeface="微软雅黑" panose="020B0503020204020204" pitchFamily="34" charset="-122"/>
                <a:ea typeface="微软雅黑" panose="020B0503020204020204" pitchFamily="34" charset="-122"/>
                <a:cs typeface="微软雅黑" panose="020B0503020204020204" pitchFamily="34" charset="-122"/>
              </a:rPr>
              <a:t>创建桌面快捷方式</a:t>
            </a:r>
          </a:p>
        </p:txBody>
      </p:sp>
      <p:pic>
        <p:nvPicPr>
          <p:cNvPr id="6" name="图片 5"/>
          <p:cNvPicPr>
            <a:picLocks noChangeAspect="1"/>
          </p:cNvPicPr>
          <p:nvPr>
            <p:custDataLst>
              <p:tags r:id="rId5"/>
            </p:custDataLst>
          </p:nvPr>
        </p:nvPicPr>
        <p:blipFill rotWithShape="1">
          <a:blip r:embed="rId16"/>
          <a:srcRect l="-342" r="-342"/>
          <a:stretch>
            <a:fillRect/>
          </a:stretch>
        </p:blipFill>
        <p:spPr>
          <a:xfrm>
            <a:off x="459742" y="1292594"/>
            <a:ext cx="4430366" cy="3398636"/>
          </a:xfrm>
          <a:prstGeom prst="rect">
            <a:avLst/>
          </a:prstGeom>
        </p:spPr>
      </p:pic>
      <p:sp>
        <p:nvSpPr>
          <p:cNvPr id="7" name="Title 6"/>
          <p:cNvSpPr txBox="1"/>
          <p:nvPr>
            <p:custDataLst>
              <p:tags r:id="rId6"/>
            </p:custDataLst>
          </p:nvPr>
        </p:nvSpPr>
        <p:spPr>
          <a:xfrm>
            <a:off x="5098415" y="1979930"/>
            <a:ext cx="3603625" cy="2021205"/>
          </a:xfrm>
          <a:prstGeom prst="rect">
            <a:avLst/>
          </a:prstGeom>
          <a:noFill/>
          <a:ln w="3175">
            <a:noFill/>
            <a:prstDash val="dash"/>
          </a:ln>
        </p:spPr>
        <p:txBody>
          <a:bodyPr wrap="square" lIns="54000" tIns="27000" rIns="54000" bIns="270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a:lnSpc>
                <a:spcPct val="130000"/>
              </a:lnSpc>
              <a:spcBef>
                <a:spcPts val="0"/>
              </a:spcBef>
              <a:spcAft>
                <a:spcPts val="800"/>
              </a:spcAft>
              <a:buSzPct val="100000"/>
              <a:buNone/>
            </a:pPr>
            <a:r>
              <a:rPr lang="zh-CN" altLang="en-US" sz="13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在桌面上为应用程序、文件或文件夹创建快捷方式的方法如下：</a:t>
            </a:r>
          </a:p>
          <a:p>
            <a:pPr marL="749300" lvl="1" indent="-304800" algn="l" fontAlgn="ctr">
              <a:lnSpc>
                <a:spcPct val="130000"/>
              </a:lnSpc>
              <a:spcBef>
                <a:spcPts val="0"/>
              </a:spcBef>
              <a:spcAft>
                <a:spcPts val="0"/>
              </a:spcAft>
              <a:buSzPct val="100000"/>
              <a:buFont typeface="+mj-lt"/>
              <a:buAutoNum type="arabicPeriod"/>
            </a:pPr>
            <a:r>
              <a:rPr lang="zh-CN" altLang="en-US" sz="13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右键单击应用程序、文件或文件夹。</a:t>
            </a:r>
          </a:p>
          <a:p>
            <a:pPr marL="749300" lvl="1" indent="-304800" algn="l" fontAlgn="ctr">
              <a:lnSpc>
                <a:spcPct val="130000"/>
              </a:lnSpc>
              <a:spcBef>
                <a:spcPts val="0"/>
              </a:spcBef>
              <a:spcAft>
                <a:spcPts val="0"/>
              </a:spcAft>
              <a:buSzPct val="100000"/>
              <a:buFont typeface="+mj-lt"/>
              <a:buAutoNum type="arabicPeriod"/>
            </a:pPr>
            <a:r>
              <a:rPr lang="zh-CN" altLang="en-US" sz="13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在快捷菜单中指向“发送到”显示其子菜单，单击“桌面快捷方式”，如图所示。在桌面上将出现一个该项目的快捷方式图标。</a:t>
            </a:r>
          </a:p>
        </p:txBody>
      </p:sp>
      <p:cxnSp>
        <p:nvCxnSpPr>
          <p:cNvPr id="12" name="直接连接符 11"/>
          <p:cNvCxnSpPr/>
          <p:nvPr>
            <p:custDataLst>
              <p:tags r:id="rId7"/>
            </p:custDataLst>
          </p:nvPr>
        </p:nvCxnSpPr>
        <p:spPr>
          <a:xfrm>
            <a:off x="8550275" y="325755"/>
            <a:ext cx="152400"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8550275" y="381635"/>
            <a:ext cx="116840"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2367730"/>
            <a:ext cx="9144000" cy="2775770"/>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rgbClr val="FFFFFF"/>
              </a:solidFill>
              <a:latin typeface="微软雅黑" panose="020B0503020204020204" pitchFamily="34" charset="-122"/>
              <a:ea typeface="微软雅黑" panose="020B0503020204020204" pitchFamily="34" charset="-122"/>
              <a:sym typeface="+mn-ea"/>
            </a:endParaRPr>
          </a:p>
        </p:txBody>
      </p:sp>
      <p:grpSp>
        <p:nvGrpSpPr>
          <p:cNvPr id="4" name="组合 3"/>
          <p:cNvGrpSpPr/>
          <p:nvPr userDrawn="1">
            <p:custDataLst>
              <p:tags r:id="rId3"/>
            </p:custDataLst>
          </p:nvPr>
        </p:nvGrpSpPr>
        <p:grpSpPr>
          <a:xfrm>
            <a:off x="67487" y="71105"/>
            <a:ext cx="8965498" cy="5053346"/>
            <a:chOff x="89982" y="94806"/>
            <a:chExt cx="11953997" cy="6737794"/>
          </a:xfrm>
        </p:grpSpPr>
        <p:pic>
          <p:nvPicPr>
            <p:cNvPr id="23" name="图片 22"/>
            <p:cNvPicPr>
              <a:picLocks noChangeAspect="1"/>
            </p:cNvPicPr>
            <p:nvPr userDrawn="1">
              <p:custDataLst>
                <p:tags r:id="rId9"/>
              </p:custDataLst>
            </p:nvPr>
          </p:nvPicPr>
          <p:blipFill>
            <a:blip r:embed="rId12">
              <a:extLst>
                <a:ext uri="{28A0092B-C50C-407E-A947-70E740481C1C}">
                  <a14:useLocalDpi xmlns:a14="http://schemas.microsoft.com/office/drawing/2010/main" val="0"/>
                </a:ext>
              </a:extLst>
            </a:blip>
            <a:stretch>
              <a:fillRect/>
            </a:stretch>
          </p:blipFill>
          <p:spPr>
            <a:xfrm>
              <a:off x="89982" y="94806"/>
              <a:ext cx="786452" cy="865707"/>
            </a:xfrm>
            <a:prstGeom prst="rect">
              <a:avLst/>
            </a:prstGeom>
          </p:spPr>
        </p:pic>
        <p:pic>
          <p:nvPicPr>
            <p:cNvPr id="24" name="图片 23"/>
            <p:cNvPicPr>
              <a:picLocks noChangeAspect="1"/>
            </p:cNvPicPr>
            <p:nvPr userDrawn="1">
              <p:custDataLst>
                <p:tags r:id="rId10"/>
              </p:custDataLst>
            </p:nvPr>
          </p:nvPicPr>
          <p:blipFill>
            <a:blip r:embed="rId13">
              <a:extLst>
                <a:ext uri="{28A0092B-C50C-407E-A947-70E740481C1C}">
                  <a14:useLocalDpi xmlns:a14="http://schemas.microsoft.com/office/drawing/2010/main" val="0"/>
                </a:ext>
              </a:extLst>
            </a:blip>
            <a:stretch>
              <a:fillRect/>
            </a:stretch>
          </p:blipFill>
          <p:spPr>
            <a:xfrm>
              <a:off x="10577221" y="5249238"/>
              <a:ext cx="1466758" cy="1583362"/>
            </a:xfrm>
            <a:prstGeom prst="rect">
              <a:avLst/>
            </a:prstGeom>
          </p:spPr>
        </p:pic>
      </p:grpSp>
      <p:sp>
        <p:nvSpPr>
          <p:cNvPr id="22" name="矩形 21"/>
          <p:cNvSpPr/>
          <p:nvPr>
            <p:custDataLst>
              <p:tags r:id="rId4"/>
            </p:custDataLst>
          </p:nvPr>
        </p:nvSpPr>
        <p:spPr>
          <a:xfrm>
            <a:off x="342900" y="1693851"/>
            <a:ext cx="8458200" cy="1995279"/>
          </a:xfrm>
          <a:prstGeom prst="rect">
            <a:avLst/>
          </a:prstGeom>
          <a:solidFill>
            <a:srgbClr val="FFFFFF"/>
          </a:solidFill>
          <a:ln>
            <a:noFill/>
          </a:ln>
          <a:effectLst>
            <a:outerShdw blurRad="127000" dist="38100" dir="540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defTabSz="914400" rtl="0" eaLnBrk="1" fontAlgn="auto" latinLnBrk="0" hangingPunct="1">
              <a:lnSpc>
                <a:spcPct val="100000"/>
              </a:lnSpc>
              <a:spcBef>
                <a:spcPts val="0"/>
              </a:spcBef>
              <a:spcAft>
                <a:spcPts val="0"/>
              </a:spcAft>
              <a:buClrTx/>
              <a:buSzTx/>
              <a:defRPr/>
            </a:pPr>
            <a:endParaRPr kumimoji="1" lang="zh-CN" altLang="en-US" sz="1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 name="Title 6"/>
          <p:cNvSpPr txBox="1"/>
          <p:nvPr>
            <p:custDataLst>
              <p:tags r:id="rId5"/>
            </p:custDataLst>
          </p:nvPr>
        </p:nvSpPr>
        <p:spPr>
          <a:xfrm>
            <a:off x="572400" y="1923351"/>
            <a:ext cx="7999200" cy="1536279"/>
          </a:xfrm>
          <a:prstGeom prst="rect">
            <a:avLst/>
          </a:prstGeom>
          <a:noFill/>
          <a:ln w="3175">
            <a:noFill/>
            <a:prstDash val="sysDash"/>
          </a:ln>
        </p:spPr>
        <p:txBody>
          <a:bodyPr wrap="square" lIns="54000" tIns="27000" rIns="54000" bIns="27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marR="0" lvl="0" indent="-342900" algn="just" defTabSz="914400" rtl="0" eaLnBrk="1" fontAlgn="auto" latinLnBrk="0" hangingPunct="1">
              <a:lnSpc>
                <a:spcPct val="130000"/>
              </a:lnSpc>
              <a:spcBef>
                <a:spcPts val="0"/>
              </a:spcBef>
              <a:spcAft>
                <a:spcPts val="800"/>
              </a:spcAft>
              <a:buClr>
                <a:schemeClr val="accent1">
                  <a:lumMod val="60000"/>
                  <a:lumOff val="40000"/>
                </a:schemeClr>
              </a:buClr>
              <a:buSzPct val="100000"/>
              <a:buFont typeface="Wingdings" panose="05000000000000000000" pitchFamily="2" charset="2"/>
              <a:buNone/>
              <a:defRPr/>
            </a:pPr>
            <a:r>
              <a:rPr kumimoji="0" lang="zh-CN" altLang="en-US" sz="1800" b="0" i="0" kern="1200" cap="none" spc="100" normalizeH="0" noProof="0">
                <a:ln w="3175">
                  <a:noFill/>
                  <a:prstDash val="dash"/>
                </a:ln>
                <a:solidFill>
                  <a:srgbClr val="595959"/>
                </a:solidFill>
                <a:effectLst/>
                <a:latin typeface="微软雅黑" panose="020B0503020204020204" pitchFamily="34" charset="-122"/>
                <a:ea typeface="微软雅黑" panose="020B0503020204020204" pitchFamily="34" charset="-122"/>
                <a:cs typeface="微软雅黑" panose="020B0503020204020204" pitchFamily="34" charset="-122"/>
              </a:rPr>
              <a:t>判断桌面上、文件夹中的图标是否为快捷方式，只需查看该图标的左下角是否有一个小箭头。如果有小箭头，则该图标是某个应用程序、文件或文件夹的快捷方式；如果没有小箭头，则表示该应用程序、文件或文件夹是在桌面上、文件夹中创建或保存的。</a:t>
            </a:r>
          </a:p>
        </p:txBody>
      </p:sp>
      <p:sp>
        <p:nvSpPr>
          <p:cNvPr id="14" name="矩形: 圆角 13"/>
          <p:cNvSpPr/>
          <p:nvPr>
            <p:custDataLst>
              <p:tags r:id="rId6"/>
            </p:custDataLst>
          </p:nvPr>
        </p:nvSpPr>
        <p:spPr>
          <a:xfrm>
            <a:off x="8121015" y="581025"/>
            <a:ext cx="680085" cy="234950"/>
          </a:xfrm>
          <a:prstGeom prst="roundRect">
            <a:avLst>
              <a:gd name="adj" fmla="val 50000"/>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矩形 16"/>
          <p:cNvSpPr/>
          <p:nvPr>
            <p:custDataLst>
              <p:tags r:id="rId7"/>
            </p:custDataLst>
          </p:nvPr>
        </p:nvSpPr>
        <p:spPr>
          <a:xfrm>
            <a:off x="342900" y="509197"/>
            <a:ext cx="86360" cy="357188"/>
          </a:xfrm>
          <a:prstGeom prst="rect">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8" name="文本框 17"/>
          <p:cNvSpPr txBox="1"/>
          <p:nvPr>
            <p:custDataLst>
              <p:tags r:id="rId8"/>
            </p:custDataLst>
          </p:nvPr>
        </p:nvSpPr>
        <p:spPr>
          <a:xfrm>
            <a:off x="508970" y="456300"/>
            <a:ext cx="7237392" cy="48387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SzPct val="100000"/>
              <a:buFontTx/>
              <a:buNone/>
              <a:defRPr/>
            </a:pPr>
            <a:r>
              <a:rPr kumimoji="0" lang="zh-CN" altLang="en-US" sz="2700" b="1" i="0" kern="1200" cap="none" spc="150" normalizeH="0" noProof="0">
                <a:ln>
                  <a:noFill/>
                </a:ln>
                <a:solidFill>
                  <a:srgbClr val="404040"/>
                </a:solidFill>
                <a:effectLst/>
                <a:latin typeface="微软雅黑" panose="020B0503020204020204" pitchFamily="34" charset="-122"/>
                <a:ea typeface="微软雅黑" panose="020B0503020204020204" pitchFamily="34" charset="-122"/>
                <a:cs typeface="+mn-cs"/>
              </a:rPr>
              <a:t>提示</a:t>
            </a:r>
          </a:p>
        </p:txBody>
      </p:sp>
    </p:spTree>
    <p:custDataLst>
      <p:tags r:id="rId1"/>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文本框 34"/>
          <p:cNvSpPr txBox="1"/>
          <p:nvPr>
            <p:custDataLst>
              <p:tags r:id="rId2"/>
            </p:custDataLst>
          </p:nvPr>
        </p:nvSpPr>
        <p:spPr>
          <a:xfrm>
            <a:off x="2916306" y="456162"/>
            <a:ext cx="3310119" cy="484748"/>
          </a:xfrm>
          <a:prstGeom prst="rect">
            <a:avLst/>
          </a:prstGeom>
          <a:noFill/>
        </p:spPr>
        <p:txBody>
          <a:bodyPr wrap="square" rtlCol="0" anchor="ctr">
            <a:normAutofit/>
          </a:bodyPr>
          <a:lstStyle/>
          <a:p>
            <a:pPr algn="ctr">
              <a:lnSpc>
                <a:spcPct val="120000"/>
              </a:lnSpc>
            </a:pPr>
            <a:r>
              <a:rPr lang="zh-CN" altLang="en-US" b="1" spc="300">
                <a:latin typeface="Arial" panose="020B0604020202020204" pitchFamily="34" charset="0"/>
                <a:ea typeface="微软雅黑" panose="020B0503020204020204" pitchFamily="34" charset="-122"/>
                <a:sym typeface="Arial" panose="020B0604020202020204" pitchFamily="34" charset="0"/>
              </a:rPr>
              <a:t>选定文件或文件夹</a:t>
            </a:r>
          </a:p>
        </p:txBody>
      </p:sp>
      <p:sp>
        <p:nvSpPr>
          <p:cNvPr id="3" name="文本框 2"/>
          <p:cNvSpPr txBox="1"/>
          <p:nvPr/>
        </p:nvSpPr>
        <p:spPr>
          <a:xfrm>
            <a:off x="1303655" y="1003300"/>
            <a:ext cx="6536690" cy="460375"/>
          </a:xfrm>
          <a:prstGeom prst="rect">
            <a:avLst/>
          </a:prstGeom>
          <a:noFill/>
        </p:spPr>
        <p:txBody>
          <a:bodyPr wrap="square" rtlCol="0" anchor="t">
            <a:spAutoFit/>
          </a:bodyPr>
          <a:lstStyle/>
          <a:p>
            <a:pPr algn="ctr"/>
            <a:r>
              <a:rPr lang="zh-CN" altLang="en-US" sz="1200">
                <a:latin typeface="微软雅黑" panose="020B0503020204020204" pitchFamily="34" charset="-122"/>
                <a:ea typeface="微软雅黑" panose="020B0503020204020204" pitchFamily="34" charset="-122"/>
              </a:rPr>
              <a:t>在对文件或文件夹进行操作之前，一般首先要选定文件或文件夹，一次可选定一个或多个项目，选定的文件或文件夹突出显示。选定方法有以下几种。</a:t>
            </a:r>
          </a:p>
        </p:txBody>
      </p:sp>
      <p:sp>
        <p:nvSpPr>
          <p:cNvPr id="146" name="矩形 145"/>
          <p:cNvSpPr/>
          <p:nvPr>
            <p:custDataLst>
              <p:tags r:id="rId3"/>
            </p:custDataLst>
          </p:nvPr>
        </p:nvSpPr>
        <p:spPr bwMode="auto">
          <a:xfrm>
            <a:off x="764540" y="2557780"/>
            <a:ext cx="1574165" cy="2178050"/>
          </a:xfrm>
          <a:prstGeom prst="rect">
            <a:avLst/>
          </a:prstGeom>
          <a:solidFill>
            <a:sysClr val="window" lastClr="FFFFFF">
              <a:lumMod val="95000"/>
            </a:sysClr>
          </a:solidFill>
          <a:ln w="57150">
            <a:solidFill>
              <a:sysClr val="window" lastClr="FFFFFF"/>
            </a:solidFill>
            <a:round/>
          </a:ln>
          <a:effectLst/>
        </p:spPr>
        <p:txBody>
          <a:bodyPr vert="horz" wrap="square" lIns="68580" tIns="0" rIns="68580" bIns="35100" anchor="ctr" anchorCtr="0" compatLnSpc="1">
            <a:normAutofit/>
          </a:bodyPr>
          <a:lstStyle/>
          <a:p>
            <a:pPr algn="ctr">
              <a:lnSpc>
                <a:spcPct val="120000"/>
              </a:lnSpc>
            </a:pPr>
            <a:endParaRPr lang="zh-CN" altLang="en-US" sz="900" spc="150">
              <a:solidFill>
                <a:srgbClr val="000000">
                  <a:lumMod val="85000"/>
                  <a:lumOff val="15000"/>
                </a:srgbClr>
              </a:solidFill>
              <a:latin typeface="Arial" panose="020B0604020202020204" pitchFamily="34" charset="0"/>
              <a:ea typeface="微软雅黑" panose="020B0503020204020204" pitchFamily="34" charset="-122"/>
              <a:sym typeface="Arial" panose="020B0604020202020204" pitchFamily="34" charset="0"/>
            </a:endParaRPr>
          </a:p>
          <a:p>
            <a:pPr algn="ctr">
              <a:lnSpc>
                <a:spcPct val="120000"/>
              </a:lnSpc>
            </a:pPr>
            <a:endParaRPr lang="zh-CN" altLang="en-US" sz="900" spc="150">
              <a:solidFill>
                <a:srgbClr val="000000">
                  <a:lumMod val="85000"/>
                  <a:lumOff val="15000"/>
                </a:srgb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47" name="任意多边形 146"/>
          <p:cNvSpPr/>
          <p:nvPr>
            <p:custDataLst>
              <p:tags r:id="rId4"/>
            </p:custDataLst>
          </p:nvPr>
        </p:nvSpPr>
        <p:spPr bwMode="auto">
          <a:xfrm>
            <a:off x="2337435" y="1924050"/>
            <a:ext cx="140970" cy="816610"/>
          </a:xfrm>
          <a:custGeom>
            <a:avLst/>
            <a:gdLst/>
            <a:ahLst/>
            <a:cxnLst>
              <a:cxn ang="0">
                <a:pos x="54" y="575"/>
              </a:cxn>
              <a:cxn ang="0">
                <a:pos x="54" y="0"/>
              </a:cxn>
              <a:cxn ang="0">
                <a:pos x="0" y="10"/>
              </a:cxn>
              <a:cxn ang="0">
                <a:pos x="0" y="627"/>
              </a:cxn>
              <a:cxn ang="0">
                <a:pos x="54" y="617"/>
              </a:cxn>
              <a:cxn ang="0">
                <a:pos x="54" y="617"/>
              </a:cxn>
              <a:cxn ang="0">
                <a:pos x="80" y="586"/>
              </a:cxn>
              <a:cxn ang="0">
                <a:pos x="54" y="575"/>
              </a:cxn>
            </a:cxnLst>
            <a:rect l="0" t="0" r="r" b="b"/>
            <a:pathLst>
              <a:path w="81" h="627">
                <a:moveTo>
                  <a:pt x="54" y="575"/>
                </a:moveTo>
                <a:cubicBezTo>
                  <a:pt x="54" y="0"/>
                  <a:pt x="54" y="0"/>
                  <a:pt x="54" y="0"/>
                </a:cubicBezTo>
                <a:cubicBezTo>
                  <a:pt x="0" y="10"/>
                  <a:pt x="0" y="10"/>
                  <a:pt x="0" y="10"/>
                </a:cubicBezTo>
                <a:cubicBezTo>
                  <a:pt x="0" y="627"/>
                  <a:pt x="0" y="627"/>
                  <a:pt x="0" y="627"/>
                </a:cubicBezTo>
                <a:cubicBezTo>
                  <a:pt x="54" y="617"/>
                  <a:pt x="54" y="617"/>
                  <a:pt x="54" y="617"/>
                </a:cubicBezTo>
                <a:cubicBezTo>
                  <a:pt x="54" y="617"/>
                  <a:pt x="54" y="617"/>
                  <a:pt x="54" y="617"/>
                </a:cubicBezTo>
                <a:cubicBezTo>
                  <a:pt x="54" y="617"/>
                  <a:pt x="81" y="612"/>
                  <a:pt x="80" y="586"/>
                </a:cubicBezTo>
                <a:cubicBezTo>
                  <a:pt x="79" y="567"/>
                  <a:pt x="54" y="575"/>
                  <a:pt x="54" y="575"/>
                </a:cubicBezTo>
                <a:close/>
              </a:path>
            </a:pathLst>
          </a:custGeom>
          <a:solidFill>
            <a:srgbClr val="1F74AD">
              <a:lumMod val="75000"/>
            </a:srgbClr>
          </a:solidFill>
          <a:ln w="9525">
            <a:noFill/>
            <a:round/>
          </a:ln>
        </p:spPr>
        <p:txBody>
          <a:bodyPr anchor="ctr"/>
          <a:lstStyle/>
          <a:p>
            <a:pPr algn="ctr">
              <a:lnSpc>
                <a:spcPct val="130000"/>
              </a:lnSpc>
            </a:pPr>
            <a:endParaRPr sz="1350">
              <a:latin typeface="Arial" panose="020B0604020202020204" pitchFamily="34" charset="0"/>
              <a:ea typeface="微软雅黑" panose="020B0503020204020204" pitchFamily="34" charset="-122"/>
              <a:sym typeface="Arial" panose="020B0604020202020204" pitchFamily="34" charset="0"/>
            </a:endParaRPr>
          </a:p>
        </p:txBody>
      </p:sp>
      <p:sp>
        <p:nvSpPr>
          <p:cNvPr id="148" name="任意多边形 147"/>
          <p:cNvSpPr/>
          <p:nvPr>
            <p:custDataLst>
              <p:tags r:id="rId5"/>
            </p:custDataLst>
          </p:nvPr>
        </p:nvSpPr>
        <p:spPr bwMode="auto">
          <a:xfrm>
            <a:off x="766445" y="1858645"/>
            <a:ext cx="1710055" cy="1057910"/>
          </a:xfrm>
          <a:custGeom>
            <a:avLst/>
            <a:gdLst/>
            <a:ahLst/>
            <a:cxnLst>
              <a:cxn ang="0">
                <a:pos x="954" y="8"/>
              </a:cxn>
              <a:cxn ang="0">
                <a:pos x="954" y="8"/>
              </a:cxn>
              <a:cxn ang="0">
                <a:pos x="0" y="196"/>
              </a:cxn>
              <a:cxn ang="0">
                <a:pos x="0" y="813"/>
              </a:cxn>
              <a:cxn ang="0">
                <a:pos x="954" y="625"/>
              </a:cxn>
              <a:cxn ang="0">
                <a:pos x="980" y="636"/>
              </a:cxn>
              <a:cxn ang="0">
                <a:pos x="980" y="19"/>
              </a:cxn>
              <a:cxn ang="0">
                <a:pos x="954" y="8"/>
              </a:cxn>
            </a:cxnLst>
            <a:rect l="0" t="0" r="r" b="b"/>
            <a:pathLst>
              <a:path w="980" h="813">
                <a:moveTo>
                  <a:pt x="954" y="8"/>
                </a:moveTo>
                <a:cubicBezTo>
                  <a:pt x="954" y="8"/>
                  <a:pt x="954" y="8"/>
                  <a:pt x="954" y="8"/>
                </a:cubicBezTo>
                <a:cubicBezTo>
                  <a:pt x="0" y="196"/>
                  <a:pt x="0" y="196"/>
                  <a:pt x="0" y="196"/>
                </a:cubicBezTo>
                <a:cubicBezTo>
                  <a:pt x="0" y="813"/>
                  <a:pt x="0" y="813"/>
                  <a:pt x="0" y="813"/>
                </a:cubicBezTo>
                <a:cubicBezTo>
                  <a:pt x="954" y="625"/>
                  <a:pt x="954" y="625"/>
                  <a:pt x="954" y="625"/>
                </a:cubicBezTo>
                <a:cubicBezTo>
                  <a:pt x="954" y="625"/>
                  <a:pt x="979" y="617"/>
                  <a:pt x="980" y="636"/>
                </a:cubicBezTo>
                <a:cubicBezTo>
                  <a:pt x="980" y="19"/>
                  <a:pt x="980" y="19"/>
                  <a:pt x="980" y="19"/>
                </a:cubicBezTo>
                <a:cubicBezTo>
                  <a:pt x="979" y="0"/>
                  <a:pt x="954" y="8"/>
                  <a:pt x="954" y="8"/>
                </a:cubicBezTo>
                <a:close/>
              </a:path>
            </a:pathLst>
          </a:custGeom>
          <a:solidFill>
            <a:srgbClr val="1F74AD"/>
          </a:solidFill>
          <a:ln w="9525">
            <a:noFill/>
            <a:round/>
          </a:ln>
        </p:spPr>
        <p:txBody>
          <a:bodyPr anchor="ctr"/>
          <a:lstStyle/>
          <a:p>
            <a:pPr algn="ctr">
              <a:lnSpc>
                <a:spcPct val="130000"/>
              </a:lnSpc>
            </a:pPr>
            <a:endParaRPr sz="1350">
              <a:latin typeface="Arial" panose="020B0604020202020204" pitchFamily="34" charset="0"/>
              <a:ea typeface="微软雅黑" panose="020B0503020204020204" pitchFamily="34" charset="-122"/>
              <a:sym typeface="Arial" panose="020B0604020202020204" pitchFamily="34" charset="0"/>
            </a:endParaRPr>
          </a:p>
        </p:txBody>
      </p:sp>
      <p:sp>
        <p:nvSpPr>
          <p:cNvPr id="155" name="文本框 154"/>
          <p:cNvSpPr txBox="1"/>
          <p:nvPr>
            <p:custDataLst>
              <p:tags r:id="rId6"/>
            </p:custDataLst>
          </p:nvPr>
        </p:nvSpPr>
        <p:spPr bwMode="auto">
          <a:xfrm>
            <a:off x="840740" y="2307908"/>
            <a:ext cx="1423670" cy="254635"/>
          </a:xfrm>
          <a:prstGeom prst="rect">
            <a:avLst/>
          </a:prstGeom>
          <a:noFill/>
        </p:spPr>
        <p:txBody>
          <a:bodyPr wrap="square" lIns="67500" tIns="35100" rIns="67500" bIns="0" anchor="ctr" anchorCtr="0">
            <a:spAutoFit/>
          </a:bodyPr>
          <a:lstStyle/>
          <a:p>
            <a:pPr algn="ctr">
              <a:lnSpc>
                <a:spcPct val="130000"/>
              </a:lnSpc>
            </a:pPr>
            <a:r>
              <a:rPr lang="en-US" altLang="zh-CN" sz="1100" b="1" spc="30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1.</a:t>
            </a:r>
            <a:r>
              <a:rPr lang="zh-CN" altLang="en-US" sz="1100" b="1" spc="30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选定一个文件</a:t>
            </a:r>
          </a:p>
        </p:txBody>
      </p:sp>
      <p:sp>
        <p:nvSpPr>
          <p:cNvPr id="156" name="矩形 155"/>
          <p:cNvSpPr/>
          <p:nvPr>
            <p:custDataLst>
              <p:tags r:id="rId7"/>
            </p:custDataLst>
          </p:nvPr>
        </p:nvSpPr>
        <p:spPr bwMode="auto">
          <a:xfrm>
            <a:off x="2336165" y="2523490"/>
            <a:ext cx="1574165" cy="2212340"/>
          </a:xfrm>
          <a:prstGeom prst="rect">
            <a:avLst/>
          </a:prstGeom>
          <a:solidFill>
            <a:sysClr val="window" lastClr="FFFFFF">
              <a:lumMod val="95000"/>
            </a:sysClr>
          </a:solidFill>
          <a:ln w="57150">
            <a:solidFill>
              <a:sysClr val="window" lastClr="FFFFFF"/>
            </a:solidFill>
            <a:round/>
          </a:ln>
          <a:effectLst/>
        </p:spPr>
        <p:txBody>
          <a:bodyPr vert="horz" wrap="square" lIns="68580" tIns="0" rIns="68580" bIns="35100" anchor="ctr" anchorCtr="0" compatLnSpc="1">
            <a:normAutofit/>
          </a:bodyPr>
          <a:lstStyle/>
          <a:p>
            <a:pPr algn="ctr">
              <a:lnSpc>
                <a:spcPct val="120000"/>
              </a:lnSpc>
            </a:pPr>
            <a:endParaRPr lang="zh-CN" altLang="en-US" sz="900" spc="150">
              <a:solidFill>
                <a:srgbClr val="000000">
                  <a:lumMod val="85000"/>
                  <a:lumOff val="15000"/>
                </a:srgbClr>
              </a:solidFill>
              <a:latin typeface="Arial" panose="020B0604020202020204" pitchFamily="34" charset="0"/>
              <a:ea typeface="微软雅黑" panose="020B0503020204020204" pitchFamily="34" charset="-122"/>
              <a:sym typeface="Arial" panose="020B0604020202020204" pitchFamily="34" charset="0"/>
            </a:endParaRPr>
          </a:p>
          <a:p>
            <a:pPr algn="ctr">
              <a:lnSpc>
                <a:spcPct val="120000"/>
              </a:lnSpc>
            </a:pPr>
            <a:endParaRPr lang="zh-CN" altLang="en-US" sz="900" spc="150">
              <a:solidFill>
                <a:srgbClr val="000000">
                  <a:lumMod val="85000"/>
                  <a:lumOff val="15000"/>
                </a:srgbClr>
              </a:solidFill>
              <a:latin typeface="Arial" panose="020B0604020202020204" pitchFamily="34" charset="0"/>
              <a:ea typeface="微软雅黑" panose="020B0503020204020204" pitchFamily="34" charset="-122"/>
              <a:sym typeface="Arial" panose="020B0604020202020204" pitchFamily="34" charset="0"/>
            </a:endParaRPr>
          </a:p>
          <a:p>
            <a:pPr algn="ctr">
              <a:lnSpc>
                <a:spcPct val="120000"/>
              </a:lnSpc>
            </a:pPr>
            <a:endParaRPr lang="zh-CN" altLang="en-US" sz="900" spc="150">
              <a:solidFill>
                <a:srgbClr val="000000">
                  <a:lumMod val="85000"/>
                  <a:lumOff val="15000"/>
                </a:srgbClr>
              </a:solidFill>
              <a:latin typeface="Arial" panose="020B0604020202020204" pitchFamily="34" charset="0"/>
              <a:ea typeface="微软雅黑" panose="020B0503020204020204" pitchFamily="34" charset="-122"/>
              <a:sym typeface="Arial" panose="020B0604020202020204" pitchFamily="34" charset="0"/>
            </a:endParaRPr>
          </a:p>
          <a:p>
            <a:pPr algn="ctr">
              <a:lnSpc>
                <a:spcPct val="120000"/>
              </a:lnSpc>
            </a:pPr>
            <a:endParaRPr lang="zh-CN" altLang="en-US" sz="900" spc="150">
              <a:solidFill>
                <a:srgbClr val="000000">
                  <a:lumMod val="85000"/>
                  <a:lumOff val="15000"/>
                </a:srgb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57" name="任意多边形 156"/>
          <p:cNvSpPr/>
          <p:nvPr>
            <p:custDataLst>
              <p:tags r:id="rId8"/>
            </p:custDataLst>
          </p:nvPr>
        </p:nvSpPr>
        <p:spPr bwMode="auto">
          <a:xfrm>
            <a:off x="3908425" y="1924050"/>
            <a:ext cx="140970" cy="816610"/>
          </a:xfrm>
          <a:custGeom>
            <a:avLst/>
            <a:gdLst/>
            <a:ahLst/>
            <a:cxnLst>
              <a:cxn ang="0">
                <a:pos x="54" y="575"/>
              </a:cxn>
              <a:cxn ang="0">
                <a:pos x="54" y="0"/>
              </a:cxn>
              <a:cxn ang="0">
                <a:pos x="0" y="10"/>
              </a:cxn>
              <a:cxn ang="0">
                <a:pos x="0" y="627"/>
              </a:cxn>
              <a:cxn ang="0">
                <a:pos x="54" y="617"/>
              </a:cxn>
              <a:cxn ang="0">
                <a:pos x="54" y="617"/>
              </a:cxn>
              <a:cxn ang="0">
                <a:pos x="80" y="586"/>
              </a:cxn>
              <a:cxn ang="0">
                <a:pos x="54" y="575"/>
              </a:cxn>
            </a:cxnLst>
            <a:rect l="0" t="0" r="r" b="b"/>
            <a:pathLst>
              <a:path w="81" h="627">
                <a:moveTo>
                  <a:pt x="54" y="575"/>
                </a:moveTo>
                <a:cubicBezTo>
                  <a:pt x="54" y="0"/>
                  <a:pt x="54" y="0"/>
                  <a:pt x="54" y="0"/>
                </a:cubicBezTo>
                <a:cubicBezTo>
                  <a:pt x="0" y="10"/>
                  <a:pt x="0" y="10"/>
                  <a:pt x="0" y="10"/>
                </a:cubicBezTo>
                <a:cubicBezTo>
                  <a:pt x="0" y="627"/>
                  <a:pt x="0" y="627"/>
                  <a:pt x="0" y="627"/>
                </a:cubicBezTo>
                <a:cubicBezTo>
                  <a:pt x="54" y="617"/>
                  <a:pt x="54" y="617"/>
                  <a:pt x="54" y="617"/>
                </a:cubicBezTo>
                <a:cubicBezTo>
                  <a:pt x="54" y="617"/>
                  <a:pt x="54" y="617"/>
                  <a:pt x="54" y="617"/>
                </a:cubicBezTo>
                <a:cubicBezTo>
                  <a:pt x="54" y="617"/>
                  <a:pt x="81" y="612"/>
                  <a:pt x="80" y="586"/>
                </a:cubicBezTo>
                <a:cubicBezTo>
                  <a:pt x="79" y="567"/>
                  <a:pt x="54" y="575"/>
                  <a:pt x="54" y="575"/>
                </a:cubicBezTo>
                <a:close/>
              </a:path>
            </a:pathLst>
          </a:custGeom>
          <a:solidFill>
            <a:srgbClr val="1F74AD">
              <a:lumMod val="75000"/>
            </a:srgbClr>
          </a:solidFill>
          <a:ln w="9525">
            <a:noFill/>
            <a:round/>
          </a:ln>
        </p:spPr>
        <p:txBody>
          <a:bodyPr anchor="ctr"/>
          <a:lstStyle/>
          <a:p>
            <a:pPr algn="ctr">
              <a:lnSpc>
                <a:spcPct val="130000"/>
              </a:lnSpc>
            </a:pPr>
            <a:endParaRPr sz="1350">
              <a:latin typeface="Arial" panose="020B0604020202020204" pitchFamily="34" charset="0"/>
              <a:ea typeface="微软雅黑" panose="020B0503020204020204" pitchFamily="34" charset="-122"/>
              <a:sym typeface="Arial" panose="020B0604020202020204" pitchFamily="34" charset="0"/>
            </a:endParaRPr>
          </a:p>
        </p:txBody>
      </p:sp>
      <p:sp>
        <p:nvSpPr>
          <p:cNvPr id="158" name="任意多边形 157"/>
          <p:cNvSpPr/>
          <p:nvPr>
            <p:custDataLst>
              <p:tags r:id="rId9"/>
            </p:custDataLst>
          </p:nvPr>
        </p:nvSpPr>
        <p:spPr bwMode="auto">
          <a:xfrm>
            <a:off x="2337435" y="1858645"/>
            <a:ext cx="1710055" cy="1057910"/>
          </a:xfrm>
          <a:custGeom>
            <a:avLst/>
            <a:gdLst/>
            <a:ahLst/>
            <a:cxnLst>
              <a:cxn ang="0">
                <a:pos x="954" y="8"/>
              </a:cxn>
              <a:cxn ang="0">
                <a:pos x="954" y="8"/>
              </a:cxn>
              <a:cxn ang="0">
                <a:pos x="0" y="196"/>
              </a:cxn>
              <a:cxn ang="0">
                <a:pos x="0" y="813"/>
              </a:cxn>
              <a:cxn ang="0">
                <a:pos x="954" y="625"/>
              </a:cxn>
              <a:cxn ang="0">
                <a:pos x="980" y="636"/>
              </a:cxn>
              <a:cxn ang="0">
                <a:pos x="980" y="19"/>
              </a:cxn>
              <a:cxn ang="0">
                <a:pos x="954" y="8"/>
              </a:cxn>
            </a:cxnLst>
            <a:rect l="0" t="0" r="r" b="b"/>
            <a:pathLst>
              <a:path w="980" h="813">
                <a:moveTo>
                  <a:pt x="954" y="8"/>
                </a:moveTo>
                <a:cubicBezTo>
                  <a:pt x="954" y="8"/>
                  <a:pt x="954" y="8"/>
                  <a:pt x="954" y="8"/>
                </a:cubicBezTo>
                <a:cubicBezTo>
                  <a:pt x="0" y="196"/>
                  <a:pt x="0" y="196"/>
                  <a:pt x="0" y="196"/>
                </a:cubicBezTo>
                <a:cubicBezTo>
                  <a:pt x="0" y="813"/>
                  <a:pt x="0" y="813"/>
                  <a:pt x="0" y="813"/>
                </a:cubicBezTo>
                <a:cubicBezTo>
                  <a:pt x="954" y="625"/>
                  <a:pt x="954" y="625"/>
                  <a:pt x="954" y="625"/>
                </a:cubicBezTo>
                <a:cubicBezTo>
                  <a:pt x="954" y="625"/>
                  <a:pt x="979" y="617"/>
                  <a:pt x="980" y="636"/>
                </a:cubicBezTo>
                <a:cubicBezTo>
                  <a:pt x="980" y="19"/>
                  <a:pt x="980" y="19"/>
                  <a:pt x="980" y="19"/>
                </a:cubicBezTo>
                <a:cubicBezTo>
                  <a:pt x="979" y="0"/>
                  <a:pt x="954" y="8"/>
                  <a:pt x="954" y="8"/>
                </a:cubicBezTo>
                <a:close/>
              </a:path>
            </a:pathLst>
          </a:custGeom>
          <a:solidFill>
            <a:srgbClr val="3498DB"/>
          </a:solidFill>
          <a:ln w="9525">
            <a:noFill/>
            <a:round/>
          </a:ln>
        </p:spPr>
        <p:txBody>
          <a:bodyPr anchor="ctr"/>
          <a:lstStyle/>
          <a:p>
            <a:pPr algn="ctr">
              <a:lnSpc>
                <a:spcPct val="130000"/>
              </a:lnSpc>
            </a:pPr>
            <a:endParaRPr sz="1350">
              <a:latin typeface="Arial" panose="020B0604020202020204" pitchFamily="34" charset="0"/>
              <a:ea typeface="微软雅黑" panose="020B0503020204020204" pitchFamily="34" charset="-122"/>
              <a:sym typeface="Arial" panose="020B0604020202020204" pitchFamily="34" charset="0"/>
            </a:endParaRPr>
          </a:p>
        </p:txBody>
      </p:sp>
      <p:sp>
        <p:nvSpPr>
          <p:cNvPr id="165" name="文本框 164"/>
          <p:cNvSpPr txBox="1"/>
          <p:nvPr>
            <p:custDataLst>
              <p:tags r:id="rId10"/>
            </p:custDataLst>
          </p:nvPr>
        </p:nvSpPr>
        <p:spPr bwMode="auto">
          <a:xfrm>
            <a:off x="2411730" y="2198053"/>
            <a:ext cx="1423670" cy="474345"/>
          </a:xfrm>
          <a:prstGeom prst="rect">
            <a:avLst/>
          </a:prstGeom>
          <a:noFill/>
        </p:spPr>
        <p:txBody>
          <a:bodyPr wrap="square" lIns="67500" tIns="35100" rIns="67500" bIns="0" anchor="ctr" anchorCtr="0">
            <a:spAutoFit/>
          </a:bodyPr>
          <a:lstStyle/>
          <a:p>
            <a:pPr algn="ctr">
              <a:lnSpc>
                <a:spcPct val="130000"/>
              </a:lnSpc>
            </a:pPr>
            <a:r>
              <a:rPr lang="en-US" altLang="zh-CN" sz="1100" b="1" spc="30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2.</a:t>
            </a:r>
            <a:r>
              <a:rPr lang="zh-CN" altLang="en-US" sz="1100" b="1" spc="30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拖动选定文件或文件夹</a:t>
            </a:r>
          </a:p>
        </p:txBody>
      </p:sp>
      <p:sp>
        <p:nvSpPr>
          <p:cNvPr id="166" name="矩形 165"/>
          <p:cNvSpPr/>
          <p:nvPr>
            <p:custDataLst>
              <p:tags r:id="rId11"/>
            </p:custDataLst>
          </p:nvPr>
        </p:nvSpPr>
        <p:spPr bwMode="auto">
          <a:xfrm>
            <a:off x="3908425" y="2505710"/>
            <a:ext cx="1574165" cy="2230755"/>
          </a:xfrm>
          <a:prstGeom prst="rect">
            <a:avLst/>
          </a:prstGeom>
          <a:solidFill>
            <a:sysClr val="window" lastClr="FFFFFF">
              <a:lumMod val="95000"/>
            </a:sysClr>
          </a:solidFill>
          <a:ln w="57150">
            <a:solidFill>
              <a:sysClr val="window" lastClr="FFFFFF"/>
            </a:solidFill>
            <a:round/>
          </a:ln>
          <a:effectLst/>
        </p:spPr>
        <p:txBody>
          <a:bodyPr vert="horz" wrap="square" lIns="68580" tIns="0" rIns="68580" bIns="35100" anchor="ctr" anchorCtr="0" compatLnSpc="1">
            <a:normAutofit/>
          </a:bodyPr>
          <a:lstStyle/>
          <a:p>
            <a:pPr algn="ctr">
              <a:lnSpc>
                <a:spcPct val="120000"/>
              </a:lnSpc>
            </a:pPr>
            <a:endParaRPr lang="zh-CN" altLang="en-US" sz="900" spc="150">
              <a:solidFill>
                <a:srgbClr val="000000">
                  <a:lumMod val="85000"/>
                  <a:lumOff val="15000"/>
                </a:srgbClr>
              </a:solidFill>
              <a:latin typeface="Arial" panose="020B0604020202020204" pitchFamily="34" charset="0"/>
              <a:ea typeface="微软雅黑" panose="020B0503020204020204" pitchFamily="34" charset="-122"/>
              <a:sym typeface="Arial" panose="020B0604020202020204" pitchFamily="34" charset="0"/>
            </a:endParaRPr>
          </a:p>
          <a:p>
            <a:pPr algn="ctr">
              <a:lnSpc>
                <a:spcPct val="120000"/>
              </a:lnSpc>
            </a:pPr>
            <a:endParaRPr lang="zh-CN" altLang="en-US" sz="900" spc="150">
              <a:solidFill>
                <a:srgbClr val="000000">
                  <a:lumMod val="85000"/>
                  <a:lumOff val="15000"/>
                </a:srgb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67" name="任意多边形 166"/>
          <p:cNvSpPr/>
          <p:nvPr>
            <p:custDataLst>
              <p:tags r:id="rId12"/>
            </p:custDataLst>
          </p:nvPr>
        </p:nvSpPr>
        <p:spPr bwMode="auto">
          <a:xfrm>
            <a:off x="5480685" y="1924050"/>
            <a:ext cx="140970" cy="816610"/>
          </a:xfrm>
          <a:custGeom>
            <a:avLst/>
            <a:gdLst/>
            <a:ahLst/>
            <a:cxnLst>
              <a:cxn ang="0">
                <a:pos x="54" y="575"/>
              </a:cxn>
              <a:cxn ang="0">
                <a:pos x="54" y="0"/>
              </a:cxn>
              <a:cxn ang="0">
                <a:pos x="0" y="10"/>
              </a:cxn>
              <a:cxn ang="0">
                <a:pos x="0" y="627"/>
              </a:cxn>
              <a:cxn ang="0">
                <a:pos x="54" y="617"/>
              </a:cxn>
              <a:cxn ang="0">
                <a:pos x="54" y="617"/>
              </a:cxn>
              <a:cxn ang="0">
                <a:pos x="80" y="586"/>
              </a:cxn>
              <a:cxn ang="0">
                <a:pos x="54" y="575"/>
              </a:cxn>
            </a:cxnLst>
            <a:rect l="0" t="0" r="r" b="b"/>
            <a:pathLst>
              <a:path w="81" h="627">
                <a:moveTo>
                  <a:pt x="54" y="575"/>
                </a:moveTo>
                <a:cubicBezTo>
                  <a:pt x="54" y="0"/>
                  <a:pt x="54" y="0"/>
                  <a:pt x="54" y="0"/>
                </a:cubicBezTo>
                <a:cubicBezTo>
                  <a:pt x="0" y="10"/>
                  <a:pt x="0" y="10"/>
                  <a:pt x="0" y="10"/>
                </a:cubicBezTo>
                <a:cubicBezTo>
                  <a:pt x="0" y="627"/>
                  <a:pt x="0" y="627"/>
                  <a:pt x="0" y="627"/>
                </a:cubicBezTo>
                <a:cubicBezTo>
                  <a:pt x="54" y="617"/>
                  <a:pt x="54" y="617"/>
                  <a:pt x="54" y="617"/>
                </a:cubicBezTo>
                <a:cubicBezTo>
                  <a:pt x="54" y="617"/>
                  <a:pt x="54" y="617"/>
                  <a:pt x="54" y="617"/>
                </a:cubicBezTo>
                <a:cubicBezTo>
                  <a:pt x="54" y="617"/>
                  <a:pt x="81" y="612"/>
                  <a:pt x="80" y="586"/>
                </a:cubicBezTo>
                <a:cubicBezTo>
                  <a:pt x="79" y="567"/>
                  <a:pt x="54" y="575"/>
                  <a:pt x="54" y="575"/>
                </a:cubicBezTo>
                <a:close/>
              </a:path>
            </a:pathLst>
          </a:custGeom>
          <a:solidFill>
            <a:srgbClr val="1F74AD">
              <a:lumMod val="75000"/>
            </a:srgbClr>
          </a:solidFill>
          <a:ln w="9525">
            <a:noFill/>
            <a:round/>
          </a:ln>
        </p:spPr>
        <p:txBody>
          <a:bodyPr anchor="ctr"/>
          <a:lstStyle/>
          <a:p>
            <a:pPr algn="ctr">
              <a:lnSpc>
                <a:spcPct val="130000"/>
              </a:lnSpc>
            </a:pPr>
            <a:endParaRPr sz="1350">
              <a:latin typeface="Arial" panose="020B0604020202020204" pitchFamily="34" charset="0"/>
              <a:ea typeface="微软雅黑" panose="020B0503020204020204" pitchFamily="34" charset="-122"/>
              <a:sym typeface="Arial" panose="020B0604020202020204" pitchFamily="34" charset="0"/>
            </a:endParaRPr>
          </a:p>
        </p:txBody>
      </p:sp>
      <p:sp>
        <p:nvSpPr>
          <p:cNvPr id="168" name="任意多边形 167"/>
          <p:cNvSpPr/>
          <p:nvPr>
            <p:custDataLst>
              <p:tags r:id="rId13"/>
            </p:custDataLst>
          </p:nvPr>
        </p:nvSpPr>
        <p:spPr bwMode="auto">
          <a:xfrm>
            <a:off x="3909695" y="1858645"/>
            <a:ext cx="1710055" cy="1057910"/>
          </a:xfrm>
          <a:custGeom>
            <a:avLst/>
            <a:gdLst/>
            <a:ahLst/>
            <a:cxnLst>
              <a:cxn ang="0">
                <a:pos x="954" y="8"/>
              </a:cxn>
              <a:cxn ang="0">
                <a:pos x="954" y="8"/>
              </a:cxn>
              <a:cxn ang="0">
                <a:pos x="0" y="196"/>
              </a:cxn>
              <a:cxn ang="0">
                <a:pos x="0" y="813"/>
              </a:cxn>
              <a:cxn ang="0">
                <a:pos x="954" y="625"/>
              </a:cxn>
              <a:cxn ang="0">
                <a:pos x="980" y="636"/>
              </a:cxn>
              <a:cxn ang="0">
                <a:pos x="980" y="19"/>
              </a:cxn>
              <a:cxn ang="0">
                <a:pos x="954" y="8"/>
              </a:cxn>
            </a:cxnLst>
            <a:rect l="0" t="0" r="r" b="b"/>
            <a:pathLst>
              <a:path w="980" h="813">
                <a:moveTo>
                  <a:pt x="954" y="8"/>
                </a:moveTo>
                <a:cubicBezTo>
                  <a:pt x="954" y="8"/>
                  <a:pt x="954" y="8"/>
                  <a:pt x="954" y="8"/>
                </a:cubicBezTo>
                <a:cubicBezTo>
                  <a:pt x="0" y="196"/>
                  <a:pt x="0" y="196"/>
                  <a:pt x="0" y="196"/>
                </a:cubicBezTo>
                <a:cubicBezTo>
                  <a:pt x="0" y="813"/>
                  <a:pt x="0" y="813"/>
                  <a:pt x="0" y="813"/>
                </a:cubicBezTo>
                <a:cubicBezTo>
                  <a:pt x="954" y="625"/>
                  <a:pt x="954" y="625"/>
                  <a:pt x="954" y="625"/>
                </a:cubicBezTo>
                <a:cubicBezTo>
                  <a:pt x="954" y="625"/>
                  <a:pt x="979" y="617"/>
                  <a:pt x="980" y="636"/>
                </a:cubicBezTo>
                <a:cubicBezTo>
                  <a:pt x="980" y="19"/>
                  <a:pt x="980" y="19"/>
                  <a:pt x="980" y="19"/>
                </a:cubicBezTo>
                <a:cubicBezTo>
                  <a:pt x="979" y="0"/>
                  <a:pt x="954" y="8"/>
                  <a:pt x="954" y="8"/>
                </a:cubicBezTo>
                <a:close/>
              </a:path>
            </a:pathLst>
          </a:custGeom>
          <a:solidFill>
            <a:srgbClr val="1AA3AA"/>
          </a:solidFill>
          <a:ln w="9525">
            <a:noFill/>
            <a:round/>
          </a:ln>
        </p:spPr>
        <p:txBody>
          <a:bodyPr anchor="ctr"/>
          <a:lstStyle/>
          <a:p>
            <a:pPr algn="ctr">
              <a:lnSpc>
                <a:spcPct val="130000"/>
              </a:lnSpc>
            </a:pPr>
            <a:endParaRPr sz="1350">
              <a:latin typeface="Arial" panose="020B0604020202020204" pitchFamily="34" charset="0"/>
              <a:ea typeface="微软雅黑" panose="020B0503020204020204" pitchFamily="34" charset="-122"/>
              <a:sym typeface="Arial" panose="020B0604020202020204" pitchFamily="34" charset="0"/>
            </a:endParaRPr>
          </a:p>
        </p:txBody>
      </p:sp>
      <p:sp>
        <p:nvSpPr>
          <p:cNvPr id="175" name="文本框 174"/>
          <p:cNvSpPr txBox="1"/>
          <p:nvPr>
            <p:custDataLst>
              <p:tags r:id="rId14"/>
            </p:custDataLst>
          </p:nvPr>
        </p:nvSpPr>
        <p:spPr bwMode="auto">
          <a:xfrm>
            <a:off x="3983990" y="2198053"/>
            <a:ext cx="1423670" cy="474345"/>
          </a:xfrm>
          <a:prstGeom prst="rect">
            <a:avLst/>
          </a:prstGeom>
          <a:noFill/>
        </p:spPr>
        <p:txBody>
          <a:bodyPr wrap="square" lIns="67500" tIns="35100" rIns="67500" bIns="0" anchor="ctr" anchorCtr="0">
            <a:spAutoFit/>
          </a:bodyPr>
          <a:lstStyle/>
          <a:p>
            <a:pPr algn="ctr">
              <a:lnSpc>
                <a:spcPct val="130000"/>
              </a:lnSpc>
            </a:pPr>
            <a:r>
              <a:rPr lang="en-US" altLang="zh-CN" sz="1100" b="1" spc="30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3.</a:t>
            </a:r>
            <a:r>
              <a:rPr lang="zh-CN" altLang="en-US" sz="1100" b="1" spc="30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选定多个文件或文件夹</a:t>
            </a:r>
          </a:p>
        </p:txBody>
      </p:sp>
      <p:sp>
        <p:nvSpPr>
          <p:cNvPr id="176" name="矩形 175"/>
          <p:cNvSpPr/>
          <p:nvPr>
            <p:custDataLst>
              <p:tags r:id="rId15"/>
            </p:custDataLst>
          </p:nvPr>
        </p:nvSpPr>
        <p:spPr bwMode="auto">
          <a:xfrm>
            <a:off x="5481955" y="2572385"/>
            <a:ext cx="1574165" cy="2163445"/>
          </a:xfrm>
          <a:prstGeom prst="rect">
            <a:avLst/>
          </a:prstGeom>
          <a:solidFill>
            <a:sysClr val="window" lastClr="FFFFFF">
              <a:lumMod val="95000"/>
            </a:sysClr>
          </a:solidFill>
          <a:ln w="57150">
            <a:solidFill>
              <a:sysClr val="window" lastClr="FFFFFF"/>
            </a:solidFill>
            <a:round/>
          </a:ln>
          <a:effectLst/>
        </p:spPr>
        <p:txBody>
          <a:bodyPr vert="horz" wrap="square" lIns="68580" tIns="0" rIns="68580" bIns="35100" anchor="ctr" anchorCtr="0" compatLnSpc="1">
            <a:normAutofit/>
          </a:bodyPr>
          <a:lstStyle/>
          <a:p>
            <a:pPr algn="ctr">
              <a:lnSpc>
                <a:spcPct val="120000"/>
              </a:lnSpc>
            </a:pPr>
            <a:endParaRPr lang="zh-CN" altLang="en-US" sz="900" spc="150">
              <a:solidFill>
                <a:srgbClr val="000000">
                  <a:lumMod val="85000"/>
                  <a:lumOff val="15000"/>
                </a:srgbClr>
              </a:solidFill>
              <a:latin typeface="Arial" panose="020B0604020202020204" pitchFamily="34" charset="0"/>
              <a:ea typeface="微软雅黑" panose="020B0503020204020204" pitchFamily="34" charset="-122"/>
              <a:sym typeface="Arial" panose="020B0604020202020204" pitchFamily="34" charset="0"/>
            </a:endParaRPr>
          </a:p>
          <a:p>
            <a:pPr algn="ctr">
              <a:lnSpc>
                <a:spcPct val="120000"/>
              </a:lnSpc>
            </a:pPr>
            <a:endParaRPr lang="zh-CN" altLang="en-US" sz="900" spc="150">
              <a:solidFill>
                <a:srgbClr val="000000">
                  <a:lumMod val="85000"/>
                  <a:lumOff val="15000"/>
                </a:srgb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77" name="任意多边形 176"/>
          <p:cNvSpPr/>
          <p:nvPr>
            <p:custDataLst>
              <p:tags r:id="rId16"/>
            </p:custDataLst>
          </p:nvPr>
        </p:nvSpPr>
        <p:spPr bwMode="auto">
          <a:xfrm>
            <a:off x="7054850" y="1924050"/>
            <a:ext cx="140970" cy="816610"/>
          </a:xfrm>
          <a:custGeom>
            <a:avLst/>
            <a:gdLst/>
            <a:ahLst/>
            <a:cxnLst>
              <a:cxn ang="0">
                <a:pos x="54" y="575"/>
              </a:cxn>
              <a:cxn ang="0">
                <a:pos x="54" y="0"/>
              </a:cxn>
              <a:cxn ang="0">
                <a:pos x="0" y="10"/>
              </a:cxn>
              <a:cxn ang="0">
                <a:pos x="0" y="627"/>
              </a:cxn>
              <a:cxn ang="0">
                <a:pos x="54" y="617"/>
              </a:cxn>
              <a:cxn ang="0">
                <a:pos x="54" y="617"/>
              </a:cxn>
              <a:cxn ang="0">
                <a:pos x="80" y="586"/>
              </a:cxn>
              <a:cxn ang="0">
                <a:pos x="54" y="575"/>
              </a:cxn>
            </a:cxnLst>
            <a:rect l="0" t="0" r="r" b="b"/>
            <a:pathLst>
              <a:path w="81" h="627">
                <a:moveTo>
                  <a:pt x="54" y="575"/>
                </a:moveTo>
                <a:cubicBezTo>
                  <a:pt x="54" y="0"/>
                  <a:pt x="54" y="0"/>
                  <a:pt x="54" y="0"/>
                </a:cubicBezTo>
                <a:cubicBezTo>
                  <a:pt x="0" y="10"/>
                  <a:pt x="0" y="10"/>
                  <a:pt x="0" y="10"/>
                </a:cubicBezTo>
                <a:cubicBezTo>
                  <a:pt x="0" y="627"/>
                  <a:pt x="0" y="627"/>
                  <a:pt x="0" y="627"/>
                </a:cubicBezTo>
                <a:cubicBezTo>
                  <a:pt x="54" y="617"/>
                  <a:pt x="54" y="617"/>
                  <a:pt x="54" y="617"/>
                </a:cubicBezTo>
                <a:cubicBezTo>
                  <a:pt x="54" y="617"/>
                  <a:pt x="54" y="617"/>
                  <a:pt x="54" y="617"/>
                </a:cubicBezTo>
                <a:cubicBezTo>
                  <a:pt x="54" y="617"/>
                  <a:pt x="81" y="612"/>
                  <a:pt x="80" y="586"/>
                </a:cubicBezTo>
                <a:cubicBezTo>
                  <a:pt x="79" y="567"/>
                  <a:pt x="54" y="575"/>
                  <a:pt x="54" y="575"/>
                </a:cubicBezTo>
                <a:close/>
              </a:path>
            </a:pathLst>
          </a:custGeom>
          <a:solidFill>
            <a:srgbClr val="69A35B">
              <a:lumMod val="50000"/>
            </a:srgbClr>
          </a:solidFill>
          <a:ln w="9525">
            <a:noFill/>
            <a:round/>
          </a:ln>
        </p:spPr>
        <p:txBody>
          <a:bodyPr anchor="ctr"/>
          <a:lstStyle/>
          <a:p>
            <a:pPr algn="ctr">
              <a:lnSpc>
                <a:spcPct val="130000"/>
              </a:lnSpc>
            </a:pPr>
            <a:endParaRPr sz="1350">
              <a:latin typeface="Arial" panose="020B0604020202020204" pitchFamily="34" charset="0"/>
              <a:ea typeface="微软雅黑" panose="020B0503020204020204" pitchFamily="34" charset="-122"/>
              <a:sym typeface="Arial" panose="020B0604020202020204" pitchFamily="34" charset="0"/>
            </a:endParaRPr>
          </a:p>
        </p:txBody>
      </p:sp>
      <p:sp>
        <p:nvSpPr>
          <p:cNvPr id="180" name="任意多边形 179"/>
          <p:cNvSpPr/>
          <p:nvPr>
            <p:custDataLst>
              <p:tags r:id="rId17"/>
            </p:custDataLst>
          </p:nvPr>
        </p:nvSpPr>
        <p:spPr bwMode="auto">
          <a:xfrm>
            <a:off x="5483860" y="1858645"/>
            <a:ext cx="1710055" cy="1057910"/>
          </a:xfrm>
          <a:custGeom>
            <a:avLst/>
            <a:gdLst/>
            <a:ahLst/>
            <a:cxnLst>
              <a:cxn ang="0">
                <a:pos x="954" y="8"/>
              </a:cxn>
              <a:cxn ang="0">
                <a:pos x="954" y="8"/>
              </a:cxn>
              <a:cxn ang="0">
                <a:pos x="0" y="196"/>
              </a:cxn>
              <a:cxn ang="0">
                <a:pos x="0" y="813"/>
              </a:cxn>
              <a:cxn ang="0">
                <a:pos x="954" y="625"/>
              </a:cxn>
              <a:cxn ang="0">
                <a:pos x="980" y="636"/>
              </a:cxn>
              <a:cxn ang="0">
                <a:pos x="980" y="19"/>
              </a:cxn>
              <a:cxn ang="0">
                <a:pos x="954" y="8"/>
              </a:cxn>
            </a:cxnLst>
            <a:rect l="0" t="0" r="r" b="b"/>
            <a:pathLst>
              <a:path w="980" h="813">
                <a:moveTo>
                  <a:pt x="954" y="8"/>
                </a:moveTo>
                <a:cubicBezTo>
                  <a:pt x="954" y="8"/>
                  <a:pt x="954" y="8"/>
                  <a:pt x="954" y="8"/>
                </a:cubicBezTo>
                <a:cubicBezTo>
                  <a:pt x="0" y="196"/>
                  <a:pt x="0" y="196"/>
                  <a:pt x="0" y="196"/>
                </a:cubicBezTo>
                <a:cubicBezTo>
                  <a:pt x="0" y="813"/>
                  <a:pt x="0" y="813"/>
                  <a:pt x="0" y="813"/>
                </a:cubicBezTo>
                <a:cubicBezTo>
                  <a:pt x="954" y="625"/>
                  <a:pt x="954" y="625"/>
                  <a:pt x="954" y="625"/>
                </a:cubicBezTo>
                <a:cubicBezTo>
                  <a:pt x="954" y="625"/>
                  <a:pt x="979" y="617"/>
                  <a:pt x="980" y="636"/>
                </a:cubicBezTo>
                <a:cubicBezTo>
                  <a:pt x="980" y="19"/>
                  <a:pt x="980" y="19"/>
                  <a:pt x="980" y="19"/>
                </a:cubicBezTo>
                <a:cubicBezTo>
                  <a:pt x="979" y="0"/>
                  <a:pt x="954" y="8"/>
                  <a:pt x="954" y="8"/>
                </a:cubicBezTo>
                <a:close/>
              </a:path>
            </a:pathLst>
          </a:custGeom>
          <a:solidFill>
            <a:srgbClr val="69A35B"/>
          </a:solidFill>
          <a:ln w="9525">
            <a:noFill/>
            <a:round/>
          </a:ln>
        </p:spPr>
        <p:txBody>
          <a:bodyPr anchor="ctr"/>
          <a:lstStyle/>
          <a:p>
            <a:pPr algn="ctr">
              <a:lnSpc>
                <a:spcPct val="130000"/>
              </a:lnSpc>
            </a:pPr>
            <a:endParaRPr sz="1350">
              <a:latin typeface="Arial" panose="020B0604020202020204" pitchFamily="34" charset="0"/>
              <a:ea typeface="微软雅黑" panose="020B0503020204020204" pitchFamily="34" charset="-122"/>
              <a:sym typeface="Arial" panose="020B0604020202020204" pitchFamily="34" charset="0"/>
            </a:endParaRPr>
          </a:p>
        </p:txBody>
      </p:sp>
      <p:sp>
        <p:nvSpPr>
          <p:cNvPr id="185" name="文本框 184"/>
          <p:cNvSpPr txBox="1"/>
          <p:nvPr>
            <p:custDataLst>
              <p:tags r:id="rId18"/>
            </p:custDataLst>
          </p:nvPr>
        </p:nvSpPr>
        <p:spPr bwMode="auto">
          <a:xfrm>
            <a:off x="5557520" y="2198053"/>
            <a:ext cx="1423670" cy="474345"/>
          </a:xfrm>
          <a:prstGeom prst="rect">
            <a:avLst/>
          </a:prstGeom>
          <a:noFill/>
        </p:spPr>
        <p:txBody>
          <a:bodyPr wrap="square" lIns="67500" tIns="35100" rIns="67500" bIns="0" anchor="ctr" anchorCtr="0">
            <a:spAutoFit/>
          </a:bodyPr>
          <a:lstStyle/>
          <a:p>
            <a:pPr algn="ctr">
              <a:lnSpc>
                <a:spcPct val="130000"/>
              </a:lnSpc>
            </a:pPr>
            <a:r>
              <a:rPr lang="en-US" altLang="zh-CN" sz="1100" b="1" spc="30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4.</a:t>
            </a:r>
            <a:r>
              <a:rPr lang="zh-CN" altLang="en-US" sz="1100" b="1" spc="30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选定文件夹中的所有文件</a:t>
            </a:r>
          </a:p>
        </p:txBody>
      </p:sp>
      <p:sp>
        <p:nvSpPr>
          <p:cNvPr id="186" name="矩形 185"/>
          <p:cNvSpPr/>
          <p:nvPr>
            <p:custDataLst>
              <p:tags r:id="rId19"/>
            </p:custDataLst>
          </p:nvPr>
        </p:nvSpPr>
        <p:spPr bwMode="auto">
          <a:xfrm>
            <a:off x="7056755" y="2572385"/>
            <a:ext cx="1574165" cy="2163445"/>
          </a:xfrm>
          <a:prstGeom prst="rect">
            <a:avLst/>
          </a:prstGeom>
          <a:solidFill>
            <a:sysClr val="window" lastClr="FFFFFF">
              <a:lumMod val="95000"/>
            </a:sysClr>
          </a:solidFill>
          <a:ln w="57150">
            <a:solidFill>
              <a:sysClr val="window" lastClr="FFFFFF"/>
            </a:solidFill>
            <a:round/>
          </a:ln>
          <a:effectLst/>
        </p:spPr>
        <p:txBody>
          <a:bodyPr vert="horz" wrap="square" lIns="68580" tIns="0" rIns="68580" bIns="35100" anchor="ctr" anchorCtr="0" compatLnSpc="1">
            <a:normAutofit/>
          </a:bodyPr>
          <a:lstStyle/>
          <a:p>
            <a:pPr algn="ctr">
              <a:lnSpc>
                <a:spcPct val="120000"/>
              </a:lnSpc>
            </a:pPr>
            <a:endParaRPr lang="zh-CN" altLang="en-US" sz="900" spc="150">
              <a:solidFill>
                <a:srgbClr val="000000">
                  <a:lumMod val="85000"/>
                  <a:lumOff val="15000"/>
                </a:srgbClr>
              </a:solidFill>
              <a:latin typeface="Arial" panose="020B0604020202020204" pitchFamily="34" charset="0"/>
              <a:ea typeface="微软雅黑" panose="020B0503020204020204" pitchFamily="34" charset="-122"/>
              <a:sym typeface="Arial" panose="020B0604020202020204" pitchFamily="34" charset="0"/>
            </a:endParaRPr>
          </a:p>
          <a:p>
            <a:pPr algn="ctr">
              <a:lnSpc>
                <a:spcPct val="120000"/>
              </a:lnSpc>
            </a:pPr>
            <a:endParaRPr lang="zh-CN" altLang="en-US" sz="900" spc="150">
              <a:solidFill>
                <a:srgbClr val="000000">
                  <a:lumMod val="85000"/>
                  <a:lumOff val="15000"/>
                </a:srgb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87" name="任意多边形 186"/>
          <p:cNvSpPr/>
          <p:nvPr>
            <p:custDataLst>
              <p:tags r:id="rId20"/>
            </p:custDataLst>
          </p:nvPr>
        </p:nvSpPr>
        <p:spPr bwMode="auto">
          <a:xfrm>
            <a:off x="8629015" y="1924050"/>
            <a:ext cx="140970" cy="816610"/>
          </a:xfrm>
          <a:custGeom>
            <a:avLst/>
            <a:gdLst/>
            <a:ahLst/>
            <a:cxnLst>
              <a:cxn ang="0">
                <a:pos x="54" y="575"/>
              </a:cxn>
              <a:cxn ang="0">
                <a:pos x="54" y="0"/>
              </a:cxn>
              <a:cxn ang="0">
                <a:pos x="0" y="10"/>
              </a:cxn>
              <a:cxn ang="0">
                <a:pos x="0" y="627"/>
              </a:cxn>
              <a:cxn ang="0">
                <a:pos x="54" y="617"/>
              </a:cxn>
              <a:cxn ang="0">
                <a:pos x="54" y="617"/>
              </a:cxn>
              <a:cxn ang="0">
                <a:pos x="80" y="586"/>
              </a:cxn>
              <a:cxn ang="0">
                <a:pos x="54" y="575"/>
              </a:cxn>
            </a:cxnLst>
            <a:rect l="0" t="0" r="r" b="b"/>
            <a:pathLst>
              <a:path w="81" h="627">
                <a:moveTo>
                  <a:pt x="54" y="575"/>
                </a:moveTo>
                <a:cubicBezTo>
                  <a:pt x="54" y="0"/>
                  <a:pt x="54" y="0"/>
                  <a:pt x="54" y="0"/>
                </a:cubicBezTo>
                <a:cubicBezTo>
                  <a:pt x="0" y="10"/>
                  <a:pt x="0" y="10"/>
                  <a:pt x="0" y="10"/>
                </a:cubicBezTo>
                <a:cubicBezTo>
                  <a:pt x="0" y="627"/>
                  <a:pt x="0" y="627"/>
                  <a:pt x="0" y="627"/>
                </a:cubicBezTo>
                <a:cubicBezTo>
                  <a:pt x="54" y="617"/>
                  <a:pt x="54" y="617"/>
                  <a:pt x="54" y="617"/>
                </a:cubicBezTo>
                <a:cubicBezTo>
                  <a:pt x="54" y="617"/>
                  <a:pt x="54" y="617"/>
                  <a:pt x="54" y="617"/>
                </a:cubicBezTo>
                <a:cubicBezTo>
                  <a:pt x="54" y="617"/>
                  <a:pt x="81" y="612"/>
                  <a:pt x="80" y="586"/>
                </a:cubicBezTo>
                <a:cubicBezTo>
                  <a:pt x="79" y="567"/>
                  <a:pt x="54" y="575"/>
                  <a:pt x="54" y="575"/>
                </a:cubicBezTo>
                <a:close/>
              </a:path>
            </a:pathLst>
          </a:custGeom>
          <a:solidFill>
            <a:srgbClr val="69A35B">
              <a:lumMod val="50000"/>
            </a:srgbClr>
          </a:solidFill>
          <a:ln w="9525">
            <a:noFill/>
            <a:round/>
          </a:ln>
        </p:spPr>
        <p:txBody>
          <a:bodyPr anchor="ctr"/>
          <a:lstStyle/>
          <a:p>
            <a:pPr algn="ctr">
              <a:lnSpc>
                <a:spcPct val="130000"/>
              </a:lnSpc>
            </a:pPr>
            <a:endParaRPr sz="1350">
              <a:latin typeface="Arial" panose="020B0604020202020204" pitchFamily="34" charset="0"/>
              <a:ea typeface="微软雅黑" panose="020B0503020204020204" pitchFamily="34" charset="-122"/>
              <a:sym typeface="Arial" panose="020B0604020202020204" pitchFamily="34" charset="0"/>
            </a:endParaRPr>
          </a:p>
        </p:txBody>
      </p:sp>
      <p:sp>
        <p:nvSpPr>
          <p:cNvPr id="190" name="任意多边形 189"/>
          <p:cNvSpPr/>
          <p:nvPr>
            <p:custDataLst>
              <p:tags r:id="rId21"/>
            </p:custDataLst>
          </p:nvPr>
        </p:nvSpPr>
        <p:spPr bwMode="auto">
          <a:xfrm>
            <a:off x="7058025" y="1858645"/>
            <a:ext cx="1710055" cy="1057910"/>
          </a:xfrm>
          <a:custGeom>
            <a:avLst/>
            <a:gdLst/>
            <a:ahLst/>
            <a:cxnLst>
              <a:cxn ang="0">
                <a:pos x="954" y="8"/>
              </a:cxn>
              <a:cxn ang="0">
                <a:pos x="954" y="8"/>
              </a:cxn>
              <a:cxn ang="0">
                <a:pos x="0" y="196"/>
              </a:cxn>
              <a:cxn ang="0">
                <a:pos x="0" y="813"/>
              </a:cxn>
              <a:cxn ang="0">
                <a:pos x="954" y="625"/>
              </a:cxn>
              <a:cxn ang="0">
                <a:pos x="980" y="636"/>
              </a:cxn>
              <a:cxn ang="0">
                <a:pos x="980" y="19"/>
              </a:cxn>
              <a:cxn ang="0">
                <a:pos x="954" y="8"/>
              </a:cxn>
            </a:cxnLst>
            <a:rect l="0" t="0" r="r" b="b"/>
            <a:pathLst>
              <a:path w="980" h="813">
                <a:moveTo>
                  <a:pt x="954" y="8"/>
                </a:moveTo>
                <a:cubicBezTo>
                  <a:pt x="954" y="8"/>
                  <a:pt x="954" y="8"/>
                  <a:pt x="954" y="8"/>
                </a:cubicBezTo>
                <a:cubicBezTo>
                  <a:pt x="0" y="196"/>
                  <a:pt x="0" y="196"/>
                  <a:pt x="0" y="196"/>
                </a:cubicBezTo>
                <a:cubicBezTo>
                  <a:pt x="0" y="813"/>
                  <a:pt x="0" y="813"/>
                  <a:pt x="0" y="813"/>
                </a:cubicBezTo>
                <a:cubicBezTo>
                  <a:pt x="954" y="625"/>
                  <a:pt x="954" y="625"/>
                  <a:pt x="954" y="625"/>
                </a:cubicBezTo>
                <a:cubicBezTo>
                  <a:pt x="954" y="625"/>
                  <a:pt x="979" y="617"/>
                  <a:pt x="980" y="636"/>
                </a:cubicBezTo>
                <a:cubicBezTo>
                  <a:pt x="980" y="19"/>
                  <a:pt x="980" y="19"/>
                  <a:pt x="980" y="19"/>
                </a:cubicBezTo>
                <a:cubicBezTo>
                  <a:pt x="979" y="0"/>
                  <a:pt x="954" y="8"/>
                  <a:pt x="954" y="8"/>
                </a:cubicBezTo>
                <a:close/>
              </a:path>
            </a:pathLst>
          </a:custGeom>
          <a:solidFill>
            <a:srgbClr val="9BBB59">
              <a:lumMod val="100000"/>
            </a:srgbClr>
          </a:solidFill>
          <a:ln w="9525">
            <a:noFill/>
            <a:round/>
          </a:ln>
        </p:spPr>
        <p:txBody>
          <a:bodyPr anchor="ctr"/>
          <a:lstStyle/>
          <a:p>
            <a:pPr algn="ctr">
              <a:lnSpc>
                <a:spcPct val="130000"/>
              </a:lnSpc>
            </a:pPr>
            <a:endParaRPr sz="1350">
              <a:latin typeface="Arial" panose="020B0604020202020204" pitchFamily="34" charset="0"/>
              <a:ea typeface="微软雅黑" panose="020B0503020204020204" pitchFamily="34" charset="-122"/>
              <a:sym typeface="Arial" panose="020B0604020202020204" pitchFamily="34" charset="0"/>
            </a:endParaRPr>
          </a:p>
        </p:txBody>
      </p:sp>
      <p:sp>
        <p:nvSpPr>
          <p:cNvPr id="194" name="文本框 193"/>
          <p:cNvSpPr txBox="1"/>
          <p:nvPr>
            <p:custDataLst>
              <p:tags r:id="rId22"/>
            </p:custDataLst>
          </p:nvPr>
        </p:nvSpPr>
        <p:spPr bwMode="auto">
          <a:xfrm>
            <a:off x="7131685" y="2307908"/>
            <a:ext cx="1423670" cy="254635"/>
          </a:xfrm>
          <a:prstGeom prst="rect">
            <a:avLst/>
          </a:prstGeom>
          <a:noFill/>
        </p:spPr>
        <p:txBody>
          <a:bodyPr wrap="square" lIns="67500" tIns="35100" rIns="67500" bIns="0" anchor="ctr" anchorCtr="0">
            <a:spAutoFit/>
          </a:bodyPr>
          <a:lstStyle/>
          <a:p>
            <a:pPr algn="ctr">
              <a:lnSpc>
                <a:spcPct val="130000"/>
              </a:lnSpc>
            </a:pPr>
            <a:r>
              <a:rPr lang="zh-CN" altLang="en-US" sz="1100" b="1" spc="30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撤销选定</a:t>
            </a:r>
          </a:p>
        </p:txBody>
      </p:sp>
      <p:sp>
        <p:nvSpPr>
          <p:cNvPr id="196" name="文本框 195"/>
          <p:cNvSpPr txBox="1"/>
          <p:nvPr/>
        </p:nvSpPr>
        <p:spPr>
          <a:xfrm>
            <a:off x="2411730" y="2999740"/>
            <a:ext cx="1423035" cy="1087755"/>
          </a:xfrm>
          <a:prstGeom prst="rect">
            <a:avLst/>
          </a:prstGeom>
          <a:noFill/>
        </p:spPr>
        <p:txBody>
          <a:bodyPr wrap="square" rtlCol="0" anchor="t">
            <a:spAutoFit/>
          </a:bodyPr>
          <a:lstStyle/>
          <a:p>
            <a:pPr algn="just">
              <a:lnSpc>
                <a:spcPct val="120000"/>
              </a:lnSpc>
            </a:pPr>
            <a:r>
              <a:rPr lang="zh-CN" altLang="en-US" sz="900" spc="150">
                <a:solidFill>
                  <a:srgbClr val="000000">
                    <a:lumMod val="85000"/>
                    <a:lumOff val="15000"/>
                  </a:srgbClr>
                </a:solidFill>
                <a:latin typeface="Arial" panose="020B0604020202020204" pitchFamily="34" charset="0"/>
                <a:ea typeface="微软雅黑" panose="020B0503020204020204" pitchFamily="34" charset="-122"/>
                <a:sym typeface="Arial" panose="020B0604020202020204" pitchFamily="34" charset="0"/>
              </a:rPr>
              <a:t>在文件夹窗口中，按下鼠标左键拖动，将出现一个矩形框，框住要选定的文件或文件夹，然后释放鼠标按钮。</a:t>
            </a:r>
          </a:p>
        </p:txBody>
      </p:sp>
      <p:sp>
        <p:nvSpPr>
          <p:cNvPr id="197" name="文本框 196"/>
          <p:cNvSpPr txBox="1"/>
          <p:nvPr/>
        </p:nvSpPr>
        <p:spPr>
          <a:xfrm>
            <a:off x="840740" y="2999740"/>
            <a:ext cx="1423035" cy="589280"/>
          </a:xfrm>
          <a:prstGeom prst="rect">
            <a:avLst/>
          </a:prstGeom>
          <a:noFill/>
        </p:spPr>
        <p:txBody>
          <a:bodyPr wrap="square" rtlCol="0" anchor="t">
            <a:spAutoFit/>
          </a:bodyPr>
          <a:lstStyle/>
          <a:p>
            <a:pPr algn="just">
              <a:lnSpc>
                <a:spcPct val="120000"/>
              </a:lnSpc>
            </a:pPr>
            <a:r>
              <a:rPr lang="zh-CN" altLang="en-US" sz="900" spc="150">
                <a:solidFill>
                  <a:srgbClr val="000000">
                    <a:lumMod val="85000"/>
                    <a:lumOff val="15000"/>
                  </a:srgbClr>
                </a:solidFill>
                <a:latin typeface="Arial" panose="020B0604020202020204" pitchFamily="34" charset="0"/>
                <a:ea typeface="微软雅黑" panose="020B0503020204020204" pitchFamily="34" charset="-122"/>
                <a:sym typeface="Arial" panose="020B0604020202020204" pitchFamily="34" charset="0"/>
              </a:rPr>
              <a:t>如果只需选定一个文件，单击要选定的文件或文件夹。</a:t>
            </a:r>
          </a:p>
        </p:txBody>
      </p:sp>
      <p:sp>
        <p:nvSpPr>
          <p:cNvPr id="198" name="文本框 197"/>
          <p:cNvSpPr txBox="1"/>
          <p:nvPr/>
        </p:nvSpPr>
        <p:spPr>
          <a:xfrm>
            <a:off x="3983355" y="2999740"/>
            <a:ext cx="1423035" cy="1751965"/>
          </a:xfrm>
          <a:prstGeom prst="rect">
            <a:avLst/>
          </a:prstGeom>
          <a:noFill/>
        </p:spPr>
        <p:txBody>
          <a:bodyPr wrap="square" rtlCol="0" anchor="t">
            <a:spAutoFit/>
          </a:bodyPr>
          <a:lstStyle/>
          <a:p>
            <a:pPr algn="just">
              <a:lnSpc>
                <a:spcPct val="120000"/>
              </a:lnSpc>
            </a:pPr>
            <a:r>
              <a:rPr lang="zh-CN" altLang="en-US" sz="900" spc="150">
                <a:solidFill>
                  <a:srgbClr val="000000">
                    <a:lumMod val="85000"/>
                    <a:lumOff val="15000"/>
                  </a:srgbClr>
                </a:solidFill>
                <a:latin typeface="Arial" panose="020B0604020202020204" pitchFamily="34" charset="0"/>
                <a:ea typeface="微软雅黑" panose="020B0503020204020204" pitchFamily="34" charset="-122"/>
                <a:sym typeface="Arial" panose="020B0604020202020204" pitchFamily="34" charset="0"/>
              </a:rPr>
              <a:t>选定多个连续文件或文件夹：先单击选定第一项，按下Shift键，然后单击最后一个要选定的项；选定多个不连续文件或文件夹：先单击选定第一项，按下Ctrl键，然后分别单击各个要选定的项。</a:t>
            </a:r>
          </a:p>
        </p:txBody>
      </p:sp>
      <p:sp>
        <p:nvSpPr>
          <p:cNvPr id="199" name="文本框 198"/>
          <p:cNvSpPr txBox="1"/>
          <p:nvPr/>
        </p:nvSpPr>
        <p:spPr>
          <a:xfrm>
            <a:off x="5557520" y="2999740"/>
            <a:ext cx="1423035" cy="1419860"/>
          </a:xfrm>
          <a:prstGeom prst="rect">
            <a:avLst/>
          </a:prstGeom>
          <a:noFill/>
        </p:spPr>
        <p:txBody>
          <a:bodyPr wrap="square" rtlCol="0" anchor="t">
            <a:spAutoFit/>
          </a:bodyPr>
          <a:lstStyle/>
          <a:p>
            <a:pPr algn="just">
              <a:lnSpc>
                <a:spcPct val="120000"/>
              </a:lnSpc>
            </a:pPr>
            <a:r>
              <a:rPr lang="zh-CN" altLang="en-US" sz="900" spc="150">
                <a:solidFill>
                  <a:srgbClr val="000000">
                    <a:lumMod val="85000"/>
                    <a:lumOff val="15000"/>
                  </a:srgbClr>
                </a:solidFill>
                <a:latin typeface="Arial" panose="020B0604020202020204" pitchFamily="34" charset="0"/>
                <a:ea typeface="微软雅黑" panose="020B0503020204020204" pitchFamily="34" charset="-122"/>
                <a:sym typeface="Arial" panose="020B0604020202020204" pitchFamily="34" charset="0"/>
              </a:rPr>
              <a:t>选择“编辑”菜单→“全部选定”命令，将选定文件夹中的所有文件。选择“编辑”菜单→“反向选择”命令，将选定文件夹中除已经选定项之外的项。</a:t>
            </a:r>
          </a:p>
        </p:txBody>
      </p:sp>
      <p:sp>
        <p:nvSpPr>
          <p:cNvPr id="200" name="文本框 199"/>
          <p:cNvSpPr txBox="1"/>
          <p:nvPr/>
        </p:nvSpPr>
        <p:spPr>
          <a:xfrm>
            <a:off x="7132320" y="2999740"/>
            <a:ext cx="1423035" cy="921385"/>
          </a:xfrm>
          <a:prstGeom prst="rect">
            <a:avLst/>
          </a:prstGeom>
          <a:noFill/>
        </p:spPr>
        <p:txBody>
          <a:bodyPr wrap="square" rtlCol="0" anchor="t">
            <a:spAutoFit/>
          </a:bodyPr>
          <a:lstStyle/>
          <a:p>
            <a:pPr algn="just">
              <a:lnSpc>
                <a:spcPct val="120000"/>
              </a:lnSpc>
            </a:pPr>
            <a:r>
              <a:rPr lang="zh-CN" altLang="en-US" sz="900" spc="150">
                <a:solidFill>
                  <a:srgbClr val="000000">
                    <a:lumMod val="85000"/>
                    <a:lumOff val="15000"/>
                  </a:srgbClr>
                </a:solidFill>
                <a:latin typeface="Arial" panose="020B0604020202020204" pitchFamily="34" charset="0"/>
                <a:ea typeface="微软雅黑" panose="020B0503020204020204" pitchFamily="34" charset="-122"/>
                <a:sym typeface="Arial" panose="020B0604020202020204" pitchFamily="34" charset="0"/>
              </a:rPr>
              <a:t>撤销一项选定，先按下Ctrl 键，然后单击要取消的项目。若要撤销所有选定，则单击窗口中其他区域。</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bg>
      <p:bgPr>
        <a:pattFill prst="wdUpDiag">
          <a:fgClr>
            <a:schemeClr val="tx2"/>
          </a:fgClr>
          <a:bgClr>
            <a:schemeClr val="bg2"/>
          </a:bgClr>
        </a:patt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456296" y="456300"/>
            <a:ext cx="8231409" cy="42309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rgbClr val="FFFFFF"/>
              </a:solidFill>
              <a:latin typeface="微软雅黑" panose="020B0503020204020204" pitchFamily="34" charset="-122"/>
              <a:ea typeface="微软雅黑" panose="020B0503020204020204" pitchFamily="34" charset="-122"/>
              <a:sym typeface="+mn-ea"/>
            </a:endParaRPr>
          </a:p>
        </p:txBody>
      </p:sp>
      <p:grpSp>
        <p:nvGrpSpPr>
          <p:cNvPr id="13" name="组合 12"/>
          <p:cNvGrpSpPr/>
          <p:nvPr userDrawn="1">
            <p:custDataLst>
              <p:tags r:id="rId3"/>
            </p:custDataLst>
          </p:nvPr>
        </p:nvGrpSpPr>
        <p:grpSpPr>
          <a:xfrm>
            <a:off x="235350" y="260661"/>
            <a:ext cx="8775474" cy="4882839"/>
            <a:chOff x="313800" y="347548"/>
            <a:chExt cx="11700632" cy="6510452"/>
          </a:xfrm>
        </p:grpSpPr>
        <p:grpSp>
          <p:nvGrpSpPr>
            <p:cNvPr id="168" name="组合 167"/>
            <p:cNvGrpSpPr/>
            <p:nvPr userDrawn="1"/>
          </p:nvGrpSpPr>
          <p:grpSpPr>
            <a:xfrm rot="20310956">
              <a:off x="356063" y="347548"/>
              <a:ext cx="1824574" cy="1081190"/>
              <a:chOff x="4175125" y="1726565"/>
              <a:chExt cx="1094105" cy="648335"/>
            </a:xfrm>
          </p:grpSpPr>
          <p:sp>
            <p:nvSpPr>
              <p:cNvPr id="169" name="Freeform 64"/>
              <p:cNvSpPr/>
              <p:nvPr userDrawn="1">
                <p:custDataLst>
                  <p:tags r:id="rId9"/>
                </p:custDataLst>
              </p:nvPr>
            </p:nvSpPr>
            <p:spPr bwMode="auto">
              <a:xfrm>
                <a:off x="4175125" y="1726565"/>
                <a:ext cx="1094105" cy="648335"/>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170" name="Rectangle 66"/>
              <p:cNvSpPr>
                <a:spLocks noChangeArrowheads="1"/>
              </p:cNvSpPr>
              <p:nvPr userDrawn="1">
                <p:custDataLst>
                  <p:tags r:id="rId10"/>
                </p:custDataLst>
              </p:nvPr>
            </p:nvSpPr>
            <p:spPr bwMode="auto">
              <a:xfrm>
                <a:off x="4249420" y="2235382"/>
                <a:ext cx="897255" cy="704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171" name="Rectangle 67"/>
              <p:cNvSpPr>
                <a:spLocks noChangeArrowheads="1"/>
              </p:cNvSpPr>
              <p:nvPr userDrawn="1">
                <p:custDataLst>
                  <p:tags r:id="rId11"/>
                </p:custDataLst>
              </p:nvPr>
            </p:nvSpPr>
            <p:spPr bwMode="auto">
              <a:xfrm>
                <a:off x="4249420" y="2116728"/>
                <a:ext cx="504190" cy="717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172" name="Rectangle 68"/>
              <p:cNvSpPr>
                <a:spLocks noChangeArrowheads="1"/>
              </p:cNvSpPr>
              <p:nvPr userDrawn="1">
                <p:custDataLst>
                  <p:tags r:id="rId12"/>
                </p:custDataLst>
              </p:nvPr>
            </p:nvSpPr>
            <p:spPr bwMode="auto">
              <a:xfrm>
                <a:off x="4245610" y="1786255"/>
                <a:ext cx="275590" cy="226695"/>
              </a:xfrm>
              <a:prstGeom prst="rect">
                <a:avLst/>
              </a:prstGeom>
              <a:solidFill>
                <a:srgbClr val="6969C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173" name="Rectangle 69"/>
              <p:cNvSpPr>
                <a:spLocks noChangeArrowheads="1"/>
              </p:cNvSpPr>
              <p:nvPr userDrawn="1">
                <p:custDataLst>
                  <p:tags r:id="rId13"/>
                </p:custDataLst>
              </p:nvPr>
            </p:nvSpPr>
            <p:spPr bwMode="auto">
              <a:xfrm>
                <a:off x="4573905" y="1786255"/>
                <a:ext cx="276860" cy="226695"/>
              </a:xfrm>
              <a:prstGeom prst="rect">
                <a:avLst/>
              </a:prstGeom>
              <a:solidFill>
                <a:srgbClr val="DB63A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174" name="Rectangle 70"/>
              <p:cNvSpPr>
                <a:spLocks noChangeArrowheads="1"/>
              </p:cNvSpPr>
              <p:nvPr userDrawn="1">
                <p:custDataLst>
                  <p:tags r:id="rId14"/>
                </p:custDataLst>
              </p:nvPr>
            </p:nvSpPr>
            <p:spPr bwMode="auto">
              <a:xfrm>
                <a:off x="4903470" y="1786255"/>
                <a:ext cx="275590" cy="226695"/>
              </a:xfrm>
              <a:prstGeom prst="rect">
                <a:avLst/>
              </a:prstGeom>
              <a:solidFill>
                <a:srgbClr val="F7917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grpSp>
        <p:pic>
          <p:nvPicPr>
            <p:cNvPr id="48" name="图片 47"/>
            <p:cNvPicPr>
              <a:picLocks noChangeAspect="1"/>
            </p:cNvPicPr>
            <p:nvPr userDrawn="1">
              <p:custDataLst>
                <p:tags r:id="rId7"/>
              </p:custDataLst>
            </p:nvPr>
          </p:nvPicPr>
          <p:blipFill>
            <a:blip r:embed="rId16">
              <a:extLst>
                <a:ext uri="{28A0092B-C50C-407E-A947-70E740481C1C}">
                  <a14:useLocalDpi xmlns:a14="http://schemas.microsoft.com/office/drawing/2010/main" val="0"/>
                </a:ext>
              </a:extLst>
            </a:blip>
            <a:stretch>
              <a:fillRect/>
            </a:stretch>
          </p:blipFill>
          <p:spPr>
            <a:xfrm>
              <a:off x="10105396" y="4729291"/>
              <a:ext cx="1909036" cy="2060800"/>
            </a:xfrm>
            <a:prstGeom prst="rect">
              <a:avLst/>
            </a:prstGeom>
          </p:spPr>
        </p:pic>
        <p:pic>
          <p:nvPicPr>
            <p:cNvPr id="51" name="图片 50"/>
            <p:cNvPicPr>
              <a:picLocks noChangeAspect="1"/>
            </p:cNvPicPr>
            <p:nvPr userDrawn="1">
              <p:custDataLst>
                <p:tags r:id="rId8"/>
              </p:custDataLst>
            </p:nvPr>
          </p:nvPicPr>
          <p:blipFill>
            <a:blip r:embed="rId17">
              <a:extLst>
                <a:ext uri="{28A0092B-C50C-407E-A947-70E740481C1C}">
                  <a14:useLocalDpi xmlns:a14="http://schemas.microsoft.com/office/drawing/2010/main" val="0"/>
                </a:ext>
              </a:extLst>
            </a:blip>
            <a:stretch>
              <a:fillRect/>
            </a:stretch>
          </p:blipFill>
          <p:spPr>
            <a:xfrm>
              <a:off x="313800" y="4590091"/>
              <a:ext cx="737680" cy="2267909"/>
            </a:xfrm>
            <a:prstGeom prst="rect">
              <a:avLst/>
            </a:prstGeom>
          </p:spPr>
        </p:pic>
      </p:grpSp>
      <p:sp>
        <p:nvSpPr>
          <p:cNvPr id="4" name="Title 6"/>
          <p:cNvSpPr txBox="1"/>
          <p:nvPr>
            <p:custDataLst>
              <p:tags r:id="rId4"/>
            </p:custDataLst>
          </p:nvPr>
        </p:nvSpPr>
        <p:spPr>
          <a:xfrm>
            <a:off x="1143000" y="2310170"/>
            <a:ext cx="6858000" cy="1520189"/>
          </a:xfrm>
          <a:prstGeom prst="rect">
            <a:avLst/>
          </a:prstGeom>
          <a:noFill/>
          <a:ln w="3175">
            <a:noFill/>
            <a:prstDash val="sysDash"/>
          </a:ln>
        </p:spPr>
        <p:txBody>
          <a:bodyPr wrap="square" lIns="54000" tIns="27000" rIns="54000" bIns="810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368300" algn="just" fontAlgn="ctr">
              <a:lnSpc>
                <a:spcPct val="130000"/>
              </a:lnSpc>
              <a:spcBef>
                <a:spcPts val="1000"/>
              </a:spcBef>
              <a:spcAft>
                <a:spcPts val="0"/>
              </a:spcAft>
              <a:buSzPct val="100000"/>
              <a:buFont typeface="Wingdings" panose="05000000000000000000" charset="0"/>
              <a:buNone/>
              <a:defRPr/>
              <a:extLst>
                <a:ext uri="{35155182-B16C-46BC-9424-99874614C6A1}">
                  <wpsdc:indentchars xmlns:wpsdc="http://www.wps.cn/officeDocument/2017/drawingmlCustomData" xmlns="" val="200" checksum="1274672087"/>
                </a:ext>
              </a:extLst>
            </a:pPr>
            <a:r>
              <a:rPr lang="zh-CN" altLang="en-US" sz="1300" spc="1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如果发生了操作错误，如复制了不该复制的文件，删除了不该删除的文件夹，重命名错误等，想要撤销刚刚发生的操作时，可以按Ctrl+Z 键，或单击快速访问工具栏的“撤销” 按钮来撤销刚才的操作。</a:t>
            </a:r>
          </a:p>
          <a:p>
            <a:pPr marL="0" lvl="0" indent="368300" algn="just" fontAlgn="ctr">
              <a:lnSpc>
                <a:spcPct val="130000"/>
              </a:lnSpc>
              <a:spcBef>
                <a:spcPts val="1000"/>
              </a:spcBef>
              <a:spcAft>
                <a:spcPts val="0"/>
              </a:spcAft>
              <a:buSzPct val="100000"/>
              <a:buFont typeface="Wingdings" panose="05000000000000000000" charset="0"/>
              <a:buNone/>
              <a:defRPr/>
              <a:extLst>
                <a:ext uri="{35155182-B16C-46BC-9424-99874614C6A1}">
                  <wpsdc:indentchars xmlns:wpsdc="http://www.wps.cn/officeDocument/2017/drawingmlCustomData" xmlns="" val="200" checksum="1274672087"/>
                </a:ext>
              </a:extLst>
            </a:pPr>
            <a:r>
              <a:rPr lang="zh-CN" altLang="en-US" sz="1300" spc="1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如果执行撤销后，发现刚才的操作没有错误，需要恢复到撤销前的状态，可以按Ctrl+Y 键，或单击快速访问工具栏的“恢复” 按钮进行恢复。</a:t>
            </a:r>
          </a:p>
        </p:txBody>
      </p:sp>
      <p:sp>
        <p:nvSpPr>
          <p:cNvPr id="5" name="Title 6"/>
          <p:cNvSpPr txBox="1"/>
          <p:nvPr>
            <p:custDataLst>
              <p:tags r:id="rId5"/>
            </p:custDataLst>
          </p:nvPr>
        </p:nvSpPr>
        <p:spPr>
          <a:xfrm>
            <a:off x="1143000" y="1239781"/>
            <a:ext cx="6858000" cy="787399"/>
          </a:xfrm>
          <a:prstGeom prst="rect">
            <a:avLst/>
          </a:prstGeom>
          <a:noFill/>
          <a:ln w="3175">
            <a:noFill/>
            <a:prstDash val="sysDash"/>
          </a:ln>
        </p:spPr>
        <p:txBody>
          <a:bodyPr wrap="square" lIns="54000" tIns="27000" rIns="54000" bIns="27000" anchor="b"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indent="0" algn="ctr">
              <a:lnSpc>
                <a:spcPct val="100000"/>
              </a:lnSpc>
              <a:spcBef>
                <a:spcPts val="0"/>
              </a:spcBef>
              <a:spcAft>
                <a:spcPts val="800"/>
              </a:spcAft>
              <a:buSzPct val="100000"/>
              <a:buNone/>
              <a:defRPr/>
            </a:pPr>
            <a:r>
              <a:rPr lang="zh-CN" altLang="en-US" sz="4500" b="1" spc="300">
                <a:ln w="3175">
                  <a:noFill/>
                  <a:prstDash val="dash"/>
                </a:ln>
                <a:solidFill>
                  <a:srgbClr val="262626"/>
                </a:solidFill>
                <a:latin typeface="微软雅黑" panose="020B0503020204020204" pitchFamily="34" charset="-122"/>
                <a:ea typeface="微软雅黑" panose="020B0503020204020204" pitchFamily="34" charset="-122"/>
                <a:cs typeface="微软雅黑" panose="020B0503020204020204" pitchFamily="34" charset="-122"/>
              </a:rPr>
              <a:t>撤销或恢复上次的操作</a:t>
            </a:r>
          </a:p>
        </p:txBody>
      </p:sp>
      <p:sp>
        <p:nvSpPr>
          <p:cNvPr id="6" name="Rectángulo 5"/>
          <p:cNvSpPr/>
          <p:nvPr>
            <p:custDataLst>
              <p:tags r:id="rId6"/>
            </p:custDataLst>
          </p:nvPr>
        </p:nvSpPr>
        <p:spPr>
          <a:xfrm>
            <a:off x="4221000" y="2173592"/>
            <a:ext cx="702000" cy="27000"/>
          </a:xfrm>
          <a:prstGeom prst="rect">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s-ES_tradnl" sz="1015"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Tree>
    <p:custDataLst>
      <p:tags r:id="rId1"/>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p:cNvSpPr/>
          <p:nvPr>
            <p:custDataLst>
              <p:tags r:id="rId2"/>
            </p:custDataLst>
          </p:nvPr>
        </p:nvSpPr>
        <p:spPr>
          <a:xfrm>
            <a:off x="0" y="-109"/>
            <a:ext cx="9144000" cy="2820353"/>
          </a:xfrm>
          <a:prstGeom prst="rect">
            <a:avLst/>
          </a:prstGeom>
          <a:solidFill>
            <a:srgbClr val="000000"/>
          </a:solidFill>
          <a:ln>
            <a:noFill/>
          </a:ln>
        </p:spPr>
        <p:style>
          <a:lnRef idx="2">
            <a:srgbClr val="FFFFFF">
              <a:shade val="50000"/>
            </a:srgbClr>
          </a:lnRef>
          <a:fillRef idx="1">
            <a:srgbClr val="FFFFFF"/>
          </a:fillRef>
          <a:effectRef idx="0">
            <a:srgbClr val="FFFFFF"/>
          </a:effectRef>
          <a:fontRef idx="minor">
            <a:srgbClr val="FFFFFF"/>
          </a:fontRef>
        </p:style>
        <p:txBody>
          <a:bodyPr rtlCol="0" anchor="ctr"/>
          <a:lstStyle/>
          <a:p>
            <a:pPr algn="ctr"/>
            <a:endParaRPr lang="zh-CN" altLang="en-US" sz="1350" dirty="0"/>
          </a:p>
        </p:txBody>
      </p:sp>
      <p:pic>
        <p:nvPicPr>
          <p:cNvPr id="9" name="图片 8"/>
          <p:cNvPicPr>
            <a:picLocks noChangeAspect="1"/>
          </p:cNvPicPr>
          <p:nvPr>
            <p:custDataLst>
              <p:tags r:id="rId3"/>
            </p:custDataLst>
          </p:nvPr>
        </p:nvPicPr>
        <p:blipFill rotWithShape="1">
          <a:blip r:embed="rId22" cstate="print">
            <a:extLst>
              <a:ext uri="{BEBA8EAE-BF5A-486C-A8C5-ECC9F3942E4B}">
                <a14:imgProps xmlns:a14="http://schemas.microsoft.com/office/drawing/2010/main">
                  <a14:imgLayer r:embed="rId23">
                    <a14:imgEffect>
                      <a14:brightnessContrast bright="-34000"/>
                    </a14:imgEffect>
                  </a14:imgLayer>
                </a14:imgProps>
              </a:ext>
              <a:ext uri="{28A0092B-C50C-407E-A947-70E740481C1C}">
                <a14:useLocalDpi xmlns:a14="http://schemas.microsoft.com/office/drawing/2010/main" val="0"/>
              </a:ext>
            </a:extLst>
          </a:blip>
          <a:srcRect/>
          <a:stretch>
            <a:fillRect/>
          </a:stretch>
        </p:blipFill>
        <p:spPr>
          <a:xfrm>
            <a:off x="-1" y="1"/>
            <a:ext cx="9143797" cy="2820243"/>
          </a:xfrm>
          <a:prstGeom prst="rect">
            <a:avLst/>
          </a:prstGeom>
          <a:noFill/>
          <a:effectLst/>
        </p:spPr>
      </p:pic>
      <p:sp>
        <p:nvSpPr>
          <p:cNvPr id="37" name="矩形 36"/>
          <p:cNvSpPr/>
          <p:nvPr>
            <p:custDataLst>
              <p:tags r:id="rId4"/>
            </p:custDataLst>
          </p:nvPr>
        </p:nvSpPr>
        <p:spPr>
          <a:xfrm>
            <a:off x="2054149" y="2657475"/>
            <a:ext cx="1518278" cy="1834515"/>
          </a:xfrm>
          <a:prstGeom prst="rect">
            <a:avLst/>
          </a:prstGeom>
          <a:solidFill>
            <a:srgbClr val="FFFFFF"/>
          </a:solidFill>
          <a:ln>
            <a:noFill/>
          </a:ln>
          <a:effectLst>
            <a:outerShdw blurRad="317500" dist="38100" dir="5400000" sx="101000" sy="101000" algn="t" rotWithShape="0">
              <a:prstClr val="black">
                <a:alpha val="32000"/>
              </a:prstClr>
            </a:outerShdw>
          </a:effectLst>
        </p:spPr>
        <p:style>
          <a:lnRef idx="2">
            <a:srgbClr val="FFFFFF">
              <a:shade val="50000"/>
            </a:srgbClr>
          </a:lnRef>
          <a:fillRef idx="1">
            <a:srgbClr val="FFFFFF"/>
          </a:fillRef>
          <a:effectRef idx="0">
            <a:srgbClr val="FFFFFF"/>
          </a:effectRef>
          <a:fontRef idx="minor">
            <a:srgbClr val="FFFFFF"/>
          </a:fontRef>
        </p:style>
        <p:txBody>
          <a:bodyPr wrap="square" lIns="67500" tIns="35100" rIns="67500" bIns="35100" rtlCol="0" anchor="ctr">
            <a:normAutofit/>
          </a:bodyPr>
          <a:lstStyle/>
          <a:p>
            <a:pPr algn="ctr"/>
            <a:endParaRPr lang="zh-CN" altLang="en-US" sz="1350"/>
          </a:p>
        </p:txBody>
      </p:sp>
      <p:sp>
        <p:nvSpPr>
          <p:cNvPr id="29" name="矩形 28"/>
          <p:cNvSpPr/>
          <p:nvPr>
            <p:custDataLst>
              <p:tags r:id="rId5"/>
            </p:custDataLst>
          </p:nvPr>
        </p:nvSpPr>
        <p:spPr>
          <a:xfrm>
            <a:off x="295436" y="2657475"/>
            <a:ext cx="1518278" cy="1834515"/>
          </a:xfrm>
          <a:prstGeom prst="rect">
            <a:avLst/>
          </a:prstGeom>
          <a:solidFill>
            <a:srgbClr val="FFFFFF"/>
          </a:solidFill>
          <a:ln>
            <a:noFill/>
          </a:ln>
          <a:effectLst>
            <a:outerShdw blurRad="317500" dist="38100" dir="5400000" sx="101000" sy="101000" algn="t" rotWithShape="0">
              <a:prstClr val="black">
                <a:alpha val="32000"/>
              </a:prstClr>
            </a:outerShdw>
          </a:effectLst>
        </p:spPr>
        <p:style>
          <a:lnRef idx="2">
            <a:srgbClr val="FFFFFF">
              <a:shade val="50000"/>
            </a:srgbClr>
          </a:lnRef>
          <a:fillRef idx="1">
            <a:srgbClr val="FFFFFF"/>
          </a:fillRef>
          <a:effectRef idx="0">
            <a:srgbClr val="FFFFFF"/>
          </a:effectRef>
          <a:fontRef idx="minor">
            <a:srgbClr val="FFFFFF"/>
          </a:fontRef>
        </p:style>
        <p:txBody>
          <a:bodyPr wrap="square" lIns="67500" tIns="35100" rIns="67500" bIns="35100" rtlCol="0" anchor="ctr">
            <a:normAutofit/>
          </a:bodyPr>
          <a:lstStyle/>
          <a:p>
            <a:pPr algn="ctr"/>
            <a:endParaRPr lang="zh-CN" altLang="en-US" sz="1350"/>
          </a:p>
        </p:txBody>
      </p:sp>
      <p:sp>
        <p:nvSpPr>
          <p:cNvPr id="31" name="矩形 30"/>
          <p:cNvSpPr/>
          <p:nvPr>
            <p:custDataLst>
              <p:tags r:id="rId6"/>
            </p:custDataLst>
          </p:nvPr>
        </p:nvSpPr>
        <p:spPr>
          <a:xfrm>
            <a:off x="3812862" y="2657475"/>
            <a:ext cx="1518278" cy="1834515"/>
          </a:xfrm>
          <a:prstGeom prst="rect">
            <a:avLst/>
          </a:prstGeom>
          <a:solidFill>
            <a:srgbClr val="FFFFFF"/>
          </a:solidFill>
          <a:ln>
            <a:noFill/>
          </a:ln>
          <a:effectLst>
            <a:outerShdw blurRad="317500" dist="38100" dir="5400000" sx="101000" sy="101000" algn="t" rotWithShape="0">
              <a:prstClr val="black">
                <a:alpha val="32000"/>
              </a:prstClr>
            </a:outerShdw>
          </a:effectLst>
        </p:spPr>
        <p:style>
          <a:lnRef idx="2">
            <a:srgbClr val="FFFFFF">
              <a:shade val="50000"/>
            </a:srgbClr>
          </a:lnRef>
          <a:fillRef idx="1">
            <a:srgbClr val="FFFFFF"/>
          </a:fillRef>
          <a:effectRef idx="0">
            <a:srgbClr val="FFFFFF"/>
          </a:effectRef>
          <a:fontRef idx="minor">
            <a:srgbClr val="FFFFFF"/>
          </a:fontRef>
        </p:style>
        <p:txBody>
          <a:bodyPr wrap="square" lIns="67500" tIns="35100" rIns="67500" bIns="35100" rtlCol="0" anchor="ctr">
            <a:normAutofit/>
          </a:bodyPr>
          <a:lstStyle/>
          <a:p>
            <a:pPr algn="ctr"/>
            <a:endParaRPr lang="zh-CN" altLang="en-US" sz="1350"/>
          </a:p>
        </p:txBody>
      </p:sp>
      <p:sp>
        <p:nvSpPr>
          <p:cNvPr id="42" name="矩形 41"/>
          <p:cNvSpPr/>
          <p:nvPr>
            <p:custDataLst>
              <p:tags r:id="rId7"/>
            </p:custDataLst>
          </p:nvPr>
        </p:nvSpPr>
        <p:spPr>
          <a:xfrm>
            <a:off x="5571575" y="2657475"/>
            <a:ext cx="1518278" cy="1834515"/>
          </a:xfrm>
          <a:prstGeom prst="rect">
            <a:avLst/>
          </a:prstGeom>
          <a:solidFill>
            <a:srgbClr val="FFFFFF"/>
          </a:solidFill>
          <a:ln>
            <a:noFill/>
          </a:ln>
          <a:effectLst>
            <a:outerShdw blurRad="317500" dist="38100" dir="5400000" sx="101000" sy="101000" algn="t" rotWithShape="0">
              <a:prstClr val="black">
                <a:alpha val="32000"/>
              </a:prstClr>
            </a:outerShdw>
          </a:effectLst>
        </p:spPr>
        <p:style>
          <a:lnRef idx="2">
            <a:srgbClr val="FFFFFF">
              <a:shade val="50000"/>
            </a:srgbClr>
          </a:lnRef>
          <a:fillRef idx="1">
            <a:srgbClr val="FFFFFF"/>
          </a:fillRef>
          <a:effectRef idx="0">
            <a:srgbClr val="FFFFFF"/>
          </a:effectRef>
          <a:fontRef idx="minor">
            <a:srgbClr val="FFFFFF"/>
          </a:fontRef>
        </p:style>
        <p:txBody>
          <a:bodyPr wrap="square" lIns="67500" tIns="35100" rIns="67500" bIns="35100" rtlCol="0" anchor="ctr">
            <a:normAutofit/>
          </a:bodyPr>
          <a:lstStyle/>
          <a:p>
            <a:pPr algn="ctr"/>
            <a:endParaRPr lang="zh-CN" altLang="en-US" sz="1350"/>
          </a:p>
        </p:txBody>
      </p:sp>
      <p:sp>
        <p:nvSpPr>
          <p:cNvPr id="27" name="矩形 26"/>
          <p:cNvSpPr/>
          <p:nvPr>
            <p:custDataLst>
              <p:tags r:id="rId8"/>
            </p:custDataLst>
          </p:nvPr>
        </p:nvSpPr>
        <p:spPr>
          <a:xfrm>
            <a:off x="7330288" y="2657475"/>
            <a:ext cx="1518278" cy="1834515"/>
          </a:xfrm>
          <a:prstGeom prst="rect">
            <a:avLst/>
          </a:prstGeom>
          <a:solidFill>
            <a:srgbClr val="FFFFFF"/>
          </a:solidFill>
          <a:ln>
            <a:noFill/>
          </a:ln>
          <a:effectLst>
            <a:outerShdw blurRad="317500" dist="38100" dir="5400000" sx="101000" sy="101000" algn="t" rotWithShape="0">
              <a:prstClr val="black">
                <a:alpha val="32000"/>
              </a:prstClr>
            </a:outerShdw>
          </a:effectLst>
        </p:spPr>
        <p:style>
          <a:lnRef idx="2">
            <a:srgbClr val="FFFFFF">
              <a:shade val="50000"/>
            </a:srgbClr>
          </a:lnRef>
          <a:fillRef idx="1">
            <a:srgbClr val="FFFFFF"/>
          </a:fillRef>
          <a:effectRef idx="0">
            <a:srgbClr val="FFFFFF"/>
          </a:effectRef>
          <a:fontRef idx="minor">
            <a:srgbClr val="FFFFFF"/>
          </a:fontRef>
        </p:style>
        <p:txBody>
          <a:bodyPr wrap="square" lIns="67500" tIns="35100" rIns="67500" bIns="35100" rtlCol="0" anchor="ctr">
            <a:normAutofit/>
          </a:bodyPr>
          <a:lstStyle/>
          <a:p>
            <a:pPr algn="ctr"/>
            <a:endParaRPr lang="zh-CN" altLang="en-US" sz="1350"/>
          </a:p>
        </p:txBody>
      </p:sp>
      <p:sp>
        <p:nvSpPr>
          <p:cNvPr id="2" name="文本框 1"/>
          <p:cNvSpPr txBox="1"/>
          <p:nvPr>
            <p:custDataLst>
              <p:tags r:id="rId9"/>
            </p:custDataLst>
          </p:nvPr>
        </p:nvSpPr>
        <p:spPr>
          <a:xfrm>
            <a:off x="2118233" y="2741678"/>
            <a:ext cx="1392100" cy="685910"/>
          </a:xfrm>
          <a:prstGeom prst="rect">
            <a:avLst/>
          </a:prstGeom>
          <a:noFill/>
        </p:spPr>
        <p:txBody>
          <a:bodyPr wrap="square" lIns="67500" tIns="35100" rIns="67500" bIns="35100" rtlCol="0" anchor="b" anchorCtr="0">
            <a:normAutofit lnSpcReduction="10000"/>
          </a:bodyPr>
          <a:lstStyle>
            <a:defPPr>
              <a:defRPr lang="zh-CN"/>
            </a:defPPr>
            <a:lvl1pPr lvl="0" defTabSz="913765">
              <a:buSzPct val="25000"/>
              <a:defRPr sz="5400" b="1" spc="120">
                <a:solidFill>
                  <a:srgbClr val="262626"/>
                </a:solidFill>
                <a:latin typeface="Arial" panose="020B0604020202020204" pitchFamily="34" charset="0"/>
                <a:ea typeface="微软雅黑" panose="020B0503020204020204" pitchFamily="34" charset="-122"/>
                <a:cs typeface="Arial" panose="020B0604020202020204" pitchFamily="34" charset="0"/>
              </a:defRPr>
            </a:lvl1pPr>
          </a:lstStyle>
          <a:p>
            <a:r>
              <a:rPr lang="en-US" altLang="zh-CN" sz="4050">
                <a:solidFill>
                  <a:srgbClr val="000000">
                    <a:lumMod val="75000"/>
                    <a:lumOff val="25000"/>
                  </a:srgbClr>
                </a:solidFill>
              </a:rPr>
              <a:t>02.</a:t>
            </a:r>
          </a:p>
        </p:txBody>
      </p:sp>
      <p:sp>
        <p:nvSpPr>
          <p:cNvPr id="4" name="文本框 3"/>
          <p:cNvSpPr txBox="1"/>
          <p:nvPr>
            <p:custDataLst>
              <p:tags r:id="rId10"/>
            </p:custDataLst>
          </p:nvPr>
        </p:nvSpPr>
        <p:spPr>
          <a:xfrm>
            <a:off x="2118232" y="3463126"/>
            <a:ext cx="1392101" cy="623570"/>
          </a:xfrm>
          <a:prstGeom prst="rect">
            <a:avLst/>
          </a:prstGeom>
          <a:noFill/>
        </p:spPr>
        <p:txBody>
          <a:bodyPr wrap="square" lIns="67500" tIns="35100" rIns="67500" bIns="35100" rtlCol="0" anchor="t" anchorCtr="0">
            <a:spAutoFit/>
          </a:bodyPr>
          <a:lstStyle>
            <a:defPPr>
              <a:defRPr lang="zh-CN"/>
            </a:defPPr>
            <a:lvl1pPr lvl="0" defTabSz="913765">
              <a:buSzPct val="25000"/>
              <a:defRPr sz="2400" b="1" spc="120">
                <a:solidFill>
                  <a:srgbClr val="262626"/>
                </a:solidFill>
                <a:latin typeface="微软雅黑" panose="020B0503020204020204" pitchFamily="34" charset="-122"/>
                <a:ea typeface="微软雅黑" panose="020B0503020204020204" pitchFamily="34" charset="-122"/>
              </a:defRPr>
            </a:lvl1pPr>
          </a:lstStyle>
          <a:p>
            <a:pPr algn="ctr"/>
            <a:r>
              <a:rPr lang="zh-CN" altLang="en-US" sz="1800">
                <a:solidFill>
                  <a:srgbClr val="000000">
                    <a:lumMod val="75000"/>
                    <a:lumOff val="25000"/>
                  </a:srgbClr>
                </a:solidFill>
              </a:rPr>
              <a:t>多关键词</a:t>
            </a:r>
          </a:p>
          <a:p>
            <a:pPr algn="ctr"/>
            <a:r>
              <a:rPr lang="zh-CN" altLang="en-US" sz="1800">
                <a:solidFill>
                  <a:srgbClr val="000000">
                    <a:lumMod val="75000"/>
                    <a:lumOff val="25000"/>
                  </a:srgbClr>
                </a:solidFill>
              </a:rPr>
              <a:t>搜索</a:t>
            </a:r>
          </a:p>
        </p:txBody>
      </p:sp>
      <p:sp>
        <p:nvSpPr>
          <p:cNvPr id="5" name="文本框 4"/>
          <p:cNvSpPr txBox="1"/>
          <p:nvPr>
            <p:custDataLst>
              <p:tags r:id="rId11"/>
            </p:custDataLst>
          </p:nvPr>
        </p:nvSpPr>
        <p:spPr>
          <a:xfrm>
            <a:off x="359519" y="2741678"/>
            <a:ext cx="1392100" cy="685910"/>
          </a:xfrm>
          <a:prstGeom prst="rect">
            <a:avLst/>
          </a:prstGeom>
          <a:noFill/>
        </p:spPr>
        <p:txBody>
          <a:bodyPr wrap="square" lIns="67500" tIns="35100" rIns="67500" bIns="35100" rtlCol="0" anchor="b" anchorCtr="0">
            <a:normAutofit lnSpcReduction="10000"/>
          </a:bodyPr>
          <a:lstStyle>
            <a:defPPr>
              <a:defRPr lang="zh-CN"/>
            </a:defPPr>
            <a:lvl1pPr lvl="0" defTabSz="913765">
              <a:buSzPct val="25000"/>
              <a:defRPr sz="5400" b="1" spc="120">
                <a:solidFill>
                  <a:srgbClr val="FFFFFF"/>
                </a:solidFill>
                <a:latin typeface="Arial" panose="020B0604020202020204" pitchFamily="34" charset="0"/>
                <a:ea typeface="微软雅黑" panose="020B0503020204020204" pitchFamily="34" charset="-122"/>
                <a:cs typeface="Arial" panose="020B0604020202020204" pitchFamily="34" charset="0"/>
              </a:defRPr>
            </a:lvl1pPr>
          </a:lstStyle>
          <a:p>
            <a:r>
              <a:rPr lang="en-US" altLang="zh-CN" sz="4050">
                <a:solidFill>
                  <a:srgbClr val="000000">
                    <a:lumMod val="75000"/>
                    <a:lumOff val="25000"/>
                  </a:srgbClr>
                </a:solidFill>
              </a:rPr>
              <a:t>01.</a:t>
            </a:r>
          </a:p>
        </p:txBody>
      </p:sp>
      <p:sp>
        <p:nvSpPr>
          <p:cNvPr id="7" name="文本框 6"/>
          <p:cNvSpPr txBox="1"/>
          <p:nvPr>
            <p:custDataLst>
              <p:tags r:id="rId12"/>
            </p:custDataLst>
          </p:nvPr>
        </p:nvSpPr>
        <p:spPr>
          <a:xfrm>
            <a:off x="350500" y="3463126"/>
            <a:ext cx="1400272" cy="346710"/>
          </a:xfrm>
          <a:prstGeom prst="rect">
            <a:avLst/>
          </a:prstGeom>
          <a:noFill/>
        </p:spPr>
        <p:txBody>
          <a:bodyPr wrap="square" lIns="67500" tIns="35100" rIns="67500" bIns="35100" rtlCol="0" anchor="t" anchorCtr="0">
            <a:spAutoFit/>
          </a:bodyPr>
          <a:lstStyle>
            <a:defPPr>
              <a:defRPr lang="zh-CN"/>
            </a:defPPr>
            <a:lvl1pPr lvl="0" defTabSz="913765">
              <a:buSzPct val="25000"/>
              <a:defRPr sz="2400" b="1">
                <a:solidFill>
                  <a:srgbClr val="FFFFFF"/>
                </a:solidFill>
                <a:latin typeface="微软雅黑" panose="020B0503020204020204" pitchFamily="34" charset="-122"/>
                <a:ea typeface="微软雅黑" panose="020B0503020204020204" pitchFamily="34" charset="-122"/>
              </a:defRPr>
            </a:lvl1pPr>
          </a:lstStyle>
          <a:p>
            <a:pPr algn="ctr"/>
            <a:r>
              <a:rPr lang="zh-CN" altLang="en-US" sz="1800">
                <a:solidFill>
                  <a:srgbClr val="000000">
                    <a:lumMod val="75000"/>
                    <a:lumOff val="25000"/>
                  </a:srgbClr>
                </a:solidFill>
              </a:rPr>
              <a:t>简单搜索</a:t>
            </a:r>
          </a:p>
        </p:txBody>
      </p:sp>
      <p:sp>
        <p:nvSpPr>
          <p:cNvPr id="8" name="文本框 7"/>
          <p:cNvSpPr txBox="1"/>
          <p:nvPr>
            <p:custDataLst>
              <p:tags r:id="rId13"/>
            </p:custDataLst>
          </p:nvPr>
        </p:nvSpPr>
        <p:spPr>
          <a:xfrm>
            <a:off x="3876946" y="2741678"/>
            <a:ext cx="1392100" cy="685910"/>
          </a:xfrm>
          <a:prstGeom prst="rect">
            <a:avLst/>
          </a:prstGeom>
          <a:noFill/>
        </p:spPr>
        <p:txBody>
          <a:bodyPr wrap="square" lIns="67500" tIns="35100" rIns="67500" bIns="35100" rtlCol="0" anchor="b" anchorCtr="0">
            <a:normAutofit lnSpcReduction="10000"/>
          </a:bodyPr>
          <a:lstStyle>
            <a:defPPr>
              <a:defRPr lang="zh-CN"/>
            </a:defPPr>
            <a:lvl1pPr lvl="0" defTabSz="913765">
              <a:buSzPct val="25000"/>
              <a:defRPr sz="5400" b="1" spc="120">
                <a:solidFill>
                  <a:srgbClr val="262626"/>
                </a:solidFill>
                <a:latin typeface="Arial" panose="020B0604020202020204" pitchFamily="34" charset="0"/>
                <a:ea typeface="微软雅黑" panose="020B0503020204020204" pitchFamily="34" charset="-122"/>
                <a:cs typeface="Arial" panose="020B0604020202020204" pitchFamily="34" charset="0"/>
              </a:defRPr>
            </a:lvl1pPr>
          </a:lstStyle>
          <a:p>
            <a:r>
              <a:rPr lang="en-US" altLang="zh-CN" sz="4050">
                <a:solidFill>
                  <a:srgbClr val="000000">
                    <a:lumMod val="75000"/>
                    <a:lumOff val="25000"/>
                  </a:srgbClr>
                </a:solidFill>
              </a:rPr>
              <a:t>03.</a:t>
            </a:r>
          </a:p>
        </p:txBody>
      </p:sp>
      <p:sp>
        <p:nvSpPr>
          <p:cNvPr id="11" name="文本框 10"/>
          <p:cNvSpPr txBox="1"/>
          <p:nvPr>
            <p:custDataLst>
              <p:tags r:id="rId14"/>
            </p:custDataLst>
          </p:nvPr>
        </p:nvSpPr>
        <p:spPr>
          <a:xfrm>
            <a:off x="3876946" y="3463126"/>
            <a:ext cx="1392099" cy="623570"/>
          </a:xfrm>
          <a:prstGeom prst="rect">
            <a:avLst/>
          </a:prstGeom>
          <a:noFill/>
        </p:spPr>
        <p:txBody>
          <a:bodyPr wrap="square" lIns="67500" tIns="35100" rIns="67500" bIns="35100" rtlCol="0" anchor="t" anchorCtr="0">
            <a:spAutoFit/>
          </a:bodyPr>
          <a:lstStyle>
            <a:defPPr>
              <a:defRPr lang="zh-CN"/>
            </a:defPPr>
            <a:lvl1pPr lvl="0" defTabSz="913765">
              <a:buSzPct val="25000"/>
              <a:defRPr sz="2400" b="1" spc="120">
                <a:solidFill>
                  <a:srgbClr val="262626"/>
                </a:solidFill>
                <a:latin typeface="微软雅黑" panose="020B0503020204020204" pitchFamily="34" charset="-122"/>
                <a:ea typeface="微软雅黑" panose="020B0503020204020204" pitchFamily="34" charset="-122"/>
              </a:defRPr>
            </a:lvl1pPr>
          </a:lstStyle>
          <a:p>
            <a:pPr algn="ctr"/>
            <a:r>
              <a:rPr lang="zh-CN" altLang="en-US" sz="1800">
                <a:solidFill>
                  <a:srgbClr val="000000">
                    <a:lumMod val="75000"/>
                    <a:lumOff val="25000"/>
                  </a:srgbClr>
                </a:solidFill>
              </a:rPr>
              <a:t>搜索指定</a:t>
            </a:r>
          </a:p>
          <a:p>
            <a:pPr algn="ctr"/>
            <a:r>
              <a:rPr lang="zh-CN" altLang="en-US" sz="1800">
                <a:solidFill>
                  <a:srgbClr val="000000">
                    <a:lumMod val="75000"/>
                    <a:lumOff val="25000"/>
                  </a:srgbClr>
                </a:solidFill>
              </a:rPr>
              <a:t>类型的文件</a:t>
            </a:r>
          </a:p>
        </p:txBody>
      </p:sp>
      <p:sp>
        <p:nvSpPr>
          <p:cNvPr id="12" name="文本框 11"/>
          <p:cNvSpPr txBox="1"/>
          <p:nvPr>
            <p:custDataLst>
              <p:tags r:id="rId15"/>
            </p:custDataLst>
          </p:nvPr>
        </p:nvSpPr>
        <p:spPr>
          <a:xfrm>
            <a:off x="5635659" y="2741678"/>
            <a:ext cx="1392100" cy="685910"/>
          </a:xfrm>
          <a:prstGeom prst="rect">
            <a:avLst/>
          </a:prstGeom>
          <a:noFill/>
        </p:spPr>
        <p:txBody>
          <a:bodyPr wrap="square" lIns="67500" tIns="35100" rIns="67500" bIns="35100" rtlCol="0" anchor="b" anchorCtr="0">
            <a:normAutofit lnSpcReduction="10000"/>
          </a:bodyPr>
          <a:lstStyle>
            <a:defPPr>
              <a:defRPr lang="zh-CN"/>
            </a:defPPr>
            <a:lvl1pPr lvl="0" defTabSz="913765">
              <a:buSzPct val="25000"/>
              <a:defRPr sz="5400" b="1" spc="120">
                <a:solidFill>
                  <a:srgbClr val="262626"/>
                </a:solidFill>
                <a:latin typeface="Arial" panose="020B0604020202020204" pitchFamily="34" charset="0"/>
                <a:ea typeface="微软雅黑" panose="020B0503020204020204" pitchFamily="34" charset="-122"/>
                <a:cs typeface="Arial" panose="020B0604020202020204" pitchFamily="34" charset="0"/>
              </a:defRPr>
            </a:lvl1pPr>
          </a:lstStyle>
          <a:p>
            <a:r>
              <a:rPr lang="en-US" altLang="zh-CN" sz="4050">
                <a:solidFill>
                  <a:srgbClr val="000000">
                    <a:lumMod val="75000"/>
                    <a:lumOff val="25000"/>
                  </a:srgbClr>
                </a:solidFill>
              </a:rPr>
              <a:t>04.</a:t>
            </a:r>
          </a:p>
        </p:txBody>
      </p:sp>
      <p:sp>
        <p:nvSpPr>
          <p:cNvPr id="14" name="文本框 13"/>
          <p:cNvSpPr txBox="1"/>
          <p:nvPr>
            <p:custDataLst>
              <p:tags r:id="rId16"/>
            </p:custDataLst>
          </p:nvPr>
        </p:nvSpPr>
        <p:spPr>
          <a:xfrm>
            <a:off x="5635658" y="3463126"/>
            <a:ext cx="1392101" cy="623570"/>
          </a:xfrm>
          <a:prstGeom prst="rect">
            <a:avLst/>
          </a:prstGeom>
          <a:noFill/>
        </p:spPr>
        <p:txBody>
          <a:bodyPr wrap="square" lIns="67500" tIns="35100" rIns="67500" bIns="35100" rtlCol="0" anchor="t" anchorCtr="0">
            <a:spAutoFit/>
          </a:bodyPr>
          <a:lstStyle>
            <a:defPPr>
              <a:defRPr lang="zh-CN"/>
            </a:defPPr>
            <a:lvl1pPr lvl="0" defTabSz="913765">
              <a:buSzPct val="25000"/>
              <a:defRPr sz="2400" b="1" spc="120">
                <a:solidFill>
                  <a:srgbClr val="262626"/>
                </a:solidFill>
                <a:latin typeface="微软雅黑" panose="020B0503020204020204" pitchFamily="34" charset="-122"/>
                <a:ea typeface="微软雅黑" panose="020B0503020204020204" pitchFamily="34" charset="-122"/>
              </a:defRPr>
            </a:lvl1pPr>
          </a:lstStyle>
          <a:p>
            <a:pPr algn="ctr"/>
            <a:r>
              <a:rPr lang="zh-CN" altLang="en-US" sz="1800">
                <a:solidFill>
                  <a:srgbClr val="000000">
                    <a:lumMod val="75000"/>
                    <a:lumOff val="25000"/>
                  </a:srgbClr>
                </a:solidFill>
              </a:rPr>
              <a:t>按照修改</a:t>
            </a:r>
          </a:p>
          <a:p>
            <a:pPr algn="ctr"/>
            <a:r>
              <a:rPr lang="zh-CN" altLang="en-US" sz="1800">
                <a:solidFill>
                  <a:srgbClr val="000000">
                    <a:lumMod val="75000"/>
                    <a:lumOff val="25000"/>
                  </a:srgbClr>
                </a:solidFill>
              </a:rPr>
              <a:t>日期搜索</a:t>
            </a:r>
          </a:p>
        </p:txBody>
      </p:sp>
      <p:sp>
        <p:nvSpPr>
          <p:cNvPr id="15" name="文本框 14"/>
          <p:cNvSpPr txBox="1"/>
          <p:nvPr>
            <p:custDataLst>
              <p:tags r:id="rId17"/>
            </p:custDataLst>
          </p:nvPr>
        </p:nvSpPr>
        <p:spPr>
          <a:xfrm>
            <a:off x="7394372" y="2741678"/>
            <a:ext cx="1392100" cy="685910"/>
          </a:xfrm>
          <a:prstGeom prst="rect">
            <a:avLst/>
          </a:prstGeom>
          <a:noFill/>
        </p:spPr>
        <p:txBody>
          <a:bodyPr wrap="square" lIns="67500" tIns="35100" rIns="67500" bIns="35100" rtlCol="0" anchor="b" anchorCtr="0">
            <a:normAutofit lnSpcReduction="10000"/>
          </a:bodyPr>
          <a:lstStyle>
            <a:defPPr>
              <a:defRPr lang="zh-CN"/>
            </a:defPPr>
            <a:lvl1pPr lvl="0" defTabSz="913765">
              <a:buSzPct val="25000"/>
              <a:defRPr sz="5400" b="1" spc="120">
                <a:solidFill>
                  <a:srgbClr val="262626"/>
                </a:solidFill>
                <a:latin typeface="Arial" panose="020B0604020202020204" pitchFamily="34" charset="0"/>
                <a:ea typeface="微软雅黑" panose="020B0503020204020204" pitchFamily="34" charset="-122"/>
                <a:cs typeface="Arial" panose="020B0604020202020204" pitchFamily="34" charset="0"/>
              </a:defRPr>
            </a:lvl1pPr>
          </a:lstStyle>
          <a:p>
            <a:r>
              <a:rPr lang="en-US" altLang="zh-CN" sz="4050">
                <a:solidFill>
                  <a:srgbClr val="000000">
                    <a:lumMod val="75000"/>
                    <a:lumOff val="25000"/>
                  </a:srgbClr>
                </a:solidFill>
              </a:rPr>
              <a:t>05.</a:t>
            </a:r>
          </a:p>
        </p:txBody>
      </p:sp>
      <p:sp>
        <p:nvSpPr>
          <p:cNvPr id="17" name="文本框 16"/>
          <p:cNvSpPr txBox="1"/>
          <p:nvPr>
            <p:custDataLst>
              <p:tags r:id="rId18"/>
            </p:custDataLst>
          </p:nvPr>
        </p:nvSpPr>
        <p:spPr>
          <a:xfrm>
            <a:off x="7394371" y="3463126"/>
            <a:ext cx="1392101" cy="623570"/>
          </a:xfrm>
          <a:prstGeom prst="rect">
            <a:avLst/>
          </a:prstGeom>
          <a:noFill/>
        </p:spPr>
        <p:txBody>
          <a:bodyPr wrap="square" lIns="67500" tIns="35100" rIns="67500" bIns="35100" rtlCol="0" anchor="t" anchorCtr="0">
            <a:spAutoFit/>
          </a:bodyPr>
          <a:lstStyle>
            <a:defPPr>
              <a:defRPr lang="zh-CN"/>
            </a:defPPr>
            <a:lvl1pPr lvl="0" defTabSz="913765">
              <a:buSzPct val="25000"/>
              <a:defRPr sz="2400" b="1" spc="120">
                <a:solidFill>
                  <a:srgbClr val="262626"/>
                </a:solidFill>
                <a:latin typeface="微软雅黑" panose="020B0503020204020204" pitchFamily="34" charset="-122"/>
                <a:ea typeface="微软雅黑" panose="020B0503020204020204" pitchFamily="34" charset="-122"/>
              </a:defRPr>
            </a:lvl1pPr>
          </a:lstStyle>
          <a:p>
            <a:pPr algn="ctr"/>
            <a:r>
              <a:rPr lang="zh-CN" altLang="en-US" sz="1800">
                <a:solidFill>
                  <a:srgbClr val="000000">
                    <a:lumMod val="75000"/>
                    <a:lumOff val="25000"/>
                  </a:srgbClr>
                </a:solidFill>
              </a:rPr>
              <a:t>按照文件</a:t>
            </a:r>
          </a:p>
          <a:p>
            <a:pPr algn="ctr"/>
            <a:r>
              <a:rPr lang="zh-CN" altLang="en-US" sz="1800">
                <a:solidFill>
                  <a:srgbClr val="000000">
                    <a:lumMod val="75000"/>
                    <a:lumOff val="25000"/>
                  </a:srgbClr>
                </a:solidFill>
              </a:rPr>
              <a:t>大小搜索</a:t>
            </a:r>
          </a:p>
        </p:txBody>
      </p:sp>
      <p:sp>
        <p:nvSpPr>
          <p:cNvPr id="18" name="文本框 17"/>
          <p:cNvSpPr txBox="1"/>
          <p:nvPr>
            <p:custDataLst>
              <p:tags r:id="rId19"/>
            </p:custDataLst>
          </p:nvPr>
        </p:nvSpPr>
        <p:spPr>
          <a:xfrm>
            <a:off x="2413727" y="1432544"/>
            <a:ext cx="4316138" cy="437515"/>
          </a:xfrm>
          <a:prstGeom prst="rect">
            <a:avLst/>
          </a:prstGeom>
          <a:noFill/>
          <a:ln>
            <a:noFill/>
          </a:ln>
        </p:spPr>
        <p:txBody>
          <a:bodyPr wrap="square" lIns="68580" tIns="34290" rIns="68580" bIns="34290" anchor="t" anchorCtr="0">
            <a:spAutoFit/>
          </a:bodyPr>
          <a:lstStyle>
            <a:defPPr>
              <a:defRPr lang="zh-CN"/>
            </a:defPPr>
            <a:lvl1pPr algn="ctr" defTabSz="913765">
              <a:lnSpc>
                <a:spcPct val="150000"/>
              </a:lnSpc>
              <a:buSzPct val="25000"/>
              <a:defRPr kumimoji="0" i="0" u="none" strike="noStrike" cap="none" spc="600" normalizeH="0" baseline="0">
                <a:ln>
                  <a:noFill/>
                </a:ln>
                <a:solidFill>
                  <a:srgbClr val="FFFFFF"/>
                </a:solidFill>
                <a:effectLst/>
                <a:uLnTx/>
                <a:uFillTx/>
                <a:latin typeface="Arial" panose="020B0604020202020204" pitchFamily="34" charset="0"/>
                <a:ea typeface="微软雅黑" panose="020B0503020204020204" pitchFamily="34" charset="-122"/>
                <a:cs typeface="Arial" panose="020B0604020202020204" pitchFamily="34" charset="0"/>
              </a:defRPr>
            </a:lvl1pPr>
          </a:lstStyle>
          <a:p>
            <a:pPr algn="ctr">
              <a:lnSpc>
                <a:spcPct val="100000"/>
              </a:lnSpc>
            </a:pPr>
            <a:r>
              <a:rPr lang="zh-CN" altLang="en-US" sz="1200" kern="0" spc="0">
                <a:solidFill>
                  <a:srgbClr val="FFFFFF"/>
                </a:solidFill>
                <a:uFillTx/>
              </a:rPr>
              <a:t>Windows 提供了查找文件或文件夹的多种方法。</a:t>
            </a:r>
          </a:p>
          <a:p>
            <a:pPr algn="ctr">
              <a:lnSpc>
                <a:spcPct val="100000"/>
              </a:lnSpc>
            </a:pPr>
            <a:r>
              <a:rPr lang="zh-CN" altLang="en-US" sz="1200" kern="0" spc="0">
                <a:solidFill>
                  <a:srgbClr val="FFFFFF"/>
                </a:solidFill>
                <a:uFillTx/>
              </a:rPr>
              <a:t>使用下面介绍的多条件搜索就可以解决这个困扰。</a:t>
            </a:r>
          </a:p>
        </p:txBody>
      </p:sp>
      <p:sp>
        <p:nvSpPr>
          <p:cNvPr id="19" name="文本框 18"/>
          <p:cNvSpPr txBox="1"/>
          <p:nvPr>
            <p:custDataLst>
              <p:tags r:id="rId20"/>
            </p:custDataLst>
          </p:nvPr>
        </p:nvSpPr>
        <p:spPr>
          <a:xfrm>
            <a:off x="2413727" y="766233"/>
            <a:ext cx="4316138" cy="657628"/>
          </a:xfrm>
          <a:prstGeom prst="rect">
            <a:avLst/>
          </a:prstGeom>
          <a:noFill/>
          <a:ln>
            <a:noFill/>
          </a:ln>
        </p:spPr>
        <p:txBody>
          <a:bodyPr wrap="square" lIns="68580" tIns="34290" rIns="68580" bIns="34290" anchor="b" anchorCtr="0">
            <a:normAutofit fontScale="75000" lnSpcReduction="10000"/>
          </a:bodyPr>
          <a:lstStyle>
            <a:defPPr>
              <a:defRPr lang="zh-CN"/>
            </a:defPPr>
            <a:lvl1pPr algn="ctr" defTabSz="913765">
              <a:lnSpc>
                <a:spcPct val="150000"/>
              </a:lnSpc>
              <a:buSzPct val="25000"/>
              <a:defRPr sz="4800" b="1" spc="600">
                <a:solidFill>
                  <a:srgbClr val="FFFFFF"/>
                </a:solidFill>
                <a:latin typeface="微软雅黑" panose="020B0503020204020204" pitchFamily="34" charset="-122"/>
                <a:ea typeface="微软雅黑" panose="020B0503020204020204" pitchFamily="34" charset="-122"/>
                <a:cs typeface="Arial" panose="020B0604020202020204" pitchFamily="34" charset="0"/>
              </a:defRPr>
            </a:lvl1pPr>
          </a:lstStyle>
          <a:p>
            <a:r>
              <a:rPr lang="zh-CN" altLang="en-US" sz="3600"/>
              <a:t>搜索文件或文件夹</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
          <p:cNvSpPr txBox="1"/>
          <p:nvPr>
            <p:custDataLst>
              <p:tags r:id="rId2"/>
            </p:custDataLst>
          </p:nvPr>
        </p:nvSpPr>
        <p:spPr>
          <a:xfrm>
            <a:off x="362603" y="396313"/>
            <a:ext cx="8473388" cy="464316"/>
          </a:xfrm>
          <a:prstGeom prst="rect">
            <a:avLst/>
          </a:prstGeom>
          <a:noFill/>
        </p:spPr>
        <p:txBody>
          <a:bodyPr wrap="square" rtlCol="0" anchor="ctr" anchorCtr="0">
            <a:normAutofit lnSpcReduction="10000"/>
          </a:bodyPr>
          <a:lstStyle/>
          <a:p>
            <a:pPr>
              <a:lnSpc>
                <a:spcPct val="120000"/>
              </a:lnSpc>
            </a:pPr>
            <a:r>
              <a:rPr lang="zh-CN" altLang="en-US" sz="2100" b="1" spc="300" dirty="0">
                <a:latin typeface="微软雅黑" panose="020B0503020204020204" pitchFamily="34" charset="-122"/>
                <a:ea typeface="微软雅黑" panose="020B0503020204020204" pitchFamily="34" charset="-122"/>
              </a:rPr>
              <a:t>简单搜索</a:t>
            </a:r>
          </a:p>
        </p:txBody>
      </p:sp>
      <p:sp>
        <p:nvSpPr>
          <p:cNvPr id="98" name="文本框 97"/>
          <p:cNvSpPr txBox="1"/>
          <p:nvPr>
            <p:custDataLst>
              <p:tags r:id="rId3"/>
            </p:custDataLst>
          </p:nvPr>
        </p:nvSpPr>
        <p:spPr>
          <a:xfrm>
            <a:off x="981199" y="3883399"/>
            <a:ext cx="3375000" cy="554355"/>
          </a:xfrm>
          <a:prstGeom prst="rect">
            <a:avLst/>
          </a:prstGeom>
          <a:noFill/>
        </p:spPr>
        <p:txBody>
          <a:bodyPr wrap="square" lIns="67500" tIns="35100" rIns="67500" bIns="35100" rtlCol="0" anchor="ctr" anchorCtr="0">
            <a:spAutoFit/>
          </a:bodyPr>
          <a:lstStyle>
            <a:defPPr>
              <a:defRPr lang="en-US"/>
            </a:defPPr>
            <a:lvl1pPr indent="0">
              <a:lnSpc>
                <a:spcPct val="130000"/>
              </a:lnSpc>
              <a:buFont typeface="Arial" panose="020B0604020202020204" pitchFamily="34" charset="0"/>
              <a:buNone/>
              <a:defRPr kumimoji="1" sz="1400">
                <a:solidFill>
                  <a:srgbClr val="222222">
                    <a:lumMod val="75000"/>
                    <a:lumOff val="25000"/>
                  </a:srgbClr>
                </a:solidFill>
              </a:defRPr>
            </a:lvl1pPr>
          </a:lstStyle>
          <a:p>
            <a:pPr>
              <a:lnSpc>
                <a:spcPct val="150000"/>
              </a:lnSpc>
            </a:pPr>
            <a:r>
              <a:rPr lang="zh-CN" altLang="en-US" sz="1050" spc="150" dirty="0">
                <a:latin typeface="微软雅黑" panose="020B0503020204020204" pitchFamily="34" charset="-122"/>
                <a:ea typeface="微软雅黑" panose="020B0503020204020204" pitchFamily="34" charset="-122"/>
              </a:rPr>
              <a:t>看到需要的文件或文件夹后，可对需要的文件或文件夹进行操作。</a:t>
            </a:r>
          </a:p>
        </p:txBody>
      </p:sp>
      <p:sp>
        <p:nvSpPr>
          <p:cNvPr id="96" name="文本框 95"/>
          <p:cNvSpPr txBox="1"/>
          <p:nvPr>
            <p:custDataLst>
              <p:tags r:id="rId4"/>
            </p:custDataLst>
          </p:nvPr>
        </p:nvSpPr>
        <p:spPr>
          <a:xfrm>
            <a:off x="981198" y="2557474"/>
            <a:ext cx="3375000" cy="1038860"/>
          </a:xfrm>
          <a:prstGeom prst="rect">
            <a:avLst/>
          </a:prstGeom>
          <a:noFill/>
        </p:spPr>
        <p:txBody>
          <a:bodyPr wrap="square" lIns="67500" tIns="35100" rIns="67500" bIns="35100" rtlCol="0" anchor="ctr" anchorCtr="0">
            <a:spAutoFit/>
          </a:bodyPr>
          <a:lstStyle>
            <a:defPPr>
              <a:defRPr lang="en-US"/>
            </a:defPPr>
            <a:lvl1pPr indent="0">
              <a:lnSpc>
                <a:spcPct val="130000"/>
              </a:lnSpc>
              <a:buFont typeface="Arial" panose="020B0604020202020204" pitchFamily="34" charset="0"/>
              <a:buNone/>
              <a:defRPr kumimoji="1" sz="1400">
                <a:solidFill>
                  <a:srgbClr val="222222">
                    <a:lumMod val="75000"/>
                    <a:lumOff val="25000"/>
                  </a:srgbClr>
                </a:solidFill>
              </a:defRPr>
            </a:lvl1pPr>
          </a:lstStyle>
          <a:p>
            <a:pPr>
              <a:lnSpc>
                <a:spcPct val="150000"/>
              </a:lnSpc>
            </a:pPr>
            <a:r>
              <a:rPr lang="zh-CN" altLang="en-US" sz="1050" spc="150" dirty="0">
                <a:latin typeface="微软雅黑" panose="020B0503020204020204" pitchFamily="34" charset="-122"/>
                <a:ea typeface="微软雅黑" panose="020B0503020204020204" pitchFamily="34" charset="-122"/>
              </a:rPr>
              <a:t>在搜索框中输入关键词。输入时，系统根据输入的关键词动态筛选，以匹配输入的每个连续字符。随着输入的关键字越来越完整，符合条件的文件或文件夹也越来越少。</a:t>
            </a:r>
          </a:p>
        </p:txBody>
      </p:sp>
      <p:sp>
        <p:nvSpPr>
          <p:cNvPr id="94" name="文本框 93"/>
          <p:cNvSpPr txBox="1"/>
          <p:nvPr>
            <p:custDataLst>
              <p:tags r:id="rId5"/>
            </p:custDataLst>
          </p:nvPr>
        </p:nvSpPr>
        <p:spPr>
          <a:xfrm>
            <a:off x="981199" y="1837339"/>
            <a:ext cx="3375000" cy="311785"/>
          </a:xfrm>
          <a:prstGeom prst="rect">
            <a:avLst/>
          </a:prstGeom>
          <a:noFill/>
        </p:spPr>
        <p:txBody>
          <a:bodyPr wrap="square" lIns="67500" tIns="35100" rIns="67500" bIns="35100" rtlCol="0" anchor="ctr" anchorCtr="0">
            <a:spAutoFit/>
          </a:bodyPr>
          <a:lstStyle>
            <a:defPPr>
              <a:defRPr lang="en-US"/>
            </a:defPPr>
            <a:lvl1pPr indent="0">
              <a:lnSpc>
                <a:spcPct val="130000"/>
              </a:lnSpc>
              <a:buFont typeface="Arial" panose="020B0604020202020204" pitchFamily="34" charset="0"/>
              <a:buNone/>
              <a:defRPr kumimoji="1" sz="1400">
                <a:solidFill>
                  <a:srgbClr val="222222">
                    <a:lumMod val="75000"/>
                    <a:lumOff val="25000"/>
                  </a:srgbClr>
                </a:solidFill>
              </a:defRPr>
            </a:lvl1pPr>
          </a:lstStyle>
          <a:p>
            <a:pPr>
              <a:lnSpc>
                <a:spcPct val="150000"/>
              </a:lnSpc>
            </a:pPr>
            <a:r>
              <a:rPr lang="zh-CN" altLang="en-US" sz="1050" spc="150" dirty="0">
                <a:latin typeface="微软雅黑" panose="020B0503020204020204" pitchFamily="34" charset="-122"/>
                <a:ea typeface="微软雅黑" panose="020B0503020204020204" pitchFamily="34" charset="-122"/>
              </a:rPr>
              <a:t>在导航窗格中确定搜索的范围。</a:t>
            </a:r>
          </a:p>
        </p:txBody>
      </p:sp>
      <p:sp>
        <p:nvSpPr>
          <p:cNvPr id="82" name="Oval 5"/>
          <p:cNvSpPr>
            <a:spLocks noChangeArrowheads="1"/>
          </p:cNvSpPr>
          <p:nvPr>
            <p:custDataLst>
              <p:tags r:id="rId6"/>
            </p:custDataLst>
          </p:nvPr>
        </p:nvSpPr>
        <p:spPr bwMode="auto">
          <a:xfrm>
            <a:off x="5760633" y="2171584"/>
            <a:ext cx="1802000" cy="1798286"/>
          </a:xfrm>
          <a:prstGeom prst="ellipse">
            <a:avLst/>
          </a:prstGeom>
          <a:noFill/>
          <a:ln w="12700">
            <a:solidFill>
              <a:srgbClr val="FFFFFF">
                <a:lumMod val="85000"/>
              </a:srgbClr>
            </a:solidFill>
          </a:ln>
        </p:spPr>
        <p:txBody>
          <a:bodyPr vert="horz" wrap="square" lIns="68580" tIns="34290" rIns="68580" bIns="34290" numCol="1" anchor="ctr" anchorCtr="0" compatLnSpc="1"/>
          <a:lstStyle/>
          <a:p>
            <a:pPr algn="ctr"/>
            <a:endParaRPr lang="en-US" sz="1350" b="1" dirty="0">
              <a:latin typeface="微软雅黑" panose="020B0503020204020204" pitchFamily="34" charset="-122"/>
              <a:ea typeface="微软雅黑" panose="020B0503020204020204" pitchFamily="34" charset="-122"/>
            </a:endParaRPr>
          </a:p>
        </p:txBody>
      </p:sp>
      <p:sp>
        <p:nvSpPr>
          <p:cNvPr id="83" name="Oval 6"/>
          <p:cNvSpPr>
            <a:spLocks noChangeArrowheads="1"/>
          </p:cNvSpPr>
          <p:nvPr>
            <p:custDataLst>
              <p:tags r:id="rId7"/>
            </p:custDataLst>
          </p:nvPr>
        </p:nvSpPr>
        <p:spPr bwMode="auto">
          <a:xfrm>
            <a:off x="7215895" y="3155369"/>
            <a:ext cx="1121888" cy="1119660"/>
          </a:xfrm>
          <a:prstGeom prst="ellipse">
            <a:avLst/>
          </a:prstGeom>
          <a:solidFill>
            <a:srgbClr val="FFFFFF"/>
          </a:solidFill>
          <a:ln w="25400">
            <a:solidFill>
              <a:srgbClr val="009587"/>
            </a:solidFill>
          </a:ln>
        </p:spPr>
        <p:txBody>
          <a:bodyPr vert="horz" wrap="square" lIns="0" tIns="270000" rIns="0" bIns="0" numCol="1" anchor="ctr" anchorCtr="0" compatLnSpc="1"/>
          <a:lstStyle/>
          <a:p>
            <a:pPr algn="ctr">
              <a:lnSpc>
                <a:spcPct val="120000"/>
              </a:lnSpc>
              <a:spcBef>
                <a:spcPts val="600"/>
              </a:spcBef>
            </a:pPr>
            <a:endParaRPr lang="en-US" sz="750" dirty="0">
              <a:solidFill>
                <a:srgbClr val="222222">
                  <a:alpha val="70000"/>
                </a:srgbClr>
              </a:solidFill>
              <a:latin typeface="微软雅黑" panose="020B0503020204020204" pitchFamily="34" charset="-122"/>
              <a:ea typeface="微软雅黑" panose="020B0503020204020204" pitchFamily="34" charset="-122"/>
            </a:endParaRPr>
          </a:p>
        </p:txBody>
      </p:sp>
      <p:sp>
        <p:nvSpPr>
          <p:cNvPr id="84" name="Oval 7"/>
          <p:cNvSpPr>
            <a:spLocks noChangeArrowheads="1"/>
          </p:cNvSpPr>
          <p:nvPr>
            <p:custDataLst>
              <p:tags r:id="rId8"/>
            </p:custDataLst>
          </p:nvPr>
        </p:nvSpPr>
        <p:spPr bwMode="auto">
          <a:xfrm>
            <a:off x="4973605" y="3155369"/>
            <a:ext cx="1122630" cy="1119660"/>
          </a:xfrm>
          <a:prstGeom prst="ellipse">
            <a:avLst/>
          </a:prstGeom>
          <a:solidFill>
            <a:srgbClr val="FFFFFF"/>
          </a:solidFill>
          <a:ln w="25400">
            <a:solidFill>
              <a:srgbClr val="8BC34A"/>
            </a:solidFill>
          </a:ln>
        </p:spPr>
        <p:txBody>
          <a:bodyPr vert="horz" wrap="square" lIns="0" tIns="270000" rIns="0" bIns="0" numCol="1" anchor="ctr" anchorCtr="0" compatLnSpc="1"/>
          <a:lstStyle/>
          <a:p>
            <a:pPr algn="ctr">
              <a:lnSpc>
                <a:spcPct val="120000"/>
              </a:lnSpc>
              <a:spcBef>
                <a:spcPts val="600"/>
              </a:spcBef>
            </a:pPr>
            <a:endParaRPr lang="en-US" sz="750" dirty="0">
              <a:solidFill>
                <a:srgbClr val="222222">
                  <a:alpha val="70000"/>
                </a:srgbClr>
              </a:solidFill>
              <a:latin typeface="微软雅黑" panose="020B0503020204020204" pitchFamily="34" charset="-122"/>
              <a:ea typeface="微软雅黑" panose="020B0503020204020204" pitchFamily="34" charset="-122"/>
            </a:endParaRPr>
          </a:p>
        </p:txBody>
      </p:sp>
      <p:sp>
        <p:nvSpPr>
          <p:cNvPr id="85" name="Oval 8"/>
          <p:cNvSpPr>
            <a:spLocks noChangeArrowheads="1"/>
          </p:cNvSpPr>
          <p:nvPr>
            <p:custDataLst>
              <p:tags r:id="rId9"/>
            </p:custDataLst>
          </p:nvPr>
        </p:nvSpPr>
        <p:spPr bwMode="auto">
          <a:xfrm>
            <a:off x="6093265" y="1216011"/>
            <a:ext cx="1121888" cy="1119660"/>
          </a:xfrm>
          <a:prstGeom prst="ellipse">
            <a:avLst/>
          </a:prstGeom>
          <a:solidFill>
            <a:srgbClr val="FFFFFF"/>
          </a:solidFill>
          <a:ln w="25400">
            <a:solidFill>
              <a:srgbClr val="2196F3"/>
            </a:solidFill>
          </a:ln>
        </p:spPr>
        <p:txBody>
          <a:bodyPr vert="horz" wrap="square" lIns="0" tIns="270000" rIns="0" bIns="0" numCol="1" anchor="ctr" anchorCtr="0" compatLnSpc="1"/>
          <a:lstStyle/>
          <a:p>
            <a:pPr algn="ctr">
              <a:lnSpc>
                <a:spcPct val="120000"/>
              </a:lnSpc>
              <a:spcBef>
                <a:spcPts val="600"/>
              </a:spcBef>
            </a:pPr>
            <a:endParaRPr lang="en-US" sz="750" dirty="0">
              <a:solidFill>
                <a:srgbClr val="222222">
                  <a:alpha val="70000"/>
                </a:srgbClr>
              </a:solidFill>
              <a:latin typeface="微软雅黑" panose="020B0503020204020204" pitchFamily="34" charset="-122"/>
              <a:ea typeface="微软雅黑" panose="020B0503020204020204" pitchFamily="34" charset="-122"/>
            </a:endParaRPr>
          </a:p>
        </p:txBody>
      </p:sp>
      <p:sp>
        <p:nvSpPr>
          <p:cNvPr id="86" name="Freeform 145"/>
          <p:cNvSpPr>
            <a:spLocks noEditPoints="1"/>
          </p:cNvSpPr>
          <p:nvPr>
            <p:custDataLst>
              <p:tags r:id="rId10"/>
            </p:custDataLst>
          </p:nvPr>
        </p:nvSpPr>
        <p:spPr bwMode="auto">
          <a:xfrm>
            <a:off x="5910614" y="4163657"/>
            <a:ext cx="1447837" cy="259868"/>
          </a:xfrm>
          <a:custGeom>
            <a:avLst/>
            <a:gdLst>
              <a:gd name="T0" fmla="*/ 11 w 1950"/>
              <a:gd name="T1" fmla="*/ 56 h 350"/>
              <a:gd name="T2" fmla="*/ 51 w 1950"/>
              <a:gd name="T3" fmla="*/ 24 h 350"/>
              <a:gd name="T4" fmla="*/ 1789 w 1950"/>
              <a:gd name="T5" fmla="*/ 36 h 350"/>
              <a:gd name="T6" fmla="*/ 1835 w 1950"/>
              <a:gd name="T7" fmla="*/ 150 h 350"/>
              <a:gd name="T8" fmla="*/ 1793 w 1950"/>
              <a:gd name="T9" fmla="*/ 115 h 350"/>
              <a:gd name="T10" fmla="*/ 1828 w 1950"/>
              <a:gd name="T11" fmla="*/ 98 h 350"/>
              <a:gd name="T12" fmla="*/ 1742 w 1950"/>
              <a:gd name="T13" fmla="*/ 194 h 350"/>
              <a:gd name="T14" fmla="*/ 1702 w 1950"/>
              <a:gd name="T15" fmla="*/ 157 h 350"/>
              <a:gd name="T16" fmla="*/ 1739 w 1950"/>
              <a:gd name="T17" fmla="*/ 142 h 350"/>
              <a:gd name="T18" fmla="*/ 1654 w 1950"/>
              <a:gd name="T19" fmla="*/ 230 h 350"/>
              <a:gd name="T20" fmla="*/ 1610 w 1950"/>
              <a:gd name="T21" fmla="*/ 194 h 350"/>
              <a:gd name="T22" fmla="*/ 1646 w 1950"/>
              <a:gd name="T23" fmla="*/ 180 h 350"/>
              <a:gd name="T24" fmla="*/ 1564 w 1950"/>
              <a:gd name="T25" fmla="*/ 262 h 350"/>
              <a:gd name="T26" fmla="*/ 1516 w 1950"/>
              <a:gd name="T27" fmla="*/ 225 h 350"/>
              <a:gd name="T28" fmla="*/ 1552 w 1950"/>
              <a:gd name="T29" fmla="*/ 214 h 350"/>
              <a:gd name="T30" fmla="*/ 1469 w 1950"/>
              <a:gd name="T31" fmla="*/ 290 h 350"/>
              <a:gd name="T32" fmla="*/ 1422 w 1950"/>
              <a:gd name="T33" fmla="*/ 250 h 350"/>
              <a:gd name="T34" fmla="*/ 1460 w 1950"/>
              <a:gd name="T35" fmla="*/ 241 h 350"/>
              <a:gd name="T36" fmla="*/ 1369 w 1950"/>
              <a:gd name="T37" fmla="*/ 313 h 350"/>
              <a:gd name="T38" fmla="*/ 1327 w 1950"/>
              <a:gd name="T39" fmla="*/ 270 h 350"/>
              <a:gd name="T40" fmla="*/ 1363 w 1950"/>
              <a:gd name="T41" fmla="*/ 264 h 350"/>
              <a:gd name="T42" fmla="*/ 1275 w 1950"/>
              <a:gd name="T43" fmla="*/ 329 h 350"/>
              <a:gd name="T44" fmla="*/ 1238 w 1950"/>
              <a:gd name="T45" fmla="*/ 334 h 350"/>
              <a:gd name="T46" fmla="*/ 1264 w 1950"/>
              <a:gd name="T47" fmla="*/ 281 h 350"/>
              <a:gd name="T48" fmla="*/ 1181 w 1950"/>
              <a:gd name="T49" fmla="*/ 341 h 350"/>
              <a:gd name="T50" fmla="*/ 1140 w 1950"/>
              <a:gd name="T51" fmla="*/ 344 h 350"/>
              <a:gd name="T52" fmla="*/ 1165 w 1950"/>
              <a:gd name="T53" fmla="*/ 293 h 350"/>
              <a:gd name="T54" fmla="*/ 1085 w 1950"/>
              <a:gd name="T55" fmla="*/ 348 h 350"/>
              <a:gd name="T56" fmla="*/ 1045 w 1950"/>
              <a:gd name="T57" fmla="*/ 349 h 350"/>
              <a:gd name="T58" fmla="*/ 1065 w 1950"/>
              <a:gd name="T59" fmla="*/ 299 h 350"/>
              <a:gd name="T60" fmla="*/ 987 w 1950"/>
              <a:gd name="T61" fmla="*/ 350 h 350"/>
              <a:gd name="T62" fmla="*/ 941 w 1950"/>
              <a:gd name="T63" fmla="*/ 349 h 350"/>
              <a:gd name="T64" fmla="*/ 976 w 1950"/>
              <a:gd name="T65" fmla="*/ 300 h 350"/>
              <a:gd name="T66" fmla="*/ 875 w 1950"/>
              <a:gd name="T67" fmla="*/ 345 h 350"/>
              <a:gd name="T68" fmla="*/ 846 w 1950"/>
              <a:gd name="T69" fmla="*/ 293 h 350"/>
              <a:gd name="T70" fmla="*/ 890 w 1950"/>
              <a:gd name="T71" fmla="*/ 296 h 350"/>
              <a:gd name="T72" fmla="*/ 763 w 1950"/>
              <a:gd name="T73" fmla="*/ 333 h 350"/>
              <a:gd name="T74" fmla="*/ 761 w 1950"/>
              <a:gd name="T75" fmla="*/ 284 h 350"/>
              <a:gd name="T76" fmla="*/ 700 w 1950"/>
              <a:gd name="T77" fmla="*/ 274 h 350"/>
              <a:gd name="T78" fmla="*/ 653 w 1950"/>
              <a:gd name="T79" fmla="*/ 316 h 350"/>
              <a:gd name="T80" fmla="*/ 678 w 1950"/>
              <a:gd name="T81" fmla="*/ 270 h 350"/>
              <a:gd name="T82" fmla="*/ 588 w 1950"/>
              <a:gd name="T83" fmla="*/ 301 h 350"/>
              <a:gd name="T84" fmla="*/ 545 w 1950"/>
              <a:gd name="T85" fmla="*/ 291 h 350"/>
              <a:gd name="T86" fmla="*/ 595 w 1950"/>
              <a:gd name="T87" fmla="*/ 253 h 350"/>
              <a:gd name="T88" fmla="*/ 480 w 1950"/>
              <a:gd name="T89" fmla="*/ 273 h 350"/>
              <a:gd name="T90" fmla="*/ 471 w 1950"/>
              <a:gd name="T91" fmla="*/ 219 h 350"/>
              <a:gd name="T92" fmla="*/ 510 w 1950"/>
              <a:gd name="T93" fmla="*/ 231 h 350"/>
              <a:gd name="T94" fmla="*/ 374 w 1950"/>
              <a:gd name="T95" fmla="*/ 237 h 350"/>
              <a:gd name="T96" fmla="*/ 391 w 1950"/>
              <a:gd name="T97" fmla="*/ 191 h 350"/>
              <a:gd name="T98" fmla="*/ 308 w 1950"/>
              <a:gd name="T99" fmla="*/ 212 h 350"/>
              <a:gd name="T100" fmla="*/ 270 w 1950"/>
              <a:gd name="T101" fmla="*/ 196 h 350"/>
              <a:gd name="T102" fmla="*/ 305 w 1950"/>
              <a:gd name="T103" fmla="*/ 157 h 350"/>
              <a:gd name="T104" fmla="*/ 214 w 1950"/>
              <a:gd name="T105" fmla="*/ 170 h 350"/>
              <a:gd name="T106" fmla="*/ 173 w 1950"/>
              <a:gd name="T107" fmla="*/ 150 h 350"/>
              <a:gd name="T108" fmla="*/ 224 w 1950"/>
              <a:gd name="T109" fmla="*/ 120 h 350"/>
              <a:gd name="T110" fmla="*/ 114 w 1950"/>
              <a:gd name="T111" fmla="*/ 118 h 350"/>
              <a:gd name="T112" fmla="*/ 110 w 1950"/>
              <a:gd name="T113" fmla="*/ 59 h 350"/>
              <a:gd name="T114" fmla="*/ 149 w 1950"/>
              <a:gd name="T115" fmla="*/ 82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950" h="350">
                <a:moveTo>
                  <a:pt x="68" y="34"/>
                </a:moveTo>
                <a:lnTo>
                  <a:pt x="42" y="76"/>
                </a:lnTo>
                <a:lnTo>
                  <a:pt x="39" y="74"/>
                </a:lnTo>
                <a:lnTo>
                  <a:pt x="35" y="72"/>
                </a:lnTo>
                <a:lnTo>
                  <a:pt x="31" y="70"/>
                </a:lnTo>
                <a:lnTo>
                  <a:pt x="28" y="67"/>
                </a:lnTo>
                <a:lnTo>
                  <a:pt x="25" y="65"/>
                </a:lnTo>
                <a:lnTo>
                  <a:pt x="21" y="63"/>
                </a:lnTo>
                <a:lnTo>
                  <a:pt x="18" y="61"/>
                </a:lnTo>
                <a:lnTo>
                  <a:pt x="14" y="58"/>
                </a:lnTo>
                <a:lnTo>
                  <a:pt x="11" y="56"/>
                </a:lnTo>
                <a:lnTo>
                  <a:pt x="7" y="54"/>
                </a:lnTo>
                <a:lnTo>
                  <a:pt x="3" y="52"/>
                </a:lnTo>
                <a:lnTo>
                  <a:pt x="0" y="50"/>
                </a:lnTo>
                <a:lnTo>
                  <a:pt x="27" y="8"/>
                </a:lnTo>
                <a:lnTo>
                  <a:pt x="30" y="11"/>
                </a:lnTo>
                <a:lnTo>
                  <a:pt x="34" y="13"/>
                </a:lnTo>
                <a:lnTo>
                  <a:pt x="37" y="15"/>
                </a:lnTo>
                <a:lnTo>
                  <a:pt x="41" y="17"/>
                </a:lnTo>
                <a:lnTo>
                  <a:pt x="44" y="19"/>
                </a:lnTo>
                <a:lnTo>
                  <a:pt x="48" y="22"/>
                </a:lnTo>
                <a:lnTo>
                  <a:pt x="51" y="24"/>
                </a:lnTo>
                <a:lnTo>
                  <a:pt x="55" y="26"/>
                </a:lnTo>
                <a:lnTo>
                  <a:pt x="58" y="28"/>
                </a:lnTo>
                <a:lnTo>
                  <a:pt x="61" y="30"/>
                </a:lnTo>
                <a:lnTo>
                  <a:pt x="65" y="32"/>
                </a:lnTo>
                <a:lnTo>
                  <a:pt x="68" y="34"/>
                </a:lnTo>
                <a:lnTo>
                  <a:pt x="68" y="34"/>
                </a:lnTo>
                <a:close/>
                <a:moveTo>
                  <a:pt x="1945" y="61"/>
                </a:moveTo>
                <a:lnTo>
                  <a:pt x="1950" y="171"/>
                </a:lnTo>
                <a:lnTo>
                  <a:pt x="1886" y="207"/>
                </a:lnTo>
                <a:lnTo>
                  <a:pt x="1880" y="98"/>
                </a:lnTo>
                <a:lnTo>
                  <a:pt x="1789" y="36"/>
                </a:lnTo>
                <a:lnTo>
                  <a:pt x="1853" y="0"/>
                </a:lnTo>
                <a:lnTo>
                  <a:pt x="1945" y="61"/>
                </a:lnTo>
                <a:lnTo>
                  <a:pt x="1945" y="61"/>
                </a:lnTo>
                <a:close/>
                <a:moveTo>
                  <a:pt x="1830" y="97"/>
                </a:moveTo>
                <a:lnTo>
                  <a:pt x="1853" y="140"/>
                </a:lnTo>
                <a:lnTo>
                  <a:pt x="1851" y="142"/>
                </a:lnTo>
                <a:lnTo>
                  <a:pt x="1848" y="143"/>
                </a:lnTo>
                <a:lnTo>
                  <a:pt x="1845" y="144"/>
                </a:lnTo>
                <a:lnTo>
                  <a:pt x="1842" y="146"/>
                </a:lnTo>
                <a:lnTo>
                  <a:pt x="1838" y="148"/>
                </a:lnTo>
                <a:lnTo>
                  <a:pt x="1835" y="150"/>
                </a:lnTo>
                <a:lnTo>
                  <a:pt x="1832" y="151"/>
                </a:lnTo>
                <a:lnTo>
                  <a:pt x="1828" y="153"/>
                </a:lnTo>
                <a:lnTo>
                  <a:pt x="1825" y="155"/>
                </a:lnTo>
                <a:lnTo>
                  <a:pt x="1822" y="156"/>
                </a:lnTo>
                <a:lnTo>
                  <a:pt x="1818" y="158"/>
                </a:lnTo>
                <a:lnTo>
                  <a:pt x="1815" y="160"/>
                </a:lnTo>
                <a:lnTo>
                  <a:pt x="1812" y="161"/>
                </a:lnTo>
                <a:lnTo>
                  <a:pt x="1809" y="163"/>
                </a:lnTo>
                <a:lnTo>
                  <a:pt x="1787" y="119"/>
                </a:lnTo>
                <a:lnTo>
                  <a:pt x="1790" y="117"/>
                </a:lnTo>
                <a:lnTo>
                  <a:pt x="1793" y="115"/>
                </a:lnTo>
                <a:lnTo>
                  <a:pt x="1797" y="114"/>
                </a:lnTo>
                <a:lnTo>
                  <a:pt x="1800" y="113"/>
                </a:lnTo>
                <a:lnTo>
                  <a:pt x="1803" y="111"/>
                </a:lnTo>
                <a:lnTo>
                  <a:pt x="1806" y="109"/>
                </a:lnTo>
                <a:lnTo>
                  <a:pt x="1810" y="108"/>
                </a:lnTo>
                <a:lnTo>
                  <a:pt x="1813" y="106"/>
                </a:lnTo>
                <a:lnTo>
                  <a:pt x="1816" y="104"/>
                </a:lnTo>
                <a:lnTo>
                  <a:pt x="1819" y="103"/>
                </a:lnTo>
                <a:lnTo>
                  <a:pt x="1822" y="101"/>
                </a:lnTo>
                <a:lnTo>
                  <a:pt x="1825" y="99"/>
                </a:lnTo>
                <a:lnTo>
                  <a:pt x="1828" y="98"/>
                </a:lnTo>
                <a:lnTo>
                  <a:pt x="1830" y="97"/>
                </a:lnTo>
                <a:lnTo>
                  <a:pt x="1830" y="97"/>
                </a:lnTo>
                <a:close/>
                <a:moveTo>
                  <a:pt x="1743" y="140"/>
                </a:moveTo>
                <a:lnTo>
                  <a:pt x="1764" y="184"/>
                </a:lnTo>
                <a:lnTo>
                  <a:pt x="1762" y="185"/>
                </a:lnTo>
                <a:lnTo>
                  <a:pt x="1759" y="186"/>
                </a:lnTo>
                <a:lnTo>
                  <a:pt x="1755" y="188"/>
                </a:lnTo>
                <a:lnTo>
                  <a:pt x="1752" y="189"/>
                </a:lnTo>
                <a:lnTo>
                  <a:pt x="1748" y="191"/>
                </a:lnTo>
                <a:lnTo>
                  <a:pt x="1746" y="193"/>
                </a:lnTo>
                <a:lnTo>
                  <a:pt x="1742" y="194"/>
                </a:lnTo>
                <a:lnTo>
                  <a:pt x="1739" y="196"/>
                </a:lnTo>
                <a:lnTo>
                  <a:pt x="1735" y="197"/>
                </a:lnTo>
                <a:lnTo>
                  <a:pt x="1732" y="199"/>
                </a:lnTo>
                <a:lnTo>
                  <a:pt x="1728" y="200"/>
                </a:lnTo>
                <a:lnTo>
                  <a:pt x="1725" y="201"/>
                </a:lnTo>
                <a:lnTo>
                  <a:pt x="1722" y="203"/>
                </a:lnTo>
                <a:lnTo>
                  <a:pt x="1718" y="204"/>
                </a:lnTo>
                <a:lnTo>
                  <a:pt x="1718" y="204"/>
                </a:lnTo>
                <a:lnTo>
                  <a:pt x="1699" y="159"/>
                </a:lnTo>
                <a:lnTo>
                  <a:pt x="1699" y="159"/>
                </a:lnTo>
                <a:lnTo>
                  <a:pt x="1702" y="157"/>
                </a:lnTo>
                <a:lnTo>
                  <a:pt x="1706" y="156"/>
                </a:lnTo>
                <a:lnTo>
                  <a:pt x="1709" y="155"/>
                </a:lnTo>
                <a:lnTo>
                  <a:pt x="1712" y="153"/>
                </a:lnTo>
                <a:lnTo>
                  <a:pt x="1715" y="152"/>
                </a:lnTo>
                <a:lnTo>
                  <a:pt x="1719" y="150"/>
                </a:lnTo>
                <a:lnTo>
                  <a:pt x="1722" y="149"/>
                </a:lnTo>
                <a:lnTo>
                  <a:pt x="1725" y="147"/>
                </a:lnTo>
                <a:lnTo>
                  <a:pt x="1729" y="146"/>
                </a:lnTo>
                <a:lnTo>
                  <a:pt x="1732" y="144"/>
                </a:lnTo>
                <a:lnTo>
                  <a:pt x="1735" y="143"/>
                </a:lnTo>
                <a:lnTo>
                  <a:pt x="1739" y="142"/>
                </a:lnTo>
                <a:lnTo>
                  <a:pt x="1742" y="140"/>
                </a:lnTo>
                <a:lnTo>
                  <a:pt x="1743" y="140"/>
                </a:lnTo>
                <a:lnTo>
                  <a:pt x="1743" y="140"/>
                </a:lnTo>
                <a:close/>
                <a:moveTo>
                  <a:pt x="1654" y="177"/>
                </a:moveTo>
                <a:lnTo>
                  <a:pt x="1672" y="223"/>
                </a:lnTo>
                <a:lnTo>
                  <a:pt x="1671" y="224"/>
                </a:lnTo>
                <a:lnTo>
                  <a:pt x="1667" y="225"/>
                </a:lnTo>
                <a:lnTo>
                  <a:pt x="1664" y="226"/>
                </a:lnTo>
                <a:lnTo>
                  <a:pt x="1661" y="228"/>
                </a:lnTo>
                <a:lnTo>
                  <a:pt x="1657" y="229"/>
                </a:lnTo>
                <a:lnTo>
                  <a:pt x="1654" y="230"/>
                </a:lnTo>
                <a:lnTo>
                  <a:pt x="1650" y="232"/>
                </a:lnTo>
                <a:lnTo>
                  <a:pt x="1647" y="232"/>
                </a:lnTo>
                <a:lnTo>
                  <a:pt x="1644" y="234"/>
                </a:lnTo>
                <a:lnTo>
                  <a:pt x="1640" y="235"/>
                </a:lnTo>
                <a:lnTo>
                  <a:pt x="1637" y="236"/>
                </a:lnTo>
                <a:lnTo>
                  <a:pt x="1633" y="238"/>
                </a:lnTo>
                <a:lnTo>
                  <a:pt x="1630" y="239"/>
                </a:lnTo>
                <a:lnTo>
                  <a:pt x="1626" y="240"/>
                </a:lnTo>
                <a:lnTo>
                  <a:pt x="1625" y="241"/>
                </a:lnTo>
                <a:lnTo>
                  <a:pt x="1609" y="195"/>
                </a:lnTo>
                <a:lnTo>
                  <a:pt x="1610" y="194"/>
                </a:lnTo>
                <a:lnTo>
                  <a:pt x="1613" y="193"/>
                </a:lnTo>
                <a:lnTo>
                  <a:pt x="1616" y="192"/>
                </a:lnTo>
                <a:lnTo>
                  <a:pt x="1619" y="190"/>
                </a:lnTo>
                <a:lnTo>
                  <a:pt x="1623" y="189"/>
                </a:lnTo>
                <a:lnTo>
                  <a:pt x="1626" y="188"/>
                </a:lnTo>
                <a:lnTo>
                  <a:pt x="1629" y="187"/>
                </a:lnTo>
                <a:lnTo>
                  <a:pt x="1633" y="185"/>
                </a:lnTo>
                <a:lnTo>
                  <a:pt x="1636" y="184"/>
                </a:lnTo>
                <a:lnTo>
                  <a:pt x="1640" y="183"/>
                </a:lnTo>
                <a:lnTo>
                  <a:pt x="1643" y="182"/>
                </a:lnTo>
                <a:lnTo>
                  <a:pt x="1646" y="180"/>
                </a:lnTo>
                <a:lnTo>
                  <a:pt x="1649" y="179"/>
                </a:lnTo>
                <a:lnTo>
                  <a:pt x="1653" y="178"/>
                </a:lnTo>
                <a:lnTo>
                  <a:pt x="1654" y="177"/>
                </a:lnTo>
                <a:lnTo>
                  <a:pt x="1654" y="177"/>
                </a:lnTo>
                <a:close/>
                <a:moveTo>
                  <a:pt x="1562" y="210"/>
                </a:moveTo>
                <a:lnTo>
                  <a:pt x="1578" y="257"/>
                </a:lnTo>
                <a:lnTo>
                  <a:pt x="1578" y="257"/>
                </a:lnTo>
                <a:lnTo>
                  <a:pt x="1574" y="258"/>
                </a:lnTo>
                <a:lnTo>
                  <a:pt x="1571" y="260"/>
                </a:lnTo>
                <a:lnTo>
                  <a:pt x="1567" y="261"/>
                </a:lnTo>
                <a:lnTo>
                  <a:pt x="1564" y="262"/>
                </a:lnTo>
                <a:lnTo>
                  <a:pt x="1560" y="263"/>
                </a:lnTo>
                <a:lnTo>
                  <a:pt x="1557" y="264"/>
                </a:lnTo>
                <a:lnTo>
                  <a:pt x="1553" y="265"/>
                </a:lnTo>
                <a:lnTo>
                  <a:pt x="1550" y="266"/>
                </a:lnTo>
                <a:lnTo>
                  <a:pt x="1547" y="267"/>
                </a:lnTo>
                <a:lnTo>
                  <a:pt x="1543" y="268"/>
                </a:lnTo>
                <a:lnTo>
                  <a:pt x="1539" y="269"/>
                </a:lnTo>
                <a:lnTo>
                  <a:pt x="1536" y="270"/>
                </a:lnTo>
                <a:lnTo>
                  <a:pt x="1532" y="271"/>
                </a:lnTo>
                <a:lnTo>
                  <a:pt x="1530" y="272"/>
                </a:lnTo>
                <a:lnTo>
                  <a:pt x="1516" y="225"/>
                </a:lnTo>
                <a:lnTo>
                  <a:pt x="1518" y="225"/>
                </a:lnTo>
                <a:lnTo>
                  <a:pt x="1521" y="223"/>
                </a:lnTo>
                <a:lnTo>
                  <a:pt x="1525" y="222"/>
                </a:lnTo>
                <a:lnTo>
                  <a:pt x="1528" y="221"/>
                </a:lnTo>
                <a:lnTo>
                  <a:pt x="1532" y="220"/>
                </a:lnTo>
                <a:lnTo>
                  <a:pt x="1535" y="219"/>
                </a:lnTo>
                <a:lnTo>
                  <a:pt x="1539" y="218"/>
                </a:lnTo>
                <a:lnTo>
                  <a:pt x="1542" y="217"/>
                </a:lnTo>
                <a:lnTo>
                  <a:pt x="1545" y="216"/>
                </a:lnTo>
                <a:lnTo>
                  <a:pt x="1548" y="215"/>
                </a:lnTo>
                <a:lnTo>
                  <a:pt x="1552" y="214"/>
                </a:lnTo>
                <a:lnTo>
                  <a:pt x="1555" y="213"/>
                </a:lnTo>
                <a:lnTo>
                  <a:pt x="1559" y="211"/>
                </a:lnTo>
                <a:lnTo>
                  <a:pt x="1562" y="210"/>
                </a:lnTo>
                <a:lnTo>
                  <a:pt x="1562" y="210"/>
                </a:lnTo>
                <a:lnTo>
                  <a:pt x="1562" y="210"/>
                </a:lnTo>
                <a:close/>
                <a:moveTo>
                  <a:pt x="1470" y="238"/>
                </a:moveTo>
                <a:lnTo>
                  <a:pt x="1482" y="286"/>
                </a:lnTo>
                <a:lnTo>
                  <a:pt x="1480" y="287"/>
                </a:lnTo>
                <a:lnTo>
                  <a:pt x="1476" y="288"/>
                </a:lnTo>
                <a:lnTo>
                  <a:pt x="1472" y="289"/>
                </a:lnTo>
                <a:lnTo>
                  <a:pt x="1469" y="290"/>
                </a:lnTo>
                <a:lnTo>
                  <a:pt x="1465" y="291"/>
                </a:lnTo>
                <a:lnTo>
                  <a:pt x="1462" y="291"/>
                </a:lnTo>
                <a:lnTo>
                  <a:pt x="1458" y="292"/>
                </a:lnTo>
                <a:lnTo>
                  <a:pt x="1454" y="293"/>
                </a:lnTo>
                <a:lnTo>
                  <a:pt x="1451" y="294"/>
                </a:lnTo>
                <a:lnTo>
                  <a:pt x="1448" y="295"/>
                </a:lnTo>
                <a:lnTo>
                  <a:pt x="1444" y="296"/>
                </a:lnTo>
                <a:lnTo>
                  <a:pt x="1441" y="296"/>
                </a:lnTo>
                <a:lnTo>
                  <a:pt x="1437" y="297"/>
                </a:lnTo>
                <a:lnTo>
                  <a:pt x="1434" y="298"/>
                </a:lnTo>
                <a:lnTo>
                  <a:pt x="1422" y="250"/>
                </a:lnTo>
                <a:lnTo>
                  <a:pt x="1425" y="250"/>
                </a:lnTo>
                <a:lnTo>
                  <a:pt x="1429" y="249"/>
                </a:lnTo>
                <a:lnTo>
                  <a:pt x="1432" y="248"/>
                </a:lnTo>
                <a:lnTo>
                  <a:pt x="1436" y="247"/>
                </a:lnTo>
                <a:lnTo>
                  <a:pt x="1439" y="246"/>
                </a:lnTo>
                <a:lnTo>
                  <a:pt x="1443" y="245"/>
                </a:lnTo>
                <a:lnTo>
                  <a:pt x="1446" y="244"/>
                </a:lnTo>
                <a:lnTo>
                  <a:pt x="1449" y="244"/>
                </a:lnTo>
                <a:lnTo>
                  <a:pt x="1453" y="243"/>
                </a:lnTo>
                <a:lnTo>
                  <a:pt x="1456" y="242"/>
                </a:lnTo>
                <a:lnTo>
                  <a:pt x="1460" y="241"/>
                </a:lnTo>
                <a:lnTo>
                  <a:pt x="1463" y="240"/>
                </a:lnTo>
                <a:lnTo>
                  <a:pt x="1467" y="239"/>
                </a:lnTo>
                <a:lnTo>
                  <a:pt x="1470" y="238"/>
                </a:lnTo>
                <a:lnTo>
                  <a:pt x="1470" y="238"/>
                </a:lnTo>
                <a:close/>
                <a:moveTo>
                  <a:pt x="1375" y="261"/>
                </a:moveTo>
                <a:lnTo>
                  <a:pt x="1385" y="309"/>
                </a:lnTo>
                <a:lnTo>
                  <a:pt x="1383" y="310"/>
                </a:lnTo>
                <a:lnTo>
                  <a:pt x="1380" y="310"/>
                </a:lnTo>
                <a:lnTo>
                  <a:pt x="1376" y="311"/>
                </a:lnTo>
                <a:lnTo>
                  <a:pt x="1373" y="312"/>
                </a:lnTo>
                <a:lnTo>
                  <a:pt x="1369" y="313"/>
                </a:lnTo>
                <a:lnTo>
                  <a:pt x="1365" y="313"/>
                </a:lnTo>
                <a:lnTo>
                  <a:pt x="1362" y="314"/>
                </a:lnTo>
                <a:lnTo>
                  <a:pt x="1358" y="315"/>
                </a:lnTo>
                <a:lnTo>
                  <a:pt x="1354" y="316"/>
                </a:lnTo>
                <a:lnTo>
                  <a:pt x="1351" y="316"/>
                </a:lnTo>
                <a:lnTo>
                  <a:pt x="1348" y="317"/>
                </a:lnTo>
                <a:lnTo>
                  <a:pt x="1344" y="318"/>
                </a:lnTo>
                <a:lnTo>
                  <a:pt x="1340" y="318"/>
                </a:lnTo>
                <a:lnTo>
                  <a:pt x="1337" y="319"/>
                </a:lnTo>
                <a:lnTo>
                  <a:pt x="1336" y="319"/>
                </a:lnTo>
                <a:lnTo>
                  <a:pt x="1327" y="270"/>
                </a:lnTo>
                <a:lnTo>
                  <a:pt x="1328" y="270"/>
                </a:lnTo>
                <a:lnTo>
                  <a:pt x="1331" y="270"/>
                </a:lnTo>
                <a:lnTo>
                  <a:pt x="1335" y="269"/>
                </a:lnTo>
                <a:lnTo>
                  <a:pt x="1338" y="268"/>
                </a:lnTo>
                <a:lnTo>
                  <a:pt x="1342" y="268"/>
                </a:lnTo>
                <a:lnTo>
                  <a:pt x="1345" y="267"/>
                </a:lnTo>
                <a:lnTo>
                  <a:pt x="1349" y="266"/>
                </a:lnTo>
                <a:lnTo>
                  <a:pt x="1352" y="266"/>
                </a:lnTo>
                <a:lnTo>
                  <a:pt x="1355" y="265"/>
                </a:lnTo>
                <a:lnTo>
                  <a:pt x="1359" y="264"/>
                </a:lnTo>
                <a:lnTo>
                  <a:pt x="1363" y="264"/>
                </a:lnTo>
                <a:lnTo>
                  <a:pt x="1366" y="263"/>
                </a:lnTo>
                <a:lnTo>
                  <a:pt x="1370" y="262"/>
                </a:lnTo>
                <a:lnTo>
                  <a:pt x="1373" y="262"/>
                </a:lnTo>
                <a:lnTo>
                  <a:pt x="1375" y="261"/>
                </a:lnTo>
                <a:lnTo>
                  <a:pt x="1375" y="261"/>
                </a:lnTo>
                <a:close/>
                <a:moveTo>
                  <a:pt x="1280" y="279"/>
                </a:moveTo>
                <a:lnTo>
                  <a:pt x="1287" y="327"/>
                </a:lnTo>
                <a:lnTo>
                  <a:pt x="1286" y="327"/>
                </a:lnTo>
                <a:lnTo>
                  <a:pt x="1283" y="328"/>
                </a:lnTo>
                <a:lnTo>
                  <a:pt x="1279" y="329"/>
                </a:lnTo>
                <a:lnTo>
                  <a:pt x="1275" y="329"/>
                </a:lnTo>
                <a:lnTo>
                  <a:pt x="1272" y="330"/>
                </a:lnTo>
                <a:lnTo>
                  <a:pt x="1268" y="330"/>
                </a:lnTo>
                <a:lnTo>
                  <a:pt x="1264" y="331"/>
                </a:lnTo>
                <a:lnTo>
                  <a:pt x="1260" y="331"/>
                </a:lnTo>
                <a:lnTo>
                  <a:pt x="1257" y="332"/>
                </a:lnTo>
                <a:lnTo>
                  <a:pt x="1253" y="332"/>
                </a:lnTo>
                <a:lnTo>
                  <a:pt x="1250" y="333"/>
                </a:lnTo>
                <a:lnTo>
                  <a:pt x="1246" y="333"/>
                </a:lnTo>
                <a:lnTo>
                  <a:pt x="1243" y="334"/>
                </a:lnTo>
                <a:lnTo>
                  <a:pt x="1239" y="334"/>
                </a:lnTo>
                <a:lnTo>
                  <a:pt x="1238" y="334"/>
                </a:lnTo>
                <a:lnTo>
                  <a:pt x="1232" y="286"/>
                </a:lnTo>
                <a:lnTo>
                  <a:pt x="1232" y="286"/>
                </a:lnTo>
                <a:lnTo>
                  <a:pt x="1236" y="285"/>
                </a:lnTo>
                <a:lnTo>
                  <a:pt x="1240" y="285"/>
                </a:lnTo>
                <a:lnTo>
                  <a:pt x="1243" y="284"/>
                </a:lnTo>
                <a:lnTo>
                  <a:pt x="1247" y="284"/>
                </a:lnTo>
                <a:lnTo>
                  <a:pt x="1250" y="283"/>
                </a:lnTo>
                <a:lnTo>
                  <a:pt x="1253" y="283"/>
                </a:lnTo>
                <a:lnTo>
                  <a:pt x="1257" y="282"/>
                </a:lnTo>
                <a:lnTo>
                  <a:pt x="1261" y="282"/>
                </a:lnTo>
                <a:lnTo>
                  <a:pt x="1264" y="281"/>
                </a:lnTo>
                <a:lnTo>
                  <a:pt x="1268" y="281"/>
                </a:lnTo>
                <a:lnTo>
                  <a:pt x="1271" y="280"/>
                </a:lnTo>
                <a:lnTo>
                  <a:pt x="1275" y="280"/>
                </a:lnTo>
                <a:lnTo>
                  <a:pt x="1279" y="279"/>
                </a:lnTo>
                <a:lnTo>
                  <a:pt x="1280" y="279"/>
                </a:lnTo>
                <a:lnTo>
                  <a:pt x="1280" y="279"/>
                </a:lnTo>
                <a:close/>
                <a:moveTo>
                  <a:pt x="1184" y="291"/>
                </a:moveTo>
                <a:lnTo>
                  <a:pt x="1188" y="340"/>
                </a:lnTo>
                <a:lnTo>
                  <a:pt x="1188" y="340"/>
                </a:lnTo>
                <a:lnTo>
                  <a:pt x="1184" y="341"/>
                </a:lnTo>
                <a:lnTo>
                  <a:pt x="1181" y="341"/>
                </a:lnTo>
                <a:lnTo>
                  <a:pt x="1177" y="341"/>
                </a:lnTo>
                <a:lnTo>
                  <a:pt x="1173" y="342"/>
                </a:lnTo>
                <a:lnTo>
                  <a:pt x="1169" y="342"/>
                </a:lnTo>
                <a:lnTo>
                  <a:pt x="1166" y="342"/>
                </a:lnTo>
                <a:lnTo>
                  <a:pt x="1162" y="343"/>
                </a:lnTo>
                <a:lnTo>
                  <a:pt x="1158" y="343"/>
                </a:lnTo>
                <a:lnTo>
                  <a:pt x="1155" y="343"/>
                </a:lnTo>
                <a:lnTo>
                  <a:pt x="1151" y="344"/>
                </a:lnTo>
                <a:lnTo>
                  <a:pt x="1148" y="344"/>
                </a:lnTo>
                <a:lnTo>
                  <a:pt x="1144" y="344"/>
                </a:lnTo>
                <a:lnTo>
                  <a:pt x="1140" y="344"/>
                </a:lnTo>
                <a:lnTo>
                  <a:pt x="1139" y="345"/>
                </a:lnTo>
                <a:lnTo>
                  <a:pt x="1135" y="295"/>
                </a:lnTo>
                <a:lnTo>
                  <a:pt x="1136" y="295"/>
                </a:lnTo>
                <a:lnTo>
                  <a:pt x="1140" y="295"/>
                </a:lnTo>
                <a:lnTo>
                  <a:pt x="1144" y="295"/>
                </a:lnTo>
                <a:lnTo>
                  <a:pt x="1147" y="294"/>
                </a:lnTo>
                <a:lnTo>
                  <a:pt x="1151" y="294"/>
                </a:lnTo>
                <a:lnTo>
                  <a:pt x="1154" y="294"/>
                </a:lnTo>
                <a:lnTo>
                  <a:pt x="1158" y="293"/>
                </a:lnTo>
                <a:lnTo>
                  <a:pt x="1161" y="293"/>
                </a:lnTo>
                <a:lnTo>
                  <a:pt x="1165" y="293"/>
                </a:lnTo>
                <a:lnTo>
                  <a:pt x="1169" y="292"/>
                </a:lnTo>
                <a:lnTo>
                  <a:pt x="1172" y="292"/>
                </a:lnTo>
                <a:lnTo>
                  <a:pt x="1176" y="292"/>
                </a:lnTo>
                <a:lnTo>
                  <a:pt x="1179" y="291"/>
                </a:lnTo>
                <a:lnTo>
                  <a:pt x="1183" y="291"/>
                </a:lnTo>
                <a:lnTo>
                  <a:pt x="1184" y="291"/>
                </a:lnTo>
                <a:lnTo>
                  <a:pt x="1184" y="291"/>
                </a:lnTo>
                <a:close/>
                <a:moveTo>
                  <a:pt x="1086" y="298"/>
                </a:moveTo>
                <a:lnTo>
                  <a:pt x="1089" y="348"/>
                </a:lnTo>
                <a:lnTo>
                  <a:pt x="1088" y="348"/>
                </a:lnTo>
                <a:lnTo>
                  <a:pt x="1085" y="348"/>
                </a:lnTo>
                <a:lnTo>
                  <a:pt x="1081" y="348"/>
                </a:lnTo>
                <a:lnTo>
                  <a:pt x="1078" y="348"/>
                </a:lnTo>
                <a:lnTo>
                  <a:pt x="1074" y="348"/>
                </a:lnTo>
                <a:lnTo>
                  <a:pt x="1070" y="348"/>
                </a:lnTo>
                <a:lnTo>
                  <a:pt x="1067" y="349"/>
                </a:lnTo>
                <a:lnTo>
                  <a:pt x="1063" y="349"/>
                </a:lnTo>
                <a:lnTo>
                  <a:pt x="1059" y="349"/>
                </a:lnTo>
                <a:lnTo>
                  <a:pt x="1055" y="349"/>
                </a:lnTo>
                <a:lnTo>
                  <a:pt x="1052" y="349"/>
                </a:lnTo>
                <a:lnTo>
                  <a:pt x="1048" y="349"/>
                </a:lnTo>
                <a:lnTo>
                  <a:pt x="1045" y="349"/>
                </a:lnTo>
                <a:lnTo>
                  <a:pt x="1041" y="349"/>
                </a:lnTo>
                <a:lnTo>
                  <a:pt x="1039" y="349"/>
                </a:lnTo>
                <a:lnTo>
                  <a:pt x="1038" y="300"/>
                </a:lnTo>
                <a:lnTo>
                  <a:pt x="1040" y="300"/>
                </a:lnTo>
                <a:lnTo>
                  <a:pt x="1043" y="300"/>
                </a:lnTo>
                <a:lnTo>
                  <a:pt x="1047" y="300"/>
                </a:lnTo>
                <a:lnTo>
                  <a:pt x="1051" y="300"/>
                </a:lnTo>
                <a:lnTo>
                  <a:pt x="1054" y="299"/>
                </a:lnTo>
                <a:lnTo>
                  <a:pt x="1058" y="299"/>
                </a:lnTo>
                <a:lnTo>
                  <a:pt x="1061" y="299"/>
                </a:lnTo>
                <a:lnTo>
                  <a:pt x="1065" y="299"/>
                </a:lnTo>
                <a:lnTo>
                  <a:pt x="1068" y="299"/>
                </a:lnTo>
                <a:lnTo>
                  <a:pt x="1072" y="299"/>
                </a:lnTo>
                <a:lnTo>
                  <a:pt x="1076" y="299"/>
                </a:lnTo>
                <a:lnTo>
                  <a:pt x="1079" y="299"/>
                </a:lnTo>
                <a:lnTo>
                  <a:pt x="1083" y="298"/>
                </a:lnTo>
                <a:lnTo>
                  <a:pt x="1086" y="298"/>
                </a:lnTo>
                <a:lnTo>
                  <a:pt x="1086" y="298"/>
                </a:lnTo>
                <a:lnTo>
                  <a:pt x="1086" y="298"/>
                </a:lnTo>
                <a:close/>
                <a:moveTo>
                  <a:pt x="989" y="300"/>
                </a:moveTo>
                <a:lnTo>
                  <a:pt x="989" y="350"/>
                </a:lnTo>
                <a:lnTo>
                  <a:pt x="987" y="350"/>
                </a:lnTo>
                <a:lnTo>
                  <a:pt x="983" y="350"/>
                </a:lnTo>
                <a:lnTo>
                  <a:pt x="979" y="349"/>
                </a:lnTo>
                <a:lnTo>
                  <a:pt x="975" y="349"/>
                </a:lnTo>
                <a:lnTo>
                  <a:pt x="970" y="349"/>
                </a:lnTo>
                <a:lnTo>
                  <a:pt x="966" y="349"/>
                </a:lnTo>
                <a:lnTo>
                  <a:pt x="962" y="349"/>
                </a:lnTo>
                <a:lnTo>
                  <a:pt x="958" y="349"/>
                </a:lnTo>
                <a:lnTo>
                  <a:pt x="954" y="349"/>
                </a:lnTo>
                <a:lnTo>
                  <a:pt x="950" y="349"/>
                </a:lnTo>
                <a:lnTo>
                  <a:pt x="946" y="349"/>
                </a:lnTo>
                <a:lnTo>
                  <a:pt x="941" y="349"/>
                </a:lnTo>
                <a:lnTo>
                  <a:pt x="939" y="348"/>
                </a:lnTo>
                <a:lnTo>
                  <a:pt x="941" y="299"/>
                </a:lnTo>
                <a:lnTo>
                  <a:pt x="943" y="299"/>
                </a:lnTo>
                <a:lnTo>
                  <a:pt x="947" y="299"/>
                </a:lnTo>
                <a:lnTo>
                  <a:pt x="951" y="299"/>
                </a:lnTo>
                <a:lnTo>
                  <a:pt x="955" y="299"/>
                </a:lnTo>
                <a:lnTo>
                  <a:pt x="959" y="300"/>
                </a:lnTo>
                <a:lnTo>
                  <a:pt x="963" y="300"/>
                </a:lnTo>
                <a:lnTo>
                  <a:pt x="967" y="300"/>
                </a:lnTo>
                <a:lnTo>
                  <a:pt x="971" y="300"/>
                </a:lnTo>
                <a:lnTo>
                  <a:pt x="976" y="300"/>
                </a:lnTo>
                <a:lnTo>
                  <a:pt x="980" y="300"/>
                </a:lnTo>
                <a:lnTo>
                  <a:pt x="984" y="300"/>
                </a:lnTo>
                <a:lnTo>
                  <a:pt x="987" y="300"/>
                </a:lnTo>
                <a:lnTo>
                  <a:pt x="989" y="300"/>
                </a:lnTo>
                <a:lnTo>
                  <a:pt x="989" y="300"/>
                </a:lnTo>
                <a:close/>
                <a:moveTo>
                  <a:pt x="892" y="297"/>
                </a:moveTo>
                <a:lnTo>
                  <a:pt x="889" y="346"/>
                </a:lnTo>
                <a:lnTo>
                  <a:pt x="887" y="346"/>
                </a:lnTo>
                <a:lnTo>
                  <a:pt x="883" y="346"/>
                </a:lnTo>
                <a:lnTo>
                  <a:pt x="879" y="345"/>
                </a:lnTo>
                <a:lnTo>
                  <a:pt x="875" y="345"/>
                </a:lnTo>
                <a:lnTo>
                  <a:pt x="871" y="345"/>
                </a:lnTo>
                <a:lnTo>
                  <a:pt x="866" y="344"/>
                </a:lnTo>
                <a:lnTo>
                  <a:pt x="862" y="344"/>
                </a:lnTo>
                <a:lnTo>
                  <a:pt x="858" y="344"/>
                </a:lnTo>
                <a:lnTo>
                  <a:pt x="854" y="343"/>
                </a:lnTo>
                <a:lnTo>
                  <a:pt x="850" y="343"/>
                </a:lnTo>
                <a:lnTo>
                  <a:pt x="846" y="343"/>
                </a:lnTo>
                <a:lnTo>
                  <a:pt x="842" y="342"/>
                </a:lnTo>
                <a:lnTo>
                  <a:pt x="840" y="342"/>
                </a:lnTo>
                <a:lnTo>
                  <a:pt x="844" y="293"/>
                </a:lnTo>
                <a:lnTo>
                  <a:pt x="846" y="293"/>
                </a:lnTo>
                <a:lnTo>
                  <a:pt x="850" y="293"/>
                </a:lnTo>
                <a:lnTo>
                  <a:pt x="854" y="294"/>
                </a:lnTo>
                <a:lnTo>
                  <a:pt x="858" y="294"/>
                </a:lnTo>
                <a:lnTo>
                  <a:pt x="862" y="294"/>
                </a:lnTo>
                <a:lnTo>
                  <a:pt x="866" y="295"/>
                </a:lnTo>
                <a:lnTo>
                  <a:pt x="870" y="295"/>
                </a:lnTo>
                <a:lnTo>
                  <a:pt x="874" y="295"/>
                </a:lnTo>
                <a:lnTo>
                  <a:pt x="878" y="296"/>
                </a:lnTo>
                <a:lnTo>
                  <a:pt x="882" y="296"/>
                </a:lnTo>
                <a:lnTo>
                  <a:pt x="886" y="296"/>
                </a:lnTo>
                <a:lnTo>
                  <a:pt x="890" y="296"/>
                </a:lnTo>
                <a:lnTo>
                  <a:pt x="892" y="297"/>
                </a:lnTo>
                <a:lnTo>
                  <a:pt x="892" y="297"/>
                </a:lnTo>
                <a:close/>
                <a:moveTo>
                  <a:pt x="796" y="288"/>
                </a:moveTo>
                <a:lnTo>
                  <a:pt x="790" y="337"/>
                </a:lnTo>
                <a:lnTo>
                  <a:pt x="788" y="337"/>
                </a:lnTo>
                <a:lnTo>
                  <a:pt x="784" y="336"/>
                </a:lnTo>
                <a:lnTo>
                  <a:pt x="780" y="336"/>
                </a:lnTo>
                <a:lnTo>
                  <a:pt x="775" y="335"/>
                </a:lnTo>
                <a:lnTo>
                  <a:pt x="771" y="335"/>
                </a:lnTo>
                <a:lnTo>
                  <a:pt x="767" y="334"/>
                </a:lnTo>
                <a:lnTo>
                  <a:pt x="763" y="333"/>
                </a:lnTo>
                <a:lnTo>
                  <a:pt x="759" y="333"/>
                </a:lnTo>
                <a:lnTo>
                  <a:pt x="755" y="332"/>
                </a:lnTo>
                <a:lnTo>
                  <a:pt x="751" y="332"/>
                </a:lnTo>
                <a:lnTo>
                  <a:pt x="747" y="331"/>
                </a:lnTo>
                <a:lnTo>
                  <a:pt x="743" y="331"/>
                </a:lnTo>
                <a:lnTo>
                  <a:pt x="740" y="330"/>
                </a:lnTo>
                <a:lnTo>
                  <a:pt x="748" y="282"/>
                </a:lnTo>
                <a:lnTo>
                  <a:pt x="750" y="282"/>
                </a:lnTo>
                <a:lnTo>
                  <a:pt x="754" y="283"/>
                </a:lnTo>
                <a:lnTo>
                  <a:pt x="757" y="283"/>
                </a:lnTo>
                <a:lnTo>
                  <a:pt x="761" y="284"/>
                </a:lnTo>
                <a:lnTo>
                  <a:pt x="765" y="284"/>
                </a:lnTo>
                <a:lnTo>
                  <a:pt x="770" y="285"/>
                </a:lnTo>
                <a:lnTo>
                  <a:pt x="774" y="285"/>
                </a:lnTo>
                <a:lnTo>
                  <a:pt x="778" y="286"/>
                </a:lnTo>
                <a:lnTo>
                  <a:pt x="782" y="286"/>
                </a:lnTo>
                <a:lnTo>
                  <a:pt x="786" y="287"/>
                </a:lnTo>
                <a:lnTo>
                  <a:pt x="789" y="288"/>
                </a:lnTo>
                <a:lnTo>
                  <a:pt x="793" y="288"/>
                </a:lnTo>
                <a:lnTo>
                  <a:pt x="796" y="288"/>
                </a:lnTo>
                <a:lnTo>
                  <a:pt x="796" y="288"/>
                </a:lnTo>
                <a:close/>
                <a:moveTo>
                  <a:pt x="700" y="274"/>
                </a:moveTo>
                <a:lnTo>
                  <a:pt x="691" y="322"/>
                </a:lnTo>
                <a:lnTo>
                  <a:pt x="689" y="322"/>
                </a:lnTo>
                <a:lnTo>
                  <a:pt x="685" y="321"/>
                </a:lnTo>
                <a:lnTo>
                  <a:pt x="681" y="321"/>
                </a:lnTo>
                <a:lnTo>
                  <a:pt x="677" y="320"/>
                </a:lnTo>
                <a:lnTo>
                  <a:pt x="673" y="319"/>
                </a:lnTo>
                <a:lnTo>
                  <a:pt x="669" y="319"/>
                </a:lnTo>
                <a:lnTo>
                  <a:pt x="665" y="318"/>
                </a:lnTo>
                <a:lnTo>
                  <a:pt x="661" y="317"/>
                </a:lnTo>
                <a:lnTo>
                  <a:pt x="656" y="316"/>
                </a:lnTo>
                <a:lnTo>
                  <a:pt x="653" y="316"/>
                </a:lnTo>
                <a:lnTo>
                  <a:pt x="649" y="315"/>
                </a:lnTo>
                <a:lnTo>
                  <a:pt x="645" y="314"/>
                </a:lnTo>
                <a:lnTo>
                  <a:pt x="642" y="313"/>
                </a:lnTo>
                <a:lnTo>
                  <a:pt x="652" y="265"/>
                </a:lnTo>
                <a:lnTo>
                  <a:pt x="654" y="265"/>
                </a:lnTo>
                <a:lnTo>
                  <a:pt x="658" y="266"/>
                </a:lnTo>
                <a:lnTo>
                  <a:pt x="662" y="267"/>
                </a:lnTo>
                <a:lnTo>
                  <a:pt x="666" y="268"/>
                </a:lnTo>
                <a:lnTo>
                  <a:pt x="670" y="269"/>
                </a:lnTo>
                <a:lnTo>
                  <a:pt x="674" y="269"/>
                </a:lnTo>
                <a:lnTo>
                  <a:pt x="678" y="270"/>
                </a:lnTo>
                <a:lnTo>
                  <a:pt x="682" y="271"/>
                </a:lnTo>
                <a:lnTo>
                  <a:pt x="686" y="272"/>
                </a:lnTo>
                <a:lnTo>
                  <a:pt x="690" y="272"/>
                </a:lnTo>
                <a:lnTo>
                  <a:pt x="694" y="273"/>
                </a:lnTo>
                <a:lnTo>
                  <a:pt x="698" y="274"/>
                </a:lnTo>
                <a:lnTo>
                  <a:pt x="700" y="274"/>
                </a:lnTo>
                <a:lnTo>
                  <a:pt x="700" y="274"/>
                </a:lnTo>
                <a:close/>
                <a:moveTo>
                  <a:pt x="604" y="255"/>
                </a:moveTo>
                <a:lnTo>
                  <a:pt x="593" y="303"/>
                </a:lnTo>
                <a:lnTo>
                  <a:pt x="592" y="302"/>
                </a:lnTo>
                <a:lnTo>
                  <a:pt x="588" y="301"/>
                </a:lnTo>
                <a:lnTo>
                  <a:pt x="584" y="300"/>
                </a:lnTo>
                <a:lnTo>
                  <a:pt x="580" y="299"/>
                </a:lnTo>
                <a:lnTo>
                  <a:pt x="576" y="299"/>
                </a:lnTo>
                <a:lnTo>
                  <a:pt x="572" y="298"/>
                </a:lnTo>
                <a:lnTo>
                  <a:pt x="568" y="297"/>
                </a:lnTo>
                <a:lnTo>
                  <a:pt x="564" y="296"/>
                </a:lnTo>
                <a:lnTo>
                  <a:pt x="560" y="294"/>
                </a:lnTo>
                <a:lnTo>
                  <a:pt x="556" y="293"/>
                </a:lnTo>
                <a:lnTo>
                  <a:pt x="552" y="292"/>
                </a:lnTo>
                <a:lnTo>
                  <a:pt x="548" y="291"/>
                </a:lnTo>
                <a:lnTo>
                  <a:pt x="545" y="291"/>
                </a:lnTo>
                <a:lnTo>
                  <a:pt x="557" y="243"/>
                </a:lnTo>
                <a:lnTo>
                  <a:pt x="560" y="244"/>
                </a:lnTo>
                <a:lnTo>
                  <a:pt x="564" y="245"/>
                </a:lnTo>
                <a:lnTo>
                  <a:pt x="568" y="246"/>
                </a:lnTo>
                <a:lnTo>
                  <a:pt x="572" y="247"/>
                </a:lnTo>
                <a:lnTo>
                  <a:pt x="576" y="248"/>
                </a:lnTo>
                <a:lnTo>
                  <a:pt x="580" y="249"/>
                </a:lnTo>
                <a:lnTo>
                  <a:pt x="584" y="250"/>
                </a:lnTo>
                <a:lnTo>
                  <a:pt x="588" y="251"/>
                </a:lnTo>
                <a:lnTo>
                  <a:pt x="591" y="252"/>
                </a:lnTo>
                <a:lnTo>
                  <a:pt x="595" y="253"/>
                </a:lnTo>
                <a:lnTo>
                  <a:pt x="599" y="254"/>
                </a:lnTo>
                <a:lnTo>
                  <a:pt x="603" y="255"/>
                </a:lnTo>
                <a:lnTo>
                  <a:pt x="604" y="255"/>
                </a:lnTo>
                <a:lnTo>
                  <a:pt x="604" y="255"/>
                </a:lnTo>
                <a:close/>
                <a:moveTo>
                  <a:pt x="510" y="231"/>
                </a:moveTo>
                <a:lnTo>
                  <a:pt x="497" y="278"/>
                </a:lnTo>
                <a:lnTo>
                  <a:pt x="496" y="277"/>
                </a:lnTo>
                <a:lnTo>
                  <a:pt x="492" y="276"/>
                </a:lnTo>
                <a:lnTo>
                  <a:pt x="488" y="275"/>
                </a:lnTo>
                <a:lnTo>
                  <a:pt x="484" y="274"/>
                </a:lnTo>
                <a:lnTo>
                  <a:pt x="480" y="273"/>
                </a:lnTo>
                <a:lnTo>
                  <a:pt x="476" y="272"/>
                </a:lnTo>
                <a:lnTo>
                  <a:pt x="472" y="270"/>
                </a:lnTo>
                <a:lnTo>
                  <a:pt x="468" y="269"/>
                </a:lnTo>
                <a:lnTo>
                  <a:pt x="464" y="268"/>
                </a:lnTo>
                <a:lnTo>
                  <a:pt x="460" y="267"/>
                </a:lnTo>
                <a:lnTo>
                  <a:pt x="456" y="265"/>
                </a:lnTo>
                <a:lnTo>
                  <a:pt x="452" y="264"/>
                </a:lnTo>
                <a:lnTo>
                  <a:pt x="449" y="263"/>
                </a:lnTo>
                <a:lnTo>
                  <a:pt x="464" y="216"/>
                </a:lnTo>
                <a:lnTo>
                  <a:pt x="467" y="217"/>
                </a:lnTo>
                <a:lnTo>
                  <a:pt x="471" y="219"/>
                </a:lnTo>
                <a:lnTo>
                  <a:pt x="475" y="220"/>
                </a:lnTo>
                <a:lnTo>
                  <a:pt x="479" y="221"/>
                </a:lnTo>
                <a:lnTo>
                  <a:pt x="483" y="222"/>
                </a:lnTo>
                <a:lnTo>
                  <a:pt x="487" y="223"/>
                </a:lnTo>
                <a:lnTo>
                  <a:pt x="490" y="225"/>
                </a:lnTo>
                <a:lnTo>
                  <a:pt x="494" y="226"/>
                </a:lnTo>
                <a:lnTo>
                  <a:pt x="498" y="227"/>
                </a:lnTo>
                <a:lnTo>
                  <a:pt x="502" y="228"/>
                </a:lnTo>
                <a:lnTo>
                  <a:pt x="506" y="229"/>
                </a:lnTo>
                <a:lnTo>
                  <a:pt x="510" y="230"/>
                </a:lnTo>
                <a:lnTo>
                  <a:pt x="510" y="231"/>
                </a:lnTo>
                <a:lnTo>
                  <a:pt x="510" y="231"/>
                </a:lnTo>
                <a:close/>
                <a:moveTo>
                  <a:pt x="418" y="201"/>
                </a:moveTo>
                <a:lnTo>
                  <a:pt x="402" y="247"/>
                </a:lnTo>
                <a:lnTo>
                  <a:pt x="401" y="247"/>
                </a:lnTo>
                <a:lnTo>
                  <a:pt x="397" y="246"/>
                </a:lnTo>
                <a:lnTo>
                  <a:pt x="393" y="245"/>
                </a:lnTo>
                <a:lnTo>
                  <a:pt x="390" y="243"/>
                </a:lnTo>
                <a:lnTo>
                  <a:pt x="386" y="242"/>
                </a:lnTo>
                <a:lnTo>
                  <a:pt x="382" y="240"/>
                </a:lnTo>
                <a:lnTo>
                  <a:pt x="378" y="239"/>
                </a:lnTo>
                <a:lnTo>
                  <a:pt x="374" y="237"/>
                </a:lnTo>
                <a:lnTo>
                  <a:pt x="370" y="236"/>
                </a:lnTo>
                <a:lnTo>
                  <a:pt x="366" y="234"/>
                </a:lnTo>
                <a:lnTo>
                  <a:pt x="362" y="233"/>
                </a:lnTo>
                <a:lnTo>
                  <a:pt x="358" y="232"/>
                </a:lnTo>
                <a:lnTo>
                  <a:pt x="355" y="231"/>
                </a:lnTo>
                <a:lnTo>
                  <a:pt x="372" y="184"/>
                </a:lnTo>
                <a:lnTo>
                  <a:pt x="376" y="186"/>
                </a:lnTo>
                <a:lnTo>
                  <a:pt x="380" y="187"/>
                </a:lnTo>
                <a:lnTo>
                  <a:pt x="384" y="189"/>
                </a:lnTo>
                <a:lnTo>
                  <a:pt x="387" y="190"/>
                </a:lnTo>
                <a:lnTo>
                  <a:pt x="391" y="191"/>
                </a:lnTo>
                <a:lnTo>
                  <a:pt x="395" y="193"/>
                </a:lnTo>
                <a:lnTo>
                  <a:pt x="398" y="194"/>
                </a:lnTo>
                <a:lnTo>
                  <a:pt x="402" y="196"/>
                </a:lnTo>
                <a:lnTo>
                  <a:pt x="406" y="197"/>
                </a:lnTo>
                <a:lnTo>
                  <a:pt x="410" y="198"/>
                </a:lnTo>
                <a:lnTo>
                  <a:pt x="414" y="200"/>
                </a:lnTo>
                <a:lnTo>
                  <a:pt x="418" y="201"/>
                </a:lnTo>
                <a:lnTo>
                  <a:pt x="418" y="201"/>
                </a:lnTo>
                <a:lnTo>
                  <a:pt x="418" y="201"/>
                </a:lnTo>
                <a:close/>
                <a:moveTo>
                  <a:pt x="327" y="167"/>
                </a:moveTo>
                <a:lnTo>
                  <a:pt x="308" y="212"/>
                </a:lnTo>
                <a:lnTo>
                  <a:pt x="308" y="212"/>
                </a:lnTo>
                <a:lnTo>
                  <a:pt x="304" y="210"/>
                </a:lnTo>
                <a:lnTo>
                  <a:pt x="301" y="209"/>
                </a:lnTo>
                <a:lnTo>
                  <a:pt x="297" y="207"/>
                </a:lnTo>
                <a:lnTo>
                  <a:pt x="293" y="205"/>
                </a:lnTo>
                <a:lnTo>
                  <a:pt x="289" y="204"/>
                </a:lnTo>
                <a:lnTo>
                  <a:pt x="286" y="203"/>
                </a:lnTo>
                <a:lnTo>
                  <a:pt x="282" y="201"/>
                </a:lnTo>
                <a:lnTo>
                  <a:pt x="278" y="199"/>
                </a:lnTo>
                <a:lnTo>
                  <a:pt x="274" y="198"/>
                </a:lnTo>
                <a:lnTo>
                  <a:pt x="270" y="196"/>
                </a:lnTo>
                <a:lnTo>
                  <a:pt x="266" y="194"/>
                </a:lnTo>
                <a:lnTo>
                  <a:pt x="262" y="193"/>
                </a:lnTo>
                <a:lnTo>
                  <a:pt x="262" y="193"/>
                </a:lnTo>
                <a:lnTo>
                  <a:pt x="283" y="147"/>
                </a:lnTo>
                <a:lnTo>
                  <a:pt x="283" y="147"/>
                </a:lnTo>
                <a:lnTo>
                  <a:pt x="286" y="149"/>
                </a:lnTo>
                <a:lnTo>
                  <a:pt x="290" y="151"/>
                </a:lnTo>
                <a:lnTo>
                  <a:pt x="293" y="152"/>
                </a:lnTo>
                <a:lnTo>
                  <a:pt x="297" y="154"/>
                </a:lnTo>
                <a:lnTo>
                  <a:pt x="301" y="156"/>
                </a:lnTo>
                <a:lnTo>
                  <a:pt x="305" y="157"/>
                </a:lnTo>
                <a:lnTo>
                  <a:pt x="309" y="159"/>
                </a:lnTo>
                <a:lnTo>
                  <a:pt x="312" y="160"/>
                </a:lnTo>
                <a:lnTo>
                  <a:pt x="316" y="162"/>
                </a:lnTo>
                <a:lnTo>
                  <a:pt x="320" y="164"/>
                </a:lnTo>
                <a:lnTo>
                  <a:pt x="324" y="165"/>
                </a:lnTo>
                <a:lnTo>
                  <a:pt x="327" y="167"/>
                </a:lnTo>
                <a:lnTo>
                  <a:pt x="327" y="167"/>
                </a:lnTo>
                <a:lnTo>
                  <a:pt x="327" y="167"/>
                </a:lnTo>
                <a:close/>
                <a:moveTo>
                  <a:pt x="238" y="127"/>
                </a:moveTo>
                <a:lnTo>
                  <a:pt x="217" y="172"/>
                </a:lnTo>
                <a:lnTo>
                  <a:pt x="214" y="170"/>
                </a:lnTo>
                <a:lnTo>
                  <a:pt x="210" y="168"/>
                </a:lnTo>
                <a:lnTo>
                  <a:pt x="206" y="166"/>
                </a:lnTo>
                <a:lnTo>
                  <a:pt x="202" y="165"/>
                </a:lnTo>
                <a:lnTo>
                  <a:pt x="199" y="163"/>
                </a:lnTo>
                <a:lnTo>
                  <a:pt x="195" y="161"/>
                </a:lnTo>
                <a:lnTo>
                  <a:pt x="192" y="159"/>
                </a:lnTo>
                <a:lnTo>
                  <a:pt x="188" y="157"/>
                </a:lnTo>
                <a:lnTo>
                  <a:pt x="184" y="155"/>
                </a:lnTo>
                <a:lnTo>
                  <a:pt x="180" y="153"/>
                </a:lnTo>
                <a:lnTo>
                  <a:pt x="176" y="151"/>
                </a:lnTo>
                <a:lnTo>
                  <a:pt x="173" y="150"/>
                </a:lnTo>
                <a:lnTo>
                  <a:pt x="172" y="149"/>
                </a:lnTo>
                <a:lnTo>
                  <a:pt x="195" y="106"/>
                </a:lnTo>
                <a:lnTo>
                  <a:pt x="195" y="106"/>
                </a:lnTo>
                <a:lnTo>
                  <a:pt x="199" y="108"/>
                </a:lnTo>
                <a:lnTo>
                  <a:pt x="202" y="110"/>
                </a:lnTo>
                <a:lnTo>
                  <a:pt x="206" y="112"/>
                </a:lnTo>
                <a:lnTo>
                  <a:pt x="210" y="113"/>
                </a:lnTo>
                <a:lnTo>
                  <a:pt x="213" y="115"/>
                </a:lnTo>
                <a:lnTo>
                  <a:pt x="217" y="117"/>
                </a:lnTo>
                <a:lnTo>
                  <a:pt x="221" y="118"/>
                </a:lnTo>
                <a:lnTo>
                  <a:pt x="224" y="120"/>
                </a:lnTo>
                <a:lnTo>
                  <a:pt x="228" y="122"/>
                </a:lnTo>
                <a:lnTo>
                  <a:pt x="231" y="124"/>
                </a:lnTo>
                <a:lnTo>
                  <a:pt x="235" y="126"/>
                </a:lnTo>
                <a:lnTo>
                  <a:pt x="238" y="127"/>
                </a:lnTo>
                <a:lnTo>
                  <a:pt x="238" y="127"/>
                </a:lnTo>
                <a:close/>
                <a:moveTo>
                  <a:pt x="152" y="83"/>
                </a:moveTo>
                <a:lnTo>
                  <a:pt x="128" y="126"/>
                </a:lnTo>
                <a:lnTo>
                  <a:pt x="125" y="124"/>
                </a:lnTo>
                <a:lnTo>
                  <a:pt x="122" y="122"/>
                </a:lnTo>
                <a:lnTo>
                  <a:pt x="118" y="120"/>
                </a:lnTo>
                <a:lnTo>
                  <a:pt x="114" y="118"/>
                </a:lnTo>
                <a:lnTo>
                  <a:pt x="110" y="116"/>
                </a:lnTo>
                <a:lnTo>
                  <a:pt x="107" y="115"/>
                </a:lnTo>
                <a:lnTo>
                  <a:pt x="103" y="113"/>
                </a:lnTo>
                <a:lnTo>
                  <a:pt x="99" y="110"/>
                </a:lnTo>
                <a:lnTo>
                  <a:pt x="96" y="108"/>
                </a:lnTo>
                <a:lnTo>
                  <a:pt x="93" y="106"/>
                </a:lnTo>
                <a:lnTo>
                  <a:pt x="89" y="104"/>
                </a:lnTo>
                <a:lnTo>
                  <a:pt x="85" y="102"/>
                </a:lnTo>
                <a:lnTo>
                  <a:pt x="85" y="102"/>
                </a:lnTo>
                <a:lnTo>
                  <a:pt x="110" y="59"/>
                </a:lnTo>
                <a:lnTo>
                  <a:pt x="110" y="59"/>
                </a:lnTo>
                <a:lnTo>
                  <a:pt x="113" y="61"/>
                </a:lnTo>
                <a:lnTo>
                  <a:pt x="117" y="63"/>
                </a:lnTo>
                <a:lnTo>
                  <a:pt x="121" y="66"/>
                </a:lnTo>
                <a:lnTo>
                  <a:pt x="124" y="68"/>
                </a:lnTo>
                <a:lnTo>
                  <a:pt x="127" y="70"/>
                </a:lnTo>
                <a:lnTo>
                  <a:pt x="131" y="72"/>
                </a:lnTo>
                <a:lnTo>
                  <a:pt x="134" y="74"/>
                </a:lnTo>
                <a:lnTo>
                  <a:pt x="138" y="76"/>
                </a:lnTo>
                <a:lnTo>
                  <a:pt x="142" y="78"/>
                </a:lnTo>
                <a:lnTo>
                  <a:pt x="145" y="80"/>
                </a:lnTo>
                <a:lnTo>
                  <a:pt x="149" y="82"/>
                </a:lnTo>
                <a:lnTo>
                  <a:pt x="152" y="83"/>
                </a:lnTo>
                <a:lnTo>
                  <a:pt x="152" y="83"/>
                </a:lnTo>
                <a:close/>
              </a:path>
            </a:pathLst>
          </a:custGeom>
          <a:solidFill>
            <a:srgbClr val="FFFFFF">
              <a:lumMod val="85000"/>
            </a:srgbClr>
          </a:solidFill>
          <a:ln>
            <a:noFill/>
          </a:ln>
        </p:spPr>
        <p:txBody>
          <a:bodyPr vert="horz" wrap="square" lIns="68580" tIns="34290" rIns="68580" bIns="34290" numCol="1" anchor="t" anchorCtr="0" compatLnSpc="1"/>
          <a:lstStyle/>
          <a:p>
            <a:endParaRPr lang="en-US" sz="1350">
              <a:latin typeface="微软雅黑" panose="020B0503020204020204" pitchFamily="34" charset="-122"/>
              <a:ea typeface="微软雅黑" panose="020B0503020204020204" pitchFamily="34" charset="-122"/>
            </a:endParaRPr>
          </a:p>
        </p:txBody>
      </p:sp>
      <p:sp>
        <p:nvSpPr>
          <p:cNvPr id="87" name="Freeform 146"/>
          <p:cNvSpPr>
            <a:spLocks noEditPoints="1"/>
          </p:cNvSpPr>
          <p:nvPr>
            <p:custDataLst>
              <p:tags r:id="rId11"/>
            </p:custDataLst>
          </p:nvPr>
        </p:nvSpPr>
        <p:spPr bwMode="auto">
          <a:xfrm>
            <a:off x="5244611" y="1896866"/>
            <a:ext cx="751391" cy="1218410"/>
          </a:xfrm>
          <a:custGeom>
            <a:avLst/>
            <a:gdLst>
              <a:gd name="T0" fmla="*/ 968 w 1012"/>
              <a:gd name="T1" fmla="*/ 12 h 1641"/>
              <a:gd name="T2" fmla="*/ 999 w 1012"/>
              <a:gd name="T3" fmla="*/ 51 h 1641"/>
              <a:gd name="T4" fmla="*/ 970 w 1012"/>
              <a:gd name="T5" fmla="*/ 68 h 1641"/>
              <a:gd name="T6" fmla="*/ 197 w 1012"/>
              <a:gd name="T7" fmla="*/ 1518 h 1641"/>
              <a:gd name="T8" fmla="*/ 75 w 1012"/>
              <a:gd name="T9" fmla="*/ 1511 h 1641"/>
              <a:gd name="T10" fmla="*/ 78 w 1012"/>
              <a:gd name="T11" fmla="*/ 1465 h 1641"/>
              <a:gd name="T12" fmla="*/ 126 w 1012"/>
              <a:gd name="T13" fmla="*/ 1491 h 1641"/>
              <a:gd name="T14" fmla="*/ 131 w 1012"/>
              <a:gd name="T15" fmla="*/ 1418 h 1641"/>
              <a:gd name="T16" fmla="*/ 85 w 1012"/>
              <a:gd name="T17" fmla="*/ 1382 h 1641"/>
              <a:gd name="T18" fmla="*/ 134 w 1012"/>
              <a:gd name="T19" fmla="*/ 1380 h 1641"/>
              <a:gd name="T20" fmla="*/ 131 w 1012"/>
              <a:gd name="T21" fmla="*/ 1418 h 1641"/>
              <a:gd name="T22" fmla="*/ 97 w 1012"/>
              <a:gd name="T23" fmla="*/ 1293 h 1641"/>
              <a:gd name="T24" fmla="*/ 149 w 1012"/>
              <a:gd name="T25" fmla="*/ 1279 h 1641"/>
              <a:gd name="T26" fmla="*/ 142 w 1012"/>
              <a:gd name="T27" fmla="*/ 1322 h 1641"/>
              <a:gd name="T28" fmla="*/ 115 w 1012"/>
              <a:gd name="T29" fmla="*/ 1198 h 1641"/>
              <a:gd name="T30" fmla="*/ 169 w 1012"/>
              <a:gd name="T31" fmla="*/ 1179 h 1641"/>
              <a:gd name="T32" fmla="*/ 162 w 1012"/>
              <a:gd name="T33" fmla="*/ 1215 h 1641"/>
              <a:gd name="T34" fmla="*/ 133 w 1012"/>
              <a:gd name="T35" fmla="*/ 1118 h 1641"/>
              <a:gd name="T36" fmla="*/ 145 w 1012"/>
              <a:gd name="T37" fmla="*/ 1075 h 1641"/>
              <a:gd name="T38" fmla="*/ 187 w 1012"/>
              <a:gd name="T39" fmla="*/ 1110 h 1641"/>
              <a:gd name="T40" fmla="*/ 208 w 1012"/>
              <a:gd name="T41" fmla="*/ 1039 h 1641"/>
              <a:gd name="T42" fmla="*/ 172 w 1012"/>
              <a:gd name="T43" fmla="*/ 990 h 1641"/>
              <a:gd name="T44" fmla="*/ 217 w 1012"/>
              <a:gd name="T45" fmla="*/ 1013 h 1641"/>
              <a:gd name="T46" fmla="*/ 240 w 1012"/>
              <a:gd name="T47" fmla="*/ 947 h 1641"/>
              <a:gd name="T48" fmla="*/ 206 w 1012"/>
              <a:gd name="T49" fmla="*/ 900 h 1641"/>
              <a:gd name="T50" fmla="*/ 254 w 1012"/>
              <a:gd name="T51" fmla="*/ 911 h 1641"/>
              <a:gd name="T52" fmla="*/ 240 w 1012"/>
              <a:gd name="T53" fmla="*/ 947 h 1641"/>
              <a:gd name="T54" fmla="*/ 241 w 1012"/>
              <a:gd name="T55" fmla="*/ 818 h 1641"/>
              <a:gd name="T56" fmla="*/ 295 w 1012"/>
              <a:gd name="T57" fmla="*/ 819 h 1641"/>
              <a:gd name="T58" fmla="*/ 277 w 1012"/>
              <a:gd name="T59" fmla="*/ 858 h 1641"/>
              <a:gd name="T60" fmla="*/ 283 w 1012"/>
              <a:gd name="T61" fmla="*/ 732 h 1641"/>
              <a:gd name="T62" fmla="*/ 342 w 1012"/>
              <a:gd name="T63" fmla="*/ 728 h 1641"/>
              <a:gd name="T64" fmla="*/ 324 w 1012"/>
              <a:gd name="T65" fmla="*/ 761 h 1641"/>
              <a:gd name="T66" fmla="*/ 327 w 1012"/>
              <a:gd name="T67" fmla="*/ 655 h 1641"/>
              <a:gd name="T68" fmla="*/ 349 w 1012"/>
              <a:gd name="T69" fmla="*/ 618 h 1641"/>
              <a:gd name="T70" fmla="*/ 372 w 1012"/>
              <a:gd name="T71" fmla="*/ 673 h 1641"/>
              <a:gd name="T72" fmla="*/ 377 w 1012"/>
              <a:gd name="T73" fmla="*/ 574 h 1641"/>
              <a:gd name="T74" fmla="*/ 402 w 1012"/>
              <a:gd name="T75" fmla="*/ 537 h 1641"/>
              <a:gd name="T76" fmla="*/ 430 w 1012"/>
              <a:gd name="T77" fmla="*/ 582 h 1641"/>
              <a:gd name="T78" fmla="*/ 472 w 1012"/>
              <a:gd name="T79" fmla="*/ 523 h 1641"/>
              <a:gd name="T80" fmla="*/ 455 w 1012"/>
              <a:gd name="T81" fmla="*/ 465 h 1641"/>
              <a:gd name="T82" fmla="*/ 490 w 1012"/>
              <a:gd name="T83" fmla="*/ 501 h 1641"/>
              <a:gd name="T84" fmla="*/ 532 w 1012"/>
              <a:gd name="T85" fmla="*/ 447 h 1641"/>
              <a:gd name="T86" fmla="*/ 516 w 1012"/>
              <a:gd name="T87" fmla="*/ 391 h 1641"/>
              <a:gd name="T88" fmla="*/ 558 w 1012"/>
              <a:gd name="T89" fmla="*/ 417 h 1641"/>
              <a:gd name="T90" fmla="*/ 532 w 1012"/>
              <a:gd name="T91" fmla="*/ 447 h 1641"/>
              <a:gd name="T92" fmla="*/ 575 w 1012"/>
              <a:gd name="T93" fmla="*/ 325 h 1641"/>
              <a:gd name="T94" fmla="*/ 626 w 1012"/>
              <a:gd name="T95" fmla="*/ 343 h 1641"/>
              <a:gd name="T96" fmla="*/ 596 w 1012"/>
              <a:gd name="T97" fmla="*/ 375 h 1641"/>
              <a:gd name="T98" fmla="*/ 644 w 1012"/>
              <a:gd name="T99" fmla="*/ 257 h 1641"/>
              <a:gd name="T100" fmla="*/ 699 w 1012"/>
              <a:gd name="T101" fmla="*/ 272 h 1641"/>
              <a:gd name="T102" fmla="*/ 672 w 1012"/>
              <a:gd name="T103" fmla="*/ 297 h 1641"/>
              <a:gd name="T104" fmla="*/ 705 w 1012"/>
              <a:gd name="T105" fmla="*/ 201 h 1641"/>
              <a:gd name="T106" fmla="*/ 739 w 1012"/>
              <a:gd name="T107" fmla="*/ 172 h 1641"/>
              <a:gd name="T108" fmla="*/ 754 w 1012"/>
              <a:gd name="T109" fmla="*/ 224 h 1641"/>
              <a:gd name="T110" fmla="*/ 811 w 1012"/>
              <a:gd name="T111" fmla="*/ 178 h 1641"/>
              <a:gd name="T112" fmla="*/ 810 w 1012"/>
              <a:gd name="T113" fmla="*/ 117 h 1641"/>
              <a:gd name="T114" fmla="*/ 834 w 1012"/>
              <a:gd name="T115" fmla="*/ 161 h 1641"/>
              <a:gd name="T116" fmla="*/ 889 w 1012"/>
              <a:gd name="T117" fmla="*/ 121 h 1641"/>
              <a:gd name="T118" fmla="*/ 891 w 1012"/>
              <a:gd name="T119" fmla="*/ 60 h 1641"/>
              <a:gd name="T120" fmla="*/ 912 w 1012"/>
              <a:gd name="T121" fmla="*/ 106 h 1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012" h="1641">
                <a:moveTo>
                  <a:pt x="970" y="68"/>
                </a:moveTo>
                <a:lnTo>
                  <a:pt x="945" y="26"/>
                </a:lnTo>
                <a:lnTo>
                  <a:pt x="948" y="23"/>
                </a:lnTo>
                <a:lnTo>
                  <a:pt x="955" y="20"/>
                </a:lnTo>
                <a:lnTo>
                  <a:pt x="961" y="16"/>
                </a:lnTo>
                <a:lnTo>
                  <a:pt x="968" y="12"/>
                </a:lnTo>
                <a:lnTo>
                  <a:pt x="974" y="8"/>
                </a:lnTo>
                <a:lnTo>
                  <a:pt x="981" y="4"/>
                </a:lnTo>
                <a:lnTo>
                  <a:pt x="988" y="0"/>
                </a:lnTo>
                <a:lnTo>
                  <a:pt x="1012" y="43"/>
                </a:lnTo>
                <a:lnTo>
                  <a:pt x="1006" y="47"/>
                </a:lnTo>
                <a:lnTo>
                  <a:pt x="999" y="51"/>
                </a:lnTo>
                <a:lnTo>
                  <a:pt x="993" y="54"/>
                </a:lnTo>
                <a:lnTo>
                  <a:pt x="987" y="58"/>
                </a:lnTo>
                <a:lnTo>
                  <a:pt x="980" y="62"/>
                </a:lnTo>
                <a:lnTo>
                  <a:pt x="974" y="66"/>
                </a:lnTo>
                <a:lnTo>
                  <a:pt x="970" y="68"/>
                </a:lnTo>
                <a:lnTo>
                  <a:pt x="970" y="68"/>
                </a:lnTo>
                <a:close/>
                <a:moveTo>
                  <a:pt x="99" y="1641"/>
                </a:moveTo>
                <a:lnTo>
                  <a:pt x="0" y="1592"/>
                </a:lnTo>
                <a:lnTo>
                  <a:pt x="0" y="1518"/>
                </a:lnTo>
                <a:lnTo>
                  <a:pt x="91" y="1563"/>
                </a:lnTo>
                <a:lnTo>
                  <a:pt x="107" y="1563"/>
                </a:lnTo>
                <a:lnTo>
                  <a:pt x="197" y="1518"/>
                </a:lnTo>
                <a:lnTo>
                  <a:pt x="197" y="1592"/>
                </a:lnTo>
                <a:lnTo>
                  <a:pt x="99" y="1641"/>
                </a:lnTo>
                <a:lnTo>
                  <a:pt x="99" y="1641"/>
                </a:lnTo>
                <a:close/>
                <a:moveTo>
                  <a:pt x="125" y="1515"/>
                </a:moveTo>
                <a:lnTo>
                  <a:pt x="75" y="1513"/>
                </a:lnTo>
                <a:lnTo>
                  <a:pt x="75" y="1511"/>
                </a:lnTo>
                <a:lnTo>
                  <a:pt x="76" y="1503"/>
                </a:lnTo>
                <a:lnTo>
                  <a:pt x="76" y="1495"/>
                </a:lnTo>
                <a:lnTo>
                  <a:pt x="77" y="1488"/>
                </a:lnTo>
                <a:lnTo>
                  <a:pt x="77" y="1480"/>
                </a:lnTo>
                <a:lnTo>
                  <a:pt x="77" y="1473"/>
                </a:lnTo>
                <a:lnTo>
                  <a:pt x="78" y="1465"/>
                </a:lnTo>
                <a:lnTo>
                  <a:pt x="78" y="1463"/>
                </a:lnTo>
                <a:lnTo>
                  <a:pt x="127" y="1466"/>
                </a:lnTo>
                <a:lnTo>
                  <a:pt x="127" y="1468"/>
                </a:lnTo>
                <a:lnTo>
                  <a:pt x="127" y="1476"/>
                </a:lnTo>
                <a:lnTo>
                  <a:pt x="126" y="1483"/>
                </a:lnTo>
                <a:lnTo>
                  <a:pt x="126" y="1491"/>
                </a:lnTo>
                <a:lnTo>
                  <a:pt x="126" y="1498"/>
                </a:lnTo>
                <a:lnTo>
                  <a:pt x="125" y="1505"/>
                </a:lnTo>
                <a:lnTo>
                  <a:pt x="125" y="1513"/>
                </a:lnTo>
                <a:lnTo>
                  <a:pt x="125" y="1515"/>
                </a:lnTo>
                <a:lnTo>
                  <a:pt x="125" y="1515"/>
                </a:lnTo>
                <a:close/>
                <a:moveTo>
                  <a:pt x="131" y="1418"/>
                </a:moveTo>
                <a:lnTo>
                  <a:pt x="82" y="1413"/>
                </a:lnTo>
                <a:lnTo>
                  <a:pt x="82" y="1412"/>
                </a:lnTo>
                <a:lnTo>
                  <a:pt x="83" y="1405"/>
                </a:lnTo>
                <a:lnTo>
                  <a:pt x="83" y="1398"/>
                </a:lnTo>
                <a:lnTo>
                  <a:pt x="84" y="1390"/>
                </a:lnTo>
                <a:lnTo>
                  <a:pt x="85" y="1382"/>
                </a:lnTo>
                <a:lnTo>
                  <a:pt x="86" y="1375"/>
                </a:lnTo>
                <a:lnTo>
                  <a:pt x="87" y="1368"/>
                </a:lnTo>
                <a:lnTo>
                  <a:pt x="87" y="1364"/>
                </a:lnTo>
                <a:lnTo>
                  <a:pt x="136" y="1370"/>
                </a:lnTo>
                <a:lnTo>
                  <a:pt x="135" y="1373"/>
                </a:lnTo>
                <a:lnTo>
                  <a:pt x="134" y="1380"/>
                </a:lnTo>
                <a:lnTo>
                  <a:pt x="134" y="1388"/>
                </a:lnTo>
                <a:lnTo>
                  <a:pt x="133" y="1395"/>
                </a:lnTo>
                <a:lnTo>
                  <a:pt x="132" y="1403"/>
                </a:lnTo>
                <a:lnTo>
                  <a:pt x="131" y="1410"/>
                </a:lnTo>
                <a:lnTo>
                  <a:pt x="131" y="1417"/>
                </a:lnTo>
                <a:lnTo>
                  <a:pt x="131" y="1418"/>
                </a:lnTo>
                <a:lnTo>
                  <a:pt x="131" y="1418"/>
                </a:lnTo>
                <a:close/>
                <a:moveTo>
                  <a:pt x="142" y="1322"/>
                </a:moveTo>
                <a:lnTo>
                  <a:pt x="94" y="1315"/>
                </a:lnTo>
                <a:lnTo>
                  <a:pt x="95" y="1308"/>
                </a:lnTo>
                <a:lnTo>
                  <a:pt x="96" y="1301"/>
                </a:lnTo>
                <a:lnTo>
                  <a:pt x="97" y="1293"/>
                </a:lnTo>
                <a:lnTo>
                  <a:pt x="98" y="1286"/>
                </a:lnTo>
                <a:lnTo>
                  <a:pt x="99" y="1278"/>
                </a:lnTo>
                <a:lnTo>
                  <a:pt x="100" y="1271"/>
                </a:lnTo>
                <a:lnTo>
                  <a:pt x="101" y="1265"/>
                </a:lnTo>
                <a:lnTo>
                  <a:pt x="150" y="1274"/>
                </a:lnTo>
                <a:lnTo>
                  <a:pt x="149" y="1279"/>
                </a:lnTo>
                <a:lnTo>
                  <a:pt x="148" y="1287"/>
                </a:lnTo>
                <a:lnTo>
                  <a:pt x="147" y="1294"/>
                </a:lnTo>
                <a:lnTo>
                  <a:pt x="145" y="1301"/>
                </a:lnTo>
                <a:lnTo>
                  <a:pt x="144" y="1308"/>
                </a:lnTo>
                <a:lnTo>
                  <a:pt x="143" y="1316"/>
                </a:lnTo>
                <a:lnTo>
                  <a:pt x="142" y="1322"/>
                </a:lnTo>
                <a:lnTo>
                  <a:pt x="142" y="1322"/>
                </a:lnTo>
                <a:close/>
                <a:moveTo>
                  <a:pt x="159" y="1227"/>
                </a:moveTo>
                <a:lnTo>
                  <a:pt x="111" y="1216"/>
                </a:lnTo>
                <a:lnTo>
                  <a:pt x="112" y="1212"/>
                </a:lnTo>
                <a:lnTo>
                  <a:pt x="113" y="1205"/>
                </a:lnTo>
                <a:lnTo>
                  <a:pt x="115" y="1198"/>
                </a:lnTo>
                <a:lnTo>
                  <a:pt x="116" y="1190"/>
                </a:lnTo>
                <a:lnTo>
                  <a:pt x="118" y="1183"/>
                </a:lnTo>
                <a:lnTo>
                  <a:pt x="120" y="1176"/>
                </a:lnTo>
                <a:lnTo>
                  <a:pt x="121" y="1169"/>
                </a:lnTo>
                <a:lnTo>
                  <a:pt x="121" y="1168"/>
                </a:lnTo>
                <a:lnTo>
                  <a:pt x="169" y="1179"/>
                </a:lnTo>
                <a:lnTo>
                  <a:pt x="169" y="1179"/>
                </a:lnTo>
                <a:lnTo>
                  <a:pt x="167" y="1187"/>
                </a:lnTo>
                <a:lnTo>
                  <a:pt x="166" y="1194"/>
                </a:lnTo>
                <a:lnTo>
                  <a:pt x="164" y="1201"/>
                </a:lnTo>
                <a:lnTo>
                  <a:pt x="163" y="1208"/>
                </a:lnTo>
                <a:lnTo>
                  <a:pt x="162" y="1215"/>
                </a:lnTo>
                <a:lnTo>
                  <a:pt x="160" y="1222"/>
                </a:lnTo>
                <a:lnTo>
                  <a:pt x="159" y="1227"/>
                </a:lnTo>
                <a:lnTo>
                  <a:pt x="159" y="1227"/>
                </a:lnTo>
                <a:close/>
                <a:moveTo>
                  <a:pt x="181" y="1132"/>
                </a:moveTo>
                <a:lnTo>
                  <a:pt x="133" y="1119"/>
                </a:lnTo>
                <a:lnTo>
                  <a:pt x="133" y="1118"/>
                </a:lnTo>
                <a:lnTo>
                  <a:pt x="135" y="1110"/>
                </a:lnTo>
                <a:lnTo>
                  <a:pt x="137" y="1104"/>
                </a:lnTo>
                <a:lnTo>
                  <a:pt x="139" y="1096"/>
                </a:lnTo>
                <a:lnTo>
                  <a:pt x="141" y="1089"/>
                </a:lnTo>
                <a:lnTo>
                  <a:pt x="143" y="1082"/>
                </a:lnTo>
                <a:lnTo>
                  <a:pt x="145" y="1075"/>
                </a:lnTo>
                <a:lnTo>
                  <a:pt x="147" y="1071"/>
                </a:lnTo>
                <a:lnTo>
                  <a:pt x="194" y="1085"/>
                </a:lnTo>
                <a:lnTo>
                  <a:pt x="193" y="1088"/>
                </a:lnTo>
                <a:lnTo>
                  <a:pt x="191" y="1095"/>
                </a:lnTo>
                <a:lnTo>
                  <a:pt x="189" y="1102"/>
                </a:lnTo>
                <a:lnTo>
                  <a:pt x="187" y="1110"/>
                </a:lnTo>
                <a:lnTo>
                  <a:pt x="185" y="1116"/>
                </a:lnTo>
                <a:lnTo>
                  <a:pt x="183" y="1123"/>
                </a:lnTo>
                <a:lnTo>
                  <a:pt x="181" y="1130"/>
                </a:lnTo>
                <a:lnTo>
                  <a:pt x="181" y="1132"/>
                </a:lnTo>
                <a:lnTo>
                  <a:pt x="181" y="1132"/>
                </a:lnTo>
                <a:close/>
                <a:moveTo>
                  <a:pt x="208" y="1039"/>
                </a:moveTo>
                <a:lnTo>
                  <a:pt x="161" y="1023"/>
                </a:lnTo>
                <a:lnTo>
                  <a:pt x="163" y="1018"/>
                </a:lnTo>
                <a:lnTo>
                  <a:pt x="165" y="1011"/>
                </a:lnTo>
                <a:lnTo>
                  <a:pt x="167" y="1004"/>
                </a:lnTo>
                <a:lnTo>
                  <a:pt x="170" y="997"/>
                </a:lnTo>
                <a:lnTo>
                  <a:pt x="172" y="990"/>
                </a:lnTo>
                <a:lnTo>
                  <a:pt x="175" y="983"/>
                </a:lnTo>
                <a:lnTo>
                  <a:pt x="177" y="977"/>
                </a:lnTo>
                <a:lnTo>
                  <a:pt x="224" y="993"/>
                </a:lnTo>
                <a:lnTo>
                  <a:pt x="221" y="999"/>
                </a:lnTo>
                <a:lnTo>
                  <a:pt x="219" y="1006"/>
                </a:lnTo>
                <a:lnTo>
                  <a:pt x="217" y="1013"/>
                </a:lnTo>
                <a:lnTo>
                  <a:pt x="214" y="1020"/>
                </a:lnTo>
                <a:lnTo>
                  <a:pt x="212" y="1026"/>
                </a:lnTo>
                <a:lnTo>
                  <a:pt x="210" y="1033"/>
                </a:lnTo>
                <a:lnTo>
                  <a:pt x="208" y="1039"/>
                </a:lnTo>
                <a:lnTo>
                  <a:pt x="208" y="1039"/>
                </a:lnTo>
                <a:close/>
                <a:moveTo>
                  <a:pt x="240" y="947"/>
                </a:moveTo>
                <a:lnTo>
                  <a:pt x="194" y="930"/>
                </a:lnTo>
                <a:lnTo>
                  <a:pt x="195" y="927"/>
                </a:lnTo>
                <a:lnTo>
                  <a:pt x="197" y="920"/>
                </a:lnTo>
                <a:lnTo>
                  <a:pt x="200" y="913"/>
                </a:lnTo>
                <a:lnTo>
                  <a:pt x="203" y="906"/>
                </a:lnTo>
                <a:lnTo>
                  <a:pt x="206" y="900"/>
                </a:lnTo>
                <a:lnTo>
                  <a:pt x="209" y="893"/>
                </a:lnTo>
                <a:lnTo>
                  <a:pt x="211" y="886"/>
                </a:lnTo>
                <a:lnTo>
                  <a:pt x="213" y="883"/>
                </a:lnTo>
                <a:lnTo>
                  <a:pt x="258" y="903"/>
                </a:lnTo>
                <a:lnTo>
                  <a:pt x="257" y="905"/>
                </a:lnTo>
                <a:lnTo>
                  <a:pt x="254" y="911"/>
                </a:lnTo>
                <a:lnTo>
                  <a:pt x="252" y="918"/>
                </a:lnTo>
                <a:lnTo>
                  <a:pt x="249" y="925"/>
                </a:lnTo>
                <a:lnTo>
                  <a:pt x="246" y="932"/>
                </a:lnTo>
                <a:lnTo>
                  <a:pt x="244" y="938"/>
                </a:lnTo>
                <a:lnTo>
                  <a:pt x="241" y="945"/>
                </a:lnTo>
                <a:lnTo>
                  <a:pt x="240" y="947"/>
                </a:lnTo>
                <a:lnTo>
                  <a:pt x="240" y="947"/>
                </a:lnTo>
                <a:close/>
                <a:moveTo>
                  <a:pt x="277" y="858"/>
                </a:moveTo>
                <a:lnTo>
                  <a:pt x="232" y="838"/>
                </a:lnTo>
                <a:lnTo>
                  <a:pt x="235" y="832"/>
                </a:lnTo>
                <a:lnTo>
                  <a:pt x="238" y="825"/>
                </a:lnTo>
                <a:lnTo>
                  <a:pt x="241" y="818"/>
                </a:lnTo>
                <a:lnTo>
                  <a:pt x="244" y="812"/>
                </a:lnTo>
                <a:lnTo>
                  <a:pt x="247" y="805"/>
                </a:lnTo>
                <a:lnTo>
                  <a:pt x="250" y="798"/>
                </a:lnTo>
                <a:lnTo>
                  <a:pt x="253" y="792"/>
                </a:lnTo>
                <a:lnTo>
                  <a:pt x="297" y="814"/>
                </a:lnTo>
                <a:lnTo>
                  <a:pt x="295" y="819"/>
                </a:lnTo>
                <a:lnTo>
                  <a:pt x="292" y="826"/>
                </a:lnTo>
                <a:lnTo>
                  <a:pt x="289" y="832"/>
                </a:lnTo>
                <a:lnTo>
                  <a:pt x="286" y="839"/>
                </a:lnTo>
                <a:lnTo>
                  <a:pt x="283" y="846"/>
                </a:lnTo>
                <a:lnTo>
                  <a:pt x="280" y="852"/>
                </a:lnTo>
                <a:lnTo>
                  <a:pt x="277" y="858"/>
                </a:lnTo>
                <a:lnTo>
                  <a:pt x="277" y="858"/>
                </a:lnTo>
                <a:close/>
                <a:moveTo>
                  <a:pt x="319" y="770"/>
                </a:moveTo>
                <a:lnTo>
                  <a:pt x="275" y="748"/>
                </a:lnTo>
                <a:lnTo>
                  <a:pt x="277" y="745"/>
                </a:lnTo>
                <a:lnTo>
                  <a:pt x="280" y="739"/>
                </a:lnTo>
                <a:lnTo>
                  <a:pt x="283" y="732"/>
                </a:lnTo>
                <a:lnTo>
                  <a:pt x="287" y="726"/>
                </a:lnTo>
                <a:lnTo>
                  <a:pt x="290" y="719"/>
                </a:lnTo>
                <a:lnTo>
                  <a:pt x="294" y="713"/>
                </a:lnTo>
                <a:lnTo>
                  <a:pt x="297" y="706"/>
                </a:lnTo>
                <a:lnTo>
                  <a:pt x="298" y="704"/>
                </a:lnTo>
                <a:lnTo>
                  <a:pt x="342" y="728"/>
                </a:lnTo>
                <a:lnTo>
                  <a:pt x="340" y="730"/>
                </a:lnTo>
                <a:lnTo>
                  <a:pt x="337" y="736"/>
                </a:lnTo>
                <a:lnTo>
                  <a:pt x="334" y="742"/>
                </a:lnTo>
                <a:lnTo>
                  <a:pt x="330" y="749"/>
                </a:lnTo>
                <a:lnTo>
                  <a:pt x="327" y="755"/>
                </a:lnTo>
                <a:lnTo>
                  <a:pt x="324" y="761"/>
                </a:lnTo>
                <a:lnTo>
                  <a:pt x="320" y="768"/>
                </a:lnTo>
                <a:lnTo>
                  <a:pt x="319" y="770"/>
                </a:lnTo>
                <a:lnTo>
                  <a:pt x="319" y="770"/>
                </a:lnTo>
                <a:close/>
                <a:moveTo>
                  <a:pt x="365" y="685"/>
                </a:moveTo>
                <a:lnTo>
                  <a:pt x="323" y="661"/>
                </a:lnTo>
                <a:lnTo>
                  <a:pt x="327" y="655"/>
                </a:lnTo>
                <a:lnTo>
                  <a:pt x="330" y="648"/>
                </a:lnTo>
                <a:lnTo>
                  <a:pt x="334" y="642"/>
                </a:lnTo>
                <a:lnTo>
                  <a:pt x="338" y="636"/>
                </a:lnTo>
                <a:lnTo>
                  <a:pt x="342" y="630"/>
                </a:lnTo>
                <a:lnTo>
                  <a:pt x="346" y="623"/>
                </a:lnTo>
                <a:lnTo>
                  <a:pt x="349" y="618"/>
                </a:lnTo>
                <a:lnTo>
                  <a:pt x="391" y="644"/>
                </a:lnTo>
                <a:lnTo>
                  <a:pt x="388" y="649"/>
                </a:lnTo>
                <a:lnTo>
                  <a:pt x="384" y="655"/>
                </a:lnTo>
                <a:lnTo>
                  <a:pt x="380" y="661"/>
                </a:lnTo>
                <a:lnTo>
                  <a:pt x="376" y="668"/>
                </a:lnTo>
                <a:lnTo>
                  <a:pt x="372" y="673"/>
                </a:lnTo>
                <a:lnTo>
                  <a:pt x="369" y="680"/>
                </a:lnTo>
                <a:lnTo>
                  <a:pt x="365" y="685"/>
                </a:lnTo>
                <a:lnTo>
                  <a:pt x="365" y="685"/>
                </a:lnTo>
                <a:close/>
                <a:moveTo>
                  <a:pt x="417" y="603"/>
                </a:moveTo>
                <a:lnTo>
                  <a:pt x="376" y="576"/>
                </a:lnTo>
                <a:lnTo>
                  <a:pt x="377" y="574"/>
                </a:lnTo>
                <a:lnTo>
                  <a:pt x="381" y="567"/>
                </a:lnTo>
                <a:lnTo>
                  <a:pt x="386" y="561"/>
                </a:lnTo>
                <a:lnTo>
                  <a:pt x="390" y="555"/>
                </a:lnTo>
                <a:lnTo>
                  <a:pt x="394" y="549"/>
                </a:lnTo>
                <a:lnTo>
                  <a:pt x="398" y="543"/>
                </a:lnTo>
                <a:lnTo>
                  <a:pt x="402" y="537"/>
                </a:lnTo>
                <a:lnTo>
                  <a:pt x="404" y="535"/>
                </a:lnTo>
                <a:lnTo>
                  <a:pt x="444" y="563"/>
                </a:lnTo>
                <a:lnTo>
                  <a:pt x="443" y="565"/>
                </a:lnTo>
                <a:lnTo>
                  <a:pt x="438" y="571"/>
                </a:lnTo>
                <a:lnTo>
                  <a:pt x="434" y="577"/>
                </a:lnTo>
                <a:lnTo>
                  <a:pt x="430" y="582"/>
                </a:lnTo>
                <a:lnTo>
                  <a:pt x="427" y="589"/>
                </a:lnTo>
                <a:lnTo>
                  <a:pt x="423" y="595"/>
                </a:lnTo>
                <a:lnTo>
                  <a:pt x="418" y="601"/>
                </a:lnTo>
                <a:lnTo>
                  <a:pt x="417" y="603"/>
                </a:lnTo>
                <a:lnTo>
                  <a:pt x="417" y="603"/>
                </a:lnTo>
                <a:close/>
                <a:moveTo>
                  <a:pt x="472" y="523"/>
                </a:moveTo>
                <a:lnTo>
                  <a:pt x="433" y="494"/>
                </a:lnTo>
                <a:lnTo>
                  <a:pt x="437" y="489"/>
                </a:lnTo>
                <a:lnTo>
                  <a:pt x="441" y="483"/>
                </a:lnTo>
                <a:lnTo>
                  <a:pt x="446" y="477"/>
                </a:lnTo>
                <a:lnTo>
                  <a:pt x="450" y="471"/>
                </a:lnTo>
                <a:lnTo>
                  <a:pt x="455" y="465"/>
                </a:lnTo>
                <a:lnTo>
                  <a:pt x="460" y="460"/>
                </a:lnTo>
                <a:lnTo>
                  <a:pt x="463" y="455"/>
                </a:lnTo>
                <a:lnTo>
                  <a:pt x="502" y="485"/>
                </a:lnTo>
                <a:lnTo>
                  <a:pt x="498" y="490"/>
                </a:lnTo>
                <a:lnTo>
                  <a:pt x="494" y="495"/>
                </a:lnTo>
                <a:lnTo>
                  <a:pt x="490" y="501"/>
                </a:lnTo>
                <a:lnTo>
                  <a:pt x="485" y="507"/>
                </a:lnTo>
                <a:lnTo>
                  <a:pt x="481" y="513"/>
                </a:lnTo>
                <a:lnTo>
                  <a:pt x="476" y="518"/>
                </a:lnTo>
                <a:lnTo>
                  <a:pt x="472" y="523"/>
                </a:lnTo>
                <a:lnTo>
                  <a:pt x="472" y="523"/>
                </a:lnTo>
                <a:close/>
                <a:moveTo>
                  <a:pt x="532" y="447"/>
                </a:moveTo>
                <a:lnTo>
                  <a:pt x="494" y="416"/>
                </a:lnTo>
                <a:lnTo>
                  <a:pt x="496" y="413"/>
                </a:lnTo>
                <a:lnTo>
                  <a:pt x="501" y="408"/>
                </a:lnTo>
                <a:lnTo>
                  <a:pt x="506" y="402"/>
                </a:lnTo>
                <a:lnTo>
                  <a:pt x="511" y="397"/>
                </a:lnTo>
                <a:lnTo>
                  <a:pt x="516" y="391"/>
                </a:lnTo>
                <a:lnTo>
                  <a:pt x="521" y="385"/>
                </a:lnTo>
                <a:lnTo>
                  <a:pt x="526" y="379"/>
                </a:lnTo>
                <a:lnTo>
                  <a:pt x="527" y="378"/>
                </a:lnTo>
                <a:lnTo>
                  <a:pt x="564" y="410"/>
                </a:lnTo>
                <a:lnTo>
                  <a:pt x="562" y="412"/>
                </a:lnTo>
                <a:lnTo>
                  <a:pt x="558" y="417"/>
                </a:lnTo>
                <a:lnTo>
                  <a:pt x="553" y="423"/>
                </a:lnTo>
                <a:lnTo>
                  <a:pt x="548" y="428"/>
                </a:lnTo>
                <a:lnTo>
                  <a:pt x="544" y="434"/>
                </a:lnTo>
                <a:lnTo>
                  <a:pt x="539" y="439"/>
                </a:lnTo>
                <a:lnTo>
                  <a:pt x="534" y="445"/>
                </a:lnTo>
                <a:lnTo>
                  <a:pt x="532" y="447"/>
                </a:lnTo>
                <a:lnTo>
                  <a:pt x="532" y="447"/>
                </a:lnTo>
                <a:close/>
                <a:moveTo>
                  <a:pt x="596" y="375"/>
                </a:moveTo>
                <a:lnTo>
                  <a:pt x="560" y="341"/>
                </a:lnTo>
                <a:lnTo>
                  <a:pt x="565" y="336"/>
                </a:lnTo>
                <a:lnTo>
                  <a:pt x="570" y="330"/>
                </a:lnTo>
                <a:lnTo>
                  <a:pt x="575" y="325"/>
                </a:lnTo>
                <a:lnTo>
                  <a:pt x="581" y="319"/>
                </a:lnTo>
                <a:lnTo>
                  <a:pt x="586" y="314"/>
                </a:lnTo>
                <a:lnTo>
                  <a:pt x="591" y="309"/>
                </a:lnTo>
                <a:lnTo>
                  <a:pt x="594" y="305"/>
                </a:lnTo>
                <a:lnTo>
                  <a:pt x="630" y="339"/>
                </a:lnTo>
                <a:lnTo>
                  <a:pt x="626" y="343"/>
                </a:lnTo>
                <a:lnTo>
                  <a:pt x="621" y="348"/>
                </a:lnTo>
                <a:lnTo>
                  <a:pt x="616" y="353"/>
                </a:lnTo>
                <a:lnTo>
                  <a:pt x="611" y="359"/>
                </a:lnTo>
                <a:lnTo>
                  <a:pt x="606" y="364"/>
                </a:lnTo>
                <a:lnTo>
                  <a:pt x="601" y="369"/>
                </a:lnTo>
                <a:lnTo>
                  <a:pt x="596" y="375"/>
                </a:lnTo>
                <a:lnTo>
                  <a:pt x="596" y="375"/>
                </a:lnTo>
                <a:close/>
                <a:moveTo>
                  <a:pt x="664" y="305"/>
                </a:moveTo>
                <a:lnTo>
                  <a:pt x="630" y="270"/>
                </a:lnTo>
                <a:lnTo>
                  <a:pt x="633" y="267"/>
                </a:lnTo>
                <a:lnTo>
                  <a:pt x="638" y="261"/>
                </a:lnTo>
                <a:lnTo>
                  <a:pt x="644" y="257"/>
                </a:lnTo>
                <a:lnTo>
                  <a:pt x="649" y="251"/>
                </a:lnTo>
                <a:lnTo>
                  <a:pt x="655" y="246"/>
                </a:lnTo>
                <a:lnTo>
                  <a:pt x="660" y="241"/>
                </a:lnTo>
                <a:lnTo>
                  <a:pt x="665" y="236"/>
                </a:lnTo>
                <a:lnTo>
                  <a:pt x="666" y="235"/>
                </a:lnTo>
                <a:lnTo>
                  <a:pt x="699" y="272"/>
                </a:lnTo>
                <a:lnTo>
                  <a:pt x="699" y="272"/>
                </a:lnTo>
                <a:lnTo>
                  <a:pt x="693" y="277"/>
                </a:lnTo>
                <a:lnTo>
                  <a:pt x="688" y="282"/>
                </a:lnTo>
                <a:lnTo>
                  <a:pt x="683" y="287"/>
                </a:lnTo>
                <a:lnTo>
                  <a:pt x="678" y="292"/>
                </a:lnTo>
                <a:lnTo>
                  <a:pt x="672" y="297"/>
                </a:lnTo>
                <a:lnTo>
                  <a:pt x="667" y="302"/>
                </a:lnTo>
                <a:lnTo>
                  <a:pt x="664" y="305"/>
                </a:lnTo>
                <a:lnTo>
                  <a:pt x="664" y="305"/>
                </a:lnTo>
                <a:close/>
                <a:moveTo>
                  <a:pt x="736" y="239"/>
                </a:moveTo>
                <a:lnTo>
                  <a:pt x="703" y="202"/>
                </a:lnTo>
                <a:lnTo>
                  <a:pt x="705" y="201"/>
                </a:lnTo>
                <a:lnTo>
                  <a:pt x="710" y="197"/>
                </a:lnTo>
                <a:lnTo>
                  <a:pt x="716" y="192"/>
                </a:lnTo>
                <a:lnTo>
                  <a:pt x="722" y="187"/>
                </a:lnTo>
                <a:lnTo>
                  <a:pt x="727" y="182"/>
                </a:lnTo>
                <a:lnTo>
                  <a:pt x="733" y="177"/>
                </a:lnTo>
                <a:lnTo>
                  <a:pt x="739" y="172"/>
                </a:lnTo>
                <a:lnTo>
                  <a:pt x="742" y="170"/>
                </a:lnTo>
                <a:lnTo>
                  <a:pt x="773" y="208"/>
                </a:lnTo>
                <a:lnTo>
                  <a:pt x="770" y="210"/>
                </a:lnTo>
                <a:lnTo>
                  <a:pt x="765" y="215"/>
                </a:lnTo>
                <a:lnTo>
                  <a:pt x="759" y="220"/>
                </a:lnTo>
                <a:lnTo>
                  <a:pt x="754" y="224"/>
                </a:lnTo>
                <a:lnTo>
                  <a:pt x="748" y="229"/>
                </a:lnTo>
                <a:lnTo>
                  <a:pt x="742" y="234"/>
                </a:lnTo>
                <a:lnTo>
                  <a:pt x="737" y="238"/>
                </a:lnTo>
                <a:lnTo>
                  <a:pt x="736" y="239"/>
                </a:lnTo>
                <a:lnTo>
                  <a:pt x="736" y="239"/>
                </a:lnTo>
                <a:close/>
                <a:moveTo>
                  <a:pt x="811" y="178"/>
                </a:moveTo>
                <a:lnTo>
                  <a:pt x="781" y="139"/>
                </a:lnTo>
                <a:lnTo>
                  <a:pt x="786" y="135"/>
                </a:lnTo>
                <a:lnTo>
                  <a:pt x="792" y="130"/>
                </a:lnTo>
                <a:lnTo>
                  <a:pt x="798" y="126"/>
                </a:lnTo>
                <a:lnTo>
                  <a:pt x="804" y="121"/>
                </a:lnTo>
                <a:lnTo>
                  <a:pt x="810" y="117"/>
                </a:lnTo>
                <a:lnTo>
                  <a:pt x="816" y="112"/>
                </a:lnTo>
                <a:lnTo>
                  <a:pt x="821" y="109"/>
                </a:lnTo>
                <a:lnTo>
                  <a:pt x="850" y="149"/>
                </a:lnTo>
                <a:lnTo>
                  <a:pt x="845" y="152"/>
                </a:lnTo>
                <a:lnTo>
                  <a:pt x="839" y="156"/>
                </a:lnTo>
                <a:lnTo>
                  <a:pt x="834" y="161"/>
                </a:lnTo>
                <a:lnTo>
                  <a:pt x="828" y="165"/>
                </a:lnTo>
                <a:lnTo>
                  <a:pt x="822" y="170"/>
                </a:lnTo>
                <a:lnTo>
                  <a:pt x="816" y="174"/>
                </a:lnTo>
                <a:lnTo>
                  <a:pt x="811" y="178"/>
                </a:lnTo>
                <a:lnTo>
                  <a:pt x="811" y="178"/>
                </a:lnTo>
                <a:close/>
                <a:moveTo>
                  <a:pt x="889" y="121"/>
                </a:moveTo>
                <a:lnTo>
                  <a:pt x="861" y="80"/>
                </a:lnTo>
                <a:lnTo>
                  <a:pt x="865" y="77"/>
                </a:lnTo>
                <a:lnTo>
                  <a:pt x="872" y="73"/>
                </a:lnTo>
                <a:lnTo>
                  <a:pt x="878" y="69"/>
                </a:lnTo>
                <a:lnTo>
                  <a:pt x="884" y="64"/>
                </a:lnTo>
                <a:lnTo>
                  <a:pt x="891" y="60"/>
                </a:lnTo>
                <a:lnTo>
                  <a:pt x="897" y="56"/>
                </a:lnTo>
                <a:lnTo>
                  <a:pt x="902" y="52"/>
                </a:lnTo>
                <a:lnTo>
                  <a:pt x="929" y="94"/>
                </a:lnTo>
                <a:lnTo>
                  <a:pt x="924" y="97"/>
                </a:lnTo>
                <a:lnTo>
                  <a:pt x="918" y="101"/>
                </a:lnTo>
                <a:lnTo>
                  <a:pt x="912" y="106"/>
                </a:lnTo>
                <a:lnTo>
                  <a:pt x="905" y="110"/>
                </a:lnTo>
                <a:lnTo>
                  <a:pt x="899" y="113"/>
                </a:lnTo>
                <a:lnTo>
                  <a:pt x="893" y="118"/>
                </a:lnTo>
                <a:lnTo>
                  <a:pt x="889" y="121"/>
                </a:lnTo>
                <a:lnTo>
                  <a:pt x="889" y="121"/>
                </a:lnTo>
                <a:close/>
              </a:path>
            </a:pathLst>
          </a:custGeom>
          <a:solidFill>
            <a:srgbClr val="FFFFFF">
              <a:lumMod val="85000"/>
            </a:srgbClr>
          </a:solidFill>
          <a:ln>
            <a:noFill/>
          </a:ln>
        </p:spPr>
        <p:txBody>
          <a:bodyPr vert="horz" wrap="square" lIns="68580" tIns="34290" rIns="68580" bIns="34290" numCol="1" anchor="t" anchorCtr="0" compatLnSpc="1"/>
          <a:lstStyle/>
          <a:p>
            <a:endParaRPr lang="en-US" sz="1350">
              <a:latin typeface="微软雅黑" panose="020B0503020204020204" pitchFamily="34" charset="-122"/>
              <a:ea typeface="微软雅黑" panose="020B0503020204020204" pitchFamily="34" charset="-122"/>
            </a:endParaRPr>
          </a:p>
        </p:txBody>
      </p:sp>
      <p:sp>
        <p:nvSpPr>
          <p:cNvPr id="88" name="Freeform 147"/>
          <p:cNvSpPr>
            <a:spLocks noEditPoints="1"/>
          </p:cNvSpPr>
          <p:nvPr>
            <p:custDataLst>
              <p:tags r:id="rId12"/>
            </p:custDataLst>
          </p:nvPr>
        </p:nvSpPr>
        <p:spPr bwMode="auto">
          <a:xfrm>
            <a:off x="7277521" y="1843407"/>
            <a:ext cx="734313" cy="1279293"/>
          </a:xfrm>
          <a:custGeom>
            <a:avLst/>
            <a:gdLst>
              <a:gd name="T0" fmla="*/ 6 w 989"/>
              <a:gd name="T1" fmla="*/ 61 h 1723"/>
              <a:gd name="T2" fmla="*/ 131 w 989"/>
              <a:gd name="T3" fmla="*/ 105 h 1723"/>
              <a:gd name="T4" fmla="*/ 117 w 989"/>
              <a:gd name="T5" fmla="*/ 154 h 1723"/>
              <a:gd name="T6" fmla="*/ 84 w 989"/>
              <a:gd name="T7" fmla="*/ 134 h 1723"/>
              <a:gd name="T8" fmla="*/ 219 w 989"/>
              <a:gd name="T9" fmla="*/ 164 h 1723"/>
              <a:gd name="T10" fmla="*/ 191 w 989"/>
              <a:gd name="T11" fmla="*/ 204 h 1723"/>
              <a:gd name="T12" fmla="*/ 244 w 989"/>
              <a:gd name="T13" fmla="*/ 243 h 1723"/>
              <a:gd name="T14" fmla="*/ 310 w 989"/>
              <a:gd name="T15" fmla="*/ 232 h 1723"/>
              <a:gd name="T16" fmla="*/ 256 w 989"/>
              <a:gd name="T17" fmla="*/ 252 h 1723"/>
              <a:gd name="T18" fmla="*/ 362 w 989"/>
              <a:gd name="T19" fmla="*/ 275 h 1723"/>
              <a:gd name="T20" fmla="*/ 351 w 989"/>
              <a:gd name="T21" fmla="*/ 332 h 1723"/>
              <a:gd name="T22" fmla="*/ 320 w 989"/>
              <a:gd name="T23" fmla="*/ 304 h 1723"/>
              <a:gd name="T24" fmla="*/ 449 w 989"/>
              <a:gd name="T25" fmla="*/ 357 h 1723"/>
              <a:gd name="T26" fmla="*/ 415 w 989"/>
              <a:gd name="T27" fmla="*/ 392 h 1723"/>
              <a:gd name="T28" fmla="*/ 460 w 989"/>
              <a:gd name="T29" fmla="*/ 438 h 1723"/>
              <a:gd name="T30" fmla="*/ 521 w 989"/>
              <a:gd name="T31" fmla="*/ 432 h 1723"/>
              <a:gd name="T32" fmla="*/ 475 w 989"/>
              <a:gd name="T33" fmla="*/ 454 h 1723"/>
              <a:gd name="T34" fmla="*/ 562 w 989"/>
              <a:gd name="T35" fmla="*/ 479 h 1723"/>
              <a:gd name="T36" fmla="*/ 593 w 989"/>
              <a:gd name="T37" fmla="*/ 517 h 1723"/>
              <a:gd name="T38" fmla="*/ 536 w 989"/>
              <a:gd name="T39" fmla="*/ 526 h 1723"/>
              <a:gd name="T40" fmla="*/ 625 w 989"/>
              <a:gd name="T41" fmla="*/ 559 h 1723"/>
              <a:gd name="T42" fmla="*/ 654 w 989"/>
              <a:gd name="T43" fmla="*/ 597 h 1723"/>
              <a:gd name="T44" fmla="*/ 590 w 989"/>
              <a:gd name="T45" fmla="*/ 594 h 1723"/>
              <a:gd name="T46" fmla="*/ 689 w 989"/>
              <a:gd name="T47" fmla="*/ 650 h 1723"/>
              <a:gd name="T48" fmla="*/ 664 w 989"/>
              <a:gd name="T49" fmla="*/ 701 h 1723"/>
              <a:gd name="T50" fmla="*/ 641 w 989"/>
              <a:gd name="T51" fmla="*/ 666 h 1723"/>
              <a:gd name="T52" fmla="*/ 751 w 989"/>
              <a:gd name="T53" fmla="*/ 750 h 1723"/>
              <a:gd name="T54" fmla="*/ 708 w 989"/>
              <a:gd name="T55" fmla="*/ 774 h 1723"/>
              <a:gd name="T56" fmla="*/ 740 w 989"/>
              <a:gd name="T57" fmla="*/ 832 h 1723"/>
              <a:gd name="T58" fmla="*/ 803 w 989"/>
              <a:gd name="T59" fmla="*/ 848 h 1723"/>
              <a:gd name="T60" fmla="*/ 746 w 989"/>
              <a:gd name="T61" fmla="*/ 844 h 1723"/>
              <a:gd name="T62" fmla="*/ 831 w 989"/>
              <a:gd name="T63" fmla="*/ 909 h 1723"/>
              <a:gd name="T64" fmla="*/ 801 w 989"/>
              <a:gd name="T65" fmla="*/ 964 h 1723"/>
              <a:gd name="T66" fmla="*/ 783 w 989"/>
              <a:gd name="T67" fmla="*/ 922 h 1723"/>
              <a:gd name="T68" fmla="*/ 873 w 989"/>
              <a:gd name="T69" fmla="*/ 1011 h 1723"/>
              <a:gd name="T70" fmla="*/ 832 w 989"/>
              <a:gd name="T71" fmla="*/ 1042 h 1723"/>
              <a:gd name="T72" fmla="*/ 853 w 989"/>
              <a:gd name="T73" fmla="*/ 1100 h 1723"/>
              <a:gd name="T74" fmla="*/ 911 w 989"/>
              <a:gd name="T75" fmla="*/ 1124 h 1723"/>
              <a:gd name="T76" fmla="*/ 860 w 989"/>
              <a:gd name="T77" fmla="*/ 1124 h 1723"/>
              <a:gd name="T78" fmla="*/ 928 w 989"/>
              <a:gd name="T79" fmla="*/ 1181 h 1723"/>
              <a:gd name="T80" fmla="*/ 939 w 989"/>
              <a:gd name="T81" fmla="*/ 1225 h 1723"/>
              <a:gd name="T82" fmla="*/ 884 w 989"/>
              <a:gd name="T83" fmla="*/ 1208 h 1723"/>
              <a:gd name="T84" fmla="*/ 952 w 989"/>
              <a:gd name="T85" fmla="*/ 1283 h 1723"/>
              <a:gd name="T86" fmla="*/ 912 w 989"/>
              <a:gd name="T87" fmla="*/ 1335 h 1723"/>
              <a:gd name="T88" fmla="*/ 902 w 989"/>
              <a:gd name="T89" fmla="*/ 1288 h 1723"/>
              <a:gd name="T90" fmla="*/ 972 w 989"/>
              <a:gd name="T91" fmla="*/ 1402 h 1723"/>
              <a:gd name="T92" fmla="*/ 926 w 989"/>
              <a:gd name="T93" fmla="*/ 1423 h 1723"/>
              <a:gd name="T94" fmla="*/ 920 w 989"/>
              <a:gd name="T95" fmla="*/ 1383 h 1723"/>
              <a:gd name="T96" fmla="*/ 984 w 989"/>
              <a:gd name="T97" fmla="*/ 1506 h 1723"/>
              <a:gd name="T98" fmla="*/ 934 w 989"/>
              <a:gd name="T99" fmla="*/ 1510 h 1723"/>
              <a:gd name="T100" fmla="*/ 939 w 989"/>
              <a:gd name="T101" fmla="*/ 1576 h 1723"/>
              <a:gd name="T102" fmla="*/ 989 w 989"/>
              <a:gd name="T103" fmla="*/ 1613 h 1723"/>
              <a:gd name="T104" fmla="*/ 939 w 989"/>
              <a:gd name="T105" fmla="*/ 1599 h 1723"/>
              <a:gd name="T106" fmla="*/ 989 w 989"/>
              <a:gd name="T107" fmla="*/ 1674 h 1723"/>
              <a:gd name="T108" fmla="*/ 989 w 989"/>
              <a:gd name="T109" fmla="*/ 1687 h 1723"/>
              <a:gd name="T110" fmla="*/ 989 w 989"/>
              <a:gd name="T111" fmla="*/ 1703 h 1723"/>
              <a:gd name="T112" fmla="*/ 988 w 989"/>
              <a:gd name="T113" fmla="*/ 1718 h 1723"/>
              <a:gd name="T114" fmla="*/ 939 w 989"/>
              <a:gd name="T115" fmla="*/ 1716 h 1723"/>
              <a:gd name="T116" fmla="*/ 939 w 989"/>
              <a:gd name="T117" fmla="*/ 1701 h 1723"/>
              <a:gd name="T118" fmla="*/ 940 w 989"/>
              <a:gd name="T119" fmla="*/ 1686 h 1723"/>
              <a:gd name="T120" fmla="*/ 940 w 989"/>
              <a:gd name="T121" fmla="*/ 1673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89" h="1723">
                <a:moveTo>
                  <a:pt x="6" y="61"/>
                </a:moveTo>
                <a:lnTo>
                  <a:pt x="98" y="0"/>
                </a:lnTo>
                <a:lnTo>
                  <a:pt x="162" y="36"/>
                </a:lnTo>
                <a:lnTo>
                  <a:pt x="71" y="97"/>
                </a:lnTo>
                <a:lnTo>
                  <a:pt x="64" y="207"/>
                </a:lnTo>
                <a:lnTo>
                  <a:pt x="0" y="170"/>
                </a:lnTo>
                <a:lnTo>
                  <a:pt x="6" y="61"/>
                </a:lnTo>
                <a:lnTo>
                  <a:pt x="6" y="61"/>
                </a:lnTo>
                <a:close/>
                <a:moveTo>
                  <a:pt x="84" y="134"/>
                </a:moveTo>
                <a:lnTo>
                  <a:pt x="109" y="92"/>
                </a:lnTo>
                <a:lnTo>
                  <a:pt x="111" y="93"/>
                </a:lnTo>
                <a:lnTo>
                  <a:pt x="118" y="97"/>
                </a:lnTo>
                <a:lnTo>
                  <a:pt x="125" y="101"/>
                </a:lnTo>
                <a:lnTo>
                  <a:pt x="131" y="105"/>
                </a:lnTo>
                <a:lnTo>
                  <a:pt x="137" y="109"/>
                </a:lnTo>
                <a:lnTo>
                  <a:pt x="144" y="113"/>
                </a:lnTo>
                <a:lnTo>
                  <a:pt x="150" y="117"/>
                </a:lnTo>
                <a:lnTo>
                  <a:pt x="152" y="119"/>
                </a:lnTo>
                <a:lnTo>
                  <a:pt x="125" y="159"/>
                </a:lnTo>
                <a:lnTo>
                  <a:pt x="124" y="159"/>
                </a:lnTo>
                <a:lnTo>
                  <a:pt x="117" y="154"/>
                </a:lnTo>
                <a:lnTo>
                  <a:pt x="111" y="151"/>
                </a:lnTo>
                <a:lnTo>
                  <a:pt x="105" y="147"/>
                </a:lnTo>
                <a:lnTo>
                  <a:pt x="99" y="143"/>
                </a:lnTo>
                <a:lnTo>
                  <a:pt x="92" y="139"/>
                </a:lnTo>
                <a:lnTo>
                  <a:pt x="86" y="135"/>
                </a:lnTo>
                <a:lnTo>
                  <a:pt x="84" y="134"/>
                </a:lnTo>
                <a:lnTo>
                  <a:pt x="84" y="134"/>
                </a:lnTo>
                <a:close/>
                <a:moveTo>
                  <a:pt x="166" y="186"/>
                </a:moveTo>
                <a:lnTo>
                  <a:pt x="194" y="146"/>
                </a:lnTo>
                <a:lnTo>
                  <a:pt x="195" y="147"/>
                </a:lnTo>
                <a:lnTo>
                  <a:pt x="201" y="151"/>
                </a:lnTo>
                <a:lnTo>
                  <a:pt x="207" y="155"/>
                </a:lnTo>
                <a:lnTo>
                  <a:pt x="213" y="159"/>
                </a:lnTo>
                <a:lnTo>
                  <a:pt x="219" y="164"/>
                </a:lnTo>
                <a:lnTo>
                  <a:pt x="226" y="168"/>
                </a:lnTo>
                <a:lnTo>
                  <a:pt x="232" y="173"/>
                </a:lnTo>
                <a:lnTo>
                  <a:pt x="235" y="175"/>
                </a:lnTo>
                <a:lnTo>
                  <a:pt x="205" y="214"/>
                </a:lnTo>
                <a:lnTo>
                  <a:pt x="203" y="212"/>
                </a:lnTo>
                <a:lnTo>
                  <a:pt x="197" y="209"/>
                </a:lnTo>
                <a:lnTo>
                  <a:pt x="191" y="204"/>
                </a:lnTo>
                <a:lnTo>
                  <a:pt x="185" y="200"/>
                </a:lnTo>
                <a:lnTo>
                  <a:pt x="179" y="196"/>
                </a:lnTo>
                <a:lnTo>
                  <a:pt x="173" y="191"/>
                </a:lnTo>
                <a:lnTo>
                  <a:pt x="167" y="187"/>
                </a:lnTo>
                <a:lnTo>
                  <a:pt x="166" y="186"/>
                </a:lnTo>
                <a:lnTo>
                  <a:pt x="166" y="186"/>
                </a:lnTo>
                <a:close/>
                <a:moveTo>
                  <a:pt x="244" y="243"/>
                </a:moveTo>
                <a:lnTo>
                  <a:pt x="274" y="204"/>
                </a:lnTo>
                <a:lnTo>
                  <a:pt x="280" y="209"/>
                </a:lnTo>
                <a:lnTo>
                  <a:pt x="286" y="213"/>
                </a:lnTo>
                <a:lnTo>
                  <a:pt x="292" y="218"/>
                </a:lnTo>
                <a:lnTo>
                  <a:pt x="298" y="223"/>
                </a:lnTo>
                <a:lnTo>
                  <a:pt x="304" y="227"/>
                </a:lnTo>
                <a:lnTo>
                  <a:pt x="310" y="232"/>
                </a:lnTo>
                <a:lnTo>
                  <a:pt x="313" y="235"/>
                </a:lnTo>
                <a:lnTo>
                  <a:pt x="282" y="273"/>
                </a:lnTo>
                <a:lnTo>
                  <a:pt x="279" y="271"/>
                </a:lnTo>
                <a:lnTo>
                  <a:pt x="273" y="266"/>
                </a:lnTo>
                <a:lnTo>
                  <a:pt x="268" y="261"/>
                </a:lnTo>
                <a:lnTo>
                  <a:pt x="262" y="257"/>
                </a:lnTo>
                <a:lnTo>
                  <a:pt x="256" y="252"/>
                </a:lnTo>
                <a:lnTo>
                  <a:pt x="250" y="248"/>
                </a:lnTo>
                <a:lnTo>
                  <a:pt x="244" y="243"/>
                </a:lnTo>
                <a:lnTo>
                  <a:pt x="244" y="243"/>
                </a:lnTo>
                <a:close/>
                <a:moveTo>
                  <a:pt x="320" y="304"/>
                </a:moveTo>
                <a:lnTo>
                  <a:pt x="352" y="267"/>
                </a:lnTo>
                <a:lnTo>
                  <a:pt x="356" y="271"/>
                </a:lnTo>
                <a:lnTo>
                  <a:pt x="362" y="275"/>
                </a:lnTo>
                <a:lnTo>
                  <a:pt x="368" y="280"/>
                </a:lnTo>
                <a:lnTo>
                  <a:pt x="373" y="285"/>
                </a:lnTo>
                <a:lnTo>
                  <a:pt x="378" y="290"/>
                </a:lnTo>
                <a:lnTo>
                  <a:pt x="384" y="296"/>
                </a:lnTo>
                <a:lnTo>
                  <a:pt x="389" y="300"/>
                </a:lnTo>
                <a:lnTo>
                  <a:pt x="356" y="336"/>
                </a:lnTo>
                <a:lnTo>
                  <a:pt x="351" y="332"/>
                </a:lnTo>
                <a:lnTo>
                  <a:pt x="346" y="327"/>
                </a:lnTo>
                <a:lnTo>
                  <a:pt x="340" y="322"/>
                </a:lnTo>
                <a:lnTo>
                  <a:pt x="335" y="317"/>
                </a:lnTo>
                <a:lnTo>
                  <a:pt x="330" y="313"/>
                </a:lnTo>
                <a:lnTo>
                  <a:pt x="324" y="308"/>
                </a:lnTo>
                <a:lnTo>
                  <a:pt x="320" y="304"/>
                </a:lnTo>
                <a:lnTo>
                  <a:pt x="320" y="304"/>
                </a:lnTo>
                <a:close/>
                <a:moveTo>
                  <a:pt x="392" y="369"/>
                </a:moveTo>
                <a:lnTo>
                  <a:pt x="426" y="334"/>
                </a:lnTo>
                <a:lnTo>
                  <a:pt x="428" y="336"/>
                </a:lnTo>
                <a:lnTo>
                  <a:pt x="434" y="341"/>
                </a:lnTo>
                <a:lnTo>
                  <a:pt x="439" y="346"/>
                </a:lnTo>
                <a:lnTo>
                  <a:pt x="444" y="352"/>
                </a:lnTo>
                <a:lnTo>
                  <a:pt x="449" y="357"/>
                </a:lnTo>
                <a:lnTo>
                  <a:pt x="455" y="362"/>
                </a:lnTo>
                <a:lnTo>
                  <a:pt x="460" y="367"/>
                </a:lnTo>
                <a:lnTo>
                  <a:pt x="462" y="369"/>
                </a:lnTo>
                <a:lnTo>
                  <a:pt x="426" y="403"/>
                </a:lnTo>
                <a:lnTo>
                  <a:pt x="425" y="402"/>
                </a:lnTo>
                <a:lnTo>
                  <a:pt x="420" y="397"/>
                </a:lnTo>
                <a:lnTo>
                  <a:pt x="415" y="392"/>
                </a:lnTo>
                <a:lnTo>
                  <a:pt x="409" y="387"/>
                </a:lnTo>
                <a:lnTo>
                  <a:pt x="404" y="382"/>
                </a:lnTo>
                <a:lnTo>
                  <a:pt x="399" y="377"/>
                </a:lnTo>
                <a:lnTo>
                  <a:pt x="394" y="371"/>
                </a:lnTo>
                <a:lnTo>
                  <a:pt x="392" y="369"/>
                </a:lnTo>
                <a:lnTo>
                  <a:pt x="392" y="369"/>
                </a:lnTo>
                <a:close/>
                <a:moveTo>
                  <a:pt x="460" y="438"/>
                </a:moveTo>
                <a:lnTo>
                  <a:pt x="496" y="405"/>
                </a:lnTo>
                <a:lnTo>
                  <a:pt x="496" y="405"/>
                </a:lnTo>
                <a:lnTo>
                  <a:pt x="501" y="411"/>
                </a:lnTo>
                <a:lnTo>
                  <a:pt x="506" y="416"/>
                </a:lnTo>
                <a:lnTo>
                  <a:pt x="511" y="421"/>
                </a:lnTo>
                <a:lnTo>
                  <a:pt x="516" y="427"/>
                </a:lnTo>
                <a:lnTo>
                  <a:pt x="521" y="432"/>
                </a:lnTo>
                <a:lnTo>
                  <a:pt x="526" y="438"/>
                </a:lnTo>
                <a:lnTo>
                  <a:pt x="530" y="442"/>
                </a:lnTo>
                <a:lnTo>
                  <a:pt x="493" y="474"/>
                </a:lnTo>
                <a:lnTo>
                  <a:pt x="490" y="471"/>
                </a:lnTo>
                <a:lnTo>
                  <a:pt x="485" y="465"/>
                </a:lnTo>
                <a:lnTo>
                  <a:pt x="480" y="460"/>
                </a:lnTo>
                <a:lnTo>
                  <a:pt x="475" y="454"/>
                </a:lnTo>
                <a:lnTo>
                  <a:pt x="470" y="449"/>
                </a:lnTo>
                <a:lnTo>
                  <a:pt x="465" y="444"/>
                </a:lnTo>
                <a:lnTo>
                  <a:pt x="460" y="439"/>
                </a:lnTo>
                <a:lnTo>
                  <a:pt x="460" y="438"/>
                </a:lnTo>
                <a:lnTo>
                  <a:pt x="460" y="438"/>
                </a:lnTo>
                <a:close/>
                <a:moveTo>
                  <a:pt x="524" y="511"/>
                </a:moveTo>
                <a:lnTo>
                  <a:pt x="562" y="479"/>
                </a:lnTo>
                <a:lnTo>
                  <a:pt x="565" y="483"/>
                </a:lnTo>
                <a:lnTo>
                  <a:pt x="570" y="489"/>
                </a:lnTo>
                <a:lnTo>
                  <a:pt x="575" y="494"/>
                </a:lnTo>
                <a:lnTo>
                  <a:pt x="579" y="500"/>
                </a:lnTo>
                <a:lnTo>
                  <a:pt x="584" y="506"/>
                </a:lnTo>
                <a:lnTo>
                  <a:pt x="589" y="511"/>
                </a:lnTo>
                <a:lnTo>
                  <a:pt x="593" y="517"/>
                </a:lnTo>
                <a:lnTo>
                  <a:pt x="594" y="518"/>
                </a:lnTo>
                <a:lnTo>
                  <a:pt x="555" y="548"/>
                </a:lnTo>
                <a:lnTo>
                  <a:pt x="555" y="548"/>
                </a:lnTo>
                <a:lnTo>
                  <a:pt x="550" y="542"/>
                </a:lnTo>
                <a:lnTo>
                  <a:pt x="546" y="536"/>
                </a:lnTo>
                <a:lnTo>
                  <a:pt x="541" y="531"/>
                </a:lnTo>
                <a:lnTo>
                  <a:pt x="536" y="526"/>
                </a:lnTo>
                <a:lnTo>
                  <a:pt x="532" y="520"/>
                </a:lnTo>
                <a:lnTo>
                  <a:pt x="528" y="514"/>
                </a:lnTo>
                <a:lnTo>
                  <a:pt x="524" y="511"/>
                </a:lnTo>
                <a:lnTo>
                  <a:pt x="524" y="511"/>
                </a:lnTo>
                <a:close/>
                <a:moveTo>
                  <a:pt x="585" y="587"/>
                </a:moveTo>
                <a:lnTo>
                  <a:pt x="624" y="557"/>
                </a:lnTo>
                <a:lnTo>
                  <a:pt x="625" y="559"/>
                </a:lnTo>
                <a:lnTo>
                  <a:pt x="630" y="565"/>
                </a:lnTo>
                <a:lnTo>
                  <a:pt x="634" y="570"/>
                </a:lnTo>
                <a:lnTo>
                  <a:pt x="638" y="576"/>
                </a:lnTo>
                <a:lnTo>
                  <a:pt x="643" y="582"/>
                </a:lnTo>
                <a:lnTo>
                  <a:pt x="647" y="589"/>
                </a:lnTo>
                <a:lnTo>
                  <a:pt x="651" y="595"/>
                </a:lnTo>
                <a:lnTo>
                  <a:pt x="654" y="597"/>
                </a:lnTo>
                <a:lnTo>
                  <a:pt x="613" y="626"/>
                </a:lnTo>
                <a:lnTo>
                  <a:pt x="611" y="623"/>
                </a:lnTo>
                <a:lnTo>
                  <a:pt x="607" y="617"/>
                </a:lnTo>
                <a:lnTo>
                  <a:pt x="603" y="611"/>
                </a:lnTo>
                <a:lnTo>
                  <a:pt x="599" y="605"/>
                </a:lnTo>
                <a:lnTo>
                  <a:pt x="594" y="599"/>
                </a:lnTo>
                <a:lnTo>
                  <a:pt x="590" y="594"/>
                </a:lnTo>
                <a:lnTo>
                  <a:pt x="586" y="588"/>
                </a:lnTo>
                <a:lnTo>
                  <a:pt x="585" y="587"/>
                </a:lnTo>
                <a:lnTo>
                  <a:pt x="585" y="587"/>
                </a:lnTo>
                <a:close/>
                <a:moveTo>
                  <a:pt x="641" y="666"/>
                </a:moveTo>
                <a:lnTo>
                  <a:pt x="682" y="639"/>
                </a:lnTo>
                <a:lnTo>
                  <a:pt x="685" y="643"/>
                </a:lnTo>
                <a:lnTo>
                  <a:pt x="689" y="650"/>
                </a:lnTo>
                <a:lnTo>
                  <a:pt x="693" y="655"/>
                </a:lnTo>
                <a:lnTo>
                  <a:pt x="697" y="662"/>
                </a:lnTo>
                <a:lnTo>
                  <a:pt x="701" y="668"/>
                </a:lnTo>
                <a:lnTo>
                  <a:pt x="705" y="674"/>
                </a:lnTo>
                <a:lnTo>
                  <a:pt x="709" y="681"/>
                </a:lnTo>
                <a:lnTo>
                  <a:pt x="667" y="707"/>
                </a:lnTo>
                <a:lnTo>
                  <a:pt x="664" y="701"/>
                </a:lnTo>
                <a:lnTo>
                  <a:pt x="660" y="694"/>
                </a:lnTo>
                <a:lnTo>
                  <a:pt x="656" y="688"/>
                </a:lnTo>
                <a:lnTo>
                  <a:pt x="652" y="683"/>
                </a:lnTo>
                <a:lnTo>
                  <a:pt x="648" y="677"/>
                </a:lnTo>
                <a:lnTo>
                  <a:pt x="644" y="670"/>
                </a:lnTo>
                <a:lnTo>
                  <a:pt x="641" y="666"/>
                </a:lnTo>
                <a:lnTo>
                  <a:pt x="641" y="666"/>
                </a:lnTo>
                <a:close/>
                <a:moveTo>
                  <a:pt x="693" y="748"/>
                </a:moveTo>
                <a:lnTo>
                  <a:pt x="735" y="723"/>
                </a:lnTo>
                <a:lnTo>
                  <a:pt x="736" y="725"/>
                </a:lnTo>
                <a:lnTo>
                  <a:pt x="740" y="731"/>
                </a:lnTo>
                <a:lnTo>
                  <a:pt x="743" y="738"/>
                </a:lnTo>
                <a:lnTo>
                  <a:pt x="747" y="744"/>
                </a:lnTo>
                <a:lnTo>
                  <a:pt x="751" y="750"/>
                </a:lnTo>
                <a:lnTo>
                  <a:pt x="755" y="757"/>
                </a:lnTo>
                <a:lnTo>
                  <a:pt x="758" y="763"/>
                </a:lnTo>
                <a:lnTo>
                  <a:pt x="760" y="766"/>
                </a:lnTo>
                <a:lnTo>
                  <a:pt x="717" y="790"/>
                </a:lnTo>
                <a:lnTo>
                  <a:pt x="715" y="787"/>
                </a:lnTo>
                <a:lnTo>
                  <a:pt x="712" y="781"/>
                </a:lnTo>
                <a:lnTo>
                  <a:pt x="708" y="774"/>
                </a:lnTo>
                <a:lnTo>
                  <a:pt x="704" y="769"/>
                </a:lnTo>
                <a:lnTo>
                  <a:pt x="701" y="762"/>
                </a:lnTo>
                <a:lnTo>
                  <a:pt x="698" y="756"/>
                </a:lnTo>
                <a:lnTo>
                  <a:pt x="694" y="750"/>
                </a:lnTo>
                <a:lnTo>
                  <a:pt x="693" y="748"/>
                </a:lnTo>
                <a:lnTo>
                  <a:pt x="693" y="748"/>
                </a:lnTo>
                <a:close/>
                <a:moveTo>
                  <a:pt x="740" y="832"/>
                </a:moveTo>
                <a:lnTo>
                  <a:pt x="783" y="810"/>
                </a:lnTo>
                <a:lnTo>
                  <a:pt x="786" y="815"/>
                </a:lnTo>
                <a:lnTo>
                  <a:pt x="790" y="822"/>
                </a:lnTo>
                <a:lnTo>
                  <a:pt x="793" y="829"/>
                </a:lnTo>
                <a:lnTo>
                  <a:pt x="796" y="835"/>
                </a:lnTo>
                <a:lnTo>
                  <a:pt x="799" y="842"/>
                </a:lnTo>
                <a:lnTo>
                  <a:pt x="803" y="848"/>
                </a:lnTo>
                <a:lnTo>
                  <a:pt x="806" y="855"/>
                </a:lnTo>
                <a:lnTo>
                  <a:pt x="762" y="876"/>
                </a:lnTo>
                <a:lnTo>
                  <a:pt x="759" y="870"/>
                </a:lnTo>
                <a:lnTo>
                  <a:pt x="756" y="863"/>
                </a:lnTo>
                <a:lnTo>
                  <a:pt x="752" y="857"/>
                </a:lnTo>
                <a:lnTo>
                  <a:pt x="749" y="851"/>
                </a:lnTo>
                <a:lnTo>
                  <a:pt x="746" y="844"/>
                </a:lnTo>
                <a:lnTo>
                  <a:pt x="742" y="838"/>
                </a:lnTo>
                <a:lnTo>
                  <a:pt x="740" y="832"/>
                </a:lnTo>
                <a:lnTo>
                  <a:pt x="740" y="832"/>
                </a:lnTo>
                <a:close/>
                <a:moveTo>
                  <a:pt x="782" y="920"/>
                </a:moveTo>
                <a:lnTo>
                  <a:pt x="827" y="900"/>
                </a:lnTo>
                <a:lnTo>
                  <a:pt x="828" y="902"/>
                </a:lnTo>
                <a:lnTo>
                  <a:pt x="831" y="909"/>
                </a:lnTo>
                <a:lnTo>
                  <a:pt x="834" y="916"/>
                </a:lnTo>
                <a:lnTo>
                  <a:pt x="837" y="922"/>
                </a:lnTo>
                <a:lnTo>
                  <a:pt x="840" y="929"/>
                </a:lnTo>
                <a:lnTo>
                  <a:pt x="843" y="936"/>
                </a:lnTo>
                <a:lnTo>
                  <a:pt x="846" y="943"/>
                </a:lnTo>
                <a:lnTo>
                  <a:pt x="847" y="946"/>
                </a:lnTo>
                <a:lnTo>
                  <a:pt x="801" y="964"/>
                </a:lnTo>
                <a:lnTo>
                  <a:pt x="800" y="962"/>
                </a:lnTo>
                <a:lnTo>
                  <a:pt x="798" y="955"/>
                </a:lnTo>
                <a:lnTo>
                  <a:pt x="795" y="948"/>
                </a:lnTo>
                <a:lnTo>
                  <a:pt x="792" y="942"/>
                </a:lnTo>
                <a:lnTo>
                  <a:pt x="789" y="935"/>
                </a:lnTo>
                <a:lnTo>
                  <a:pt x="786" y="929"/>
                </a:lnTo>
                <a:lnTo>
                  <a:pt x="783" y="922"/>
                </a:lnTo>
                <a:lnTo>
                  <a:pt x="782" y="920"/>
                </a:lnTo>
                <a:lnTo>
                  <a:pt x="782" y="920"/>
                </a:lnTo>
                <a:close/>
                <a:moveTo>
                  <a:pt x="820" y="1009"/>
                </a:moveTo>
                <a:lnTo>
                  <a:pt x="865" y="992"/>
                </a:lnTo>
                <a:lnTo>
                  <a:pt x="868" y="998"/>
                </a:lnTo>
                <a:lnTo>
                  <a:pt x="871" y="1005"/>
                </a:lnTo>
                <a:lnTo>
                  <a:pt x="873" y="1011"/>
                </a:lnTo>
                <a:lnTo>
                  <a:pt x="876" y="1018"/>
                </a:lnTo>
                <a:lnTo>
                  <a:pt x="878" y="1026"/>
                </a:lnTo>
                <a:lnTo>
                  <a:pt x="881" y="1033"/>
                </a:lnTo>
                <a:lnTo>
                  <a:pt x="883" y="1038"/>
                </a:lnTo>
                <a:lnTo>
                  <a:pt x="837" y="1055"/>
                </a:lnTo>
                <a:lnTo>
                  <a:pt x="835" y="1049"/>
                </a:lnTo>
                <a:lnTo>
                  <a:pt x="832" y="1042"/>
                </a:lnTo>
                <a:lnTo>
                  <a:pt x="830" y="1035"/>
                </a:lnTo>
                <a:lnTo>
                  <a:pt x="827" y="1029"/>
                </a:lnTo>
                <a:lnTo>
                  <a:pt x="825" y="1022"/>
                </a:lnTo>
                <a:lnTo>
                  <a:pt x="822" y="1015"/>
                </a:lnTo>
                <a:lnTo>
                  <a:pt x="820" y="1009"/>
                </a:lnTo>
                <a:lnTo>
                  <a:pt x="820" y="1009"/>
                </a:lnTo>
                <a:close/>
                <a:moveTo>
                  <a:pt x="853" y="1100"/>
                </a:moveTo>
                <a:lnTo>
                  <a:pt x="899" y="1085"/>
                </a:lnTo>
                <a:lnTo>
                  <a:pt x="900" y="1089"/>
                </a:lnTo>
                <a:lnTo>
                  <a:pt x="902" y="1096"/>
                </a:lnTo>
                <a:lnTo>
                  <a:pt x="905" y="1103"/>
                </a:lnTo>
                <a:lnTo>
                  <a:pt x="907" y="1110"/>
                </a:lnTo>
                <a:lnTo>
                  <a:pt x="909" y="1117"/>
                </a:lnTo>
                <a:lnTo>
                  <a:pt x="911" y="1124"/>
                </a:lnTo>
                <a:lnTo>
                  <a:pt x="914" y="1131"/>
                </a:lnTo>
                <a:lnTo>
                  <a:pt x="914" y="1133"/>
                </a:lnTo>
                <a:lnTo>
                  <a:pt x="867" y="1147"/>
                </a:lnTo>
                <a:lnTo>
                  <a:pt x="866" y="1145"/>
                </a:lnTo>
                <a:lnTo>
                  <a:pt x="865" y="1138"/>
                </a:lnTo>
                <a:lnTo>
                  <a:pt x="863" y="1131"/>
                </a:lnTo>
                <a:lnTo>
                  <a:pt x="860" y="1124"/>
                </a:lnTo>
                <a:lnTo>
                  <a:pt x="858" y="1118"/>
                </a:lnTo>
                <a:lnTo>
                  <a:pt x="856" y="1111"/>
                </a:lnTo>
                <a:lnTo>
                  <a:pt x="854" y="1104"/>
                </a:lnTo>
                <a:lnTo>
                  <a:pt x="853" y="1100"/>
                </a:lnTo>
                <a:lnTo>
                  <a:pt x="853" y="1100"/>
                </a:lnTo>
                <a:close/>
                <a:moveTo>
                  <a:pt x="880" y="1193"/>
                </a:moveTo>
                <a:lnTo>
                  <a:pt x="928" y="1181"/>
                </a:lnTo>
                <a:lnTo>
                  <a:pt x="928" y="1182"/>
                </a:lnTo>
                <a:lnTo>
                  <a:pt x="930" y="1189"/>
                </a:lnTo>
                <a:lnTo>
                  <a:pt x="931" y="1196"/>
                </a:lnTo>
                <a:lnTo>
                  <a:pt x="933" y="1203"/>
                </a:lnTo>
                <a:lnTo>
                  <a:pt x="935" y="1211"/>
                </a:lnTo>
                <a:lnTo>
                  <a:pt x="937" y="1217"/>
                </a:lnTo>
                <a:lnTo>
                  <a:pt x="939" y="1225"/>
                </a:lnTo>
                <a:lnTo>
                  <a:pt x="940" y="1229"/>
                </a:lnTo>
                <a:lnTo>
                  <a:pt x="892" y="1241"/>
                </a:lnTo>
                <a:lnTo>
                  <a:pt x="891" y="1237"/>
                </a:lnTo>
                <a:lnTo>
                  <a:pt x="889" y="1229"/>
                </a:lnTo>
                <a:lnTo>
                  <a:pt x="888" y="1222"/>
                </a:lnTo>
                <a:lnTo>
                  <a:pt x="886" y="1215"/>
                </a:lnTo>
                <a:lnTo>
                  <a:pt x="884" y="1208"/>
                </a:lnTo>
                <a:lnTo>
                  <a:pt x="882" y="1201"/>
                </a:lnTo>
                <a:lnTo>
                  <a:pt x="880" y="1194"/>
                </a:lnTo>
                <a:lnTo>
                  <a:pt x="880" y="1193"/>
                </a:lnTo>
                <a:lnTo>
                  <a:pt x="880" y="1193"/>
                </a:lnTo>
                <a:close/>
                <a:moveTo>
                  <a:pt x="902" y="1288"/>
                </a:moveTo>
                <a:lnTo>
                  <a:pt x="951" y="1278"/>
                </a:lnTo>
                <a:lnTo>
                  <a:pt x="952" y="1283"/>
                </a:lnTo>
                <a:lnTo>
                  <a:pt x="954" y="1291"/>
                </a:lnTo>
                <a:lnTo>
                  <a:pt x="955" y="1298"/>
                </a:lnTo>
                <a:lnTo>
                  <a:pt x="956" y="1305"/>
                </a:lnTo>
                <a:lnTo>
                  <a:pt x="958" y="1313"/>
                </a:lnTo>
                <a:lnTo>
                  <a:pt x="959" y="1320"/>
                </a:lnTo>
                <a:lnTo>
                  <a:pt x="961" y="1327"/>
                </a:lnTo>
                <a:lnTo>
                  <a:pt x="912" y="1335"/>
                </a:lnTo>
                <a:lnTo>
                  <a:pt x="911" y="1329"/>
                </a:lnTo>
                <a:lnTo>
                  <a:pt x="909" y="1322"/>
                </a:lnTo>
                <a:lnTo>
                  <a:pt x="908" y="1315"/>
                </a:lnTo>
                <a:lnTo>
                  <a:pt x="906" y="1307"/>
                </a:lnTo>
                <a:lnTo>
                  <a:pt x="905" y="1300"/>
                </a:lnTo>
                <a:lnTo>
                  <a:pt x="904" y="1293"/>
                </a:lnTo>
                <a:lnTo>
                  <a:pt x="902" y="1288"/>
                </a:lnTo>
                <a:lnTo>
                  <a:pt x="902" y="1288"/>
                </a:lnTo>
                <a:close/>
                <a:moveTo>
                  <a:pt x="920" y="1383"/>
                </a:moveTo>
                <a:lnTo>
                  <a:pt x="968" y="1376"/>
                </a:lnTo>
                <a:lnTo>
                  <a:pt x="969" y="1379"/>
                </a:lnTo>
                <a:lnTo>
                  <a:pt x="970" y="1387"/>
                </a:lnTo>
                <a:lnTo>
                  <a:pt x="971" y="1394"/>
                </a:lnTo>
                <a:lnTo>
                  <a:pt x="972" y="1402"/>
                </a:lnTo>
                <a:lnTo>
                  <a:pt x="973" y="1409"/>
                </a:lnTo>
                <a:lnTo>
                  <a:pt x="974" y="1417"/>
                </a:lnTo>
                <a:lnTo>
                  <a:pt x="975" y="1424"/>
                </a:lnTo>
                <a:lnTo>
                  <a:pt x="975" y="1425"/>
                </a:lnTo>
                <a:lnTo>
                  <a:pt x="927" y="1431"/>
                </a:lnTo>
                <a:lnTo>
                  <a:pt x="927" y="1430"/>
                </a:lnTo>
                <a:lnTo>
                  <a:pt x="926" y="1423"/>
                </a:lnTo>
                <a:lnTo>
                  <a:pt x="925" y="1416"/>
                </a:lnTo>
                <a:lnTo>
                  <a:pt x="924" y="1408"/>
                </a:lnTo>
                <a:lnTo>
                  <a:pt x="923" y="1401"/>
                </a:lnTo>
                <a:lnTo>
                  <a:pt x="922" y="1394"/>
                </a:lnTo>
                <a:lnTo>
                  <a:pt x="920" y="1387"/>
                </a:lnTo>
                <a:lnTo>
                  <a:pt x="920" y="1383"/>
                </a:lnTo>
                <a:lnTo>
                  <a:pt x="920" y="1383"/>
                </a:lnTo>
                <a:close/>
                <a:moveTo>
                  <a:pt x="932" y="1479"/>
                </a:moveTo>
                <a:lnTo>
                  <a:pt x="981" y="1475"/>
                </a:lnTo>
                <a:lnTo>
                  <a:pt x="981" y="1476"/>
                </a:lnTo>
                <a:lnTo>
                  <a:pt x="982" y="1484"/>
                </a:lnTo>
                <a:lnTo>
                  <a:pt x="982" y="1492"/>
                </a:lnTo>
                <a:lnTo>
                  <a:pt x="983" y="1499"/>
                </a:lnTo>
                <a:lnTo>
                  <a:pt x="984" y="1506"/>
                </a:lnTo>
                <a:lnTo>
                  <a:pt x="984" y="1514"/>
                </a:lnTo>
                <a:lnTo>
                  <a:pt x="985" y="1522"/>
                </a:lnTo>
                <a:lnTo>
                  <a:pt x="985" y="1524"/>
                </a:lnTo>
                <a:lnTo>
                  <a:pt x="936" y="1528"/>
                </a:lnTo>
                <a:lnTo>
                  <a:pt x="936" y="1525"/>
                </a:lnTo>
                <a:lnTo>
                  <a:pt x="935" y="1518"/>
                </a:lnTo>
                <a:lnTo>
                  <a:pt x="934" y="1510"/>
                </a:lnTo>
                <a:lnTo>
                  <a:pt x="934" y="1503"/>
                </a:lnTo>
                <a:lnTo>
                  <a:pt x="933" y="1496"/>
                </a:lnTo>
                <a:lnTo>
                  <a:pt x="933" y="1489"/>
                </a:lnTo>
                <a:lnTo>
                  <a:pt x="932" y="1481"/>
                </a:lnTo>
                <a:lnTo>
                  <a:pt x="932" y="1479"/>
                </a:lnTo>
                <a:lnTo>
                  <a:pt x="932" y="1479"/>
                </a:lnTo>
                <a:close/>
                <a:moveTo>
                  <a:pt x="939" y="1576"/>
                </a:moveTo>
                <a:lnTo>
                  <a:pt x="988" y="1574"/>
                </a:lnTo>
                <a:lnTo>
                  <a:pt x="988" y="1575"/>
                </a:lnTo>
                <a:lnTo>
                  <a:pt x="988" y="1583"/>
                </a:lnTo>
                <a:lnTo>
                  <a:pt x="989" y="1590"/>
                </a:lnTo>
                <a:lnTo>
                  <a:pt x="989" y="1598"/>
                </a:lnTo>
                <a:lnTo>
                  <a:pt x="989" y="1605"/>
                </a:lnTo>
                <a:lnTo>
                  <a:pt x="989" y="1613"/>
                </a:lnTo>
                <a:lnTo>
                  <a:pt x="989" y="1621"/>
                </a:lnTo>
                <a:lnTo>
                  <a:pt x="989" y="1623"/>
                </a:lnTo>
                <a:lnTo>
                  <a:pt x="940" y="1624"/>
                </a:lnTo>
                <a:lnTo>
                  <a:pt x="940" y="1622"/>
                </a:lnTo>
                <a:lnTo>
                  <a:pt x="940" y="1614"/>
                </a:lnTo>
                <a:lnTo>
                  <a:pt x="940" y="1607"/>
                </a:lnTo>
                <a:lnTo>
                  <a:pt x="939" y="1599"/>
                </a:lnTo>
                <a:lnTo>
                  <a:pt x="939" y="1592"/>
                </a:lnTo>
                <a:lnTo>
                  <a:pt x="939" y="1584"/>
                </a:lnTo>
                <a:lnTo>
                  <a:pt x="939" y="1577"/>
                </a:lnTo>
                <a:lnTo>
                  <a:pt x="939" y="1576"/>
                </a:lnTo>
                <a:lnTo>
                  <a:pt x="939" y="1576"/>
                </a:lnTo>
                <a:close/>
                <a:moveTo>
                  <a:pt x="940" y="1673"/>
                </a:moveTo>
                <a:lnTo>
                  <a:pt x="989" y="1674"/>
                </a:lnTo>
                <a:lnTo>
                  <a:pt x="989" y="1674"/>
                </a:lnTo>
                <a:lnTo>
                  <a:pt x="989" y="1676"/>
                </a:lnTo>
                <a:lnTo>
                  <a:pt x="989" y="1678"/>
                </a:lnTo>
                <a:lnTo>
                  <a:pt x="989" y="1680"/>
                </a:lnTo>
                <a:lnTo>
                  <a:pt x="989" y="1682"/>
                </a:lnTo>
                <a:lnTo>
                  <a:pt x="989" y="1684"/>
                </a:lnTo>
                <a:lnTo>
                  <a:pt x="989" y="1687"/>
                </a:lnTo>
                <a:lnTo>
                  <a:pt x="989" y="1689"/>
                </a:lnTo>
                <a:lnTo>
                  <a:pt x="989" y="1691"/>
                </a:lnTo>
                <a:lnTo>
                  <a:pt x="989" y="1694"/>
                </a:lnTo>
                <a:lnTo>
                  <a:pt x="989" y="1696"/>
                </a:lnTo>
                <a:lnTo>
                  <a:pt x="989" y="1698"/>
                </a:lnTo>
                <a:lnTo>
                  <a:pt x="989" y="1700"/>
                </a:lnTo>
                <a:lnTo>
                  <a:pt x="989" y="1703"/>
                </a:lnTo>
                <a:lnTo>
                  <a:pt x="989" y="1705"/>
                </a:lnTo>
                <a:lnTo>
                  <a:pt x="989" y="1707"/>
                </a:lnTo>
                <a:lnTo>
                  <a:pt x="989" y="1709"/>
                </a:lnTo>
                <a:lnTo>
                  <a:pt x="989" y="1711"/>
                </a:lnTo>
                <a:lnTo>
                  <a:pt x="989" y="1713"/>
                </a:lnTo>
                <a:lnTo>
                  <a:pt x="988" y="1716"/>
                </a:lnTo>
                <a:lnTo>
                  <a:pt x="988" y="1718"/>
                </a:lnTo>
                <a:lnTo>
                  <a:pt x="988" y="1720"/>
                </a:lnTo>
                <a:lnTo>
                  <a:pt x="988" y="1722"/>
                </a:lnTo>
                <a:lnTo>
                  <a:pt x="988" y="1723"/>
                </a:lnTo>
                <a:lnTo>
                  <a:pt x="939" y="1721"/>
                </a:lnTo>
                <a:lnTo>
                  <a:pt x="939" y="1721"/>
                </a:lnTo>
                <a:lnTo>
                  <a:pt x="939" y="1718"/>
                </a:lnTo>
                <a:lnTo>
                  <a:pt x="939" y="1716"/>
                </a:lnTo>
                <a:lnTo>
                  <a:pt x="939" y="1714"/>
                </a:lnTo>
                <a:lnTo>
                  <a:pt x="939" y="1712"/>
                </a:lnTo>
                <a:lnTo>
                  <a:pt x="939" y="1710"/>
                </a:lnTo>
                <a:lnTo>
                  <a:pt x="939" y="1708"/>
                </a:lnTo>
                <a:lnTo>
                  <a:pt x="939" y="1706"/>
                </a:lnTo>
                <a:lnTo>
                  <a:pt x="939" y="1703"/>
                </a:lnTo>
                <a:lnTo>
                  <a:pt x="939" y="1701"/>
                </a:lnTo>
                <a:lnTo>
                  <a:pt x="939" y="1699"/>
                </a:lnTo>
                <a:lnTo>
                  <a:pt x="940" y="1697"/>
                </a:lnTo>
                <a:lnTo>
                  <a:pt x="940" y="1695"/>
                </a:lnTo>
                <a:lnTo>
                  <a:pt x="940" y="1692"/>
                </a:lnTo>
                <a:lnTo>
                  <a:pt x="940" y="1690"/>
                </a:lnTo>
                <a:lnTo>
                  <a:pt x="940" y="1688"/>
                </a:lnTo>
                <a:lnTo>
                  <a:pt x="940" y="1686"/>
                </a:lnTo>
                <a:lnTo>
                  <a:pt x="940" y="1684"/>
                </a:lnTo>
                <a:lnTo>
                  <a:pt x="940" y="1682"/>
                </a:lnTo>
                <a:lnTo>
                  <a:pt x="940" y="1680"/>
                </a:lnTo>
                <a:lnTo>
                  <a:pt x="940" y="1677"/>
                </a:lnTo>
                <a:lnTo>
                  <a:pt x="940" y="1675"/>
                </a:lnTo>
                <a:lnTo>
                  <a:pt x="940" y="1673"/>
                </a:lnTo>
                <a:lnTo>
                  <a:pt x="940" y="1673"/>
                </a:lnTo>
                <a:lnTo>
                  <a:pt x="940" y="1673"/>
                </a:lnTo>
                <a:close/>
              </a:path>
            </a:pathLst>
          </a:custGeom>
          <a:solidFill>
            <a:srgbClr val="FFFFFF">
              <a:lumMod val="85000"/>
            </a:srgbClr>
          </a:solidFill>
          <a:ln>
            <a:noFill/>
          </a:ln>
        </p:spPr>
        <p:txBody>
          <a:bodyPr vert="horz" wrap="square" lIns="68580" tIns="34290" rIns="68580" bIns="34290" numCol="1" anchor="t" anchorCtr="0" compatLnSpc="1"/>
          <a:lstStyle/>
          <a:p>
            <a:endParaRPr lang="en-US" sz="1350">
              <a:latin typeface="微软雅黑" panose="020B0503020204020204" pitchFamily="34" charset="-122"/>
              <a:ea typeface="微软雅黑" panose="020B0503020204020204" pitchFamily="34" charset="-122"/>
            </a:endParaRPr>
          </a:p>
        </p:txBody>
      </p:sp>
      <p:sp>
        <p:nvSpPr>
          <p:cNvPr id="89" name="文本框 88"/>
          <p:cNvSpPr txBox="1"/>
          <p:nvPr>
            <p:custDataLst>
              <p:tags r:id="rId13"/>
            </p:custDataLst>
          </p:nvPr>
        </p:nvSpPr>
        <p:spPr>
          <a:xfrm>
            <a:off x="6240944" y="1614375"/>
            <a:ext cx="826529" cy="322932"/>
          </a:xfrm>
          <a:prstGeom prst="rect">
            <a:avLst/>
          </a:prstGeom>
          <a:noFill/>
        </p:spPr>
        <p:txBody>
          <a:bodyPr wrap="square" rtlCol="0" anchor="ctr">
            <a:normAutofit lnSpcReduction="20000"/>
          </a:bodyPr>
          <a:lstStyle/>
          <a:p>
            <a:pPr algn="ctr">
              <a:lnSpc>
                <a:spcPct val="130000"/>
              </a:lnSpc>
            </a:pPr>
            <a:r>
              <a:rPr kumimoji="1" lang="zh-CN" altLang="en-US" sz="1350" b="1" spc="300" dirty="0">
                <a:solidFill>
                  <a:srgbClr val="2196F3"/>
                </a:solidFill>
                <a:latin typeface="微软雅黑" panose="020B0503020204020204" pitchFamily="34" charset="-122"/>
                <a:ea typeface="微软雅黑" panose="020B0503020204020204" pitchFamily="34" charset="-122"/>
              </a:rPr>
              <a:t>第一步</a:t>
            </a:r>
          </a:p>
        </p:txBody>
      </p:sp>
      <p:sp>
        <p:nvSpPr>
          <p:cNvPr id="90" name="文本框 89"/>
          <p:cNvSpPr txBox="1"/>
          <p:nvPr>
            <p:custDataLst>
              <p:tags r:id="rId14"/>
            </p:custDataLst>
          </p:nvPr>
        </p:nvSpPr>
        <p:spPr>
          <a:xfrm>
            <a:off x="5121656" y="3553733"/>
            <a:ext cx="826529" cy="322932"/>
          </a:xfrm>
          <a:prstGeom prst="rect">
            <a:avLst/>
          </a:prstGeom>
          <a:noFill/>
        </p:spPr>
        <p:txBody>
          <a:bodyPr wrap="square" rtlCol="0" anchor="ctr">
            <a:normAutofit lnSpcReduction="20000"/>
          </a:bodyPr>
          <a:lstStyle/>
          <a:p>
            <a:pPr algn="ctr">
              <a:lnSpc>
                <a:spcPct val="130000"/>
              </a:lnSpc>
            </a:pPr>
            <a:r>
              <a:rPr kumimoji="1" lang="zh-CN" altLang="en-US" sz="1350" b="1" spc="300" dirty="0">
                <a:solidFill>
                  <a:srgbClr val="8BC34A"/>
                </a:solidFill>
                <a:latin typeface="微软雅黑" panose="020B0503020204020204" pitchFamily="34" charset="-122"/>
                <a:ea typeface="微软雅黑" panose="020B0503020204020204" pitchFamily="34" charset="-122"/>
              </a:rPr>
              <a:t>第二步</a:t>
            </a:r>
          </a:p>
        </p:txBody>
      </p:sp>
      <p:sp>
        <p:nvSpPr>
          <p:cNvPr id="91" name="文本框 90"/>
          <p:cNvSpPr txBox="1"/>
          <p:nvPr>
            <p:custDataLst>
              <p:tags r:id="rId15"/>
            </p:custDataLst>
          </p:nvPr>
        </p:nvSpPr>
        <p:spPr>
          <a:xfrm>
            <a:off x="7363575" y="3553734"/>
            <a:ext cx="826529" cy="322932"/>
          </a:xfrm>
          <a:prstGeom prst="rect">
            <a:avLst/>
          </a:prstGeom>
          <a:noFill/>
        </p:spPr>
        <p:txBody>
          <a:bodyPr wrap="square" rtlCol="0" anchor="ctr">
            <a:normAutofit lnSpcReduction="20000"/>
          </a:bodyPr>
          <a:lstStyle/>
          <a:p>
            <a:pPr algn="ctr">
              <a:lnSpc>
                <a:spcPct val="130000"/>
              </a:lnSpc>
            </a:pPr>
            <a:r>
              <a:rPr kumimoji="1" lang="zh-CN" altLang="en-US" sz="1350" b="1" spc="300" dirty="0">
                <a:solidFill>
                  <a:srgbClr val="009587"/>
                </a:solidFill>
                <a:latin typeface="微软雅黑" panose="020B0503020204020204" pitchFamily="34" charset="-122"/>
                <a:ea typeface="微软雅黑" panose="020B0503020204020204" pitchFamily="34" charset="-122"/>
              </a:rPr>
              <a:t>第三步</a:t>
            </a:r>
          </a:p>
        </p:txBody>
      </p:sp>
      <p:sp>
        <p:nvSpPr>
          <p:cNvPr id="42" name="任意形状 41"/>
          <p:cNvSpPr/>
          <p:nvPr>
            <p:custDataLst>
              <p:tags r:id="rId16"/>
            </p:custDataLst>
          </p:nvPr>
        </p:nvSpPr>
        <p:spPr>
          <a:xfrm>
            <a:off x="6449702" y="2858814"/>
            <a:ext cx="423853" cy="423827"/>
          </a:xfrm>
          <a:custGeom>
            <a:avLst/>
            <a:gdLst>
              <a:gd name="connsiteX0" fmla="*/ 483105 w 572573"/>
              <a:gd name="connsiteY0" fmla="*/ 518862 h 572537"/>
              <a:gd name="connsiteX1" fmla="*/ 536754 w 572573"/>
              <a:gd name="connsiteY1" fmla="*/ 518862 h 572537"/>
              <a:gd name="connsiteX2" fmla="*/ 536754 w 572573"/>
              <a:gd name="connsiteY2" fmla="*/ 536755 h 572537"/>
              <a:gd name="connsiteX3" fmla="*/ 483105 w 572573"/>
              <a:gd name="connsiteY3" fmla="*/ 536755 h 572537"/>
              <a:gd name="connsiteX4" fmla="*/ 411494 w 572573"/>
              <a:gd name="connsiteY4" fmla="*/ 518862 h 572537"/>
              <a:gd name="connsiteX5" fmla="*/ 465143 w 572573"/>
              <a:gd name="connsiteY5" fmla="*/ 518862 h 572537"/>
              <a:gd name="connsiteX6" fmla="*/ 465143 w 572573"/>
              <a:gd name="connsiteY6" fmla="*/ 536755 h 572537"/>
              <a:gd name="connsiteX7" fmla="*/ 411494 w 572573"/>
              <a:gd name="connsiteY7" fmla="*/ 536755 h 572537"/>
              <a:gd name="connsiteX8" fmla="*/ 304196 w 572573"/>
              <a:gd name="connsiteY8" fmla="*/ 411511 h 572537"/>
              <a:gd name="connsiteX9" fmla="*/ 304196 w 572573"/>
              <a:gd name="connsiteY9" fmla="*/ 483079 h 572537"/>
              <a:gd name="connsiteX10" fmla="*/ 375763 w 572573"/>
              <a:gd name="connsiteY10" fmla="*/ 483079 h 572537"/>
              <a:gd name="connsiteX11" fmla="*/ 375763 w 572573"/>
              <a:gd name="connsiteY11" fmla="*/ 411511 h 572537"/>
              <a:gd name="connsiteX12" fmla="*/ 250521 w 572573"/>
              <a:gd name="connsiteY12" fmla="*/ 411511 h 572537"/>
              <a:gd name="connsiteX13" fmla="*/ 250521 w 572573"/>
              <a:gd name="connsiteY13" fmla="*/ 483079 h 572537"/>
              <a:gd name="connsiteX14" fmla="*/ 286304 w 572573"/>
              <a:gd name="connsiteY14" fmla="*/ 483079 h 572537"/>
              <a:gd name="connsiteX15" fmla="*/ 286304 w 572573"/>
              <a:gd name="connsiteY15" fmla="*/ 411511 h 572537"/>
              <a:gd name="connsiteX16" fmla="*/ 232629 w 572573"/>
              <a:gd name="connsiteY16" fmla="*/ 393619 h 572537"/>
              <a:gd name="connsiteX17" fmla="*/ 393655 w 572573"/>
              <a:gd name="connsiteY17" fmla="*/ 393619 h 572537"/>
              <a:gd name="connsiteX18" fmla="*/ 393655 w 572573"/>
              <a:gd name="connsiteY18" fmla="*/ 500971 h 572537"/>
              <a:gd name="connsiteX19" fmla="*/ 232629 w 572573"/>
              <a:gd name="connsiteY19" fmla="*/ 500971 h 572537"/>
              <a:gd name="connsiteX20" fmla="*/ 465213 w 572573"/>
              <a:gd name="connsiteY20" fmla="*/ 89468 h 572537"/>
              <a:gd name="connsiteX21" fmla="*/ 465213 w 572573"/>
              <a:gd name="connsiteY21" fmla="*/ 107351 h 572537"/>
              <a:gd name="connsiteX22" fmla="*/ 500970 w 572573"/>
              <a:gd name="connsiteY22" fmla="*/ 107351 h 572537"/>
              <a:gd name="connsiteX23" fmla="*/ 500970 w 572573"/>
              <a:gd name="connsiteY23" fmla="*/ 125242 h 572537"/>
              <a:gd name="connsiteX24" fmla="*/ 465213 w 572573"/>
              <a:gd name="connsiteY24" fmla="*/ 125242 h 572537"/>
              <a:gd name="connsiteX25" fmla="*/ 465213 w 572573"/>
              <a:gd name="connsiteY25" fmla="*/ 483079 h 572537"/>
              <a:gd name="connsiteX26" fmla="*/ 518897 w 572573"/>
              <a:gd name="connsiteY26" fmla="*/ 483079 h 572537"/>
              <a:gd name="connsiteX27" fmla="*/ 518897 w 572573"/>
              <a:gd name="connsiteY27" fmla="*/ 89468 h 572537"/>
              <a:gd name="connsiteX28" fmla="*/ 322088 w 572573"/>
              <a:gd name="connsiteY28" fmla="*/ 89468 h 572537"/>
              <a:gd name="connsiteX29" fmla="*/ 322088 w 572573"/>
              <a:gd name="connsiteY29" fmla="*/ 107351 h 572537"/>
              <a:gd name="connsiteX30" fmla="*/ 447321 w 572573"/>
              <a:gd name="connsiteY30" fmla="*/ 107351 h 572537"/>
              <a:gd name="connsiteX31" fmla="*/ 447321 w 572573"/>
              <a:gd name="connsiteY31" fmla="*/ 89468 h 572537"/>
              <a:gd name="connsiteX32" fmla="*/ 250521 w 572573"/>
              <a:gd name="connsiteY32" fmla="*/ 89459 h 572537"/>
              <a:gd name="connsiteX33" fmla="*/ 250521 w 572573"/>
              <a:gd name="connsiteY33" fmla="*/ 107351 h 572537"/>
              <a:gd name="connsiteX34" fmla="*/ 268404 w 572573"/>
              <a:gd name="connsiteY34" fmla="*/ 107351 h 572537"/>
              <a:gd name="connsiteX35" fmla="*/ 268404 w 572573"/>
              <a:gd name="connsiteY35" fmla="*/ 125242 h 572537"/>
              <a:gd name="connsiteX36" fmla="*/ 250521 w 572573"/>
              <a:gd name="connsiteY36" fmla="*/ 125242 h 572537"/>
              <a:gd name="connsiteX37" fmla="*/ 250521 w 572573"/>
              <a:gd name="connsiteY37" fmla="*/ 161026 h 572537"/>
              <a:gd name="connsiteX38" fmla="*/ 268412 w 572573"/>
              <a:gd name="connsiteY38" fmla="*/ 161026 h 572537"/>
              <a:gd name="connsiteX39" fmla="*/ 268412 w 572573"/>
              <a:gd name="connsiteY39" fmla="*/ 196809 h 572537"/>
              <a:gd name="connsiteX40" fmla="*/ 286304 w 572573"/>
              <a:gd name="connsiteY40" fmla="*/ 196809 h 572537"/>
              <a:gd name="connsiteX41" fmla="*/ 286304 w 572573"/>
              <a:gd name="connsiteY41" fmla="*/ 161026 h 572537"/>
              <a:gd name="connsiteX42" fmla="*/ 304196 w 572573"/>
              <a:gd name="connsiteY42" fmla="*/ 161026 h 572537"/>
              <a:gd name="connsiteX43" fmla="*/ 304196 w 572573"/>
              <a:gd name="connsiteY43" fmla="*/ 89459 h 572537"/>
              <a:gd name="connsiteX44" fmla="*/ 161062 w 572573"/>
              <a:gd name="connsiteY44" fmla="*/ 89459 h 572537"/>
              <a:gd name="connsiteX45" fmla="*/ 161062 w 572573"/>
              <a:gd name="connsiteY45" fmla="*/ 107351 h 572537"/>
              <a:gd name="connsiteX46" fmla="*/ 232629 w 572573"/>
              <a:gd name="connsiteY46" fmla="*/ 107351 h 572537"/>
              <a:gd name="connsiteX47" fmla="*/ 232629 w 572573"/>
              <a:gd name="connsiteY47" fmla="*/ 89459 h 572537"/>
              <a:gd name="connsiteX48" fmla="*/ 143170 w 572573"/>
              <a:gd name="connsiteY48" fmla="*/ 71567 h 572537"/>
              <a:gd name="connsiteX49" fmla="*/ 322088 w 572573"/>
              <a:gd name="connsiteY49" fmla="*/ 71567 h 572537"/>
              <a:gd name="connsiteX50" fmla="*/ 322088 w 572573"/>
              <a:gd name="connsiteY50" fmla="*/ 71576 h 572537"/>
              <a:gd name="connsiteX51" fmla="*/ 536789 w 572573"/>
              <a:gd name="connsiteY51" fmla="*/ 71576 h 572537"/>
              <a:gd name="connsiteX52" fmla="*/ 536789 w 572573"/>
              <a:gd name="connsiteY52" fmla="*/ 500971 h 572537"/>
              <a:gd name="connsiteX53" fmla="*/ 420493 w 572573"/>
              <a:gd name="connsiteY53" fmla="*/ 500971 h 572537"/>
              <a:gd name="connsiteX54" fmla="*/ 420493 w 572573"/>
              <a:gd name="connsiteY54" fmla="*/ 483079 h 572537"/>
              <a:gd name="connsiteX55" fmla="*/ 447321 w 572573"/>
              <a:gd name="connsiteY55" fmla="*/ 483079 h 572537"/>
              <a:gd name="connsiteX56" fmla="*/ 447321 w 572573"/>
              <a:gd name="connsiteY56" fmla="*/ 125242 h 572537"/>
              <a:gd name="connsiteX57" fmla="*/ 322088 w 572573"/>
              <a:gd name="connsiteY57" fmla="*/ 125242 h 572537"/>
              <a:gd name="connsiteX58" fmla="*/ 322088 w 572573"/>
              <a:gd name="connsiteY58" fmla="*/ 178918 h 572537"/>
              <a:gd name="connsiteX59" fmla="*/ 304196 w 572573"/>
              <a:gd name="connsiteY59" fmla="*/ 178918 h 572537"/>
              <a:gd name="connsiteX60" fmla="*/ 304196 w 572573"/>
              <a:gd name="connsiteY60" fmla="*/ 214701 h 572537"/>
              <a:gd name="connsiteX61" fmla="*/ 286304 w 572573"/>
              <a:gd name="connsiteY61" fmla="*/ 214701 h 572537"/>
              <a:gd name="connsiteX62" fmla="*/ 286304 w 572573"/>
              <a:gd name="connsiteY62" fmla="*/ 250485 h 572537"/>
              <a:gd name="connsiteX63" fmla="*/ 304196 w 572573"/>
              <a:gd name="connsiteY63" fmla="*/ 268377 h 572537"/>
              <a:gd name="connsiteX64" fmla="*/ 375763 w 572573"/>
              <a:gd name="connsiteY64" fmla="*/ 268377 h 572537"/>
              <a:gd name="connsiteX65" fmla="*/ 411547 w 572573"/>
              <a:gd name="connsiteY65" fmla="*/ 304160 h 572537"/>
              <a:gd name="connsiteX66" fmla="*/ 375763 w 572573"/>
              <a:gd name="connsiteY66" fmla="*/ 339944 h 572537"/>
              <a:gd name="connsiteX67" fmla="*/ 277358 w 572573"/>
              <a:gd name="connsiteY67" fmla="*/ 339944 h 572537"/>
              <a:gd name="connsiteX68" fmla="*/ 250521 w 572573"/>
              <a:gd name="connsiteY68" fmla="*/ 366782 h 572537"/>
              <a:gd name="connsiteX69" fmla="*/ 250521 w 572573"/>
              <a:gd name="connsiteY69" fmla="*/ 376279 h 572537"/>
              <a:gd name="connsiteX70" fmla="*/ 232629 w 572573"/>
              <a:gd name="connsiteY70" fmla="*/ 376279 h 572537"/>
              <a:gd name="connsiteX71" fmla="*/ 232629 w 572573"/>
              <a:gd name="connsiteY71" fmla="*/ 366782 h 572537"/>
              <a:gd name="connsiteX72" fmla="*/ 277358 w 572573"/>
              <a:gd name="connsiteY72" fmla="*/ 322052 h 572537"/>
              <a:gd name="connsiteX73" fmla="*/ 375763 w 572573"/>
              <a:gd name="connsiteY73" fmla="*/ 322052 h 572537"/>
              <a:gd name="connsiteX74" fmla="*/ 393655 w 572573"/>
              <a:gd name="connsiteY74" fmla="*/ 304160 h 572537"/>
              <a:gd name="connsiteX75" fmla="*/ 375763 w 572573"/>
              <a:gd name="connsiteY75" fmla="*/ 286268 h 572537"/>
              <a:gd name="connsiteX76" fmla="*/ 304196 w 572573"/>
              <a:gd name="connsiteY76" fmla="*/ 286268 h 572537"/>
              <a:gd name="connsiteX77" fmla="*/ 268412 w 572573"/>
              <a:gd name="connsiteY77" fmla="*/ 250485 h 572537"/>
              <a:gd name="connsiteX78" fmla="*/ 268412 w 572573"/>
              <a:gd name="connsiteY78" fmla="*/ 214701 h 572537"/>
              <a:gd name="connsiteX79" fmla="*/ 250521 w 572573"/>
              <a:gd name="connsiteY79" fmla="*/ 214701 h 572537"/>
              <a:gd name="connsiteX80" fmla="*/ 250521 w 572573"/>
              <a:gd name="connsiteY80" fmla="*/ 178918 h 572537"/>
              <a:gd name="connsiteX81" fmla="*/ 232629 w 572573"/>
              <a:gd name="connsiteY81" fmla="*/ 178918 h 572537"/>
              <a:gd name="connsiteX82" fmla="*/ 232629 w 572573"/>
              <a:gd name="connsiteY82" fmla="*/ 125242 h 572537"/>
              <a:gd name="connsiteX83" fmla="*/ 161062 w 572573"/>
              <a:gd name="connsiteY83" fmla="*/ 125242 h 572537"/>
              <a:gd name="connsiteX84" fmla="*/ 161062 w 572573"/>
              <a:gd name="connsiteY84" fmla="*/ 483079 h 572537"/>
              <a:gd name="connsiteX85" fmla="*/ 214737 w 572573"/>
              <a:gd name="connsiteY85" fmla="*/ 483079 h 572537"/>
              <a:gd name="connsiteX86" fmla="*/ 214737 w 572573"/>
              <a:gd name="connsiteY86" fmla="*/ 500971 h 572537"/>
              <a:gd name="connsiteX87" fmla="*/ 143170 w 572573"/>
              <a:gd name="connsiteY87" fmla="*/ 500971 h 572537"/>
              <a:gd name="connsiteX88" fmla="*/ 107351 w 572573"/>
              <a:gd name="connsiteY88" fmla="*/ 35792 h 572537"/>
              <a:gd name="connsiteX89" fmla="*/ 125244 w 572573"/>
              <a:gd name="connsiteY89" fmla="*/ 35792 h 572537"/>
              <a:gd name="connsiteX90" fmla="*/ 125244 w 572573"/>
              <a:gd name="connsiteY90" fmla="*/ 545700 h 572537"/>
              <a:gd name="connsiteX91" fmla="*/ 107351 w 572573"/>
              <a:gd name="connsiteY91" fmla="*/ 545700 h 572537"/>
              <a:gd name="connsiteX92" fmla="*/ 509916 w 572573"/>
              <a:gd name="connsiteY92" fmla="*/ 35784 h 572537"/>
              <a:gd name="connsiteX93" fmla="*/ 527809 w 572573"/>
              <a:gd name="connsiteY93" fmla="*/ 35784 h 572537"/>
              <a:gd name="connsiteX94" fmla="*/ 527809 w 572573"/>
              <a:gd name="connsiteY94" fmla="*/ 53677 h 572537"/>
              <a:gd name="connsiteX95" fmla="*/ 509916 w 572573"/>
              <a:gd name="connsiteY95" fmla="*/ 53677 h 572537"/>
              <a:gd name="connsiteX96" fmla="*/ 474133 w 572573"/>
              <a:gd name="connsiteY96" fmla="*/ 35784 h 572537"/>
              <a:gd name="connsiteX97" fmla="*/ 492026 w 572573"/>
              <a:gd name="connsiteY97" fmla="*/ 35784 h 572537"/>
              <a:gd name="connsiteX98" fmla="*/ 492026 w 572573"/>
              <a:gd name="connsiteY98" fmla="*/ 53677 h 572537"/>
              <a:gd name="connsiteX99" fmla="*/ 474133 w 572573"/>
              <a:gd name="connsiteY99" fmla="*/ 53677 h 572537"/>
              <a:gd name="connsiteX100" fmla="*/ 438349 w 572573"/>
              <a:gd name="connsiteY100" fmla="*/ 35784 h 572537"/>
              <a:gd name="connsiteX101" fmla="*/ 456242 w 572573"/>
              <a:gd name="connsiteY101" fmla="*/ 35784 h 572537"/>
              <a:gd name="connsiteX102" fmla="*/ 456242 w 572573"/>
              <a:gd name="connsiteY102" fmla="*/ 53677 h 572537"/>
              <a:gd name="connsiteX103" fmla="*/ 438349 w 572573"/>
              <a:gd name="connsiteY103" fmla="*/ 53677 h 572537"/>
              <a:gd name="connsiteX104" fmla="*/ 402566 w 572573"/>
              <a:gd name="connsiteY104" fmla="*/ 35784 h 572537"/>
              <a:gd name="connsiteX105" fmla="*/ 420459 w 572573"/>
              <a:gd name="connsiteY105" fmla="*/ 35784 h 572537"/>
              <a:gd name="connsiteX106" fmla="*/ 420459 w 572573"/>
              <a:gd name="connsiteY106" fmla="*/ 53677 h 572537"/>
              <a:gd name="connsiteX107" fmla="*/ 402566 w 572573"/>
              <a:gd name="connsiteY107" fmla="*/ 53677 h 572537"/>
              <a:gd name="connsiteX108" fmla="*/ 366782 w 572573"/>
              <a:gd name="connsiteY108" fmla="*/ 35784 h 572537"/>
              <a:gd name="connsiteX109" fmla="*/ 384675 w 572573"/>
              <a:gd name="connsiteY109" fmla="*/ 35784 h 572537"/>
              <a:gd name="connsiteX110" fmla="*/ 384675 w 572573"/>
              <a:gd name="connsiteY110" fmla="*/ 53677 h 572537"/>
              <a:gd name="connsiteX111" fmla="*/ 366782 w 572573"/>
              <a:gd name="connsiteY111" fmla="*/ 53677 h 572537"/>
              <a:gd name="connsiteX112" fmla="*/ 330999 w 572573"/>
              <a:gd name="connsiteY112" fmla="*/ 35784 h 572537"/>
              <a:gd name="connsiteX113" fmla="*/ 348892 w 572573"/>
              <a:gd name="connsiteY113" fmla="*/ 35784 h 572537"/>
              <a:gd name="connsiteX114" fmla="*/ 348892 w 572573"/>
              <a:gd name="connsiteY114" fmla="*/ 53677 h 572537"/>
              <a:gd name="connsiteX115" fmla="*/ 330999 w 572573"/>
              <a:gd name="connsiteY115" fmla="*/ 53677 h 572537"/>
              <a:gd name="connsiteX116" fmla="*/ 295215 w 572573"/>
              <a:gd name="connsiteY116" fmla="*/ 35784 h 572537"/>
              <a:gd name="connsiteX117" fmla="*/ 313108 w 572573"/>
              <a:gd name="connsiteY117" fmla="*/ 35784 h 572537"/>
              <a:gd name="connsiteX118" fmla="*/ 313108 w 572573"/>
              <a:gd name="connsiteY118" fmla="*/ 53677 h 572537"/>
              <a:gd name="connsiteX119" fmla="*/ 295215 w 572573"/>
              <a:gd name="connsiteY119" fmla="*/ 53677 h 572537"/>
              <a:gd name="connsiteX120" fmla="*/ 259431 w 572573"/>
              <a:gd name="connsiteY120" fmla="*/ 35784 h 572537"/>
              <a:gd name="connsiteX121" fmla="*/ 277324 w 572573"/>
              <a:gd name="connsiteY121" fmla="*/ 35784 h 572537"/>
              <a:gd name="connsiteX122" fmla="*/ 277324 w 572573"/>
              <a:gd name="connsiteY122" fmla="*/ 53677 h 572537"/>
              <a:gd name="connsiteX123" fmla="*/ 259431 w 572573"/>
              <a:gd name="connsiteY123" fmla="*/ 53677 h 572537"/>
              <a:gd name="connsiteX124" fmla="*/ 223648 w 572573"/>
              <a:gd name="connsiteY124" fmla="*/ 35784 h 572537"/>
              <a:gd name="connsiteX125" fmla="*/ 241541 w 572573"/>
              <a:gd name="connsiteY125" fmla="*/ 35784 h 572537"/>
              <a:gd name="connsiteX126" fmla="*/ 241541 w 572573"/>
              <a:gd name="connsiteY126" fmla="*/ 53677 h 572537"/>
              <a:gd name="connsiteX127" fmla="*/ 223648 w 572573"/>
              <a:gd name="connsiteY127" fmla="*/ 53677 h 572537"/>
              <a:gd name="connsiteX128" fmla="*/ 187864 w 572573"/>
              <a:gd name="connsiteY128" fmla="*/ 35784 h 572537"/>
              <a:gd name="connsiteX129" fmla="*/ 205757 w 572573"/>
              <a:gd name="connsiteY129" fmla="*/ 35784 h 572537"/>
              <a:gd name="connsiteX130" fmla="*/ 205757 w 572573"/>
              <a:gd name="connsiteY130" fmla="*/ 53677 h 572537"/>
              <a:gd name="connsiteX131" fmla="*/ 187864 w 572573"/>
              <a:gd name="connsiteY131" fmla="*/ 53677 h 572537"/>
              <a:gd name="connsiteX132" fmla="*/ 152081 w 572573"/>
              <a:gd name="connsiteY132" fmla="*/ 35784 h 572537"/>
              <a:gd name="connsiteX133" fmla="*/ 169974 w 572573"/>
              <a:gd name="connsiteY133" fmla="*/ 35784 h 572537"/>
              <a:gd name="connsiteX134" fmla="*/ 169974 w 572573"/>
              <a:gd name="connsiteY134" fmla="*/ 53677 h 572537"/>
              <a:gd name="connsiteX135" fmla="*/ 152081 w 572573"/>
              <a:gd name="connsiteY135" fmla="*/ 53677 h 572537"/>
              <a:gd name="connsiteX136" fmla="*/ 17892 w 572573"/>
              <a:gd name="connsiteY136" fmla="*/ 17892 h 572537"/>
              <a:gd name="connsiteX137" fmla="*/ 17892 w 572573"/>
              <a:gd name="connsiteY137" fmla="*/ 554645 h 572537"/>
              <a:gd name="connsiteX138" fmla="*/ 554681 w 572573"/>
              <a:gd name="connsiteY138" fmla="*/ 554645 h 572537"/>
              <a:gd name="connsiteX139" fmla="*/ 554681 w 572573"/>
              <a:gd name="connsiteY139" fmla="*/ 17892 h 572537"/>
              <a:gd name="connsiteX140" fmla="*/ 0 w 572573"/>
              <a:gd name="connsiteY140" fmla="*/ 0 h 572537"/>
              <a:gd name="connsiteX141" fmla="*/ 572573 w 572573"/>
              <a:gd name="connsiteY141" fmla="*/ 0 h 572537"/>
              <a:gd name="connsiteX142" fmla="*/ 572573 w 572573"/>
              <a:gd name="connsiteY142" fmla="*/ 572537 h 572537"/>
              <a:gd name="connsiteX143" fmla="*/ 0 w 572573"/>
              <a:gd name="connsiteY143" fmla="*/ 572537 h 572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572573" h="572537">
                <a:moveTo>
                  <a:pt x="483105" y="518862"/>
                </a:moveTo>
                <a:lnTo>
                  <a:pt x="536754" y="518862"/>
                </a:lnTo>
                <a:lnTo>
                  <a:pt x="536754" y="536755"/>
                </a:lnTo>
                <a:lnTo>
                  <a:pt x="483105" y="536755"/>
                </a:lnTo>
                <a:close/>
                <a:moveTo>
                  <a:pt x="411494" y="518862"/>
                </a:moveTo>
                <a:lnTo>
                  <a:pt x="465143" y="518862"/>
                </a:lnTo>
                <a:lnTo>
                  <a:pt x="465143" y="536755"/>
                </a:lnTo>
                <a:lnTo>
                  <a:pt x="411494" y="536755"/>
                </a:lnTo>
                <a:close/>
                <a:moveTo>
                  <a:pt x="304196" y="411511"/>
                </a:moveTo>
                <a:lnTo>
                  <a:pt x="304196" y="483079"/>
                </a:lnTo>
                <a:lnTo>
                  <a:pt x="375763" y="483079"/>
                </a:lnTo>
                <a:lnTo>
                  <a:pt x="375763" y="411511"/>
                </a:lnTo>
                <a:close/>
                <a:moveTo>
                  <a:pt x="250521" y="411511"/>
                </a:moveTo>
                <a:lnTo>
                  <a:pt x="250521" y="483079"/>
                </a:lnTo>
                <a:lnTo>
                  <a:pt x="286304" y="483079"/>
                </a:lnTo>
                <a:lnTo>
                  <a:pt x="286304" y="411511"/>
                </a:lnTo>
                <a:close/>
                <a:moveTo>
                  <a:pt x="232629" y="393619"/>
                </a:moveTo>
                <a:lnTo>
                  <a:pt x="393655" y="393619"/>
                </a:lnTo>
                <a:lnTo>
                  <a:pt x="393655" y="500971"/>
                </a:lnTo>
                <a:lnTo>
                  <a:pt x="232629" y="500971"/>
                </a:lnTo>
                <a:close/>
                <a:moveTo>
                  <a:pt x="465213" y="89468"/>
                </a:moveTo>
                <a:lnTo>
                  <a:pt x="465213" y="107351"/>
                </a:lnTo>
                <a:lnTo>
                  <a:pt x="500970" y="107351"/>
                </a:lnTo>
                <a:lnTo>
                  <a:pt x="500970" y="125242"/>
                </a:lnTo>
                <a:lnTo>
                  <a:pt x="465213" y="125242"/>
                </a:lnTo>
                <a:lnTo>
                  <a:pt x="465213" y="483079"/>
                </a:lnTo>
                <a:lnTo>
                  <a:pt x="518897" y="483079"/>
                </a:lnTo>
                <a:lnTo>
                  <a:pt x="518897" y="89468"/>
                </a:lnTo>
                <a:close/>
                <a:moveTo>
                  <a:pt x="322088" y="89468"/>
                </a:moveTo>
                <a:lnTo>
                  <a:pt x="322088" y="107351"/>
                </a:lnTo>
                <a:lnTo>
                  <a:pt x="447321" y="107351"/>
                </a:lnTo>
                <a:lnTo>
                  <a:pt x="447321" y="89468"/>
                </a:lnTo>
                <a:close/>
                <a:moveTo>
                  <a:pt x="250521" y="89459"/>
                </a:moveTo>
                <a:lnTo>
                  <a:pt x="250521" y="107351"/>
                </a:lnTo>
                <a:lnTo>
                  <a:pt x="268404" y="107351"/>
                </a:lnTo>
                <a:lnTo>
                  <a:pt x="268404" y="125242"/>
                </a:lnTo>
                <a:lnTo>
                  <a:pt x="250521" y="125242"/>
                </a:lnTo>
                <a:lnTo>
                  <a:pt x="250521" y="161026"/>
                </a:lnTo>
                <a:lnTo>
                  <a:pt x="268412" y="161026"/>
                </a:lnTo>
                <a:lnTo>
                  <a:pt x="268412" y="196809"/>
                </a:lnTo>
                <a:lnTo>
                  <a:pt x="286304" y="196809"/>
                </a:lnTo>
                <a:lnTo>
                  <a:pt x="286304" y="161026"/>
                </a:lnTo>
                <a:lnTo>
                  <a:pt x="304196" y="161026"/>
                </a:lnTo>
                <a:lnTo>
                  <a:pt x="304196" y="89459"/>
                </a:lnTo>
                <a:close/>
                <a:moveTo>
                  <a:pt x="161062" y="89459"/>
                </a:moveTo>
                <a:lnTo>
                  <a:pt x="161062" y="107351"/>
                </a:lnTo>
                <a:lnTo>
                  <a:pt x="232629" y="107351"/>
                </a:lnTo>
                <a:lnTo>
                  <a:pt x="232629" y="89459"/>
                </a:lnTo>
                <a:close/>
                <a:moveTo>
                  <a:pt x="143170" y="71567"/>
                </a:moveTo>
                <a:lnTo>
                  <a:pt x="322088" y="71567"/>
                </a:lnTo>
                <a:lnTo>
                  <a:pt x="322088" y="71576"/>
                </a:lnTo>
                <a:lnTo>
                  <a:pt x="536789" y="71576"/>
                </a:lnTo>
                <a:lnTo>
                  <a:pt x="536789" y="500971"/>
                </a:lnTo>
                <a:lnTo>
                  <a:pt x="420493" y="500971"/>
                </a:lnTo>
                <a:lnTo>
                  <a:pt x="420493" y="483079"/>
                </a:lnTo>
                <a:lnTo>
                  <a:pt x="447321" y="483079"/>
                </a:lnTo>
                <a:lnTo>
                  <a:pt x="447321" y="125242"/>
                </a:lnTo>
                <a:lnTo>
                  <a:pt x="322088" y="125242"/>
                </a:lnTo>
                <a:lnTo>
                  <a:pt x="322088" y="178918"/>
                </a:lnTo>
                <a:lnTo>
                  <a:pt x="304196" y="178918"/>
                </a:lnTo>
                <a:lnTo>
                  <a:pt x="304196" y="214701"/>
                </a:lnTo>
                <a:lnTo>
                  <a:pt x="286304" y="214701"/>
                </a:lnTo>
                <a:lnTo>
                  <a:pt x="286304" y="250485"/>
                </a:lnTo>
                <a:cubicBezTo>
                  <a:pt x="286317" y="260361"/>
                  <a:pt x="294320" y="268364"/>
                  <a:pt x="304196" y="268377"/>
                </a:cubicBezTo>
                <a:lnTo>
                  <a:pt x="375763" y="268377"/>
                </a:lnTo>
                <a:cubicBezTo>
                  <a:pt x="395526" y="268377"/>
                  <a:pt x="411547" y="284397"/>
                  <a:pt x="411547" y="304160"/>
                </a:cubicBezTo>
                <a:cubicBezTo>
                  <a:pt x="411547" y="323923"/>
                  <a:pt x="395526" y="339944"/>
                  <a:pt x="375763" y="339944"/>
                </a:cubicBezTo>
                <a:lnTo>
                  <a:pt x="277358" y="339944"/>
                </a:lnTo>
                <a:cubicBezTo>
                  <a:pt x="262543" y="339960"/>
                  <a:pt x="250537" y="351967"/>
                  <a:pt x="250521" y="366782"/>
                </a:cubicBezTo>
                <a:lnTo>
                  <a:pt x="250521" y="376279"/>
                </a:lnTo>
                <a:lnTo>
                  <a:pt x="232629" y="376279"/>
                </a:lnTo>
                <a:lnTo>
                  <a:pt x="232629" y="366782"/>
                </a:lnTo>
                <a:cubicBezTo>
                  <a:pt x="232658" y="342090"/>
                  <a:pt x="252667" y="322081"/>
                  <a:pt x="277358" y="322052"/>
                </a:cubicBezTo>
                <a:lnTo>
                  <a:pt x="375763" y="322052"/>
                </a:lnTo>
                <a:cubicBezTo>
                  <a:pt x="385645" y="322052"/>
                  <a:pt x="393655" y="314042"/>
                  <a:pt x="393655" y="304160"/>
                </a:cubicBezTo>
                <a:cubicBezTo>
                  <a:pt x="393655" y="294279"/>
                  <a:pt x="385645" y="286268"/>
                  <a:pt x="375763" y="286268"/>
                </a:cubicBezTo>
                <a:lnTo>
                  <a:pt x="304196" y="286268"/>
                </a:lnTo>
                <a:cubicBezTo>
                  <a:pt x="284441" y="286249"/>
                  <a:pt x="268432" y="270239"/>
                  <a:pt x="268412" y="250485"/>
                </a:cubicBezTo>
                <a:lnTo>
                  <a:pt x="268412" y="214701"/>
                </a:lnTo>
                <a:lnTo>
                  <a:pt x="250521" y="214701"/>
                </a:lnTo>
                <a:lnTo>
                  <a:pt x="250521" y="178918"/>
                </a:lnTo>
                <a:lnTo>
                  <a:pt x="232629" y="178918"/>
                </a:lnTo>
                <a:lnTo>
                  <a:pt x="232629" y="125242"/>
                </a:lnTo>
                <a:lnTo>
                  <a:pt x="161062" y="125242"/>
                </a:lnTo>
                <a:lnTo>
                  <a:pt x="161062" y="483079"/>
                </a:lnTo>
                <a:lnTo>
                  <a:pt x="214737" y="483079"/>
                </a:lnTo>
                <a:lnTo>
                  <a:pt x="214737" y="500971"/>
                </a:lnTo>
                <a:lnTo>
                  <a:pt x="143170" y="500971"/>
                </a:lnTo>
                <a:close/>
                <a:moveTo>
                  <a:pt x="107351" y="35792"/>
                </a:moveTo>
                <a:lnTo>
                  <a:pt x="125244" y="35792"/>
                </a:lnTo>
                <a:lnTo>
                  <a:pt x="125244" y="545700"/>
                </a:lnTo>
                <a:lnTo>
                  <a:pt x="107351" y="545700"/>
                </a:lnTo>
                <a:close/>
                <a:moveTo>
                  <a:pt x="509916" y="35784"/>
                </a:moveTo>
                <a:lnTo>
                  <a:pt x="527809" y="35784"/>
                </a:lnTo>
                <a:lnTo>
                  <a:pt x="527809" y="53677"/>
                </a:lnTo>
                <a:lnTo>
                  <a:pt x="509916" y="53677"/>
                </a:lnTo>
                <a:close/>
                <a:moveTo>
                  <a:pt x="474133" y="35784"/>
                </a:moveTo>
                <a:lnTo>
                  <a:pt x="492026" y="35784"/>
                </a:lnTo>
                <a:lnTo>
                  <a:pt x="492026" y="53677"/>
                </a:lnTo>
                <a:lnTo>
                  <a:pt x="474133" y="53677"/>
                </a:lnTo>
                <a:close/>
                <a:moveTo>
                  <a:pt x="438349" y="35784"/>
                </a:moveTo>
                <a:lnTo>
                  <a:pt x="456242" y="35784"/>
                </a:lnTo>
                <a:lnTo>
                  <a:pt x="456242" y="53677"/>
                </a:lnTo>
                <a:lnTo>
                  <a:pt x="438349" y="53677"/>
                </a:lnTo>
                <a:close/>
                <a:moveTo>
                  <a:pt x="402566" y="35784"/>
                </a:moveTo>
                <a:lnTo>
                  <a:pt x="420459" y="35784"/>
                </a:lnTo>
                <a:lnTo>
                  <a:pt x="420459" y="53677"/>
                </a:lnTo>
                <a:lnTo>
                  <a:pt x="402566" y="53677"/>
                </a:lnTo>
                <a:close/>
                <a:moveTo>
                  <a:pt x="366782" y="35784"/>
                </a:moveTo>
                <a:lnTo>
                  <a:pt x="384675" y="35784"/>
                </a:lnTo>
                <a:lnTo>
                  <a:pt x="384675" y="53677"/>
                </a:lnTo>
                <a:lnTo>
                  <a:pt x="366782" y="53677"/>
                </a:lnTo>
                <a:close/>
                <a:moveTo>
                  <a:pt x="330999" y="35784"/>
                </a:moveTo>
                <a:lnTo>
                  <a:pt x="348892" y="35784"/>
                </a:lnTo>
                <a:lnTo>
                  <a:pt x="348892" y="53677"/>
                </a:lnTo>
                <a:lnTo>
                  <a:pt x="330999" y="53677"/>
                </a:lnTo>
                <a:close/>
                <a:moveTo>
                  <a:pt x="295215" y="35784"/>
                </a:moveTo>
                <a:lnTo>
                  <a:pt x="313108" y="35784"/>
                </a:lnTo>
                <a:lnTo>
                  <a:pt x="313108" y="53677"/>
                </a:lnTo>
                <a:lnTo>
                  <a:pt x="295215" y="53677"/>
                </a:lnTo>
                <a:close/>
                <a:moveTo>
                  <a:pt x="259431" y="35784"/>
                </a:moveTo>
                <a:lnTo>
                  <a:pt x="277324" y="35784"/>
                </a:lnTo>
                <a:lnTo>
                  <a:pt x="277324" y="53677"/>
                </a:lnTo>
                <a:lnTo>
                  <a:pt x="259431" y="53677"/>
                </a:lnTo>
                <a:close/>
                <a:moveTo>
                  <a:pt x="223648" y="35784"/>
                </a:moveTo>
                <a:lnTo>
                  <a:pt x="241541" y="35784"/>
                </a:lnTo>
                <a:lnTo>
                  <a:pt x="241541" y="53677"/>
                </a:lnTo>
                <a:lnTo>
                  <a:pt x="223648" y="53677"/>
                </a:lnTo>
                <a:close/>
                <a:moveTo>
                  <a:pt x="187864" y="35784"/>
                </a:moveTo>
                <a:lnTo>
                  <a:pt x="205757" y="35784"/>
                </a:lnTo>
                <a:lnTo>
                  <a:pt x="205757" y="53677"/>
                </a:lnTo>
                <a:lnTo>
                  <a:pt x="187864" y="53677"/>
                </a:lnTo>
                <a:close/>
                <a:moveTo>
                  <a:pt x="152081" y="35784"/>
                </a:moveTo>
                <a:lnTo>
                  <a:pt x="169974" y="35784"/>
                </a:lnTo>
                <a:lnTo>
                  <a:pt x="169974" y="53677"/>
                </a:lnTo>
                <a:lnTo>
                  <a:pt x="152081" y="53677"/>
                </a:lnTo>
                <a:close/>
                <a:moveTo>
                  <a:pt x="17892" y="17892"/>
                </a:moveTo>
                <a:lnTo>
                  <a:pt x="17892" y="554645"/>
                </a:lnTo>
                <a:lnTo>
                  <a:pt x="554681" y="554645"/>
                </a:lnTo>
                <a:lnTo>
                  <a:pt x="554681" y="17892"/>
                </a:lnTo>
                <a:close/>
                <a:moveTo>
                  <a:pt x="0" y="0"/>
                </a:moveTo>
                <a:lnTo>
                  <a:pt x="572573" y="0"/>
                </a:lnTo>
                <a:lnTo>
                  <a:pt x="572573" y="572537"/>
                </a:lnTo>
                <a:lnTo>
                  <a:pt x="0" y="572537"/>
                </a:lnTo>
                <a:close/>
              </a:path>
            </a:pathLst>
          </a:custGeom>
          <a:solidFill>
            <a:srgbClr val="000000"/>
          </a:solidFill>
          <a:ln w="8930" cap="flat">
            <a:noFill/>
            <a:prstDash val="solid"/>
            <a:miter/>
          </a:ln>
        </p:spPr>
        <p:txBody>
          <a:bodyPr rtlCol="0" anchor="ctr"/>
          <a:lstStyle/>
          <a:p>
            <a:endParaRPr lang="zh-CN" altLang="en-US" sz="1350">
              <a:latin typeface="微软雅黑" panose="020B0503020204020204" pitchFamily="34" charset="-122"/>
              <a:ea typeface="微软雅黑" panose="020B0503020204020204" pitchFamily="34" charset="-122"/>
            </a:endParaRPr>
          </a:p>
        </p:txBody>
      </p:sp>
      <p:sp>
        <p:nvSpPr>
          <p:cNvPr id="93" name="椭圆 92"/>
          <p:cNvSpPr>
            <a:spLocks noChangeAspect="1"/>
          </p:cNvSpPr>
          <p:nvPr>
            <p:custDataLst>
              <p:tags r:id="rId17"/>
            </p:custDataLst>
          </p:nvPr>
        </p:nvSpPr>
        <p:spPr>
          <a:xfrm>
            <a:off x="420512" y="1724948"/>
            <a:ext cx="536568" cy="536567"/>
          </a:xfrm>
          <a:prstGeom prst="ellipse">
            <a:avLst/>
          </a:prstGeom>
          <a:solidFill>
            <a:srgbClr val="2196F3"/>
          </a:solidFill>
          <a:ln w="25400" cap="flat">
            <a:no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p>
            <a:endParaRPr lang="zh-CN" altLang="en-US" sz="1350">
              <a:latin typeface="微软雅黑" panose="020B0503020204020204" pitchFamily="34" charset="-122"/>
              <a:ea typeface="微软雅黑" panose="020B0503020204020204" pitchFamily="34" charset="-122"/>
            </a:endParaRPr>
          </a:p>
        </p:txBody>
      </p:sp>
      <p:sp>
        <p:nvSpPr>
          <p:cNvPr id="66" name="任意多边形: 形状 65"/>
          <p:cNvSpPr/>
          <p:nvPr>
            <p:custDataLst>
              <p:tags r:id="rId18"/>
            </p:custDataLst>
          </p:nvPr>
        </p:nvSpPr>
        <p:spPr>
          <a:xfrm>
            <a:off x="558014" y="1862450"/>
            <a:ext cx="261563" cy="261563"/>
          </a:xfrm>
          <a:custGeom>
            <a:avLst/>
            <a:gdLst>
              <a:gd name="connsiteX0" fmla="*/ 315000 w 348750"/>
              <a:gd name="connsiteY0" fmla="*/ 315000 h 348750"/>
              <a:gd name="connsiteX1" fmla="*/ 315000 w 348750"/>
              <a:gd name="connsiteY1" fmla="*/ 337500 h 348750"/>
              <a:gd name="connsiteX2" fmla="*/ 337500 w 348750"/>
              <a:gd name="connsiteY2" fmla="*/ 337500 h 348750"/>
              <a:gd name="connsiteX3" fmla="*/ 337500 w 348750"/>
              <a:gd name="connsiteY3" fmla="*/ 315000 h 348750"/>
              <a:gd name="connsiteX4" fmla="*/ 112500 w 348750"/>
              <a:gd name="connsiteY4" fmla="*/ 315000 h 348750"/>
              <a:gd name="connsiteX5" fmla="*/ 112500 w 348750"/>
              <a:gd name="connsiteY5" fmla="*/ 337500 h 348750"/>
              <a:gd name="connsiteX6" fmla="*/ 135000 w 348750"/>
              <a:gd name="connsiteY6" fmla="*/ 337500 h 348750"/>
              <a:gd name="connsiteX7" fmla="*/ 135000 w 348750"/>
              <a:gd name="connsiteY7" fmla="*/ 315000 h 348750"/>
              <a:gd name="connsiteX8" fmla="*/ 61875 w 348750"/>
              <a:gd name="connsiteY8" fmla="*/ 286875 h 348750"/>
              <a:gd name="connsiteX9" fmla="*/ 73125 w 348750"/>
              <a:gd name="connsiteY9" fmla="*/ 286875 h 348750"/>
              <a:gd name="connsiteX10" fmla="*/ 73125 w 348750"/>
              <a:gd name="connsiteY10" fmla="*/ 303750 h 348750"/>
              <a:gd name="connsiteX11" fmla="*/ 61875 w 348750"/>
              <a:gd name="connsiteY11" fmla="*/ 303750 h 348750"/>
              <a:gd name="connsiteX12" fmla="*/ 73125 w 348750"/>
              <a:gd name="connsiteY12" fmla="*/ 275625 h 348750"/>
              <a:gd name="connsiteX13" fmla="*/ 90000 w 348750"/>
              <a:gd name="connsiteY13" fmla="*/ 275625 h 348750"/>
              <a:gd name="connsiteX14" fmla="*/ 90000 w 348750"/>
              <a:gd name="connsiteY14" fmla="*/ 286875 h 348750"/>
              <a:gd name="connsiteX15" fmla="*/ 73125 w 348750"/>
              <a:gd name="connsiteY15" fmla="*/ 286875 h 348750"/>
              <a:gd name="connsiteX16" fmla="*/ 45000 w 348750"/>
              <a:gd name="connsiteY16" fmla="*/ 275625 h 348750"/>
              <a:gd name="connsiteX17" fmla="*/ 61875 w 348750"/>
              <a:gd name="connsiteY17" fmla="*/ 275625 h 348750"/>
              <a:gd name="connsiteX18" fmla="*/ 61875 w 348750"/>
              <a:gd name="connsiteY18" fmla="*/ 286875 h 348750"/>
              <a:gd name="connsiteX19" fmla="*/ 45000 w 348750"/>
              <a:gd name="connsiteY19" fmla="*/ 286875 h 348750"/>
              <a:gd name="connsiteX20" fmla="*/ 61875 w 348750"/>
              <a:gd name="connsiteY20" fmla="*/ 258750 h 348750"/>
              <a:gd name="connsiteX21" fmla="*/ 73125 w 348750"/>
              <a:gd name="connsiteY21" fmla="*/ 258750 h 348750"/>
              <a:gd name="connsiteX22" fmla="*/ 73125 w 348750"/>
              <a:gd name="connsiteY22" fmla="*/ 275625 h 348750"/>
              <a:gd name="connsiteX23" fmla="*/ 61875 w 348750"/>
              <a:gd name="connsiteY23" fmla="*/ 275625 h 348750"/>
              <a:gd name="connsiteX24" fmla="*/ 213750 w 348750"/>
              <a:gd name="connsiteY24" fmla="*/ 213750 h 348750"/>
              <a:gd name="connsiteX25" fmla="*/ 213750 w 348750"/>
              <a:gd name="connsiteY25" fmla="*/ 236250 h 348750"/>
              <a:gd name="connsiteX26" fmla="*/ 236250 w 348750"/>
              <a:gd name="connsiteY26" fmla="*/ 236250 h 348750"/>
              <a:gd name="connsiteX27" fmla="*/ 236250 w 348750"/>
              <a:gd name="connsiteY27" fmla="*/ 213750 h 348750"/>
              <a:gd name="connsiteX28" fmla="*/ 11250 w 348750"/>
              <a:gd name="connsiteY28" fmla="*/ 213750 h 348750"/>
              <a:gd name="connsiteX29" fmla="*/ 11250 w 348750"/>
              <a:gd name="connsiteY29" fmla="*/ 236250 h 348750"/>
              <a:gd name="connsiteX30" fmla="*/ 33750 w 348750"/>
              <a:gd name="connsiteY30" fmla="*/ 236250 h 348750"/>
              <a:gd name="connsiteX31" fmla="*/ 33750 w 348750"/>
              <a:gd name="connsiteY31" fmla="*/ 213750 h 348750"/>
              <a:gd name="connsiteX32" fmla="*/ 230625 w 348750"/>
              <a:gd name="connsiteY32" fmla="*/ 129375 h 348750"/>
              <a:gd name="connsiteX33" fmla="*/ 230625 w 348750"/>
              <a:gd name="connsiteY33" fmla="*/ 202500 h 348750"/>
              <a:gd name="connsiteX34" fmla="*/ 247500 w 348750"/>
              <a:gd name="connsiteY34" fmla="*/ 202500 h 348750"/>
              <a:gd name="connsiteX35" fmla="*/ 247500 w 348750"/>
              <a:gd name="connsiteY35" fmla="*/ 247500 h 348750"/>
              <a:gd name="connsiteX36" fmla="*/ 202500 w 348750"/>
              <a:gd name="connsiteY36" fmla="*/ 247500 h 348750"/>
              <a:gd name="connsiteX37" fmla="*/ 202500 w 348750"/>
              <a:gd name="connsiteY37" fmla="*/ 230625 h 348750"/>
              <a:gd name="connsiteX38" fmla="*/ 129375 w 348750"/>
              <a:gd name="connsiteY38" fmla="*/ 230625 h 348750"/>
              <a:gd name="connsiteX39" fmla="*/ 129375 w 348750"/>
              <a:gd name="connsiteY39" fmla="*/ 303750 h 348750"/>
              <a:gd name="connsiteX40" fmla="*/ 146250 w 348750"/>
              <a:gd name="connsiteY40" fmla="*/ 303750 h 348750"/>
              <a:gd name="connsiteX41" fmla="*/ 146250 w 348750"/>
              <a:gd name="connsiteY41" fmla="*/ 320625 h 348750"/>
              <a:gd name="connsiteX42" fmla="*/ 303750 w 348750"/>
              <a:gd name="connsiteY42" fmla="*/ 320625 h 348750"/>
              <a:gd name="connsiteX43" fmla="*/ 303750 w 348750"/>
              <a:gd name="connsiteY43" fmla="*/ 303750 h 348750"/>
              <a:gd name="connsiteX44" fmla="*/ 320625 w 348750"/>
              <a:gd name="connsiteY44" fmla="*/ 303750 h 348750"/>
              <a:gd name="connsiteX45" fmla="*/ 320625 w 348750"/>
              <a:gd name="connsiteY45" fmla="*/ 146250 h 348750"/>
              <a:gd name="connsiteX46" fmla="*/ 303750 w 348750"/>
              <a:gd name="connsiteY46" fmla="*/ 146250 h 348750"/>
              <a:gd name="connsiteX47" fmla="*/ 303750 w 348750"/>
              <a:gd name="connsiteY47" fmla="*/ 129375 h 348750"/>
              <a:gd name="connsiteX48" fmla="*/ 146250 w 348750"/>
              <a:gd name="connsiteY48" fmla="*/ 129375 h 348750"/>
              <a:gd name="connsiteX49" fmla="*/ 146250 w 348750"/>
              <a:gd name="connsiteY49" fmla="*/ 146250 h 348750"/>
              <a:gd name="connsiteX50" fmla="*/ 129375 w 348750"/>
              <a:gd name="connsiteY50" fmla="*/ 146250 h 348750"/>
              <a:gd name="connsiteX51" fmla="*/ 129375 w 348750"/>
              <a:gd name="connsiteY51" fmla="*/ 219375 h 348750"/>
              <a:gd name="connsiteX52" fmla="*/ 202500 w 348750"/>
              <a:gd name="connsiteY52" fmla="*/ 219375 h 348750"/>
              <a:gd name="connsiteX53" fmla="*/ 202500 w 348750"/>
              <a:gd name="connsiteY53" fmla="*/ 202500 h 348750"/>
              <a:gd name="connsiteX54" fmla="*/ 219375 w 348750"/>
              <a:gd name="connsiteY54" fmla="*/ 202500 h 348750"/>
              <a:gd name="connsiteX55" fmla="*/ 219375 w 348750"/>
              <a:gd name="connsiteY55" fmla="*/ 129375 h 348750"/>
              <a:gd name="connsiteX56" fmla="*/ 315000 w 348750"/>
              <a:gd name="connsiteY56" fmla="*/ 112500 h 348750"/>
              <a:gd name="connsiteX57" fmla="*/ 315000 w 348750"/>
              <a:gd name="connsiteY57" fmla="*/ 135000 h 348750"/>
              <a:gd name="connsiteX58" fmla="*/ 337500 w 348750"/>
              <a:gd name="connsiteY58" fmla="*/ 135000 h 348750"/>
              <a:gd name="connsiteX59" fmla="*/ 337500 w 348750"/>
              <a:gd name="connsiteY59" fmla="*/ 112500 h 348750"/>
              <a:gd name="connsiteX60" fmla="*/ 112500 w 348750"/>
              <a:gd name="connsiteY60" fmla="*/ 112500 h 348750"/>
              <a:gd name="connsiteX61" fmla="*/ 112500 w 348750"/>
              <a:gd name="connsiteY61" fmla="*/ 135000 h 348750"/>
              <a:gd name="connsiteX62" fmla="*/ 135000 w 348750"/>
              <a:gd name="connsiteY62" fmla="*/ 135000 h 348750"/>
              <a:gd name="connsiteX63" fmla="*/ 135000 w 348750"/>
              <a:gd name="connsiteY63" fmla="*/ 112500 h 348750"/>
              <a:gd name="connsiteX64" fmla="*/ 275625 w 348750"/>
              <a:gd name="connsiteY64" fmla="*/ 73125 h 348750"/>
              <a:gd name="connsiteX65" fmla="*/ 286875 w 348750"/>
              <a:gd name="connsiteY65" fmla="*/ 73125 h 348750"/>
              <a:gd name="connsiteX66" fmla="*/ 286875 w 348750"/>
              <a:gd name="connsiteY66" fmla="*/ 90000 h 348750"/>
              <a:gd name="connsiteX67" fmla="*/ 275625 w 348750"/>
              <a:gd name="connsiteY67" fmla="*/ 90000 h 348750"/>
              <a:gd name="connsiteX68" fmla="*/ 286875 w 348750"/>
              <a:gd name="connsiteY68" fmla="*/ 61875 h 348750"/>
              <a:gd name="connsiteX69" fmla="*/ 303750 w 348750"/>
              <a:gd name="connsiteY69" fmla="*/ 61875 h 348750"/>
              <a:gd name="connsiteX70" fmla="*/ 303750 w 348750"/>
              <a:gd name="connsiteY70" fmla="*/ 73125 h 348750"/>
              <a:gd name="connsiteX71" fmla="*/ 286875 w 348750"/>
              <a:gd name="connsiteY71" fmla="*/ 73125 h 348750"/>
              <a:gd name="connsiteX72" fmla="*/ 258750 w 348750"/>
              <a:gd name="connsiteY72" fmla="*/ 61875 h 348750"/>
              <a:gd name="connsiteX73" fmla="*/ 275625 w 348750"/>
              <a:gd name="connsiteY73" fmla="*/ 61875 h 348750"/>
              <a:gd name="connsiteX74" fmla="*/ 275625 w 348750"/>
              <a:gd name="connsiteY74" fmla="*/ 73125 h 348750"/>
              <a:gd name="connsiteX75" fmla="*/ 258750 w 348750"/>
              <a:gd name="connsiteY75" fmla="*/ 73125 h 348750"/>
              <a:gd name="connsiteX76" fmla="*/ 275625 w 348750"/>
              <a:gd name="connsiteY76" fmla="*/ 45000 h 348750"/>
              <a:gd name="connsiteX77" fmla="*/ 286875 w 348750"/>
              <a:gd name="connsiteY77" fmla="*/ 45000 h 348750"/>
              <a:gd name="connsiteX78" fmla="*/ 286875 w 348750"/>
              <a:gd name="connsiteY78" fmla="*/ 61875 h 348750"/>
              <a:gd name="connsiteX79" fmla="*/ 275625 w 348750"/>
              <a:gd name="connsiteY79" fmla="*/ 61875 h 348750"/>
              <a:gd name="connsiteX80" fmla="*/ 45000 w 348750"/>
              <a:gd name="connsiteY80" fmla="*/ 28125 h 348750"/>
              <a:gd name="connsiteX81" fmla="*/ 45000 w 348750"/>
              <a:gd name="connsiteY81" fmla="*/ 45000 h 348750"/>
              <a:gd name="connsiteX82" fmla="*/ 28125 w 348750"/>
              <a:gd name="connsiteY82" fmla="*/ 45000 h 348750"/>
              <a:gd name="connsiteX83" fmla="*/ 28125 w 348750"/>
              <a:gd name="connsiteY83" fmla="*/ 202500 h 348750"/>
              <a:gd name="connsiteX84" fmla="*/ 45000 w 348750"/>
              <a:gd name="connsiteY84" fmla="*/ 202500 h 348750"/>
              <a:gd name="connsiteX85" fmla="*/ 45000 w 348750"/>
              <a:gd name="connsiteY85" fmla="*/ 219375 h 348750"/>
              <a:gd name="connsiteX86" fmla="*/ 118125 w 348750"/>
              <a:gd name="connsiteY86" fmla="*/ 219375 h 348750"/>
              <a:gd name="connsiteX87" fmla="*/ 118125 w 348750"/>
              <a:gd name="connsiteY87" fmla="*/ 146250 h 348750"/>
              <a:gd name="connsiteX88" fmla="*/ 101250 w 348750"/>
              <a:gd name="connsiteY88" fmla="*/ 146250 h 348750"/>
              <a:gd name="connsiteX89" fmla="*/ 101250 w 348750"/>
              <a:gd name="connsiteY89" fmla="*/ 101250 h 348750"/>
              <a:gd name="connsiteX90" fmla="*/ 146250 w 348750"/>
              <a:gd name="connsiteY90" fmla="*/ 101250 h 348750"/>
              <a:gd name="connsiteX91" fmla="*/ 146250 w 348750"/>
              <a:gd name="connsiteY91" fmla="*/ 118125 h 348750"/>
              <a:gd name="connsiteX92" fmla="*/ 219375 w 348750"/>
              <a:gd name="connsiteY92" fmla="*/ 118125 h 348750"/>
              <a:gd name="connsiteX93" fmla="*/ 219375 w 348750"/>
              <a:gd name="connsiteY93" fmla="*/ 45000 h 348750"/>
              <a:gd name="connsiteX94" fmla="*/ 202500 w 348750"/>
              <a:gd name="connsiteY94" fmla="*/ 45000 h 348750"/>
              <a:gd name="connsiteX95" fmla="*/ 202500 w 348750"/>
              <a:gd name="connsiteY95" fmla="*/ 28125 h 348750"/>
              <a:gd name="connsiteX96" fmla="*/ 213750 w 348750"/>
              <a:gd name="connsiteY96" fmla="*/ 11250 h 348750"/>
              <a:gd name="connsiteX97" fmla="*/ 213750 w 348750"/>
              <a:gd name="connsiteY97" fmla="*/ 33750 h 348750"/>
              <a:gd name="connsiteX98" fmla="*/ 236250 w 348750"/>
              <a:gd name="connsiteY98" fmla="*/ 33750 h 348750"/>
              <a:gd name="connsiteX99" fmla="*/ 236250 w 348750"/>
              <a:gd name="connsiteY99" fmla="*/ 11250 h 348750"/>
              <a:gd name="connsiteX100" fmla="*/ 11250 w 348750"/>
              <a:gd name="connsiteY100" fmla="*/ 11250 h 348750"/>
              <a:gd name="connsiteX101" fmla="*/ 11250 w 348750"/>
              <a:gd name="connsiteY101" fmla="*/ 33750 h 348750"/>
              <a:gd name="connsiteX102" fmla="*/ 33750 w 348750"/>
              <a:gd name="connsiteY102" fmla="*/ 33750 h 348750"/>
              <a:gd name="connsiteX103" fmla="*/ 33750 w 348750"/>
              <a:gd name="connsiteY103" fmla="*/ 11250 h 348750"/>
              <a:gd name="connsiteX104" fmla="*/ 0 w 348750"/>
              <a:gd name="connsiteY104" fmla="*/ 0 h 348750"/>
              <a:gd name="connsiteX105" fmla="*/ 45000 w 348750"/>
              <a:gd name="connsiteY105" fmla="*/ 0 h 348750"/>
              <a:gd name="connsiteX106" fmla="*/ 45000 w 348750"/>
              <a:gd name="connsiteY106" fmla="*/ 16875 h 348750"/>
              <a:gd name="connsiteX107" fmla="*/ 202500 w 348750"/>
              <a:gd name="connsiteY107" fmla="*/ 16875 h 348750"/>
              <a:gd name="connsiteX108" fmla="*/ 202500 w 348750"/>
              <a:gd name="connsiteY108" fmla="*/ 0 h 348750"/>
              <a:gd name="connsiteX109" fmla="*/ 247500 w 348750"/>
              <a:gd name="connsiteY109" fmla="*/ 0 h 348750"/>
              <a:gd name="connsiteX110" fmla="*/ 247500 w 348750"/>
              <a:gd name="connsiteY110" fmla="*/ 45000 h 348750"/>
              <a:gd name="connsiteX111" fmla="*/ 230625 w 348750"/>
              <a:gd name="connsiteY111" fmla="*/ 45000 h 348750"/>
              <a:gd name="connsiteX112" fmla="*/ 230625 w 348750"/>
              <a:gd name="connsiteY112" fmla="*/ 118125 h 348750"/>
              <a:gd name="connsiteX113" fmla="*/ 303750 w 348750"/>
              <a:gd name="connsiteY113" fmla="*/ 118125 h 348750"/>
              <a:gd name="connsiteX114" fmla="*/ 303750 w 348750"/>
              <a:gd name="connsiteY114" fmla="*/ 101250 h 348750"/>
              <a:gd name="connsiteX115" fmla="*/ 348750 w 348750"/>
              <a:gd name="connsiteY115" fmla="*/ 101250 h 348750"/>
              <a:gd name="connsiteX116" fmla="*/ 348750 w 348750"/>
              <a:gd name="connsiteY116" fmla="*/ 146250 h 348750"/>
              <a:gd name="connsiteX117" fmla="*/ 331875 w 348750"/>
              <a:gd name="connsiteY117" fmla="*/ 146250 h 348750"/>
              <a:gd name="connsiteX118" fmla="*/ 331875 w 348750"/>
              <a:gd name="connsiteY118" fmla="*/ 303750 h 348750"/>
              <a:gd name="connsiteX119" fmla="*/ 348750 w 348750"/>
              <a:gd name="connsiteY119" fmla="*/ 303750 h 348750"/>
              <a:gd name="connsiteX120" fmla="*/ 348750 w 348750"/>
              <a:gd name="connsiteY120" fmla="*/ 348750 h 348750"/>
              <a:gd name="connsiteX121" fmla="*/ 303750 w 348750"/>
              <a:gd name="connsiteY121" fmla="*/ 348750 h 348750"/>
              <a:gd name="connsiteX122" fmla="*/ 303750 w 348750"/>
              <a:gd name="connsiteY122" fmla="*/ 331875 h 348750"/>
              <a:gd name="connsiteX123" fmla="*/ 146250 w 348750"/>
              <a:gd name="connsiteY123" fmla="*/ 331875 h 348750"/>
              <a:gd name="connsiteX124" fmla="*/ 146250 w 348750"/>
              <a:gd name="connsiteY124" fmla="*/ 348750 h 348750"/>
              <a:gd name="connsiteX125" fmla="*/ 101250 w 348750"/>
              <a:gd name="connsiteY125" fmla="*/ 348750 h 348750"/>
              <a:gd name="connsiteX126" fmla="*/ 101250 w 348750"/>
              <a:gd name="connsiteY126" fmla="*/ 303750 h 348750"/>
              <a:gd name="connsiteX127" fmla="*/ 118125 w 348750"/>
              <a:gd name="connsiteY127" fmla="*/ 303750 h 348750"/>
              <a:gd name="connsiteX128" fmla="*/ 118125 w 348750"/>
              <a:gd name="connsiteY128" fmla="*/ 230625 h 348750"/>
              <a:gd name="connsiteX129" fmla="*/ 45000 w 348750"/>
              <a:gd name="connsiteY129" fmla="*/ 230625 h 348750"/>
              <a:gd name="connsiteX130" fmla="*/ 45000 w 348750"/>
              <a:gd name="connsiteY130" fmla="*/ 247500 h 348750"/>
              <a:gd name="connsiteX131" fmla="*/ 0 w 348750"/>
              <a:gd name="connsiteY131" fmla="*/ 247500 h 348750"/>
              <a:gd name="connsiteX132" fmla="*/ 0 w 348750"/>
              <a:gd name="connsiteY132" fmla="*/ 202500 h 348750"/>
              <a:gd name="connsiteX133" fmla="*/ 16875 w 348750"/>
              <a:gd name="connsiteY133" fmla="*/ 202500 h 348750"/>
              <a:gd name="connsiteX134" fmla="*/ 16875 w 348750"/>
              <a:gd name="connsiteY134" fmla="*/ 45000 h 348750"/>
              <a:gd name="connsiteX135" fmla="*/ 0 w 348750"/>
              <a:gd name="connsiteY135" fmla="*/ 45000 h 34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348750" h="348750">
                <a:moveTo>
                  <a:pt x="315000" y="315000"/>
                </a:moveTo>
                <a:lnTo>
                  <a:pt x="315000" y="337500"/>
                </a:lnTo>
                <a:lnTo>
                  <a:pt x="337500" y="337500"/>
                </a:lnTo>
                <a:lnTo>
                  <a:pt x="337500" y="315000"/>
                </a:lnTo>
                <a:close/>
                <a:moveTo>
                  <a:pt x="112500" y="315000"/>
                </a:moveTo>
                <a:lnTo>
                  <a:pt x="112500" y="337500"/>
                </a:lnTo>
                <a:lnTo>
                  <a:pt x="135000" y="337500"/>
                </a:lnTo>
                <a:lnTo>
                  <a:pt x="135000" y="315000"/>
                </a:lnTo>
                <a:close/>
                <a:moveTo>
                  <a:pt x="61875" y="286875"/>
                </a:moveTo>
                <a:lnTo>
                  <a:pt x="73125" y="286875"/>
                </a:lnTo>
                <a:lnTo>
                  <a:pt x="73125" y="303750"/>
                </a:lnTo>
                <a:lnTo>
                  <a:pt x="61875" y="303750"/>
                </a:lnTo>
                <a:close/>
                <a:moveTo>
                  <a:pt x="73125" y="275625"/>
                </a:moveTo>
                <a:lnTo>
                  <a:pt x="90000" y="275625"/>
                </a:lnTo>
                <a:lnTo>
                  <a:pt x="90000" y="286875"/>
                </a:lnTo>
                <a:lnTo>
                  <a:pt x="73125" y="286875"/>
                </a:lnTo>
                <a:close/>
                <a:moveTo>
                  <a:pt x="45000" y="275625"/>
                </a:moveTo>
                <a:lnTo>
                  <a:pt x="61875" y="275625"/>
                </a:lnTo>
                <a:lnTo>
                  <a:pt x="61875" y="286875"/>
                </a:lnTo>
                <a:lnTo>
                  <a:pt x="45000" y="286875"/>
                </a:lnTo>
                <a:close/>
                <a:moveTo>
                  <a:pt x="61875" y="258750"/>
                </a:moveTo>
                <a:lnTo>
                  <a:pt x="73125" y="258750"/>
                </a:lnTo>
                <a:lnTo>
                  <a:pt x="73125" y="275625"/>
                </a:lnTo>
                <a:lnTo>
                  <a:pt x="61875" y="275625"/>
                </a:lnTo>
                <a:close/>
                <a:moveTo>
                  <a:pt x="213750" y="213750"/>
                </a:moveTo>
                <a:lnTo>
                  <a:pt x="213750" y="236250"/>
                </a:lnTo>
                <a:lnTo>
                  <a:pt x="236250" y="236250"/>
                </a:lnTo>
                <a:lnTo>
                  <a:pt x="236250" y="213750"/>
                </a:lnTo>
                <a:close/>
                <a:moveTo>
                  <a:pt x="11250" y="213750"/>
                </a:moveTo>
                <a:lnTo>
                  <a:pt x="11250" y="236250"/>
                </a:lnTo>
                <a:lnTo>
                  <a:pt x="33750" y="236250"/>
                </a:lnTo>
                <a:lnTo>
                  <a:pt x="33750" y="213750"/>
                </a:lnTo>
                <a:close/>
                <a:moveTo>
                  <a:pt x="230625" y="129375"/>
                </a:moveTo>
                <a:lnTo>
                  <a:pt x="230625" y="202500"/>
                </a:lnTo>
                <a:lnTo>
                  <a:pt x="247500" y="202500"/>
                </a:lnTo>
                <a:lnTo>
                  <a:pt x="247500" y="247500"/>
                </a:lnTo>
                <a:lnTo>
                  <a:pt x="202500" y="247500"/>
                </a:lnTo>
                <a:lnTo>
                  <a:pt x="202500" y="230625"/>
                </a:lnTo>
                <a:lnTo>
                  <a:pt x="129375" y="230625"/>
                </a:lnTo>
                <a:lnTo>
                  <a:pt x="129375" y="303750"/>
                </a:lnTo>
                <a:lnTo>
                  <a:pt x="146250" y="303750"/>
                </a:lnTo>
                <a:lnTo>
                  <a:pt x="146250" y="320625"/>
                </a:lnTo>
                <a:lnTo>
                  <a:pt x="303750" y="320625"/>
                </a:lnTo>
                <a:lnTo>
                  <a:pt x="303750" y="303750"/>
                </a:lnTo>
                <a:lnTo>
                  <a:pt x="320625" y="303750"/>
                </a:lnTo>
                <a:lnTo>
                  <a:pt x="320625" y="146250"/>
                </a:lnTo>
                <a:lnTo>
                  <a:pt x="303750" y="146250"/>
                </a:lnTo>
                <a:lnTo>
                  <a:pt x="303750" y="129375"/>
                </a:lnTo>
                <a:close/>
                <a:moveTo>
                  <a:pt x="146250" y="129375"/>
                </a:moveTo>
                <a:lnTo>
                  <a:pt x="146250" y="146250"/>
                </a:lnTo>
                <a:lnTo>
                  <a:pt x="129375" y="146250"/>
                </a:lnTo>
                <a:lnTo>
                  <a:pt x="129375" y="219375"/>
                </a:lnTo>
                <a:lnTo>
                  <a:pt x="202500" y="219375"/>
                </a:lnTo>
                <a:lnTo>
                  <a:pt x="202500" y="202500"/>
                </a:lnTo>
                <a:lnTo>
                  <a:pt x="219375" y="202500"/>
                </a:lnTo>
                <a:lnTo>
                  <a:pt x="219375" y="129375"/>
                </a:lnTo>
                <a:close/>
                <a:moveTo>
                  <a:pt x="315000" y="112500"/>
                </a:moveTo>
                <a:lnTo>
                  <a:pt x="315000" y="135000"/>
                </a:lnTo>
                <a:lnTo>
                  <a:pt x="337500" y="135000"/>
                </a:lnTo>
                <a:lnTo>
                  <a:pt x="337500" y="112500"/>
                </a:lnTo>
                <a:close/>
                <a:moveTo>
                  <a:pt x="112500" y="112500"/>
                </a:moveTo>
                <a:lnTo>
                  <a:pt x="112500" y="135000"/>
                </a:lnTo>
                <a:lnTo>
                  <a:pt x="135000" y="135000"/>
                </a:lnTo>
                <a:lnTo>
                  <a:pt x="135000" y="112500"/>
                </a:lnTo>
                <a:close/>
                <a:moveTo>
                  <a:pt x="275625" y="73125"/>
                </a:moveTo>
                <a:lnTo>
                  <a:pt x="286875" y="73125"/>
                </a:lnTo>
                <a:lnTo>
                  <a:pt x="286875" y="90000"/>
                </a:lnTo>
                <a:lnTo>
                  <a:pt x="275625" y="90000"/>
                </a:lnTo>
                <a:close/>
                <a:moveTo>
                  <a:pt x="286875" y="61875"/>
                </a:moveTo>
                <a:lnTo>
                  <a:pt x="303750" y="61875"/>
                </a:lnTo>
                <a:lnTo>
                  <a:pt x="303750" y="73125"/>
                </a:lnTo>
                <a:lnTo>
                  <a:pt x="286875" y="73125"/>
                </a:lnTo>
                <a:close/>
                <a:moveTo>
                  <a:pt x="258750" y="61875"/>
                </a:moveTo>
                <a:lnTo>
                  <a:pt x="275625" y="61875"/>
                </a:lnTo>
                <a:lnTo>
                  <a:pt x="275625" y="73125"/>
                </a:lnTo>
                <a:lnTo>
                  <a:pt x="258750" y="73125"/>
                </a:lnTo>
                <a:close/>
                <a:moveTo>
                  <a:pt x="275625" y="45000"/>
                </a:moveTo>
                <a:lnTo>
                  <a:pt x="286875" y="45000"/>
                </a:lnTo>
                <a:lnTo>
                  <a:pt x="286875" y="61875"/>
                </a:lnTo>
                <a:lnTo>
                  <a:pt x="275625" y="61875"/>
                </a:lnTo>
                <a:close/>
                <a:moveTo>
                  <a:pt x="45000" y="28125"/>
                </a:moveTo>
                <a:lnTo>
                  <a:pt x="45000" y="45000"/>
                </a:lnTo>
                <a:lnTo>
                  <a:pt x="28125" y="45000"/>
                </a:lnTo>
                <a:lnTo>
                  <a:pt x="28125" y="202500"/>
                </a:lnTo>
                <a:lnTo>
                  <a:pt x="45000" y="202500"/>
                </a:lnTo>
                <a:lnTo>
                  <a:pt x="45000" y="219375"/>
                </a:lnTo>
                <a:lnTo>
                  <a:pt x="118125" y="219375"/>
                </a:lnTo>
                <a:lnTo>
                  <a:pt x="118125" y="146250"/>
                </a:lnTo>
                <a:lnTo>
                  <a:pt x="101250" y="146250"/>
                </a:lnTo>
                <a:lnTo>
                  <a:pt x="101250" y="101250"/>
                </a:lnTo>
                <a:lnTo>
                  <a:pt x="146250" y="101250"/>
                </a:lnTo>
                <a:lnTo>
                  <a:pt x="146250" y="118125"/>
                </a:lnTo>
                <a:lnTo>
                  <a:pt x="219375" y="118125"/>
                </a:lnTo>
                <a:lnTo>
                  <a:pt x="219375" y="45000"/>
                </a:lnTo>
                <a:lnTo>
                  <a:pt x="202500" y="45000"/>
                </a:lnTo>
                <a:lnTo>
                  <a:pt x="202500" y="28125"/>
                </a:lnTo>
                <a:close/>
                <a:moveTo>
                  <a:pt x="213750" y="11250"/>
                </a:moveTo>
                <a:lnTo>
                  <a:pt x="213750" y="33750"/>
                </a:lnTo>
                <a:lnTo>
                  <a:pt x="236250" y="33750"/>
                </a:lnTo>
                <a:lnTo>
                  <a:pt x="236250" y="11250"/>
                </a:lnTo>
                <a:close/>
                <a:moveTo>
                  <a:pt x="11250" y="11250"/>
                </a:moveTo>
                <a:lnTo>
                  <a:pt x="11250" y="33750"/>
                </a:lnTo>
                <a:lnTo>
                  <a:pt x="33750" y="33750"/>
                </a:lnTo>
                <a:lnTo>
                  <a:pt x="33750" y="11250"/>
                </a:lnTo>
                <a:close/>
                <a:moveTo>
                  <a:pt x="0" y="0"/>
                </a:moveTo>
                <a:lnTo>
                  <a:pt x="45000" y="0"/>
                </a:lnTo>
                <a:lnTo>
                  <a:pt x="45000" y="16875"/>
                </a:lnTo>
                <a:lnTo>
                  <a:pt x="202500" y="16875"/>
                </a:lnTo>
                <a:lnTo>
                  <a:pt x="202500" y="0"/>
                </a:lnTo>
                <a:lnTo>
                  <a:pt x="247500" y="0"/>
                </a:lnTo>
                <a:lnTo>
                  <a:pt x="247500" y="45000"/>
                </a:lnTo>
                <a:lnTo>
                  <a:pt x="230625" y="45000"/>
                </a:lnTo>
                <a:lnTo>
                  <a:pt x="230625" y="118125"/>
                </a:lnTo>
                <a:lnTo>
                  <a:pt x="303750" y="118125"/>
                </a:lnTo>
                <a:lnTo>
                  <a:pt x="303750" y="101250"/>
                </a:lnTo>
                <a:lnTo>
                  <a:pt x="348750" y="101250"/>
                </a:lnTo>
                <a:lnTo>
                  <a:pt x="348750" y="146250"/>
                </a:lnTo>
                <a:lnTo>
                  <a:pt x="331875" y="146250"/>
                </a:lnTo>
                <a:lnTo>
                  <a:pt x="331875" y="303750"/>
                </a:lnTo>
                <a:lnTo>
                  <a:pt x="348750" y="303750"/>
                </a:lnTo>
                <a:lnTo>
                  <a:pt x="348750" y="348750"/>
                </a:lnTo>
                <a:lnTo>
                  <a:pt x="303750" y="348750"/>
                </a:lnTo>
                <a:lnTo>
                  <a:pt x="303750" y="331875"/>
                </a:lnTo>
                <a:lnTo>
                  <a:pt x="146250" y="331875"/>
                </a:lnTo>
                <a:lnTo>
                  <a:pt x="146250" y="348750"/>
                </a:lnTo>
                <a:lnTo>
                  <a:pt x="101250" y="348750"/>
                </a:lnTo>
                <a:lnTo>
                  <a:pt x="101250" y="303750"/>
                </a:lnTo>
                <a:lnTo>
                  <a:pt x="118125" y="303750"/>
                </a:lnTo>
                <a:lnTo>
                  <a:pt x="118125" y="230625"/>
                </a:lnTo>
                <a:lnTo>
                  <a:pt x="45000" y="230625"/>
                </a:lnTo>
                <a:lnTo>
                  <a:pt x="45000" y="247500"/>
                </a:lnTo>
                <a:lnTo>
                  <a:pt x="0" y="247500"/>
                </a:lnTo>
                <a:lnTo>
                  <a:pt x="0" y="202500"/>
                </a:lnTo>
                <a:lnTo>
                  <a:pt x="16875" y="202500"/>
                </a:lnTo>
                <a:lnTo>
                  <a:pt x="16875" y="45000"/>
                </a:lnTo>
                <a:lnTo>
                  <a:pt x="0" y="45000"/>
                </a:lnTo>
                <a:close/>
              </a:path>
            </a:pathLst>
          </a:custGeom>
          <a:solidFill>
            <a:srgbClr val="FFFFFF"/>
          </a:solidFill>
          <a:ln w="5507" cap="flat">
            <a:noFill/>
            <a:prstDash val="solid"/>
            <a:miter/>
          </a:ln>
        </p:spPr>
        <p:txBody>
          <a:bodyPr wrap="square" rtlCol="0" anchor="ctr">
            <a:noAutofit/>
          </a:bodyPr>
          <a:lstStyle/>
          <a:p>
            <a:endParaRPr lang="zh-CN" altLang="en-US" sz="1350">
              <a:latin typeface="微软雅黑" panose="020B0503020204020204" pitchFamily="34" charset="-122"/>
              <a:ea typeface="微软雅黑" panose="020B0503020204020204" pitchFamily="34" charset="-122"/>
            </a:endParaRPr>
          </a:p>
        </p:txBody>
      </p:sp>
      <p:sp>
        <p:nvSpPr>
          <p:cNvPr id="95" name="椭圆 94"/>
          <p:cNvSpPr>
            <a:spLocks noChangeAspect="1"/>
          </p:cNvSpPr>
          <p:nvPr>
            <p:custDataLst>
              <p:tags r:id="rId19"/>
            </p:custDataLst>
          </p:nvPr>
        </p:nvSpPr>
        <p:spPr>
          <a:xfrm>
            <a:off x="420512" y="2808620"/>
            <a:ext cx="536568" cy="536567"/>
          </a:xfrm>
          <a:prstGeom prst="ellipse">
            <a:avLst/>
          </a:prstGeom>
          <a:solidFill>
            <a:srgbClr val="8BC34A"/>
          </a:solidFill>
          <a:ln w="25400" cap="flat">
            <a:no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p>
            <a:endParaRPr lang="zh-CN" altLang="en-US" sz="1350">
              <a:latin typeface="微软雅黑" panose="020B0503020204020204" pitchFamily="34" charset="-122"/>
              <a:ea typeface="微软雅黑" panose="020B0503020204020204" pitchFamily="34" charset="-122"/>
            </a:endParaRPr>
          </a:p>
        </p:txBody>
      </p:sp>
      <p:sp>
        <p:nvSpPr>
          <p:cNvPr id="67" name="任意多边形: 形状 66"/>
          <p:cNvSpPr/>
          <p:nvPr>
            <p:custDataLst>
              <p:tags r:id="rId20"/>
            </p:custDataLst>
          </p:nvPr>
        </p:nvSpPr>
        <p:spPr>
          <a:xfrm>
            <a:off x="553796" y="2941107"/>
            <a:ext cx="270797" cy="270797"/>
          </a:xfrm>
          <a:custGeom>
            <a:avLst/>
            <a:gdLst>
              <a:gd name="connsiteX0" fmla="*/ 11588 w 361062"/>
              <a:gd name="connsiteY0" fmla="*/ 299616 h 361062"/>
              <a:gd name="connsiteX1" fmla="*/ 11588 w 361062"/>
              <a:gd name="connsiteY1" fmla="*/ 349475 h 361062"/>
              <a:gd name="connsiteX2" fmla="*/ 61447 w 361062"/>
              <a:gd name="connsiteY2" fmla="*/ 349475 h 361062"/>
              <a:gd name="connsiteX3" fmla="*/ 249676 w 361062"/>
              <a:gd name="connsiteY3" fmla="*/ 189256 h 361062"/>
              <a:gd name="connsiteX4" fmla="*/ 188200 w 361062"/>
              <a:gd name="connsiteY4" fmla="*/ 250745 h 361062"/>
              <a:gd name="connsiteX5" fmla="*/ 203213 w 361062"/>
              <a:gd name="connsiteY5" fmla="*/ 265757 h 361062"/>
              <a:gd name="connsiteX6" fmla="*/ 222333 w 361062"/>
              <a:gd name="connsiteY6" fmla="*/ 246636 h 361062"/>
              <a:gd name="connsiteX7" fmla="*/ 230527 w 361062"/>
              <a:gd name="connsiteY7" fmla="*/ 254830 h 361062"/>
              <a:gd name="connsiteX8" fmla="*/ 211407 w 361062"/>
              <a:gd name="connsiteY8" fmla="*/ 273951 h 361062"/>
              <a:gd name="connsiteX9" fmla="*/ 232249 w 361062"/>
              <a:gd name="connsiteY9" fmla="*/ 294793 h 361062"/>
              <a:gd name="connsiteX10" fmla="*/ 239743 w 361062"/>
              <a:gd name="connsiteY10" fmla="*/ 287299 h 361062"/>
              <a:gd name="connsiteX11" fmla="*/ 247937 w 361062"/>
              <a:gd name="connsiteY11" fmla="*/ 295493 h 361062"/>
              <a:gd name="connsiteX12" fmla="*/ 240443 w 361062"/>
              <a:gd name="connsiteY12" fmla="*/ 302987 h 361062"/>
              <a:gd name="connsiteX13" fmla="*/ 255463 w 361062"/>
              <a:gd name="connsiteY13" fmla="*/ 318007 h 361062"/>
              <a:gd name="connsiteX14" fmla="*/ 274578 w 361062"/>
              <a:gd name="connsiteY14" fmla="*/ 298892 h 361062"/>
              <a:gd name="connsiteX15" fmla="*/ 282772 w 361062"/>
              <a:gd name="connsiteY15" fmla="*/ 307086 h 361062"/>
              <a:gd name="connsiteX16" fmla="*/ 263657 w 361062"/>
              <a:gd name="connsiteY16" fmla="*/ 326201 h 361062"/>
              <a:gd name="connsiteX17" fmla="*/ 278719 w 361062"/>
              <a:gd name="connsiteY17" fmla="*/ 341262 h 361062"/>
              <a:gd name="connsiteX18" fmla="*/ 340200 w 361062"/>
              <a:gd name="connsiteY18" fmla="*/ 279781 h 361062"/>
              <a:gd name="connsiteX19" fmla="*/ 229352 w 361062"/>
              <a:gd name="connsiteY19" fmla="*/ 70220 h 361062"/>
              <a:gd name="connsiteX20" fmla="*/ 13943 w 361062"/>
              <a:gd name="connsiteY20" fmla="*/ 285583 h 361062"/>
              <a:gd name="connsiteX21" fmla="*/ 40602 w 361062"/>
              <a:gd name="connsiteY21" fmla="*/ 312242 h 361062"/>
              <a:gd name="connsiteX22" fmla="*/ 233943 w 361062"/>
              <a:gd name="connsiteY22" fmla="*/ 118900 h 361062"/>
              <a:gd name="connsiteX23" fmla="*/ 242137 w 361062"/>
              <a:gd name="connsiteY23" fmla="*/ 127094 h 361062"/>
              <a:gd name="connsiteX24" fmla="*/ 48796 w 361062"/>
              <a:gd name="connsiteY24" fmla="*/ 320436 h 361062"/>
              <a:gd name="connsiteX25" fmla="*/ 75480 w 361062"/>
              <a:gd name="connsiteY25" fmla="*/ 347120 h 361062"/>
              <a:gd name="connsiteX26" fmla="*/ 290843 w 361062"/>
              <a:gd name="connsiteY26" fmla="*/ 131711 h 361062"/>
              <a:gd name="connsiteX27" fmla="*/ 264184 w 361062"/>
              <a:gd name="connsiteY27" fmla="*/ 105052 h 361062"/>
              <a:gd name="connsiteX28" fmla="*/ 253749 w 361062"/>
              <a:gd name="connsiteY28" fmla="*/ 115486 h 361062"/>
              <a:gd name="connsiteX29" fmla="*/ 245555 w 361062"/>
              <a:gd name="connsiteY29" fmla="*/ 107292 h 361062"/>
              <a:gd name="connsiteX30" fmla="*/ 255990 w 361062"/>
              <a:gd name="connsiteY30" fmla="*/ 96858 h 361062"/>
              <a:gd name="connsiteX31" fmla="*/ 246763 w 361062"/>
              <a:gd name="connsiteY31" fmla="*/ 52813 h 361062"/>
              <a:gd name="connsiteX32" fmla="*/ 237547 w 361062"/>
              <a:gd name="connsiteY32" fmla="*/ 62027 h 361062"/>
              <a:gd name="connsiteX33" fmla="*/ 299036 w 361062"/>
              <a:gd name="connsiteY33" fmla="*/ 123516 h 361062"/>
              <a:gd name="connsiteX34" fmla="*/ 308250 w 361062"/>
              <a:gd name="connsiteY34" fmla="*/ 114300 h 361062"/>
              <a:gd name="connsiteX35" fmla="*/ 81281 w 361062"/>
              <a:gd name="connsiteY35" fmla="*/ 20862 h 361062"/>
              <a:gd name="connsiteX36" fmla="*/ 19800 w 361062"/>
              <a:gd name="connsiteY36" fmla="*/ 82343 h 361062"/>
              <a:gd name="connsiteX37" fmla="*/ 34855 w 361062"/>
              <a:gd name="connsiteY37" fmla="*/ 97398 h 361062"/>
              <a:gd name="connsiteX38" fmla="*/ 42391 w 361062"/>
              <a:gd name="connsiteY38" fmla="*/ 89862 h 361062"/>
              <a:gd name="connsiteX39" fmla="*/ 50585 w 361062"/>
              <a:gd name="connsiteY39" fmla="*/ 98056 h 361062"/>
              <a:gd name="connsiteX40" fmla="*/ 43049 w 361062"/>
              <a:gd name="connsiteY40" fmla="*/ 105592 h 361062"/>
              <a:gd name="connsiteX41" fmla="*/ 58058 w 361062"/>
              <a:gd name="connsiteY41" fmla="*/ 120601 h 361062"/>
              <a:gd name="connsiteX42" fmla="*/ 77187 w 361062"/>
              <a:gd name="connsiteY42" fmla="*/ 101471 h 361062"/>
              <a:gd name="connsiteX43" fmla="*/ 85381 w 361062"/>
              <a:gd name="connsiteY43" fmla="*/ 109665 h 361062"/>
              <a:gd name="connsiteX44" fmla="*/ 66252 w 361062"/>
              <a:gd name="connsiteY44" fmla="*/ 128795 h 361062"/>
              <a:gd name="connsiteX45" fmla="*/ 87106 w 361062"/>
              <a:gd name="connsiteY45" fmla="*/ 149649 h 361062"/>
              <a:gd name="connsiteX46" fmla="*/ 94636 w 361062"/>
              <a:gd name="connsiteY46" fmla="*/ 142118 h 361062"/>
              <a:gd name="connsiteX47" fmla="*/ 102830 w 361062"/>
              <a:gd name="connsiteY47" fmla="*/ 150312 h 361062"/>
              <a:gd name="connsiteX48" fmla="*/ 95300 w 361062"/>
              <a:gd name="connsiteY48" fmla="*/ 157843 h 361062"/>
              <a:gd name="connsiteX49" fmla="*/ 110318 w 361062"/>
              <a:gd name="connsiteY49" fmla="*/ 172861 h 361062"/>
              <a:gd name="connsiteX50" fmla="*/ 171806 w 361062"/>
              <a:gd name="connsiteY50" fmla="*/ 111387 h 361062"/>
              <a:gd name="connsiteX51" fmla="*/ 304335 w 361062"/>
              <a:gd name="connsiteY51" fmla="*/ 13246 h 361062"/>
              <a:gd name="connsiteX52" fmla="*/ 274163 w 361062"/>
              <a:gd name="connsiteY52" fmla="*/ 25418 h 361062"/>
              <a:gd name="connsiteX53" fmla="*/ 254958 w 361062"/>
              <a:gd name="connsiteY53" fmla="*/ 44620 h 361062"/>
              <a:gd name="connsiteX54" fmla="*/ 316443 w 361062"/>
              <a:gd name="connsiteY54" fmla="*/ 106105 h 361062"/>
              <a:gd name="connsiteX55" fmla="*/ 335644 w 361062"/>
              <a:gd name="connsiteY55" fmla="*/ 86900 h 361062"/>
              <a:gd name="connsiteX56" fmla="*/ 334506 w 361062"/>
              <a:gd name="connsiteY56" fmla="*/ 25418 h 361062"/>
              <a:gd name="connsiteX57" fmla="*/ 304335 w 361062"/>
              <a:gd name="connsiteY57" fmla="*/ 13246 h 361062"/>
              <a:gd name="connsiteX58" fmla="*/ 304491 w 361062"/>
              <a:gd name="connsiteY58" fmla="*/ 21 h 361062"/>
              <a:gd name="connsiteX59" fmla="*/ 343856 w 361062"/>
              <a:gd name="connsiteY59" fmla="*/ 15082 h 361062"/>
              <a:gd name="connsiteX60" fmla="*/ 345980 w 361062"/>
              <a:gd name="connsiteY60" fmla="*/ 92932 h 361062"/>
              <a:gd name="connsiteX61" fmla="*/ 343856 w 361062"/>
              <a:gd name="connsiteY61" fmla="*/ 95056 h 361062"/>
              <a:gd name="connsiteX62" fmla="*/ 324627 w 361062"/>
              <a:gd name="connsiteY62" fmla="*/ 114289 h 361062"/>
              <a:gd name="connsiteX63" fmla="*/ 335072 w 361062"/>
              <a:gd name="connsiteY63" fmla="*/ 124734 h 361062"/>
              <a:gd name="connsiteX64" fmla="*/ 326878 w 361062"/>
              <a:gd name="connsiteY64" fmla="*/ 132928 h 361062"/>
              <a:gd name="connsiteX65" fmla="*/ 316434 w 361062"/>
              <a:gd name="connsiteY65" fmla="*/ 122484 h 361062"/>
              <a:gd name="connsiteX66" fmla="*/ 307220 w 361062"/>
              <a:gd name="connsiteY66" fmla="*/ 131700 h 361062"/>
              <a:gd name="connsiteX67" fmla="*/ 317635 w 361062"/>
              <a:gd name="connsiteY67" fmla="*/ 142115 h 361062"/>
              <a:gd name="connsiteX68" fmla="*/ 309441 w 361062"/>
              <a:gd name="connsiteY68" fmla="*/ 150309 h 361062"/>
              <a:gd name="connsiteX69" fmla="*/ 299027 w 361062"/>
              <a:gd name="connsiteY69" fmla="*/ 139895 h 361062"/>
              <a:gd name="connsiteX70" fmla="*/ 257887 w 361062"/>
              <a:gd name="connsiteY70" fmla="*/ 181043 h 361062"/>
              <a:gd name="connsiteX71" fmla="*/ 356625 w 361062"/>
              <a:gd name="connsiteY71" fmla="*/ 279781 h 361062"/>
              <a:gd name="connsiteX72" fmla="*/ 278719 w 361062"/>
              <a:gd name="connsiteY72" fmla="*/ 357687 h 361062"/>
              <a:gd name="connsiteX73" fmla="*/ 179989 w 361062"/>
              <a:gd name="connsiteY73" fmla="*/ 258957 h 361062"/>
              <a:gd name="connsiteX74" fmla="*/ 77906 w 361062"/>
              <a:gd name="connsiteY74" fmla="*/ 361062 h 361062"/>
              <a:gd name="connsiteX75" fmla="*/ 0 w 361062"/>
              <a:gd name="connsiteY75" fmla="*/ 361062 h 361062"/>
              <a:gd name="connsiteX76" fmla="*/ 0 w 361062"/>
              <a:gd name="connsiteY76" fmla="*/ 283156 h 361062"/>
              <a:gd name="connsiteX77" fmla="*/ 102105 w 361062"/>
              <a:gd name="connsiteY77" fmla="*/ 181073 h 361062"/>
              <a:gd name="connsiteX78" fmla="*/ 3375 w 361062"/>
              <a:gd name="connsiteY78" fmla="*/ 82343 h 361062"/>
              <a:gd name="connsiteX79" fmla="*/ 81281 w 361062"/>
              <a:gd name="connsiteY79" fmla="*/ 4437 h 361062"/>
              <a:gd name="connsiteX80" fmla="*/ 180019 w 361062"/>
              <a:gd name="connsiteY80" fmla="*/ 103175 h 361062"/>
              <a:gd name="connsiteX81" fmla="*/ 221167 w 361062"/>
              <a:gd name="connsiteY81" fmla="*/ 62035 h 361062"/>
              <a:gd name="connsiteX82" fmla="*/ 210720 w 361062"/>
              <a:gd name="connsiteY82" fmla="*/ 51588 h 361062"/>
              <a:gd name="connsiteX83" fmla="*/ 218914 w 361062"/>
              <a:gd name="connsiteY83" fmla="*/ 43394 h 361062"/>
              <a:gd name="connsiteX84" fmla="*/ 229362 w 361062"/>
              <a:gd name="connsiteY84" fmla="*/ 53842 h 361062"/>
              <a:gd name="connsiteX85" fmla="*/ 238578 w 361062"/>
              <a:gd name="connsiteY85" fmla="*/ 44628 h 361062"/>
              <a:gd name="connsiteX86" fmla="*/ 228157 w 361062"/>
              <a:gd name="connsiteY86" fmla="*/ 34207 h 361062"/>
              <a:gd name="connsiteX87" fmla="*/ 236351 w 361062"/>
              <a:gd name="connsiteY87" fmla="*/ 26013 h 361062"/>
              <a:gd name="connsiteX88" fmla="*/ 246773 w 361062"/>
              <a:gd name="connsiteY88" fmla="*/ 36435 h 361062"/>
              <a:gd name="connsiteX89" fmla="*/ 266006 w 361062"/>
              <a:gd name="connsiteY89" fmla="*/ 17206 h 361062"/>
              <a:gd name="connsiteX90" fmla="*/ 304491 w 361062"/>
              <a:gd name="connsiteY90" fmla="*/ 21 h 361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361062" h="361062">
                <a:moveTo>
                  <a:pt x="11588" y="299616"/>
                </a:moveTo>
                <a:lnTo>
                  <a:pt x="11588" y="349475"/>
                </a:lnTo>
                <a:lnTo>
                  <a:pt x="61447" y="349475"/>
                </a:lnTo>
                <a:close/>
                <a:moveTo>
                  <a:pt x="249676" y="189256"/>
                </a:moveTo>
                <a:lnTo>
                  <a:pt x="188200" y="250745"/>
                </a:lnTo>
                <a:lnTo>
                  <a:pt x="203213" y="265757"/>
                </a:lnTo>
                <a:lnTo>
                  <a:pt x="222333" y="246636"/>
                </a:lnTo>
                <a:lnTo>
                  <a:pt x="230527" y="254830"/>
                </a:lnTo>
                <a:lnTo>
                  <a:pt x="211407" y="273951"/>
                </a:lnTo>
                <a:lnTo>
                  <a:pt x="232249" y="294793"/>
                </a:lnTo>
                <a:lnTo>
                  <a:pt x="239743" y="287299"/>
                </a:lnTo>
                <a:lnTo>
                  <a:pt x="247937" y="295493"/>
                </a:lnTo>
                <a:lnTo>
                  <a:pt x="240443" y="302987"/>
                </a:lnTo>
                <a:lnTo>
                  <a:pt x="255463" y="318007"/>
                </a:lnTo>
                <a:lnTo>
                  <a:pt x="274578" y="298892"/>
                </a:lnTo>
                <a:lnTo>
                  <a:pt x="282772" y="307086"/>
                </a:lnTo>
                <a:lnTo>
                  <a:pt x="263657" y="326201"/>
                </a:lnTo>
                <a:lnTo>
                  <a:pt x="278719" y="341262"/>
                </a:lnTo>
                <a:lnTo>
                  <a:pt x="340200" y="279781"/>
                </a:lnTo>
                <a:close/>
                <a:moveTo>
                  <a:pt x="229352" y="70220"/>
                </a:moveTo>
                <a:lnTo>
                  <a:pt x="13943" y="285583"/>
                </a:lnTo>
                <a:lnTo>
                  <a:pt x="40602" y="312242"/>
                </a:lnTo>
                <a:lnTo>
                  <a:pt x="233943" y="118900"/>
                </a:lnTo>
                <a:lnTo>
                  <a:pt x="242137" y="127094"/>
                </a:lnTo>
                <a:lnTo>
                  <a:pt x="48796" y="320436"/>
                </a:lnTo>
                <a:lnTo>
                  <a:pt x="75480" y="347120"/>
                </a:lnTo>
                <a:lnTo>
                  <a:pt x="290843" y="131711"/>
                </a:lnTo>
                <a:lnTo>
                  <a:pt x="264184" y="105052"/>
                </a:lnTo>
                <a:lnTo>
                  <a:pt x="253749" y="115486"/>
                </a:lnTo>
                <a:lnTo>
                  <a:pt x="245555" y="107292"/>
                </a:lnTo>
                <a:lnTo>
                  <a:pt x="255990" y="96858"/>
                </a:lnTo>
                <a:close/>
                <a:moveTo>
                  <a:pt x="246763" y="52813"/>
                </a:moveTo>
                <a:lnTo>
                  <a:pt x="237547" y="62027"/>
                </a:lnTo>
                <a:lnTo>
                  <a:pt x="299036" y="123516"/>
                </a:lnTo>
                <a:lnTo>
                  <a:pt x="308250" y="114300"/>
                </a:lnTo>
                <a:close/>
                <a:moveTo>
                  <a:pt x="81281" y="20862"/>
                </a:moveTo>
                <a:lnTo>
                  <a:pt x="19800" y="82343"/>
                </a:lnTo>
                <a:lnTo>
                  <a:pt x="34855" y="97398"/>
                </a:lnTo>
                <a:lnTo>
                  <a:pt x="42391" y="89862"/>
                </a:lnTo>
                <a:lnTo>
                  <a:pt x="50585" y="98056"/>
                </a:lnTo>
                <a:lnTo>
                  <a:pt x="43049" y="105592"/>
                </a:lnTo>
                <a:lnTo>
                  <a:pt x="58058" y="120601"/>
                </a:lnTo>
                <a:lnTo>
                  <a:pt x="77187" y="101471"/>
                </a:lnTo>
                <a:lnTo>
                  <a:pt x="85381" y="109665"/>
                </a:lnTo>
                <a:lnTo>
                  <a:pt x="66252" y="128795"/>
                </a:lnTo>
                <a:lnTo>
                  <a:pt x="87106" y="149649"/>
                </a:lnTo>
                <a:lnTo>
                  <a:pt x="94636" y="142118"/>
                </a:lnTo>
                <a:lnTo>
                  <a:pt x="102830" y="150312"/>
                </a:lnTo>
                <a:lnTo>
                  <a:pt x="95300" y="157843"/>
                </a:lnTo>
                <a:lnTo>
                  <a:pt x="110318" y="172861"/>
                </a:lnTo>
                <a:lnTo>
                  <a:pt x="171806" y="111387"/>
                </a:lnTo>
                <a:close/>
                <a:moveTo>
                  <a:pt x="304335" y="13246"/>
                </a:moveTo>
                <a:cubicBezTo>
                  <a:pt x="293459" y="13246"/>
                  <a:pt x="282584" y="17304"/>
                  <a:pt x="274163" y="25418"/>
                </a:cubicBezTo>
                <a:lnTo>
                  <a:pt x="254958" y="44620"/>
                </a:lnTo>
                <a:lnTo>
                  <a:pt x="316443" y="106105"/>
                </a:lnTo>
                <a:lnTo>
                  <a:pt x="335644" y="86900"/>
                </a:lnTo>
                <a:cubicBezTo>
                  <a:pt x="352307" y="69608"/>
                  <a:pt x="351798" y="42082"/>
                  <a:pt x="334506" y="25418"/>
                </a:cubicBezTo>
                <a:cubicBezTo>
                  <a:pt x="326086" y="17304"/>
                  <a:pt x="315210" y="13246"/>
                  <a:pt x="304335" y="13246"/>
                </a:cubicBezTo>
                <a:close/>
                <a:moveTo>
                  <a:pt x="304491" y="21"/>
                </a:moveTo>
                <a:cubicBezTo>
                  <a:pt x="318579" y="-364"/>
                  <a:pt x="332814" y="4627"/>
                  <a:pt x="343856" y="15082"/>
                </a:cubicBezTo>
                <a:cubicBezTo>
                  <a:pt x="365941" y="35993"/>
                  <a:pt x="366892" y="70848"/>
                  <a:pt x="345980" y="92932"/>
                </a:cubicBezTo>
                <a:cubicBezTo>
                  <a:pt x="345292" y="93659"/>
                  <a:pt x="344583" y="94367"/>
                  <a:pt x="343856" y="95056"/>
                </a:cubicBezTo>
                <a:lnTo>
                  <a:pt x="324627" y="114289"/>
                </a:lnTo>
                <a:lnTo>
                  <a:pt x="335072" y="124734"/>
                </a:lnTo>
                <a:lnTo>
                  <a:pt x="326878" y="132928"/>
                </a:lnTo>
                <a:lnTo>
                  <a:pt x="316434" y="122484"/>
                </a:lnTo>
                <a:lnTo>
                  <a:pt x="307220" y="131700"/>
                </a:lnTo>
                <a:lnTo>
                  <a:pt x="317635" y="142115"/>
                </a:lnTo>
                <a:lnTo>
                  <a:pt x="309441" y="150309"/>
                </a:lnTo>
                <a:lnTo>
                  <a:pt x="299027" y="139895"/>
                </a:lnTo>
                <a:lnTo>
                  <a:pt x="257887" y="181043"/>
                </a:lnTo>
                <a:lnTo>
                  <a:pt x="356625" y="279781"/>
                </a:lnTo>
                <a:lnTo>
                  <a:pt x="278719" y="357687"/>
                </a:lnTo>
                <a:lnTo>
                  <a:pt x="179989" y="258957"/>
                </a:lnTo>
                <a:lnTo>
                  <a:pt x="77906" y="361062"/>
                </a:lnTo>
                <a:lnTo>
                  <a:pt x="0" y="361062"/>
                </a:lnTo>
                <a:lnTo>
                  <a:pt x="0" y="283156"/>
                </a:lnTo>
                <a:lnTo>
                  <a:pt x="102105" y="181073"/>
                </a:lnTo>
                <a:lnTo>
                  <a:pt x="3375" y="82343"/>
                </a:lnTo>
                <a:lnTo>
                  <a:pt x="81281" y="4437"/>
                </a:lnTo>
                <a:lnTo>
                  <a:pt x="180019" y="103175"/>
                </a:lnTo>
                <a:lnTo>
                  <a:pt x="221167" y="62035"/>
                </a:lnTo>
                <a:lnTo>
                  <a:pt x="210720" y="51588"/>
                </a:lnTo>
                <a:lnTo>
                  <a:pt x="218914" y="43394"/>
                </a:lnTo>
                <a:lnTo>
                  <a:pt x="229362" y="53842"/>
                </a:lnTo>
                <a:lnTo>
                  <a:pt x="238578" y="44628"/>
                </a:lnTo>
                <a:lnTo>
                  <a:pt x="228157" y="34207"/>
                </a:lnTo>
                <a:lnTo>
                  <a:pt x="236351" y="26013"/>
                </a:lnTo>
                <a:lnTo>
                  <a:pt x="246773" y="36435"/>
                </a:lnTo>
                <a:lnTo>
                  <a:pt x="266006" y="17206"/>
                </a:lnTo>
                <a:cubicBezTo>
                  <a:pt x="276462" y="6164"/>
                  <a:pt x="290403" y="405"/>
                  <a:pt x="304491" y="21"/>
                </a:cubicBezTo>
                <a:close/>
              </a:path>
            </a:pathLst>
          </a:custGeom>
          <a:solidFill>
            <a:srgbClr val="FFFFFF"/>
          </a:solidFill>
          <a:ln w="5507" cap="flat">
            <a:noFill/>
            <a:prstDash val="solid"/>
            <a:miter/>
          </a:ln>
        </p:spPr>
        <p:txBody>
          <a:bodyPr wrap="square" rtlCol="0" anchor="ctr">
            <a:noAutofit/>
          </a:bodyPr>
          <a:lstStyle/>
          <a:p>
            <a:endParaRPr lang="zh-CN" altLang="en-US" sz="1350">
              <a:latin typeface="微软雅黑" panose="020B0503020204020204" pitchFamily="34" charset="-122"/>
              <a:ea typeface="微软雅黑" panose="020B0503020204020204" pitchFamily="34" charset="-122"/>
            </a:endParaRPr>
          </a:p>
        </p:txBody>
      </p:sp>
      <p:sp>
        <p:nvSpPr>
          <p:cNvPr id="97" name="椭圆 96"/>
          <p:cNvSpPr>
            <a:spLocks noChangeAspect="1"/>
          </p:cNvSpPr>
          <p:nvPr>
            <p:custDataLst>
              <p:tags r:id="rId21"/>
            </p:custDataLst>
          </p:nvPr>
        </p:nvSpPr>
        <p:spPr>
          <a:xfrm>
            <a:off x="420512" y="3892293"/>
            <a:ext cx="536568" cy="536567"/>
          </a:xfrm>
          <a:prstGeom prst="ellipse">
            <a:avLst/>
          </a:prstGeom>
          <a:solidFill>
            <a:srgbClr val="009587"/>
          </a:solidFill>
          <a:ln w="25400" cap="flat">
            <a:no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p>
            <a:endParaRPr lang="zh-CN" altLang="en-US" sz="1350">
              <a:latin typeface="微软雅黑" panose="020B0503020204020204" pitchFamily="34" charset="-122"/>
              <a:ea typeface="微软雅黑" panose="020B0503020204020204" pitchFamily="34" charset="-122"/>
            </a:endParaRPr>
          </a:p>
        </p:txBody>
      </p:sp>
      <p:sp>
        <p:nvSpPr>
          <p:cNvPr id="68" name="任意多边形: 形状 67"/>
          <p:cNvSpPr/>
          <p:nvPr>
            <p:custDataLst>
              <p:tags r:id="rId22"/>
            </p:custDataLst>
          </p:nvPr>
        </p:nvSpPr>
        <p:spPr>
          <a:xfrm>
            <a:off x="553796" y="4054994"/>
            <a:ext cx="270000" cy="211164"/>
          </a:xfrm>
          <a:custGeom>
            <a:avLst/>
            <a:gdLst>
              <a:gd name="connsiteX0" fmla="*/ 145083 w 360000"/>
              <a:gd name="connsiteY0" fmla="*/ 102183 h 281552"/>
              <a:gd name="connsiteX1" fmla="*/ 108224 w 360000"/>
              <a:gd name="connsiteY1" fmla="*/ 141547 h 281552"/>
              <a:gd name="connsiteX2" fmla="*/ 116445 w 360000"/>
              <a:gd name="connsiteY2" fmla="*/ 166299 h 281552"/>
              <a:gd name="connsiteX3" fmla="*/ 180045 w 360000"/>
              <a:gd name="connsiteY3" fmla="*/ 242517 h 281552"/>
              <a:gd name="connsiteX4" fmla="*/ 243669 w 360000"/>
              <a:gd name="connsiteY4" fmla="*/ 166266 h 281552"/>
              <a:gd name="connsiteX5" fmla="*/ 251865 w 360000"/>
              <a:gd name="connsiteY5" fmla="*/ 141547 h 281552"/>
              <a:gd name="connsiteX6" fmla="*/ 215006 w 360000"/>
              <a:gd name="connsiteY6" fmla="*/ 102183 h 281552"/>
              <a:gd name="connsiteX7" fmla="*/ 184755 w 360000"/>
              <a:gd name="connsiteY7" fmla="*/ 119091 h 281552"/>
              <a:gd name="connsiteX8" fmla="*/ 180045 w 360000"/>
              <a:gd name="connsiteY8" fmla="*/ 126309 h 281552"/>
              <a:gd name="connsiteX9" fmla="*/ 175334 w 360000"/>
              <a:gd name="connsiteY9" fmla="*/ 119091 h 281552"/>
              <a:gd name="connsiteX10" fmla="*/ 145083 w 360000"/>
              <a:gd name="connsiteY10" fmla="*/ 102183 h 281552"/>
              <a:gd name="connsiteX11" fmla="*/ 145083 w 360000"/>
              <a:gd name="connsiteY11" fmla="*/ 90933 h 281552"/>
              <a:gd name="connsiteX12" fmla="*/ 180045 w 360000"/>
              <a:gd name="connsiteY12" fmla="*/ 106803 h 281552"/>
              <a:gd name="connsiteX13" fmla="*/ 215006 w 360000"/>
              <a:gd name="connsiteY13" fmla="*/ 90933 h 281552"/>
              <a:gd name="connsiteX14" fmla="*/ 263115 w 360000"/>
              <a:gd name="connsiteY14" fmla="*/ 141547 h 281552"/>
              <a:gd name="connsiteX15" fmla="*/ 252612 w 360000"/>
              <a:gd name="connsiteY15" fmla="*/ 173088 h 281552"/>
              <a:gd name="connsiteX16" fmla="*/ 184359 w 360000"/>
              <a:gd name="connsiteY16" fmla="*/ 254893 h 281552"/>
              <a:gd name="connsiteX17" fmla="*/ 180044 w 360000"/>
              <a:gd name="connsiteY17" fmla="*/ 260051 h 281552"/>
              <a:gd name="connsiteX18" fmla="*/ 175730 w 360000"/>
              <a:gd name="connsiteY18" fmla="*/ 254893 h 281552"/>
              <a:gd name="connsiteX19" fmla="*/ 107488 w 360000"/>
              <a:gd name="connsiteY19" fmla="*/ 173105 h 281552"/>
              <a:gd name="connsiteX20" fmla="*/ 96974 w 360000"/>
              <a:gd name="connsiteY20" fmla="*/ 141547 h 281552"/>
              <a:gd name="connsiteX21" fmla="*/ 145083 w 360000"/>
              <a:gd name="connsiteY21" fmla="*/ 90933 h 281552"/>
              <a:gd name="connsiteX22" fmla="*/ 180371 w 360000"/>
              <a:gd name="connsiteY22" fmla="*/ 34420 h 281552"/>
              <a:gd name="connsiteX23" fmla="*/ 45352 w 360000"/>
              <a:gd name="connsiteY23" fmla="*/ 81810 h 281552"/>
              <a:gd name="connsiteX24" fmla="*/ 45352 w 360000"/>
              <a:gd name="connsiteY24" fmla="*/ 270302 h 281552"/>
              <a:gd name="connsiteX25" fmla="*/ 315000 w 360000"/>
              <a:gd name="connsiteY25" fmla="*/ 270302 h 281552"/>
              <a:gd name="connsiteX26" fmla="*/ 315000 w 360000"/>
              <a:gd name="connsiteY26" fmla="*/ 81848 h 281552"/>
              <a:gd name="connsiteX27" fmla="*/ 180371 w 360000"/>
              <a:gd name="connsiteY27" fmla="*/ 11920 h 281552"/>
              <a:gd name="connsiteX28" fmla="*/ 11338 w 360000"/>
              <a:gd name="connsiteY28" fmla="*/ 71246 h 281552"/>
              <a:gd name="connsiteX29" fmla="*/ 11338 w 360000"/>
              <a:gd name="connsiteY29" fmla="*/ 81821 h 281552"/>
              <a:gd name="connsiteX30" fmla="*/ 180376 w 360000"/>
              <a:gd name="connsiteY30" fmla="*/ 22500 h 281552"/>
              <a:gd name="connsiteX31" fmla="*/ 348750 w 360000"/>
              <a:gd name="connsiteY31" fmla="*/ 81815 h 281552"/>
              <a:gd name="connsiteX32" fmla="*/ 348750 w 360000"/>
              <a:gd name="connsiteY32" fmla="*/ 71241 h 281552"/>
              <a:gd name="connsiteX33" fmla="*/ 180376 w 360000"/>
              <a:gd name="connsiteY33" fmla="*/ 0 h 281552"/>
              <a:gd name="connsiteX34" fmla="*/ 182241 w 360000"/>
              <a:gd name="connsiteY34" fmla="*/ 654 h 281552"/>
              <a:gd name="connsiteX35" fmla="*/ 360000 w 360000"/>
              <a:gd name="connsiteY35" fmla="*/ 63276 h 281552"/>
              <a:gd name="connsiteX36" fmla="*/ 360000 w 360000"/>
              <a:gd name="connsiteY36" fmla="*/ 97701 h 281552"/>
              <a:gd name="connsiteX37" fmla="*/ 326250 w 360000"/>
              <a:gd name="connsiteY37" fmla="*/ 85812 h 281552"/>
              <a:gd name="connsiteX38" fmla="*/ 326250 w 360000"/>
              <a:gd name="connsiteY38" fmla="*/ 270302 h 281552"/>
              <a:gd name="connsiteX39" fmla="*/ 360000 w 360000"/>
              <a:gd name="connsiteY39" fmla="*/ 270302 h 281552"/>
              <a:gd name="connsiteX40" fmla="*/ 360000 w 360000"/>
              <a:gd name="connsiteY40" fmla="*/ 281552 h 281552"/>
              <a:gd name="connsiteX41" fmla="*/ 0 w 360000"/>
              <a:gd name="connsiteY41" fmla="*/ 281552 h 281552"/>
              <a:gd name="connsiteX42" fmla="*/ 0 w 360000"/>
              <a:gd name="connsiteY42" fmla="*/ 270302 h 281552"/>
              <a:gd name="connsiteX43" fmla="*/ 34102 w 360000"/>
              <a:gd name="connsiteY43" fmla="*/ 270302 h 281552"/>
              <a:gd name="connsiteX44" fmla="*/ 34102 w 360000"/>
              <a:gd name="connsiteY44" fmla="*/ 85758 h 281552"/>
              <a:gd name="connsiteX45" fmla="*/ 88 w 360000"/>
              <a:gd name="connsiteY45" fmla="*/ 97696 h 281552"/>
              <a:gd name="connsiteX46" fmla="*/ 88 w 360000"/>
              <a:gd name="connsiteY46" fmla="*/ 63270 h 281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60000" h="281552">
                <a:moveTo>
                  <a:pt x="145083" y="102183"/>
                </a:moveTo>
                <a:cubicBezTo>
                  <a:pt x="124056" y="102921"/>
                  <a:pt x="107580" y="120517"/>
                  <a:pt x="108224" y="141547"/>
                </a:cubicBezTo>
                <a:cubicBezTo>
                  <a:pt x="108211" y="150471"/>
                  <a:pt x="111096" y="159157"/>
                  <a:pt x="116445" y="166299"/>
                </a:cubicBezTo>
                <a:cubicBezTo>
                  <a:pt x="118046" y="168343"/>
                  <a:pt x="159495" y="217941"/>
                  <a:pt x="180045" y="242517"/>
                </a:cubicBezTo>
                <a:cubicBezTo>
                  <a:pt x="200594" y="217941"/>
                  <a:pt x="242046" y="168337"/>
                  <a:pt x="243669" y="166266"/>
                </a:cubicBezTo>
                <a:cubicBezTo>
                  <a:pt x="249003" y="159130"/>
                  <a:pt x="251879" y="150457"/>
                  <a:pt x="251865" y="141547"/>
                </a:cubicBezTo>
                <a:cubicBezTo>
                  <a:pt x="252509" y="120517"/>
                  <a:pt x="236033" y="102921"/>
                  <a:pt x="215006" y="102183"/>
                </a:cubicBezTo>
                <a:cubicBezTo>
                  <a:pt x="202708" y="102327"/>
                  <a:pt x="191320" y="108692"/>
                  <a:pt x="184755" y="119091"/>
                </a:cubicBezTo>
                <a:lnTo>
                  <a:pt x="180045" y="126309"/>
                </a:lnTo>
                <a:lnTo>
                  <a:pt x="175334" y="119091"/>
                </a:lnTo>
                <a:cubicBezTo>
                  <a:pt x="168769" y="108692"/>
                  <a:pt x="157381" y="102327"/>
                  <a:pt x="145083" y="102183"/>
                </a:cubicBezTo>
                <a:close/>
                <a:moveTo>
                  <a:pt x="145083" y="90933"/>
                </a:moveTo>
                <a:cubicBezTo>
                  <a:pt x="158465" y="91005"/>
                  <a:pt x="171181" y="96777"/>
                  <a:pt x="180045" y="106803"/>
                </a:cubicBezTo>
                <a:cubicBezTo>
                  <a:pt x="188908" y="96777"/>
                  <a:pt x="201624" y="91005"/>
                  <a:pt x="215006" y="90933"/>
                </a:cubicBezTo>
                <a:cubicBezTo>
                  <a:pt x="242246" y="91672"/>
                  <a:pt x="263758" y="114304"/>
                  <a:pt x="263115" y="141547"/>
                </a:cubicBezTo>
                <a:cubicBezTo>
                  <a:pt x="263123" y="152921"/>
                  <a:pt x="259437" y="163990"/>
                  <a:pt x="252612" y="173088"/>
                </a:cubicBezTo>
                <a:cubicBezTo>
                  <a:pt x="250997" y="175209"/>
                  <a:pt x="191176" y="246741"/>
                  <a:pt x="184359" y="254893"/>
                </a:cubicBezTo>
                <a:lnTo>
                  <a:pt x="180044" y="260051"/>
                </a:lnTo>
                <a:lnTo>
                  <a:pt x="175730" y="254893"/>
                </a:lnTo>
                <a:cubicBezTo>
                  <a:pt x="168913" y="246741"/>
                  <a:pt x="109092" y="175209"/>
                  <a:pt x="107488" y="173105"/>
                </a:cubicBezTo>
                <a:cubicBezTo>
                  <a:pt x="100655" y="164004"/>
                  <a:pt x="96966" y="152928"/>
                  <a:pt x="96974" y="141547"/>
                </a:cubicBezTo>
                <a:cubicBezTo>
                  <a:pt x="96331" y="114304"/>
                  <a:pt x="117843" y="91673"/>
                  <a:pt x="145083" y="90933"/>
                </a:cubicBezTo>
                <a:close/>
                <a:moveTo>
                  <a:pt x="180371" y="34420"/>
                </a:moveTo>
                <a:lnTo>
                  <a:pt x="45352" y="81810"/>
                </a:lnTo>
                <a:lnTo>
                  <a:pt x="45352" y="270302"/>
                </a:lnTo>
                <a:lnTo>
                  <a:pt x="315000" y="270302"/>
                </a:lnTo>
                <a:lnTo>
                  <a:pt x="315000" y="81848"/>
                </a:lnTo>
                <a:close/>
                <a:moveTo>
                  <a:pt x="180371" y="11920"/>
                </a:moveTo>
                <a:lnTo>
                  <a:pt x="11338" y="71246"/>
                </a:lnTo>
                <a:lnTo>
                  <a:pt x="11338" y="81821"/>
                </a:lnTo>
                <a:lnTo>
                  <a:pt x="180376" y="22500"/>
                </a:lnTo>
                <a:lnTo>
                  <a:pt x="348750" y="81815"/>
                </a:lnTo>
                <a:lnTo>
                  <a:pt x="348750" y="71241"/>
                </a:lnTo>
                <a:close/>
                <a:moveTo>
                  <a:pt x="180376" y="0"/>
                </a:moveTo>
                <a:lnTo>
                  <a:pt x="182241" y="654"/>
                </a:lnTo>
                <a:lnTo>
                  <a:pt x="360000" y="63276"/>
                </a:lnTo>
                <a:lnTo>
                  <a:pt x="360000" y="97701"/>
                </a:lnTo>
                <a:lnTo>
                  <a:pt x="326250" y="85812"/>
                </a:lnTo>
                <a:lnTo>
                  <a:pt x="326250" y="270302"/>
                </a:lnTo>
                <a:lnTo>
                  <a:pt x="360000" y="270302"/>
                </a:lnTo>
                <a:lnTo>
                  <a:pt x="360000" y="281552"/>
                </a:lnTo>
                <a:lnTo>
                  <a:pt x="0" y="281552"/>
                </a:lnTo>
                <a:lnTo>
                  <a:pt x="0" y="270302"/>
                </a:lnTo>
                <a:lnTo>
                  <a:pt x="34102" y="270302"/>
                </a:lnTo>
                <a:lnTo>
                  <a:pt x="34102" y="85758"/>
                </a:lnTo>
                <a:lnTo>
                  <a:pt x="88" y="97696"/>
                </a:lnTo>
                <a:lnTo>
                  <a:pt x="88" y="63270"/>
                </a:lnTo>
                <a:close/>
              </a:path>
            </a:pathLst>
          </a:custGeom>
          <a:solidFill>
            <a:srgbClr val="FFFFFF"/>
          </a:solidFill>
          <a:ln w="5507" cap="flat">
            <a:noFill/>
            <a:prstDash val="solid"/>
            <a:miter/>
          </a:ln>
        </p:spPr>
        <p:txBody>
          <a:bodyPr wrap="square" rtlCol="0" anchor="ctr">
            <a:noAutofit/>
          </a:bodyPr>
          <a:lstStyle/>
          <a:p>
            <a:endParaRPr lang="zh-CN" altLang="en-US" sz="1350">
              <a:latin typeface="微软雅黑" panose="020B0503020204020204" pitchFamily="34" charset="-122"/>
              <a:ea typeface="微软雅黑" panose="020B0503020204020204" pitchFamily="34" charset="-122"/>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9144000" cy="694373"/>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rgbClr val="FFFFFF"/>
              </a:solidFill>
              <a:latin typeface="微软雅黑" panose="020B0503020204020204" pitchFamily="34" charset="-122"/>
              <a:ea typeface="微软雅黑" panose="020B0503020204020204" pitchFamily="34" charset="-122"/>
              <a:sym typeface="+mn-ea"/>
            </a:endParaRPr>
          </a:p>
        </p:txBody>
      </p:sp>
      <p:sp>
        <p:nvSpPr>
          <p:cNvPr id="17" name="矩形 16"/>
          <p:cNvSpPr/>
          <p:nvPr>
            <p:custDataLst>
              <p:tags r:id="rId3"/>
            </p:custDataLst>
          </p:nvPr>
        </p:nvSpPr>
        <p:spPr>
          <a:xfrm>
            <a:off x="4800152" y="1193531"/>
            <a:ext cx="3887134" cy="2970717"/>
          </a:xfrm>
          <a:prstGeom prst="rect">
            <a:avLst/>
          </a:prstGeom>
          <a:solidFill>
            <a:srgbClr val="FFFFFF"/>
          </a:solidFill>
          <a:ln>
            <a:noFill/>
          </a:ln>
          <a:effectLst>
            <a:outerShdw blurRad="127000" dist="38100" dir="5400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5" name="折角形 33"/>
          <p:cNvSpPr/>
          <p:nvPr>
            <p:custDataLst>
              <p:tags r:id="rId4"/>
            </p:custDataLst>
          </p:nvPr>
        </p:nvSpPr>
        <p:spPr>
          <a:xfrm>
            <a:off x="456301" y="1193531"/>
            <a:ext cx="3887134" cy="2970717"/>
          </a:xfrm>
          <a:prstGeom prst="foldedCorner">
            <a:avLst>
              <a:gd name="adj" fmla="val 16445"/>
            </a:avLst>
          </a:prstGeom>
          <a:solidFill>
            <a:srgbClr val="FFFFFF"/>
          </a:solidFill>
          <a:ln>
            <a:noFill/>
          </a:ln>
          <a:effectLst>
            <a:outerShdw blurRad="127000" dist="38100" dir="5400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16" name="任意多边形 8"/>
          <p:cNvSpPr/>
          <p:nvPr>
            <p:custDataLst>
              <p:tags r:id="rId5"/>
            </p:custDataLst>
          </p:nvPr>
        </p:nvSpPr>
        <p:spPr>
          <a:xfrm>
            <a:off x="688924" y="1193531"/>
            <a:ext cx="347186" cy="498634"/>
          </a:xfrm>
          <a:custGeom>
            <a:avLst/>
            <a:gdLst>
              <a:gd name="connsiteX0" fmla="*/ 0 w 1500"/>
              <a:gd name="connsiteY0" fmla="*/ 0 h 1449"/>
              <a:gd name="connsiteX1" fmla="*/ 1500 w 1500"/>
              <a:gd name="connsiteY1" fmla="*/ 0 h 1449"/>
              <a:gd name="connsiteX2" fmla="*/ 1500 w 1500"/>
              <a:gd name="connsiteY2" fmla="*/ 1449 h 1449"/>
              <a:gd name="connsiteX3" fmla="*/ 768 w 1500"/>
              <a:gd name="connsiteY3" fmla="*/ 1098 h 1449"/>
              <a:gd name="connsiteX4" fmla="*/ 0 w 1500"/>
              <a:gd name="connsiteY4" fmla="*/ 1449 h 1449"/>
              <a:gd name="connsiteX5" fmla="*/ 0 w 1500"/>
              <a:gd name="connsiteY5" fmla="*/ 0 h 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0" h="1449">
                <a:moveTo>
                  <a:pt x="0" y="0"/>
                </a:moveTo>
                <a:lnTo>
                  <a:pt x="1500" y="0"/>
                </a:lnTo>
                <a:lnTo>
                  <a:pt x="1500" y="1449"/>
                </a:lnTo>
                <a:lnTo>
                  <a:pt x="768" y="1098"/>
                </a:lnTo>
                <a:lnTo>
                  <a:pt x="0" y="1449"/>
                </a:lnTo>
                <a:lnTo>
                  <a:pt x="0" y="0"/>
                </a:lnTo>
                <a:close/>
              </a:path>
            </a:pathLst>
          </a:custGeom>
          <a:solidFill>
            <a:srgbClr val="E1E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6" name="Title 6"/>
          <p:cNvSpPr txBox="1"/>
          <p:nvPr>
            <p:custDataLst>
              <p:tags r:id="rId6"/>
            </p:custDataLst>
          </p:nvPr>
        </p:nvSpPr>
        <p:spPr>
          <a:xfrm>
            <a:off x="688924" y="1795186"/>
            <a:ext cx="3421887" cy="1767407"/>
          </a:xfrm>
          <a:prstGeom prst="rect">
            <a:avLst/>
          </a:prstGeom>
          <a:noFill/>
          <a:ln w="3175">
            <a:noFill/>
            <a:prstDash val="dash"/>
          </a:ln>
        </p:spPr>
        <p:txBody>
          <a:bodyPr wrap="square" lIns="54000" tIns="0" rIns="54000" bIns="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just">
              <a:lnSpc>
                <a:spcPct val="150000"/>
              </a:lnSpc>
              <a:spcBef>
                <a:spcPts val="0"/>
              </a:spcBef>
              <a:spcAft>
                <a:spcPts val="800"/>
              </a:spcAft>
              <a:buSzPct val="100000"/>
              <a:buFont typeface="Wingdings" panose="05000000000000000000" pitchFamily="2" charset="2"/>
              <a:buNone/>
            </a:pPr>
            <a:r>
              <a:rPr lang="zh-CN" altLang="en-US" sz="1400" spc="10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例如，打开的文件夹为E盘，如图所示，假设要查找含有“计算机”的文件和文件夹，在搜索框中键入“计算机”。键入后，系统将自动进行筛选。</a:t>
            </a:r>
          </a:p>
        </p:txBody>
      </p:sp>
      <p:sp>
        <p:nvSpPr>
          <p:cNvPr id="8" name="Title 6"/>
          <p:cNvSpPr txBox="1"/>
          <p:nvPr>
            <p:custDataLst>
              <p:tags r:id="rId7"/>
            </p:custDataLst>
          </p:nvPr>
        </p:nvSpPr>
        <p:spPr>
          <a:xfrm>
            <a:off x="456299" y="114750"/>
            <a:ext cx="8230987" cy="456300"/>
          </a:xfrm>
          <a:prstGeom prst="rect">
            <a:avLst/>
          </a:prstGeom>
          <a:noFill/>
          <a:ln w="3175">
            <a:noFill/>
            <a:prstDash val="dash"/>
          </a:ln>
        </p:spPr>
        <p:txBody>
          <a:bodyPr wrap="square" lIns="54000" tIns="27000" rIns="54000" bIns="27000" anchor="b"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indent="0" algn="l">
              <a:lnSpc>
                <a:spcPct val="100000"/>
              </a:lnSpc>
              <a:spcBef>
                <a:spcPts val="0"/>
              </a:spcBef>
              <a:spcAft>
                <a:spcPts val="0"/>
              </a:spcAft>
              <a:buSzPct val="100000"/>
              <a:buNone/>
              <a:defRPr/>
            </a:pPr>
            <a:r>
              <a:rPr lang="zh-CN" altLang="en-US" sz="2400" b="1" spc="150" dirty="0">
                <a:ln w="3175">
                  <a:noFill/>
                  <a:prstDash val="dash"/>
                </a:ln>
                <a:solidFill>
                  <a:srgbClr val="7F7F7F"/>
                </a:solidFill>
                <a:latin typeface="微软雅黑" panose="020B0503020204020204" pitchFamily="34" charset="-122"/>
                <a:ea typeface="微软雅黑" panose="020B0503020204020204" pitchFamily="34" charset="-122"/>
                <a:cs typeface="微软雅黑" panose="020B0503020204020204" pitchFamily="34" charset="-122"/>
              </a:rPr>
              <a:t>简单搜索</a:t>
            </a:r>
          </a:p>
        </p:txBody>
      </p:sp>
      <p:sp>
        <p:nvSpPr>
          <p:cNvPr id="9" name="TextBox 13"/>
          <p:cNvSpPr txBox="1"/>
          <p:nvPr>
            <p:custDataLst>
              <p:tags r:id="rId8"/>
            </p:custDataLst>
          </p:nvPr>
        </p:nvSpPr>
        <p:spPr>
          <a:xfrm>
            <a:off x="456300" y="4681430"/>
            <a:ext cx="2176785" cy="169943"/>
          </a:xfrm>
          <a:prstGeom prst="rect">
            <a:avLst/>
          </a:prstGeom>
          <a:noFill/>
          <a:ln>
            <a:noFill/>
          </a:ln>
        </p:spPr>
        <p:txBody>
          <a:bodyPr wrap="square" lIns="67500" tIns="27000" rIns="67500" bIns="270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50" b="0" i="0" u="none" strike="noStrike" kern="1200" cap="none" spc="150" normalizeH="0" noProof="0" dirty="0">
                <a:ln>
                  <a:noFill/>
                </a:ln>
                <a:solidFill>
                  <a:schemeClr val="accent3">
                    <a:lumMod val="75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https://</a:t>
            </a:r>
            <a:r>
              <a:rPr kumimoji="0" lang="en-US" altLang="zh-CN" sz="750" b="1" i="0" u="none" strike="noStrike" kern="1200" cap="none" spc="150" normalizeH="0" noProof="0" dirty="0">
                <a:ln>
                  <a:noFill/>
                </a:ln>
                <a:solidFill>
                  <a:schemeClr val="accent4">
                    <a:lumMod val="75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www.textbookcenter.cn</a:t>
            </a:r>
          </a:p>
        </p:txBody>
      </p:sp>
      <p:pic>
        <p:nvPicPr>
          <p:cNvPr id="23" name="图片 22"/>
          <p:cNvPicPr>
            <a:picLocks noChangeAspect="1"/>
          </p:cNvPicPr>
          <p:nvPr>
            <p:custDataLst>
              <p:tags r:id="rId9"/>
            </p:custDataLst>
          </p:nvPr>
        </p:nvPicPr>
        <p:blipFill rotWithShape="1">
          <a:blip r:embed="rId12"/>
          <a:srcRect l="4042" r="4042"/>
          <a:stretch>
            <a:fillRect/>
          </a:stretch>
        </p:blipFill>
        <p:spPr>
          <a:xfrm>
            <a:off x="4909078" y="1306931"/>
            <a:ext cx="3660330" cy="2745247"/>
          </a:xfrm>
          <a:prstGeom prst="rect">
            <a:avLst/>
          </a:prstGeom>
        </p:spPr>
      </p:pic>
      <p:pic>
        <p:nvPicPr>
          <p:cNvPr id="63" name="图片 62"/>
          <p:cNvPicPr>
            <a:picLocks noChangeAspect="1"/>
          </p:cNvPicPr>
          <p:nvPr userDrawn="1">
            <p:custDataLst>
              <p:tags r:id="rId10"/>
            </p:custDataLst>
          </p:nvPr>
        </p:nvPicPr>
        <p:blipFill>
          <a:blip r:embed="rId13">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Tree>
    <p:custDataLst>
      <p:tags r:id="rId1"/>
    </p:custData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20" name="组合 19"/>
          <p:cNvGrpSpPr/>
          <p:nvPr userDrawn="1">
            <p:custDataLst>
              <p:tags r:id="rId2"/>
            </p:custDataLst>
          </p:nvPr>
        </p:nvGrpSpPr>
        <p:grpSpPr>
          <a:xfrm rot="20310956">
            <a:off x="219227" y="260732"/>
            <a:ext cx="881159" cy="522149"/>
            <a:chOff x="4175125" y="1726565"/>
            <a:chExt cx="1094105" cy="648335"/>
          </a:xfrm>
        </p:grpSpPr>
        <p:sp>
          <p:nvSpPr>
            <p:cNvPr id="21" name="Freeform 64"/>
            <p:cNvSpPr/>
            <p:nvPr userDrawn="1">
              <p:custDataLst>
                <p:tags r:id="rId9"/>
              </p:custDataLst>
            </p:nvPr>
          </p:nvSpPr>
          <p:spPr bwMode="auto">
            <a:xfrm>
              <a:off x="4175125" y="1726565"/>
              <a:ext cx="1094105" cy="648335"/>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2" name="Rectangle 66"/>
            <p:cNvSpPr>
              <a:spLocks noChangeArrowheads="1"/>
            </p:cNvSpPr>
            <p:nvPr userDrawn="1">
              <p:custDataLst>
                <p:tags r:id="rId10"/>
              </p:custDataLst>
            </p:nvPr>
          </p:nvSpPr>
          <p:spPr bwMode="auto">
            <a:xfrm>
              <a:off x="4249420" y="2235382"/>
              <a:ext cx="897255" cy="704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3" name="Rectangle 67"/>
            <p:cNvSpPr>
              <a:spLocks noChangeArrowheads="1"/>
            </p:cNvSpPr>
            <p:nvPr userDrawn="1">
              <p:custDataLst>
                <p:tags r:id="rId11"/>
              </p:custDataLst>
            </p:nvPr>
          </p:nvSpPr>
          <p:spPr bwMode="auto">
            <a:xfrm>
              <a:off x="4249420" y="2116728"/>
              <a:ext cx="504190" cy="717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4" name="Rectangle 68"/>
            <p:cNvSpPr>
              <a:spLocks noChangeArrowheads="1"/>
            </p:cNvSpPr>
            <p:nvPr userDrawn="1">
              <p:custDataLst>
                <p:tags r:id="rId12"/>
              </p:custDataLst>
            </p:nvPr>
          </p:nvSpPr>
          <p:spPr bwMode="auto">
            <a:xfrm>
              <a:off x="4245610" y="1786255"/>
              <a:ext cx="275590" cy="226695"/>
            </a:xfrm>
            <a:prstGeom prst="rect">
              <a:avLst/>
            </a:prstGeom>
            <a:solidFill>
              <a:srgbClr val="6969C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5" name="Rectangle 69"/>
            <p:cNvSpPr>
              <a:spLocks noChangeArrowheads="1"/>
            </p:cNvSpPr>
            <p:nvPr userDrawn="1">
              <p:custDataLst>
                <p:tags r:id="rId13"/>
              </p:custDataLst>
            </p:nvPr>
          </p:nvSpPr>
          <p:spPr bwMode="auto">
            <a:xfrm>
              <a:off x="4573905" y="1786255"/>
              <a:ext cx="276860" cy="226695"/>
            </a:xfrm>
            <a:prstGeom prst="rect">
              <a:avLst/>
            </a:prstGeom>
            <a:solidFill>
              <a:srgbClr val="DB63A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6" name="Rectangle 70"/>
            <p:cNvSpPr>
              <a:spLocks noChangeArrowheads="1"/>
            </p:cNvSpPr>
            <p:nvPr userDrawn="1">
              <p:custDataLst>
                <p:tags r:id="rId14"/>
              </p:custDataLst>
            </p:nvPr>
          </p:nvSpPr>
          <p:spPr bwMode="auto">
            <a:xfrm>
              <a:off x="4903470" y="1786255"/>
              <a:ext cx="275590" cy="226695"/>
            </a:xfrm>
            <a:prstGeom prst="rect">
              <a:avLst/>
            </a:prstGeom>
            <a:solidFill>
              <a:srgbClr val="F7917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grpSp>
      <p:sp>
        <p:nvSpPr>
          <p:cNvPr id="8" name="矩形 7"/>
          <p:cNvSpPr/>
          <p:nvPr userDrawn="1">
            <p:custDataLst>
              <p:tags r:id="rId3"/>
            </p:custDataLst>
          </p:nvPr>
        </p:nvSpPr>
        <p:spPr>
          <a:xfrm>
            <a:off x="0" y="1063710"/>
            <a:ext cx="9144000" cy="3854831"/>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rgbClr val="FFFFFF"/>
              </a:solidFill>
              <a:latin typeface="微软雅黑" panose="020B0503020204020204" pitchFamily="34" charset="-122"/>
              <a:ea typeface="微软雅黑" panose="020B0503020204020204" pitchFamily="34" charset="-122"/>
              <a:sym typeface="+mn-ea"/>
            </a:endParaRPr>
          </a:p>
        </p:txBody>
      </p:sp>
      <p:sp>
        <p:nvSpPr>
          <p:cNvPr id="5" name="Title 6"/>
          <p:cNvSpPr txBox="1"/>
          <p:nvPr>
            <p:custDataLst>
              <p:tags r:id="rId4"/>
            </p:custDataLst>
          </p:nvPr>
        </p:nvSpPr>
        <p:spPr>
          <a:xfrm>
            <a:off x="456300" y="456300"/>
            <a:ext cx="8232506" cy="493394"/>
          </a:xfrm>
          <a:prstGeom prst="rect">
            <a:avLst/>
          </a:prstGeom>
          <a:noFill/>
          <a:ln w="3175">
            <a:noFill/>
            <a:prstDash val="dash"/>
          </a:ln>
        </p:spPr>
        <p:txBody>
          <a:bodyPr wrap="square" lIns="54000" tIns="27000" rIns="54000" bIns="27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indent="0" algn="l">
              <a:lnSpc>
                <a:spcPct val="100000"/>
              </a:lnSpc>
              <a:spcBef>
                <a:spcPts val="0"/>
              </a:spcBef>
              <a:spcAft>
                <a:spcPts val="0"/>
              </a:spcAft>
              <a:buSzPct val="100000"/>
              <a:buNone/>
              <a:defRPr/>
            </a:pPr>
            <a:r>
              <a:rPr kumimoji="0" lang="zh-CN" altLang="en-US" sz="2700" b="1" i="0" spc="300" noProof="0">
                <a:ln w="3175">
                  <a:noFill/>
                  <a:prstDash val="dash"/>
                </a:ln>
                <a:solidFill>
                  <a:srgbClr val="404040"/>
                </a:solidFill>
                <a:effectLst/>
                <a:latin typeface="微软雅黑" panose="020B0503020204020204" pitchFamily="34" charset="-122"/>
                <a:ea typeface="微软雅黑" panose="020B0503020204020204" pitchFamily="34" charset="-122"/>
                <a:cs typeface="微软雅黑" panose="020B0503020204020204" pitchFamily="34" charset="-122"/>
              </a:rPr>
              <a:t>多关键词搜索</a:t>
            </a:r>
          </a:p>
        </p:txBody>
      </p:sp>
      <p:pic>
        <p:nvPicPr>
          <p:cNvPr id="6" name="图片 5"/>
          <p:cNvPicPr>
            <a:picLocks noChangeAspect="1"/>
          </p:cNvPicPr>
          <p:nvPr>
            <p:custDataLst>
              <p:tags r:id="rId5"/>
            </p:custDataLst>
          </p:nvPr>
        </p:nvPicPr>
        <p:blipFill rotWithShape="1">
          <a:blip r:embed="rId16"/>
          <a:srcRect t="63" b="63"/>
          <a:stretch>
            <a:fillRect/>
          </a:stretch>
        </p:blipFill>
        <p:spPr>
          <a:xfrm>
            <a:off x="459742" y="1292594"/>
            <a:ext cx="4958936" cy="3398636"/>
          </a:xfrm>
          <a:prstGeom prst="rect">
            <a:avLst/>
          </a:prstGeom>
        </p:spPr>
      </p:pic>
      <p:sp>
        <p:nvSpPr>
          <p:cNvPr id="7" name="Title 6"/>
          <p:cNvSpPr txBox="1"/>
          <p:nvPr>
            <p:custDataLst>
              <p:tags r:id="rId6"/>
            </p:custDataLst>
          </p:nvPr>
        </p:nvSpPr>
        <p:spPr>
          <a:xfrm>
            <a:off x="5704810" y="2395681"/>
            <a:ext cx="2981473" cy="1190846"/>
          </a:xfrm>
          <a:prstGeom prst="rect">
            <a:avLst/>
          </a:prstGeom>
          <a:noFill/>
          <a:ln w="3175">
            <a:noFill/>
            <a:prstDash val="dash"/>
          </a:ln>
        </p:spPr>
        <p:txBody>
          <a:bodyPr wrap="square" lIns="54000" tIns="27000" rIns="54000" bIns="270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just">
              <a:lnSpc>
                <a:spcPct val="130000"/>
              </a:lnSpc>
              <a:spcBef>
                <a:spcPts val="0"/>
              </a:spcBef>
              <a:spcAft>
                <a:spcPts val="800"/>
              </a:spcAft>
              <a:buSzPct val="100000"/>
              <a:buNone/>
            </a:pPr>
            <a:r>
              <a:rPr lang="zh-CN" altLang="en-US" sz="14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当使用一个关键词查找到的文件较多时，可以尝试使用多个关键词。关键词之间用空格隔开，如图2所示。这样可以大大加快查找速度。</a:t>
            </a:r>
          </a:p>
        </p:txBody>
      </p:sp>
      <p:cxnSp>
        <p:nvCxnSpPr>
          <p:cNvPr id="12" name="直接连接符 11"/>
          <p:cNvCxnSpPr/>
          <p:nvPr>
            <p:custDataLst>
              <p:tags r:id="rId7"/>
            </p:custDataLst>
          </p:nvPr>
        </p:nvCxnSpPr>
        <p:spPr>
          <a:xfrm>
            <a:off x="8550275" y="325755"/>
            <a:ext cx="152400"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8550275" y="381635"/>
            <a:ext cx="116840"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6" name="矩形 15"/>
          <p:cNvSpPr/>
          <p:nvPr userDrawn="1">
            <p:custDataLst>
              <p:tags r:id="rId2"/>
            </p:custDataLst>
          </p:nvPr>
        </p:nvSpPr>
        <p:spPr>
          <a:xfrm>
            <a:off x="0" y="0"/>
            <a:ext cx="3054096" cy="5143500"/>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rgbClr val="FFFFFF"/>
              </a:solidFill>
              <a:latin typeface="微软雅黑" panose="020B0503020204020204" pitchFamily="34" charset="-122"/>
              <a:ea typeface="微软雅黑" panose="020B0503020204020204" pitchFamily="34" charset="-122"/>
              <a:sym typeface="+mn-ea"/>
            </a:endParaRPr>
          </a:p>
        </p:txBody>
      </p:sp>
      <p:grpSp>
        <p:nvGrpSpPr>
          <p:cNvPr id="14" name="组合 13"/>
          <p:cNvGrpSpPr/>
          <p:nvPr userDrawn="1">
            <p:custDataLst>
              <p:tags r:id="rId3"/>
            </p:custDataLst>
          </p:nvPr>
        </p:nvGrpSpPr>
        <p:grpSpPr>
          <a:xfrm>
            <a:off x="67487" y="71105"/>
            <a:ext cx="8965498" cy="5053346"/>
            <a:chOff x="89982" y="94806"/>
            <a:chExt cx="11953997" cy="6737794"/>
          </a:xfrm>
        </p:grpSpPr>
        <p:pic>
          <p:nvPicPr>
            <p:cNvPr id="24" name="图片 23"/>
            <p:cNvPicPr>
              <a:picLocks noChangeAspect="1"/>
            </p:cNvPicPr>
            <p:nvPr userDrawn="1">
              <p:custDataLst>
                <p:tags r:id="rId11"/>
              </p:custDataLst>
            </p:nvPr>
          </p:nvPicPr>
          <p:blipFill>
            <a:blip r:embed="rId14">
              <a:extLst>
                <a:ext uri="{28A0092B-C50C-407E-A947-70E740481C1C}">
                  <a14:useLocalDpi xmlns:a14="http://schemas.microsoft.com/office/drawing/2010/main" val="0"/>
                </a:ext>
              </a:extLst>
            </a:blip>
            <a:stretch>
              <a:fillRect/>
            </a:stretch>
          </p:blipFill>
          <p:spPr>
            <a:xfrm>
              <a:off x="89982" y="94806"/>
              <a:ext cx="786452" cy="865707"/>
            </a:xfrm>
            <a:prstGeom prst="rect">
              <a:avLst/>
            </a:prstGeom>
          </p:spPr>
        </p:pic>
        <p:pic>
          <p:nvPicPr>
            <p:cNvPr id="15" name="图片 14"/>
            <p:cNvPicPr>
              <a:picLocks noChangeAspect="1"/>
            </p:cNvPicPr>
            <p:nvPr userDrawn="1">
              <p:custDataLst>
                <p:tags r:id="rId12"/>
              </p:custDataLst>
            </p:nvPr>
          </p:nvPicPr>
          <p:blipFill>
            <a:blip r:embed="rId15">
              <a:extLst>
                <a:ext uri="{28A0092B-C50C-407E-A947-70E740481C1C}">
                  <a14:useLocalDpi xmlns:a14="http://schemas.microsoft.com/office/drawing/2010/main" val="0"/>
                </a:ext>
              </a:extLst>
            </a:blip>
            <a:stretch>
              <a:fillRect/>
            </a:stretch>
          </p:blipFill>
          <p:spPr>
            <a:xfrm>
              <a:off x="10577221" y="5249238"/>
              <a:ext cx="1466758" cy="1583362"/>
            </a:xfrm>
            <a:prstGeom prst="rect">
              <a:avLst/>
            </a:prstGeom>
          </p:spPr>
        </p:pic>
      </p:grpSp>
      <p:sp>
        <p:nvSpPr>
          <p:cNvPr id="10" name="文本框 9"/>
          <p:cNvSpPr txBox="1"/>
          <p:nvPr>
            <p:custDataLst>
              <p:tags r:id="rId4"/>
            </p:custDataLst>
          </p:nvPr>
        </p:nvSpPr>
        <p:spPr>
          <a:xfrm>
            <a:off x="3504602" y="3727338"/>
            <a:ext cx="5066999" cy="844222"/>
          </a:xfrm>
          <a:prstGeom prst="rect">
            <a:avLst/>
          </a:prstGeom>
          <a:noFill/>
        </p:spPr>
        <p:txBody>
          <a:bodyPr wrap="square" rtlCol="0">
            <a:noAutofit/>
          </a:bodyPr>
          <a:lstStyle/>
          <a:p>
            <a:pPr marL="0" marR="0" lvl="0" indent="0" algn="l" defTabSz="914400" rtl="0" eaLnBrk="1" fontAlgn="auto" latinLnBrk="0" hangingPunct="1">
              <a:lnSpc>
                <a:spcPct val="130000"/>
              </a:lnSpc>
              <a:spcBef>
                <a:spcPts val="0"/>
              </a:spcBef>
              <a:spcAft>
                <a:spcPts val="800"/>
              </a:spcAft>
              <a:buSzPct val="100000"/>
              <a:buFontTx/>
              <a:buNone/>
              <a:defRPr/>
            </a:pPr>
            <a:r>
              <a:rPr kumimoji="0" lang="zh-CN" altLang="en-US" sz="1200" b="0" i="0" kern="1200" cap="none" spc="0" normalizeH="0" noProof="0">
                <a:ln>
                  <a:noFill/>
                </a:ln>
                <a:solidFill>
                  <a:srgbClr val="404040"/>
                </a:solidFill>
                <a:effectLst/>
                <a:latin typeface="微软雅黑" panose="020B0503020204020204" pitchFamily="34" charset="-122"/>
                <a:ea typeface="微软雅黑" panose="020B0503020204020204" pitchFamily="34" charset="-122"/>
                <a:cs typeface="微软雅黑" panose="020B0503020204020204" pitchFamily="34" charset="-122"/>
              </a:rPr>
              <a:t>假如要搜索Word 文档doc 文件，如图所示，输入关键字后，可以单击“其他属性”中的“类型”项，此时搜索框中显示“类型:”，在其后面输入“=.doc”，就可以搜索到需要的文件了。</a:t>
            </a:r>
          </a:p>
        </p:txBody>
      </p:sp>
      <p:sp>
        <p:nvSpPr>
          <p:cNvPr id="6" name="矩形: 圆角 4"/>
          <p:cNvSpPr/>
          <p:nvPr>
            <p:custDataLst>
              <p:tags r:id="rId5"/>
            </p:custDataLst>
          </p:nvPr>
        </p:nvSpPr>
        <p:spPr>
          <a:xfrm>
            <a:off x="572135" y="454660"/>
            <a:ext cx="680085" cy="234950"/>
          </a:xfrm>
          <a:prstGeom prst="roundRect">
            <a:avLst>
              <a:gd name="adj" fmla="val 50000"/>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 name="TextBox 13"/>
          <p:cNvSpPr txBox="1"/>
          <p:nvPr>
            <p:custDataLst>
              <p:tags r:id="rId6"/>
            </p:custDataLst>
          </p:nvPr>
        </p:nvSpPr>
        <p:spPr>
          <a:xfrm>
            <a:off x="355600" y="4592320"/>
            <a:ext cx="2452370" cy="193040"/>
          </a:xfrm>
          <a:prstGeom prst="rect">
            <a:avLst/>
          </a:prstGeom>
          <a:noFill/>
          <a:ln>
            <a:noFill/>
          </a:ln>
        </p:spPr>
        <p:txBody>
          <a:bodyPr wrap="square" lIns="67500" tIns="27000" rIns="67500" bIns="270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150" normalizeH="0" baseline="0" noProof="0" dirty="0">
                <a:ln>
                  <a:noFill/>
                </a:ln>
                <a:solidFill>
                  <a:srgbClr val="3E3EA6"/>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https://www.textbookcenter.cn</a:t>
            </a:r>
          </a:p>
        </p:txBody>
      </p:sp>
      <p:sp>
        <p:nvSpPr>
          <p:cNvPr id="9" name="矩形 8"/>
          <p:cNvSpPr/>
          <p:nvPr>
            <p:custDataLst>
              <p:tags r:id="rId7"/>
            </p:custDataLst>
          </p:nvPr>
        </p:nvSpPr>
        <p:spPr>
          <a:xfrm>
            <a:off x="3504602" y="572400"/>
            <a:ext cx="5066999" cy="2985298"/>
          </a:xfrm>
          <a:prstGeom prst="rect">
            <a:avLst/>
          </a:prstGeom>
          <a:solidFill>
            <a:srgbClr val="FFFFFF"/>
          </a:solidFill>
          <a:ln>
            <a:noFill/>
          </a:ln>
          <a:effectLst>
            <a:outerShdw blurRad="127000" dist="38100" dir="5400000" algn="t" rotWithShape="0">
              <a:srgbClr val="0D0D0D">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11" name="图片 10" descr="C:\Users\kingsoft\Pictures\风景\H2O, Mac 壁紙, 天性.jpgH2O, Mac 壁紙, 天性"/>
          <p:cNvPicPr/>
          <p:nvPr>
            <p:custDataLst>
              <p:tags r:id="rId8"/>
            </p:custDataLst>
          </p:nvPr>
        </p:nvPicPr>
        <p:blipFill rotWithShape="1">
          <a:blip r:embed="rId16"/>
          <a:srcRect t="8855" b="8855"/>
          <a:stretch>
            <a:fillRect/>
          </a:stretch>
        </p:blipFill>
        <p:spPr>
          <a:xfrm>
            <a:off x="3618002" y="685799"/>
            <a:ext cx="4851382" cy="2758497"/>
          </a:xfrm>
          <a:prstGeom prst="rect">
            <a:avLst/>
          </a:prstGeom>
        </p:spPr>
      </p:pic>
      <p:sp>
        <p:nvSpPr>
          <p:cNvPr id="12" name="文本框 11"/>
          <p:cNvSpPr txBox="1"/>
          <p:nvPr>
            <p:custDataLst>
              <p:tags r:id="rId9"/>
            </p:custDataLst>
          </p:nvPr>
        </p:nvSpPr>
        <p:spPr>
          <a:xfrm>
            <a:off x="572135" y="883920"/>
            <a:ext cx="2169795" cy="1750695"/>
          </a:xfrm>
          <a:prstGeom prst="rect">
            <a:avLst/>
          </a:prstGeom>
          <a:noFill/>
        </p:spPr>
        <p:txBody>
          <a:bodyPr wrap="square" lIns="35100" rIns="35100" rtlCol="0" anchor="t" anchorCtr="0">
            <a:noAutofit/>
          </a:bodyPr>
          <a:lstStyle/>
          <a:p>
            <a:pPr marL="0" marR="0" lvl="0" indent="0" algn="l" defTabSz="914400" rtl="0" eaLnBrk="1" fontAlgn="auto" latinLnBrk="0" hangingPunct="1">
              <a:lnSpc>
                <a:spcPct val="110000"/>
              </a:lnSpc>
              <a:spcBef>
                <a:spcPts val="0"/>
              </a:spcBef>
              <a:spcAft>
                <a:spcPts val="0"/>
              </a:spcAft>
              <a:buSzPct val="100000"/>
              <a:buFontTx/>
              <a:buNone/>
              <a:defRPr/>
            </a:pPr>
            <a:r>
              <a:rPr kumimoji="0" lang="zh-CN" altLang="en-US" sz="3200" b="1" i="0" kern="1200" cap="none" spc="100" normalizeH="0" noProof="0">
                <a:ln>
                  <a:noFill/>
                </a:ln>
                <a:solidFill>
                  <a:srgbClr val="7F7F7F"/>
                </a:solidFill>
                <a:effectLst/>
                <a:latin typeface="微软雅黑" panose="020B0503020204020204" pitchFamily="34" charset="-122"/>
                <a:ea typeface="微软雅黑" panose="020B0503020204020204" pitchFamily="34" charset="-122"/>
                <a:cs typeface="+mn-cs"/>
              </a:rPr>
              <a:t>搜索指定</a:t>
            </a:r>
          </a:p>
          <a:p>
            <a:pPr marL="0" marR="0" lvl="0" indent="0" algn="l" defTabSz="914400" rtl="0" eaLnBrk="1" fontAlgn="auto" latinLnBrk="0" hangingPunct="1">
              <a:lnSpc>
                <a:spcPct val="110000"/>
              </a:lnSpc>
              <a:spcBef>
                <a:spcPts val="0"/>
              </a:spcBef>
              <a:spcAft>
                <a:spcPts val="0"/>
              </a:spcAft>
              <a:buSzPct val="100000"/>
              <a:buFontTx/>
              <a:buNone/>
              <a:defRPr/>
            </a:pPr>
            <a:r>
              <a:rPr kumimoji="0" lang="zh-CN" altLang="en-US" sz="3200" b="1" i="0" kern="1200" cap="none" spc="100" normalizeH="0" noProof="0">
                <a:ln>
                  <a:noFill/>
                </a:ln>
                <a:solidFill>
                  <a:srgbClr val="7F7F7F"/>
                </a:solidFill>
                <a:effectLst/>
                <a:latin typeface="微软雅黑" panose="020B0503020204020204" pitchFamily="34" charset="-122"/>
                <a:ea typeface="微软雅黑" panose="020B0503020204020204" pitchFamily="34" charset="-122"/>
                <a:cs typeface="+mn-cs"/>
              </a:rPr>
              <a:t>类型的文件</a:t>
            </a:r>
          </a:p>
        </p:txBody>
      </p:sp>
      <p:sp>
        <p:nvSpPr>
          <p:cNvPr id="13" name="文本框 12"/>
          <p:cNvSpPr txBox="1"/>
          <p:nvPr>
            <p:custDataLst>
              <p:tags r:id="rId10"/>
            </p:custDataLst>
          </p:nvPr>
        </p:nvSpPr>
        <p:spPr>
          <a:xfrm>
            <a:off x="572400" y="2422917"/>
            <a:ext cx="2019600" cy="1304591"/>
          </a:xfrm>
          <a:prstGeom prst="rect">
            <a:avLst/>
          </a:prstGeom>
          <a:noFill/>
        </p:spPr>
        <p:txBody>
          <a:bodyPr wrap="square" rtlCol="0">
            <a:noAutofit/>
          </a:bodyPr>
          <a:lstStyle/>
          <a:p>
            <a:pPr marL="0" lvl="0" indent="0" algn="l">
              <a:lnSpc>
                <a:spcPct val="130000"/>
              </a:lnSpc>
              <a:spcBef>
                <a:spcPts val="0"/>
              </a:spcBef>
              <a:spcAft>
                <a:spcPts val="800"/>
              </a:spcAft>
              <a:buSzPct val="100000"/>
              <a:defRPr/>
            </a:pPr>
            <a:r>
              <a:rPr lang="zh-CN" altLang="en-US" sz="1200">
                <a:solidFill>
                  <a:srgbClr val="7F7F7F"/>
                </a:solidFill>
                <a:latin typeface="微软雅黑" panose="020B0503020204020204" pitchFamily="34" charset="-122"/>
                <a:ea typeface="微软雅黑" panose="020B0503020204020204" pitchFamily="34" charset="-122"/>
                <a:cs typeface="微软雅黑" panose="020B0503020204020204" pitchFamily="34" charset="-122"/>
              </a:rPr>
              <a:t>如果要基于一个或多个属性（如文件类型）搜索文件，可以在键入文本后，再通过“搜索工具- 搜索”选项卡中的某一属性来缩小搜索范围。</a:t>
            </a:r>
          </a:p>
        </p:txBody>
      </p:sp>
    </p:spTree>
    <p:custDataLst>
      <p:tags r:id="rId1"/>
    </p:custData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63" name="图片 62"/>
          <p:cNvPicPr>
            <a:picLocks noChangeAspect="1"/>
          </p:cNvPicPr>
          <p:nvPr userDrawn="1">
            <p:custDataLst>
              <p:tags r:id="rId2"/>
            </p:custDataLst>
          </p:nvPr>
        </p:nvPicPr>
        <p:blipFill>
          <a:blip r:embed="rId12">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
        <p:nvSpPr>
          <p:cNvPr id="10" name="矩形 9"/>
          <p:cNvSpPr/>
          <p:nvPr userDrawn="1">
            <p:custDataLst>
              <p:tags r:id="rId3"/>
            </p:custDataLst>
          </p:nvPr>
        </p:nvSpPr>
        <p:spPr>
          <a:xfrm>
            <a:off x="0" y="0"/>
            <a:ext cx="9144000" cy="694373"/>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rgbClr val="FFFFFF"/>
              </a:solidFill>
              <a:latin typeface="微软雅黑" panose="020B0503020204020204" pitchFamily="34" charset="-122"/>
              <a:ea typeface="微软雅黑" panose="020B0503020204020204" pitchFamily="34" charset="-122"/>
              <a:sym typeface="+mn-ea"/>
            </a:endParaRPr>
          </a:p>
        </p:txBody>
      </p:sp>
      <p:sp>
        <p:nvSpPr>
          <p:cNvPr id="17" name="矩形 16"/>
          <p:cNvSpPr/>
          <p:nvPr>
            <p:custDataLst>
              <p:tags r:id="rId4"/>
            </p:custDataLst>
          </p:nvPr>
        </p:nvSpPr>
        <p:spPr>
          <a:xfrm>
            <a:off x="4385815" y="1193531"/>
            <a:ext cx="4301471" cy="2970717"/>
          </a:xfrm>
          <a:prstGeom prst="rect">
            <a:avLst/>
          </a:prstGeom>
          <a:solidFill>
            <a:srgbClr val="FFFFFF"/>
          </a:solidFill>
          <a:ln>
            <a:noFill/>
          </a:ln>
          <a:effectLst>
            <a:outerShdw blurRad="127000" dist="38100" dir="5400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5" name="折角形 33"/>
          <p:cNvSpPr/>
          <p:nvPr>
            <p:custDataLst>
              <p:tags r:id="rId5"/>
            </p:custDataLst>
          </p:nvPr>
        </p:nvSpPr>
        <p:spPr>
          <a:xfrm>
            <a:off x="456249" y="1193531"/>
            <a:ext cx="3472848" cy="2970717"/>
          </a:xfrm>
          <a:prstGeom prst="foldedCorner">
            <a:avLst>
              <a:gd name="adj" fmla="val 16445"/>
            </a:avLst>
          </a:prstGeom>
          <a:solidFill>
            <a:srgbClr val="FFFFFF"/>
          </a:solidFill>
          <a:ln>
            <a:noFill/>
          </a:ln>
          <a:effectLst>
            <a:outerShdw blurRad="127000" dist="38100" dir="5400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16" name="任意多边形 8"/>
          <p:cNvSpPr/>
          <p:nvPr>
            <p:custDataLst>
              <p:tags r:id="rId6"/>
            </p:custDataLst>
          </p:nvPr>
        </p:nvSpPr>
        <p:spPr>
          <a:xfrm>
            <a:off x="688924" y="1193531"/>
            <a:ext cx="347186" cy="498634"/>
          </a:xfrm>
          <a:custGeom>
            <a:avLst/>
            <a:gdLst>
              <a:gd name="connsiteX0" fmla="*/ 0 w 1500"/>
              <a:gd name="connsiteY0" fmla="*/ 0 h 1449"/>
              <a:gd name="connsiteX1" fmla="*/ 1500 w 1500"/>
              <a:gd name="connsiteY1" fmla="*/ 0 h 1449"/>
              <a:gd name="connsiteX2" fmla="*/ 1500 w 1500"/>
              <a:gd name="connsiteY2" fmla="*/ 1449 h 1449"/>
              <a:gd name="connsiteX3" fmla="*/ 768 w 1500"/>
              <a:gd name="connsiteY3" fmla="*/ 1098 h 1449"/>
              <a:gd name="connsiteX4" fmla="*/ 0 w 1500"/>
              <a:gd name="connsiteY4" fmla="*/ 1449 h 1449"/>
              <a:gd name="connsiteX5" fmla="*/ 0 w 1500"/>
              <a:gd name="connsiteY5" fmla="*/ 0 h 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0" h="1449">
                <a:moveTo>
                  <a:pt x="0" y="0"/>
                </a:moveTo>
                <a:lnTo>
                  <a:pt x="1500" y="0"/>
                </a:lnTo>
                <a:lnTo>
                  <a:pt x="1500" y="1449"/>
                </a:lnTo>
                <a:lnTo>
                  <a:pt x="768" y="1098"/>
                </a:lnTo>
                <a:lnTo>
                  <a:pt x="0" y="1449"/>
                </a:lnTo>
                <a:lnTo>
                  <a:pt x="0" y="0"/>
                </a:lnTo>
                <a:close/>
              </a:path>
            </a:pathLst>
          </a:custGeom>
          <a:solidFill>
            <a:srgbClr val="E1E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6" name="Title 6"/>
          <p:cNvSpPr txBox="1"/>
          <p:nvPr>
            <p:custDataLst>
              <p:tags r:id="rId7"/>
            </p:custDataLst>
          </p:nvPr>
        </p:nvSpPr>
        <p:spPr>
          <a:xfrm>
            <a:off x="688872" y="1795186"/>
            <a:ext cx="3007601" cy="1767407"/>
          </a:xfrm>
          <a:prstGeom prst="rect">
            <a:avLst/>
          </a:prstGeom>
          <a:noFill/>
          <a:ln w="3175">
            <a:noFill/>
            <a:prstDash val="dash"/>
          </a:ln>
        </p:spPr>
        <p:txBody>
          <a:bodyPr wrap="square" lIns="54000" tIns="0" rIns="54000" bIns="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a:lnSpc>
                <a:spcPct val="150000"/>
              </a:lnSpc>
              <a:spcBef>
                <a:spcPts val="0"/>
              </a:spcBef>
              <a:spcAft>
                <a:spcPts val="800"/>
              </a:spcAft>
              <a:buSzPct val="100000"/>
              <a:buFont typeface="Wingdings" panose="05000000000000000000" pitchFamily="2" charset="2"/>
              <a:buChar char="n"/>
            </a:pPr>
            <a:r>
              <a:rPr lang="zh-CN" altLang="en-US" sz="1200" spc="10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例如，在搜索框中输入“计算机”后，单击“搜索工具- 搜索”选项卡中的“修改日期”下拉箭头，从下拉列表中选择“上月”，如图所示，可以大大提高搜索效率。</a:t>
            </a:r>
          </a:p>
        </p:txBody>
      </p:sp>
      <p:sp>
        <p:nvSpPr>
          <p:cNvPr id="8" name="Title 6"/>
          <p:cNvSpPr txBox="1"/>
          <p:nvPr>
            <p:custDataLst>
              <p:tags r:id="rId8"/>
            </p:custDataLst>
          </p:nvPr>
        </p:nvSpPr>
        <p:spPr>
          <a:xfrm>
            <a:off x="456299" y="114750"/>
            <a:ext cx="8230987" cy="456300"/>
          </a:xfrm>
          <a:prstGeom prst="rect">
            <a:avLst/>
          </a:prstGeom>
          <a:noFill/>
          <a:ln w="3175">
            <a:noFill/>
            <a:prstDash val="dash"/>
          </a:ln>
        </p:spPr>
        <p:txBody>
          <a:bodyPr wrap="square" lIns="54000" tIns="27000" rIns="54000" bIns="27000" anchor="b"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indent="0" algn="l">
              <a:lnSpc>
                <a:spcPct val="100000"/>
              </a:lnSpc>
              <a:spcBef>
                <a:spcPts val="0"/>
              </a:spcBef>
              <a:spcAft>
                <a:spcPts val="0"/>
              </a:spcAft>
              <a:buSzPct val="100000"/>
              <a:buNone/>
              <a:defRPr/>
            </a:pPr>
            <a:r>
              <a:rPr lang="zh-CN" altLang="en-US" sz="2400" b="1" spc="150">
                <a:ln w="3175">
                  <a:noFill/>
                  <a:prstDash val="dash"/>
                </a:ln>
                <a:solidFill>
                  <a:srgbClr val="7F7F7F"/>
                </a:solidFill>
                <a:latin typeface="微软雅黑" panose="020B0503020204020204" pitchFamily="34" charset="-122"/>
                <a:ea typeface="微软雅黑" panose="020B0503020204020204" pitchFamily="34" charset="-122"/>
                <a:cs typeface="微软雅黑" panose="020B0503020204020204" pitchFamily="34" charset="-122"/>
              </a:rPr>
              <a:t>按照修改日期搜索</a:t>
            </a:r>
          </a:p>
        </p:txBody>
      </p:sp>
      <p:pic>
        <p:nvPicPr>
          <p:cNvPr id="23" name="图片 22"/>
          <p:cNvPicPr>
            <a:picLocks noChangeAspect="1"/>
          </p:cNvPicPr>
          <p:nvPr>
            <p:custDataLst>
              <p:tags r:id="rId9"/>
            </p:custDataLst>
          </p:nvPr>
        </p:nvPicPr>
        <p:blipFill rotWithShape="1">
          <a:blip r:embed="rId13"/>
          <a:srcRect t="1165" b="1165"/>
          <a:stretch>
            <a:fillRect/>
          </a:stretch>
        </p:blipFill>
        <p:spPr>
          <a:xfrm>
            <a:off x="4494741" y="1306931"/>
            <a:ext cx="4074666" cy="2745247"/>
          </a:xfrm>
          <a:prstGeom prst="rect">
            <a:avLst/>
          </a:prstGeom>
        </p:spPr>
      </p:pic>
      <p:sp>
        <p:nvSpPr>
          <p:cNvPr id="2" name="TextBox 13"/>
          <p:cNvSpPr txBox="1"/>
          <p:nvPr>
            <p:custDataLst>
              <p:tags r:id="rId10"/>
            </p:custDataLst>
          </p:nvPr>
        </p:nvSpPr>
        <p:spPr>
          <a:xfrm>
            <a:off x="456300" y="4681430"/>
            <a:ext cx="2176785" cy="169943"/>
          </a:xfrm>
          <a:prstGeom prst="rect">
            <a:avLst/>
          </a:prstGeom>
          <a:noFill/>
          <a:ln>
            <a:noFill/>
          </a:ln>
        </p:spPr>
        <p:txBody>
          <a:bodyPr wrap="square" lIns="67500" tIns="27000" rIns="67500" bIns="270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50" b="0" i="0" u="none" strike="noStrike" kern="1200" cap="none" spc="150" normalizeH="0" noProof="0" dirty="0">
                <a:ln>
                  <a:noFill/>
                </a:ln>
                <a:solidFill>
                  <a:schemeClr val="accent3">
                    <a:lumMod val="75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https://</a:t>
            </a:r>
            <a:r>
              <a:rPr kumimoji="0" lang="en-US" altLang="zh-CN" sz="750" b="1" i="0" u="none" strike="noStrike" kern="1200" cap="none" spc="150" normalizeH="0" noProof="0" dirty="0">
                <a:ln>
                  <a:noFill/>
                </a:ln>
                <a:solidFill>
                  <a:schemeClr val="accent4">
                    <a:lumMod val="75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www.textbookcenter.cn</a:t>
            </a:r>
          </a:p>
        </p:txBody>
      </p:sp>
    </p:spTree>
    <p:custDataLst>
      <p:tags r:id="rId1"/>
    </p:custData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pattFill prst="wdUpDiag">
          <a:fgClr>
            <a:schemeClr val="tx2"/>
          </a:fgClr>
          <a:bgClr>
            <a:schemeClr val="bg2"/>
          </a:bgClr>
        </a:patt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515700"/>
            <a:ext cx="9144000" cy="41121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rgbClr val="FFFFFF"/>
              </a:solidFill>
              <a:latin typeface="微软雅黑" panose="020B0503020204020204" pitchFamily="34" charset="-122"/>
              <a:ea typeface="微软雅黑" panose="020B0503020204020204" pitchFamily="34" charset="-122"/>
              <a:sym typeface="+mn-ea"/>
            </a:endParaRPr>
          </a:p>
        </p:txBody>
      </p:sp>
      <p:grpSp>
        <p:nvGrpSpPr>
          <p:cNvPr id="6" name="组合 5"/>
          <p:cNvGrpSpPr/>
          <p:nvPr userDrawn="1">
            <p:custDataLst>
              <p:tags r:id="rId3"/>
            </p:custDataLst>
          </p:nvPr>
        </p:nvGrpSpPr>
        <p:grpSpPr>
          <a:xfrm>
            <a:off x="129863" y="260661"/>
            <a:ext cx="1505615" cy="4771582"/>
            <a:chOff x="173150" y="347548"/>
            <a:chExt cx="2007487" cy="6362109"/>
          </a:xfrm>
        </p:grpSpPr>
        <p:grpSp>
          <p:nvGrpSpPr>
            <p:cNvPr id="168" name="组合 167"/>
            <p:cNvGrpSpPr/>
            <p:nvPr userDrawn="1"/>
          </p:nvGrpSpPr>
          <p:grpSpPr>
            <a:xfrm rot="20310956">
              <a:off x="356063" y="347548"/>
              <a:ext cx="1824574" cy="1081190"/>
              <a:chOff x="4175125" y="1726565"/>
              <a:chExt cx="1094105" cy="648335"/>
            </a:xfrm>
          </p:grpSpPr>
          <p:sp>
            <p:nvSpPr>
              <p:cNvPr id="169" name="Freeform 64"/>
              <p:cNvSpPr/>
              <p:nvPr userDrawn="1">
                <p:custDataLst>
                  <p:tags r:id="rId13"/>
                </p:custDataLst>
              </p:nvPr>
            </p:nvSpPr>
            <p:spPr bwMode="auto">
              <a:xfrm>
                <a:off x="4175125" y="1726565"/>
                <a:ext cx="1094105" cy="648335"/>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170" name="Rectangle 66"/>
              <p:cNvSpPr>
                <a:spLocks noChangeArrowheads="1"/>
              </p:cNvSpPr>
              <p:nvPr userDrawn="1">
                <p:custDataLst>
                  <p:tags r:id="rId14"/>
                </p:custDataLst>
              </p:nvPr>
            </p:nvSpPr>
            <p:spPr bwMode="auto">
              <a:xfrm>
                <a:off x="4249420" y="2235382"/>
                <a:ext cx="897255" cy="704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171" name="Rectangle 67"/>
              <p:cNvSpPr>
                <a:spLocks noChangeArrowheads="1"/>
              </p:cNvSpPr>
              <p:nvPr userDrawn="1">
                <p:custDataLst>
                  <p:tags r:id="rId15"/>
                </p:custDataLst>
              </p:nvPr>
            </p:nvSpPr>
            <p:spPr bwMode="auto">
              <a:xfrm>
                <a:off x="4249420" y="2116728"/>
                <a:ext cx="504190" cy="717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172" name="Rectangle 68"/>
              <p:cNvSpPr>
                <a:spLocks noChangeArrowheads="1"/>
              </p:cNvSpPr>
              <p:nvPr userDrawn="1">
                <p:custDataLst>
                  <p:tags r:id="rId16"/>
                </p:custDataLst>
              </p:nvPr>
            </p:nvSpPr>
            <p:spPr bwMode="auto">
              <a:xfrm>
                <a:off x="4245610" y="1786255"/>
                <a:ext cx="275590" cy="226695"/>
              </a:xfrm>
              <a:prstGeom prst="rect">
                <a:avLst/>
              </a:prstGeom>
              <a:solidFill>
                <a:srgbClr val="6969C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173" name="Rectangle 69"/>
              <p:cNvSpPr>
                <a:spLocks noChangeArrowheads="1"/>
              </p:cNvSpPr>
              <p:nvPr userDrawn="1">
                <p:custDataLst>
                  <p:tags r:id="rId17"/>
                </p:custDataLst>
              </p:nvPr>
            </p:nvSpPr>
            <p:spPr bwMode="auto">
              <a:xfrm>
                <a:off x="4573905" y="1786255"/>
                <a:ext cx="276860" cy="226695"/>
              </a:xfrm>
              <a:prstGeom prst="rect">
                <a:avLst/>
              </a:prstGeom>
              <a:solidFill>
                <a:srgbClr val="DB63A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174" name="Rectangle 70"/>
              <p:cNvSpPr>
                <a:spLocks noChangeArrowheads="1"/>
              </p:cNvSpPr>
              <p:nvPr userDrawn="1">
                <p:custDataLst>
                  <p:tags r:id="rId18"/>
                </p:custDataLst>
              </p:nvPr>
            </p:nvSpPr>
            <p:spPr bwMode="auto">
              <a:xfrm>
                <a:off x="4903470" y="1786255"/>
                <a:ext cx="275590" cy="226695"/>
              </a:xfrm>
              <a:prstGeom prst="rect">
                <a:avLst/>
              </a:prstGeom>
              <a:solidFill>
                <a:srgbClr val="F7917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rgbClr val="000000"/>
                  </a:solidFill>
                  <a:latin typeface="微软雅黑" panose="020B0503020204020204" pitchFamily="34" charset="-122"/>
                  <a:ea typeface="微软雅黑" panose="020B0503020204020204" pitchFamily="34" charset="-122"/>
                </a:endParaRPr>
              </a:p>
            </p:txBody>
          </p:sp>
        </p:grpSp>
        <p:pic>
          <p:nvPicPr>
            <p:cNvPr id="48" name="图片 47"/>
            <p:cNvPicPr>
              <a:picLocks noChangeAspect="1"/>
            </p:cNvPicPr>
            <p:nvPr userDrawn="1">
              <p:custDataLst>
                <p:tags r:id="rId12"/>
              </p:custDataLst>
            </p:nvPr>
          </p:nvPicPr>
          <p:blipFill>
            <a:blip r:embed="rId20">
              <a:extLst>
                <a:ext uri="{28A0092B-C50C-407E-A947-70E740481C1C}">
                  <a14:useLocalDpi xmlns:a14="http://schemas.microsoft.com/office/drawing/2010/main" val="0"/>
                </a:ext>
              </a:extLst>
            </a:blip>
            <a:stretch>
              <a:fillRect/>
            </a:stretch>
          </p:blipFill>
          <p:spPr>
            <a:xfrm flipH="1">
              <a:off x="173150" y="4648857"/>
              <a:ext cx="1909036" cy="2060800"/>
            </a:xfrm>
            <a:prstGeom prst="rect">
              <a:avLst/>
            </a:prstGeom>
          </p:spPr>
        </p:pic>
      </p:grpSp>
      <p:pic>
        <p:nvPicPr>
          <p:cNvPr id="13" name="图片 12"/>
          <p:cNvPicPr>
            <a:picLocks noChangeAspect="1"/>
          </p:cNvPicPr>
          <p:nvPr>
            <p:custDataLst>
              <p:tags r:id="rId4"/>
            </p:custDataLst>
          </p:nvPr>
        </p:nvPicPr>
        <p:blipFill>
          <a:blip r:embed="rId21"/>
          <a:stretch>
            <a:fillRect/>
          </a:stretch>
        </p:blipFill>
        <p:spPr>
          <a:xfrm>
            <a:off x="2776045" y="785663"/>
            <a:ext cx="6209373" cy="3572176"/>
          </a:xfrm>
          <a:prstGeom prst="rect">
            <a:avLst/>
          </a:prstGeom>
        </p:spPr>
      </p:pic>
      <p:pic>
        <p:nvPicPr>
          <p:cNvPr id="5" name="图片 4" descr="C:\Users\kingsoft\Pictures\风景\black-and-white-clouds-cold-994883.jpgblack-and-white-clouds-cold-994883"/>
          <p:cNvPicPr>
            <a:picLocks noChangeAspect="1"/>
          </p:cNvPicPr>
          <p:nvPr>
            <p:custDataLst>
              <p:tags r:id="rId5"/>
            </p:custDataLst>
          </p:nvPr>
        </p:nvPicPr>
        <p:blipFill>
          <a:blip r:embed="rId22"/>
          <a:srcRect t="4941" b="4941"/>
          <a:stretch>
            <a:fillRect/>
          </a:stretch>
        </p:blipFill>
        <p:spPr>
          <a:xfrm>
            <a:off x="3549488" y="1062189"/>
            <a:ext cx="4665464" cy="2905125"/>
          </a:xfrm>
          <a:prstGeom prst="rect">
            <a:avLst/>
          </a:prstGeom>
        </p:spPr>
      </p:pic>
      <p:cxnSp>
        <p:nvCxnSpPr>
          <p:cNvPr id="27" name="直接连接符 26"/>
          <p:cNvCxnSpPr/>
          <p:nvPr>
            <p:custDataLst>
              <p:tags r:id="rId6"/>
            </p:custDataLst>
          </p:nvPr>
        </p:nvCxnSpPr>
        <p:spPr>
          <a:xfrm>
            <a:off x="8569325" y="325755"/>
            <a:ext cx="152400" cy="0"/>
          </a:xfrm>
          <a:prstGeom prst="line">
            <a:avLst/>
          </a:prstGeom>
          <a:ln w="12700">
            <a:solidFill>
              <a:srgbClr val="595959"/>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custDataLst>
              <p:tags r:id="rId7"/>
            </p:custDataLst>
          </p:nvPr>
        </p:nvCxnSpPr>
        <p:spPr>
          <a:xfrm>
            <a:off x="8569325" y="381635"/>
            <a:ext cx="116840" cy="0"/>
          </a:xfrm>
          <a:prstGeom prst="line">
            <a:avLst/>
          </a:prstGeom>
          <a:ln w="12700">
            <a:solidFill>
              <a:srgbClr val="595959"/>
            </a:solidFill>
          </a:ln>
        </p:spPr>
        <p:style>
          <a:lnRef idx="1">
            <a:schemeClr val="accent1"/>
          </a:lnRef>
          <a:fillRef idx="0">
            <a:schemeClr val="accent1"/>
          </a:fillRef>
          <a:effectRef idx="0">
            <a:schemeClr val="accent1"/>
          </a:effectRef>
          <a:fontRef idx="minor">
            <a:schemeClr val="tx1"/>
          </a:fontRef>
        </p:style>
      </p:cxnSp>
      <p:sp>
        <p:nvSpPr>
          <p:cNvPr id="20" name="矩形: 圆角 19"/>
          <p:cNvSpPr/>
          <p:nvPr>
            <p:custDataLst>
              <p:tags r:id="rId8"/>
            </p:custDataLst>
          </p:nvPr>
        </p:nvSpPr>
        <p:spPr>
          <a:xfrm>
            <a:off x="657860" y="208280"/>
            <a:ext cx="220980" cy="234950"/>
          </a:xfrm>
          <a:prstGeom prst="roundRect">
            <a:avLst>
              <a:gd name="adj" fmla="val 50000"/>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2" name="Forma libre 8"/>
          <p:cNvSpPr/>
          <p:nvPr>
            <p:custDataLst>
              <p:tags r:id="rId9"/>
            </p:custDataLst>
          </p:nvPr>
        </p:nvSpPr>
        <p:spPr bwMode="auto">
          <a:xfrm flipH="1">
            <a:off x="5775143" y="792227"/>
            <a:ext cx="2625772" cy="2222427"/>
          </a:xfrm>
          <a:custGeom>
            <a:avLst/>
            <a:gdLst>
              <a:gd name="connsiteX0" fmla="*/ 2833035 w 2833035"/>
              <a:gd name="connsiteY0" fmla="*/ 0 h 2867590"/>
              <a:gd name="connsiteX1" fmla="*/ 166413 w 2833035"/>
              <a:gd name="connsiteY1" fmla="*/ 0 h 2867590"/>
              <a:gd name="connsiteX2" fmla="*/ 0 w 2833035"/>
              <a:gd name="connsiteY2" fmla="*/ 166413 h 2867590"/>
              <a:gd name="connsiteX3" fmla="*/ 0 w 2833035"/>
              <a:gd name="connsiteY3" fmla="*/ 2867590 h 2867590"/>
              <a:gd name="connsiteX4" fmla="*/ 1737983 w 2833035"/>
              <a:gd name="connsiteY4" fmla="*/ 2867590 h 2867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3035" h="2867590">
                <a:moveTo>
                  <a:pt x="2833035" y="0"/>
                </a:moveTo>
                <a:lnTo>
                  <a:pt x="166413" y="0"/>
                </a:lnTo>
                <a:cubicBezTo>
                  <a:pt x="74506" y="0"/>
                  <a:pt x="0" y="74506"/>
                  <a:pt x="0" y="166413"/>
                </a:cubicBezTo>
                <a:lnTo>
                  <a:pt x="0" y="2867590"/>
                </a:lnTo>
                <a:lnTo>
                  <a:pt x="1737983" y="2867590"/>
                </a:lnTo>
                <a:close/>
              </a:path>
            </a:pathLst>
          </a:custGeom>
          <a:gradFill>
            <a:gsLst>
              <a:gs pos="0">
                <a:srgbClr val="FFFFFF">
                  <a:alpha val="39000"/>
                </a:srgbClr>
              </a:gs>
              <a:gs pos="100000">
                <a:srgbClr val="FFFFFF">
                  <a:alpha val="0"/>
                </a:srgbClr>
              </a:gs>
            </a:gsLst>
            <a:lin ang="5400000" scaled="0"/>
          </a:gradFill>
          <a:ln>
            <a:noFill/>
          </a:ln>
        </p:spPr>
        <p:txBody>
          <a:bodyPr vert="horz" wrap="square" lIns="68580" tIns="34290" rIns="68580" bIns="34290"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s-ES_tradnl" sz="1015" b="0" i="0" u="none" strike="noStrike" kern="1200" cap="none" spc="0" normalizeH="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 name="Title 6"/>
          <p:cNvSpPr txBox="1"/>
          <p:nvPr>
            <p:custDataLst>
              <p:tags r:id="rId10"/>
            </p:custDataLst>
          </p:nvPr>
        </p:nvSpPr>
        <p:spPr>
          <a:xfrm>
            <a:off x="456300" y="1506262"/>
            <a:ext cx="2449284" cy="957579"/>
          </a:xfrm>
          <a:prstGeom prst="rect">
            <a:avLst/>
          </a:prstGeom>
          <a:noFill/>
          <a:ln w="3175">
            <a:noFill/>
            <a:prstDash val="dash"/>
          </a:ln>
        </p:spPr>
        <p:txBody>
          <a:bodyPr wrap="square" lIns="54000" tIns="27000" rIns="54000" bIns="27000" anchor="b"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a:lnSpc>
                <a:spcPct val="110000"/>
              </a:lnSpc>
              <a:spcBef>
                <a:spcPts val="0"/>
              </a:spcBef>
              <a:spcAft>
                <a:spcPts val="0"/>
              </a:spcAft>
              <a:buSzPct val="100000"/>
              <a:buNone/>
              <a:defRPr/>
            </a:pPr>
            <a:r>
              <a:rPr lang="zh-CN" altLang="en-US" sz="2700" b="1" spc="3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按照文件大小搜索</a:t>
            </a:r>
          </a:p>
        </p:txBody>
      </p:sp>
      <p:sp>
        <p:nvSpPr>
          <p:cNvPr id="16" name="Title 6"/>
          <p:cNvSpPr txBox="1"/>
          <p:nvPr>
            <p:custDataLst>
              <p:tags r:id="rId11"/>
            </p:custDataLst>
          </p:nvPr>
        </p:nvSpPr>
        <p:spPr>
          <a:xfrm>
            <a:off x="456300" y="2633940"/>
            <a:ext cx="2449284" cy="1003299"/>
          </a:xfrm>
          <a:prstGeom prst="rect">
            <a:avLst/>
          </a:prstGeom>
          <a:noFill/>
          <a:ln w="3175">
            <a:noFill/>
            <a:prstDash val="dash"/>
          </a:ln>
        </p:spPr>
        <p:txBody>
          <a:bodyPr wrap="square" lIns="54000" tIns="27000" rIns="54000" bIns="27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just">
              <a:lnSpc>
                <a:spcPct val="130000"/>
              </a:lnSpc>
              <a:spcBef>
                <a:spcPts val="0"/>
              </a:spcBef>
              <a:spcAft>
                <a:spcPts val="800"/>
              </a:spcAft>
              <a:buSzPct val="100000"/>
              <a:buNone/>
            </a:pPr>
            <a:r>
              <a:rPr lang="zh-CN" altLang="en-US"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可以单击“大小”下拉箭头，从下拉列表中选择文件的大小范围，如图所示，进一步缩小搜索结果的范围。</a:t>
            </a:r>
          </a:p>
        </p:txBody>
      </p:sp>
    </p:spTree>
    <p:custDataLst>
      <p:tags r:id="rId1"/>
    </p:custData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矩形 11"/>
          <p:cNvSpPr/>
          <p:nvPr userDrawn="1">
            <p:custDataLst>
              <p:tags r:id="rId2"/>
            </p:custDataLst>
          </p:nvPr>
        </p:nvSpPr>
        <p:spPr>
          <a:xfrm>
            <a:off x="0" y="0"/>
            <a:ext cx="9144000" cy="2260917"/>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rgbClr val="FFFFFF"/>
              </a:solidFill>
              <a:latin typeface="微软雅黑" panose="020B0503020204020204" pitchFamily="34" charset="-122"/>
              <a:ea typeface="微软雅黑" panose="020B0503020204020204" pitchFamily="34" charset="-122"/>
              <a:sym typeface="+mn-ea"/>
            </a:endParaRPr>
          </a:p>
        </p:txBody>
      </p:sp>
      <p:grpSp>
        <p:nvGrpSpPr>
          <p:cNvPr id="22" name="组合 21"/>
          <p:cNvGrpSpPr/>
          <p:nvPr userDrawn="1">
            <p:custDataLst>
              <p:tags r:id="rId3"/>
            </p:custDataLst>
          </p:nvPr>
        </p:nvGrpSpPr>
        <p:grpSpPr>
          <a:xfrm>
            <a:off x="67487" y="71105"/>
            <a:ext cx="8965498" cy="5053346"/>
            <a:chOff x="89982" y="94806"/>
            <a:chExt cx="11953997" cy="6737794"/>
          </a:xfrm>
        </p:grpSpPr>
        <p:pic>
          <p:nvPicPr>
            <p:cNvPr id="23" name="图片 22"/>
            <p:cNvPicPr>
              <a:picLocks noChangeAspect="1"/>
            </p:cNvPicPr>
            <p:nvPr userDrawn="1">
              <p:custDataLst>
                <p:tags r:id="rId18"/>
              </p:custDataLst>
            </p:nvPr>
          </p:nvPicPr>
          <p:blipFill>
            <a:blip r:embed="rId21">
              <a:extLst>
                <a:ext uri="{28A0092B-C50C-407E-A947-70E740481C1C}">
                  <a14:useLocalDpi xmlns:a14="http://schemas.microsoft.com/office/drawing/2010/main" val="0"/>
                </a:ext>
              </a:extLst>
            </a:blip>
            <a:stretch>
              <a:fillRect/>
            </a:stretch>
          </p:blipFill>
          <p:spPr>
            <a:xfrm>
              <a:off x="89982" y="94806"/>
              <a:ext cx="786452" cy="865707"/>
            </a:xfrm>
            <a:prstGeom prst="rect">
              <a:avLst/>
            </a:prstGeom>
          </p:spPr>
        </p:pic>
        <p:pic>
          <p:nvPicPr>
            <p:cNvPr id="24" name="图片 23"/>
            <p:cNvPicPr>
              <a:picLocks noChangeAspect="1"/>
            </p:cNvPicPr>
            <p:nvPr userDrawn="1">
              <p:custDataLst>
                <p:tags r:id="rId19"/>
              </p:custDataLst>
            </p:nvPr>
          </p:nvPicPr>
          <p:blipFill>
            <a:blip r:embed="rId22">
              <a:extLst>
                <a:ext uri="{28A0092B-C50C-407E-A947-70E740481C1C}">
                  <a14:useLocalDpi xmlns:a14="http://schemas.microsoft.com/office/drawing/2010/main" val="0"/>
                </a:ext>
              </a:extLst>
            </a:blip>
            <a:stretch>
              <a:fillRect/>
            </a:stretch>
          </p:blipFill>
          <p:spPr>
            <a:xfrm>
              <a:off x="10577221" y="5249238"/>
              <a:ext cx="1466758" cy="1583362"/>
            </a:xfrm>
            <a:prstGeom prst="rect">
              <a:avLst/>
            </a:prstGeom>
          </p:spPr>
        </p:pic>
      </p:grpSp>
      <p:sp>
        <p:nvSpPr>
          <p:cNvPr id="11" name="Title 6"/>
          <p:cNvSpPr txBox="1"/>
          <p:nvPr>
            <p:custDataLst>
              <p:tags r:id="rId4"/>
            </p:custDataLst>
          </p:nvPr>
        </p:nvSpPr>
        <p:spPr>
          <a:xfrm>
            <a:off x="456300" y="567000"/>
            <a:ext cx="8232505" cy="470026"/>
          </a:xfrm>
          <a:prstGeom prst="rect">
            <a:avLst/>
          </a:prstGeom>
          <a:noFill/>
          <a:ln w="3175">
            <a:noFill/>
            <a:prstDash val="dash"/>
          </a:ln>
        </p:spPr>
        <p:txBody>
          <a:bodyPr wrap="square" lIns="54000" tIns="27000" rIns="54000" bIns="27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marR="0" lvl="0" indent="0" algn="ctr" defTabSz="913765" rtl="0" eaLnBrk="1" fontAlgn="auto" latinLnBrk="0" hangingPunct="1">
              <a:lnSpc>
                <a:spcPct val="100000"/>
              </a:lnSpc>
              <a:spcBef>
                <a:spcPts val="0"/>
              </a:spcBef>
              <a:spcAft>
                <a:spcPts val="800"/>
              </a:spcAft>
              <a:buSzPct val="100000"/>
              <a:buFontTx/>
              <a:buNone/>
              <a:defRPr/>
            </a:pPr>
            <a:r>
              <a:rPr kumimoji="0" lang="zh-CN" altLang="en-US" sz="2700" b="1" i="0" kern="1200" cap="none" spc="300" normalizeH="0" noProof="0">
                <a:ln w="3175">
                  <a:noFill/>
                  <a:prstDash val="dash"/>
                </a:ln>
                <a:solidFill>
                  <a:srgbClr val="262626"/>
                </a:solidFill>
                <a:effectLst/>
                <a:latin typeface="微软雅黑" panose="020B0503020204020204" pitchFamily="34" charset="-122"/>
                <a:ea typeface="微软雅黑" panose="020B0503020204020204" pitchFamily="34" charset="-122"/>
                <a:cs typeface="微软雅黑" panose="020B0503020204020204" pitchFamily="34" charset="-122"/>
              </a:rPr>
              <a:t>操作系统的作用</a:t>
            </a:r>
          </a:p>
        </p:txBody>
      </p:sp>
      <p:sp>
        <p:nvSpPr>
          <p:cNvPr id="10" name="椭圆 9"/>
          <p:cNvSpPr/>
          <p:nvPr>
            <p:custDataLst>
              <p:tags r:id="rId5"/>
            </p:custDataLst>
          </p:nvPr>
        </p:nvSpPr>
        <p:spPr>
          <a:xfrm>
            <a:off x="530860" y="1950085"/>
            <a:ext cx="355600" cy="355600"/>
          </a:xfrm>
          <a:prstGeom prst="ellipse">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70000"/>
          </a:bodyPr>
          <a:lstStyle/>
          <a:p>
            <a:pPr algn="ctr"/>
            <a:endParaRPr lang="zh-CN" altLang="en-US" sz="1350">
              <a:solidFill>
                <a:srgbClr val="000000"/>
              </a:solidFill>
              <a:latin typeface="微软雅黑" panose="020B0503020204020204" pitchFamily="34" charset="-122"/>
              <a:ea typeface="微软雅黑" panose="020B0503020204020204" pitchFamily="34" charset="-122"/>
            </a:endParaRPr>
          </a:p>
        </p:txBody>
      </p:sp>
      <p:sp>
        <p:nvSpPr>
          <p:cNvPr id="50" name="文本框 49"/>
          <p:cNvSpPr txBox="1"/>
          <p:nvPr>
            <p:custDataLst>
              <p:tags r:id="rId6"/>
            </p:custDataLst>
          </p:nvPr>
        </p:nvSpPr>
        <p:spPr>
          <a:xfrm>
            <a:off x="456565" y="2609215"/>
            <a:ext cx="2520000" cy="2087880"/>
          </a:xfrm>
          <a:prstGeom prst="rect">
            <a:avLst/>
          </a:prstGeom>
          <a:noFill/>
        </p:spPr>
        <p:txBody>
          <a:bodyPr wrap="square" rtlCol="0">
            <a:normAutofit lnSpcReduction="20000"/>
          </a:bodyPr>
          <a:lstStyle/>
          <a:p>
            <a:pPr marL="0" lvl="0" indent="0" algn="just">
              <a:lnSpc>
                <a:spcPct val="150000"/>
              </a:lnSpc>
              <a:spcBef>
                <a:spcPts val="400"/>
              </a:spcBef>
              <a:spcAft>
                <a:spcPts val="0"/>
              </a:spcAft>
              <a:buSzPct val="100000"/>
              <a:buNone/>
            </a:pPr>
            <a:r>
              <a:rPr lang="zh-CN" altLang="en-US" sz="1000">
                <a:solidFill>
                  <a:srgbClr val="000000"/>
                </a:solidFill>
                <a:latin typeface="微软雅黑" panose="020B0503020204020204" pitchFamily="34" charset="-122"/>
                <a:ea typeface="微软雅黑" panose="020B0503020204020204" pitchFamily="34" charset="-122"/>
              </a:rPr>
              <a:t>计算机系统的资源可分为设备资源和信息资源两大类。设备资源指的是组成计算机的硬件设备，如中央处理器、主存储器、磁盘存储器、打印机、显示器、键盘和鼠标等。信息资源指的是存放于计算机内的各种数据，如文件、程序库、知识库、系统软件和应用软件等。</a:t>
            </a:r>
          </a:p>
        </p:txBody>
      </p:sp>
      <p:sp>
        <p:nvSpPr>
          <p:cNvPr id="52" name="文本框 51"/>
          <p:cNvSpPr txBox="1"/>
          <p:nvPr>
            <p:custDataLst>
              <p:tags r:id="rId7"/>
            </p:custDataLst>
          </p:nvPr>
        </p:nvSpPr>
        <p:spPr>
          <a:xfrm>
            <a:off x="456565" y="2301875"/>
            <a:ext cx="2700020" cy="320675"/>
          </a:xfrm>
          <a:prstGeom prst="rect">
            <a:avLst/>
          </a:prstGeom>
          <a:noFill/>
        </p:spPr>
        <p:txBody>
          <a:bodyPr wrap="square" rtlCol="0">
            <a:normAutofit/>
          </a:bodyPr>
          <a:lstStyle/>
          <a:p>
            <a:pPr marL="0" algn="l">
              <a:buNone/>
            </a:pPr>
            <a:r>
              <a:rPr lang="zh-CN" altLang="en-US" sz="1350" b="1" dirty="0">
                <a:solidFill>
                  <a:srgbClr val="000000"/>
                </a:solidFill>
                <a:latin typeface="微软雅黑" panose="020B0503020204020204" pitchFamily="34" charset="-122"/>
                <a:ea typeface="微软雅黑" panose="020B0503020204020204" pitchFamily="34" charset="-122"/>
              </a:rPr>
              <a:t>资源管理</a:t>
            </a:r>
          </a:p>
        </p:txBody>
      </p:sp>
      <p:sp>
        <p:nvSpPr>
          <p:cNvPr id="51" name="椭圆 50"/>
          <p:cNvSpPr/>
          <p:nvPr>
            <p:custDataLst>
              <p:tags r:id="rId8"/>
            </p:custDataLst>
          </p:nvPr>
        </p:nvSpPr>
        <p:spPr>
          <a:xfrm>
            <a:off x="3297555" y="1949450"/>
            <a:ext cx="355600" cy="355600"/>
          </a:xfrm>
          <a:prstGeom prst="ellipse">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70000"/>
          </a:bodyPr>
          <a:lstStyle/>
          <a:p>
            <a:pPr algn="ctr"/>
            <a:endParaRPr lang="zh-CN" altLang="en-US" sz="1350">
              <a:solidFill>
                <a:srgbClr val="000000"/>
              </a:solidFill>
              <a:latin typeface="微软雅黑" panose="020B0503020204020204" pitchFamily="34" charset="-122"/>
              <a:ea typeface="微软雅黑" panose="020B0503020204020204" pitchFamily="34" charset="-122"/>
            </a:endParaRPr>
          </a:p>
        </p:txBody>
      </p:sp>
      <p:sp>
        <p:nvSpPr>
          <p:cNvPr id="88" name="文本框 87"/>
          <p:cNvSpPr txBox="1"/>
          <p:nvPr>
            <p:custDataLst>
              <p:tags r:id="rId9"/>
            </p:custDataLst>
          </p:nvPr>
        </p:nvSpPr>
        <p:spPr>
          <a:xfrm>
            <a:off x="3222625" y="2609215"/>
            <a:ext cx="2520000" cy="2087880"/>
          </a:xfrm>
          <a:prstGeom prst="rect">
            <a:avLst/>
          </a:prstGeom>
          <a:noFill/>
        </p:spPr>
        <p:txBody>
          <a:bodyPr wrap="square" rtlCol="0">
            <a:normAutofit fontScale="80000"/>
          </a:bodyPr>
          <a:lstStyle/>
          <a:p>
            <a:pPr marL="0" lvl="0" indent="0" algn="just">
              <a:lnSpc>
                <a:spcPct val="150000"/>
              </a:lnSpc>
              <a:spcBef>
                <a:spcPts val="400"/>
              </a:spcBef>
              <a:spcAft>
                <a:spcPts val="0"/>
              </a:spcAft>
              <a:buSzPct val="100000"/>
              <a:buNone/>
            </a:pPr>
            <a:r>
              <a:rPr lang="zh-CN" altLang="en-US" sz="1000">
                <a:solidFill>
                  <a:srgbClr val="000000"/>
                </a:solidFill>
                <a:latin typeface="微软雅黑" panose="020B0503020204020204" pitchFamily="34" charset="-122"/>
                <a:ea typeface="微软雅黑" panose="020B0503020204020204" pitchFamily="34" charset="-122"/>
              </a:rPr>
              <a:t>一个用户程序的执行，自始至终是在操作系统控制下进行的。一个用户将他要解决的问题，用某一种程序设计语言编写了一个程序后，就将该程序连同对它执行的要求输入到计算机内，操作系统就根据要求控制这个用户程序的执行直到结束。操作系统控制用户的执行主要有以下一些内容：调入相应的编译程序，将用某种程序设计语言编写的源程序编译成计算机可执行的目标程序，分配内存储等资源将程序调入内存并启动，按用户指定的要求处理执行中出现的各种事件，以及与操作员联系请示有关意外事件的处理等。</a:t>
            </a:r>
          </a:p>
        </p:txBody>
      </p:sp>
      <p:sp>
        <p:nvSpPr>
          <p:cNvPr id="89" name="文本框 88"/>
          <p:cNvSpPr txBox="1"/>
          <p:nvPr>
            <p:custDataLst>
              <p:tags r:id="rId10"/>
            </p:custDataLst>
          </p:nvPr>
        </p:nvSpPr>
        <p:spPr>
          <a:xfrm>
            <a:off x="3222625" y="2301875"/>
            <a:ext cx="2700020" cy="320675"/>
          </a:xfrm>
          <a:prstGeom prst="rect">
            <a:avLst/>
          </a:prstGeom>
          <a:noFill/>
        </p:spPr>
        <p:txBody>
          <a:bodyPr wrap="square" rtlCol="0">
            <a:normAutofit/>
          </a:bodyPr>
          <a:lstStyle/>
          <a:p>
            <a:pPr marL="0" algn="l">
              <a:buNone/>
            </a:pPr>
            <a:r>
              <a:rPr lang="zh-CN" altLang="en-US" sz="1350" b="1" dirty="0">
                <a:solidFill>
                  <a:srgbClr val="000000"/>
                </a:solidFill>
                <a:latin typeface="微软雅黑" panose="020B0503020204020204" pitchFamily="34" charset="-122"/>
                <a:ea typeface="微软雅黑" panose="020B0503020204020204" pitchFamily="34" charset="-122"/>
              </a:rPr>
              <a:t>程序控制</a:t>
            </a:r>
          </a:p>
        </p:txBody>
      </p:sp>
      <p:sp>
        <p:nvSpPr>
          <p:cNvPr id="57" name="椭圆 56"/>
          <p:cNvSpPr/>
          <p:nvPr>
            <p:custDataLst>
              <p:tags r:id="rId11"/>
            </p:custDataLst>
          </p:nvPr>
        </p:nvSpPr>
        <p:spPr>
          <a:xfrm>
            <a:off x="6063615" y="1949450"/>
            <a:ext cx="355600" cy="355600"/>
          </a:xfrm>
          <a:prstGeom prst="ellipse">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70000"/>
          </a:bodyPr>
          <a:lstStyle/>
          <a:p>
            <a:pPr algn="ctr"/>
            <a:endParaRPr lang="zh-CN" altLang="en-US" sz="1350" dirty="0">
              <a:solidFill>
                <a:srgbClr val="000000"/>
              </a:solidFill>
              <a:latin typeface="微软雅黑" panose="020B0503020204020204" pitchFamily="34" charset="-122"/>
              <a:ea typeface="微软雅黑" panose="020B0503020204020204" pitchFamily="34" charset="-122"/>
            </a:endParaRPr>
          </a:p>
        </p:txBody>
      </p:sp>
      <p:sp>
        <p:nvSpPr>
          <p:cNvPr id="116" name="文本框 115"/>
          <p:cNvSpPr txBox="1"/>
          <p:nvPr>
            <p:custDataLst>
              <p:tags r:id="rId12"/>
            </p:custDataLst>
          </p:nvPr>
        </p:nvSpPr>
        <p:spPr>
          <a:xfrm>
            <a:off x="5989320" y="2609215"/>
            <a:ext cx="2520000" cy="2087880"/>
          </a:xfrm>
          <a:prstGeom prst="rect">
            <a:avLst/>
          </a:prstGeom>
          <a:noFill/>
        </p:spPr>
        <p:txBody>
          <a:bodyPr wrap="square" rtlCol="0">
            <a:normAutofit lnSpcReduction="20000"/>
          </a:bodyPr>
          <a:lstStyle/>
          <a:p>
            <a:pPr marL="0" lvl="0" indent="0" algn="just">
              <a:lnSpc>
                <a:spcPct val="150000"/>
              </a:lnSpc>
              <a:spcBef>
                <a:spcPts val="400"/>
              </a:spcBef>
              <a:spcAft>
                <a:spcPts val="0"/>
              </a:spcAft>
              <a:buSzPct val="100000"/>
              <a:buNone/>
            </a:pPr>
            <a:r>
              <a:rPr lang="zh-CN" altLang="en-US"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操作系统的人机交互功能是决定计算机系统“友善性”的一个重要因素。人机交互功能主要依靠可输入输出的外部设备和相应的软件来完成。可供人机交互使用的设备主要有键盘、显示器、鼠标、各种模式识别设备等。与这些设备相应的软件就是操作系统提供人机交互功能的部分。人机交互部分的主要作用是控制有关设备的运行，并执行通过人机交互设备传来的各种命令和要求。</a:t>
            </a:r>
          </a:p>
        </p:txBody>
      </p:sp>
      <p:sp>
        <p:nvSpPr>
          <p:cNvPr id="117" name="文本框 116"/>
          <p:cNvSpPr txBox="1"/>
          <p:nvPr>
            <p:custDataLst>
              <p:tags r:id="rId13"/>
            </p:custDataLst>
          </p:nvPr>
        </p:nvSpPr>
        <p:spPr>
          <a:xfrm>
            <a:off x="5989320" y="2301875"/>
            <a:ext cx="2700020" cy="320675"/>
          </a:xfrm>
          <a:prstGeom prst="rect">
            <a:avLst/>
          </a:prstGeom>
          <a:noFill/>
        </p:spPr>
        <p:txBody>
          <a:bodyPr wrap="square" rtlCol="0">
            <a:normAutofit/>
          </a:bodyPr>
          <a:lstStyle/>
          <a:p>
            <a:pPr marL="0" algn="l">
              <a:buNone/>
            </a:pPr>
            <a:r>
              <a:rPr lang="zh-CN" altLang="en-US" sz="1350" b="1" dirty="0">
                <a:solidFill>
                  <a:srgbClr val="000000"/>
                </a:solidFill>
                <a:latin typeface="微软雅黑" panose="020B0503020204020204" pitchFamily="34" charset="-122"/>
                <a:ea typeface="微软雅黑" panose="020B0503020204020204" pitchFamily="34" charset="-122"/>
              </a:rPr>
              <a:t>人机交互</a:t>
            </a:r>
          </a:p>
        </p:txBody>
      </p:sp>
      <p:sp>
        <p:nvSpPr>
          <p:cNvPr id="45" name="文本框 44"/>
          <p:cNvSpPr txBox="1"/>
          <p:nvPr>
            <p:custDataLst>
              <p:tags r:id="rId14"/>
            </p:custDataLst>
          </p:nvPr>
        </p:nvSpPr>
        <p:spPr>
          <a:xfrm>
            <a:off x="530860" y="2016125"/>
            <a:ext cx="355600" cy="224155"/>
          </a:xfrm>
          <a:prstGeom prst="rect">
            <a:avLst/>
          </a:prstGeom>
          <a:noFill/>
        </p:spPr>
        <p:txBody>
          <a:bodyPr wrap="square" rtlCol="0" anchor="ctr" anchorCtr="0">
            <a:normAutofit fontScale="80000"/>
          </a:bodyPr>
          <a:lstStyle/>
          <a:p>
            <a:pPr algn="ctr"/>
            <a:r>
              <a:rPr lang="en-US" altLang="zh-CN" sz="1050" b="1"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01</a:t>
            </a:r>
          </a:p>
        </p:txBody>
      </p:sp>
      <p:sp>
        <p:nvSpPr>
          <p:cNvPr id="46" name="文本框 45"/>
          <p:cNvSpPr txBox="1"/>
          <p:nvPr>
            <p:custDataLst>
              <p:tags r:id="rId15"/>
            </p:custDataLst>
          </p:nvPr>
        </p:nvSpPr>
        <p:spPr>
          <a:xfrm>
            <a:off x="3297555" y="2015490"/>
            <a:ext cx="355600" cy="224155"/>
          </a:xfrm>
          <a:prstGeom prst="rect">
            <a:avLst/>
          </a:prstGeom>
          <a:noFill/>
        </p:spPr>
        <p:txBody>
          <a:bodyPr wrap="square" rtlCol="0" anchor="ctr" anchorCtr="0">
            <a:normAutofit fontScale="80000"/>
          </a:bodyPr>
          <a:lstStyle/>
          <a:p>
            <a:pPr algn="ctr"/>
            <a:r>
              <a:rPr lang="en-US" altLang="zh-CN" sz="1050" b="1"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02</a:t>
            </a:r>
          </a:p>
        </p:txBody>
      </p:sp>
      <p:sp>
        <p:nvSpPr>
          <p:cNvPr id="47" name="文本框 46"/>
          <p:cNvSpPr txBox="1"/>
          <p:nvPr>
            <p:custDataLst>
              <p:tags r:id="rId16"/>
            </p:custDataLst>
          </p:nvPr>
        </p:nvSpPr>
        <p:spPr>
          <a:xfrm>
            <a:off x="6063615" y="2015490"/>
            <a:ext cx="355600" cy="224155"/>
          </a:xfrm>
          <a:prstGeom prst="rect">
            <a:avLst/>
          </a:prstGeom>
          <a:noFill/>
        </p:spPr>
        <p:txBody>
          <a:bodyPr wrap="square" rtlCol="0" anchor="ctr" anchorCtr="0">
            <a:normAutofit fontScale="80000"/>
          </a:bodyPr>
          <a:lstStyle/>
          <a:p>
            <a:pPr algn="ctr"/>
            <a:r>
              <a:rPr lang="en-US" altLang="zh-CN" sz="1050" b="1"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03</a:t>
            </a:r>
          </a:p>
        </p:txBody>
      </p:sp>
      <p:sp>
        <p:nvSpPr>
          <p:cNvPr id="13" name="Title 6"/>
          <p:cNvSpPr txBox="1"/>
          <p:nvPr>
            <p:custDataLst>
              <p:tags r:id="rId17"/>
            </p:custDataLst>
          </p:nvPr>
        </p:nvSpPr>
        <p:spPr>
          <a:xfrm>
            <a:off x="456300" y="1150426"/>
            <a:ext cx="8232505" cy="290829"/>
          </a:xfrm>
          <a:prstGeom prst="rect">
            <a:avLst/>
          </a:prstGeom>
          <a:noFill/>
          <a:ln w="3175">
            <a:noFill/>
            <a:prstDash val="dash"/>
          </a:ln>
        </p:spPr>
        <p:txBody>
          <a:bodyPr wrap="square" lIns="81000" tIns="27000" rIns="81000" bIns="27000" anchor="ctr" anchorCtr="1">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ctr">
              <a:lnSpc>
                <a:spcPct val="130000"/>
              </a:lnSpc>
              <a:spcBef>
                <a:spcPts val="0"/>
              </a:spcBef>
              <a:spcAft>
                <a:spcPts val="800"/>
              </a:spcAft>
              <a:buSzPct val="100000"/>
              <a:buNone/>
            </a:pPr>
            <a:r>
              <a:rPr lang="zh-CN" altLang="en-US" sz="1200" spc="50">
                <a:ln w="3175">
                  <a:noFill/>
                  <a:prstDash val="dash"/>
                </a:ln>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操作系统的主要作用是资源管理、程序控制和人机交互等。</a:t>
            </a:r>
          </a:p>
        </p:txBody>
      </p:sp>
    </p:spTree>
    <p:custDataLst>
      <p:tags r:id="rId1"/>
    </p:custData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499745" y="1518920"/>
            <a:ext cx="704850" cy="7048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创艺简老宋" charset="0"/>
                <a:ea typeface="创艺简老宋" charset="0"/>
              </a:rPr>
              <a:t>1</a:t>
            </a:r>
          </a:p>
        </p:txBody>
      </p:sp>
      <p:sp>
        <p:nvSpPr>
          <p:cNvPr id="11" name="Rectangle 10"/>
          <p:cNvSpPr/>
          <p:nvPr/>
        </p:nvSpPr>
        <p:spPr>
          <a:xfrm>
            <a:off x="499745" y="3138805"/>
            <a:ext cx="704850" cy="7048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创艺简老宋" charset="0"/>
                <a:ea typeface="创艺简老宋" charset="0"/>
              </a:rPr>
              <a:t>4</a:t>
            </a:r>
          </a:p>
        </p:txBody>
      </p:sp>
      <p:sp>
        <p:nvSpPr>
          <p:cNvPr id="14" name="Rectangle 13"/>
          <p:cNvSpPr/>
          <p:nvPr/>
        </p:nvSpPr>
        <p:spPr>
          <a:xfrm>
            <a:off x="3361690" y="1518920"/>
            <a:ext cx="704850" cy="7048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创艺简老宋" charset="0"/>
                <a:ea typeface="创艺简老宋" charset="0"/>
              </a:rPr>
              <a:t>2</a:t>
            </a:r>
          </a:p>
        </p:txBody>
      </p:sp>
      <p:sp>
        <p:nvSpPr>
          <p:cNvPr id="19" name="Rectangle 18"/>
          <p:cNvSpPr/>
          <p:nvPr/>
        </p:nvSpPr>
        <p:spPr>
          <a:xfrm>
            <a:off x="3361690" y="3138805"/>
            <a:ext cx="704850" cy="70485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创艺简老宋" charset="0"/>
                <a:ea typeface="创艺简老宋" charset="0"/>
              </a:rPr>
              <a:t>5</a:t>
            </a:r>
          </a:p>
        </p:txBody>
      </p:sp>
      <p:sp>
        <p:nvSpPr>
          <p:cNvPr id="25" name="Rectangle 24"/>
          <p:cNvSpPr/>
          <p:nvPr/>
        </p:nvSpPr>
        <p:spPr>
          <a:xfrm>
            <a:off x="6224270" y="1518920"/>
            <a:ext cx="704850" cy="7048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创艺简老宋" charset="0"/>
                <a:ea typeface="创艺简老宋" charset="0"/>
              </a:rPr>
              <a:t>3</a:t>
            </a:r>
          </a:p>
        </p:txBody>
      </p:sp>
      <p:sp>
        <p:nvSpPr>
          <p:cNvPr id="28" name="Rectangle 27"/>
          <p:cNvSpPr/>
          <p:nvPr/>
        </p:nvSpPr>
        <p:spPr>
          <a:xfrm>
            <a:off x="6224270" y="3138805"/>
            <a:ext cx="704850" cy="7048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创艺简老宋" charset="0"/>
                <a:ea typeface="创艺简老宋" charset="0"/>
              </a:rPr>
              <a:t>6</a:t>
            </a:r>
          </a:p>
        </p:txBody>
      </p:sp>
      <p:grpSp>
        <p:nvGrpSpPr>
          <p:cNvPr id="65" name="组合 64"/>
          <p:cNvGrpSpPr/>
          <p:nvPr/>
        </p:nvGrpSpPr>
        <p:grpSpPr>
          <a:xfrm>
            <a:off x="6999535" y="1432907"/>
            <a:ext cx="1728000" cy="1221156"/>
            <a:chOff x="7483989" y="3236385"/>
            <a:chExt cx="2303999" cy="1628209"/>
          </a:xfrm>
        </p:grpSpPr>
        <p:sp>
          <p:nvSpPr>
            <p:cNvPr id="66" name="矩形 65"/>
            <p:cNvSpPr/>
            <p:nvPr/>
          </p:nvSpPr>
          <p:spPr>
            <a:xfrm>
              <a:off x="7483989" y="3717360"/>
              <a:ext cx="2303999" cy="1147234"/>
            </a:xfrm>
            <a:prstGeom prst="rect">
              <a:avLst/>
            </a:prstGeom>
          </p:spPr>
          <p:txBody>
            <a:bodyPr wrap="square">
              <a:spAutoFit/>
              <a:scene3d>
                <a:camera prst="orthographicFront"/>
                <a:lightRig rig="threePt" dir="t"/>
              </a:scene3d>
              <a:sp3d contourW="12700"/>
            </a:bodyPr>
            <a:lstStyle/>
            <a:p>
              <a:pPr algn="just">
                <a:lnSpc>
                  <a:spcPct val="100000"/>
                </a:lnSpc>
              </a:pPr>
              <a:r>
                <a:rPr lang="zh-CN" altLang="en-US" sz="1000" dirty="0">
                  <a:solidFill>
                    <a:schemeClr val="tx1">
                      <a:lumMod val="75000"/>
                      <a:lumOff val="25000"/>
                    </a:schemeClr>
                  </a:solidFill>
                  <a:latin typeface="+mn-ea"/>
                </a:rPr>
                <a:t>根据主题内容将文件分别放在不同的文件夹中，如将论文等创造性写作的文件放在某个文件夹，而将音乐文件存在其他文件夹。</a:t>
              </a:r>
            </a:p>
          </p:txBody>
        </p:sp>
        <p:sp>
          <p:nvSpPr>
            <p:cNvPr id="67" name="矩形 66"/>
            <p:cNvSpPr/>
            <p:nvPr/>
          </p:nvSpPr>
          <p:spPr>
            <a:xfrm>
              <a:off x="7483989" y="3236385"/>
              <a:ext cx="2303999" cy="491067"/>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500" b="1" dirty="0">
                  <a:latin typeface="+mn-ea"/>
                </a:rPr>
                <a:t>将类似的文件编组</a:t>
              </a:r>
            </a:p>
          </p:txBody>
        </p:sp>
      </p:grpSp>
      <p:grpSp>
        <p:nvGrpSpPr>
          <p:cNvPr id="68" name="组合 67"/>
          <p:cNvGrpSpPr/>
          <p:nvPr/>
        </p:nvGrpSpPr>
        <p:grpSpPr>
          <a:xfrm>
            <a:off x="6999535" y="3087899"/>
            <a:ext cx="2012315" cy="1219835"/>
            <a:chOff x="7483989" y="3236385"/>
            <a:chExt cx="2683086" cy="1626447"/>
          </a:xfrm>
        </p:grpSpPr>
        <p:sp>
          <p:nvSpPr>
            <p:cNvPr id="69" name="矩形 68"/>
            <p:cNvSpPr/>
            <p:nvPr/>
          </p:nvSpPr>
          <p:spPr>
            <a:xfrm>
              <a:off x="7483989" y="3920492"/>
              <a:ext cx="2427393" cy="942340"/>
            </a:xfrm>
            <a:prstGeom prst="rect">
              <a:avLst/>
            </a:prstGeom>
          </p:spPr>
          <p:txBody>
            <a:bodyPr wrap="square">
              <a:spAutoFit/>
              <a:scene3d>
                <a:camera prst="orthographicFront"/>
                <a:lightRig rig="threePt" dir="t"/>
              </a:scene3d>
              <a:sp3d contourW="12700"/>
            </a:bodyPr>
            <a:lstStyle/>
            <a:p>
              <a:pPr algn="just">
                <a:lnSpc>
                  <a:spcPct val="100000"/>
                </a:lnSpc>
              </a:pPr>
              <a:r>
                <a:rPr lang="zh-CN" altLang="en-US" sz="1000" kern="0" dirty="0">
                  <a:solidFill>
                    <a:schemeClr val="tx1">
                      <a:lumMod val="75000"/>
                      <a:lumOff val="25000"/>
                    </a:schemeClr>
                  </a:solidFill>
                  <a:uFillTx/>
                  <a:latin typeface="+中文正文" charset="0"/>
                </a:rPr>
                <a:t>不要把数据文件存储在存放软件的文件夹中。在Windows中，多数软件都存储在Program Files文件夹中。</a:t>
              </a:r>
            </a:p>
          </p:txBody>
        </p:sp>
        <p:sp>
          <p:nvSpPr>
            <p:cNvPr id="70" name="矩形 69"/>
            <p:cNvSpPr/>
            <p:nvPr/>
          </p:nvSpPr>
          <p:spPr>
            <a:xfrm>
              <a:off x="7483989" y="3236385"/>
              <a:ext cx="2683086" cy="695960"/>
            </a:xfrm>
            <a:prstGeom prst="rect">
              <a:avLst/>
            </a:prstGeom>
          </p:spPr>
          <p:txBody>
            <a:bodyPr wrap="square">
              <a:spAutoFit/>
              <a:scene3d>
                <a:camera prst="orthographicFront"/>
                <a:lightRig rig="threePt" dir="t"/>
              </a:scene3d>
              <a:sp3d contourW="12700"/>
            </a:bodyPr>
            <a:lstStyle/>
            <a:p>
              <a:pPr algn="just">
                <a:lnSpc>
                  <a:spcPct val="100000"/>
                </a:lnSpc>
              </a:pPr>
              <a:r>
                <a:rPr lang="zh-CN" altLang="en-US" sz="1400" b="1" dirty="0">
                  <a:latin typeface="+mn-ea"/>
                </a:rPr>
                <a:t>不要把数据文件</a:t>
              </a:r>
            </a:p>
            <a:p>
              <a:pPr algn="just">
                <a:lnSpc>
                  <a:spcPct val="100000"/>
                </a:lnSpc>
              </a:pPr>
              <a:r>
                <a:rPr lang="zh-CN" altLang="en-US" sz="1400" b="1" dirty="0">
                  <a:latin typeface="+mn-ea"/>
                </a:rPr>
                <a:t>和程序文件混杂在一起</a:t>
              </a:r>
            </a:p>
          </p:txBody>
        </p:sp>
      </p:grpSp>
      <p:grpSp>
        <p:nvGrpSpPr>
          <p:cNvPr id="71" name="组合 70"/>
          <p:cNvGrpSpPr/>
          <p:nvPr/>
        </p:nvGrpSpPr>
        <p:grpSpPr>
          <a:xfrm>
            <a:off x="4142785" y="1432907"/>
            <a:ext cx="1728000" cy="1067486"/>
            <a:chOff x="7483989" y="3236385"/>
            <a:chExt cx="2303999" cy="1423315"/>
          </a:xfrm>
        </p:grpSpPr>
        <p:sp>
          <p:nvSpPr>
            <p:cNvPr id="72" name="矩形 71"/>
            <p:cNvSpPr/>
            <p:nvPr/>
          </p:nvSpPr>
          <p:spPr>
            <a:xfrm>
              <a:off x="7483989" y="3717360"/>
              <a:ext cx="2303999" cy="942340"/>
            </a:xfrm>
            <a:prstGeom prst="rect">
              <a:avLst/>
            </a:prstGeom>
          </p:spPr>
          <p:txBody>
            <a:bodyPr wrap="square">
              <a:spAutoFit/>
              <a:scene3d>
                <a:camera prst="orthographicFront"/>
                <a:lightRig rig="threePt" dir="t"/>
              </a:scene3d>
              <a:sp3d contourW="12700"/>
            </a:bodyPr>
            <a:lstStyle/>
            <a:p>
              <a:pPr algn="just">
                <a:lnSpc>
                  <a:spcPct val="100000"/>
                </a:lnSpc>
              </a:pPr>
              <a:r>
                <a:rPr lang="zh-CN" altLang="en-US" sz="1000" dirty="0">
                  <a:solidFill>
                    <a:schemeClr val="tx1">
                      <a:lumMod val="75000"/>
                      <a:lumOff val="25000"/>
                    </a:schemeClr>
                  </a:solidFill>
                  <a:latin typeface="+mn-ea"/>
                </a:rPr>
                <a:t>在重命名文件时，要保留原来的文件扩展名，这样会很容易地用正确的应用软件打开文件。</a:t>
              </a:r>
            </a:p>
          </p:txBody>
        </p:sp>
        <p:sp>
          <p:nvSpPr>
            <p:cNvPr id="73" name="矩形 72"/>
            <p:cNvSpPr/>
            <p:nvPr/>
          </p:nvSpPr>
          <p:spPr>
            <a:xfrm>
              <a:off x="7483989" y="3236385"/>
              <a:ext cx="2303999" cy="491067"/>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500" b="1" dirty="0">
                  <a:latin typeface="+mn-ea"/>
                </a:rPr>
                <a:t>保留文件扩展名</a:t>
              </a:r>
            </a:p>
          </p:txBody>
        </p:sp>
      </p:grpSp>
      <p:grpSp>
        <p:nvGrpSpPr>
          <p:cNvPr id="74" name="组合 73"/>
          <p:cNvGrpSpPr/>
          <p:nvPr/>
        </p:nvGrpSpPr>
        <p:grpSpPr>
          <a:xfrm>
            <a:off x="4142785" y="3087899"/>
            <a:ext cx="1838325" cy="1681480"/>
            <a:chOff x="7483989" y="3236385"/>
            <a:chExt cx="2451099" cy="2241974"/>
          </a:xfrm>
        </p:grpSpPr>
        <p:sp>
          <p:nvSpPr>
            <p:cNvPr id="75" name="矩形 74"/>
            <p:cNvSpPr/>
            <p:nvPr/>
          </p:nvSpPr>
          <p:spPr>
            <a:xfrm>
              <a:off x="7483989" y="3920492"/>
              <a:ext cx="2451099" cy="1557867"/>
            </a:xfrm>
            <a:prstGeom prst="rect">
              <a:avLst/>
            </a:prstGeom>
          </p:spPr>
          <p:txBody>
            <a:bodyPr wrap="square">
              <a:spAutoFit/>
              <a:scene3d>
                <a:camera prst="orthographicFront"/>
                <a:lightRig rig="threePt" dir="t"/>
              </a:scene3d>
              <a:sp3d contourW="12700"/>
            </a:bodyPr>
            <a:lstStyle/>
            <a:p>
              <a:pPr algn="just">
                <a:lnSpc>
                  <a:spcPct val="100000"/>
                </a:lnSpc>
              </a:pPr>
              <a:r>
                <a:rPr lang="zh-CN" altLang="en-US" sz="1000" dirty="0">
                  <a:solidFill>
                    <a:schemeClr val="tx1">
                      <a:lumMod val="75000"/>
                      <a:lumOff val="25000"/>
                    </a:schemeClr>
                  </a:solidFill>
                  <a:latin typeface="+mn-ea"/>
                </a:rPr>
                <a:t>Windows 操作系统的软件通常将“我的文档”文件夹作为存储数据文件的默认目录。因此，我们可以把“我的文档”当作主要的数据文件夹，还可以根据组织文件的需要为其添加子文件夹。</a:t>
              </a:r>
            </a:p>
          </p:txBody>
        </p:sp>
        <p:sp>
          <p:nvSpPr>
            <p:cNvPr id="76" name="矩形 75"/>
            <p:cNvSpPr/>
            <p:nvPr/>
          </p:nvSpPr>
          <p:spPr>
            <a:xfrm>
              <a:off x="7483989" y="3236385"/>
              <a:ext cx="2451099" cy="695960"/>
            </a:xfrm>
            <a:prstGeom prst="rect">
              <a:avLst/>
            </a:prstGeom>
          </p:spPr>
          <p:txBody>
            <a:bodyPr wrap="square">
              <a:spAutoFit/>
              <a:scene3d>
                <a:camera prst="orthographicFront"/>
                <a:lightRig rig="threePt" dir="t"/>
              </a:scene3d>
              <a:sp3d contourW="12700"/>
            </a:bodyPr>
            <a:lstStyle/>
            <a:p>
              <a:pPr algn="just">
                <a:lnSpc>
                  <a:spcPct val="100000"/>
                </a:lnSpc>
              </a:pPr>
              <a:r>
                <a:rPr lang="zh-CN" altLang="en-US" sz="1400" b="1" dirty="0">
                  <a:latin typeface="+mn-ea"/>
                </a:rPr>
                <a:t>使用“我的文档”的默认目录</a:t>
              </a:r>
            </a:p>
          </p:txBody>
        </p:sp>
      </p:grpSp>
      <p:grpSp>
        <p:nvGrpSpPr>
          <p:cNvPr id="77" name="组合 76"/>
          <p:cNvGrpSpPr/>
          <p:nvPr/>
        </p:nvGrpSpPr>
        <p:grpSpPr>
          <a:xfrm>
            <a:off x="1278253" y="1432907"/>
            <a:ext cx="1728000" cy="1221105"/>
            <a:chOff x="7483989" y="3236385"/>
            <a:chExt cx="2303999" cy="1628141"/>
          </a:xfrm>
        </p:grpSpPr>
        <p:sp>
          <p:nvSpPr>
            <p:cNvPr id="78" name="矩形 77"/>
            <p:cNvSpPr/>
            <p:nvPr/>
          </p:nvSpPr>
          <p:spPr>
            <a:xfrm>
              <a:off x="7483989" y="3717292"/>
              <a:ext cx="2303779" cy="1147234"/>
            </a:xfrm>
            <a:prstGeom prst="rect">
              <a:avLst/>
            </a:prstGeom>
          </p:spPr>
          <p:txBody>
            <a:bodyPr wrap="square">
              <a:spAutoFit/>
              <a:scene3d>
                <a:camera prst="orthographicFront"/>
                <a:lightRig rig="threePt" dir="t"/>
              </a:scene3d>
              <a:sp3d contourW="12700"/>
            </a:bodyPr>
            <a:lstStyle/>
            <a:p>
              <a:pPr algn="just">
                <a:lnSpc>
                  <a:spcPct val="100000"/>
                </a:lnSpc>
              </a:pPr>
              <a:r>
                <a:rPr lang="zh-CN" altLang="en-US" sz="1000" dirty="0">
                  <a:solidFill>
                    <a:schemeClr val="tx1">
                      <a:lumMod val="75000"/>
                      <a:lumOff val="25000"/>
                    </a:schemeClr>
                  </a:solidFill>
                  <a:latin typeface="+mn-ea"/>
                </a:rPr>
                <a:t>对文件和文件夹命名时要使用能直接表明文件内容的描述性名称，即要“见名知意”，要避免使用隐晦的缩写。</a:t>
              </a:r>
            </a:p>
          </p:txBody>
        </p:sp>
        <p:sp>
          <p:nvSpPr>
            <p:cNvPr id="81" name="矩形 80"/>
            <p:cNvSpPr/>
            <p:nvPr/>
          </p:nvSpPr>
          <p:spPr>
            <a:xfrm>
              <a:off x="7483989" y="3236385"/>
              <a:ext cx="2303999" cy="491067"/>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500" b="1" dirty="0">
                  <a:latin typeface="+mn-ea"/>
                </a:rPr>
                <a:t>使用描述性名称</a:t>
              </a:r>
            </a:p>
          </p:txBody>
        </p:sp>
      </p:grpSp>
      <p:grpSp>
        <p:nvGrpSpPr>
          <p:cNvPr id="82" name="组合 81"/>
          <p:cNvGrpSpPr/>
          <p:nvPr/>
        </p:nvGrpSpPr>
        <p:grpSpPr>
          <a:xfrm>
            <a:off x="1278253" y="3087899"/>
            <a:ext cx="1838325" cy="1529080"/>
            <a:chOff x="7483989" y="3236385"/>
            <a:chExt cx="2451099" cy="2038774"/>
          </a:xfrm>
        </p:grpSpPr>
        <p:sp>
          <p:nvSpPr>
            <p:cNvPr id="83" name="矩形 82"/>
            <p:cNvSpPr/>
            <p:nvPr/>
          </p:nvSpPr>
          <p:spPr>
            <a:xfrm>
              <a:off x="7483989" y="3717292"/>
              <a:ext cx="2303999" cy="1557867"/>
            </a:xfrm>
            <a:prstGeom prst="rect">
              <a:avLst/>
            </a:prstGeom>
          </p:spPr>
          <p:txBody>
            <a:bodyPr wrap="square">
              <a:spAutoFit/>
              <a:scene3d>
                <a:camera prst="orthographicFront"/>
                <a:lightRig rig="threePt" dir="t"/>
              </a:scene3d>
              <a:sp3d contourW="12700"/>
            </a:bodyPr>
            <a:lstStyle/>
            <a:p>
              <a:pPr algn="just">
                <a:lnSpc>
                  <a:spcPct val="100000"/>
                </a:lnSpc>
              </a:pPr>
              <a:r>
                <a:rPr lang="zh-CN" altLang="en-US" sz="1000" dirty="0">
                  <a:solidFill>
                    <a:schemeClr val="tx1">
                      <a:lumMod val="75000"/>
                      <a:lumOff val="25000"/>
                    </a:schemeClr>
                  </a:solidFill>
                  <a:latin typeface="+mn-ea"/>
                </a:rPr>
                <a:t>在设计文件夹的层次时，要考虑今后想如何访问和备份文件。例如，备份一个指定的文件夹及其子文件夹很方便，但如果把重要的数据分散着存放在很多文件夹中，备份就要花费较多的时间。</a:t>
              </a:r>
            </a:p>
          </p:txBody>
        </p:sp>
        <p:sp>
          <p:nvSpPr>
            <p:cNvPr id="84" name="矩形 83"/>
            <p:cNvSpPr/>
            <p:nvPr/>
          </p:nvSpPr>
          <p:spPr>
            <a:xfrm>
              <a:off x="7483989" y="3236385"/>
              <a:ext cx="2451099" cy="465667"/>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400" b="1" kern="0" dirty="0">
                  <a:solidFill>
                    <a:schemeClr val="tx1"/>
                  </a:solidFill>
                  <a:uFillTx/>
                  <a:latin typeface="+中文正文" charset="0"/>
                </a:rPr>
                <a:t>从上向下组织文件夹</a:t>
              </a:r>
            </a:p>
          </p:txBody>
        </p:sp>
      </p:grpSp>
      <p:sp>
        <p:nvSpPr>
          <p:cNvPr id="8" name="文本框 7"/>
          <p:cNvSpPr txBox="1"/>
          <p:nvPr/>
        </p:nvSpPr>
        <p:spPr>
          <a:xfrm>
            <a:off x="575945" y="499745"/>
            <a:ext cx="2540000" cy="460375"/>
          </a:xfrm>
          <a:prstGeom prst="rect">
            <a:avLst/>
          </a:prstGeom>
          <a:noFill/>
        </p:spPr>
        <p:txBody>
          <a:bodyPr wrap="square" rtlCol="0" anchor="t">
            <a:spAutoFit/>
          </a:bodyPr>
          <a:lstStyle/>
          <a:p>
            <a:r>
              <a:rPr lang="zh-CN" altLang="en-US" sz="2400" b="1">
                <a:latin typeface="微软雅黑" panose="020B0503020204020204" pitchFamily="34" charset="-122"/>
                <a:ea typeface="微软雅黑" panose="020B0503020204020204" pitchFamily="34" charset="-122"/>
              </a:rPr>
              <a:t>文件管理技巧</a:t>
            </a:r>
          </a:p>
        </p:txBody>
      </p:sp>
    </p:spTree>
  </p:cSld>
  <p:clrMapOvr>
    <a:masterClrMapping/>
  </p:clrMapOvr>
  <mc:AlternateContent xmlns:mc="http://schemas.openxmlformats.org/markup-compatibility/2006" xmlns:p14="http://schemas.microsoft.com/office/powerpoint/2010/main">
    <mc:Choice Requires="p14">
      <p:transition spd="slow" p14:dur="1500" advTm="3000"/>
    </mc:Choice>
    <mc:Fallback xmlns="">
      <p:transition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77"/>
                                        </p:tgtEl>
                                        <p:attrNameLst>
                                          <p:attrName>style.visibility</p:attrName>
                                        </p:attrNameLst>
                                      </p:cBhvr>
                                      <p:to>
                                        <p:strVal val="visible"/>
                                      </p:to>
                                    </p:set>
                                    <p:anim calcmode="lin" valueType="num">
                                      <p:cBhvr additive="base">
                                        <p:cTn id="7" dur="500"/>
                                        <p:tgtEl>
                                          <p:spTgt spid="77"/>
                                        </p:tgtEl>
                                        <p:attrNameLst>
                                          <p:attrName>ppt_x</p:attrName>
                                        </p:attrNameLst>
                                      </p:cBhvr>
                                      <p:tavLst>
                                        <p:tav tm="0">
                                          <p:val>
                                            <p:strVal val="#ppt_x-#ppt_w*1.125000"/>
                                          </p:val>
                                        </p:tav>
                                        <p:tav tm="100000">
                                          <p:val>
                                            <p:strVal val="#ppt_x"/>
                                          </p:val>
                                        </p:tav>
                                      </p:tavLst>
                                    </p:anim>
                                    <p:animEffect transition="in" filter="wipe(right)">
                                      <p:cBhvr>
                                        <p:cTn id="8" dur="500"/>
                                        <p:tgtEl>
                                          <p:spTgt spid="77"/>
                                        </p:tgtEl>
                                      </p:cBhvr>
                                    </p:animEffect>
                                  </p:childTnLst>
                                </p:cTn>
                              </p:par>
                              <p:par>
                                <p:cTn id="9" presetID="12" presetClass="entr" presetSubtype="8" fill="hold" nodeType="withEffect">
                                  <p:stCondLst>
                                    <p:cond delay="0"/>
                                  </p:stCondLst>
                                  <p:childTnLst>
                                    <p:set>
                                      <p:cBhvr>
                                        <p:cTn id="10" dur="1" fill="hold">
                                          <p:stCondLst>
                                            <p:cond delay="0"/>
                                          </p:stCondLst>
                                        </p:cTn>
                                        <p:tgtEl>
                                          <p:spTgt spid="82"/>
                                        </p:tgtEl>
                                        <p:attrNameLst>
                                          <p:attrName>style.visibility</p:attrName>
                                        </p:attrNameLst>
                                      </p:cBhvr>
                                      <p:to>
                                        <p:strVal val="visible"/>
                                      </p:to>
                                    </p:set>
                                    <p:anim calcmode="lin" valueType="num">
                                      <p:cBhvr additive="base">
                                        <p:cTn id="11" dur="500"/>
                                        <p:tgtEl>
                                          <p:spTgt spid="82"/>
                                        </p:tgtEl>
                                        <p:attrNameLst>
                                          <p:attrName>ppt_x</p:attrName>
                                        </p:attrNameLst>
                                      </p:cBhvr>
                                      <p:tavLst>
                                        <p:tav tm="0">
                                          <p:val>
                                            <p:strVal val="#ppt_x-#ppt_w*1.125000"/>
                                          </p:val>
                                        </p:tav>
                                        <p:tav tm="100000">
                                          <p:val>
                                            <p:strVal val="#ppt_x"/>
                                          </p:val>
                                        </p:tav>
                                      </p:tavLst>
                                    </p:anim>
                                    <p:animEffect transition="in" filter="wipe(right)">
                                      <p:cBhvr>
                                        <p:cTn id="12" dur="500"/>
                                        <p:tgtEl>
                                          <p:spTgt spid="82"/>
                                        </p:tgtEl>
                                      </p:cBhvr>
                                    </p:animEffect>
                                  </p:childTnLst>
                                </p:cTn>
                              </p:par>
                              <p:par>
                                <p:cTn id="13" presetID="12" presetClass="entr" presetSubtype="8" fill="hold" nodeType="withEffect">
                                  <p:stCondLst>
                                    <p:cond delay="0"/>
                                  </p:stCondLst>
                                  <p:childTnLst>
                                    <p:set>
                                      <p:cBhvr>
                                        <p:cTn id="14" dur="1" fill="hold">
                                          <p:stCondLst>
                                            <p:cond delay="0"/>
                                          </p:stCondLst>
                                        </p:cTn>
                                        <p:tgtEl>
                                          <p:spTgt spid="71"/>
                                        </p:tgtEl>
                                        <p:attrNameLst>
                                          <p:attrName>style.visibility</p:attrName>
                                        </p:attrNameLst>
                                      </p:cBhvr>
                                      <p:to>
                                        <p:strVal val="visible"/>
                                      </p:to>
                                    </p:set>
                                    <p:anim calcmode="lin" valueType="num">
                                      <p:cBhvr additive="base">
                                        <p:cTn id="15" dur="500"/>
                                        <p:tgtEl>
                                          <p:spTgt spid="71"/>
                                        </p:tgtEl>
                                        <p:attrNameLst>
                                          <p:attrName>ppt_x</p:attrName>
                                        </p:attrNameLst>
                                      </p:cBhvr>
                                      <p:tavLst>
                                        <p:tav tm="0">
                                          <p:val>
                                            <p:strVal val="#ppt_x-#ppt_w*1.125000"/>
                                          </p:val>
                                        </p:tav>
                                        <p:tav tm="100000">
                                          <p:val>
                                            <p:strVal val="#ppt_x"/>
                                          </p:val>
                                        </p:tav>
                                      </p:tavLst>
                                    </p:anim>
                                    <p:animEffect transition="in" filter="wipe(right)">
                                      <p:cBhvr>
                                        <p:cTn id="16" dur="500"/>
                                        <p:tgtEl>
                                          <p:spTgt spid="71"/>
                                        </p:tgtEl>
                                      </p:cBhvr>
                                    </p:animEffect>
                                  </p:childTnLst>
                                </p:cTn>
                              </p:par>
                              <p:par>
                                <p:cTn id="17" presetID="12" presetClass="entr" presetSubtype="8" fill="hold" nodeType="withEffect">
                                  <p:stCondLst>
                                    <p:cond delay="0"/>
                                  </p:stCondLst>
                                  <p:childTnLst>
                                    <p:set>
                                      <p:cBhvr>
                                        <p:cTn id="18" dur="1" fill="hold">
                                          <p:stCondLst>
                                            <p:cond delay="0"/>
                                          </p:stCondLst>
                                        </p:cTn>
                                        <p:tgtEl>
                                          <p:spTgt spid="74"/>
                                        </p:tgtEl>
                                        <p:attrNameLst>
                                          <p:attrName>style.visibility</p:attrName>
                                        </p:attrNameLst>
                                      </p:cBhvr>
                                      <p:to>
                                        <p:strVal val="visible"/>
                                      </p:to>
                                    </p:set>
                                    <p:anim calcmode="lin" valueType="num">
                                      <p:cBhvr additive="base">
                                        <p:cTn id="19" dur="500"/>
                                        <p:tgtEl>
                                          <p:spTgt spid="74"/>
                                        </p:tgtEl>
                                        <p:attrNameLst>
                                          <p:attrName>ppt_x</p:attrName>
                                        </p:attrNameLst>
                                      </p:cBhvr>
                                      <p:tavLst>
                                        <p:tav tm="0">
                                          <p:val>
                                            <p:strVal val="#ppt_x-#ppt_w*1.125000"/>
                                          </p:val>
                                        </p:tav>
                                        <p:tav tm="100000">
                                          <p:val>
                                            <p:strVal val="#ppt_x"/>
                                          </p:val>
                                        </p:tav>
                                      </p:tavLst>
                                    </p:anim>
                                    <p:animEffect transition="in" filter="wipe(right)">
                                      <p:cBhvr>
                                        <p:cTn id="20" dur="500"/>
                                        <p:tgtEl>
                                          <p:spTgt spid="74"/>
                                        </p:tgtEl>
                                      </p:cBhvr>
                                    </p:animEffect>
                                  </p:childTnLst>
                                </p:cTn>
                              </p:par>
                              <p:par>
                                <p:cTn id="21" presetID="12" presetClass="entr" presetSubtype="8" fill="hold" nodeType="withEffect">
                                  <p:stCondLst>
                                    <p:cond delay="0"/>
                                  </p:stCondLst>
                                  <p:childTnLst>
                                    <p:set>
                                      <p:cBhvr>
                                        <p:cTn id="22" dur="1" fill="hold">
                                          <p:stCondLst>
                                            <p:cond delay="0"/>
                                          </p:stCondLst>
                                        </p:cTn>
                                        <p:tgtEl>
                                          <p:spTgt spid="65"/>
                                        </p:tgtEl>
                                        <p:attrNameLst>
                                          <p:attrName>style.visibility</p:attrName>
                                        </p:attrNameLst>
                                      </p:cBhvr>
                                      <p:to>
                                        <p:strVal val="visible"/>
                                      </p:to>
                                    </p:set>
                                    <p:anim calcmode="lin" valueType="num">
                                      <p:cBhvr additive="base">
                                        <p:cTn id="23" dur="500"/>
                                        <p:tgtEl>
                                          <p:spTgt spid="65"/>
                                        </p:tgtEl>
                                        <p:attrNameLst>
                                          <p:attrName>ppt_x</p:attrName>
                                        </p:attrNameLst>
                                      </p:cBhvr>
                                      <p:tavLst>
                                        <p:tav tm="0">
                                          <p:val>
                                            <p:strVal val="#ppt_x-#ppt_w*1.125000"/>
                                          </p:val>
                                        </p:tav>
                                        <p:tav tm="100000">
                                          <p:val>
                                            <p:strVal val="#ppt_x"/>
                                          </p:val>
                                        </p:tav>
                                      </p:tavLst>
                                    </p:anim>
                                    <p:animEffect transition="in" filter="wipe(right)">
                                      <p:cBhvr>
                                        <p:cTn id="24" dur="500"/>
                                        <p:tgtEl>
                                          <p:spTgt spid="65"/>
                                        </p:tgtEl>
                                      </p:cBhvr>
                                    </p:animEffect>
                                  </p:childTnLst>
                                </p:cTn>
                              </p:par>
                              <p:par>
                                <p:cTn id="25" presetID="12" presetClass="entr" presetSubtype="8" fill="hold" nodeType="withEffect">
                                  <p:stCondLst>
                                    <p:cond delay="0"/>
                                  </p:stCondLst>
                                  <p:childTnLst>
                                    <p:set>
                                      <p:cBhvr>
                                        <p:cTn id="26" dur="1" fill="hold">
                                          <p:stCondLst>
                                            <p:cond delay="0"/>
                                          </p:stCondLst>
                                        </p:cTn>
                                        <p:tgtEl>
                                          <p:spTgt spid="68"/>
                                        </p:tgtEl>
                                        <p:attrNameLst>
                                          <p:attrName>style.visibility</p:attrName>
                                        </p:attrNameLst>
                                      </p:cBhvr>
                                      <p:to>
                                        <p:strVal val="visible"/>
                                      </p:to>
                                    </p:set>
                                    <p:anim calcmode="lin" valueType="num">
                                      <p:cBhvr additive="base">
                                        <p:cTn id="27" dur="500"/>
                                        <p:tgtEl>
                                          <p:spTgt spid="68"/>
                                        </p:tgtEl>
                                        <p:attrNameLst>
                                          <p:attrName>ppt_x</p:attrName>
                                        </p:attrNameLst>
                                      </p:cBhvr>
                                      <p:tavLst>
                                        <p:tav tm="0">
                                          <p:val>
                                            <p:strVal val="#ppt_x-#ppt_w*1.125000"/>
                                          </p:val>
                                        </p:tav>
                                        <p:tav tm="100000">
                                          <p:val>
                                            <p:strVal val="#ppt_x"/>
                                          </p:val>
                                        </p:tav>
                                      </p:tavLst>
                                    </p:anim>
                                    <p:animEffect transition="in" filter="wipe(right)">
                                      <p:cBhvr>
                                        <p:cTn id="28"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2367730"/>
            <a:ext cx="9144000" cy="2775770"/>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rgbClr val="FFFFFF"/>
              </a:solidFill>
              <a:latin typeface="微软雅黑" panose="020B0503020204020204" pitchFamily="34" charset="-122"/>
              <a:ea typeface="微软雅黑" panose="020B0503020204020204" pitchFamily="34" charset="-122"/>
              <a:sym typeface="+mn-ea"/>
            </a:endParaRPr>
          </a:p>
        </p:txBody>
      </p:sp>
      <p:pic>
        <p:nvPicPr>
          <p:cNvPr id="23" name="图片 22"/>
          <p:cNvPicPr>
            <a:picLocks noChangeAspect="1"/>
          </p:cNvPicPr>
          <p:nvPr userDrawn="1">
            <p:custDataLst>
              <p:tags r:id="rId3"/>
            </p:custDataLst>
          </p:nvPr>
        </p:nvPicPr>
        <p:blipFill>
          <a:blip r:embed="rId11">
            <a:extLst>
              <a:ext uri="{28A0092B-C50C-407E-A947-70E740481C1C}">
                <a14:useLocalDpi xmlns:a14="http://schemas.microsoft.com/office/drawing/2010/main" val="0"/>
              </a:ext>
            </a:extLst>
          </a:blip>
          <a:stretch>
            <a:fillRect/>
          </a:stretch>
        </p:blipFill>
        <p:spPr>
          <a:xfrm>
            <a:off x="67310" y="71120"/>
            <a:ext cx="589915" cy="648970"/>
          </a:xfrm>
          <a:prstGeom prst="rect">
            <a:avLst/>
          </a:prstGeom>
        </p:spPr>
      </p:pic>
      <p:sp>
        <p:nvSpPr>
          <p:cNvPr id="22" name="矩形 21"/>
          <p:cNvSpPr/>
          <p:nvPr>
            <p:custDataLst>
              <p:tags r:id="rId4"/>
            </p:custDataLst>
          </p:nvPr>
        </p:nvSpPr>
        <p:spPr>
          <a:xfrm>
            <a:off x="342900" y="1169451"/>
            <a:ext cx="8458200" cy="3517749"/>
          </a:xfrm>
          <a:prstGeom prst="rect">
            <a:avLst/>
          </a:prstGeom>
          <a:solidFill>
            <a:srgbClr val="FFFFFF"/>
          </a:solidFill>
          <a:ln>
            <a:noFill/>
          </a:ln>
          <a:effectLst>
            <a:outerShdw blurRad="127000" dist="38100" dir="540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defTabSz="914400" rtl="0" eaLnBrk="1" fontAlgn="auto" latinLnBrk="0" hangingPunct="1">
              <a:lnSpc>
                <a:spcPct val="100000"/>
              </a:lnSpc>
              <a:spcBef>
                <a:spcPts val="0"/>
              </a:spcBef>
              <a:spcAft>
                <a:spcPts val="0"/>
              </a:spcAft>
              <a:buClrTx/>
              <a:buSzTx/>
              <a:defRPr/>
            </a:pPr>
            <a:endParaRPr kumimoji="1" lang="zh-CN" altLang="en-US" sz="1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 name="Title 6"/>
          <p:cNvSpPr txBox="1"/>
          <p:nvPr>
            <p:custDataLst>
              <p:tags r:id="rId5"/>
            </p:custDataLst>
          </p:nvPr>
        </p:nvSpPr>
        <p:spPr>
          <a:xfrm>
            <a:off x="572400" y="1398951"/>
            <a:ext cx="7999200" cy="3058749"/>
          </a:xfrm>
          <a:prstGeom prst="rect">
            <a:avLst/>
          </a:prstGeom>
          <a:noFill/>
          <a:ln w="3175">
            <a:noFill/>
            <a:prstDash val="sysDash"/>
          </a:ln>
        </p:spPr>
        <p:txBody>
          <a:bodyPr wrap="square" lIns="54000" tIns="27000" rIns="54000" bIns="27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marR="0" lvl="0" indent="-342900" algn="l" defTabSz="914400" rtl="0" eaLnBrk="1" fontAlgn="auto" latinLnBrk="0" hangingPunct="1">
              <a:lnSpc>
                <a:spcPct val="130000"/>
              </a:lnSpc>
              <a:spcBef>
                <a:spcPts val="0"/>
              </a:spcBef>
              <a:spcAft>
                <a:spcPts val="800"/>
              </a:spcAft>
              <a:buClr>
                <a:schemeClr val="accent1">
                  <a:lumMod val="60000"/>
                  <a:lumOff val="40000"/>
                </a:schemeClr>
              </a:buClr>
              <a:buSzPct val="100000"/>
              <a:buFont typeface="Wingdings" panose="05000000000000000000" pitchFamily="2" charset="2"/>
              <a:buChar char="p"/>
              <a:defRPr/>
            </a:pPr>
            <a:r>
              <a:rPr kumimoji="0" lang="zh-CN" altLang="en-US" sz="1500" b="0" i="0" kern="1200" cap="none" spc="100" normalizeH="0" noProof="0">
                <a:ln w="3175">
                  <a:noFill/>
                  <a:prstDash val="dash"/>
                </a:ln>
                <a:solidFill>
                  <a:srgbClr val="595959"/>
                </a:solidFill>
                <a:effectLst/>
                <a:latin typeface="微软雅黑" panose="020B0503020204020204" pitchFamily="34" charset="-122"/>
                <a:ea typeface="微软雅黑" panose="020B0503020204020204" pitchFamily="34" charset="-122"/>
                <a:cs typeface="微软雅黑" panose="020B0503020204020204" pitchFamily="34" charset="-122"/>
              </a:rPr>
              <a:t>剪贴板实际上是Windows 在内存中开辟的一块用于临时存放共享信息的区域。</a:t>
            </a:r>
          </a:p>
          <a:p>
            <a:pPr marL="342900" marR="0" lvl="0" indent="-342900" algn="l" defTabSz="914400" rtl="0" eaLnBrk="1" fontAlgn="auto" latinLnBrk="0" hangingPunct="1">
              <a:lnSpc>
                <a:spcPct val="130000"/>
              </a:lnSpc>
              <a:spcBef>
                <a:spcPts val="0"/>
              </a:spcBef>
              <a:spcAft>
                <a:spcPts val="800"/>
              </a:spcAft>
              <a:buClr>
                <a:schemeClr val="accent1">
                  <a:lumMod val="60000"/>
                  <a:lumOff val="40000"/>
                </a:schemeClr>
              </a:buClr>
              <a:buSzPct val="100000"/>
              <a:buFont typeface="Wingdings" panose="05000000000000000000" pitchFamily="2" charset="2"/>
              <a:buChar char="p"/>
              <a:defRPr/>
            </a:pPr>
            <a:r>
              <a:rPr kumimoji="0" lang="zh-CN" altLang="en-US" sz="1500" b="0" i="0" kern="1200" cap="none" spc="100" normalizeH="0" noProof="0">
                <a:ln w="3175">
                  <a:noFill/>
                  <a:prstDash val="dash"/>
                </a:ln>
                <a:solidFill>
                  <a:srgbClr val="595959"/>
                </a:solidFill>
                <a:effectLst/>
                <a:latin typeface="微软雅黑" panose="020B0503020204020204" pitchFamily="34" charset="-122"/>
                <a:ea typeface="微软雅黑" panose="020B0503020204020204" pitchFamily="34" charset="-122"/>
                <a:cs typeface="微软雅黑" panose="020B0503020204020204" pitchFamily="34" charset="-122"/>
              </a:rPr>
              <a:t>只要Windows 处于运行中，剪贴板便处于工作状态，随时准备接受通过“复制”或“剪切”命令传入的信息。用户选好要接收信息的目标位置，执行“粘贴”命令，就能把剪贴板中的信息粘贴到接收点位置。</a:t>
            </a:r>
          </a:p>
          <a:p>
            <a:pPr marL="342900" marR="0" lvl="0" indent="-342900" algn="l" defTabSz="914400" rtl="0" eaLnBrk="1" fontAlgn="auto" latinLnBrk="0" hangingPunct="1">
              <a:lnSpc>
                <a:spcPct val="130000"/>
              </a:lnSpc>
              <a:spcBef>
                <a:spcPts val="0"/>
              </a:spcBef>
              <a:spcAft>
                <a:spcPts val="800"/>
              </a:spcAft>
              <a:buClr>
                <a:schemeClr val="accent1">
                  <a:lumMod val="60000"/>
                  <a:lumOff val="40000"/>
                </a:schemeClr>
              </a:buClr>
              <a:buSzPct val="100000"/>
              <a:buFont typeface="Wingdings" panose="05000000000000000000" pitchFamily="2" charset="2"/>
              <a:buChar char="p"/>
              <a:defRPr/>
            </a:pPr>
            <a:r>
              <a:rPr kumimoji="0" lang="zh-CN" altLang="en-US" sz="1500" b="0" i="0" kern="1200" cap="none" spc="100" normalizeH="0" noProof="0">
                <a:ln w="3175">
                  <a:noFill/>
                  <a:prstDash val="dash"/>
                </a:ln>
                <a:solidFill>
                  <a:srgbClr val="595959"/>
                </a:solidFill>
                <a:effectLst/>
                <a:latin typeface="微软雅黑" panose="020B0503020204020204" pitchFamily="34" charset="-122"/>
                <a:ea typeface="微软雅黑" panose="020B0503020204020204" pitchFamily="34" charset="-122"/>
                <a:cs typeface="微软雅黑" panose="020B0503020204020204" pitchFamily="34" charset="-122"/>
              </a:rPr>
              <a:t>借助于剪贴板，可以把整个屏幕或当前窗口作为图片复制、粘贴到“画图”程序窗口中，以供裁剪、修改、保存和使用；也可以粘贴到Word、Excel 等文档中作为插图使用。复制整个屏幕图像到剪贴板的方法是按PrintScreen 键；复制当前窗口图像到剪贴板的方法是按Alt+ PrintScreen 键。</a:t>
            </a:r>
          </a:p>
        </p:txBody>
      </p:sp>
      <p:sp>
        <p:nvSpPr>
          <p:cNvPr id="14" name="矩形: 圆角 13"/>
          <p:cNvSpPr/>
          <p:nvPr>
            <p:custDataLst>
              <p:tags r:id="rId6"/>
            </p:custDataLst>
          </p:nvPr>
        </p:nvSpPr>
        <p:spPr>
          <a:xfrm>
            <a:off x="8121015" y="581025"/>
            <a:ext cx="680085" cy="234950"/>
          </a:xfrm>
          <a:prstGeom prst="roundRect">
            <a:avLst>
              <a:gd name="adj" fmla="val 50000"/>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矩形 16"/>
          <p:cNvSpPr/>
          <p:nvPr>
            <p:custDataLst>
              <p:tags r:id="rId7"/>
            </p:custDataLst>
          </p:nvPr>
        </p:nvSpPr>
        <p:spPr>
          <a:xfrm>
            <a:off x="342900" y="509197"/>
            <a:ext cx="86360" cy="357188"/>
          </a:xfrm>
          <a:prstGeom prst="rect">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8" name="文本框 17"/>
          <p:cNvSpPr txBox="1"/>
          <p:nvPr>
            <p:custDataLst>
              <p:tags r:id="rId8"/>
            </p:custDataLst>
          </p:nvPr>
        </p:nvSpPr>
        <p:spPr>
          <a:xfrm>
            <a:off x="508970" y="456300"/>
            <a:ext cx="7237392" cy="48387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SzPct val="100000"/>
              <a:buFontTx/>
              <a:buNone/>
              <a:defRPr/>
            </a:pPr>
            <a:r>
              <a:rPr kumimoji="0" lang="zh-CN" altLang="en-US" sz="2700" b="1" i="0" kern="1200" cap="none" spc="150" normalizeH="0" noProof="0">
                <a:ln>
                  <a:noFill/>
                </a:ln>
                <a:solidFill>
                  <a:srgbClr val="404040"/>
                </a:solidFill>
                <a:effectLst/>
                <a:latin typeface="微软雅黑" panose="020B0503020204020204" pitchFamily="34" charset="-122"/>
                <a:ea typeface="微软雅黑" panose="020B0503020204020204" pitchFamily="34" charset="-122"/>
                <a:cs typeface="+mn-cs"/>
              </a:rPr>
              <a:t>剪贴板的作用</a:t>
            </a:r>
          </a:p>
        </p:txBody>
      </p:sp>
      <p:pic>
        <p:nvPicPr>
          <p:cNvPr id="2" name="图片 1"/>
          <p:cNvPicPr>
            <a:picLocks noChangeAspect="1"/>
          </p:cNvPicPr>
          <p:nvPr userDrawn="1">
            <p:custDataLst>
              <p:tags r:id="rId9"/>
            </p:custDataLst>
          </p:nvPr>
        </p:nvPicPr>
        <p:blipFill>
          <a:blip r:embed="rId12">
            <a:extLst>
              <a:ext uri="{28A0092B-C50C-407E-A947-70E740481C1C}">
                <a14:useLocalDpi xmlns:a14="http://schemas.microsoft.com/office/drawing/2010/main" val="0"/>
              </a:ext>
            </a:extLst>
          </a:blip>
          <a:stretch>
            <a:fillRect/>
          </a:stretch>
        </p:blipFill>
        <p:spPr>
          <a:xfrm>
            <a:off x="7932916" y="3936929"/>
            <a:ext cx="1100069" cy="1187522"/>
          </a:xfrm>
          <a:prstGeom prst="rect">
            <a:avLst/>
          </a:prstGeom>
        </p:spPr>
      </p:pic>
    </p:spTree>
    <p:custDataLst>
      <p:tags r:id="rId1"/>
    </p:custData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60" name="图片 159"/>
          <p:cNvPicPr>
            <a:picLocks noChangeAspect="1"/>
          </p:cNvPicPr>
          <p:nvPr userDrawn="1">
            <p:custDataLst>
              <p:tags r:id="rId2"/>
            </p:custDataLst>
          </p:nvPr>
        </p:nvPicPr>
        <p:blipFill>
          <a:blip r:embed="rId9">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
        <p:nvSpPr>
          <p:cNvPr id="4" name="任意多边形: 形状 3"/>
          <p:cNvSpPr/>
          <p:nvPr>
            <p:custDataLst>
              <p:tags r:id="rId3"/>
            </p:custDataLst>
          </p:nvPr>
        </p:nvSpPr>
        <p:spPr>
          <a:xfrm flipH="1">
            <a:off x="3684815" y="0"/>
            <a:ext cx="5459186" cy="5143500"/>
          </a:xfrm>
          <a:custGeom>
            <a:avLst/>
            <a:gdLst>
              <a:gd name="connsiteX0" fmla="*/ 0 w 7278914"/>
              <a:gd name="connsiteY0" fmla="*/ 0 h 6858000"/>
              <a:gd name="connsiteX1" fmla="*/ 420914 w 7278914"/>
              <a:gd name="connsiteY1" fmla="*/ 0 h 6858000"/>
              <a:gd name="connsiteX2" fmla="*/ 7278914 w 7278914"/>
              <a:gd name="connsiteY2" fmla="*/ 6858000 h 6858000"/>
              <a:gd name="connsiteX3" fmla="*/ 0 w 727891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278914" h="6858000">
                <a:moveTo>
                  <a:pt x="0" y="0"/>
                </a:moveTo>
                <a:lnTo>
                  <a:pt x="420914" y="0"/>
                </a:lnTo>
                <a:lnTo>
                  <a:pt x="7278914" y="6858000"/>
                </a:lnTo>
                <a:lnTo>
                  <a:pt x="0" y="6858000"/>
                </a:lnTo>
                <a:close/>
              </a:path>
            </a:pathLst>
          </a:cu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dirty="0">
              <a:solidFill>
                <a:srgbClr val="FFFFFF"/>
              </a:solidFill>
              <a:latin typeface="微软雅黑" panose="020B0503020204020204" pitchFamily="34" charset="-122"/>
              <a:ea typeface="微软雅黑" panose="020B0503020204020204" pitchFamily="34" charset="-122"/>
            </a:endParaRPr>
          </a:p>
        </p:txBody>
      </p:sp>
      <p:sp>
        <p:nvSpPr>
          <p:cNvPr id="6" name="直角三角形 5"/>
          <p:cNvSpPr/>
          <p:nvPr>
            <p:custDataLst>
              <p:tags r:id="rId4"/>
            </p:custDataLst>
          </p:nvPr>
        </p:nvSpPr>
        <p:spPr>
          <a:xfrm rot="5400000" flipH="1">
            <a:off x="1371600" y="342900"/>
            <a:ext cx="3429000" cy="6172200"/>
          </a:xfrm>
          <a:prstGeom prst="rtTriangle">
            <a:avLst/>
          </a:prstGeom>
          <a:solidFill>
            <a:srgbClr val="F5738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kumimoji="1" lang="zh-CN" altLang="en-US" sz="1200" b="1">
              <a:solidFill>
                <a:srgbClr val="FFFFFF"/>
              </a:solidFill>
              <a:latin typeface="微软雅黑" panose="020B0503020204020204" pitchFamily="34" charset="-122"/>
              <a:ea typeface="微软雅黑" panose="020B0503020204020204" pitchFamily="34" charset="-122"/>
            </a:endParaRPr>
          </a:p>
        </p:txBody>
      </p:sp>
      <p:sp>
        <p:nvSpPr>
          <p:cNvPr id="5" name="矩形 4"/>
          <p:cNvSpPr/>
          <p:nvPr>
            <p:custDataLst>
              <p:tags r:id="rId5"/>
            </p:custDataLst>
          </p:nvPr>
        </p:nvSpPr>
        <p:spPr>
          <a:xfrm>
            <a:off x="409575" y="1400175"/>
            <a:ext cx="8324850" cy="3344466"/>
          </a:xfrm>
          <a:prstGeom prst="rect">
            <a:avLst/>
          </a:prstGeom>
          <a:solidFill>
            <a:srgbClr val="FFFFFF"/>
          </a:solidFill>
          <a:ln>
            <a:noFill/>
          </a:ln>
          <a:effectLst>
            <a:outerShdw blurRad="165100" algn="ctr" rotWithShape="0">
              <a:srgbClr val="000000">
                <a:alpha val="1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1200" b="1">
              <a:solidFill>
                <a:srgbClr val="FFFFFF"/>
              </a:solidFill>
              <a:latin typeface="微软雅黑" panose="020B0503020204020204" pitchFamily="34" charset="-122"/>
              <a:ea typeface="微软雅黑" panose="020B0503020204020204" pitchFamily="34" charset="-122"/>
            </a:endParaRPr>
          </a:p>
        </p:txBody>
      </p:sp>
      <p:sp>
        <p:nvSpPr>
          <p:cNvPr id="8" name="文本框 7"/>
          <p:cNvSpPr txBox="1"/>
          <p:nvPr>
            <p:custDataLst>
              <p:tags r:id="rId6"/>
            </p:custDataLst>
          </p:nvPr>
        </p:nvSpPr>
        <p:spPr>
          <a:xfrm>
            <a:off x="502920" y="707231"/>
            <a:ext cx="6921341" cy="472440"/>
          </a:xfrm>
          <a:prstGeom prst="rect">
            <a:avLst/>
          </a:prstGeom>
          <a:noFill/>
        </p:spPr>
        <p:txBody>
          <a:bodyPr wrap="square" lIns="67500" tIns="35100" rIns="67500" bIns="35100" rtlCol="0">
            <a:normAutofit/>
          </a:bodyPr>
          <a:lstStyle/>
          <a:p>
            <a:pPr marL="0" indent="0" algn="l">
              <a:lnSpc>
                <a:spcPct val="120000"/>
              </a:lnSpc>
              <a:spcBef>
                <a:spcPts val="300"/>
              </a:spcBef>
              <a:spcAft>
                <a:spcPts val="300"/>
              </a:spcAft>
              <a:buSzPct val="100000"/>
              <a:buNone/>
            </a:pPr>
            <a:r>
              <a:rPr lang="zh-CN" altLang="en-US" sz="2200" b="1" spc="300">
                <a:solidFill>
                  <a:srgbClr val="000000"/>
                </a:solidFill>
                <a:latin typeface="微软雅黑" panose="020B0503020204020204" pitchFamily="34" charset="-122"/>
                <a:ea typeface="微软雅黑" panose="020B0503020204020204" pitchFamily="34" charset="-122"/>
              </a:rPr>
              <a:t>常用的文件类型和文件关联程序</a:t>
            </a:r>
          </a:p>
        </p:txBody>
      </p:sp>
      <p:sp>
        <p:nvSpPr>
          <p:cNvPr id="9" name="文本框 8"/>
          <p:cNvSpPr txBox="1"/>
          <p:nvPr>
            <p:custDataLst>
              <p:tags r:id="rId7"/>
            </p:custDataLst>
          </p:nvPr>
        </p:nvSpPr>
        <p:spPr>
          <a:xfrm>
            <a:off x="712946" y="1719739"/>
            <a:ext cx="7929086" cy="2706053"/>
          </a:xfrm>
          <a:prstGeom prst="rect">
            <a:avLst/>
          </a:prstGeom>
          <a:noFill/>
        </p:spPr>
        <p:txBody>
          <a:bodyPr wrap="square" lIns="67500" tIns="35100" rIns="67500" bIns="35100" rtlCol="0">
            <a:normAutofit/>
          </a:bodyPr>
          <a:lstStyle>
            <a:defPPr>
              <a:defRPr lang="zh-CN"/>
            </a:defPPr>
            <a:lvl1pPr fontAlgn="auto">
              <a:lnSpc>
                <a:spcPct val="130000"/>
              </a:lnSpc>
              <a:spcAft>
                <a:spcPts val="1000"/>
              </a:spcAft>
              <a:defRPr sz="1600" spc="150"/>
            </a:lvl1pPr>
          </a:lstStyle>
          <a:p>
            <a:pPr marL="457200" lvl="0" indent="-457200" algn="l" fontAlgn="ctr">
              <a:lnSpc>
                <a:spcPct val="120000"/>
              </a:lnSpc>
              <a:spcBef>
                <a:spcPts val="1000"/>
              </a:spcBef>
              <a:spcAft>
                <a:spcPts val="0"/>
              </a:spcAft>
              <a:buSzPct val="130000"/>
              <a:buFont typeface="Wingdings" panose="05000000000000000000" charset="0"/>
              <a:buChar char="u"/>
            </a:pPr>
            <a:r>
              <a:rPr lang="zh-CN" altLang="en-US" sz="13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常用的文件类型有可执行程序（EXE、COM 等）， 数据文件（TXT、DAT、DOCX、XLSX、PPTX 等），其他文件（DLL、ASP、ASPX、JAVA、C、CPP 等）。</a:t>
            </a:r>
          </a:p>
          <a:p>
            <a:pPr marL="457200" lvl="0" indent="-457200" algn="l" fontAlgn="ctr">
              <a:lnSpc>
                <a:spcPct val="120000"/>
              </a:lnSpc>
              <a:spcBef>
                <a:spcPts val="1000"/>
              </a:spcBef>
              <a:spcAft>
                <a:spcPts val="0"/>
              </a:spcAft>
              <a:buSzPct val="130000"/>
              <a:buFont typeface="Wingdings" panose="05000000000000000000" charset="0"/>
              <a:buChar char="u"/>
            </a:pPr>
            <a:r>
              <a:rPr lang="zh-CN" altLang="en-US" sz="13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文件类型同时也决定着打开此文件所用的程序。例如，DOCX 文件是由Word 创建及编辑的，只要在文件上双击就自动运行默认的程序来打开文件。</a:t>
            </a:r>
          </a:p>
          <a:p>
            <a:pPr marL="457200" lvl="0" indent="-457200" algn="l" fontAlgn="ctr">
              <a:lnSpc>
                <a:spcPct val="120000"/>
              </a:lnSpc>
              <a:spcBef>
                <a:spcPts val="1000"/>
              </a:spcBef>
              <a:spcAft>
                <a:spcPts val="0"/>
              </a:spcAft>
              <a:buSzPct val="130000"/>
              <a:buFont typeface="Wingdings" panose="05000000000000000000" charset="0"/>
              <a:buChar char="u"/>
            </a:pPr>
            <a:r>
              <a:rPr lang="zh-CN" altLang="en-US" sz="13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有时，我们不能看出某个文件是什么程序建立的，也就是它还没有与某个程序关联，这时可以右击该文件，在快捷菜单中选择“打开方式”项，再选择相应程序来打开文件。也可以选中“始终使用选择的程序打开这种文件”项，将此类文件与某个程序关联起来，下次就可以直接在文件上双击打开文件了。</a:t>
            </a:r>
          </a:p>
        </p:txBody>
      </p:sp>
    </p:spTree>
    <p:custDataLst>
      <p:tags r:id="rId1"/>
    </p:custData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9"/>
          <p:cNvGrpSpPr/>
          <p:nvPr/>
        </p:nvGrpSpPr>
        <p:grpSpPr>
          <a:xfrm>
            <a:off x="1022031" y="1191417"/>
            <a:ext cx="26994" cy="1773264"/>
            <a:chOff x="1331651" y="1597980"/>
            <a:chExt cx="36000" cy="2364481"/>
          </a:xfrm>
          <a:solidFill>
            <a:schemeClr val="accent1"/>
          </a:solidFill>
        </p:grpSpPr>
        <p:cxnSp>
          <p:nvCxnSpPr>
            <p:cNvPr id="13" name="直接连接符 12"/>
            <p:cNvCxnSpPr/>
            <p:nvPr/>
          </p:nvCxnSpPr>
          <p:spPr>
            <a:xfrm>
              <a:off x="1331651" y="1597980"/>
              <a:ext cx="0" cy="2364481"/>
            </a:xfrm>
            <a:prstGeom prst="line">
              <a:avLst/>
            </a:prstGeom>
            <a:grpFill/>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1331651" y="1597980"/>
              <a:ext cx="36000" cy="108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1400" dirty="0">
                <a:latin typeface="字魂35号-经典雅黑" panose="02000000000000000000" pitchFamily="2" charset="-122"/>
                <a:ea typeface="字魂35号-经典雅黑" panose="02000000000000000000" pitchFamily="2" charset="-122"/>
                <a:sym typeface="Arial" panose="020B0604020202020204" pitchFamily="34" charset="0"/>
              </a:endParaRPr>
            </a:p>
          </p:txBody>
        </p:sp>
      </p:grpSp>
      <p:grpSp>
        <p:nvGrpSpPr>
          <p:cNvPr id="3" name="组合 23"/>
          <p:cNvGrpSpPr/>
          <p:nvPr/>
        </p:nvGrpSpPr>
        <p:grpSpPr>
          <a:xfrm flipV="1">
            <a:off x="2829580" y="2208897"/>
            <a:ext cx="26994" cy="1792648"/>
            <a:chOff x="1331651" y="1572132"/>
            <a:chExt cx="36000" cy="2390327"/>
          </a:xfrm>
          <a:solidFill>
            <a:srgbClr val="008C8A"/>
          </a:solidFill>
        </p:grpSpPr>
        <p:cxnSp>
          <p:nvCxnSpPr>
            <p:cNvPr id="25" name="直接连接符 24"/>
            <p:cNvCxnSpPr/>
            <p:nvPr/>
          </p:nvCxnSpPr>
          <p:spPr>
            <a:xfrm>
              <a:off x="1331651" y="1576008"/>
              <a:ext cx="0" cy="2386451"/>
            </a:xfrm>
            <a:prstGeom prst="line">
              <a:avLst/>
            </a:prstGeom>
            <a:grpFill/>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1331651" y="1572132"/>
              <a:ext cx="36000" cy="1080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1400" dirty="0">
                <a:latin typeface="字魂35号-经典雅黑" panose="02000000000000000000" pitchFamily="2" charset="-122"/>
                <a:ea typeface="字魂35号-经典雅黑" panose="02000000000000000000" pitchFamily="2" charset="-122"/>
                <a:sym typeface="Arial" panose="020B0604020202020204" pitchFamily="34" charset="0"/>
              </a:endParaRPr>
            </a:p>
          </p:txBody>
        </p:sp>
      </p:grpSp>
      <p:grpSp>
        <p:nvGrpSpPr>
          <p:cNvPr id="4" name="组合 28"/>
          <p:cNvGrpSpPr/>
          <p:nvPr/>
        </p:nvGrpSpPr>
        <p:grpSpPr>
          <a:xfrm>
            <a:off x="4637130" y="1191417"/>
            <a:ext cx="26994" cy="1773264"/>
            <a:chOff x="1331651" y="1597980"/>
            <a:chExt cx="36000" cy="2364481"/>
          </a:xfrm>
          <a:solidFill>
            <a:srgbClr val="F29548"/>
          </a:solidFill>
        </p:grpSpPr>
        <p:cxnSp>
          <p:nvCxnSpPr>
            <p:cNvPr id="30" name="直接连接符 29"/>
            <p:cNvCxnSpPr/>
            <p:nvPr/>
          </p:nvCxnSpPr>
          <p:spPr>
            <a:xfrm>
              <a:off x="1331651" y="1597980"/>
              <a:ext cx="0" cy="2364481"/>
            </a:xfrm>
            <a:prstGeom prst="line">
              <a:avLst/>
            </a:prstGeom>
            <a:grpFill/>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1331651" y="1597980"/>
              <a:ext cx="36000" cy="1080000"/>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1400" dirty="0">
                <a:latin typeface="字魂35号-经典雅黑" panose="02000000000000000000" pitchFamily="2" charset="-122"/>
                <a:ea typeface="字魂35号-经典雅黑" panose="02000000000000000000" pitchFamily="2" charset="-122"/>
                <a:sym typeface="Arial" panose="020B0604020202020204" pitchFamily="34" charset="0"/>
              </a:endParaRPr>
            </a:p>
          </p:txBody>
        </p:sp>
      </p:grpSp>
      <p:grpSp>
        <p:nvGrpSpPr>
          <p:cNvPr id="5" name="组合 33"/>
          <p:cNvGrpSpPr/>
          <p:nvPr/>
        </p:nvGrpSpPr>
        <p:grpSpPr>
          <a:xfrm flipV="1">
            <a:off x="6444677" y="2208895"/>
            <a:ext cx="26994" cy="1792649"/>
            <a:chOff x="1331651" y="1572132"/>
            <a:chExt cx="36000" cy="2390328"/>
          </a:xfrm>
          <a:solidFill>
            <a:schemeClr val="accent4"/>
          </a:solidFill>
        </p:grpSpPr>
        <p:cxnSp>
          <p:nvCxnSpPr>
            <p:cNvPr id="35" name="直接连接符 34"/>
            <p:cNvCxnSpPr/>
            <p:nvPr/>
          </p:nvCxnSpPr>
          <p:spPr>
            <a:xfrm>
              <a:off x="1331651" y="1576008"/>
              <a:ext cx="0" cy="2386452"/>
            </a:xfrm>
            <a:prstGeom prst="line">
              <a:avLst/>
            </a:prstGeom>
            <a:grpFill/>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36" name="矩形 35"/>
            <p:cNvSpPr/>
            <p:nvPr/>
          </p:nvSpPr>
          <p:spPr>
            <a:xfrm>
              <a:off x="1331651" y="1572132"/>
              <a:ext cx="36000" cy="1080000"/>
            </a:xfrm>
            <a:prstGeom prst="rect">
              <a:avLst/>
            </a:prstGeom>
            <a:gr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1400" dirty="0">
                <a:latin typeface="字魂35号-经典雅黑" panose="02000000000000000000" pitchFamily="2" charset="-122"/>
                <a:ea typeface="字魂35号-经典雅黑" panose="02000000000000000000" pitchFamily="2" charset="-122"/>
                <a:sym typeface="Arial" panose="020B0604020202020204" pitchFamily="34" charset="0"/>
              </a:endParaRPr>
            </a:p>
          </p:txBody>
        </p:sp>
      </p:grpSp>
      <p:grpSp>
        <p:nvGrpSpPr>
          <p:cNvPr id="6" name="组合 2"/>
          <p:cNvGrpSpPr/>
          <p:nvPr/>
        </p:nvGrpSpPr>
        <p:grpSpPr>
          <a:xfrm>
            <a:off x="1022031" y="2208897"/>
            <a:ext cx="1574556" cy="762929"/>
            <a:chOff x="1331651" y="2945166"/>
            <a:chExt cx="2099921" cy="1017295"/>
          </a:xfrm>
        </p:grpSpPr>
        <p:sp>
          <p:nvSpPr>
            <p:cNvPr id="7" name="矩形 6"/>
            <p:cNvSpPr/>
            <p:nvPr/>
          </p:nvSpPr>
          <p:spPr>
            <a:xfrm>
              <a:off x="1331651" y="2945166"/>
              <a:ext cx="2099921" cy="1017295"/>
            </a:xfrm>
            <a:prstGeom prst="rect">
              <a:avLst/>
            </a:prstGeom>
            <a:solidFill>
              <a:schemeClr val="accent1"/>
            </a:solidFill>
            <a:ln w="25400" cap="flat" cmpd="sng" algn="ctr">
              <a:noFill/>
              <a:prstDash val="solid"/>
            </a:ln>
            <a:effectLst/>
          </p:spPr>
          <p:txBody>
            <a:bodyPr rot="0" spcFirstLastPara="0" vertOverflow="overflow" horzOverflow="overflow" vert="horz" wrap="square" lIns="96382" tIns="48191" rIns="96382" bIns="48191" numCol="1" spcCol="0" rtlCol="0" fromWordArt="0" anchor="ctr" anchorCtr="0" forceAA="0" compatLnSpc="1">
              <a:noAutofit/>
            </a:bodyPr>
            <a:lstStyle/>
            <a:p>
              <a:pPr algn="ctr">
                <a:lnSpc>
                  <a:spcPct val="130000"/>
                </a:lnSpc>
              </a:pPr>
              <a:endParaRPr lang="zh-CN" altLang="en-US" sz="1400" kern="0" dirty="0">
                <a:solidFill>
                  <a:sysClr val="window" lastClr="FFFFFF"/>
                </a:solidFill>
                <a:latin typeface="字魂35号-经典雅黑" panose="02000000000000000000" pitchFamily="2" charset="-122"/>
                <a:ea typeface="字魂35号-经典雅黑" panose="02000000000000000000" pitchFamily="2" charset="-122"/>
                <a:sym typeface="Arial" panose="020B0604020202020204" pitchFamily="34" charset="0"/>
              </a:endParaRPr>
            </a:p>
          </p:txBody>
        </p:sp>
        <p:sp>
          <p:nvSpPr>
            <p:cNvPr id="64" name="文本框 63"/>
            <p:cNvSpPr txBox="1"/>
            <p:nvPr/>
          </p:nvSpPr>
          <p:spPr>
            <a:xfrm>
              <a:off x="1419945" y="3543679"/>
              <a:ext cx="1923330" cy="395313"/>
            </a:xfrm>
            <a:prstGeom prst="rect">
              <a:avLst/>
            </a:prstGeom>
            <a:noFill/>
            <a:ln w="25400" cap="flat" cmpd="sng" algn="ctr">
              <a:noFill/>
              <a:prstDash val="solid"/>
            </a:ln>
            <a:effectLst/>
          </p:spPr>
          <p:txBody>
            <a:bodyPr rot="0" spcFirstLastPara="0" vertOverflow="overflow" horzOverflow="overflow" vert="horz" wrap="square" lIns="96382" tIns="48191" rIns="96382" bIns="48191" numCol="1" spcCol="0" rtlCol="0" fromWordArt="0" anchor="ctr" anchorCtr="0" forceAA="0" compatLnSpc="1">
              <a:noAutofit/>
            </a:bodyPr>
            <a:lstStyle>
              <a:defPPr>
                <a:defRPr lang="zh-CN"/>
              </a:defPPr>
              <a:lvl1pPr algn="ctr">
                <a:lnSpc>
                  <a:spcPct val="130000"/>
                </a:lnSpc>
                <a:defRPr sz="2000" kern="0">
                  <a:solidFill>
                    <a:sysClr val="window" lastClr="FFFFFF"/>
                  </a:solidFill>
                  <a:latin typeface="Arial" panose="020B0604020202020204" pitchFamily="34" charset="0"/>
                  <a:ea typeface="微软雅黑" panose="020B0503020204020204" pitchFamily="34" charset="-122"/>
                </a:defRPr>
              </a:lvl1pPr>
            </a:lstStyle>
            <a:p>
              <a:r>
                <a:rPr lang="en-US" altLang="zh-CN" sz="1200" dirty="0">
                  <a:latin typeface="字魂35号-经典雅黑" panose="02000000000000000000" pitchFamily="2" charset="-122"/>
                  <a:ea typeface="字魂35号-经典雅黑" panose="02000000000000000000" pitchFamily="2" charset="-122"/>
                  <a:sym typeface="Arial" panose="020B0604020202020204" pitchFamily="34" charset="0"/>
                </a:rPr>
                <a:t>YOUR TITLE</a:t>
              </a:r>
              <a:endParaRPr lang="zh-CN" altLang="en-US" sz="1200" dirty="0">
                <a:latin typeface="字魂35号-经典雅黑" panose="02000000000000000000" pitchFamily="2" charset="-122"/>
                <a:ea typeface="字魂35号-经典雅黑" panose="02000000000000000000" pitchFamily="2" charset="-122"/>
                <a:sym typeface="Arial" panose="020B0604020202020204" pitchFamily="34" charset="0"/>
              </a:endParaRPr>
            </a:p>
          </p:txBody>
        </p:sp>
        <p:sp>
          <p:nvSpPr>
            <p:cNvPr id="68" name="文本框 67"/>
            <p:cNvSpPr txBox="1"/>
            <p:nvPr/>
          </p:nvSpPr>
          <p:spPr>
            <a:xfrm>
              <a:off x="1843808" y="2945166"/>
              <a:ext cx="1075605" cy="703016"/>
            </a:xfrm>
            <a:prstGeom prst="rect">
              <a:avLst/>
            </a:prstGeom>
            <a:noFill/>
            <a:ln w="25400" cap="flat" cmpd="sng" algn="ctr">
              <a:noFill/>
              <a:prstDash val="solid"/>
            </a:ln>
            <a:effectLst/>
          </p:spPr>
          <p:txBody>
            <a:bodyPr rot="0" spcFirstLastPara="0" vertOverflow="overflow" horzOverflow="overflow" vert="horz" wrap="square" lIns="96382" tIns="48191" rIns="96382" bIns="48191" numCol="1" spcCol="0" rtlCol="0" fromWordArt="0" anchor="ctr" anchorCtr="0" forceAA="0" compatLnSpc="1">
              <a:noAutofit/>
            </a:bodyPr>
            <a:lstStyle>
              <a:defPPr>
                <a:defRPr lang="zh-CN"/>
              </a:defPPr>
              <a:lvl1pPr algn="ctr">
                <a:lnSpc>
                  <a:spcPct val="130000"/>
                </a:lnSpc>
                <a:defRPr sz="2000" kern="0">
                  <a:solidFill>
                    <a:sysClr val="window" lastClr="FFFFFF"/>
                  </a:solidFill>
                  <a:latin typeface="Arial" panose="020B0604020202020204" pitchFamily="34" charset="0"/>
                  <a:ea typeface="微软雅黑" panose="020B0503020204020204" pitchFamily="34" charset="-122"/>
                </a:defRPr>
              </a:lvl1pPr>
            </a:lstStyle>
            <a:p>
              <a:r>
                <a:rPr lang="en-US" altLang="zh-CN" sz="3000" dirty="0">
                  <a:latin typeface="字魂35号-经典雅黑" panose="02000000000000000000" pitchFamily="2" charset="-122"/>
                  <a:ea typeface="字魂35号-经典雅黑" panose="02000000000000000000" pitchFamily="2" charset="-122"/>
                  <a:sym typeface="Arial" panose="020B0604020202020204" pitchFamily="34" charset="0"/>
                </a:rPr>
                <a:t>1</a:t>
              </a:r>
              <a:endParaRPr lang="zh-CN" altLang="en-US" sz="3000" dirty="0">
                <a:latin typeface="字魂35号-经典雅黑" panose="02000000000000000000" pitchFamily="2" charset="-122"/>
                <a:ea typeface="字魂35号-经典雅黑" panose="02000000000000000000" pitchFamily="2" charset="-122"/>
                <a:sym typeface="Arial" panose="020B0604020202020204" pitchFamily="34" charset="0"/>
              </a:endParaRPr>
            </a:p>
          </p:txBody>
        </p:sp>
      </p:grpSp>
      <p:grpSp>
        <p:nvGrpSpPr>
          <p:cNvPr id="8" name="组合 3"/>
          <p:cNvGrpSpPr/>
          <p:nvPr/>
        </p:nvGrpSpPr>
        <p:grpSpPr>
          <a:xfrm>
            <a:off x="2829580" y="2208894"/>
            <a:ext cx="1574556" cy="910269"/>
            <a:chOff x="3742306" y="2945166"/>
            <a:chExt cx="2099921" cy="1213759"/>
          </a:xfrm>
        </p:grpSpPr>
        <p:sp>
          <p:nvSpPr>
            <p:cNvPr id="23" name="矩形 22"/>
            <p:cNvSpPr/>
            <p:nvPr/>
          </p:nvSpPr>
          <p:spPr>
            <a:xfrm flipV="1">
              <a:off x="3742306" y="2945166"/>
              <a:ext cx="2099921" cy="101729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endParaRPr>
            </a:p>
          </p:txBody>
        </p:sp>
        <p:sp>
          <p:nvSpPr>
            <p:cNvPr id="65" name="文本框 64"/>
            <p:cNvSpPr txBox="1"/>
            <p:nvPr/>
          </p:nvSpPr>
          <p:spPr>
            <a:xfrm>
              <a:off x="3830597" y="3543680"/>
              <a:ext cx="1923330" cy="615245"/>
            </a:xfrm>
            <a:prstGeom prst="rect">
              <a:avLst/>
            </a:prstGeom>
            <a:noFill/>
          </p:spPr>
          <p:txBody>
            <a:bodyPr wrap="square" rtlCol="0">
              <a:spAutoFit/>
            </a:bodyPr>
            <a:lstStyle/>
            <a:p>
              <a:pPr algn="ctr">
                <a:spcBef>
                  <a:spcPts val="750"/>
                </a:spcBef>
              </a:pPr>
              <a:r>
                <a:rPr lang="en-US" altLang="zh-CN" sz="120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rPr>
                <a:t>YOUR TITLE</a:t>
              </a:r>
              <a:endParaRPr lang="zh-CN" altLang="en-US" sz="120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endParaRPr>
            </a:p>
          </p:txBody>
        </p:sp>
        <p:sp>
          <p:nvSpPr>
            <p:cNvPr id="69" name="文本框 68"/>
            <p:cNvSpPr txBox="1"/>
            <p:nvPr/>
          </p:nvSpPr>
          <p:spPr>
            <a:xfrm>
              <a:off x="4270418" y="3042091"/>
              <a:ext cx="1075605" cy="738534"/>
            </a:xfrm>
            <a:prstGeom prst="rect">
              <a:avLst/>
            </a:prstGeom>
            <a:noFill/>
          </p:spPr>
          <p:txBody>
            <a:bodyPr wrap="square" rtlCol="0">
              <a:spAutoFit/>
            </a:bodyPr>
            <a:lstStyle/>
            <a:p>
              <a:pPr algn="ctr">
                <a:spcBef>
                  <a:spcPts val="750"/>
                </a:spcBef>
              </a:pPr>
              <a:r>
                <a:rPr lang="en-US" altLang="zh-CN" sz="300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rPr>
                <a:t>2</a:t>
              </a:r>
              <a:endParaRPr lang="zh-CN" altLang="en-US" sz="300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endParaRPr>
            </a:p>
          </p:txBody>
        </p:sp>
      </p:grpSp>
      <p:grpSp>
        <p:nvGrpSpPr>
          <p:cNvPr id="9" name="组合 4"/>
          <p:cNvGrpSpPr/>
          <p:nvPr/>
        </p:nvGrpSpPr>
        <p:grpSpPr>
          <a:xfrm>
            <a:off x="4637129" y="2208897"/>
            <a:ext cx="1574556" cy="762929"/>
            <a:chOff x="6152961" y="2945166"/>
            <a:chExt cx="2099921" cy="1017295"/>
          </a:xfrm>
        </p:grpSpPr>
        <p:sp>
          <p:nvSpPr>
            <p:cNvPr id="28" name="矩形 27"/>
            <p:cNvSpPr/>
            <p:nvPr/>
          </p:nvSpPr>
          <p:spPr>
            <a:xfrm>
              <a:off x="6152961" y="2945166"/>
              <a:ext cx="2099921" cy="1017295"/>
            </a:xfrm>
            <a:prstGeom prst="rect">
              <a:avLst/>
            </a:prstGeom>
            <a:solidFill>
              <a:schemeClr val="accent3"/>
            </a:solidFill>
            <a:ln w="25400" cap="flat" cmpd="sng" algn="ctr">
              <a:noFill/>
              <a:prstDash val="solid"/>
            </a:ln>
            <a:effectLst/>
          </p:spPr>
          <p:txBody>
            <a:bodyPr rot="0" spcFirstLastPara="0" vertOverflow="overflow" horzOverflow="overflow" vert="horz" wrap="square" lIns="96382" tIns="48191" rIns="96382" bIns="48191" numCol="1" spcCol="0" rtlCol="0" fromWordArt="0" anchor="ctr" anchorCtr="0" forceAA="0" compatLnSpc="1">
              <a:noAutofit/>
            </a:bodyPr>
            <a:lstStyle/>
            <a:p>
              <a:pPr algn="ctr">
                <a:lnSpc>
                  <a:spcPct val="130000"/>
                </a:lnSpc>
              </a:pPr>
              <a:endParaRPr lang="zh-CN" altLang="en-US" sz="1400" kern="0" dirty="0">
                <a:solidFill>
                  <a:sysClr val="window" lastClr="FFFFFF"/>
                </a:solidFill>
                <a:latin typeface="字魂35号-经典雅黑" panose="02000000000000000000" pitchFamily="2" charset="-122"/>
                <a:ea typeface="字魂35号-经典雅黑" panose="02000000000000000000" pitchFamily="2" charset="-122"/>
                <a:sym typeface="Arial" panose="020B0604020202020204" pitchFamily="34" charset="0"/>
              </a:endParaRPr>
            </a:p>
          </p:txBody>
        </p:sp>
        <p:sp>
          <p:nvSpPr>
            <p:cNvPr id="66" name="文本框 65"/>
            <p:cNvSpPr txBox="1"/>
            <p:nvPr/>
          </p:nvSpPr>
          <p:spPr>
            <a:xfrm>
              <a:off x="6246353" y="3543679"/>
              <a:ext cx="1923330" cy="395313"/>
            </a:xfrm>
            <a:prstGeom prst="rect">
              <a:avLst/>
            </a:prstGeom>
            <a:noFill/>
            <a:ln w="25400" cap="flat" cmpd="sng" algn="ctr">
              <a:noFill/>
              <a:prstDash val="solid"/>
            </a:ln>
            <a:effectLst/>
          </p:spPr>
          <p:txBody>
            <a:bodyPr rot="0" spcFirstLastPara="0" vertOverflow="overflow" horzOverflow="overflow" vert="horz" wrap="square" lIns="96382" tIns="48191" rIns="96382" bIns="48191" numCol="1" spcCol="0" rtlCol="0" fromWordArt="0" anchor="ctr" anchorCtr="0" forceAA="0" compatLnSpc="1">
              <a:noAutofit/>
            </a:bodyPr>
            <a:lstStyle>
              <a:defPPr>
                <a:defRPr lang="zh-CN"/>
              </a:defPPr>
              <a:lvl1pPr algn="ctr">
                <a:lnSpc>
                  <a:spcPct val="130000"/>
                </a:lnSpc>
                <a:defRPr sz="2000" kern="0">
                  <a:solidFill>
                    <a:sysClr val="window" lastClr="FFFFFF"/>
                  </a:solidFill>
                  <a:latin typeface="Arial" panose="020B0604020202020204" pitchFamily="34" charset="0"/>
                  <a:ea typeface="微软雅黑" panose="020B0503020204020204" pitchFamily="34" charset="-122"/>
                </a:defRPr>
              </a:lvl1pPr>
            </a:lstStyle>
            <a:p>
              <a:r>
                <a:rPr lang="en-US" altLang="zh-CN" sz="1200" dirty="0">
                  <a:latin typeface="字魂35号-经典雅黑" panose="02000000000000000000" pitchFamily="2" charset="-122"/>
                  <a:ea typeface="字魂35号-经典雅黑" panose="02000000000000000000" pitchFamily="2" charset="-122"/>
                  <a:sym typeface="Arial" panose="020B0604020202020204" pitchFamily="34" charset="0"/>
                </a:rPr>
                <a:t>YOUR TITLE</a:t>
              </a:r>
              <a:endParaRPr lang="zh-CN" altLang="en-US" sz="1200" dirty="0">
                <a:latin typeface="字魂35号-经典雅黑" panose="02000000000000000000" pitchFamily="2" charset="-122"/>
                <a:ea typeface="字魂35号-经典雅黑" panose="02000000000000000000" pitchFamily="2" charset="-122"/>
                <a:sym typeface="Arial" panose="020B0604020202020204" pitchFamily="34" charset="0"/>
              </a:endParaRPr>
            </a:p>
          </p:txBody>
        </p:sp>
        <p:sp>
          <p:nvSpPr>
            <p:cNvPr id="70" name="文本框 69"/>
            <p:cNvSpPr txBox="1"/>
            <p:nvPr/>
          </p:nvSpPr>
          <p:spPr>
            <a:xfrm>
              <a:off x="6665116" y="3042093"/>
              <a:ext cx="1075605" cy="703016"/>
            </a:xfrm>
            <a:prstGeom prst="rect">
              <a:avLst/>
            </a:prstGeom>
            <a:noFill/>
            <a:ln w="25400" cap="flat" cmpd="sng" algn="ctr">
              <a:noFill/>
              <a:prstDash val="solid"/>
            </a:ln>
            <a:effectLst/>
          </p:spPr>
          <p:txBody>
            <a:bodyPr rot="0" spcFirstLastPara="0" vertOverflow="overflow" horzOverflow="overflow" vert="horz" wrap="square" lIns="96382" tIns="48191" rIns="96382" bIns="48191" numCol="1" spcCol="0" rtlCol="0" fromWordArt="0" anchor="ctr" anchorCtr="0" forceAA="0" compatLnSpc="1">
              <a:noAutofit/>
            </a:bodyPr>
            <a:lstStyle>
              <a:defPPr>
                <a:defRPr lang="zh-CN"/>
              </a:defPPr>
              <a:lvl1pPr algn="ctr">
                <a:lnSpc>
                  <a:spcPct val="130000"/>
                </a:lnSpc>
                <a:defRPr sz="2000" kern="0">
                  <a:solidFill>
                    <a:sysClr val="window" lastClr="FFFFFF"/>
                  </a:solidFill>
                  <a:latin typeface="Arial" panose="020B0604020202020204" pitchFamily="34" charset="0"/>
                  <a:ea typeface="微软雅黑" panose="020B0503020204020204" pitchFamily="34" charset="-122"/>
                </a:defRPr>
              </a:lvl1pPr>
            </a:lstStyle>
            <a:p>
              <a:r>
                <a:rPr lang="en-US" altLang="zh-CN" sz="3000" dirty="0">
                  <a:latin typeface="字魂35号-经典雅黑" panose="02000000000000000000" pitchFamily="2" charset="-122"/>
                  <a:ea typeface="字魂35号-经典雅黑" panose="02000000000000000000" pitchFamily="2" charset="-122"/>
                  <a:sym typeface="Arial" panose="020B0604020202020204" pitchFamily="34" charset="0"/>
                </a:rPr>
                <a:t>3</a:t>
              </a:r>
              <a:endParaRPr lang="zh-CN" altLang="en-US" sz="3000" dirty="0">
                <a:latin typeface="字魂35号-经典雅黑" panose="02000000000000000000" pitchFamily="2" charset="-122"/>
                <a:ea typeface="字魂35号-经典雅黑" panose="02000000000000000000" pitchFamily="2" charset="-122"/>
                <a:sym typeface="Arial" panose="020B0604020202020204" pitchFamily="34" charset="0"/>
              </a:endParaRPr>
            </a:p>
          </p:txBody>
        </p:sp>
      </p:grpSp>
      <p:grpSp>
        <p:nvGrpSpPr>
          <p:cNvPr id="10" name="组合 5"/>
          <p:cNvGrpSpPr/>
          <p:nvPr/>
        </p:nvGrpSpPr>
        <p:grpSpPr>
          <a:xfrm>
            <a:off x="6444677" y="2208894"/>
            <a:ext cx="1574556" cy="910269"/>
            <a:chOff x="8563615" y="2945166"/>
            <a:chExt cx="2099921" cy="1213759"/>
          </a:xfrm>
        </p:grpSpPr>
        <p:sp>
          <p:nvSpPr>
            <p:cNvPr id="33" name="矩形 32"/>
            <p:cNvSpPr/>
            <p:nvPr/>
          </p:nvSpPr>
          <p:spPr>
            <a:xfrm flipV="1">
              <a:off x="8563615" y="2945166"/>
              <a:ext cx="2099921" cy="10172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endParaRPr>
            </a:p>
          </p:txBody>
        </p:sp>
        <p:sp>
          <p:nvSpPr>
            <p:cNvPr id="67" name="文本框 66"/>
            <p:cNvSpPr txBox="1"/>
            <p:nvPr/>
          </p:nvSpPr>
          <p:spPr>
            <a:xfrm>
              <a:off x="8651906" y="3543680"/>
              <a:ext cx="1923330" cy="615245"/>
            </a:xfrm>
            <a:prstGeom prst="rect">
              <a:avLst/>
            </a:prstGeom>
            <a:noFill/>
          </p:spPr>
          <p:txBody>
            <a:bodyPr wrap="square" rtlCol="0">
              <a:spAutoFit/>
            </a:bodyPr>
            <a:lstStyle/>
            <a:p>
              <a:pPr algn="ctr">
                <a:spcBef>
                  <a:spcPts val="750"/>
                </a:spcBef>
              </a:pPr>
              <a:r>
                <a:rPr lang="en-US" altLang="zh-CN" sz="120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rPr>
                <a:t>YOUR TITLE</a:t>
              </a:r>
              <a:endParaRPr lang="zh-CN" altLang="en-US" sz="120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endParaRPr>
            </a:p>
          </p:txBody>
        </p:sp>
        <p:sp>
          <p:nvSpPr>
            <p:cNvPr id="71" name="文本框 70"/>
            <p:cNvSpPr txBox="1"/>
            <p:nvPr/>
          </p:nvSpPr>
          <p:spPr>
            <a:xfrm>
              <a:off x="9087650" y="3042091"/>
              <a:ext cx="1075605" cy="738534"/>
            </a:xfrm>
            <a:prstGeom prst="rect">
              <a:avLst/>
            </a:prstGeom>
            <a:noFill/>
          </p:spPr>
          <p:txBody>
            <a:bodyPr wrap="square" rtlCol="0">
              <a:spAutoFit/>
            </a:bodyPr>
            <a:lstStyle/>
            <a:p>
              <a:pPr algn="ctr">
                <a:spcBef>
                  <a:spcPts val="750"/>
                </a:spcBef>
              </a:pPr>
              <a:r>
                <a:rPr lang="en-US" altLang="zh-CN" sz="300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rPr>
                <a:t>4</a:t>
              </a:r>
              <a:endParaRPr lang="zh-CN" altLang="en-US" sz="300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endParaRPr>
            </a:p>
          </p:txBody>
        </p:sp>
      </p:grpSp>
      <p:sp>
        <p:nvSpPr>
          <p:cNvPr id="52" name="Text Placeholder 7"/>
          <p:cNvSpPr txBox="1"/>
          <p:nvPr/>
        </p:nvSpPr>
        <p:spPr>
          <a:xfrm>
            <a:off x="1209395" y="1189463"/>
            <a:ext cx="1889396" cy="253755"/>
          </a:xfrm>
          <a:prstGeom prst="rect">
            <a:avLst/>
          </a:prstGeom>
        </p:spPr>
        <p:txBody>
          <a:bodyPr vert="horz" lIns="0" tIns="73842" rIns="0" bIns="73842" anchor="ctr"/>
          <a:lstStyle>
            <a:lvl1pPr marL="0" indent="0" algn="r" rtl="0" eaLnBrk="0" fontAlgn="base" hangingPunct="0">
              <a:lnSpc>
                <a:spcPct val="100000"/>
              </a:lnSpc>
              <a:spcBef>
                <a:spcPts val="0"/>
              </a:spcBef>
              <a:spcAft>
                <a:spcPts val="0"/>
              </a:spcAft>
              <a:buFont typeface="Arial" panose="020B0604020202020204" pitchFamily="34" charset="0"/>
              <a:buNone/>
              <a:defRPr sz="1265" b="1" kern="1200">
                <a:solidFill>
                  <a:schemeClr val="tx1">
                    <a:lumMod val="75000"/>
                    <a:lumOff val="25000"/>
                  </a:schemeClr>
                </a:solidFill>
                <a:latin typeface="Lato Regular"/>
                <a:ea typeface="+mn-ea"/>
                <a:cs typeface="Lato Regular"/>
              </a:defRPr>
            </a:lvl1pPr>
            <a:lvl2pPr marL="1041400" indent="-400050" algn="l" rtl="0" eaLnBrk="0" fontAlgn="base" hangingPunct="0">
              <a:spcBef>
                <a:spcPct val="20000"/>
              </a:spcBef>
              <a:spcAft>
                <a:spcPct val="0"/>
              </a:spcAft>
              <a:buFont typeface="Arial" panose="020B0604020202020204" pitchFamily="34" charset="0"/>
              <a:buChar char="–"/>
              <a:defRPr sz="4000" kern="1200">
                <a:solidFill>
                  <a:schemeClr val="tx1"/>
                </a:solidFill>
                <a:latin typeface="+mn-lt"/>
                <a:ea typeface="+mn-ea"/>
                <a:cs typeface="+mn-cs"/>
              </a:defRPr>
            </a:lvl2pPr>
            <a:lvl3pPr marL="1605280" indent="-319405" algn="l" rtl="0" eaLnBrk="0" fontAlgn="base" hangingPunct="0">
              <a:spcBef>
                <a:spcPct val="20000"/>
              </a:spcBef>
              <a:spcAft>
                <a:spcPct val="0"/>
              </a:spcAft>
              <a:buFont typeface="Arial" panose="020B0604020202020204" pitchFamily="34" charset="0"/>
              <a:buChar char="•"/>
              <a:defRPr sz="3400" kern="1200">
                <a:solidFill>
                  <a:schemeClr val="tx1"/>
                </a:solidFill>
                <a:latin typeface="+mn-lt"/>
                <a:ea typeface="+mn-ea"/>
                <a:cs typeface="+mn-cs"/>
              </a:defRPr>
            </a:lvl3pPr>
            <a:lvl4pPr marL="2247900"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4pPr>
            <a:lvl5pPr marL="2891155"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5pPr>
            <a:lvl6pPr marL="353441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6pPr>
            <a:lvl7pPr marL="417703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7pPr>
            <a:lvl8pPr marL="481965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8pPr>
            <a:lvl9pPr marL="546227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9pPr>
          </a:lstStyle>
          <a:p>
            <a:pPr algn="l"/>
            <a:r>
              <a:rPr lang="zh-CN" altLang="en-US" sz="1200" dirty="0">
                <a:solidFill>
                  <a:schemeClr val="bg1">
                    <a:lumMod val="50000"/>
                  </a:schemeClr>
                </a:solidFill>
                <a:ea typeface="字魂35号-经典雅黑" panose="02000000000000000000" pitchFamily="2" charset="-122"/>
              </a:rPr>
              <a:t>请替换文字内容</a:t>
            </a:r>
          </a:p>
        </p:txBody>
      </p:sp>
      <p:sp>
        <p:nvSpPr>
          <p:cNvPr id="53" name="Text Placeholder 2"/>
          <p:cNvSpPr txBox="1"/>
          <p:nvPr/>
        </p:nvSpPr>
        <p:spPr>
          <a:xfrm>
            <a:off x="1209395" y="1463130"/>
            <a:ext cx="1629726" cy="411329"/>
          </a:xfrm>
          <a:prstGeom prst="rect">
            <a:avLst/>
          </a:prstGeom>
        </p:spPr>
        <p:txBody>
          <a:bodyPr vert="horz" lIns="0" tIns="0" rIns="0" bIns="0"/>
          <a:lstStyle>
            <a:lvl1pPr marL="0" indent="0" algn="r" rtl="0" eaLnBrk="0" fontAlgn="base" hangingPunct="0">
              <a:lnSpc>
                <a:spcPct val="150000"/>
              </a:lnSpc>
              <a:spcBef>
                <a:spcPts val="0"/>
              </a:spcBef>
              <a:spcAft>
                <a:spcPct val="0"/>
              </a:spcAft>
              <a:buFont typeface="Arial" panose="020B0604020202020204" pitchFamily="34" charset="0"/>
              <a:buNone/>
              <a:defRPr sz="1000" kern="1200" baseline="0">
                <a:solidFill>
                  <a:schemeClr val="tx1">
                    <a:lumMod val="50000"/>
                    <a:lumOff val="50000"/>
                  </a:schemeClr>
                </a:solidFill>
                <a:latin typeface="Lato Regular"/>
                <a:ea typeface="+mn-ea"/>
                <a:cs typeface="Lato Regular"/>
              </a:defRPr>
            </a:lvl1pPr>
            <a:lvl2pPr marL="1041400" indent="-400050" algn="l" rtl="0" eaLnBrk="0" fontAlgn="base" hangingPunct="0">
              <a:spcBef>
                <a:spcPct val="20000"/>
              </a:spcBef>
              <a:spcAft>
                <a:spcPct val="0"/>
              </a:spcAft>
              <a:buFont typeface="Arial" panose="020B0604020202020204" pitchFamily="34" charset="0"/>
              <a:buChar char="–"/>
              <a:defRPr sz="4000" kern="1200">
                <a:solidFill>
                  <a:schemeClr val="tx1"/>
                </a:solidFill>
                <a:latin typeface="+mn-lt"/>
                <a:ea typeface="+mn-ea"/>
                <a:cs typeface="+mn-cs"/>
              </a:defRPr>
            </a:lvl2pPr>
            <a:lvl3pPr marL="1605280" indent="-319405" algn="l" rtl="0" eaLnBrk="0" fontAlgn="base" hangingPunct="0">
              <a:spcBef>
                <a:spcPct val="20000"/>
              </a:spcBef>
              <a:spcAft>
                <a:spcPct val="0"/>
              </a:spcAft>
              <a:buFont typeface="Arial" panose="020B0604020202020204" pitchFamily="34" charset="0"/>
              <a:buChar char="•"/>
              <a:defRPr sz="3400" kern="1200">
                <a:solidFill>
                  <a:schemeClr val="tx1"/>
                </a:solidFill>
                <a:latin typeface="+mn-lt"/>
                <a:ea typeface="+mn-ea"/>
                <a:cs typeface="+mn-cs"/>
              </a:defRPr>
            </a:lvl3pPr>
            <a:lvl4pPr marL="2247900"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4pPr>
            <a:lvl5pPr marL="2891155"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5pPr>
            <a:lvl6pPr marL="353441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6pPr>
            <a:lvl7pPr marL="417703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7pPr>
            <a:lvl8pPr marL="481965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8pPr>
            <a:lvl9pPr marL="546227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9pPr>
          </a:lstStyle>
          <a:p>
            <a:pPr algn="l"/>
            <a:r>
              <a:rPr lang="zh-CN" altLang="en-US" sz="800" dirty="0">
                <a:solidFill>
                  <a:schemeClr val="bg1">
                    <a:lumMod val="50000"/>
                  </a:schemeClr>
                </a:solidFill>
                <a:latin typeface="字魂35号-经典雅黑" panose="02000000000000000000" pitchFamily="2" charset="-122"/>
                <a:ea typeface="字魂35号-经典雅黑" panose="02000000000000000000" pitchFamily="2" charset="-122"/>
                <a:cs typeface="+mn-ea"/>
                <a:sym typeface="+mn-lt"/>
              </a:rPr>
              <a:t>点击添加相关标题文字，点击添加相关标题文字，点击添加相关标题文字，点击添加相关标题文字。</a:t>
            </a:r>
            <a:endParaRPr lang="en-GB" altLang="zh-CN" sz="800" dirty="0">
              <a:solidFill>
                <a:schemeClr val="bg1">
                  <a:lumMod val="50000"/>
                </a:schemeClr>
              </a:solidFill>
              <a:latin typeface="字魂35号-经典雅黑" panose="02000000000000000000" pitchFamily="2" charset="-122"/>
              <a:ea typeface="字魂35号-经典雅黑" panose="02000000000000000000" pitchFamily="2" charset="-122"/>
              <a:cs typeface="+mn-ea"/>
              <a:sym typeface="+mn-lt"/>
            </a:endParaRPr>
          </a:p>
        </p:txBody>
      </p:sp>
      <p:sp>
        <p:nvSpPr>
          <p:cNvPr id="54" name="Text Placeholder 7"/>
          <p:cNvSpPr txBox="1"/>
          <p:nvPr/>
        </p:nvSpPr>
        <p:spPr>
          <a:xfrm>
            <a:off x="2970126" y="3262102"/>
            <a:ext cx="1889396" cy="253755"/>
          </a:xfrm>
          <a:prstGeom prst="rect">
            <a:avLst/>
          </a:prstGeom>
        </p:spPr>
        <p:txBody>
          <a:bodyPr vert="horz" lIns="0" tIns="73842" rIns="0" bIns="73842" anchor="ctr"/>
          <a:lstStyle>
            <a:lvl1pPr marL="0" indent="0" algn="r" rtl="0" eaLnBrk="0" fontAlgn="base" hangingPunct="0">
              <a:lnSpc>
                <a:spcPct val="100000"/>
              </a:lnSpc>
              <a:spcBef>
                <a:spcPts val="0"/>
              </a:spcBef>
              <a:spcAft>
                <a:spcPts val="0"/>
              </a:spcAft>
              <a:buFont typeface="Arial" panose="020B0604020202020204" pitchFamily="34" charset="0"/>
              <a:buNone/>
              <a:defRPr sz="1265" b="1" kern="1200">
                <a:solidFill>
                  <a:schemeClr val="tx1">
                    <a:lumMod val="75000"/>
                    <a:lumOff val="25000"/>
                  </a:schemeClr>
                </a:solidFill>
                <a:latin typeface="Lato Regular"/>
                <a:ea typeface="+mn-ea"/>
                <a:cs typeface="Lato Regular"/>
              </a:defRPr>
            </a:lvl1pPr>
            <a:lvl2pPr marL="1041400" indent="-400050" algn="l" rtl="0" eaLnBrk="0" fontAlgn="base" hangingPunct="0">
              <a:spcBef>
                <a:spcPct val="20000"/>
              </a:spcBef>
              <a:spcAft>
                <a:spcPct val="0"/>
              </a:spcAft>
              <a:buFont typeface="Arial" panose="020B0604020202020204" pitchFamily="34" charset="0"/>
              <a:buChar char="–"/>
              <a:defRPr sz="4000" kern="1200">
                <a:solidFill>
                  <a:schemeClr val="tx1"/>
                </a:solidFill>
                <a:latin typeface="+mn-lt"/>
                <a:ea typeface="+mn-ea"/>
                <a:cs typeface="+mn-cs"/>
              </a:defRPr>
            </a:lvl2pPr>
            <a:lvl3pPr marL="1605280" indent="-319405" algn="l" rtl="0" eaLnBrk="0" fontAlgn="base" hangingPunct="0">
              <a:spcBef>
                <a:spcPct val="20000"/>
              </a:spcBef>
              <a:spcAft>
                <a:spcPct val="0"/>
              </a:spcAft>
              <a:buFont typeface="Arial" panose="020B0604020202020204" pitchFamily="34" charset="0"/>
              <a:buChar char="•"/>
              <a:defRPr sz="3400" kern="1200">
                <a:solidFill>
                  <a:schemeClr val="tx1"/>
                </a:solidFill>
                <a:latin typeface="+mn-lt"/>
                <a:ea typeface="+mn-ea"/>
                <a:cs typeface="+mn-cs"/>
              </a:defRPr>
            </a:lvl3pPr>
            <a:lvl4pPr marL="2247900"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4pPr>
            <a:lvl5pPr marL="2891155"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5pPr>
            <a:lvl6pPr marL="353441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6pPr>
            <a:lvl7pPr marL="417703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7pPr>
            <a:lvl8pPr marL="481965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8pPr>
            <a:lvl9pPr marL="546227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9pPr>
          </a:lstStyle>
          <a:p>
            <a:pPr algn="l"/>
            <a:r>
              <a:rPr lang="zh-CN" altLang="en-US" sz="1200" dirty="0">
                <a:solidFill>
                  <a:schemeClr val="bg1">
                    <a:lumMod val="50000"/>
                  </a:schemeClr>
                </a:solidFill>
                <a:ea typeface="字魂35号-经典雅黑" panose="02000000000000000000" pitchFamily="2" charset="-122"/>
              </a:rPr>
              <a:t>请替换文字内容</a:t>
            </a:r>
          </a:p>
        </p:txBody>
      </p:sp>
      <p:sp>
        <p:nvSpPr>
          <p:cNvPr id="55" name="Text Placeholder 2"/>
          <p:cNvSpPr txBox="1"/>
          <p:nvPr/>
        </p:nvSpPr>
        <p:spPr>
          <a:xfrm>
            <a:off x="2970126" y="3535770"/>
            <a:ext cx="1629726" cy="411329"/>
          </a:xfrm>
          <a:prstGeom prst="rect">
            <a:avLst/>
          </a:prstGeom>
        </p:spPr>
        <p:txBody>
          <a:bodyPr vert="horz" lIns="0" tIns="0" rIns="0" bIns="0"/>
          <a:lstStyle>
            <a:lvl1pPr marL="0" indent="0" algn="r" rtl="0" eaLnBrk="0" fontAlgn="base" hangingPunct="0">
              <a:lnSpc>
                <a:spcPct val="150000"/>
              </a:lnSpc>
              <a:spcBef>
                <a:spcPts val="0"/>
              </a:spcBef>
              <a:spcAft>
                <a:spcPct val="0"/>
              </a:spcAft>
              <a:buFont typeface="Arial" panose="020B0604020202020204" pitchFamily="34" charset="0"/>
              <a:buNone/>
              <a:defRPr sz="1000" kern="1200" baseline="0">
                <a:solidFill>
                  <a:schemeClr val="tx1">
                    <a:lumMod val="50000"/>
                    <a:lumOff val="50000"/>
                  </a:schemeClr>
                </a:solidFill>
                <a:latin typeface="Lato Regular"/>
                <a:ea typeface="+mn-ea"/>
                <a:cs typeface="Lato Regular"/>
              </a:defRPr>
            </a:lvl1pPr>
            <a:lvl2pPr marL="1041400" indent="-400050" algn="l" rtl="0" eaLnBrk="0" fontAlgn="base" hangingPunct="0">
              <a:spcBef>
                <a:spcPct val="20000"/>
              </a:spcBef>
              <a:spcAft>
                <a:spcPct val="0"/>
              </a:spcAft>
              <a:buFont typeface="Arial" panose="020B0604020202020204" pitchFamily="34" charset="0"/>
              <a:buChar char="–"/>
              <a:defRPr sz="4000" kern="1200">
                <a:solidFill>
                  <a:schemeClr val="tx1"/>
                </a:solidFill>
                <a:latin typeface="+mn-lt"/>
                <a:ea typeface="+mn-ea"/>
                <a:cs typeface="+mn-cs"/>
              </a:defRPr>
            </a:lvl2pPr>
            <a:lvl3pPr marL="1605280" indent="-319405" algn="l" rtl="0" eaLnBrk="0" fontAlgn="base" hangingPunct="0">
              <a:spcBef>
                <a:spcPct val="20000"/>
              </a:spcBef>
              <a:spcAft>
                <a:spcPct val="0"/>
              </a:spcAft>
              <a:buFont typeface="Arial" panose="020B0604020202020204" pitchFamily="34" charset="0"/>
              <a:buChar char="•"/>
              <a:defRPr sz="3400" kern="1200">
                <a:solidFill>
                  <a:schemeClr val="tx1"/>
                </a:solidFill>
                <a:latin typeface="+mn-lt"/>
                <a:ea typeface="+mn-ea"/>
                <a:cs typeface="+mn-cs"/>
              </a:defRPr>
            </a:lvl3pPr>
            <a:lvl4pPr marL="2247900"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4pPr>
            <a:lvl5pPr marL="2891155"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5pPr>
            <a:lvl6pPr marL="353441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6pPr>
            <a:lvl7pPr marL="417703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7pPr>
            <a:lvl8pPr marL="481965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8pPr>
            <a:lvl9pPr marL="546227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9pPr>
          </a:lstStyle>
          <a:p>
            <a:pPr algn="l"/>
            <a:r>
              <a:rPr lang="zh-CN" altLang="en-US" sz="800" dirty="0">
                <a:solidFill>
                  <a:schemeClr val="bg1">
                    <a:lumMod val="50000"/>
                  </a:schemeClr>
                </a:solidFill>
                <a:latin typeface="字魂35号-经典雅黑" panose="02000000000000000000" pitchFamily="2" charset="-122"/>
                <a:ea typeface="字魂35号-经典雅黑" panose="02000000000000000000" pitchFamily="2" charset="-122"/>
                <a:cs typeface="+mn-ea"/>
                <a:sym typeface="+mn-lt"/>
              </a:rPr>
              <a:t>点击添加相关标题文字，点击添加相关标题文字，点击添加相关标题文字，点击添加相关标题文字。</a:t>
            </a:r>
            <a:endParaRPr lang="en-GB" altLang="zh-CN" sz="800" dirty="0">
              <a:solidFill>
                <a:schemeClr val="bg1">
                  <a:lumMod val="50000"/>
                </a:schemeClr>
              </a:solidFill>
              <a:latin typeface="字魂35号-经典雅黑" panose="02000000000000000000" pitchFamily="2" charset="-122"/>
              <a:ea typeface="字魂35号-经典雅黑" panose="02000000000000000000" pitchFamily="2" charset="-122"/>
              <a:cs typeface="+mn-ea"/>
              <a:sym typeface="+mn-lt"/>
            </a:endParaRPr>
          </a:p>
        </p:txBody>
      </p:sp>
      <p:sp>
        <p:nvSpPr>
          <p:cNvPr id="56" name="Text Placeholder 7"/>
          <p:cNvSpPr txBox="1"/>
          <p:nvPr/>
        </p:nvSpPr>
        <p:spPr>
          <a:xfrm>
            <a:off x="4825669" y="1257196"/>
            <a:ext cx="1889396" cy="253755"/>
          </a:xfrm>
          <a:prstGeom prst="rect">
            <a:avLst/>
          </a:prstGeom>
        </p:spPr>
        <p:txBody>
          <a:bodyPr vert="horz" lIns="0" tIns="73842" rIns="0" bIns="73842" anchor="ctr"/>
          <a:lstStyle>
            <a:lvl1pPr marL="0" indent="0" algn="r" rtl="0" eaLnBrk="0" fontAlgn="base" hangingPunct="0">
              <a:lnSpc>
                <a:spcPct val="100000"/>
              </a:lnSpc>
              <a:spcBef>
                <a:spcPts val="0"/>
              </a:spcBef>
              <a:spcAft>
                <a:spcPts val="0"/>
              </a:spcAft>
              <a:buFont typeface="Arial" panose="020B0604020202020204" pitchFamily="34" charset="0"/>
              <a:buNone/>
              <a:defRPr sz="1265" b="1" kern="1200">
                <a:solidFill>
                  <a:schemeClr val="tx1">
                    <a:lumMod val="75000"/>
                    <a:lumOff val="25000"/>
                  </a:schemeClr>
                </a:solidFill>
                <a:latin typeface="Lato Regular"/>
                <a:ea typeface="+mn-ea"/>
                <a:cs typeface="Lato Regular"/>
              </a:defRPr>
            </a:lvl1pPr>
            <a:lvl2pPr marL="1041400" indent="-400050" algn="l" rtl="0" eaLnBrk="0" fontAlgn="base" hangingPunct="0">
              <a:spcBef>
                <a:spcPct val="20000"/>
              </a:spcBef>
              <a:spcAft>
                <a:spcPct val="0"/>
              </a:spcAft>
              <a:buFont typeface="Arial" panose="020B0604020202020204" pitchFamily="34" charset="0"/>
              <a:buChar char="–"/>
              <a:defRPr sz="4000" kern="1200">
                <a:solidFill>
                  <a:schemeClr val="tx1"/>
                </a:solidFill>
                <a:latin typeface="+mn-lt"/>
                <a:ea typeface="+mn-ea"/>
                <a:cs typeface="+mn-cs"/>
              </a:defRPr>
            </a:lvl2pPr>
            <a:lvl3pPr marL="1605280" indent="-319405" algn="l" rtl="0" eaLnBrk="0" fontAlgn="base" hangingPunct="0">
              <a:spcBef>
                <a:spcPct val="20000"/>
              </a:spcBef>
              <a:spcAft>
                <a:spcPct val="0"/>
              </a:spcAft>
              <a:buFont typeface="Arial" panose="020B0604020202020204" pitchFamily="34" charset="0"/>
              <a:buChar char="•"/>
              <a:defRPr sz="3400" kern="1200">
                <a:solidFill>
                  <a:schemeClr val="tx1"/>
                </a:solidFill>
                <a:latin typeface="+mn-lt"/>
                <a:ea typeface="+mn-ea"/>
                <a:cs typeface="+mn-cs"/>
              </a:defRPr>
            </a:lvl3pPr>
            <a:lvl4pPr marL="2247900"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4pPr>
            <a:lvl5pPr marL="2891155"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5pPr>
            <a:lvl6pPr marL="353441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6pPr>
            <a:lvl7pPr marL="417703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7pPr>
            <a:lvl8pPr marL="481965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8pPr>
            <a:lvl9pPr marL="546227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9pPr>
          </a:lstStyle>
          <a:p>
            <a:pPr algn="l"/>
            <a:r>
              <a:rPr lang="zh-CN" altLang="en-US" sz="1200" dirty="0">
                <a:solidFill>
                  <a:schemeClr val="bg1">
                    <a:lumMod val="50000"/>
                  </a:schemeClr>
                </a:solidFill>
                <a:ea typeface="字魂35号-经典雅黑" panose="02000000000000000000" pitchFamily="2" charset="-122"/>
              </a:rPr>
              <a:t>请替换文字内容</a:t>
            </a:r>
          </a:p>
        </p:txBody>
      </p:sp>
      <p:sp>
        <p:nvSpPr>
          <p:cNvPr id="57" name="Text Placeholder 2"/>
          <p:cNvSpPr txBox="1"/>
          <p:nvPr/>
        </p:nvSpPr>
        <p:spPr>
          <a:xfrm>
            <a:off x="4825668" y="1530863"/>
            <a:ext cx="1629726" cy="411329"/>
          </a:xfrm>
          <a:prstGeom prst="rect">
            <a:avLst/>
          </a:prstGeom>
        </p:spPr>
        <p:txBody>
          <a:bodyPr vert="horz" lIns="0" tIns="0" rIns="0" bIns="0"/>
          <a:lstStyle>
            <a:lvl1pPr marL="0" indent="0" algn="r" rtl="0" eaLnBrk="0" fontAlgn="base" hangingPunct="0">
              <a:lnSpc>
                <a:spcPct val="150000"/>
              </a:lnSpc>
              <a:spcBef>
                <a:spcPts val="0"/>
              </a:spcBef>
              <a:spcAft>
                <a:spcPct val="0"/>
              </a:spcAft>
              <a:buFont typeface="Arial" panose="020B0604020202020204" pitchFamily="34" charset="0"/>
              <a:buNone/>
              <a:defRPr sz="1000" kern="1200" baseline="0">
                <a:solidFill>
                  <a:schemeClr val="tx1">
                    <a:lumMod val="50000"/>
                    <a:lumOff val="50000"/>
                  </a:schemeClr>
                </a:solidFill>
                <a:latin typeface="Lato Regular"/>
                <a:ea typeface="+mn-ea"/>
                <a:cs typeface="Lato Regular"/>
              </a:defRPr>
            </a:lvl1pPr>
            <a:lvl2pPr marL="1041400" indent="-400050" algn="l" rtl="0" eaLnBrk="0" fontAlgn="base" hangingPunct="0">
              <a:spcBef>
                <a:spcPct val="20000"/>
              </a:spcBef>
              <a:spcAft>
                <a:spcPct val="0"/>
              </a:spcAft>
              <a:buFont typeface="Arial" panose="020B0604020202020204" pitchFamily="34" charset="0"/>
              <a:buChar char="–"/>
              <a:defRPr sz="4000" kern="1200">
                <a:solidFill>
                  <a:schemeClr val="tx1"/>
                </a:solidFill>
                <a:latin typeface="+mn-lt"/>
                <a:ea typeface="+mn-ea"/>
                <a:cs typeface="+mn-cs"/>
              </a:defRPr>
            </a:lvl2pPr>
            <a:lvl3pPr marL="1605280" indent="-319405" algn="l" rtl="0" eaLnBrk="0" fontAlgn="base" hangingPunct="0">
              <a:spcBef>
                <a:spcPct val="20000"/>
              </a:spcBef>
              <a:spcAft>
                <a:spcPct val="0"/>
              </a:spcAft>
              <a:buFont typeface="Arial" panose="020B0604020202020204" pitchFamily="34" charset="0"/>
              <a:buChar char="•"/>
              <a:defRPr sz="3400" kern="1200">
                <a:solidFill>
                  <a:schemeClr val="tx1"/>
                </a:solidFill>
                <a:latin typeface="+mn-lt"/>
                <a:ea typeface="+mn-ea"/>
                <a:cs typeface="+mn-cs"/>
              </a:defRPr>
            </a:lvl3pPr>
            <a:lvl4pPr marL="2247900"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4pPr>
            <a:lvl5pPr marL="2891155"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5pPr>
            <a:lvl6pPr marL="353441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6pPr>
            <a:lvl7pPr marL="417703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7pPr>
            <a:lvl8pPr marL="481965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8pPr>
            <a:lvl9pPr marL="546227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9pPr>
          </a:lstStyle>
          <a:p>
            <a:pPr algn="l"/>
            <a:r>
              <a:rPr lang="zh-CN" altLang="en-US" sz="800" dirty="0">
                <a:solidFill>
                  <a:schemeClr val="bg1">
                    <a:lumMod val="50000"/>
                  </a:schemeClr>
                </a:solidFill>
                <a:latin typeface="字魂35号-经典雅黑" panose="02000000000000000000" pitchFamily="2" charset="-122"/>
                <a:ea typeface="字魂35号-经典雅黑" panose="02000000000000000000" pitchFamily="2" charset="-122"/>
                <a:cs typeface="+mn-ea"/>
                <a:sym typeface="+mn-lt"/>
              </a:rPr>
              <a:t>点击添加相关标题文字，点击添加相关标题文字，点击添加相关标题文字，点击添加相关标题文字。</a:t>
            </a:r>
            <a:endParaRPr lang="en-GB" altLang="zh-CN" sz="800" dirty="0">
              <a:solidFill>
                <a:schemeClr val="bg1">
                  <a:lumMod val="50000"/>
                </a:schemeClr>
              </a:solidFill>
              <a:latin typeface="字魂35号-经典雅黑" panose="02000000000000000000" pitchFamily="2" charset="-122"/>
              <a:ea typeface="字魂35号-经典雅黑" panose="02000000000000000000" pitchFamily="2" charset="-122"/>
              <a:cs typeface="+mn-ea"/>
              <a:sym typeface="+mn-lt"/>
            </a:endParaRPr>
          </a:p>
        </p:txBody>
      </p:sp>
      <p:sp>
        <p:nvSpPr>
          <p:cNvPr id="58" name="Text Placeholder 7"/>
          <p:cNvSpPr txBox="1"/>
          <p:nvPr/>
        </p:nvSpPr>
        <p:spPr>
          <a:xfrm>
            <a:off x="6599944" y="3343383"/>
            <a:ext cx="1889396" cy="253755"/>
          </a:xfrm>
          <a:prstGeom prst="rect">
            <a:avLst/>
          </a:prstGeom>
        </p:spPr>
        <p:txBody>
          <a:bodyPr vert="horz" lIns="0" tIns="73842" rIns="0" bIns="73842" anchor="ctr"/>
          <a:lstStyle>
            <a:lvl1pPr marL="0" indent="0" algn="r" rtl="0" eaLnBrk="0" fontAlgn="base" hangingPunct="0">
              <a:lnSpc>
                <a:spcPct val="100000"/>
              </a:lnSpc>
              <a:spcBef>
                <a:spcPts val="0"/>
              </a:spcBef>
              <a:spcAft>
                <a:spcPts val="0"/>
              </a:spcAft>
              <a:buFont typeface="Arial" panose="020B0604020202020204" pitchFamily="34" charset="0"/>
              <a:buNone/>
              <a:defRPr sz="1265" b="1" kern="1200">
                <a:solidFill>
                  <a:schemeClr val="tx1">
                    <a:lumMod val="75000"/>
                    <a:lumOff val="25000"/>
                  </a:schemeClr>
                </a:solidFill>
                <a:latin typeface="Lato Regular"/>
                <a:ea typeface="+mn-ea"/>
                <a:cs typeface="Lato Regular"/>
              </a:defRPr>
            </a:lvl1pPr>
            <a:lvl2pPr marL="1041400" indent="-400050" algn="l" rtl="0" eaLnBrk="0" fontAlgn="base" hangingPunct="0">
              <a:spcBef>
                <a:spcPct val="20000"/>
              </a:spcBef>
              <a:spcAft>
                <a:spcPct val="0"/>
              </a:spcAft>
              <a:buFont typeface="Arial" panose="020B0604020202020204" pitchFamily="34" charset="0"/>
              <a:buChar char="–"/>
              <a:defRPr sz="4000" kern="1200">
                <a:solidFill>
                  <a:schemeClr val="tx1"/>
                </a:solidFill>
                <a:latin typeface="+mn-lt"/>
                <a:ea typeface="+mn-ea"/>
                <a:cs typeface="+mn-cs"/>
              </a:defRPr>
            </a:lvl2pPr>
            <a:lvl3pPr marL="1605280" indent="-319405" algn="l" rtl="0" eaLnBrk="0" fontAlgn="base" hangingPunct="0">
              <a:spcBef>
                <a:spcPct val="20000"/>
              </a:spcBef>
              <a:spcAft>
                <a:spcPct val="0"/>
              </a:spcAft>
              <a:buFont typeface="Arial" panose="020B0604020202020204" pitchFamily="34" charset="0"/>
              <a:buChar char="•"/>
              <a:defRPr sz="3400" kern="1200">
                <a:solidFill>
                  <a:schemeClr val="tx1"/>
                </a:solidFill>
                <a:latin typeface="+mn-lt"/>
                <a:ea typeface="+mn-ea"/>
                <a:cs typeface="+mn-cs"/>
              </a:defRPr>
            </a:lvl3pPr>
            <a:lvl4pPr marL="2247900"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4pPr>
            <a:lvl5pPr marL="2891155"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5pPr>
            <a:lvl6pPr marL="353441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6pPr>
            <a:lvl7pPr marL="417703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7pPr>
            <a:lvl8pPr marL="481965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8pPr>
            <a:lvl9pPr marL="546227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9pPr>
          </a:lstStyle>
          <a:p>
            <a:pPr algn="l"/>
            <a:r>
              <a:rPr lang="zh-CN" altLang="en-US" sz="1200" dirty="0">
                <a:solidFill>
                  <a:schemeClr val="bg1">
                    <a:lumMod val="50000"/>
                  </a:schemeClr>
                </a:solidFill>
                <a:ea typeface="字魂35号-经典雅黑" panose="02000000000000000000" pitchFamily="2" charset="-122"/>
              </a:rPr>
              <a:t>请替换文字内容</a:t>
            </a:r>
          </a:p>
        </p:txBody>
      </p:sp>
      <p:sp>
        <p:nvSpPr>
          <p:cNvPr id="59" name="Text Placeholder 2"/>
          <p:cNvSpPr txBox="1"/>
          <p:nvPr/>
        </p:nvSpPr>
        <p:spPr>
          <a:xfrm>
            <a:off x="6599944" y="3617050"/>
            <a:ext cx="1629726" cy="411329"/>
          </a:xfrm>
          <a:prstGeom prst="rect">
            <a:avLst/>
          </a:prstGeom>
        </p:spPr>
        <p:txBody>
          <a:bodyPr vert="horz" lIns="0" tIns="0" rIns="0" bIns="0"/>
          <a:lstStyle>
            <a:lvl1pPr marL="0" indent="0" algn="r" rtl="0" eaLnBrk="0" fontAlgn="base" hangingPunct="0">
              <a:lnSpc>
                <a:spcPct val="150000"/>
              </a:lnSpc>
              <a:spcBef>
                <a:spcPts val="0"/>
              </a:spcBef>
              <a:spcAft>
                <a:spcPct val="0"/>
              </a:spcAft>
              <a:buFont typeface="Arial" panose="020B0604020202020204" pitchFamily="34" charset="0"/>
              <a:buNone/>
              <a:defRPr sz="1000" kern="1200" baseline="0">
                <a:solidFill>
                  <a:schemeClr val="tx1">
                    <a:lumMod val="50000"/>
                    <a:lumOff val="50000"/>
                  </a:schemeClr>
                </a:solidFill>
                <a:latin typeface="Lato Regular"/>
                <a:ea typeface="+mn-ea"/>
                <a:cs typeface="Lato Regular"/>
              </a:defRPr>
            </a:lvl1pPr>
            <a:lvl2pPr marL="1041400" indent="-400050" algn="l" rtl="0" eaLnBrk="0" fontAlgn="base" hangingPunct="0">
              <a:spcBef>
                <a:spcPct val="20000"/>
              </a:spcBef>
              <a:spcAft>
                <a:spcPct val="0"/>
              </a:spcAft>
              <a:buFont typeface="Arial" panose="020B0604020202020204" pitchFamily="34" charset="0"/>
              <a:buChar char="–"/>
              <a:defRPr sz="4000" kern="1200">
                <a:solidFill>
                  <a:schemeClr val="tx1"/>
                </a:solidFill>
                <a:latin typeface="+mn-lt"/>
                <a:ea typeface="+mn-ea"/>
                <a:cs typeface="+mn-cs"/>
              </a:defRPr>
            </a:lvl2pPr>
            <a:lvl3pPr marL="1605280" indent="-319405" algn="l" rtl="0" eaLnBrk="0" fontAlgn="base" hangingPunct="0">
              <a:spcBef>
                <a:spcPct val="20000"/>
              </a:spcBef>
              <a:spcAft>
                <a:spcPct val="0"/>
              </a:spcAft>
              <a:buFont typeface="Arial" panose="020B0604020202020204" pitchFamily="34" charset="0"/>
              <a:buChar char="•"/>
              <a:defRPr sz="3400" kern="1200">
                <a:solidFill>
                  <a:schemeClr val="tx1"/>
                </a:solidFill>
                <a:latin typeface="+mn-lt"/>
                <a:ea typeface="+mn-ea"/>
                <a:cs typeface="+mn-cs"/>
              </a:defRPr>
            </a:lvl3pPr>
            <a:lvl4pPr marL="2247900"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4pPr>
            <a:lvl5pPr marL="2891155"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5pPr>
            <a:lvl6pPr marL="353441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6pPr>
            <a:lvl7pPr marL="417703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7pPr>
            <a:lvl8pPr marL="481965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8pPr>
            <a:lvl9pPr marL="546227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9pPr>
          </a:lstStyle>
          <a:p>
            <a:pPr algn="l"/>
            <a:r>
              <a:rPr lang="zh-CN" altLang="en-US" sz="800" dirty="0">
                <a:solidFill>
                  <a:schemeClr val="bg1">
                    <a:lumMod val="50000"/>
                  </a:schemeClr>
                </a:solidFill>
                <a:latin typeface="字魂35号-经典雅黑" panose="02000000000000000000" pitchFamily="2" charset="-122"/>
                <a:ea typeface="字魂35号-经典雅黑" panose="02000000000000000000" pitchFamily="2" charset="-122"/>
                <a:cs typeface="+mn-ea"/>
                <a:sym typeface="+mn-lt"/>
              </a:rPr>
              <a:t>点击添加相关标题文字，点击添加相关标题文字，点击添加相关标题文字，点击添加相关标题文字。</a:t>
            </a:r>
            <a:endParaRPr lang="en-GB" altLang="zh-CN" sz="800" dirty="0">
              <a:solidFill>
                <a:schemeClr val="bg1">
                  <a:lumMod val="50000"/>
                </a:schemeClr>
              </a:solidFill>
              <a:latin typeface="字魂35号-经典雅黑" panose="02000000000000000000" pitchFamily="2" charset="-122"/>
              <a:ea typeface="字魂35号-经典雅黑" panose="02000000000000000000" pitchFamily="2"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25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1+#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50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1+#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75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1+#ppt_w/2"/>
                                          </p:val>
                                        </p:tav>
                                        <p:tav tm="100000">
                                          <p:val>
                                            <p:strVal val="#ppt_x"/>
                                          </p:val>
                                        </p:tav>
                                      </p:tavLst>
                                    </p:anim>
                                    <p:anim calcmode="lin" valueType="num">
                                      <p:cBhvr additive="base">
                                        <p:cTn id="20" dur="500" fill="hold"/>
                                        <p:tgtEl>
                                          <p:spTgt spid="10"/>
                                        </p:tgtEl>
                                        <p:attrNameLst>
                                          <p:attrName>ppt_y</p:attrName>
                                        </p:attrNameLst>
                                      </p:cBhvr>
                                      <p:tavLst>
                                        <p:tav tm="0">
                                          <p:val>
                                            <p:strVal val="#ppt_y"/>
                                          </p:val>
                                        </p:tav>
                                        <p:tav tm="100000">
                                          <p:val>
                                            <p:strVal val="#ppt_y"/>
                                          </p:val>
                                        </p:tav>
                                      </p:tavLst>
                                    </p:anim>
                                  </p:childTnLst>
                                </p:cTn>
                              </p:par>
                              <p:par>
                                <p:cTn id="21" presetID="22" presetClass="entr" presetSubtype="4" fill="hold" nodeType="withEffect">
                                  <p:stCondLst>
                                    <p:cond delay="500"/>
                                  </p:stCondLst>
                                  <p:childTnLst>
                                    <p:set>
                                      <p:cBhvr>
                                        <p:cTn id="22" dur="1" fill="hold">
                                          <p:stCondLst>
                                            <p:cond delay="0"/>
                                          </p:stCondLst>
                                        </p:cTn>
                                        <p:tgtEl>
                                          <p:spTgt spid="2"/>
                                        </p:tgtEl>
                                        <p:attrNameLst>
                                          <p:attrName>style.visibility</p:attrName>
                                        </p:attrNameLst>
                                      </p:cBhvr>
                                      <p:to>
                                        <p:strVal val="visible"/>
                                      </p:to>
                                    </p:set>
                                    <p:animEffect transition="in" filter="wipe(down)">
                                      <p:cBhvr>
                                        <p:cTn id="23" dur="250"/>
                                        <p:tgtEl>
                                          <p:spTgt spid="2"/>
                                        </p:tgtEl>
                                      </p:cBhvr>
                                    </p:animEffect>
                                  </p:childTnLst>
                                </p:cTn>
                              </p:par>
                              <p:par>
                                <p:cTn id="24" presetID="22" presetClass="entr" presetSubtype="1" fill="hold" nodeType="withEffect">
                                  <p:stCondLst>
                                    <p:cond delay="750"/>
                                  </p:stCondLst>
                                  <p:childTnLst>
                                    <p:set>
                                      <p:cBhvr>
                                        <p:cTn id="25" dur="1" fill="hold">
                                          <p:stCondLst>
                                            <p:cond delay="0"/>
                                          </p:stCondLst>
                                        </p:cTn>
                                        <p:tgtEl>
                                          <p:spTgt spid="3"/>
                                        </p:tgtEl>
                                        <p:attrNameLst>
                                          <p:attrName>style.visibility</p:attrName>
                                        </p:attrNameLst>
                                      </p:cBhvr>
                                      <p:to>
                                        <p:strVal val="visible"/>
                                      </p:to>
                                    </p:set>
                                    <p:animEffect transition="in" filter="wipe(up)">
                                      <p:cBhvr>
                                        <p:cTn id="26" dur="250"/>
                                        <p:tgtEl>
                                          <p:spTgt spid="3"/>
                                        </p:tgtEl>
                                      </p:cBhvr>
                                    </p:animEffect>
                                  </p:childTnLst>
                                </p:cTn>
                              </p:par>
                              <p:par>
                                <p:cTn id="27" presetID="22" presetClass="entr" presetSubtype="4" fill="hold" nodeType="withEffect">
                                  <p:stCondLst>
                                    <p:cond delay="1000"/>
                                  </p:stCondLst>
                                  <p:childTnLst>
                                    <p:set>
                                      <p:cBhvr>
                                        <p:cTn id="28" dur="1" fill="hold">
                                          <p:stCondLst>
                                            <p:cond delay="0"/>
                                          </p:stCondLst>
                                        </p:cTn>
                                        <p:tgtEl>
                                          <p:spTgt spid="4"/>
                                        </p:tgtEl>
                                        <p:attrNameLst>
                                          <p:attrName>style.visibility</p:attrName>
                                        </p:attrNameLst>
                                      </p:cBhvr>
                                      <p:to>
                                        <p:strVal val="visible"/>
                                      </p:to>
                                    </p:set>
                                    <p:animEffect transition="in" filter="wipe(down)">
                                      <p:cBhvr>
                                        <p:cTn id="29" dur="250"/>
                                        <p:tgtEl>
                                          <p:spTgt spid="4"/>
                                        </p:tgtEl>
                                      </p:cBhvr>
                                    </p:animEffect>
                                  </p:childTnLst>
                                </p:cTn>
                              </p:par>
                              <p:par>
                                <p:cTn id="30" presetID="22" presetClass="entr" presetSubtype="1" fill="hold" nodeType="withEffect">
                                  <p:stCondLst>
                                    <p:cond delay="1250"/>
                                  </p:stCondLst>
                                  <p:childTnLst>
                                    <p:set>
                                      <p:cBhvr>
                                        <p:cTn id="31" dur="1" fill="hold">
                                          <p:stCondLst>
                                            <p:cond delay="0"/>
                                          </p:stCondLst>
                                        </p:cTn>
                                        <p:tgtEl>
                                          <p:spTgt spid="5"/>
                                        </p:tgtEl>
                                        <p:attrNameLst>
                                          <p:attrName>style.visibility</p:attrName>
                                        </p:attrNameLst>
                                      </p:cBhvr>
                                      <p:to>
                                        <p:strVal val="visible"/>
                                      </p:to>
                                    </p:set>
                                    <p:animEffect transition="in" filter="wipe(up)">
                                      <p:cBhvr>
                                        <p:cTn id="32" dur="250"/>
                                        <p:tgtEl>
                                          <p:spTgt spid="5"/>
                                        </p:tgtEl>
                                      </p:cBhvr>
                                    </p:animEffect>
                                  </p:childTnLst>
                                </p:cTn>
                              </p:par>
                            </p:childTnLst>
                          </p:cTn>
                        </p:par>
                        <p:par>
                          <p:cTn id="33" fill="hold">
                            <p:stCondLst>
                              <p:cond delay="500"/>
                            </p:stCondLst>
                            <p:childTnLst>
                              <p:par>
                                <p:cTn id="34" presetID="53" presetClass="entr" presetSubtype="16" fill="hold" grpId="0" nodeType="afterEffect">
                                  <p:stCondLst>
                                    <p:cond delay="0"/>
                                  </p:stCondLst>
                                  <p:childTnLst>
                                    <p:set>
                                      <p:cBhvr>
                                        <p:cTn id="35" dur="1" fill="hold">
                                          <p:stCondLst>
                                            <p:cond delay="0"/>
                                          </p:stCondLst>
                                        </p:cTn>
                                        <p:tgtEl>
                                          <p:spTgt spid="52">
                                            <p:txEl>
                                              <p:pRg st="0" end="0"/>
                                            </p:txEl>
                                          </p:spTgt>
                                        </p:tgtEl>
                                        <p:attrNameLst>
                                          <p:attrName>style.visibility</p:attrName>
                                        </p:attrNameLst>
                                      </p:cBhvr>
                                      <p:to>
                                        <p:strVal val="visible"/>
                                      </p:to>
                                    </p:set>
                                    <p:anim calcmode="lin" valueType="num">
                                      <p:cBhvr>
                                        <p:cTn id="36" dur="400" fill="hold"/>
                                        <p:tgtEl>
                                          <p:spTgt spid="52">
                                            <p:txEl>
                                              <p:pRg st="0" end="0"/>
                                            </p:txEl>
                                          </p:spTgt>
                                        </p:tgtEl>
                                        <p:attrNameLst>
                                          <p:attrName>ppt_w</p:attrName>
                                        </p:attrNameLst>
                                      </p:cBhvr>
                                      <p:tavLst>
                                        <p:tav tm="0">
                                          <p:val>
                                            <p:fltVal val="0"/>
                                          </p:val>
                                        </p:tav>
                                        <p:tav tm="100000">
                                          <p:val>
                                            <p:strVal val="#ppt_w"/>
                                          </p:val>
                                        </p:tav>
                                      </p:tavLst>
                                    </p:anim>
                                    <p:anim calcmode="lin" valueType="num">
                                      <p:cBhvr>
                                        <p:cTn id="37" dur="400" fill="hold"/>
                                        <p:tgtEl>
                                          <p:spTgt spid="52">
                                            <p:txEl>
                                              <p:pRg st="0" end="0"/>
                                            </p:txEl>
                                          </p:spTgt>
                                        </p:tgtEl>
                                        <p:attrNameLst>
                                          <p:attrName>ppt_h</p:attrName>
                                        </p:attrNameLst>
                                      </p:cBhvr>
                                      <p:tavLst>
                                        <p:tav tm="0">
                                          <p:val>
                                            <p:fltVal val="0"/>
                                          </p:val>
                                        </p:tav>
                                        <p:tav tm="100000">
                                          <p:val>
                                            <p:strVal val="#ppt_h"/>
                                          </p:val>
                                        </p:tav>
                                      </p:tavLst>
                                    </p:anim>
                                    <p:animEffect transition="in" filter="fade">
                                      <p:cBhvr>
                                        <p:cTn id="38" dur="400"/>
                                        <p:tgtEl>
                                          <p:spTgt spid="52">
                                            <p:txEl>
                                              <p:pRg st="0" end="0"/>
                                            </p:txEl>
                                          </p:spTgt>
                                        </p:tgtEl>
                                      </p:cBhvr>
                                    </p:animEffect>
                                  </p:childTnLst>
                                </p:cTn>
                              </p:par>
                            </p:childTnLst>
                          </p:cTn>
                        </p:par>
                        <p:par>
                          <p:cTn id="39" fill="hold">
                            <p:stCondLst>
                              <p:cond delay="1000"/>
                            </p:stCondLst>
                            <p:childTnLst>
                              <p:par>
                                <p:cTn id="40" presetID="53" presetClass="entr" presetSubtype="16" fill="hold" grpId="0" nodeType="afterEffect">
                                  <p:stCondLst>
                                    <p:cond delay="0"/>
                                  </p:stCondLst>
                                  <p:childTnLst>
                                    <p:set>
                                      <p:cBhvr>
                                        <p:cTn id="41" dur="1" fill="hold">
                                          <p:stCondLst>
                                            <p:cond delay="0"/>
                                          </p:stCondLst>
                                        </p:cTn>
                                        <p:tgtEl>
                                          <p:spTgt spid="53">
                                            <p:txEl>
                                              <p:pRg st="0" end="0"/>
                                            </p:txEl>
                                          </p:spTgt>
                                        </p:tgtEl>
                                        <p:attrNameLst>
                                          <p:attrName>style.visibility</p:attrName>
                                        </p:attrNameLst>
                                      </p:cBhvr>
                                      <p:to>
                                        <p:strVal val="visible"/>
                                      </p:to>
                                    </p:set>
                                    <p:anim calcmode="lin" valueType="num">
                                      <p:cBhvr>
                                        <p:cTn id="42" dur="400" fill="hold"/>
                                        <p:tgtEl>
                                          <p:spTgt spid="53">
                                            <p:txEl>
                                              <p:pRg st="0" end="0"/>
                                            </p:txEl>
                                          </p:spTgt>
                                        </p:tgtEl>
                                        <p:attrNameLst>
                                          <p:attrName>ppt_w</p:attrName>
                                        </p:attrNameLst>
                                      </p:cBhvr>
                                      <p:tavLst>
                                        <p:tav tm="0">
                                          <p:val>
                                            <p:fltVal val="0"/>
                                          </p:val>
                                        </p:tav>
                                        <p:tav tm="100000">
                                          <p:val>
                                            <p:strVal val="#ppt_w"/>
                                          </p:val>
                                        </p:tav>
                                      </p:tavLst>
                                    </p:anim>
                                    <p:anim calcmode="lin" valueType="num">
                                      <p:cBhvr>
                                        <p:cTn id="43" dur="400" fill="hold"/>
                                        <p:tgtEl>
                                          <p:spTgt spid="53">
                                            <p:txEl>
                                              <p:pRg st="0" end="0"/>
                                            </p:txEl>
                                          </p:spTgt>
                                        </p:tgtEl>
                                        <p:attrNameLst>
                                          <p:attrName>ppt_h</p:attrName>
                                        </p:attrNameLst>
                                      </p:cBhvr>
                                      <p:tavLst>
                                        <p:tav tm="0">
                                          <p:val>
                                            <p:fltVal val="0"/>
                                          </p:val>
                                        </p:tav>
                                        <p:tav tm="100000">
                                          <p:val>
                                            <p:strVal val="#ppt_h"/>
                                          </p:val>
                                        </p:tav>
                                      </p:tavLst>
                                    </p:anim>
                                    <p:animEffect transition="in" filter="fade">
                                      <p:cBhvr>
                                        <p:cTn id="44" dur="400"/>
                                        <p:tgtEl>
                                          <p:spTgt spid="53">
                                            <p:txEl>
                                              <p:pRg st="0" end="0"/>
                                            </p:txEl>
                                          </p:spTgt>
                                        </p:tgtEl>
                                      </p:cBhvr>
                                    </p:animEffect>
                                  </p:childTnLst>
                                </p:cTn>
                              </p:par>
                            </p:childTnLst>
                          </p:cTn>
                        </p:par>
                        <p:par>
                          <p:cTn id="45" fill="hold">
                            <p:stCondLst>
                              <p:cond delay="1500"/>
                            </p:stCondLst>
                            <p:childTnLst>
                              <p:par>
                                <p:cTn id="46" presetID="53" presetClass="entr" presetSubtype="16" fill="hold" grpId="0" nodeType="afterEffect">
                                  <p:stCondLst>
                                    <p:cond delay="0"/>
                                  </p:stCondLst>
                                  <p:childTnLst>
                                    <p:set>
                                      <p:cBhvr>
                                        <p:cTn id="47" dur="1" fill="hold">
                                          <p:stCondLst>
                                            <p:cond delay="0"/>
                                          </p:stCondLst>
                                        </p:cTn>
                                        <p:tgtEl>
                                          <p:spTgt spid="54">
                                            <p:txEl>
                                              <p:pRg st="0" end="0"/>
                                            </p:txEl>
                                          </p:spTgt>
                                        </p:tgtEl>
                                        <p:attrNameLst>
                                          <p:attrName>style.visibility</p:attrName>
                                        </p:attrNameLst>
                                      </p:cBhvr>
                                      <p:to>
                                        <p:strVal val="visible"/>
                                      </p:to>
                                    </p:set>
                                    <p:anim calcmode="lin" valueType="num">
                                      <p:cBhvr>
                                        <p:cTn id="48" dur="400" fill="hold"/>
                                        <p:tgtEl>
                                          <p:spTgt spid="54">
                                            <p:txEl>
                                              <p:pRg st="0" end="0"/>
                                            </p:txEl>
                                          </p:spTgt>
                                        </p:tgtEl>
                                        <p:attrNameLst>
                                          <p:attrName>ppt_w</p:attrName>
                                        </p:attrNameLst>
                                      </p:cBhvr>
                                      <p:tavLst>
                                        <p:tav tm="0">
                                          <p:val>
                                            <p:fltVal val="0"/>
                                          </p:val>
                                        </p:tav>
                                        <p:tav tm="100000">
                                          <p:val>
                                            <p:strVal val="#ppt_w"/>
                                          </p:val>
                                        </p:tav>
                                      </p:tavLst>
                                    </p:anim>
                                    <p:anim calcmode="lin" valueType="num">
                                      <p:cBhvr>
                                        <p:cTn id="49" dur="400" fill="hold"/>
                                        <p:tgtEl>
                                          <p:spTgt spid="54">
                                            <p:txEl>
                                              <p:pRg st="0" end="0"/>
                                            </p:txEl>
                                          </p:spTgt>
                                        </p:tgtEl>
                                        <p:attrNameLst>
                                          <p:attrName>ppt_h</p:attrName>
                                        </p:attrNameLst>
                                      </p:cBhvr>
                                      <p:tavLst>
                                        <p:tav tm="0">
                                          <p:val>
                                            <p:fltVal val="0"/>
                                          </p:val>
                                        </p:tav>
                                        <p:tav tm="100000">
                                          <p:val>
                                            <p:strVal val="#ppt_h"/>
                                          </p:val>
                                        </p:tav>
                                      </p:tavLst>
                                    </p:anim>
                                    <p:animEffect transition="in" filter="fade">
                                      <p:cBhvr>
                                        <p:cTn id="50" dur="400"/>
                                        <p:tgtEl>
                                          <p:spTgt spid="54">
                                            <p:txEl>
                                              <p:pRg st="0" end="0"/>
                                            </p:txEl>
                                          </p:spTgt>
                                        </p:tgtEl>
                                      </p:cBhvr>
                                    </p:animEffect>
                                  </p:childTnLst>
                                </p:cTn>
                              </p:par>
                            </p:childTnLst>
                          </p:cTn>
                        </p:par>
                        <p:par>
                          <p:cTn id="51" fill="hold">
                            <p:stCondLst>
                              <p:cond delay="2000"/>
                            </p:stCondLst>
                            <p:childTnLst>
                              <p:par>
                                <p:cTn id="52" presetID="53" presetClass="entr" presetSubtype="16" fill="hold" grpId="0" nodeType="afterEffect">
                                  <p:stCondLst>
                                    <p:cond delay="0"/>
                                  </p:stCondLst>
                                  <p:childTnLst>
                                    <p:set>
                                      <p:cBhvr>
                                        <p:cTn id="53" dur="1" fill="hold">
                                          <p:stCondLst>
                                            <p:cond delay="0"/>
                                          </p:stCondLst>
                                        </p:cTn>
                                        <p:tgtEl>
                                          <p:spTgt spid="55">
                                            <p:txEl>
                                              <p:pRg st="0" end="0"/>
                                            </p:txEl>
                                          </p:spTgt>
                                        </p:tgtEl>
                                        <p:attrNameLst>
                                          <p:attrName>style.visibility</p:attrName>
                                        </p:attrNameLst>
                                      </p:cBhvr>
                                      <p:to>
                                        <p:strVal val="visible"/>
                                      </p:to>
                                    </p:set>
                                    <p:anim calcmode="lin" valueType="num">
                                      <p:cBhvr>
                                        <p:cTn id="54" dur="400" fill="hold"/>
                                        <p:tgtEl>
                                          <p:spTgt spid="55">
                                            <p:txEl>
                                              <p:pRg st="0" end="0"/>
                                            </p:txEl>
                                          </p:spTgt>
                                        </p:tgtEl>
                                        <p:attrNameLst>
                                          <p:attrName>ppt_w</p:attrName>
                                        </p:attrNameLst>
                                      </p:cBhvr>
                                      <p:tavLst>
                                        <p:tav tm="0">
                                          <p:val>
                                            <p:fltVal val="0"/>
                                          </p:val>
                                        </p:tav>
                                        <p:tav tm="100000">
                                          <p:val>
                                            <p:strVal val="#ppt_w"/>
                                          </p:val>
                                        </p:tav>
                                      </p:tavLst>
                                    </p:anim>
                                    <p:anim calcmode="lin" valueType="num">
                                      <p:cBhvr>
                                        <p:cTn id="55" dur="400" fill="hold"/>
                                        <p:tgtEl>
                                          <p:spTgt spid="55">
                                            <p:txEl>
                                              <p:pRg st="0" end="0"/>
                                            </p:txEl>
                                          </p:spTgt>
                                        </p:tgtEl>
                                        <p:attrNameLst>
                                          <p:attrName>ppt_h</p:attrName>
                                        </p:attrNameLst>
                                      </p:cBhvr>
                                      <p:tavLst>
                                        <p:tav tm="0">
                                          <p:val>
                                            <p:fltVal val="0"/>
                                          </p:val>
                                        </p:tav>
                                        <p:tav tm="100000">
                                          <p:val>
                                            <p:strVal val="#ppt_h"/>
                                          </p:val>
                                        </p:tav>
                                      </p:tavLst>
                                    </p:anim>
                                    <p:animEffect transition="in" filter="fade">
                                      <p:cBhvr>
                                        <p:cTn id="56" dur="400"/>
                                        <p:tgtEl>
                                          <p:spTgt spid="55">
                                            <p:txEl>
                                              <p:pRg st="0" end="0"/>
                                            </p:txEl>
                                          </p:spTgt>
                                        </p:tgtEl>
                                      </p:cBhvr>
                                    </p:animEffect>
                                  </p:childTnLst>
                                </p:cTn>
                              </p:par>
                            </p:childTnLst>
                          </p:cTn>
                        </p:par>
                        <p:par>
                          <p:cTn id="57" fill="hold">
                            <p:stCondLst>
                              <p:cond delay="2500"/>
                            </p:stCondLst>
                            <p:childTnLst>
                              <p:par>
                                <p:cTn id="58" presetID="53" presetClass="entr" presetSubtype="16" fill="hold" grpId="0" nodeType="afterEffect">
                                  <p:stCondLst>
                                    <p:cond delay="0"/>
                                  </p:stCondLst>
                                  <p:childTnLst>
                                    <p:set>
                                      <p:cBhvr>
                                        <p:cTn id="59" dur="1" fill="hold">
                                          <p:stCondLst>
                                            <p:cond delay="0"/>
                                          </p:stCondLst>
                                        </p:cTn>
                                        <p:tgtEl>
                                          <p:spTgt spid="56">
                                            <p:txEl>
                                              <p:pRg st="0" end="0"/>
                                            </p:txEl>
                                          </p:spTgt>
                                        </p:tgtEl>
                                        <p:attrNameLst>
                                          <p:attrName>style.visibility</p:attrName>
                                        </p:attrNameLst>
                                      </p:cBhvr>
                                      <p:to>
                                        <p:strVal val="visible"/>
                                      </p:to>
                                    </p:set>
                                    <p:anim calcmode="lin" valueType="num">
                                      <p:cBhvr>
                                        <p:cTn id="60" dur="400" fill="hold"/>
                                        <p:tgtEl>
                                          <p:spTgt spid="56">
                                            <p:txEl>
                                              <p:pRg st="0" end="0"/>
                                            </p:txEl>
                                          </p:spTgt>
                                        </p:tgtEl>
                                        <p:attrNameLst>
                                          <p:attrName>ppt_w</p:attrName>
                                        </p:attrNameLst>
                                      </p:cBhvr>
                                      <p:tavLst>
                                        <p:tav tm="0">
                                          <p:val>
                                            <p:fltVal val="0"/>
                                          </p:val>
                                        </p:tav>
                                        <p:tav tm="100000">
                                          <p:val>
                                            <p:strVal val="#ppt_w"/>
                                          </p:val>
                                        </p:tav>
                                      </p:tavLst>
                                    </p:anim>
                                    <p:anim calcmode="lin" valueType="num">
                                      <p:cBhvr>
                                        <p:cTn id="61" dur="400" fill="hold"/>
                                        <p:tgtEl>
                                          <p:spTgt spid="56">
                                            <p:txEl>
                                              <p:pRg st="0" end="0"/>
                                            </p:txEl>
                                          </p:spTgt>
                                        </p:tgtEl>
                                        <p:attrNameLst>
                                          <p:attrName>ppt_h</p:attrName>
                                        </p:attrNameLst>
                                      </p:cBhvr>
                                      <p:tavLst>
                                        <p:tav tm="0">
                                          <p:val>
                                            <p:fltVal val="0"/>
                                          </p:val>
                                        </p:tav>
                                        <p:tav tm="100000">
                                          <p:val>
                                            <p:strVal val="#ppt_h"/>
                                          </p:val>
                                        </p:tav>
                                      </p:tavLst>
                                    </p:anim>
                                    <p:animEffect transition="in" filter="fade">
                                      <p:cBhvr>
                                        <p:cTn id="62" dur="400"/>
                                        <p:tgtEl>
                                          <p:spTgt spid="56">
                                            <p:txEl>
                                              <p:pRg st="0" end="0"/>
                                            </p:txEl>
                                          </p:spTgt>
                                        </p:tgtEl>
                                      </p:cBhvr>
                                    </p:animEffect>
                                  </p:childTnLst>
                                </p:cTn>
                              </p:par>
                            </p:childTnLst>
                          </p:cTn>
                        </p:par>
                        <p:par>
                          <p:cTn id="63" fill="hold">
                            <p:stCondLst>
                              <p:cond delay="3000"/>
                            </p:stCondLst>
                            <p:childTnLst>
                              <p:par>
                                <p:cTn id="64" presetID="53" presetClass="entr" presetSubtype="16" fill="hold" grpId="0" nodeType="afterEffect">
                                  <p:stCondLst>
                                    <p:cond delay="0"/>
                                  </p:stCondLst>
                                  <p:childTnLst>
                                    <p:set>
                                      <p:cBhvr>
                                        <p:cTn id="65" dur="1" fill="hold">
                                          <p:stCondLst>
                                            <p:cond delay="0"/>
                                          </p:stCondLst>
                                        </p:cTn>
                                        <p:tgtEl>
                                          <p:spTgt spid="57">
                                            <p:txEl>
                                              <p:pRg st="0" end="0"/>
                                            </p:txEl>
                                          </p:spTgt>
                                        </p:tgtEl>
                                        <p:attrNameLst>
                                          <p:attrName>style.visibility</p:attrName>
                                        </p:attrNameLst>
                                      </p:cBhvr>
                                      <p:to>
                                        <p:strVal val="visible"/>
                                      </p:to>
                                    </p:set>
                                    <p:anim calcmode="lin" valueType="num">
                                      <p:cBhvr>
                                        <p:cTn id="66" dur="400" fill="hold"/>
                                        <p:tgtEl>
                                          <p:spTgt spid="57">
                                            <p:txEl>
                                              <p:pRg st="0" end="0"/>
                                            </p:txEl>
                                          </p:spTgt>
                                        </p:tgtEl>
                                        <p:attrNameLst>
                                          <p:attrName>ppt_w</p:attrName>
                                        </p:attrNameLst>
                                      </p:cBhvr>
                                      <p:tavLst>
                                        <p:tav tm="0">
                                          <p:val>
                                            <p:fltVal val="0"/>
                                          </p:val>
                                        </p:tav>
                                        <p:tav tm="100000">
                                          <p:val>
                                            <p:strVal val="#ppt_w"/>
                                          </p:val>
                                        </p:tav>
                                      </p:tavLst>
                                    </p:anim>
                                    <p:anim calcmode="lin" valueType="num">
                                      <p:cBhvr>
                                        <p:cTn id="67" dur="400" fill="hold"/>
                                        <p:tgtEl>
                                          <p:spTgt spid="57">
                                            <p:txEl>
                                              <p:pRg st="0" end="0"/>
                                            </p:txEl>
                                          </p:spTgt>
                                        </p:tgtEl>
                                        <p:attrNameLst>
                                          <p:attrName>ppt_h</p:attrName>
                                        </p:attrNameLst>
                                      </p:cBhvr>
                                      <p:tavLst>
                                        <p:tav tm="0">
                                          <p:val>
                                            <p:fltVal val="0"/>
                                          </p:val>
                                        </p:tav>
                                        <p:tav tm="100000">
                                          <p:val>
                                            <p:strVal val="#ppt_h"/>
                                          </p:val>
                                        </p:tav>
                                      </p:tavLst>
                                    </p:anim>
                                    <p:animEffect transition="in" filter="fade">
                                      <p:cBhvr>
                                        <p:cTn id="68" dur="400"/>
                                        <p:tgtEl>
                                          <p:spTgt spid="57">
                                            <p:txEl>
                                              <p:pRg st="0" end="0"/>
                                            </p:txEl>
                                          </p:spTgt>
                                        </p:tgtEl>
                                      </p:cBhvr>
                                    </p:animEffect>
                                  </p:childTnLst>
                                </p:cTn>
                              </p:par>
                            </p:childTnLst>
                          </p:cTn>
                        </p:par>
                        <p:par>
                          <p:cTn id="69" fill="hold">
                            <p:stCondLst>
                              <p:cond delay="3500"/>
                            </p:stCondLst>
                            <p:childTnLst>
                              <p:par>
                                <p:cTn id="70" presetID="53" presetClass="entr" presetSubtype="16" fill="hold" grpId="0" nodeType="afterEffect">
                                  <p:stCondLst>
                                    <p:cond delay="0"/>
                                  </p:stCondLst>
                                  <p:childTnLst>
                                    <p:set>
                                      <p:cBhvr>
                                        <p:cTn id="71" dur="1" fill="hold">
                                          <p:stCondLst>
                                            <p:cond delay="0"/>
                                          </p:stCondLst>
                                        </p:cTn>
                                        <p:tgtEl>
                                          <p:spTgt spid="58">
                                            <p:txEl>
                                              <p:pRg st="0" end="0"/>
                                            </p:txEl>
                                          </p:spTgt>
                                        </p:tgtEl>
                                        <p:attrNameLst>
                                          <p:attrName>style.visibility</p:attrName>
                                        </p:attrNameLst>
                                      </p:cBhvr>
                                      <p:to>
                                        <p:strVal val="visible"/>
                                      </p:to>
                                    </p:set>
                                    <p:anim calcmode="lin" valueType="num">
                                      <p:cBhvr>
                                        <p:cTn id="72" dur="400" fill="hold"/>
                                        <p:tgtEl>
                                          <p:spTgt spid="58">
                                            <p:txEl>
                                              <p:pRg st="0" end="0"/>
                                            </p:txEl>
                                          </p:spTgt>
                                        </p:tgtEl>
                                        <p:attrNameLst>
                                          <p:attrName>ppt_w</p:attrName>
                                        </p:attrNameLst>
                                      </p:cBhvr>
                                      <p:tavLst>
                                        <p:tav tm="0">
                                          <p:val>
                                            <p:fltVal val="0"/>
                                          </p:val>
                                        </p:tav>
                                        <p:tav tm="100000">
                                          <p:val>
                                            <p:strVal val="#ppt_w"/>
                                          </p:val>
                                        </p:tav>
                                      </p:tavLst>
                                    </p:anim>
                                    <p:anim calcmode="lin" valueType="num">
                                      <p:cBhvr>
                                        <p:cTn id="73" dur="400" fill="hold"/>
                                        <p:tgtEl>
                                          <p:spTgt spid="58">
                                            <p:txEl>
                                              <p:pRg st="0" end="0"/>
                                            </p:txEl>
                                          </p:spTgt>
                                        </p:tgtEl>
                                        <p:attrNameLst>
                                          <p:attrName>ppt_h</p:attrName>
                                        </p:attrNameLst>
                                      </p:cBhvr>
                                      <p:tavLst>
                                        <p:tav tm="0">
                                          <p:val>
                                            <p:fltVal val="0"/>
                                          </p:val>
                                        </p:tav>
                                        <p:tav tm="100000">
                                          <p:val>
                                            <p:strVal val="#ppt_h"/>
                                          </p:val>
                                        </p:tav>
                                      </p:tavLst>
                                    </p:anim>
                                    <p:animEffect transition="in" filter="fade">
                                      <p:cBhvr>
                                        <p:cTn id="74" dur="400"/>
                                        <p:tgtEl>
                                          <p:spTgt spid="58">
                                            <p:txEl>
                                              <p:pRg st="0" end="0"/>
                                            </p:txEl>
                                          </p:spTgt>
                                        </p:tgtEl>
                                      </p:cBhvr>
                                    </p:animEffect>
                                  </p:childTnLst>
                                </p:cTn>
                              </p:par>
                            </p:childTnLst>
                          </p:cTn>
                        </p:par>
                        <p:par>
                          <p:cTn id="75" fill="hold">
                            <p:stCondLst>
                              <p:cond delay="4000"/>
                            </p:stCondLst>
                            <p:childTnLst>
                              <p:par>
                                <p:cTn id="76" presetID="53" presetClass="entr" presetSubtype="16" fill="hold" grpId="0" nodeType="afterEffect">
                                  <p:stCondLst>
                                    <p:cond delay="0"/>
                                  </p:stCondLst>
                                  <p:childTnLst>
                                    <p:set>
                                      <p:cBhvr>
                                        <p:cTn id="77" dur="1" fill="hold">
                                          <p:stCondLst>
                                            <p:cond delay="0"/>
                                          </p:stCondLst>
                                        </p:cTn>
                                        <p:tgtEl>
                                          <p:spTgt spid="59">
                                            <p:txEl>
                                              <p:pRg st="0" end="0"/>
                                            </p:txEl>
                                          </p:spTgt>
                                        </p:tgtEl>
                                        <p:attrNameLst>
                                          <p:attrName>style.visibility</p:attrName>
                                        </p:attrNameLst>
                                      </p:cBhvr>
                                      <p:to>
                                        <p:strVal val="visible"/>
                                      </p:to>
                                    </p:set>
                                    <p:anim calcmode="lin" valueType="num">
                                      <p:cBhvr>
                                        <p:cTn id="78" dur="400" fill="hold"/>
                                        <p:tgtEl>
                                          <p:spTgt spid="59">
                                            <p:txEl>
                                              <p:pRg st="0" end="0"/>
                                            </p:txEl>
                                          </p:spTgt>
                                        </p:tgtEl>
                                        <p:attrNameLst>
                                          <p:attrName>ppt_w</p:attrName>
                                        </p:attrNameLst>
                                      </p:cBhvr>
                                      <p:tavLst>
                                        <p:tav tm="0">
                                          <p:val>
                                            <p:fltVal val="0"/>
                                          </p:val>
                                        </p:tav>
                                        <p:tav tm="100000">
                                          <p:val>
                                            <p:strVal val="#ppt_w"/>
                                          </p:val>
                                        </p:tav>
                                      </p:tavLst>
                                    </p:anim>
                                    <p:anim calcmode="lin" valueType="num">
                                      <p:cBhvr>
                                        <p:cTn id="79" dur="400" fill="hold"/>
                                        <p:tgtEl>
                                          <p:spTgt spid="59">
                                            <p:txEl>
                                              <p:pRg st="0" end="0"/>
                                            </p:txEl>
                                          </p:spTgt>
                                        </p:tgtEl>
                                        <p:attrNameLst>
                                          <p:attrName>ppt_h</p:attrName>
                                        </p:attrNameLst>
                                      </p:cBhvr>
                                      <p:tavLst>
                                        <p:tav tm="0">
                                          <p:val>
                                            <p:fltVal val="0"/>
                                          </p:val>
                                        </p:tav>
                                        <p:tav tm="100000">
                                          <p:val>
                                            <p:strVal val="#ppt_h"/>
                                          </p:val>
                                        </p:tav>
                                      </p:tavLst>
                                    </p:anim>
                                    <p:animEffect transition="in" filter="fade">
                                      <p:cBhvr>
                                        <p:cTn id="80" dur="400"/>
                                        <p:tgtEl>
                                          <p:spTgt spid="5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build="p">
        <p:tmplLst>
          <p:tmpl lvl="1">
            <p:tnLst>
              <p:par>
                <p:cTn presetID="53" presetClass="entr" presetSubtype="16" fill="hold" nodeType="afterEffect">
                  <p:stCondLst>
                    <p:cond delay="0"/>
                  </p:stCondLst>
                  <p:childTnLst>
                    <p:set>
                      <p:cBhvr>
                        <p:cTn dur="1" fill="hold">
                          <p:stCondLst>
                            <p:cond delay="0"/>
                          </p:stCondLst>
                        </p:cTn>
                        <p:tgtEl>
                          <p:spTgt spid="52"/>
                        </p:tgtEl>
                        <p:attrNameLst>
                          <p:attrName>style.visibility</p:attrName>
                        </p:attrNameLst>
                      </p:cBhvr>
                      <p:to>
                        <p:strVal val="visible"/>
                      </p:to>
                    </p:set>
                    <p:anim calcmode="lin" valueType="num">
                      <p:cBhvr>
                        <p:cTn dur="400" fill="hold"/>
                        <p:tgtEl>
                          <p:spTgt spid="52"/>
                        </p:tgtEl>
                        <p:attrNameLst>
                          <p:attrName>ppt_w</p:attrName>
                        </p:attrNameLst>
                      </p:cBhvr>
                      <p:tavLst>
                        <p:tav tm="0">
                          <p:val>
                            <p:fltVal val="0"/>
                          </p:val>
                        </p:tav>
                        <p:tav tm="100000">
                          <p:val>
                            <p:strVal val="#ppt_w"/>
                          </p:val>
                        </p:tav>
                      </p:tavLst>
                    </p:anim>
                    <p:anim calcmode="lin" valueType="num">
                      <p:cBhvr>
                        <p:cTn dur="400" fill="hold"/>
                        <p:tgtEl>
                          <p:spTgt spid="52"/>
                        </p:tgtEl>
                        <p:attrNameLst>
                          <p:attrName>ppt_h</p:attrName>
                        </p:attrNameLst>
                      </p:cBhvr>
                      <p:tavLst>
                        <p:tav tm="0">
                          <p:val>
                            <p:fltVal val="0"/>
                          </p:val>
                        </p:tav>
                        <p:tav tm="100000">
                          <p:val>
                            <p:strVal val="#ppt_h"/>
                          </p:val>
                        </p:tav>
                      </p:tavLst>
                    </p:anim>
                    <p:animEffect transition="in" filter="fade">
                      <p:cBhvr>
                        <p:cTn dur="400"/>
                        <p:tgtEl>
                          <p:spTgt spid="52"/>
                        </p:tgtEl>
                      </p:cBhvr>
                    </p:animEffect>
                  </p:childTnLst>
                </p:cTn>
              </p:par>
            </p:tnLst>
          </p:tmpl>
        </p:tmplLst>
      </p:bldP>
      <p:bldP spid="53" grpId="0" build="p">
        <p:tmplLst>
          <p:tmpl lvl="1">
            <p:tnLst>
              <p:par>
                <p:cTn presetID="53" presetClass="entr" presetSubtype="16" fill="hold" nodeType="afterEffect">
                  <p:stCondLst>
                    <p:cond delay="0"/>
                  </p:stCondLst>
                  <p:childTnLst>
                    <p:set>
                      <p:cBhvr>
                        <p:cTn dur="1" fill="hold">
                          <p:stCondLst>
                            <p:cond delay="0"/>
                          </p:stCondLst>
                        </p:cTn>
                        <p:tgtEl>
                          <p:spTgt spid="53"/>
                        </p:tgtEl>
                        <p:attrNameLst>
                          <p:attrName>style.visibility</p:attrName>
                        </p:attrNameLst>
                      </p:cBhvr>
                      <p:to>
                        <p:strVal val="visible"/>
                      </p:to>
                    </p:set>
                    <p:anim calcmode="lin" valueType="num">
                      <p:cBhvr>
                        <p:cTn dur="400" fill="hold"/>
                        <p:tgtEl>
                          <p:spTgt spid="53"/>
                        </p:tgtEl>
                        <p:attrNameLst>
                          <p:attrName>ppt_w</p:attrName>
                        </p:attrNameLst>
                      </p:cBhvr>
                      <p:tavLst>
                        <p:tav tm="0">
                          <p:val>
                            <p:fltVal val="0"/>
                          </p:val>
                        </p:tav>
                        <p:tav tm="100000">
                          <p:val>
                            <p:strVal val="#ppt_w"/>
                          </p:val>
                        </p:tav>
                      </p:tavLst>
                    </p:anim>
                    <p:anim calcmode="lin" valueType="num">
                      <p:cBhvr>
                        <p:cTn dur="400" fill="hold"/>
                        <p:tgtEl>
                          <p:spTgt spid="53"/>
                        </p:tgtEl>
                        <p:attrNameLst>
                          <p:attrName>ppt_h</p:attrName>
                        </p:attrNameLst>
                      </p:cBhvr>
                      <p:tavLst>
                        <p:tav tm="0">
                          <p:val>
                            <p:fltVal val="0"/>
                          </p:val>
                        </p:tav>
                        <p:tav tm="100000">
                          <p:val>
                            <p:strVal val="#ppt_h"/>
                          </p:val>
                        </p:tav>
                      </p:tavLst>
                    </p:anim>
                    <p:animEffect transition="in" filter="fade">
                      <p:cBhvr>
                        <p:cTn dur="400"/>
                        <p:tgtEl>
                          <p:spTgt spid="53"/>
                        </p:tgtEl>
                      </p:cBhvr>
                    </p:animEffect>
                  </p:childTnLst>
                </p:cTn>
              </p:par>
            </p:tnLst>
          </p:tmpl>
        </p:tmplLst>
      </p:bldP>
      <p:bldP spid="54" grpId="0" build="p">
        <p:tmplLst>
          <p:tmpl lvl="1">
            <p:tnLst>
              <p:par>
                <p:cTn presetID="53" presetClass="entr" presetSubtype="16" fill="hold" nodeType="afterEffect">
                  <p:stCondLst>
                    <p:cond delay="0"/>
                  </p:stCondLst>
                  <p:childTnLst>
                    <p:set>
                      <p:cBhvr>
                        <p:cTn dur="1" fill="hold">
                          <p:stCondLst>
                            <p:cond delay="0"/>
                          </p:stCondLst>
                        </p:cTn>
                        <p:tgtEl>
                          <p:spTgt spid="54"/>
                        </p:tgtEl>
                        <p:attrNameLst>
                          <p:attrName>style.visibility</p:attrName>
                        </p:attrNameLst>
                      </p:cBhvr>
                      <p:to>
                        <p:strVal val="visible"/>
                      </p:to>
                    </p:set>
                    <p:anim calcmode="lin" valueType="num">
                      <p:cBhvr>
                        <p:cTn dur="400" fill="hold"/>
                        <p:tgtEl>
                          <p:spTgt spid="54"/>
                        </p:tgtEl>
                        <p:attrNameLst>
                          <p:attrName>ppt_w</p:attrName>
                        </p:attrNameLst>
                      </p:cBhvr>
                      <p:tavLst>
                        <p:tav tm="0">
                          <p:val>
                            <p:fltVal val="0"/>
                          </p:val>
                        </p:tav>
                        <p:tav tm="100000">
                          <p:val>
                            <p:strVal val="#ppt_w"/>
                          </p:val>
                        </p:tav>
                      </p:tavLst>
                    </p:anim>
                    <p:anim calcmode="lin" valueType="num">
                      <p:cBhvr>
                        <p:cTn dur="400" fill="hold"/>
                        <p:tgtEl>
                          <p:spTgt spid="54"/>
                        </p:tgtEl>
                        <p:attrNameLst>
                          <p:attrName>ppt_h</p:attrName>
                        </p:attrNameLst>
                      </p:cBhvr>
                      <p:tavLst>
                        <p:tav tm="0">
                          <p:val>
                            <p:fltVal val="0"/>
                          </p:val>
                        </p:tav>
                        <p:tav tm="100000">
                          <p:val>
                            <p:strVal val="#ppt_h"/>
                          </p:val>
                        </p:tav>
                      </p:tavLst>
                    </p:anim>
                    <p:animEffect transition="in" filter="fade">
                      <p:cBhvr>
                        <p:cTn dur="400"/>
                        <p:tgtEl>
                          <p:spTgt spid="54"/>
                        </p:tgtEl>
                      </p:cBhvr>
                    </p:animEffect>
                  </p:childTnLst>
                </p:cTn>
              </p:par>
            </p:tnLst>
          </p:tmpl>
        </p:tmplLst>
      </p:bldP>
      <p:bldP spid="55" grpId="0" build="p">
        <p:tmplLst>
          <p:tmpl lvl="1">
            <p:tnLst>
              <p:par>
                <p:cTn presetID="53" presetClass="entr" presetSubtype="16" fill="hold" nodeType="afterEffect">
                  <p:stCondLst>
                    <p:cond delay="0"/>
                  </p:stCondLst>
                  <p:childTnLst>
                    <p:set>
                      <p:cBhvr>
                        <p:cTn dur="1" fill="hold">
                          <p:stCondLst>
                            <p:cond delay="0"/>
                          </p:stCondLst>
                        </p:cTn>
                        <p:tgtEl>
                          <p:spTgt spid="55"/>
                        </p:tgtEl>
                        <p:attrNameLst>
                          <p:attrName>style.visibility</p:attrName>
                        </p:attrNameLst>
                      </p:cBhvr>
                      <p:to>
                        <p:strVal val="visible"/>
                      </p:to>
                    </p:set>
                    <p:anim calcmode="lin" valueType="num">
                      <p:cBhvr>
                        <p:cTn dur="400" fill="hold"/>
                        <p:tgtEl>
                          <p:spTgt spid="55"/>
                        </p:tgtEl>
                        <p:attrNameLst>
                          <p:attrName>ppt_w</p:attrName>
                        </p:attrNameLst>
                      </p:cBhvr>
                      <p:tavLst>
                        <p:tav tm="0">
                          <p:val>
                            <p:fltVal val="0"/>
                          </p:val>
                        </p:tav>
                        <p:tav tm="100000">
                          <p:val>
                            <p:strVal val="#ppt_w"/>
                          </p:val>
                        </p:tav>
                      </p:tavLst>
                    </p:anim>
                    <p:anim calcmode="lin" valueType="num">
                      <p:cBhvr>
                        <p:cTn dur="400" fill="hold"/>
                        <p:tgtEl>
                          <p:spTgt spid="55"/>
                        </p:tgtEl>
                        <p:attrNameLst>
                          <p:attrName>ppt_h</p:attrName>
                        </p:attrNameLst>
                      </p:cBhvr>
                      <p:tavLst>
                        <p:tav tm="0">
                          <p:val>
                            <p:fltVal val="0"/>
                          </p:val>
                        </p:tav>
                        <p:tav tm="100000">
                          <p:val>
                            <p:strVal val="#ppt_h"/>
                          </p:val>
                        </p:tav>
                      </p:tavLst>
                    </p:anim>
                    <p:animEffect transition="in" filter="fade">
                      <p:cBhvr>
                        <p:cTn dur="400"/>
                        <p:tgtEl>
                          <p:spTgt spid="55"/>
                        </p:tgtEl>
                      </p:cBhvr>
                    </p:animEffect>
                  </p:childTnLst>
                </p:cTn>
              </p:par>
            </p:tnLst>
          </p:tmpl>
        </p:tmplLst>
      </p:bldP>
      <p:bldP spid="56" grpId="0" build="p">
        <p:tmplLst>
          <p:tmpl lvl="1">
            <p:tnLst>
              <p:par>
                <p:cTn presetID="53" presetClass="entr" presetSubtype="16" fill="hold" nodeType="afterEffect">
                  <p:stCondLst>
                    <p:cond delay="0"/>
                  </p:stCondLst>
                  <p:childTnLst>
                    <p:set>
                      <p:cBhvr>
                        <p:cTn dur="1" fill="hold">
                          <p:stCondLst>
                            <p:cond delay="0"/>
                          </p:stCondLst>
                        </p:cTn>
                        <p:tgtEl>
                          <p:spTgt spid="56"/>
                        </p:tgtEl>
                        <p:attrNameLst>
                          <p:attrName>style.visibility</p:attrName>
                        </p:attrNameLst>
                      </p:cBhvr>
                      <p:to>
                        <p:strVal val="visible"/>
                      </p:to>
                    </p:set>
                    <p:anim calcmode="lin" valueType="num">
                      <p:cBhvr>
                        <p:cTn dur="400" fill="hold"/>
                        <p:tgtEl>
                          <p:spTgt spid="56"/>
                        </p:tgtEl>
                        <p:attrNameLst>
                          <p:attrName>ppt_w</p:attrName>
                        </p:attrNameLst>
                      </p:cBhvr>
                      <p:tavLst>
                        <p:tav tm="0">
                          <p:val>
                            <p:fltVal val="0"/>
                          </p:val>
                        </p:tav>
                        <p:tav tm="100000">
                          <p:val>
                            <p:strVal val="#ppt_w"/>
                          </p:val>
                        </p:tav>
                      </p:tavLst>
                    </p:anim>
                    <p:anim calcmode="lin" valueType="num">
                      <p:cBhvr>
                        <p:cTn dur="400" fill="hold"/>
                        <p:tgtEl>
                          <p:spTgt spid="56"/>
                        </p:tgtEl>
                        <p:attrNameLst>
                          <p:attrName>ppt_h</p:attrName>
                        </p:attrNameLst>
                      </p:cBhvr>
                      <p:tavLst>
                        <p:tav tm="0">
                          <p:val>
                            <p:fltVal val="0"/>
                          </p:val>
                        </p:tav>
                        <p:tav tm="100000">
                          <p:val>
                            <p:strVal val="#ppt_h"/>
                          </p:val>
                        </p:tav>
                      </p:tavLst>
                    </p:anim>
                    <p:animEffect transition="in" filter="fade">
                      <p:cBhvr>
                        <p:cTn dur="400"/>
                        <p:tgtEl>
                          <p:spTgt spid="56"/>
                        </p:tgtEl>
                      </p:cBhvr>
                    </p:animEffect>
                  </p:childTnLst>
                </p:cTn>
              </p:par>
            </p:tnLst>
          </p:tmpl>
        </p:tmplLst>
      </p:bldP>
      <p:bldP spid="57" grpId="0" build="p">
        <p:tmplLst>
          <p:tmpl lvl="1">
            <p:tnLst>
              <p:par>
                <p:cTn presetID="53" presetClass="entr" presetSubtype="16" fill="hold" nodeType="afterEffect">
                  <p:stCondLst>
                    <p:cond delay="0"/>
                  </p:stCondLst>
                  <p:childTnLst>
                    <p:set>
                      <p:cBhvr>
                        <p:cTn dur="1" fill="hold">
                          <p:stCondLst>
                            <p:cond delay="0"/>
                          </p:stCondLst>
                        </p:cTn>
                        <p:tgtEl>
                          <p:spTgt spid="57"/>
                        </p:tgtEl>
                        <p:attrNameLst>
                          <p:attrName>style.visibility</p:attrName>
                        </p:attrNameLst>
                      </p:cBhvr>
                      <p:to>
                        <p:strVal val="visible"/>
                      </p:to>
                    </p:set>
                    <p:anim calcmode="lin" valueType="num">
                      <p:cBhvr>
                        <p:cTn dur="400" fill="hold"/>
                        <p:tgtEl>
                          <p:spTgt spid="57"/>
                        </p:tgtEl>
                        <p:attrNameLst>
                          <p:attrName>ppt_w</p:attrName>
                        </p:attrNameLst>
                      </p:cBhvr>
                      <p:tavLst>
                        <p:tav tm="0">
                          <p:val>
                            <p:fltVal val="0"/>
                          </p:val>
                        </p:tav>
                        <p:tav tm="100000">
                          <p:val>
                            <p:strVal val="#ppt_w"/>
                          </p:val>
                        </p:tav>
                      </p:tavLst>
                    </p:anim>
                    <p:anim calcmode="lin" valueType="num">
                      <p:cBhvr>
                        <p:cTn dur="400" fill="hold"/>
                        <p:tgtEl>
                          <p:spTgt spid="57"/>
                        </p:tgtEl>
                        <p:attrNameLst>
                          <p:attrName>ppt_h</p:attrName>
                        </p:attrNameLst>
                      </p:cBhvr>
                      <p:tavLst>
                        <p:tav tm="0">
                          <p:val>
                            <p:fltVal val="0"/>
                          </p:val>
                        </p:tav>
                        <p:tav tm="100000">
                          <p:val>
                            <p:strVal val="#ppt_h"/>
                          </p:val>
                        </p:tav>
                      </p:tavLst>
                    </p:anim>
                    <p:animEffect transition="in" filter="fade">
                      <p:cBhvr>
                        <p:cTn dur="400"/>
                        <p:tgtEl>
                          <p:spTgt spid="57"/>
                        </p:tgtEl>
                      </p:cBhvr>
                    </p:animEffect>
                  </p:childTnLst>
                </p:cTn>
              </p:par>
            </p:tnLst>
          </p:tmpl>
        </p:tmplLst>
      </p:bldP>
      <p:bldP spid="58" grpId="0" build="p">
        <p:tmplLst>
          <p:tmpl lvl="1">
            <p:tnLst>
              <p:par>
                <p:cTn presetID="53" presetClass="entr" presetSubtype="16" fill="hold" nodeType="afterEffect">
                  <p:stCondLst>
                    <p:cond delay="0"/>
                  </p:stCondLst>
                  <p:childTnLst>
                    <p:set>
                      <p:cBhvr>
                        <p:cTn dur="1" fill="hold">
                          <p:stCondLst>
                            <p:cond delay="0"/>
                          </p:stCondLst>
                        </p:cTn>
                        <p:tgtEl>
                          <p:spTgt spid="58"/>
                        </p:tgtEl>
                        <p:attrNameLst>
                          <p:attrName>style.visibility</p:attrName>
                        </p:attrNameLst>
                      </p:cBhvr>
                      <p:to>
                        <p:strVal val="visible"/>
                      </p:to>
                    </p:set>
                    <p:anim calcmode="lin" valueType="num">
                      <p:cBhvr>
                        <p:cTn dur="400" fill="hold"/>
                        <p:tgtEl>
                          <p:spTgt spid="58"/>
                        </p:tgtEl>
                        <p:attrNameLst>
                          <p:attrName>ppt_w</p:attrName>
                        </p:attrNameLst>
                      </p:cBhvr>
                      <p:tavLst>
                        <p:tav tm="0">
                          <p:val>
                            <p:fltVal val="0"/>
                          </p:val>
                        </p:tav>
                        <p:tav tm="100000">
                          <p:val>
                            <p:strVal val="#ppt_w"/>
                          </p:val>
                        </p:tav>
                      </p:tavLst>
                    </p:anim>
                    <p:anim calcmode="lin" valueType="num">
                      <p:cBhvr>
                        <p:cTn dur="400" fill="hold"/>
                        <p:tgtEl>
                          <p:spTgt spid="58"/>
                        </p:tgtEl>
                        <p:attrNameLst>
                          <p:attrName>ppt_h</p:attrName>
                        </p:attrNameLst>
                      </p:cBhvr>
                      <p:tavLst>
                        <p:tav tm="0">
                          <p:val>
                            <p:fltVal val="0"/>
                          </p:val>
                        </p:tav>
                        <p:tav tm="100000">
                          <p:val>
                            <p:strVal val="#ppt_h"/>
                          </p:val>
                        </p:tav>
                      </p:tavLst>
                    </p:anim>
                    <p:animEffect transition="in" filter="fade">
                      <p:cBhvr>
                        <p:cTn dur="400"/>
                        <p:tgtEl>
                          <p:spTgt spid="58"/>
                        </p:tgtEl>
                      </p:cBhvr>
                    </p:animEffect>
                  </p:childTnLst>
                </p:cTn>
              </p:par>
            </p:tnLst>
          </p:tmpl>
        </p:tmplLst>
      </p:bldP>
      <p:bldP spid="59" grpId="0" build="p">
        <p:tmplLst>
          <p:tmpl lvl="1">
            <p:tnLst>
              <p:par>
                <p:cTn presetID="53" presetClass="entr" presetSubtype="16" fill="hold" nodeType="afterEffect">
                  <p:stCondLst>
                    <p:cond delay="0"/>
                  </p:stCondLst>
                  <p:childTnLst>
                    <p:set>
                      <p:cBhvr>
                        <p:cTn dur="1" fill="hold">
                          <p:stCondLst>
                            <p:cond delay="0"/>
                          </p:stCondLst>
                        </p:cTn>
                        <p:tgtEl>
                          <p:spTgt spid="59"/>
                        </p:tgtEl>
                        <p:attrNameLst>
                          <p:attrName>style.visibility</p:attrName>
                        </p:attrNameLst>
                      </p:cBhvr>
                      <p:to>
                        <p:strVal val="visible"/>
                      </p:to>
                    </p:set>
                    <p:anim calcmode="lin" valueType="num">
                      <p:cBhvr>
                        <p:cTn dur="400" fill="hold"/>
                        <p:tgtEl>
                          <p:spTgt spid="59"/>
                        </p:tgtEl>
                        <p:attrNameLst>
                          <p:attrName>ppt_w</p:attrName>
                        </p:attrNameLst>
                      </p:cBhvr>
                      <p:tavLst>
                        <p:tav tm="0">
                          <p:val>
                            <p:fltVal val="0"/>
                          </p:val>
                        </p:tav>
                        <p:tav tm="100000">
                          <p:val>
                            <p:strVal val="#ppt_w"/>
                          </p:val>
                        </p:tav>
                      </p:tavLst>
                    </p:anim>
                    <p:anim calcmode="lin" valueType="num">
                      <p:cBhvr>
                        <p:cTn dur="400" fill="hold"/>
                        <p:tgtEl>
                          <p:spTgt spid="59"/>
                        </p:tgtEl>
                        <p:attrNameLst>
                          <p:attrName>ppt_h</p:attrName>
                        </p:attrNameLst>
                      </p:cBhvr>
                      <p:tavLst>
                        <p:tav tm="0">
                          <p:val>
                            <p:fltVal val="0"/>
                          </p:val>
                        </p:tav>
                        <p:tav tm="100000">
                          <p:val>
                            <p:strVal val="#ppt_h"/>
                          </p:val>
                        </p:tav>
                      </p:tavLst>
                    </p:anim>
                    <p:animEffect transition="in" filter="fade">
                      <p:cBhvr>
                        <p:cTn dur="400"/>
                        <p:tgtEl>
                          <p:spTgt spid="59"/>
                        </p:tgtEl>
                      </p:cBhvr>
                    </p:animEffect>
                  </p:childTnLst>
                </p:cTn>
              </p:par>
            </p:tnLst>
          </p:tmpl>
        </p:tmplLst>
      </p:b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文本框 41"/>
          <p:cNvSpPr txBox="1"/>
          <p:nvPr>
            <p:custDataLst>
              <p:tags r:id="rId2"/>
            </p:custDataLst>
          </p:nvPr>
        </p:nvSpPr>
        <p:spPr>
          <a:xfrm>
            <a:off x="347345" y="1783080"/>
            <a:ext cx="3357880" cy="1956435"/>
          </a:xfrm>
          <a:prstGeom prst="rect">
            <a:avLst/>
          </a:prstGeom>
          <a:noFill/>
          <a:ln>
            <a:solidFill>
              <a:schemeClr val="tx1">
                <a:lumMod val="50000"/>
                <a:lumOff val="50000"/>
              </a:schemeClr>
            </a:solidFill>
          </a:ln>
        </p:spPr>
        <p:txBody>
          <a:bodyPr wrap="square" lIns="67500" tIns="35100" rIns="67500" bIns="35100">
            <a:spAutoFit/>
          </a:bodyPr>
          <a:lstStyle>
            <a:defPPr>
              <a:defRPr lang="zh-CN"/>
            </a:defPPr>
            <a:lvl1pPr>
              <a:lnSpc>
                <a:spcPct val="130000"/>
              </a:lnSpc>
              <a:defRPr sz="1400" spc="150">
                <a:latin typeface="Arial" panose="020B0604020202020204" pitchFamily="34" charset="0"/>
                <a:ea typeface="微软雅黑" panose="020B0503020204020204" pitchFamily="34" charset="-122"/>
              </a:defRPr>
            </a:lvl1pPr>
          </a:lstStyle>
          <a:p>
            <a:pPr indent="304800" fontAlgn="auto">
              <a:extLst>
                <a:ext uri="{35155182-B16C-46BC-9424-99874614C6A1}">
                  <wpsdc:indentchars xmlns:wpsdc="http://www.wps.cn/officeDocument/2017/drawingmlCustomData" xmlns="" val="200" checksum="2875442453"/>
                </a:ext>
              </a:extLst>
            </a:pPr>
            <a:r>
              <a:rPr lang="zh-CN" altLang="en-US" sz="1050">
                <a:sym typeface="Arial" panose="020B0604020202020204" pitchFamily="34" charset="0"/>
              </a:rPr>
              <a:t>班级的学习委员这段时间也要帮老师收集和整理一些班级教学信息，他与孙红都用辅导员老师的电脑。但是，由于每个人的使用习惯不同，常用的工具软件也不同，两人轮换使用一段时间后，发现对方对计算机系统进行的设置让自己很不习惯。为了解决这个问题，他们决定利用Windows 支持多用户的功能，使自己拥有独自的工作界面，并安装需要的应用程序，最后按自己的习惯进行计算机设置。</a:t>
            </a:r>
          </a:p>
        </p:txBody>
      </p:sp>
      <p:sp>
        <p:nvSpPr>
          <p:cNvPr id="43" name="文本框 42"/>
          <p:cNvSpPr txBox="1"/>
          <p:nvPr>
            <p:custDataLst>
              <p:tags r:id="rId3"/>
            </p:custDataLst>
          </p:nvPr>
        </p:nvSpPr>
        <p:spPr>
          <a:xfrm>
            <a:off x="347345" y="1269365"/>
            <a:ext cx="3357880" cy="378460"/>
          </a:xfrm>
          <a:prstGeom prst="rect">
            <a:avLst/>
          </a:prstGeom>
          <a:solidFill>
            <a:schemeClr val="accent2">
              <a:lumMod val="20000"/>
              <a:lumOff val="80000"/>
            </a:schemeClr>
          </a:solidFill>
        </p:spPr>
        <p:txBody>
          <a:bodyPr wrap="square" lIns="67500" tIns="35100" rIns="67500" bIns="35100">
            <a:normAutofit/>
          </a:bodyPr>
          <a:lstStyle/>
          <a:p>
            <a:pPr marL="285750" indent="-285750">
              <a:lnSpc>
                <a:spcPct val="130000"/>
              </a:lnSpc>
              <a:buClr>
                <a:srgbClr val="E95730"/>
              </a:buClr>
              <a:buFont typeface="Wingdings" panose="05000000000000000000" charset="0"/>
              <a:buChar char="Ø"/>
            </a:pPr>
            <a:r>
              <a:rPr lang="zh-CN" altLang="en-US" sz="1350" b="1" spc="300">
                <a:solidFill>
                  <a:srgbClr val="E9573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任务导入</a:t>
            </a:r>
          </a:p>
        </p:txBody>
      </p:sp>
      <p:sp>
        <p:nvSpPr>
          <p:cNvPr id="5" name="文本框 4"/>
          <p:cNvSpPr txBox="1"/>
          <p:nvPr userDrawn="1"/>
        </p:nvSpPr>
        <p:spPr>
          <a:xfrm>
            <a:off x="347405" y="342265"/>
            <a:ext cx="2125980" cy="368300"/>
          </a:xfrm>
          <a:prstGeom prst="rect">
            <a:avLst/>
          </a:prstGeom>
          <a:noFill/>
        </p:spPr>
        <p:txBody>
          <a:bodyPr wrap="none" rtlCol="0">
            <a:spAutoFit/>
          </a:bodyPr>
          <a:lstStyle/>
          <a:p>
            <a:pPr algn="l"/>
            <a:r>
              <a:rPr lang="zh-CN" altLang="en-US" sz="1800" dirty="0">
                <a:solidFill>
                  <a:schemeClr val="tx1">
                    <a:lumMod val="75000"/>
                    <a:lumOff val="25000"/>
                  </a:schemeClr>
                </a:solidFill>
                <a:latin typeface="字魂35号-经典雅黑" panose="02000000000000000000" pitchFamily="2" charset="-122"/>
              </a:rPr>
              <a:t>任务</a:t>
            </a:r>
            <a:r>
              <a:rPr lang="en-US" altLang="zh-CN" sz="1800" dirty="0">
                <a:solidFill>
                  <a:schemeClr val="tx1">
                    <a:lumMod val="75000"/>
                    <a:lumOff val="25000"/>
                  </a:schemeClr>
                </a:solidFill>
                <a:latin typeface="字魂35号-经典雅黑" panose="02000000000000000000" pitchFamily="2" charset="-122"/>
              </a:rPr>
              <a:t>2  计算机管理</a:t>
            </a:r>
          </a:p>
        </p:txBody>
      </p:sp>
      <p:sp>
        <p:nvSpPr>
          <p:cNvPr id="28" name="任意多边形 27"/>
          <p:cNvSpPr/>
          <p:nvPr>
            <p:custDataLst>
              <p:tags r:id="rId4"/>
            </p:custDataLst>
          </p:nvPr>
        </p:nvSpPr>
        <p:spPr>
          <a:xfrm>
            <a:off x="4101465" y="1285875"/>
            <a:ext cx="2308225" cy="2308225"/>
          </a:xfrm>
          <a:custGeom>
            <a:avLst/>
            <a:gdLst>
              <a:gd name="connsiteX0" fmla="*/ 1919288 w 3838576"/>
              <a:gd name="connsiteY0" fmla="*/ 0 h 3838576"/>
              <a:gd name="connsiteX1" fmla="*/ 3838576 w 3838576"/>
              <a:gd name="connsiteY1" fmla="*/ 1919288 h 3838576"/>
              <a:gd name="connsiteX2" fmla="*/ 1919288 w 3838576"/>
              <a:gd name="connsiteY2" fmla="*/ 3838576 h 3838576"/>
              <a:gd name="connsiteX3" fmla="*/ 0 w 3838576"/>
              <a:gd name="connsiteY3" fmla="*/ 1919288 h 3838576"/>
              <a:gd name="connsiteX4" fmla="*/ 959644 w 3838576"/>
              <a:gd name="connsiteY4" fmla="*/ 1919288 h 3838576"/>
              <a:gd name="connsiteX5" fmla="*/ 1919288 w 3838576"/>
              <a:gd name="connsiteY5" fmla="*/ 2878932 h 3838576"/>
              <a:gd name="connsiteX6" fmla="*/ 2878932 w 3838576"/>
              <a:gd name="connsiteY6" fmla="*/ 1919288 h 3838576"/>
              <a:gd name="connsiteX7" fmla="*/ 1919288 w 3838576"/>
              <a:gd name="connsiteY7" fmla="*/ 959644 h 3838576"/>
              <a:gd name="connsiteX8" fmla="*/ 1919288 w 3838576"/>
              <a:gd name="connsiteY8" fmla="*/ 0 h 3838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38576" h="3838576">
                <a:moveTo>
                  <a:pt x="1919288" y="0"/>
                </a:moveTo>
                <a:cubicBezTo>
                  <a:pt x="2979281" y="0"/>
                  <a:pt x="3838576" y="859295"/>
                  <a:pt x="3838576" y="1919288"/>
                </a:cubicBezTo>
                <a:cubicBezTo>
                  <a:pt x="3838576" y="2979281"/>
                  <a:pt x="2979281" y="3838576"/>
                  <a:pt x="1919288" y="3838576"/>
                </a:cubicBezTo>
                <a:cubicBezTo>
                  <a:pt x="859295" y="3838576"/>
                  <a:pt x="0" y="2979281"/>
                  <a:pt x="0" y="1919288"/>
                </a:cubicBezTo>
                <a:lnTo>
                  <a:pt x="959644" y="1919288"/>
                </a:lnTo>
                <a:cubicBezTo>
                  <a:pt x="959644" y="2449285"/>
                  <a:pt x="1389291" y="2878932"/>
                  <a:pt x="1919288" y="2878932"/>
                </a:cubicBezTo>
                <a:cubicBezTo>
                  <a:pt x="2449285" y="2878932"/>
                  <a:pt x="2878932" y="2449285"/>
                  <a:pt x="2878932" y="1919288"/>
                </a:cubicBezTo>
                <a:cubicBezTo>
                  <a:pt x="2878932" y="1389291"/>
                  <a:pt x="2449285" y="959644"/>
                  <a:pt x="1919288" y="959644"/>
                </a:cubicBezTo>
                <a:lnTo>
                  <a:pt x="1919288" y="0"/>
                </a:lnTo>
                <a:close/>
              </a:path>
            </a:pathLst>
          </a:custGeom>
          <a:solidFill>
            <a:srgbClr val="4D576B">
              <a:lumMod val="20000"/>
              <a:lumOff val="80000"/>
            </a:srgbClr>
          </a:solidFill>
          <a:ln w="76200">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20000"/>
              </a:lnSpc>
            </a:pPr>
            <a:endParaRPr sz="1350">
              <a:latin typeface="微软雅黑" panose="020B0503020204020204" pitchFamily="34" charset="-122"/>
              <a:ea typeface="微软雅黑" panose="020B0503020204020204" pitchFamily="34" charset="-122"/>
            </a:endParaRPr>
          </a:p>
        </p:txBody>
      </p:sp>
      <p:sp>
        <p:nvSpPr>
          <p:cNvPr id="4" name="等腰三角形 3"/>
          <p:cNvSpPr/>
          <p:nvPr>
            <p:custDataLst>
              <p:tags r:id="rId5"/>
            </p:custDataLst>
          </p:nvPr>
        </p:nvSpPr>
        <p:spPr>
          <a:xfrm rot="16200000">
            <a:off x="4591685" y="1395095"/>
            <a:ext cx="973455" cy="354330"/>
          </a:xfrm>
          <a:prstGeom prst="triangle">
            <a:avLst/>
          </a:prstGeom>
          <a:solidFill>
            <a:srgbClr val="4D576B">
              <a:lumMod val="20000"/>
              <a:lumOff val="80000"/>
            </a:srgbClr>
          </a:solidFill>
          <a:ln w="76200">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20000"/>
              </a:lnSpc>
            </a:pPr>
            <a:endParaRPr sz="1350">
              <a:latin typeface="微软雅黑" panose="020B0503020204020204" pitchFamily="34" charset="-122"/>
              <a:ea typeface="微软雅黑" panose="020B0503020204020204" pitchFamily="34" charset="-122"/>
            </a:endParaRPr>
          </a:p>
        </p:txBody>
      </p:sp>
      <p:sp>
        <p:nvSpPr>
          <p:cNvPr id="10" name="圆角矩形 9"/>
          <p:cNvSpPr/>
          <p:nvPr>
            <p:custDataLst>
              <p:tags r:id="rId6"/>
            </p:custDataLst>
          </p:nvPr>
        </p:nvSpPr>
        <p:spPr>
          <a:xfrm>
            <a:off x="3884930" y="1828800"/>
            <a:ext cx="995680" cy="995680"/>
          </a:xfrm>
          <a:prstGeom prst="roundRect">
            <a:avLst/>
          </a:prstGeom>
          <a:solidFill>
            <a:sysClr val="window" lastClr="FFFFFF">
              <a:lumMod val="75000"/>
            </a:sysClr>
          </a:solidFill>
          <a:ln w="76200">
            <a:solidFill>
              <a:srgbClr val="4D576B">
                <a:lumMod val="20000"/>
                <a:lumOff val="80000"/>
              </a:srgbClr>
            </a:solid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20000"/>
              </a:lnSpc>
            </a:pPr>
            <a:endParaRPr sz="1350">
              <a:latin typeface="微软雅黑" panose="020B0503020204020204" pitchFamily="34" charset="-122"/>
              <a:ea typeface="微软雅黑" panose="020B0503020204020204" pitchFamily="34" charset="-122"/>
            </a:endParaRPr>
          </a:p>
        </p:txBody>
      </p:sp>
      <p:sp>
        <p:nvSpPr>
          <p:cNvPr id="11" name="圆角矩形 10"/>
          <p:cNvSpPr/>
          <p:nvPr>
            <p:custDataLst>
              <p:tags r:id="rId7"/>
            </p:custDataLst>
          </p:nvPr>
        </p:nvSpPr>
        <p:spPr>
          <a:xfrm>
            <a:off x="3947160" y="1891030"/>
            <a:ext cx="871220" cy="871220"/>
          </a:xfrm>
          <a:prstGeom prst="roundRect">
            <a:avLst/>
          </a:prstGeom>
          <a:solidFill>
            <a:sysClr val="window" lastClr="FFFFFF"/>
          </a:solidFill>
          <a:ln w="76200">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20000"/>
              </a:lnSpc>
            </a:pPr>
            <a:endParaRPr sz="1350">
              <a:latin typeface="微软雅黑" panose="020B0503020204020204" pitchFamily="34" charset="-122"/>
              <a:ea typeface="微软雅黑" panose="020B0503020204020204" pitchFamily="34" charset="-122"/>
            </a:endParaRPr>
          </a:p>
        </p:txBody>
      </p:sp>
      <p:sp>
        <p:nvSpPr>
          <p:cNvPr id="24" name="椭圆 23"/>
          <p:cNvSpPr/>
          <p:nvPr>
            <p:custDataLst>
              <p:tags r:id="rId8"/>
            </p:custDataLst>
          </p:nvPr>
        </p:nvSpPr>
        <p:spPr>
          <a:xfrm>
            <a:off x="4934585" y="3253740"/>
            <a:ext cx="641985" cy="641985"/>
          </a:xfrm>
          <a:prstGeom prst="ellipse">
            <a:avLst/>
          </a:prstGeom>
          <a:solidFill>
            <a:srgbClr val="1F74AD"/>
          </a:solidFill>
          <a:ln w="38100">
            <a:solidFill>
              <a:sysClr val="window" lastClr="FFFFFF"/>
            </a:solid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defPPr>
              <a:defRPr lang="zh-CN"/>
            </a:defPPr>
            <a:lvl1pPr marL="0" algn="l" defTabSz="913765" rtl="0" eaLnBrk="1" latinLnBrk="0" hangingPunct="1">
              <a:defRPr sz="1800" kern="1200">
                <a:solidFill>
                  <a:sysClr val="window" lastClr="FFFFFF"/>
                </a:solidFill>
              </a:defRPr>
            </a:lvl1pPr>
            <a:lvl2pPr marL="457200" algn="l" defTabSz="913765" rtl="0" eaLnBrk="1" latinLnBrk="0" hangingPunct="1">
              <a:defRPr sz="1800" kern="1200">
                <a:solidFill>
                  <a:sysClr val="window" lastClr="FFFFFF"/>
                </a:solidFill>
              </a:defRPr>
            </a:lvl2pPr>
            <a:lvl3pPr marL="914400" algn="l" defTabSz="913765" rtl="0" eaLnBrk="1" latinLnBrk="0" hangingPunct="1">
              <a:defRPr sz="1800" kern="1200">
                <a:solidFill>
                  <a:sysClr val="window" lastClr="FFFFFF"/>
                </a:solidFill>
              </a:defRPr>
            </a:lvl3pPr>
            <a:lvl4pPr marL="1371600" algn="l" defTabSz="913765" rtl="0" eaLnBrk="1" latinLnBrk="0" hangingPunct="1">
              <a:defRPr sz="1800" kern="1200">
                <a:solidFill>
                  <a:sysClr val="window" lastClr="FFFFFF"/>
                </a:solidFill>
              </a:defRPr>
            </a:lvl4pPr>
            <a:lvl5pPr marL="1828800" algn="l" defTabSz="913765" rtl="0" eaLnBrk="1" latinLnBrk="0" hangingPunct="1">
              <a:defRPr sz="1800" kern="1200">
                <a:solidFill>
                  <a:sysClr val="window" lastClr="FFFFFF"/>
                </a:solidFill>
              </a:defRPr>
            </a:lvl5pPr>
            <a:lvl6pPr marL="2286000" algn="l" defTabSz="913765" rtl="0" eaLnBrk="1" latinLnBrk="0" hangingPunct="1">
              <a:defRPr sz="1800" kern="1200">
                <a:solidFill>
                  <a:sysClr val="window" lastClr="FFFFFF"/>
                </a:solidFill>
              </a:defRPr>
            </a:lvl6pPr>
            <a:lvl7pPr marL="2743200" algn="l" defTabSz="913765" rtl="0" eaLnBrk="1" latinLnBrk="0" hangingPunct="1">
              <a:defRPr sz="1800" kern="1200">
                <a:solidFill>
                  <a:sysClr val="window" lastClr="FFFFFF"/>
                </a:solidFill>
              </a:defRPr>
            </a:lvl7pPr>
            <a:lvl8pPr marL="3200400" algn="l" defTabSz="913765" rtl="0" eaLnBrk="1" latinLnBrk="0" hangingPunct="1">
              <a:defRPr sz="1800" kern="1200">
                <a:solidFill>
                  <a:sysClr val="window" lastClr="FFFFFF"/>
                </a:solidFill>
              </a:defRPr>
            </a:lvl8pPr>
            <a:lvl9pPr marL="3657600" algn="l" defTabSz="913765" rtl="0" eaLnBrk="1" latinLnBrk="0" hangingPunct="1">
              <a:defRPr sz="1800" kern="1200">
                <a:solidFill>
                  <a:sysClr val="window" lastClr="FFFFFF"/>
                </a:solidFill>
              </a:defRPr>
            </a:lvl9pPr>
          </a:lstStyle>
          <a:p>
            <a:pPr algn="ctr">
              <a:lnSpc>
                <a:spcPct val="120000"/>
              </a:lnSpc>
            </a:pPr>
            <a:endParaRPr lang="zh-CN" altLang="en-US" sz="1350" dirty="0">
              <a:latin typeface="微软雅黑" panose="020B0503020204020204" pitchFamily="34" charset="-122"/>
              <a:ea typeface="微软雅黑" panose="020B0503020204020204" pitchFamily="34" charset="-122"/>
            </a:endParaRPr>
          </a:p>
        </p:txBody>
      </p:sp>
      <p:sp>
        <p:nvSpPr>
          <p:cNvPr id="25" name="任意多边形 24"/>
          <p:cNvSpPr/>
          <p:nvPr>
            <p:custDataLst>
              <p:tags r:id="rId9"/>
            </p:custDataLst>
          </p:nvPr>
        </p:nvSpPr>
        <p:spPr bwMode="auto">
          <a:xfrm>
            <a:off x="5091430" y="3414395"/>
            <a:ext cx="327660" cy="321310"/>
          </a:xfrm>
          <a:custGeom>
            <a:avLst/>
            <a:gdLst>
              <a:gd name="T0" fmla="*/ 1312 w 1990"/>
              <a:gd name="T1" fmla="*/ 1552 h 1954"/>
              <a:gd name="T2" fmla="*/ 291 w 1990"/>
              <a:gd name="T3" fmla="*/ 1746 h 1954"/>
              <a:gd name="T4" fmla="*/ 0 w 1990"/>
              <a:gd name="T5" fmla="*/ 540 h 1954"/>
              <a:gd name="T6" fmla="*/ 515 w 1990"/>
              <a:gd name="T7" fmla="*/ 249 h 1954"/>
              <a:gd name="T8" fmla="*/ 1205 w 1990"/>
              <a:gd name="T9" fmla="*/ 0 h 1954"/>
              <a:gd name="T10" fmla="*/ 1496 w 1990"/>
              <a:gd name="T11" fmla="*/ 489 h 1954"/>
              <a:gd name="T12" fmla="*/ 1413 w 1990"/>
              <a:gd name="T13" fmla="*/ 291 h 1954"/>
              <a:gd name="T14" fmla="*/ 802 w 1990"/>
              <a:gd name="T15" fmla="*/ 83 h 1954"/>
              <a:gd name="T16" fmla="*/ 1039 w 1990"/>
              <a:gd name="T17" fmla="*/ 249 h 1954"/>
              <a:gd name="T18" fmla="*/ 1243 w 1990"/>
              <a:gd name="T19" fmla="*/ 499 h 1954"/>
              <a:gd name="T20" fmla="*/ 291 w 1990"/>
              <a:gd name="T21" fmla="*/ 333 h 1954"/>
              <a:gd name="T22" fmla="*/ 83 w 1990"/>
              <a:gd name="T23" fmla="*/ 1455 h 1954"/>
              <a:gd name="T24" fmla="*/ 1039 w 1990"/>
              <a:gd name="T25" fmla="*/ 1663 h 1954"/>
              <a:gd name="T26" fmla="*/ 1641 w 1990"/>
              <a:gd name="T27" fmla="*/ 1453 h 1954"/>
              <a:gd name="T28" fmla="*/ 1138 w 1990"/>
              <a:gd name="T29" fmla="*/ 583 h 1954"/>
              <a:gd name="T30" fmla="*/ 1641 w 1990"/>
              <a:gd name="T31" fmla="*/ 1453 h 1954"/>
              <a:gd name="T32" fmla="*/ 1752 w 1990"/>
              <a:gd name="T33" fmla="*/ 809 h 1954"/>
              <a:gd name="T34" fmla="*/ 1026 w 1990"/>
              <a:gd name="T35" fmla="*/ 1228 h 1954"/>
              <a:gd name="T36" fmla="*/ 1767 w 1990"/>
              <a:gd name="T37" fmla="*/ 1422 h 1954"/>
              <a:gd name="T38" fmla="*/ 1717 w 1990"/>
              <a:gd name="T39" fmla="*/ 1835 h 1954"/>
              <a:gd name="T40" fmla="*/ 1767 w 1990"/>
              <a:gd name="T41" fmla="*/ 1422 h 1954"/>
              <a:gd name="T42" fmla="*/ 1739 w 1990"/>
              <a:gd name="T43" fmla="*/ 1874 h 1954"/>
              <a:gd name="T44" fmla="*/ 1956 w 1990"/>
              <a:gd name="T45" fmla="*/ 1749 h 1954"/>
              <a:gd name="T46" fmla="*/ 249 w 1990"/>
              <a:gd name="T47" fmla="*/ 551 h 1954"/>
              <a:gd name="T48" fmla="*/ 803 w 1990"/>
              <a:gd name="T49" fmla="*/ 613 h 1954"/>
              <a:gd name="T50" fmla="*/ 675 w 1990"/>
              <a:gd name="T51" fmla="*/ 828 h 1954"/>
              <a:gd name="T52" fmla="*/ 249 w 1990"/>
              <a:gd name="T53" fmla="*/ 890 h 1954"/>
              <a:gd name="T54" fmla="*/ 675 w 1990"/>
              <a:gd name="T55" fmla="*/ 828 h 1954"/>
              <a:gd name="T56" fmla="*/ 675 w 1990"/>
              <a:gd name="T57" fmla="*/ 1167 h 1954"/>
              <a:gd name="T58" fmla="*/ 249 w 1990"/>
              <a:gd name="T59" fmla="*/ 1105 h 1954"/>
              <a:gd name="T60" fmla="*/ 249 w 1990"/>
              <a:gd name="T61" fmla="*/ 1444 h 1954"/>
              <a:gd name="T62" fmla="*/ 803 w 1990"/>
              <a:gd name="T63" fmla="*/ 1382 h 1954"/>
              <a:gd name="T64" fmla="*/ 249 w 1990"/>
              <a:gd name="T65" fmla="*/ 1444 h 1954"/>
              <a:gd name="T66" fmla="*/ 1179 w 1990"/>
              <a:gd name="T67" fmla="*/ 961 h 1954"/>
              <a:gd name="T68" fmla="*/ 1300 w 1990"/>
              <a:gd name="T69" fmla="*/ 1219 h 1954"/>
              <a:gd name="T70" fmla="*/ 1604 w 1990"/>
              <a:gd name="T71" fmla="*/ 858 h 1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90" h="1954">
                <a:moveTo>
                  <a:pt x="1231" y="1534"/>
                </a:moveTo>
                <a:cubicBezTo>
                  <a:pt x="1258" y="1542"/>
                  <a:pt x="1285" y="1548"/>
                  <a:pt x="1312" y="1552"/>
                </a:cubicBezTo>
                <a:cubicBezTo>
                  <a:pt x="1272" y="1665"/>
                  <a:pt x="1165" y="1746"/>
                  <a:pt x="1039" y="1746"/>
                </a:cubicBezTo>
                <a:lnTo>
                  <a:pt x="291" y="1746"/>
                </a:lnTo>
                <a:cubicBezTo>
                  <a:pt x="131" y="1746"/>
                  <a:pt x="0" y="1615"/>
                  <a:pt x="0" y="1455"/>
                </a:cubicBezTo>
                <a:lnTo>
                  <a:pt x="0" y="540"/>
                </a:lnTo>
                <a:cubicBezTo>
                  <a:pt x="0" y="380"/>
                  <a:pt x="131" y="249"/>
                  <a:pt x="291" y="249"/>
                </a:cubicBezTo>
                <a:lnTo>
                  <a:pt x="515" y="249"/>
                </a:lnTo>
                <a:cubicBezTo>
                  <a:pt x="535" y="109"/>
                  <a:pt x="656" y="0"/>
                  <a:pt x="802" y="0"/>
                </a:cubicBezTo>
                <a:lnTo>
                  <a:pt x="1205" y="0"/>
                </a:lnTo>
                <a:cubicBezTo>
                  <a:pt x="1366" y="0"/>
                  <a:pt x="1496" y="131"/>
                  <a:pt x="1496" y="291"/>
                </a:cubicBezTo>
                <a:lnTo>
                  <a:pt x="1496" y="489"/>
                </a:lnTo>
                <a:cubicBezTo>
                  <a:pt x="1469" y="484"/>
                  <a:pt x="1441" y="480"/>
                  <a:pt x="1413" y="479"/>
                </a:cubicBezTo>
                <a:lnTo>
                  <a:pt x="1413" y="291"/>
                </a:lnTo>
                <a:cubicBezTo>
                  <a:pt x="1413" y="176"/>
                  <a:pt x="1320" y="83"/>
                  <a:pt x="1205" y="83"/>
                </a:cubicBezTo>
                <a:lnTo>
                  <a:pt x="802" y="83"/>
                </a:lnTo>
                <a:cubicBezTo>
                  <a:pt x="701" y="83"/>
                  <a:pt x="617" y="155"/>
                  <a:pt x="598" y="249"/>
                </a:cubicBezTo>
                <a:lnTo>
                  <a:pt x="1039" y="249"/>
                </a:lnTo>
                <a:cubicBezTo>
                  <a:pt x="1180" y="249"/>
                  <a:pt x="1297" y="349"/>
                  <a:pt x="1324" y="482"/>
                </a:cubicBezTo>
                <a:cubicBezTo>
                  <a:pt x="1297" y="485"/>
                  <a:pt x="1270" y="491"/>
                  <a:pt x="1243" y="499"/>
                </a:cubicBezTo>
                <a:cubicBezTo>
                  <a:pt x="1224" y="404"/>
                  <a:pt x="1140" y="333"/>
                  <a:pt x="1039" y="333"/>
                </a:cubicBezTo>
                <a:lnTo>
                  <a:pt x="291" y="333"/>
                </a:lnTo>
                <a:cubicBezTo>
                  <a:pt x="177" y="333"/>
                  <a:pt x="83" y="426"/>
                  <a:pt x="83" y="540"/>
                </a:cubicBezTo>
                <a:lnTo>
                  <a:pt x="83" y="1455"/>
                </a:lnTo>
                <a:cubicBezTo>
                  <a:pt x="83" y="1569"/>
                  <a:pt x="177" y="1663"/>
                  <a:pt x="291" y="1663"/>
                </a:cubicBezTo>
                <a:lnTo>
                  <a:pt x="1039" y="1663"/>
                </a:lnTo>
                <a:cubicBezTo>
                  <a:pt x="1126" y="1663"/>
                  <a:pt x="1200" y="1609"/>
                  <a:pt x="1231" y="1534"/>
                </a:cubicBezTo>
                <a:close/>
                <a:moveTo>
                  <a:pt x="1641" y="1453"/>
                </a:moveTo>
                <a:cubicBezTo>
                  <a:pt x="1401" y="1591"/>
                  <a:pt x="1093" y="1509"/>
                  <a:pt x="955" y="1269"/>
                </a:cubicBezTo>
                <a:cubicBezTo>
                  <a:pt x="816" y="1029"/>
                  <a:pt x="899" y="722"/>
                  <a:pt x="1138" y="583"/>
                </a:cubicBezTo>
                <a:cubicBezTo>
                  <a:pt x="1378" y="445"/>
                  <a:pt x="1686" y="527"/>
                  <a:pt x="1824" y="767"/>
                </a:cubicBezTo>
                <a:cubicBezTo>
                  <a:pt x="1963" y="1007"/>
                  <a:pt x="1880" y="1314"/>
                  <a:pt x="1641" y="1453"/>
                </a:cubicBezTo>
                <a:close/>
                <a:moveTo>
                  <a:pt x="1599" y="1381"/>
                </a:moveTo>
                <a:cubicBezTo>
                  <a:pt x="1799" y="1266"/>
                  <a:pt x="1868" y="1009"/>
                  <a:pt x="1752" y="809"/>
                </a:cubicBezTo>
                <a:cubicBezTo>
                  <a:pt x="1637" y="608"/>
                  <a:pt x="1380" y="539"/>
                  <a:pt x="1180" y="655"/>
                </a:cubicBezTo>
                <a:cubicBezTo>
                  <a:pt x="980" y="771"/>
                  <a:pt x="911" y="1027"/>
                  <a:pt x="1026" y="1228"/>
                </a:cubicBezTo>
                <a:cubicBezTo>
                  <a:pt x="1142" y="1428"/>
                  <a:pt x="1399" y="1497"/>
                  <a:pt x="1599" y="1381"/>
                </a:cubicBezTo>
                <a:close/>
                <a:moveTo>
                  <a:pt x="1767" y="1422"/>
                </a:moveTo>
                <a:lnTo>
                  <a:pt x="1551" y="1547"/>
                </a:lnTo>
                <a:lnTo>
                  <a:pt x="1717" y="1835"/>
                </a:lnTo>
                <a:lnTo>
                  <a:pt x="1933" y="1710"/>
                </a:lnTo>
                <a:lnTo>
                  <a:pt x="1767" y="1422"/>
                </a:lnTo>
                <a:close/>
                <a:moveTo>
                  <a:pt x="1956" y="1749"/>
                </a:moveTo>
                <a:lnTo>
                  <a:pt x="1739" y="1874"/>
                </a:lnTo>
                <a:cubicBezTo>
                  <a:pt x="1774" y="1934"/>
                  <a:pt x="1850" y="1954"/>
                  <a:pt x="1910" y="1919"/>
                </a:cubicBezTo>
                <a:cubicBezTo>
                  <a:pt x="1969" y="1885"/>
                  <a:pt x="1990" y="1809"/>
                  <a:pt x="1956" y="1749"/>
                </a:cubicBezTo>
                <a:close/>
                <a:moveTo>
                  <a:pt x="803" y="551"/>
                </a:moveTo>
                <a:lnTo>
                  <a:pt x="249" y="551"/>
                </a:lnTo>
                <a:lnTo>
                  <a:pt x="249" y="613"/>
                </a:lnTo>
                <a:lnTo>
                  <a:pt x="803" y="613"/>
                </a:lnTo>
                <a:lnTo>
                  <a:pt x="803" y="551"/>
                </a:lnTo>
                <a:close/>
                <a:moveTo>
                  <a:pt x="675" y="828"/>
                </a:moveTo>
                <a:lnTo>
                  <a:pt x="249" y="828"/>
                </a:lnTo>
                <a:lnTo>
                  <a:pt x="249" y="890"/>
                </a:lnTo>
                <a:lnTo>
                  <a:pt x="675" y="890"/>
                </a:lnTo>
                <a:lnTo>
                  <a:pt x="675" y="828"/>
                </a:lnTo>
                <a:close/>
                <a:moveTo>
                  <a:pt x="249" y="1167"/>
                </a:moveTo>
                <a:lnTo>
                  <a:pt x="675" y="1167"/>
                </a:lnTo>
                <a:lnTo>
                  <a:pt x="675" y="1105"/>
                </a:lnTo>
                <a:lnTo>
                  <a:pt x="249" y="1105"/>
                </a:lnTo>
                <a:lnTo>
                  <a:pt x="249" y="1167"/>
                </a:lnTo>
                <a:close/>
                <a:moveTo>
                  <a:pt x="249" y="1444"/>
                </a:moveTo>
                <a:lnTo>
                  <a:pt x="803" y="1444"/>
                </a:lnTo>
                <a:lnTo>
                  <a:pt x="803" y="1382"/>
                </a:lnTo>
                <a:lnTo>
                  <a:pt x="249" y="1382"/>
                </a:lnTo>
                <a:lnTo>
                  <a:pt x="249" y="1444"/>
                </a:lnTo>
                <a:close/>
                <a:moveTo>
                  <a:pt x="1308" y="1105"/>
                </a:moveTo>
                <a:lnTo>
                  <a:pt x="1179" y="961"/>
                </a:lnTo>
                <a:lnTo>
                  <a:pt x="1118" y="1017"/>
                </a:lnTo>
                <a:lnTo>
                  <a:pt x="1300" y="1219"/>
                </a:lnTo>
                <a:lnTo>
                  <a:pt x="1657" y="922"/>
                </a:lnTo>
                <a:lnTo>
                  <a:pt x="1604" y="858"/>
                </a:lnTo>
                <a:lnTo>
                  <a:pt x="1308" y="1105"/>
                </a:lnTo>
                <a:close/>
              </a:path>
            </a:pathLst>
          </a:custGeom>
          <a:solidFill>
            <a:sysClr val="window" lastClr="FFFFFF"/>
          </a:solidFill>
          <a:ln>
            <a:noFill/>
          </a:ln>
        </p:spPr>
        <p:txBody>
          <a:bodyPr vert="horz" wrap="square" lIns="137124" tIns="68562" rIns="137124" bIns="68562" numCol="1" anchor="t" anchorCtr="0" compatLnSpc="1"/>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a:lnSpc>
                <a:spcPct val="120000"/>
              </a:lnSpc>
            </a:pPr>
            <a:endParaRPr lang="en-US" sz="5400" dirty="0">
              <a:latin typeface="微软雅黑" panose="020B0503020204020204" pitchFamily="34" charset="-122"/>
              <a:ea typeface="微软雅黑" panose="020B0503020204020204" pitchFamily="34" charset="-122"/>
            </a:endParaRPr>
          </a:p>
        </p:txBody>
      </p:sp>
      <p:sp>
        <p:nvSpPr>
          <p:cNvPr id="12" name="矩形 11"/>
          <p:cNvSpPr/>
          <p:nvPr>
            <p:custDataLst>
              <p:tags r:id="rId10"/>
            </p:custDataLst>
          </p:nvPr>
        </p:nvSpPr>
        <p:spPr>
          <a:xfrm>
            <a:off x="4067175" y="2153920"/>
            <a:ext cx="208915" cy="107950"/>
          </a:xfrm>
          <a:prstGeom prst="rect">
            <a:avLst/>
          </a:prstGeom>
          <a:solidFill>
            <a:srgbClr val="0096D6"/>
          </a:solidFill>
          <a:ln w="12700" cap="flat" cmpd="sng" algn="ctr">
            <a:noFill/>
            <a:prstDash val="solid"/>
            <a:miter lim="800000"/>
          </a:ln>
          <a:effectLst/>
        </p:spPr>
        <p:txBody>
          <a:bodyPr rot="0" spcFirstLastPara="0" vert="horz" wrap="square" lIns="68580" tIns="34290" rIns="68580" bIns="34290" numCol="1" spcCol="0" rtlCol="0" fromWordArt="0" anchor="ctr" anchorCtr="0" forceAA="0" compatLnSpc="1">
            <a:noAutofit/>
          </a:bodyPr>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marL="0" marR="0" lvl="0" indent="0" algn="ctr" defTabSz="914400" rtl="0" eaLnBrk="1" fontAlgn="auto" latinLnBrk="0" hangingPunct="1">
              <a:lnSpc>
                <a:spcPct val="120000"/>
              </a:lnSpc>
              <a:buClrTx/>
              <a:buSzTx/>
              <a:buFontTx/>
              <a:buNone/>
              <a:defRPr/>
            </a:pPr>
            <a:endParaRPr kumimoji="0" lang="zh-CN" altLang="en-US" sz="135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3" name="矩形 12"/>
          <p:cNvSpPr/>
          <p:nvPr>
            <p:custDataLst>
              <p:tags r:id="rId11"/>
            </p:custDataLst>
          </p:nvPr>
        </p:nvSpPr>
        <p:spPr>
          <a:xfrm>
            <a:off x="4067175" y="2153920"/>
            <a:ext cx="62865" cy="107950"/>
          </a:xfrm>
          <a:prstGeom prst="rect">
            <a:avLst/>
          </a:prstGeom>
          <a:solidFill>
            <a:srgbClr val="0096D6">
              <a:lumMod val="60000"/>
              <a:lumOff val="40000"/>
            </a:srgbClr>
          </a:solidFill>
          <a:ln w="12700" cap="flat" cmpd="sng" algn="ctr">
            <a:noFill/>
            <a:prstDash val="solid"/>
            <a:miter lim="800000"/>
          </a:ln>
          <a:effectLst/>
        </p:spPr>
        <p:txBody>
          <a:bodyPr rot="0" spcFirstLastPara="0" vert="horz" wrap="square" lIns="68580" tIns="34290" rIns="68580" bIns="34290" numCol="1" spcCol="0" rtlCol="0" fromWordArt="0" anchor="ctr" anchorCtr="0" forceAA="0" compatLnSpc="1">
            <a:noAutofit/>
          </a:bodyPr>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marL="0" marR="0" lvl="0" indent="0" algn="ctr" defTabSz="914400" rtl="0" eaLnBrk="1" fontAlgn="auto" latinLnBrk="0" hangingPunct="1">
              <a:lnSpc>
                <a:spcPct val="120000"/>
              </a:lnSpc>
              <a:buClrTx/>
              <a:buSzTx/>
              <a:buFontTx/>
              <a:buNone/>
              <a:defRPr/>
            </a:pPr>
            <a:endParaRPr kumimoji="0" lang="zh-CN" altLang="en-US" sz="135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4" name="任意多边形 13"/>
          <p:cNvSpPr/>
          <p:nvPr>
            <p:custDataLst>
              <p:tags r:id="rId12"/>
            </p:custDataLst>
          </p:nvPr>
        </p:nvSpPr>
        <p:spPr>
          <a:xfrm>
            <a:off x="4627245" y="2487295"/>
            <a:ext cx="150495" cy="150495"/>
          </a:xfrm>
          <a:custGeom>
            <a:avLst/>
            <a:gdLst>
              <a:gd name="connsiteX0" fmla="*/ 259984 w 607639"/>
              <a:gd name="connsiteY0" fmla="*/ 430308 h 606722"/>
              <a:gd name="connsiteX1" fmla="*/ 287837 w 607639"/>
              <a:gd name="connsiteY1" fmla="*/ 458126 h 606722"/>
              <a:gd name="connsiteX2" fmla="*/ 139047 w 607639"/>
              <a:gd name="connsiteY2" fmla="*/ 606722 h 606722"/>
              <a:gd name="connsiteX3" fmla="*/ 111282 w 607639"/>
              <a:gd name="connsiteY3" fmla="*/ 578905 h 606722"/>
              <a:gd name="connsiteX4" fmla="*/ 204460 w 607639"/>
              <a:gd name="connsiteY4" fmla="*/ 374844 h 606722"/>
              <a:gd name="connsiteX5" fmla="*/ 232231 w 607639"/>
              <a:gd name="connsiteY5" fmla="*/ 402573 h 606722"/>
              <a:gd name="connsiteX6" fmla="*/ 27771 w 607639"/>
              <a:gd name="connsiteY6" fmla="*/ 606722 h 606722"/>
              <a:gd name="connsiteX7" fmla="*/ 0 w 607639"/>
              <a:gd name="connsiteY7" fmla="*/ 578904 h 606722"/>
              <a:gd name="connsiteX8" fmla="*/ 148791 w 607639"/>
              <a:gd name="connsiteY8" fmla="*/ 319309 h 606722"/>
              <a:gd name="connsiteX9" fmla="*/ 176555 w 607639"/>
              <a:gd name="connsiteY9" fmla="*/ 347040 h 606722"/>
              <a:gd name="connsiteX10" fmla="*/ 27853 w 607639"/>
              <a:gd name="connsiteY10" fmla="*/ 495652 h 606722"/>
              <a:gd name="connsiteX11" fmla="*/ 0 w 607639"/>
              <a:gd name="connsiteY11" fmla="*/ 467921 h 606722"/>
              <a:gd name="connsiteX12" fmla="*/ 482456 w 607639"/>
              <a:gd name="connsiteY12" fmla="*/ 291506 h 606722"/>
              <a:gd name="connsiteX13" fmla="*/ 441354 w 607639"/>
              <a:gd name="connsiteY13" fmla="*/ 444829 h 606722"/>
              <a:gd name="connsiteX14" fmla="*/ 385749 w 607639"/>
              <a:gd name="connsiteY14" fmla="*/ 500380 h 606722"/>
              <a:gd name="connsiteX15" fmla="*/ 329611 w 607639"/>
              <a:gd name="connsiteY15" fmla="*/ 444295 h 606722"/>
              <a:gd name="connsiteX16" fmla="*/ 218312 w 607639"/>
              <a:gd name="connsiteY16" fmla="*/ 277605 h 606722"/>
              <a:gd name="connsiteX17" fmla="*/ 329470 w 607639"/>
              <a:gd name="connsiteY17" fmla="*/ 388739 h 606722"/>
              <a:gd name="connsiteX18" fmla="*/ 301703 w 607639"/>
              <a:gd name="connsiteY18" fmla="*/ 416478 h 606722"/>
              <a:gd name="connsiteX19" fmla="*/ 190456 w 607639"/>
              <a:gd name="connsiteY19" fmla="*/ 305433 h 606722"/>
              <a:gd name="connsiteX20" fmla="*/ 315639 w 607639"/>
              <a:gd name="connsiteY20" fmla="*/ 124971 h 606722"/>
              <a:gd name="connsiteX21" fmla="*/ 162720 w 607639"/>
              <a:gd name="connsiteY21" fmla="*/ 277604 h 606722"/>
              <a:gd name="connsiteX22" fmla="*/ 106554 w 607639"/>
              <a:gd name="connsiteY22" fmla="*/ 221544 h 606722"/>
              <a:gd name="connsiteX23" fmla="*/ 162097 w 607639"/>
              <a:gd name="connsiteY23" fmla="*/ 166016 h 606722"/>
              <a:gd name="connsiteX24" fmla="*/ 459243 w 607639"/>
              <a:gd name="connsiteY24" fmla="*/ 120359 h 606722"/>
              <a:gd name="connsiteX25" fmla="*/ 431471 w 607639"/>
              <a:gd name="connsiteY25" fmla="*/ 148088 h 606722"/>
              <a:gd name="connsiteX26" fmla="*/ 459243 w 607639"/>
              <a:gd name="connsiteY26" fmla="*/ 175905 h 606722"/>
              <a:gd name="connsiteX27" fmla="*/ 487103 w 607639"/>
              <a:gd name="connsiteY27" fmla="*/ 148088 h 606722"/>
              <a:gd name="connsiteX28" fmla="*/ 445357 w 607639"/>
              <a:gd name="connsiteY28" fmla="*/ 50948 h 606722"/>
              <a:gd name="connsiteX29" fmla="*/ 556620 w 607639"/>
              <a:gd name="connsiteY29" fmla="*/ 161952 h 606722"/>
              <a:gd name="connsiteX30" fmla="*/ 357326 w 607639"/>
              <a:gd name="connsiteY30" fmla="*/ 360942 h 606722"/>
              <a:gd name="connsiteX31" fmla="*/ 246062 w 607639"/>
              <a:gd name="connsiteY31" fmla="*/ 249938 h 606722"/>
              <a:gd name="connsiteX32" fmla="*/ 607639 w 607639"/>
              <a:gd name="connsiteY32" fmla="*/ 0 h 606722"/>
              <a:gd name="connsiteX33" fmla="*/ 576136 w 607639"/>
              <a:gd name="connsiteY33" fmla="*/ 125818 h 606722"/>
              <a:gd name="connsiteX34" fmla="*/ 481539 w 607639"/>
              <a:gd name="connsiteY34" fmla="*/ 31454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07639" h="606722">
                <a:moveTo>
                  <a:pt x="259984" y="430308"/>
                </a:moveTo>
                <a:lnTo>
                  <a:pt x="287837" y="458126"/>
                </a:lnTo>
                <a:lnTo>
                  <a:pt x="139047" y="606722"/>
                </a:lnTo>
                <a:lnTo>
                  <a:pt x="111282" y="578905"/>
                </a:lnTo>
                <a:close/>
                <a:moveTo>
                  <a:pt x="204460" y="374844"/>
                </a:moveTo>
                <a:lnTo>
                  <a:pt x="232231" y="402573"/>
                </a:lnTo>
                <a:lnTo>
                  <a:pt x="27771" y="606722"/>
                </a:lnTo>
                <a:lnTo>
                  <a:pt x="0" y="578904"/>
                </a:lnTo>
                <a:close/>
                <a:moveTo>
                  <a:pt x="148791" y="319309"/>
                </a:moveTo>
                <a:lnTo>
                  <a:pt x="176555" y="347040"/>
                </a:lnTo>
                <a:lnTo>
                  <a:pt x="27853" y="495652"/>
                </a:lnTo>
                <a:lnTo>
                  <a:pt x="0" y="467921"/>
                </a:lnTo>
                <a:close/>
                <a:moveTo>
                  <a:pt x="482456" y="291506"/>
                </a:moveTo>
                <a:lnTo>
                  <a:pt x="441354" y="444829"/>
                </a:lnTo>
                <a:lnTo>
                  <a:pt x="385749" y="500380"/>
                </a:lnTo>
                <a:lnTo>
                  <a:pt x="329611" y="444295"/>
                </a:lnTo>
                <a:close/>
                <a:moveTo>
                  <a:pt x="218312" y="277605"/>
                </a:moveTo>
                <a:lnTo>
                  <a:pt x="329470" y="388739"/>
                </a:lnTo>
                <a:lnTo>
                  <a:pt x="301703" y="416478"/>
                </a:lnTo>
                <a:lnTo>
                  <a:pt x="190456" y="305433"/>
                </a:lnTo>
                <a:close/>
                <a:moveTo>
                  <a:pt x="315639" y="124971"/>
                </a:moveTo>
                <a:lnTo>
                  <a:pt x="162720" y="277604"/>
                </a:lnTo>
                <a:lnTo>
                  <a:pt x="106554" y="221544"/>
                </a:lnTo>
                <a:lnTo>
                  <a:pt x="162097" y="166016"/>
                </a:lnTo>
                <a:close/>
                <a:moveTo>
                  <a:pt x="459243" y="120359"/>
                </a:moveTo>
                <a:lnTo>
                  <a:pt x="431471" y="148088"/>
                </a:lnTo>
                <a:lnTo>
                  <a:pt x="459243" y="175905"/>
                </a:lnTo>
                <a:lnTo>
                  <a:pt x="487103" y="148088"/>
                </a:lnTo>
                <a:close/>
                <a:moveTo>
                  <a:pt x="445357" y="50948"/>
                </a:moveTo>
                <a:lnTo>
                  <a:pt x="556620" y="161952"/>
                </a:lnTo>
                <a:lnTo>
                  <a:pt x="357326" y="360942"/>
                </a:lnTo>
                <a:lnTo>
                  <a:pt x="246062" y="249938"/>
                </a:lnTo>
                <a:close/>
                <a:moveTo>
                  <a:pt x="607639" y="0"/>
                </a:moveTo>
                <a:lnTo>
                  <a:pt x="576136" y="125818"/>
                </a:lnTo>
                <a:lnTo>
                  <a:pt x="481539" y="31454"/>
                </a:lnTo>
                <a:close/>
              </a:path>
            </a:pathLst>
          </a:custGeom>
          <a:solidFill>
            <a:srgbClr val="0096D6"/>
          </a:solidFill>
          <a:ln w="12700" cap="flat" cmpd="sng" algn="ctr">
            <a:noFill/>
            <a:prstDash val="solid"/>
            <a:miter lim="800000"/>
          </a:ln>
          <a:effectLst/>
        </p:spPr>
        <p:txBody>
          <a:bodyPr rot="0" spcFirstLastPara="0" vert="horz" wrap="square" lIns="68580" tIns="34290" rIns="68580" bIns="34290" numCol="1" spcCol="0" rtlCol="0" fromWordArt="0" anchor="ctr" anchorCtr="0" forceAA="0" compatLnSpc="1">
            <a:noAutofit/>
          </a:bodyPr>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marL="0" marR="0" lvl="0" indent="0" algn="ctr" defTabSz="914400" rtl="0" eaLnBrk="1" fontAlgn="auto" latinLnBrk="0" hangingPunct="1">
              <a:lnSpc>
                <a:spcPct val="120000"/>
              </a:lnSpc>
              <a:buClrTx/>
              <a:buSzTx/>
              <a:buFontTx/>
              <a:buNone/>
              <a:defRPr/>
            </a:pPr>
            <a:endParaRPr kumimoji="0" lang="zh-CN" altLang="en-US" sz="135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5" name="文本框 14"/>
          <p:cNvSpPr txBox="1"/>
          <p:nvPr>
            <p:custDataLst>
              <p:tags r:id="rId13"/>
            </p:custDataLst>
          </p:nvPr>
        </p:nvSpPr>
        <p:spPr>
          <a:xfrm>
            <a:off x="5658485" y="3509645"/>
            <a:ext cx="3197225" cy="641985"/>
          </a:xfrm>
          <a:prstGeom prst="rect">
            <a:avLst/>
          </a:prstGeom>
          <a:noFill/>
        </p:spPr>
        <p:txBody>
          <a:bodyPr wrap="square" lIns="67500" tIns="35100" rIns="67500" bIns="35100" rtlCol="0" anchor="ctr" anchorCtr="0">
            <a:normAutofit/>
          </a:bodyPr>
          <a:lstStyle/>
          <a:p>
            <a:pPr marL="0" lvl="0" indent="0" algn="l">
              <a:lnSpc>
                <a:spcPct val="120000"/>
              </a:lnSpc>
              <a:spcBef>
                <a:spcPts val="0"/>
              </a:spcBef>
              <a:spcAft>
                <a:spcPts val="0"/>
              </a:spcAft>
              <a:buSzPct val="100000"/>
            </a:pPr>
            <a:r>
              <a:rPr lang="zh-CN" altLang="en-US" sz="1050" dirty="0">
                <a:solidFill>
                  <a:srgbClr val="000000"/>
                </a:solidFill>
                <a:latin typeface="微软雅黑" panose="020B0503020204020204" pitchFamily="34" charset="-122"/>
                <a:ea typeface="微软雅黑" panose="020B0503020204020204" pitchFamily="34" charset="-122"/>
              </a:rPr>
              <a:t>4. 能熟练使用Metro 风格的应用。</a:t>
            </a:r>
          </a:p>
        </p:txBody>
      </p:sp>
      <p:sp>
        <p:nvSpPr>
          <p:cNvPr id="22" name="椭圆 21"/>
          <p:cNvSpPr/>
          <p:nvPr>
            <p:custDataLst>
              <p:tags r:id="rId14"/>
            </p:custDataLst>
          </p:nvPr>
        </p:nvSpPr>
        <p:spPr>
          <a:xfrm>
            <a:off x="5501640" y="1065530"/>
            <a:ext cx="641985" cy="641985"/>
          </a:xfrm>
          <a:prstGeom prst="ellipse">
            <a:avLst/>
          </a:prstGeom>
          <a:solidFill>
            <a:srgbClr val="1AA3AA"/>
          </a:solidFill>
          <a:ln w="38100">
            <a:solidFill>
              <a:sysClr val="window" lastClr="FFFFFF"/>
            </a:solid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defPPr>
              <a:defRPr lang="zh-CN"/>
            </a:defPPr>
            <a:lvl1pPr marL="0" algn="l" defTabSz="913765" rtl="0" eaLnBrk="1" latinLnBrk="0" hangingPunct="1">
              <a:defRPr sz="1800" kern="1200">
                <a:solidFill>
                  <a:sysClr val="window" lastClr="FFFFFF"/>
                </a:solidFill>
              </a:defRPr>
            </a:lvl1pPr>
            <a:lvl2pPr marL="457200" algn="l" defTabSz="913765" rtl="0" eaLnBrk="1" latinLnBrk="0" hangingPunct="1">
              <a:defRPr sz="1800" kern="1200">
                <a:solidFill>
                  <a:sysClr val="window" lastClr="FFFFFF"/>
                </a:solidFill>
              </a:defRPr>
            </a:lvl2pPr>
            <a:lvl3pPr marL="914400" algn="l" defTabSz="913765" rtl="0" eaLnBrk="1" latinLnBrk="0" hangingPunct="1">
              <a:defRPr sz="1800" kern="1200">
                <a:solidFill>
                  <a:sysClr val="window" lastClr="FFFFFF"/>
                </a:solidFill>
              </a:defRPr>
            </a:lvl3pPr>
            <a:lvl4pPr marL="1371600" algn="l" defTabSz="913765" rtl="0" eaLnBrk="1" latinLnBrk="0" hangingPunct="1">
              <a:defRPr sz="1800" kern="1200">
                <a:solidFill>
                  <a:sysClr val="window" lastClr="FFFFFF"/>
                </a:solidFill>
              </a:defRPr>
            </a:lvl4pPr>
            <a:lvl5pPr marL="1828800" algn="l" defTabSz="913765" rtl="0" eaLnBrk="1" latinLnBrk="0" hangingPunct="1">
              <a:defRPr sz="1800" kern="1200">
                <a:solidFill>
                  <a:sysClr val="window" lastClr="FFFFFF"/>
                </a:solidFill>
              </a:defRPr>
            </a:lvl5pPr>
            <a:lvl6pPr marL="2286000" algn="l" defTabSz="913765" rtl="0" eaLnBrk="1" latinLnBrk="0" hangingPunct="1">
              <a:defRPr sz="1800" kern="1200">
                <a:solidFill>
                  <a:sysClr val="window" lastClr="FFFFFF"/>
                </a:solidFill>
              </a:defRPr>
            </a:lvl6pPr>
            <a:lvl7pPr marL="2743200" algn="l" defTabSz="913765" rtl="0" eaLnBrk="1" latinLnBrk="0" hangingPunct="1">
              <a:defRPr sz="1800" kern="1200">
                <a:solidFill>
                  <a:sysClr val="window" lastClr="FFFFFF"/>
                </a:solidFill>
              </a:defRPr>
            </a:lvl7pPr>
            <a:lvl8pPr marL="3200400" algn="l" defTabSz="913765" rtl="0" eaLnBrk="1" latinLnBrk="0" hangingPunct="1">
              <a:defRPr sz="1800" kern="1200">
                <a:solidFill>
                  <a:sysClr val="window" lastClr="FFFFFF"/>
                </a:solidFill>
              </a:defRPr>
            </a:lvl8pPr>
            <a:lvl9pPr marL="3657600" algn="l" defTabSz="913765" rtl="0" eaLnBrk="1" latinLnBrk="0" hangingPunct="1">
              <a:defRPr sz="1800" kern="1200">
                <a:solidFill>
                  <a:sysClr val="window" lastClr="FFFFFF"/>
                </a:solidFill>
              </a:defRPr>
            </a:lvl9pPr>
          </a:lstStyle>
          <a:p>
            <a:pPr algn="ctr">
              <a:lnSpc>
                <a:spcPct val="120000"/>
              </a:lnSpc>
            </a:pPr>
            <a:endParaRPr lang="zh-CN" altLang="en-US" sz="1350" dirty="0">
              <a:latin typeface="微软雅黑" panose="020B0503020204020204" pitchFamily="34" charset="-122"/>
              <a:ea typeface="微软雅黑" panose="020B0503020204020204" pitchFamily="34" charset="-122"/>
            </a:endParaRPr>
          </a:p>
        </p:txBody>
      </p:sp>
      <p:sp>
        <p:nvSpPr>
          <p:cNvPr id="23" name="任意多边形 22"/>
          <p:cNvSpPr/>
          <p:nvPr>
            <p:custDataLst>
              <p:tags r:id="rId15"/>
            </p:custDataLst>
          </p:nvPr>
        </p:nvSpPr>
        <p:spPr bwMode="auto">
          <a:xfrm>
            <a:off x="5659120" y="1226185"/>
            <a:ext cx="327660" cy="321310"/>
          </a:xfrm>
          <a:custGeom>
            <a:avLst/>
            <a:gdLst>
              <a:gd name="T0" fmla="*/ 1312 w 1990"/>
              <a:gd name="T1" fmla="*/ 1552 h 1954"/>
              <a:gd name="T2" fmla="*/ 291 w 1990"/>
              <a:gd name="T3" fmla="*/ 1746 h 1954"/>
              <a:gd name="T4" fmla="*/ 0 w 1990"/>
              <a:gd name="T5" fmla="*/ 540 h 1954"/>
              <a:gd name="T6" fmla="*/ 515 w 1990"/>
              <a:gd name="T7" fmla="*/ 249 h 1954"/>
              <a:gd name="T8" fmla="*/ 1205 w 1990"/>
              <a:gd name="T9" fmla="*/ 0 h 1954"/>
              <a:gd name="T10" fmla="*/ 1496 w 1990"/>
              <a:gd name="T11" fmla="*/ 489 h 1954"/>
              <a:gd name="T12" fmla="*/ 1413 w 1990"/>
              <a:gd name="T13" fmla="*/ 291 h 1954"/>
              <a:gd name="T14" fmla="*/ 802 w 1990"/>
              <a:gd name="T15" fmla="*/ 83 h 1954"/>
              <a:gd name="T16" fmla="*/ 1039 w 1990"/>
              <a:gd name="T17" fmla="*/ 249 h 1954"/>
              <a:gd name="T18" fmla="*/ 1243 w 1990"/>
              <a:gd name="T19" fmla="*/ 499 h 1954"/>
              <a:gd name="T20" fmla="*/ 291 w 1990"/>
              <a:gd name="T21" fmla="*/ 333 h 1954"/>
              <a:gd name="T22" fmla="*/ 83 w 1990"/>
              <a:gd name="T23" fmla="*/ 1455 h 1954"/>
              <a:gd name="T24" fmla="*/ 1039 w 1990"/>
              <a:gd name="T25" fmla="*/ 1663 h 1954"/>
              <a:gd name="T26" fmla="*/ 1641 w 1990"/>
              <a:gd name="T27" fmla="*/ 1453 h 1954"/>
              <a:gd name="T28" fmla="*/ 1138 w 1990"/>
              <a:gd name="T29" fmla="*/ 583 h 1954"/>
              <a:gd name="T30" fmla="*/ 1641 w 1990"/>
              <a:gd name="T31" fmla="*/ 1453 h 1954"/>
              <a:gd name="T32" fmla="*/ 1752 w 1990"/>
              <a:gd name="T33" fmla="*/ 809 h 1954"/>
              <a:gd name="T34" fmla="*/ 1026 w 1990"/>
              <a:gd name="T35" fmla="*/ 1228 h 1954"/>
              <a:gd name="T36" fmla="*/ 1767 w 1990"/>
              <a:gd name="T37" fmla="*/ 1422 h 1954"/>
              <a:gd name="T38" fmla="*/ 1717 w 1990"/>
              <a:gd name="T39" fmla="*/ 1835 h 1954"/>
              <a:gd name="T40" fmla="*/ 1767 w 1990"/>
              <a:gd name="T41" fmla="*/ 1422 h 1954"/>
              <a:gd name="T42" fmla="*/ 1739 w 1990"/>
              <a:gd name="T43" fmla="*/ 1874 h 1954"/>
              <a:gd name="T44" fmla="*/ 1956 w 1990"/>
              <a:gd name="T45" fmla="*/ 1749 h 1954"/>
              <a:gd name="T46" fmla="*/ 249 w 1990"/>
              <a:gd name="T47" fmla="*/ 551 h 1954"/>
              <a:gd name="T48" fmla="*/ 803 w 1990"/>
              <a:gd name="T49" fmla="*/ 613 h 1954"/>
              <a:gd name="T50" fmla="*/ 675 w 1990"/>
              <a:gd name="T51" fmla="*/ 828 h 1954"/>
              <a:gd name="T52" fmla="*/ 249 w 1990"/>
              <a:gd name="T53" fmla="*/ 890 h 1954"/>
              <a:gd name="T54" fmla="*/ 675 w 1990"/>
              <a:gd name="T55" fmla="*/ 828 h 1954"/>
              <a:gd name="T56" fmla="*/ 675 w 1990"/>
              <a:gd name="T57" fmla="*/ 1167 h 1954"/>
              <a:gd name="T58" fmla="*/ 249 w 1990"/>
              <a:gd name="T59" fmla="*/ 1105 h 1954"/>
              <a:gd name="T60" fmla="*/ 249 w 1990"/>
              <a:gd name="T61" fmla="*/ 1444 h 1954"/>
              <a:gd name="T62" fmla="*/ 803 w 1990"/>
              <a:gd name="T63" fmla="*/ 1382 h 1954"/>
              <a:gd name="T64" fmla="*/ 249 w 1990"/>
              <a:gd name="T65" fmla="*/ 1444 h 1954"/>
              <a:gd name="T66" fmla="*/ 1179 w 1990"/>
              <a:gd name="T67" fmla="*/ 961 h 1954"/>
              <a:gd name="T68" fmla="*/ 1300 w 1990"/>
              <a:gd name="T69" fmla="*/ 1219 h 1954"/>
              <a:gd name="T70" fmla="*/ 1604 w 1990"/>
              <a:gd name="T71" fmla="*/ 858 h 1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90" h="1954">
                <a:moveTo>
                  <a:pt x="1231" y="1534"/>
                </a:moveTo>
                <a:cubicBezTo>
                  <a:pt x="1258" y="1542"/>
                  <a:pt x="1285" y="1548"/>
                  <a:pt x="1312" y="1552"/>
                </a:cubicBezTo>
                <a:cubicBezTo>
                  <a:pt x="1272" y="1665"/>
                  <a:pt x="1165" y="1746"/>
                  <a:pt x="1039" y="1746"/>
                </a:cubicBezTo>
                <a:lnTo>
                  <a:pt x="291" y="1746"/>
                </a:lnTo>
                <a:cubicBezTo>
                  <a:pt x="131" y="1746"/>
                  <a:pt x="0" y="1615"/>
                  <a:pt x="0" y="1455"/>
                </a:cubicBezTo>
                <a:lnTo>
                  <a:pt x="0" y="540"/>
                </a:lnTo>
                <a:cubicBezTo>
                  <a:pt x="0" y="380"/>
                  <a:pt x="131" y="249"/>
                  <a:pt x="291" y="249"/>
                </a:cubicBezTo>
                <a:lnTo>
                  <a:pt x="515" y="249"/>
                </a:lnTo>
                <a:cubicBezTo>
                  <a:pt x="535" y="109"/>
                  <a:pt x="656" y="0"/>
                  <a:pt x="802" y="0"/>
                </a:cubicBezTo>
                <a:lnTo>
                  <a:pt x="1205" y="0"/>
                </a:lnTo>
                <a:cubicBezTo>
                  <a:pt x="1366" y="0"/>
                  <a:pt x="1496" y="131"/>
                  <a:pt x="1496" y="291"/>
                </a:cubicBezTo>
                <a:lnTo>
                  <a:pt x="1496" y="489"/>
                </a:lnTo>
                <a:cubicBezTo>
                  <a:pt x="1469" y="484"/>
                  <a:pt x="1441" y="480"/>
                  <a:pt x="1413" y="479"/>
                </a:cubicBezTo>
                <a:lnTo>
                  <a:pt x="1413" y="291"/>
                </a:lnTo>
                <a:cubicBezTo>
                  <a:pt x="1413" y="176"/>
                  <a:pt x="1320" y="83"/>
                  <a:pt x="1205" y="83"/>
                </a:cubicBezTo>
                <a:lnTo>
                  <a:pt x="802" y="83"/>
                </a:lnTo>
                <a:cubicBezTo>
                  <a:pt x="701" y="83"/>
                  <a:pt x="617" y="155"/>
                  <a:pt x="598" y="249"/>
                </a:cubicBezTo>
                <a:lnTo>
                  <a:pt x="1039" y="249"/>
                </a:lnTo>
                <a:cubicBezTo>
                  <a:pt x="1180" y="249"/>
                  <a:pt x="1297" y="349"/>
                  <a:pt x="1324" y="482"/>
                </a:cubicBezTo>
                <a:cubicBezTo>
                  <a:pt x="1297" y="485"/>
                  <a:pt x="1270" y="491"/>
                  <a:pt x="1243" y="499"/>
                </a:cubicBezTo>
                <a:cubicBezTo>
                  <a:pt x="1224" y="404"/>
                  <a:pt x="1140" y="333"/>
                  <a:pt x="1039" y="333"/>
                </a:cubicBezTo>
                <a:lnTo>
                  <a:pt x="291" y="333"/>
                </a:lnTo>
                <a:cubicBezTo>
                  <a:pt x="177" y="333"/>
                  <a:pt x="83" y="426"/>
                  <a:pt x="83" y="540"/>
                </a:cubicBezTo>
                <a:lnTo>
                  <a:pt x="83" y="1455"/>
                </a:lnTo>
                <a:cubicBezTo>
                  <a:pt x="83" y="1569"/>
                  <a:pt x="177" y="1663"/>
                  <a:pt x="291" y="1663"/>
                </a:cubicBezTo>
                <a:lnTo>
                  <a:pt x="1039" y="1663"/>
                </a:lnTo>
                <a:cubicBezTo>
                  <a:pt x="1126" y="1663"/>
                  <a:pt x="1200" y="1609"/>
                  <a:pt x="1231" y="1534"/>
                </a:cubicBezTo>
                <a:close/>
                <a:moveTo>
                  <a:pt x="1641" y="1453"/>
                </a:moveTo>
                <a:cubicBezTo>
                  <a:pt x="1401" y="1591"/>
                  <a:pt x="1093" y="1509"/>
                  <a:pt x="955" y="1269"/>
                </a:cubicBezTo>
                <a:cubicBezTo>
                  <a:pt x="816" y="1029"/>
                  <a:pt x="899" y="722"/>
                  <a:pt x="1138" y="583"/>
                </a:cubicBezTo>
                <a:cubicBezTo>
                  <a:pt x="1378" y="445"/>
                  <a:pt x="1686" y="527"/>
                  <a:pt x="1824" y="767"/>
                </a:cubicBezTo>
                <a:cubicBezTo>
                  <a:pt x="1963" y="1007"/>
                  <a:pt x="1880" y="1314"/>
                  <a:pt x="1641" y="1453"/>
                </a:cubicBezTo>
                <a:close/>
                <a:moveTo>
                  <a:pt x="1599" y="1381"/>
                </a:moveTo>
                <a:cubicBezTo>
                  <a:pt x="1799" y="1266"/>
                  <a:pt x="1868" y="1009"/>
                  <a:pt x="1752" y="809"/>
                </a:cubicBezTo>
                <a:cubicBezTo>
                  <a:pt x="1637" y="608"/>
                  <a:pt x="1380" y="539"/>
                  <a:pt x="1180" y="655"/>
                </a:cubicBezTo>
                <a:cubicBezTo>
                  <a:pt x="980" y="771"/>
                  <a:pt x="911" y="1027"/>
                  <a:pt x="1026" y="1228"/>
                </a:cubicBezTo>
                <a:cubicBezTo>
                  <a:pt x="1142" y="1428"/>
                  <a:pt x="1399" y="1497"/>
                  <a:pt x="1599" y="1381"/>
                </a:cubicBezTo>
                <a:close/>
                <a:moveTo>
                  <a:pt x="1767" y="1422"/>
                </a:moveTo>
                <a:lnTo>
                  <a:pt x="1551" y="1547"/>
                </a:lnTo>
                <a:lnTo>
                  <a:pt x="1717" y="1835"/>
                </a:lnTo>
                <a:lnTo>
                  <a:pt x="1933" y="1710"/>
                </a:lnTo>
                <a:lnTo>
                  <a:pt x="1767" y="1422"/>
                </a:lnTo>
                <a:close/>
                <a:moveTo>
                  <a:pt x="1956" y="1749"/>
                </a:moveTo>
                <a:lnTo>
                  <a:pt x="1739" y="1874"/>
                </a:lnTo>
                <a:cubicBezTo>
                  <a:pt x="1774" y="1934"/>
                  <a:pt x="1850" y="1954"/>
                  <a:pt x="1910" y="1919"/>
                </a:cubicBezTo>
                <a:cubicBezTo>
                  <a:pt x="1969" y="1885"/>
                  <a:pt x="1990" y="1809"/>
                  <a:pt x="1956" y="1749"/>
                </a:cubicBezTo>
                <a:close/>
                <a:moveTo>
                  <a:pt x="803" y="551"/>
                </a:moveTo>
                <a:lnTo>
                  <a:pt x="249" y="551"/>
                </a:lnTo>
                <a:lnTo>
                  <a:pt x="249" y="613"/>
                </a:lnTo>
                <a:lnTo>
                  <a:pt x="803" y="613"/>
                </a:lnTo>
                <a:lnTo>
                  <a:pt x="803" y="551"/>
                </a:lnTo>
                <a:close/>
                <a:moveTo>
                  <a:pt x="675" y="828"/>
                </a:moveTo>
                <a:lnTo>
                  <a:pt x="249" y="828"/>
                </a:lnTo>
                <a:lnTo>
                  <a:pt x="249" y="890"/>
                </a:lnTo>
                <a:lnTo>
                  <a:pt x="675" y="890"/>
                </a:lnTo>
                <a:lnTo>
                  <a:pt x="675" y="828"/>
                </a:lnTo>
                <a:close/>
                <a:moveTo>
                  <a:pt x="249" y="1167"/>
                </a:moveTo>
                <a:lnTo>
                  <a:pt x="675" y="1167"/>
                </a:lnTo>
                <a:lnTo>
                  <a:pt x="675" y="1105"/>
                </a:lnTo>
                <a:lnTo>
                  <a:pt x="249" y="1105"/>
                </a:lnTo>
                <a:lnTo>
                  <a:pt x="249" y="1167"/>
                </a:lnTo>
                <a:close/>
                <a:moveTo>
                  <a:pt x="249" y="1444"/>
                </a:moveTo>
                <a:lnTo>
                  <a:pt x="803" y="1444"/>
                </a:lnTo>
                <a:lnTo>
                  <a:pt x="803" y="1382"/>
                </a:lnTo>
                <a:lnTo>
                  <a:pt x="249" y="1382"/>
                </a:lnTo>
                <a:lnTo>
                  <a:pt x="249" y="1444"/>
                </a:lnTo>
                <a:close/>
                <a:moveTo>
                  <a:pt x="1308" y="1105"/>
                </a:moveTo>
                <a:lnTo>
                  <a:pt x="1179" y="961"/>
                </a:lnTo>
                <a:lnTo>
                  <a:pt x="1118" y="1017"/>
                </a:lnTo>
                <a:lnTo>
                  <a:pt x="1300" y="1219"/>
                </a:lnTo>
                <a:lnTo>
                  <a:pt x="1657" y="922"/>
                </a:lnTo>
                <a:lnTo>
                  <a:pt x="1604" y="858"/>
                </a:lnTo>
                <a:lnTo>
                  <a:pt x="1308" y="1105"/>
                </a:lnTo>
                <a:close/>
              </a:path>
            </a:pathLst>
          </a:custGeom>
          <a:solidFill>
            <a:sysClr val="window" lastClr="FFFFFF"/>
          </a:solidFill>
          <a:ln>
            <a:noFill/>
          </a:ln>
        </p:spPr>
        <p:txBody>
          <a:bodyPr vert="horz" wrap="square" lIns="137124" tIns="68562" rIns="137124" bIns="68562" numCol="1" anchor="t" anchorCtr="0" compatLnSpc="1"/>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a:lnSpc>
                <a:spcPct val="120000"/>
              </a:lnSpc>
            </a:pPr>
            <a:endParaRPr lang="en-US" sz="5400" dirty="0">
              <a:latin typeface="微软雅黑" panose="020B0503020204020204" pitchFamily="34" charset="-122"/>
              <a:ea typeface="微软雅黑" panose="020B0503020204020204" pitchFamily="34" charset="-122"/>
            </a:endParaRPr>
          </a:p>
        </p:txBody>
      </p:sp>
      <p:sp>
        <p:nvSpPr>
          <p:cNvPr id="30" name="文本框 29"/>
          <p:cNvSpPr txBox="1"/>
          <p:nvPr>
            <p:custDataLst>
              <p:tags r:id="rId16"/>
            </p:custDataLst>
          </p:nvPr>
        </p:nvSpPr>
        <p:spPr>
          <a:xfrm>
            <a:off x="6251575" y="1065530"/>
            <a:ext cx="2604135" cy="641985"/>
          </a:xfrm>
          <a:prstGeom prst="rect">
            <a:avLst/>
          </a:prstGeom>
          <a:noFill/>
        </p:spPr>
        <p:txBody>
          <a:bodyPr wrap="square" lIns="67500" tIns="35100" rIns="67500" bIns="35100" rtlCol="0" anchor="ctr" anchorCtr="0">
            <a:normAutofit/>
          </a:bodyPr>
          <a:lstStyle/>
          <a:p>
            <a:pPr marL="0" lvl="0" indent="0" algn="l">
              <a:lnSpc>
                <a:spcPct val="120000"/>
              </a:lnSpc>
              <a:spcBef>
                <a:spcPts val="0"/>
              </a:spcBef>
              <a:spcAft>
                <a:spcPts val="0"/>
              </a:spcAft>
              <a:buSzPct val="100000"/>
            </a:pPr>
            <a:r>
              <a:rPr lang="en-US" altLang="zh-CN" sz="1050" dirty="0">
                <a:solidFill>
                  <a:srgbClr val="000000"/>
                </a:solidFill>
                <a:latin typeface="微软雅黑" panose="020B0503020204020204" pitchFamily="34" charset="-122"/>
                <a:ea typeface="微软雅黑" panose="020B0503020204020204" pitchFamily="34" charset="-122"/>
              </a:rPr>
              <a:t>1.</a:t>
            </a:r>
            <a:r>
              <a:rPr lang="zh-CN" altLang="en-US" sz="1050" dirty="0">
                <a:solidFill>
                  <a:srgbClr val="000000"/>
                </a:solidFill>
                <a:latin typeface="微软雅黑" panose="020B0503020204020204" pitchFamily="34" charset="-122"/>
                <a:ea typeface="微软雅黑" panose="020B0503020204020204" pitchFamily="34" charset="-122"/>
              </a:rPr>
              <a:t>会设置计算机用户。</a:t>
            </a:r>
          </a:p>
        </p:txBody>
      </p:sp>
      <p:sp>
        <p:nvSpPr>
          <p:cNvPr id="31" name="椭圆 30"/>
          <p:cNvSpPr/>
          <p:nvPr>
            <p:custDataLst>
              <p:tags r:id="rId17"/>
            </p:custDataLst>
          </p:nvPr>
        </p:nvSpPr>
        <p:spPr>
          <a:xfrm>
            <a:off x="5974715" y="1861185"/>
            <a:ext cx="641985" cy="641985"/>
          </a:xfrm>
          <a:prstGeom prst="ellipse">
            <a:avLst/>
          </a:prstGeom>
          <a:solidFill>
            <a:srgbClr val="3498DB"/>
          </a:solidFill>
          <a:ln w="38100">
            <a:solidFill>
              <a:sysClr val="window" lastClr="FFFFFF"/>
            </a:solid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defPPr>
              <a:defRPr lang="zh-CN"/>
            </a:defPPr>
            <a:lvl1pPr marL="0" algn="l" defTabSz="913765" rtl="0" eaLnBrk="1" latinLnBrk="0" hangingPunct="1">
              <a:defRPr sz="1800" kern="1200">
                <a:solidFill>
                  <a:sysClr val="window" lastClr="FFFFFF"/>
                </a:solidFill>
              </a:defRPr>
            </a:lvl1pPr>
            <a:lvl2pPr marL="457200" algn="l" defTabSz="913765" rtl="0" eaLnBrk="1" latinLnBrk="0" hangingPunct="1">
              <a:defRPr sz="1800" kern="1200">
                <a:solidFill>
                  <a:sysClr val="window" lastClr="FFFFFF"/>
                </a:solidFill>
              </a:defRPr>
            </a:lvl2pPr>
            <a:lvl3pPr marL="914400" algn="l" defTabSz="913765" rtl="0" eaLnBrk="1" latinLnBrk="0" hangingPunct="1">
              <a:defRPr sz="1800" kern="1200">
                <a:solidFill>
                  <a:sysClr val="window" lastClr="FFFFFF"/>
                </a:solidFill>
              </a:defRPr>
            </a:lvl3pPr>
            <a:lvl4pPr marL="1371600" algn="l" defTabSz="913765" rtl="0" eaLnBrk="1" latinLnBrk="0" hangingPunct="1">
              <a:defRPr sz="1800" kern="1200">
                <a:solidFill>
                  <a:sysClr val="window" lastClr="FFFFFF"/>
                </a:solidFill>
              </a:defRPr>
            </a:lvl4pPr>
            <a:lvl5pPr marL="1828800" algn="l" defTabSz="913765" rtl="0" eaLnBrk="1" latinLnBrk="0" hangingPunct="1">
              <a:defRPr sz="1800" kern="1200">
                <a:solidFill>
                  <a:sysClr val="window" lastClr="FFFFFF"/>
                </a:solidFill>
              </a:defRPr>
            </a:lvl5pPr>
            <a:lvl6pPr marL="2286000" algn="l" defTabSz="913765" rtl="0" eaLnBrk="1" latinLnBrk="0" hangingPunct="1">
              <a:defRPr sz="1800" kern="1200">
                <a:solidFill>
                  <a:sysClr val="window" lastClr="FFFFFF"/>
                </a:solidFill>
              </a:defRPr>
            </a:lvl6pPr>
            <a:lvl7pPr marL="2743200" algn="l" defTabSz="913765" rtl="0" eaLnBrk="1" latinLnBrk="0" hangingPunct="1">
              <a:defRPr sz="1800" kern="1200">
                <a:solidFill>
                  <a:sysClr val="window" lastClr="FFFFFF"/>
                </a:solidFill>
              </a:defRPr>
            </a:lvl7pPr>
            <a:lvl8pPr marL="3200400" algn="l" defTabSz="913765" rtl="0" eaLnBrk="1" latinLnBrk="0" hangingPunct="1">
              <a:defRPr sz="1800" kern="1200">
                <a:solidFill>
                  <a:sysClr val="window" lastClr="FFFFFF"/>
                </a:solidFill>
              </a:defRPr>
            </a:lvl8pPr>
            <a:lvl9pPr marL="3657600" algn="l" defTabSz="913765" rtl="0" eaLnBrk="1" latinLnBrk="0" hangingPunct="1">
              <a:defRPr sz="1800" kern="1200">
                <a:solidFill>
                  <a:sysClr val="window" lastClr="FFFFFF"/>
                </a:solidFill>
              </a:defRPr>
            </a:lvl9pPr>
          </a:lstStyle>
          <a:p>
            <a:pPr algn="ctr">
              <a:lnSpc>
                <a:spcPct val="120000"/>
              </a:lnSpc>
            </a:pPr>
            <a:endParaRPr lang="zh-CN" altLang="en-US" sz="1350" dirty="0">
              <a:latin typeface="微软雅黑" panose="020B0503020204020204" pitchFamily="34" charset="-122"/>
              <a:ea typeface="微软雅黑" panose="020B0503020204020204" pitchFamily="34" charset="-122"/>
            </a:endParaRPr>
          </a:p>
        </p:txBody>
      </p:sp>
      <p:sp>
        <p:nvSpPr>
          <p:cNvPr id="33" name="任意多边形 22"/>
          <p:cNvSpPr/>
          <p:nvPr>
            <p:custDataLst>
              <p:tags r:id="rId18"/>
            </p:custDataLst>
          </p:nvPr>
        </p:nvSpPr>
        <p:spPr bwMode="auto">
          <a:xfrm>
            <a:off x="6132195" y="2021205"/>
            <a:ext cx="327660" cy="321310"/>
          </a:xfrm>
          <a:custGeom>
            <a:avLst/>
            <a:gdLst>
              <a:gd name="T0" fmla="*/ 1312 w 1990"/>
              <a:gd name="T1" fmla="*/ 1552 h 1954"/>
              <a:gd name="T2" fmla="*/ 291 w 1990"/>
              <a:gd name="T3" fmla="*/ 1746 h 1954"/>
              <a:gd name="T4" fmla="*/ 0 w 1990"/>
              <a:gd name="T5" fmla="*/ 540 h 1954"/>
              <a:gd name="T6" fmla="*/ 515 w 1990"/>
              <a:gd name="T7" fmla="*/ 249 h 1954"/>
              <a:gd name="T8" fmla="*/ 1205 w 1990"/>
              <a:gd name="T9" fmla="*/ 0 h 1954"/>
              <a:gd name="T10" fmla="*/ 1496 w 1990"/>
              <a:gd name="T11" fmla="*/ 489 h 1954"/>
              <a:gd name="T12" fmla="*/ 1413 w 1990"/>
              <a:gd name="T13" fmla="*/ 291 h 1954"/>
              <a:gd name="T14" fmla="*/ 802 w 1990"/>
              <a:gd name="T15" fmla="*/ 83 h 1954"/>
              <a:gd name="T16" fmla="*/ 1039 w 1990"/>
              <a:gd name="T17" fmla="*/ 249 h 1954"/>
              <a:gd name="T18" fmla="*/ 1243 w 1990"/>
              <a:gd name="T19" fmla="*/ 499 h 1954"/>
              <a:gd name="T20" fmla="*/ 291 w 1990"/>
              <a:gd name="T21" fmla="*/ 333 h 1954"/>
              <a:gd name="T22" fmla="*/ 83 w 1990"/>
              <a:gd name="T23" fmla="*/ 1455 h 1954"/>
              <a:gd name="T24" fmla="*/ 1039 w 1990"/>
              <a:gd name="T25" fmla="*/ 1663 h 1954"/>
              <a:gd name="T26" fmla="*/ 1641 w 1990"/>
              <a:gd name="T27" fmla="*/ 1453 h 1954"/>
              <a:gd name="T28" fmla="*/ 1138 w 1990"/>
              <a:gd name="T29" fmla="*/ 583 h 1954"/>
              <a:gd name="T30" fmla="*/ 1641 w 1990"/>
              <a:gd name="T31" fmla="*/ 1453 h 1954"/>
              <a:gd name="T32" fmla="*/ 1752 w 1990"/>
              <a:gd name="T33" fmla="*/ 809 h 1954"/>
              <a:gd name="T34" fmla="*/ 1026 w 1990"/>
              <a:gd name="T35" fmla="*/ 1228 h 1954"/>
              <a:gd name="T36" fmla="*/ 1767 w 1990"/>
              <a:gd name="T37" fmla="*/ 1422 h 1954"/>
              <a:gd name="T38" fmla="*/ 1717 w 1990"/>
              <a:gd name="T39" fmla="*/ 1835 h 1954"/>
              <a:gd name="T40" fmla="*/ 1767 w 1990"/>
              <a:gd name="T41" fmla="*/ 1422 h 1954"/>
              <a:gd name="T42" fmla="*/ 1739 w 1990"/>
              <a:gd name="T43" fmla="*/ 1874 h 1954"/>
              <a:gd name="T44" fmla="*/ 1956 w 1990"/>
              <a:gd name="T45" fmla="*/ 1749 h 1954"/>
              <a:gd name="T46" fmla="*/ 249 w 1990"/>
              <a:gd name="T47" fmla="*/ 551 h 1954"/>
              <a:gd name="T48" fmla="*/ 803 w 1990"/>
              <a:gd name="T49" fmla="*/ 613 h 1954"/>
              <a:gd name="T50" fmla="*/ 675 w 1990"/>
              <a:gd name="T51" fmla="*/ 828 h 1954"/>
              <a:gd name="T52" fmla="*/ 249 w 1990"/>
              <a:gd name="T53" fmla="*/ 890 h 1954"/>
              <a:gd name="T54" fmla="*/ 675 w 1990"/>
              <a:gd name="T55" fmla="*/ 828 h 1954"/>
              <a:gd name="T56" fmla="*/ 675 w 1990"/>
              <a:gd name="T57" fmla="*/ 1167 h 1954"/>
              <a:gd name="T58" fmla="*/ 249 w 1990"/>
              <a:gd name="T59" fmla="*/ 1105 h 1954"/>
              <a:gd name="T60" fmla="*/ 249 w 1990"/>
              <a:gd name="T61" fmla="*/ 1444 h 1954"/>
              <a:gd name="T62" fmla="*/ 803 w 1990"/>
              <a:gd name="T63" fmla="*/ 1382 h 1954"/>
              <a:gd name="T64" fmla="*/ 249 w 1990"/>
              <a:gd name="T65" fmla="*/ 1444 h 1954"/>
              <a:gd name="T66" fmla="*/ 1179 w 1990"/>
              <a:gd name="T67" fmla="*/ 961 h 1954"/>
              <a:gd name="T68" fmla="*/ 1300 w 1990"/>
              <a:gd name="T69" fmla="*/ 1219 h 1954"/>
              <a:gd name="T70" fmla="*/ 1604 w 1990"/>
              <a:gd name="T71" fmla="*/ 858 h 1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90" h="1954">
                <a:moveTo>
                  <a:pt x="1231" y="1534"/>
                </a:moveTo>
                <a:cubicBezTo>
                  <a:pt x="1258" y="1542"/>
                  <a:pt x="1285" y="1548"/>
                  <a:pt x="1312" y="1552"/>
                </a:cubicBezTo>
                <a:cubicBezTo>
                  <a:pt x="1272" y="1665"/>
                  <a:pt x="1165" y="1746"/>
                  <a:pt x="1039" y="1746"/>
                </a:cubicBezTo>
                <a:lnTo>
                  <a:pt x="291" y="1746"/>
                </a:lnTo>
                <a:cubicBezTo>
                  <a:pt x="131" y="1746"/>
                  <a:pt x="0" y="1615"/>
                  <a:pt x="0" y="1455"/>
                </a:cubicBezTo>
                <a:lnTo>
                  <a:pt x="0" y="540"/>
                </a:lnTo>
                <a:cubicBezTo>
                  <a:pt x="0" y="380"/>
                  <a:pt x="131" y="249"/>
                  <a:pt x="291" y="249"/>
                </a:cubicBezTo>
                <a:lnTo>
                  <a:pt x="515" y="249"/>
                </a:lnTo>
                <a:cubicBezTo>
                  <a:pt x="535" y="109"/>
                  <a:pt x="656" y="0"/>
                  <a:pt x="802" y="0"/>
                </a:cubicBezTo>
                <a:lnTo>
                  <a:pt x="1205" y="0"/>
                </a:lnTo>
                <a:cubicBezTo>
                  <a:pt x="1366" y="0"/>
                  <a:pt x="1496" y="131"/>
                  <a:pt x="1496" y="291"/>
                </a:cubicBezTo>
                <a:lnTo>
                  <a:pt x="1496" y="489"/>
                </a:lnTo>
                <a:cubicBezTo>
                  <a:pt x="1469" y="484"/>
                  <a:pt x="1441" y="480"/>
                  <a:pt x="1413" y="479"/>
                </a:cubicBezTo>
                <a:lnTo>
                  <a:pt x="1413" y="291"/>
                </a:lnTo>
                <a:cubicBezTo>
                  <a:pt x="1413" y="176"/>
                  <a:pt x="1320" y="83"/>
                  <a:pt x="1205" y="83"/>
                </a:cubicBezTo>
                <a:lnTo>
                  <a:pt x="802" y="83"/>
                </a:lnTo>
                <a:cubicBezTo>
                  <a:pt x="701" y="83"/>
                  <a:pt x="617" y="155"/>
                  <a:pt x="598" y="249"/>
                </a:cubicBezTo>
                <a:lnTo>
                  <a:pt x="1039" y="249"/>
                </a:lnTo>
                <a:cubicBezTo>
                  <a:pt x="1180" y="249"/>
                  <a:pt x="1297" y="349"/>
                  <a:pt x="1324" y="482"/>
                </a:cubicBezTo>
                <a:cubicBezTo>
                  <a:pt x="1297" y="485"/>
                  <a:pt x="1270" y="491"/>
                  <a:pt x="1243" y="499"/>
                </a:cubicBezTo>
                <a:cubicBezTo>
                  <a:pt x="1224" y="404"/>
                  <a:pt x="1140" y="333"/>
                  <a:pt x="1039" y="333"/>
                </a:cubicBezTo>
                <a:lnTo>
                  <a:pt x="291" y="333"/>
                </a:lnTo>
                <a:cubicBezTo>
                  <a:pt x="177" y="333"/>
                  <a:pt x="83" y="426"/>
                  <a:pt x="83" y="540"/>
                </a:cubicBezTo>
                <a:lnTo>
                  <a:pt x="83" y="1455"/>
                </a:lnTo>
                <a:cubicBezTo>
                  <a:pt x="83" y="1569"/>
                  <a:pt x="177" y="1663"/>
                  <a:pt x="291" y="1663"/>
                </a:cubicBezTo>
                <a:lnTo>
                  <a:pt x="1039" y="1663"/>
                </a:lnTo>
                <a:cubicBezTo>
                  <a:pt x="1126" y="1663"/>
                  <a:pt x="1200" y="1609"/>
                  <a:pt x="1231" y="1534"/>
                </a:cubicBezTo>
                <a:close/>
                <a:moveTo>
                  <a:pt x="1641" y="1453"/>
                </a:moveTo>
                <a:cubicBezTo>
                  <a:pt x="1401" y="1591"/>
                  <a:pt x="1093" y="1509"/>
                  <a:pt x="955" y="1269"/>
                </a:cubicBezTo>
                <a:cubicBezTo>
                  <a:pt x="816" y="1029"/>
                  <a:pt x="899" y="722"/>
                  <a:pt x="1138" y="583"/>
                </a:cubicBezTo>
                <a:cubicBezTo>
                  <a:pt x="1378" y="445"/>
                  <a:pt x="1686" y="527"/>
                  <a:pt x="1824" y="767"/>
                </a:cubicBezTo>
                <a:cubicBezTo>
                  <a:pt x="1963" y="1007"/>
                  <a:pt x="1880" y="1314"/>
                  <a:pt x="1641" y="1453"/>
                </a:cubicBezTo>
                <a:close/>
                <a:moveTo>
                  <a:pt x="1599" y="1381"/>
                </a:moveTo>
                <a:cubicBezTo>
                  <a:pt x="1799" y="1266"/>
                  <a:pt x="1868" y="1009"/>
                  <a:pt x="1752" y="809"/>
                </a:cubicBezTo>
                <a:cubicBezTo>
                  <a:pt x="1637" y="608"/>
                  <a:pt x="1380" y="539"/>
                  <a:pt x="1180" y="655"/>
                </a:cubicBezTo>
                <a:cubicBezTo>
                  <a:pt x="980" y="771"/>
                  <a:pt x="911" y="1027"/>
                  <a:pt x="1026" y="1228"/>
                </a:cubicBezTo>
                <a:cubicBezTo>
                  <a:pt x="1142" y="1428"/>
                  <a:pt x="1399" y="1497"/>
                  <a:pt x="1599" y="1381"/>
                </a:cubicBezTo>
                <a:close/>
                <a:moveTo>
                  <a:pt x="1767" y="1422"/>
                </a:moveTo>
                <a:lnTo>
                  <a:pt x="1551" y="1547"/>
                </a:lnTo>
                <a:lnTo>
                  <a:pt x="1717" y="1835"/>
                </a:lnTo>
                <a:lnTo>
                  <a:pt x="1933" y="1710"/>
                </a:lnTo>
                <a:lnTo>
                  <a:pt x="1767" y="1422"/>
                </a:lnTo>
                <a:close/>
                <a:moveTo>
                  <a:pt x="1956" y="1749"/>
                </a:moveTo>
                <a:lnTo>
                  <a:pt x="1739" y="1874"/>
                </a:lnTo>
                <a:cubicBezTo>
                  <a:pt x="1774" y="1934"/>
                  <a:pt x="1850" y="1954"/>
                  <a:pt x="1910" y="1919"/>
                </a:cubicBezTo>
                <a:cubicBezTo>
                  <a:pt x="1969" y="1885"/>
                  <a:pt x="1990" y="1809"/>
                  <a:pt x="1956" y="1749"/>
                </a:cubicBezTo>
                <a:close/>
                <a:moveTo>
                  <a:pt x="803" y="551"/>
                </a:moveTo>
                <a:lnTo>
                  <a:pt x="249" y="551"/>
                </a:lnTo>
                <a:lnTo>
                  <a:pt x="249" y="613"/>
                </a:lnTo>
                <a:lnTo>
                  <a:pt x="803" y="613"/>
                </a:lnTo>
                <a:lnTo>
                  <a:pt x="803" y="551"/>
                </a:lnTo>
                <a:close/>
                <a:moveTo>
                  <a:pt x="675" y="828"/>
                </a:moveTo>
                <a:lnTo>
                  <a:pt x="249" y="828"/>
                </a:lnTo>
                <a:lnTo>
                  <a:pt x="249" y="890"/>
                </a:lnTo>
                <a:lnTo>
                  <a:pt x="675" y="890"/>
                </a:lnTo>
                <a:lnTo>
                  <a:pt x="675" y="828"/>
                </a:lnTo>
                <a:close/>
                <a:moveTo>
                  <a:pt x="249" y="1167"/>
                </a:moveTo>
                <a:lnTo>
                  <a:pt x="675" y="1167"/>
                </a:lnTo>
                <a:lnTo>
                  <a:pt x="675" y="1105"/>
                </a:lnTo>
                <a:lnTo>
                  <a:pt x="249" y="1105"/>
                </a:lnTo>
                <a:lnTo>
                  <a:pt x="249" y="1167"/>
                </a:lnTo>
                <a:close/>
                <a:moveTo>
                  <a:pt x="249" y="1444"/>
                </a:moveTo>
                <a:lnTo>
                  <a:pt x="803" y="1444"/>
                </a:lnTo>
                <a:lnTo>
                  <a:pt x="803" y="1382"/>
                </a:lnTo>
                <a:lnTo>
                  <a:pt x="249" y="1382"/>
                </a:lnTo>
                <a:lnTo>
                  <a:pt x="249" y="1444"/>
                </a:lnTo>
                <a:close/>
                <a:moveTo>
                  <a:pt x="1308" y="1105"/>
                </a:moveTo>
                <a:lnTo>
                  <a:pt x="1179" y="961"/>
                </a:lnTo>
                <a:lnTo>
                  <a:pt x="1118" y="1017"/>
                </a:lnTo>
                <a:lnTo>
                  <a:pt x="1300" y="1219"/>
                </a:lnTo>
                <a:lnTo>
                  <a:pt x="1657" y="922"/>
                </a:lnTo>
                <a:lnTo>
                  <a:pt x="1604" y="858"/>
                </a:lnTo>
                <a:lnTo>
                  <a:pt x="1308" y="1105"/>
                </a:lnTo>
                <a:close/>
              </a:path>
            </a:pathLst>
          </a:custGeom>
          <a:solidFill>
            <a:sysClr val="window" lastClr="FFFFFF"/>
          </a:solidFill>
          <a:ln>
            <a:noFill/>
          </a:ln>
        </p:spPr>
        <p:txBody>
          <a:bodyPr vert="horz" wrap="square" lIns="137124" tIns="68562" rIns="137124" bIns="68562" numCol="1" anchor="t" anchorCtr="0" compatLnSpc="1"/>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a:lnSpc>
                <a:spcPct val="120000"/>
              </a:lnSpc>
            </a:pPr>
            <a:endParaRPr lang="en-US" sz="5400" dirty="0">
              <a:latin typeface="微软雅黑" panose="020B0503020204020204" pitchFamily="34" charset="-122"/>
              <a:ea typeface="微软雅黑" panose="020B0503020204020204" pitchFamily="34" charset="-122"/>
            </a:endParaRPr>
          </a:p>
        </p:txBody>
      </p:sp>
      <p:sp>
        <p:nvSpPr>
          <p:cNvPr id="36" name="文本框 35"/>
          <p:cNvSpPr txBox="1"/>
          <p:nvPr>
            <p:custDataLst>
              <p:tags r:id="rId19"/>
            </p:custDataLst>
          </p:nvPr>
        </p:nvSpPr>
        <p:spPr>
          <a:xfrm>
            <a:off x="6616700" y="1890395"/>
            <a:ext cx="2247265" cy="641985"/>
          </a:xfrm>
          <a:prstGeom prst="rect">
            <a:avLst/>
          </a:prstGeom>
          <a:noFill/>
        </p:spPr>
        <p:txBody>
          <a:bodyPr wrap="square" lIns="67500" tIns="35100" rIns="67500" bIns="35100" rtlCol="0" anchor="ctr" anchorCtr="0">
            <a:normAutofit/>
          </a:bodyPr>
          <a:lstStyle/>
          <a:p>
            <a:pPr marL="0" lvl="0" indent="0" algn="l">
              <a:lnSpc>
                <a:spcPct val="120000"/>
              </a:lnSpc>
              <a:spcBef>
                <a:spcPts val="0"/>
              </a:spcBef>
              <a:spcAft>
                <a:spcPts val="0"/>
              </a:spcAft>
              <a:buSzPct val="100000"/>
            </a:pPr>
            <a:r>
              <a:rPr lang="zh-CN" altLang="en-US" sz="1050" dirty="0">
                <a:solidFill>
                  <a:srgbClr val="000000"/>
                </a:solidFill>
                <a:latin typeface="微软雅黑" panose="020B0503020204020204" pitchFamily="34" charset="-122"/>
                <a:ea typeface="微软雅黑" panose="020B0503020204020204" pitchFamily="34" charset="-122"/>
                <a:sym typeface="+mn-ea"/>
              </a:rPr>
              <a:t>2. 会添加或删除应用程序。</a:t>
            </a:r>
          </a:p>
        </p:txBody>
      </p:sp>
      <p:sp>
        <p:nvSpPr>
          <p:cNvPr id="38" name="椭圆 37"/>
          <p:cNvSpPr/>
          <p:nvPr>
            <p:custDataLst>
              <p:tags r:id="rId20"/>
            </p:custDataLst>
          </p:nvPr>
        </p:nvSpPr>
        <p:spPr>
          <a:xfrm>
            <a:off x="5766435" y="2823210"/>
            <a:ext cx="641985" cy="641985"/>
          </a:xfrm>
          <a:prstGeom prst="ellipse">
            <a:avLst/>
          </a:prstGeom>
          <a:solidFill>
            <a:srgbClr val="69A35B"/>
          </a:solidFill>
          <a:ln w="38100">
            <a:solidFill>
              <a:sysClr val="window" lastClr="FFFFFF"/>
            </a:solid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defPPr>
              <a:defRPr lang="zh-CN"/>
            </a:defPPr>
            <a:lvl1pPr marL="0" algn="l" defTabSz="913765" rtl="0" eaLnBrk="1" latinLnBrk="0" hangingPunct="1">
              <a:defRPr sz="1800" kern="1200">
                <a:solidFill>
                  <a:sysClr val="window" lastClr="FFFFFF"/>
                </a:solidFill>
              </a:defRPr>
            </a:lvl1pPr>
            <a:lvl2pPr marL="457200" algn="l" defTabSz="913765" rtl="0" eaLnBrk="1" latinLnBrk="0" hangingPunct="1">
              <a:defRPr sz="1800" kern="1200">
                <a:solidFill>
                  <a:sysClr val="window" lastClr="FFFFFF"/>
                </a:solidFill>
              </a:defRPr>
            </a:lvl2pPr>
            <a:lvl3pPr marL="914400" algn="l" defTabSz="913765" rtl="0" eaLnBrk="1" latinLnBrk="0" hangingPunct="1">
              <a:defRPr sz="1800" kern="1200">
                <a:solidFill>
                  <a:sysClr val="window" lastClr="FFFFFF"/>
                </a:solidFill>
              </a:defRPr>
            </a:lvl3pPr>
            <a:lvl4pPr marL="1371600" algn="l" defTabSz="913765" rtl="0" eaLnBrk="1" latinLnBrk="0" hangingPunct="1">
              <a:defRPr sz="1800" kern="1200">
                <a:solidFill>
                  <a:sysClr val="window" lastClr="FFFFFF"/>
                </a:solidFill>
              </a:defRPr>
            </a:lvl4pPr>
            <a:lvl5pPr marL="1828800" algn="l" defTabSz="913765" rtl="0" eaLnBrk="1" latinLnBrk="0" hangingPunct="1">
              <a:defRPr sz="1800" kern="1200">
                <a:solidFill>
                  <a:sysClr val="window" lastClr="FFFFFF"/>
                </a:solidFill>
              </a:defRPr>
            </a:lvl5pPr>
            <a:lvl6pPr marL="2286000" algn="l" defTabSz="913765" rtl="0" eaLnBrk="1" latinLnBrk="0" hangingPunct="1">
              <a:defRPr sz="1800" kern="1200">
                <a:solidFill>
                  <a:sysClr val="window" lastClr="FFFFFF"/>
                </a:solidFill>
              </a:defRPr>
            </a:lvl6pPr>
            <a:lvl7pPr marL="2743200" algn="l" defTabSz="913765" rtl="0" eaLnBrk="1" latinLnBrk="0" hangingPunct="1">
              <a:defRPr sz="1800" kern="1200">
                <a:solidFill>
                  <a:sysClr val="window" lastClr="FFFFFF"/>
                </a:solidFill>
              </a:defRPr>
            </a:lvl7pPr>
            <a:lvl8pPr marL="3200400" algn="l" defTabSz="913765" rtl="0" eaLnBrk="1" latinLnBrk="0" hangingPunct="1">
              <a:defRPr sz="1800" kern="1200">
                <a:solidFill>
                  <a:sysClr val="window" lastClr="FFFFFF"/>
                </a:solidFill>
              </a:defRPr>
            </a:lvl8pPr>
            <a:lvl9pPr marL="3657600" algn="l" defTabSz="913765" rtl="0" eaLnBrk="1" latinLnBrk="0" hangingPunct="1">
              <a:defRPr sz="1800" kern="1200">
                <a:solidFill>
                  <a:sysClr val="window" lastClr="FFFFFF"/>
                </a:solidFill>
              </a:defRPr>
            </a:lvl9pPr>
          </a:lstStyle>
          <a:p>
            <a:pPr algn="ctr">
              <a:lnSpc>
                <a:spcPct val="120000"/>
              </a:lnSpc>
            </a:pPr>
            <a:endParaRPr lang="zh-CN" altLang="en-US" sz="1350" dirty="0">
              <a:latin typeface="微软雅黑" panose="020B0503020204020204" pitchFamily="34" charset="-122"/>
              <a:ea typeface="微软雅黑" panose="020B0503020204020204" pitchFamily="34" charset="-122"/>
            </a:endParaRPr>
          </a:p>
        </p:txBody>
      </p:sp>
      <p:sp>
        <p:nvSpPr>
          <p:cNvPr id="39" name="任意多边形 22"/>
          <p:cNvSpPr/>
          <p:nvPr>
            <p:custDataLst>
              <p:tags r:id="rId21"/>
            </p:custDataLst>
          </p:nvPr>
        </p:nvSpPr>
        <p:spPr bwMode="auto">
          <a:xfrm>
            <a:off x="5923915" y="2983230"/>
            <a:ext cx="327660" cy="321310"/>
          </a:xfrm>
          <a:custGeom>
            <a:avLst/>
            <a:gdLst>
              <a:gd name="T0" fmla="*/ 1312 w 1990"/>
              <a:gd name="T1" fmla="*/ 1552 h 1954"/>
              <a:gd name="T2" fmla="*/ 291 w 1990"/>
              <a:gd name="T3" fmla="*/ 1746 h 1954"/>
              <a:gd name="T4" fmla="*/ 0 w 1990"/>
              <a:gd name="T5" fmla="*/ 540 h 1954"/>
              <a:gd name="T6" fmla="*/ 515 w 1990"/>
              <a:gd name="T7" fmla="*/ 249 h 1954"/>
              <a:gd name="T8" fmla="*/ 1205 w 1990"/>
              <a:gd name="T9" fmla="*/ 0 h 1954"/>
              <a:gd name="T10" fmla="*/ 1496 w 1990"/>
              <a:gd name="T11" fmla="*/ 489 h 1954"/>
              <a:gd name="T12" fmla="*/ 1413 w 1990"/>
              <a:gd name="T13" fmla="*/ 291 h 1954"/>
              <a:gd name="T14" fmla="*/ 802 w 1990"/>
              <a:gd name="T15" fmla="*/ 83 h 1954"/>
              <a:gd name="T16" fmla="*/ 1039 w 1990"/>
              <a:gd name="T17" fmla="*/ 249 h 1954"/>
              <a:gd name="T18" fmla="*/ 1243 w 1990"/>
              <a:gd name="T19" fmla="*/ 499 h 1954"/>
              <a:gd name="T20" fmla="*/ 291 w 1990"/>
              <a:gd name="T21" fmla="*/ 333 h 1954"/>
              <a:gd name="T22" fmla="*/ 83 w 1990"/>
              <a:gd name="T23" fmla="*/ 1455 h 1954"/>
              <a:gd name="T24" fmla="*/ 1039 w 1990"/>
              <a:gd name="T25" fmla="*/ 1663 h 1954"/>
              <a:gd name="T26" fmla="*/ 1641 w 1990"/>
              <a:gd name="T27" fmla="*/ 1453 h 1954"/>
              <a:gd name="T28" fmla="*/ 1138 w 1990"/>
              <a:gd name="T29" fmla="*/ 583 h 1954"/>
              <a:gd name="T30" fmla="*/ 1641 w 1990"/>
              <a:gd name="T31" fmla="*/ 1453 h 1954"/>
              <a:gd name="T32" fmla="*/ 1752 w 1990"/>
              <a:gd name="T33" fmla="*/ 809 h 1954"/>
              <a:gd name="T34" fmla="*/ 1026 w 1990"/>
              <a:gd name="T35" fmla="*/ 1228 h 1954"/>
              <a:gd name="T36" fmla="*/ 1767 w 1990"/>
              <a:gd name="T37" fmla="*/ 1422 h 1954"/>
              <a:gd name="T38" fmla="*/ 1717 w 1990"/>
              <a:gd name="T39" fmla="*/ 1835 h 1954"/>
              <a:gd name="T40" fmla="*/ 1767 w 1990"/>
              <a:gd name="T41" fmla="*/ 1422 h 1954"/>
              <a:gd name="T42" fmla="*/ 1739 w 1990"/>
              <a:gd name="T43" fmla="*/ 1874 h 1954"/>
              <a:gd name="T44" fmla="*/ 1956 w 1990"/>
              <a:gd name="T45" fmla="*/ 1749 h 1954"/>
              <a:gd name="T46" fmla="*/ 249 w 1990"/>
              <a:gd name="T47" fmla="*/ 551 h 1954"/>
              <a:gd name="T48" fmla="*/ 803 w 1990"/>
              <a:gd name="T49" fmla="*/ 613 h 1954"/>
              <a:gd name="T50" fmla="*/ 675 w 1990"/>
              <a:gd name="T51" fmla="*/ 828 h 1954"/>
              <a:gd name="T52" fmla="*/ 249 w 1990"/>
              <a:gd name="T53" fmla="*/ 890 h 1954"/>
              <a:gd name="T54" fmla="*/ 675 w 1990"/>
              <a:gd name="T55" fmla="*/ 828 h 1954"/>
              <a:gd name="T56" fmla="*/ 675 w 1990"/>
              <a:gd name="T57" fmla="*/ 1167 h 1954"/>
              <a:gd name="T58" fmla="*/ 249 w 1990"/>
              <a:gd name="T59" fmla="*/ 1105 h 1954"/>
              <a:gd name="T60" fmla="*/ 249 w 1990"/>
              <a:gd name="T61" fmla="*/ 1444 h 1954"/>
              <a:gd name="T62" fmla="*/ 803 w 1990"/>
              <a:gd name="T63" fmla="*/ 1382 h 1954"/>
              <a:gd name="T64" fmla="*/ 249 w 1990"/>
              <a:gd name="T65" fmla="*/ 1444 h 1954"/>
              <a:gd name="T66" fmla="*/ 1179 w 1990"/>
              <a:gd name="T67" fmla="*/ 961 h 1954"/>
              <a:gd name="T68" fmla="*/ 1300 w 1990"/>
              <a:gd name="T69" fmla="*/ 1219 h 1954"/>
              <a:gd name="T70" fmla="*/ 1604 w 1990"/>
              <a:gd name="T71" fmla="*/ 858 h 1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90" h="1954">
                <a:moveTo>
                  <a:pt x="1231" y="1534"/>
                </a:moveTo>
                <a:cubicBezTo>
                  <a:pt x="1258" y="1542"/>
                  <a:pt x="1285" y="1548"/>
                  <a:pt x="1312" y="1552"/>
                </a:cubicBezTo>
                <a:cubicBezTo>
                  <a:pt x="1272" y="1665"/>
                  <a:pt x="1165" y="1746"/>
                  <a:pt x="1039" y="1746"/>
                </a:cubicBezTo>
                <a:lnTo>
                  <a:pt x="291" y="1746"/>
                </a:lnTo>
                <a:cubicBezTo>
                  <a:pt x="131" y="1746"/>
                  <a:pt x="0" y="1615"/>
                  <a:pt x="0" y="1455"/>
                </a:cubicBezTo>
                <a:lnTo>
                  <a:pt x="0" y="540"/>
                </a:lnTo>
                <a:cubicBezTo>
                  <a:pt x="0" y="380"/>
                  <a:pt x="131" y="249"/>
                  <a:pt x="291" y="249"/>
                </a:cubicBezTo>
                <a:lnTo>
                  <a:pt x="515" y="249"/>
                </a:lnTo>
                <a:cubicBezTo>
                  <a:pt x="535" y="109"/>
                  <a:pt x="656" y="0"/>
                  <a:pt x="802" y="0"/>
                </a:cubicBezTo>
                <a:lnTo>
                  <a:pt x="1205" y="0"/>
                </a:lnTo>
                <a:cubicBezTo>
                  <a:pt x="1366" y="0"/>
                  <a:pt x="1496" y="131"/>
                  <a:pt x="1496" y="291"/>
                </a:cubicBezTo>
                <a:lnTo>
                  <a:pt x="1496" y="489"/>
                </a:lnTo>
                <a:cubicBezTo>
                  <a:pt x="1469" y="484"/>
                  <a:pt x="1441" y="480"/>
                  <a:pt x="1413" y="479"/>
                </a:cubicBezTo>
                <a:lnTo>
                  <a:pt x="1413" y="291"/>
                </a:lnTo>
                <a:cubicBezTo>
                  <a:pt x="1413" y="176"/>
                  <a:pt x="1320" y="83"/>
                  <a:pt x="1205" y="83"/>
                </a:cubicBezTo>
                <a:lnTo>
                  <a:pt x="802" y="83"/>
                </a:lnTo>
                <a:cubicBezTo>
                  <a:pt x="701" y="83"/>
                  <a:pt x="617" y="155"/>
                  <a:pt x="598" y="249"/>
                </a:cubicBezTo>
                <a:lnTo>
                  <a:pt x="1039" y="249"/>
                </a:lnTo>
                <a:cubicBezTo>
                  <a:pt x="1180" y="249"/>
                  <a:pt x="1297" y="349"/>
                  <a:pt x="1324" y="482"/>
                </a:cubicBezTo>
                <a:cubicBezTo>
                  <a:pt x="1297" y="485"/>
                  <a:pt x="1270" y="491"/>
                  <a:pt x="1243" y="499"/>
                </a:cubicBezTo>
                <a:cubicBezTo>
                  <a:pt x="1224" y="404"/>
                  <a:pt x="1140" y="333"/>
                  <a:pt x="1039" y="333"/>
                </a:cubicBezTo>
                <a:lnTo>
                  <a:pt x="291" y="333"/>
                </a:lnTo>
                <a:cubicBezTo>
                  <a:pt x="177" y="333"/>
                  <a:pt x="83" y="426"/>
                  <a:pt x="83" y="540"/>
                </a:cubicBezTo>
                <a:lnTo>
                  <a:pt x="83" y="1455"/>
                </a:lnTo>
                <a:cubicBezTo>
                  <a:pt x="83" y="1569"/>
                  <a:pt x="177" y="1663"/>
                  <a:pt x="291" y="1663"/>
                </a:cubicBezTo>
                <a:lnTo>
                  <a:pt x="1039" y="1663"/>
                </a:lnTo>
                <a:cubicBezTo>
                  <a:pt x="1126" y="1663"/>
                  <a:pt x="1200" y="1609"/>
                  <a:pt x="1231" y="1534"/>
                </a:cubicBezTo>
                <a:close/>
                <a:moveTo>
                  <a:pt x="1641" y="1453"/>
                </a:moveTo>
                <a:cubicBezTo>
                  <a:pt x="1401" y="1591"/>
                  <a:pt x="1093" y="1509"/>
                  <a:pt x="955" y="1269"/>
                </a:cubicBezTo>
                <a:cubicBezTo>
                  <a:pt x="816" y="1029"/>
                  <a:pt x="899" y="722"/>
                  <a:pt x="1138" y="583"/>
                </a:cubicBezTo>
                <a:cubicBezTo>
                  <a:pt x="1378" y="445"/>
                  <a:pt x="1686" y="527"/>
                  <a:pt x="1824" y="767"/>
                </a:cubicBezTo>
                <a:cubicBezTo>
                  <a:pt x="1963" y="1007"/>
                  <a:pt x="1880" y="1314"/>
                  <a:pt x="1641" y="1453"/>
                </a:cubicBezTo>
                <a:close/>
                <a:moveTo>
                  <a:pt x="1599" y="1381"/>
                </a:moveTo>
                <a:cubicBezTo>
                  <a:pt x="1799" y="1266"/>
                  <a:pt x="1868" y="1009"/>
                  <a:pt x="1752" y="809"/>
                </a:cubicBezTo>
                <a:cubicBezTo>
                  <a:pt x="1637" y="608"/>
                  <a:pt x="1380" y="539"/>
                  <a:pt x="1180" y="655"/>
                </a:cubicBezTo>
                <a:cubicBezTo>
                  <a:pt x="980" y="771"/>
                  <a:pt x="911" y="1027"/>
                  <a:pt x="1026" y="1228"/>
                </a:cubicBezTo>
                <a:cubicBezTo>
                  <a:pt x="1142" y="1428"/>
                  <a:pt x="1399" y="1497"/>
                  <a:pt x="1599" y="1381"/>
                </a:cubicBezTo>
                <a:close/>
                <a:moveTo>
                  <a:pt x="1767" y="1422"/>
                </a:moveTo>
                <a:lnTo>
                  <a:pt x="1551" y="1547"/>
                </a:lnTo>
                <a:lnTo>
                  <a:pt x="1717" y="1835"/>
                </a:lnTo>
                <a:lnTo>
                  <a:pt x="1933" y="1710"/>
                </a:lnTo>
                <a:lnTo>
                  <a:pt x="1767" y="1422"/>
                </a:lnTo>
                <a:close/>
                <a:moveTo>
                  <a:pt x="1956" y="1749"/>
                </a:moveTo>
                <a:lnTo>
                  <a:pt x="1739" y="1874"/>
                </a:lnTo>
                <a:cubicBezTo>
                  <a:pt x="1774" y="1934"/>
                  <a:pt x="1850" y="1954"/>
                  <a:pt x="1910" y="1919"/>
                </a:cubicBezTo>
                <a:cubicBezTo>
                  <a:pt x="1969" y="1885"/>
                  <a:pt x="1990" y="1809"/>
                  <a:pt x="1956" y="1749"/>
                </a:cubicBezTo>
                <a:close/>
                <a:moveTo>
                  <a:pt x="803" y="551"/>
                </a:moveTo>
                <a:lnTo>
                  <a:pt x="249" y="551"/>
                </a:lnTo>
                <a:lnTo>
                  <a:pt x="249" y="613"/>
                </a:lnTo>
                <a:lnTo>
                  <a:pt x="803" y="613"/>
                </a:lnTo>
                <a:lnTo>
                  <a:pt x="803" y="551"/>
                </a:lnTo>
                <a:close/>
                <a:moveTo>
                  <a:pt x="675" y="828"/>
                </a:moveTo>
                <a:lnTo>
                  <a:pt x="249" y="828"/>
                </a:lnTo>
                <a:lnTo>
                  <a:pt x="249" y="890"/>
                </a:lnTo>
                <a:lnTo>
                  <a:pt x="675" y="890"/>
                </a:lnTo>
                <a:lnTo>
                  <a:pt x="675" y="828"/>
                </a:lnTo>
                <a:close/>
                <a:moveTo>
                  <a:pt x="249" y="1167"/>
                </a:moveTo>
                <a:lnTo>
                  <a:pt x="675" y="1167"/>
                </a:lnTo>
                <a:lnTo>
                  <a:pt x="675" y="1105"/>
                </a:lnTo>
                <a:lnTo>
                  <a:pt x="249" y="1105"/>
                </a:lnTo>
                <a:lnTo>
                  <a:pt x="249" y="1167"/>
                </a:lnTo>
                <a:close/>
                <a:moveTo>
                  <a:pt x="249" y="1444"/>
                </a:moveTo>
                <a:lnTo>
                  <a:pt x="803" y="1444"/>
                </a:lnTo>
                <a:lnTo>
                  <a:pt x="803" y="1382"/>
                </a:lnTo>
                <a:lnTo>
                  <a:pt x="249" y="1382"/>
                </a:lnTo>
                <a:lnTo>
                  <a:pt x="249" y="1444"/>
                </a:lnTo>
                <a:close/>
                <a:moveTo>
                  <a:pt x="1308" y="1105"/>
                </a:moveTo>
                <a:lnTo>
                  <a:pt x="1179" y="961"/>
                </a:lnTo>
                <a:lnTo>
                  <a:pt x="1118" y="1017"/>
                </a:lnTo>
                <a:lnTo>
                  <a:pt x="1300" y="1219"/>
                </a:lnTo>
                <a:lnTo>
                  <a:pt x="1657" y="922"/>
                </a:lnTo>
                <a:lnTo>
                  <a:pt x="1604" y="858"/>
                </a:lnTo>
                <a:lnTo>
                  <a:pt x="1308" y="1105"/>
                </a:lnTo>
                <a:close/>
              </a:path>
            </a:pathLst>
          </a:custGeom>
          <a:solidFill>
            <a:sysClr val="window" lastClr="FFFFFF"/>
          </a:solidFill>
          <a:ln>
            <a:noFill/>
          </a:ln>
        </p:spPr>
        <p:txBody>
          <a:bodyPr vert="horz" wrap="square" lIns="137124" tIns="68562" rIns="137124" bIns="68562" numCol="1" anchor="t" anchorCtr="0" compatLnSpc="1"/>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a:lnSpc>
                <a:spcPct val="120000"/>
              </a:lnSpc>
            </a:pPr>
            <a:endParaRPr lang="en-US" sz="5400" dirty="0">
              <a:latin typeface="微软雅黑" panose="020B0503020204020204" pitchFamily="34" charset="-122"/>
              <a:ea typeface="微软雅黑" panose="020B0503020204020204" pitchFamily="34" charset="-122"/>
            </a:endParaRPr>
          </a:p>
        </p:txBody>
      </p:sp>
      <p:sp>
        <p:nvSpPr>
          <p:cNvPr id="40" name="文本框 39"/>
          <p:cNvSpPr txBox="1"/>
          <p:nvPr>
            <p:custDataLst>
              <p:tags r:id="rId22"/>
            </p:custDataLst>
          </p:nvPr>
        </p:nvSpPr>
        <p:spPr>
          <a:xfrm>
            <a:off x="6459855" y="2822575"/>
            <a:ext cx="2397125" cy="641985"/>
          </a:xfrm>
          <a:prstGeom prst="rect">
            <a:avLst/>
          </a:prstGeom>
          <a:noFill/>
        </p:spPr>
        <p:txBody>
          <a:bodyPr wrap="square" lIns="67500" tIns="35100" rIns="67500" bIns="35100" rtlCol="0" anchor="ctr" anchorCtr="0">
            <a:normAutofit/>
          </a:bodyPr>
          <a:lstStyle/>
          <a:p>
            <a:pPr marL="0" lvl="0" indent="0" algn="l">
              <a:lnSpc>
                <a:spcPct val="120000"/>
              </a:lnSpc>
              <a:spcBef>
                <a:spcPts val="0"/>
              </a:spcBef>
              <a:spcAft>
                <a:spcPts val="0"/>
              </a:spcAft>
              <a:buSzPct val="100000"/>
            </a:pPr>
            <a:r>
              <a:rPr lang="zh-CN" altLang="en-US" sz="1050" dirty="0">
                <a:solidFill>
                  <a:srgbClr val="000000"/>
                </a:solidFill>
                <a:latin typeface="微软雅黑" panose="020B0503020204020204" pitchFamily="34" charset="-122"/>
                <a:ea typeface="微软雅黑" panose="020B0503020204020204" pitchFamily="34" charset="-122"/>
              </a:rPr>
              <a:t>3. 能熟练改变Windows 显示界面</a:t>
            </a:r>
          </a:p>
          <a:p>
            <a:pPr marL="0" lvl="0" indent="0" algn="l">
              <a:lnSpc>
                <a:spcPct val="120000"/>
              </a:lnSpc>
              <a:spcBef>
                <a:spcPts val="0"/>
              </a:spcBef>
              <a:spcAft>
                <a:spcPts val="0"/>
              </a:spcAft>
              <a:buSzPct val="100000"/>
            </a:pPr>
            <a:r>
              <a:rPr lang="zh-CN" altLang="en-US" sz="1050" dirty="0">
                <a:solidFill>
                  <a:srgbClr val="000000"/>
                </a:solidFill>
                <a:latin typeface="微软雅黑" panose="020B0503020204020204" pitchFamily="34" charset="-122"/>
                <a:ea typeface="微软雅黑" panose="020B0503020204020204" pitchFamily="34" charset="-122"/>
              </a:rPr>
              <a:t>（主题、桌面背景、显示字体）。</a:t>
            </a:r>
          </a:p>
        </p:txBody>
      </p:sp>
      <p:sp>
        <p:nvSpPr>
          <p:cNvPr id="44" name="文本框 43"/>
          <p:cNvSpPr txBox="1"/>
          <p:nvPr>
            <p:custDataLst>
              <p:tags r:id="rId23"/>
            </p:custDataLst>
          </p:nvPr>
        </p:nvSpPr>
        <p:spPr>
          <a:xfrm>
            <a:off x="4067429" y="2342515"/>
            <a:ext cx="710526" cy="144780"/>
          </a:xfrm>
          <a:prstGeom prst="rect">
            <a:avLst/>
          </a:prstGeom>
          <a:noFill/>
        </p:spPr>
        <p:txBody>
          <a:bodyPr wrap="none" numCol="1" rtlCol="0">
            <a:prstTxWarp prst="textPlain">
              <a:avLst/>
            </a:prstTxWarp>
            <a:spAutoFit/>
          </a:bodyPr>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marL="0" marR="0" lvl="0" indent="0" algn="l" defTabSz="914400" rtl="0" eaLnBrk="1" fontAlgn="auto" latinLnBrk="0" hangingPunct="1">
              <a:lnSpc>
                <a:spcPct val="120000"/>
              </a:lnSpc>
              <a:buClrTx/>
              <a:buSzTx/>
              <a:buFontTx/>
              <a:buNone/>
              <a:defRPr/>
            </a:pPr>
            <a:r>
              <a:rPr kumimoji="0" lang="zh-CN" altLang="en-US" sz="1245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学习目标</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2367730"/>
            <a:ext cx="9144000" cy="2775770"/>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rgbClr val="FFFFFF"/>
              </a:solidFill>
              <a:latin typeface="微软雅黑" panose="020B0503020204020204" pitchFamily="34" charset="-122"/>
              <a:ea typeface="微软雅黑" panose="020B0503020204020204" pitchFamily="34" charset="-122"/>
              <a:sym typeface="+mn-ea"/>
            </a:endParaRPr>
          </a:p>
        </p:txBody>
      </p:sp>
      <p:pic>
        <p:nvPicPr>
          <p:cNvPr id="24" name="图片 23"/>
          <p:cNvPicPr>
            <a:picLocks noChangeAspect="1"/>
          </p:cNvPicPr>
          <p:nvPr userDrawn="1">
            <p:custDataLst>
              <p:tags r:id="rId3"/>
            </p:custDataLst>
          </p:nvPr>
        </p:nvPicPr>
        <p:blipFill>
          <a:blip r:embed="rId10">
            <a:extLst>
              <a:ext uri="{28A0092B-C50C-407E-A947-70E740481C1C}">
                <a14:useLocalDpi xmlns:a14="http://schemas.microsoft.com/office/drawing/2010/main" val="0"/>
              </a:ext>
            </a:extLst>
          </a:blip>
          <a:stretch>
            <a:fillRect/>
          </a:stretch>
        </p:blipFill>
        <p:spPr>
          <a:xfrm>
            <a:off x="7933055" y="3937000"/>
            <a:ext cx="1099820" cy="1187450"/>
          </a:xfrm>
          <a:prstGeom prst="rect">
            <a:avLst/>
          </a:prstGeom>
        </p:spPr>
      </p:pic>
      <p:sp>
        <p:nvSpPr>
          <p:cNvPr id="22" name="矩形 21"/>
          <p:cNvSpPr/>
          <p:nvPr>
            <p:custDataLst>
              <p:tags r:id="rId4"/>
            </p:custDataLst>
          </p:nvPr>
        </p:nvSpPr>
        <p:spPr>
          <a:xfrm>
            <a:off x="342900" y="1502155"/>
            <a:ext cx="8458200" cy="2395114"/>
          </a:xfrm>
          <a:prstGeom prst="rect">
            <a:avLst/>
          </a:prstGeom>
          <a:solidFill>
            <a:srgbClr val="FFFFFF"/>
          </a:solidFill>
          <a:ln>
            <a:noFill/>
          </a:ln>
          <a:effectLst>
            <a:outerShdw blurRad="127000" dist="38100" dir="540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defTabSz="914400" rtl="0" eaLnBrk="1" fontAlgn="auto" latinLnBrk="0" hangingPunct="1">
              <a:lnSpc>
                <a:spcPct val="100000"/>
              </a:lnSpc>
              <a:spcBef>
                <a:spcPts val="0"/>
              </a:spcBef>
              <a:spcAft>
                <a:spcPts val="0"/>
              </a:spcAft>
              <a:buClrTx/>
              <a:buSzTx/>
              <a:defRPr/>
            </a:pPr>
            <a:endParaRPr kumimoji="1" lang="zh-CN" altLang="en-US" sz="1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 name="Title 6"/>
          <p:cNvSpPr txBox="1"/>
          <p:nvPr>
            <p:custDataLst>
              <p:tags r:id="rId5"/>
            </p:custDataLst>
          </p:nvPr>
        </p:nvSpPr>
        <p:spPr>
          <a:xfrm>
            <a:off x="572400" y="1731656"/>
            <a:ext cx="7999200" cy="1936114"/>
          </a:xfrm>
          <a:prstGeom prst="rect">
            <a:avLst/>
          </a:prstGeom>
          <a:noFill/>
          <a:ln w="3175">
            <a:noFill/>
            <a:prstDash val="sysDash"/>
          </a:ln>
        </p:spPr>
        <p:txBody>
          <a:bodyPr wrap="square" lIns="54000" tIns="27000" rIns="54000" bIns="27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marR="0" lvl="0" indent="-342900" algn="l" defTabSz="914400" rtl="0" eaLnBrk="1" fontAlgn="auto" latinLnBrk="0" hangingPunct="1">
              <a:lnSpc>
                <a:spcPct val="130000"/>
              </a:lnSpc>
              <a:spcBef>
                <a:spcPts val="0"/>
              </a:spcBef>
              <a:spcAft>
                <a:spcPts val="800"/>
              </a:spcAft>
              <a:buClr>
                <a:schemeClr val="accent1">
                  <a:lumMod val="60000"/>
                  <a:lumOff val="40000"/>
                </a:schemeClr>
              </a:buClr>
              <a:buSzPct val="100000"/>
              <a:buFont typeface="Wingdings" panose="05000000000000000000" pitchFamily="2" charset="2"/>
              <a:buChar char="p"/>
              <a:defRPr/>
            </a:pPr>
            <a:r>
              <a:rPr kumimoji="0" lang="zh-CN" altLang="en-US" sz="1800" b="0" i="0" kern="1200" cap="none" spc="100" normalizeH="0" noProof="0">
                <a:ln w="3175">
                  <a:noFill/>
                  <a:prstDash val="dash"/>
                </a:ln>
                <a:solidFill>
                  <a:srgbClr val="595959"/>
                </a:solidFill>
                <a:effectLst/>
                <a:latin typeface="微软雅黑" panose="020B0503020204020204" pitchFamily="34" charset="-122"/>
                <a:ea typeface="微软雅黑" panose="020B0503020204020204" pitchFamily="34" charset="-122"/>
                <a:cs typeface="微软雅黑" panose="020B0503020204020204" pitchFamily="34" charset="-122"/>
              </a:rPr>
              <a:t>Windows 支持多用户，即允许多个用户使用一台计算机，每个用户只拥有对自己建立的文件或共享文件的读写权限，而对于其他用户的文件资料无权访问。</a:t>
            </a:r>
          </a:p>
          <a:p>
            <a:pPr marL="342900" marR="0" lvl="0" indent="-342900" algn="l" defTabSz="914400" rtl="0" eaLnBrk="1" fontAlgn="auto" latinLnBrk="0" hangingPunct="1">
              <a:lnSpc>
                <a:spcPct val="130000"/>
              </a:lnSpc>
              <a:spcBef>
                <a:spcPts val="0"/>
              </a:spcBef>
              <a:spcAft>
                <a:spcPts val="800"/>
              </a:spcAft>
              <a:buClr>
                <a:schemeClr val="accent1">
                  <a:lumMod val="60000"/>
                  <a:lumOff val="40000"/>
                </a:schemeClr>
              </a:buClr>
              <a:buSzPct val="100000"/>
              <a:buFont typeface="Wingdings" panose="05000000000000000000" pitchFamily="2" charset="2"/>
              <a:buChar char="p"/>
              <a:defRPr/>
            </a:pPr>
            <a:r>
              <a:rPr kumimoji="0" lang="zh-CN" altLang="en-US" sz="1800" b="0" i="0" kern="1200" cap="none" spc="100" normalizeH="0" noProof="0">
                <a:ln w="3175">
                  <a:noFill/>
                  <a:prstDash val="dash"/>
                </a:ln>
                <a:solidFill>
                  <a:srgbClr val="595959"/>
                </a:solidFill>
                <a:effectLst/>
                <a:latin typeface="微软雅黑" panose="020B0503020204020204" pitchFamily="34" charset="-122"/>
                <a:ea typeface="微软雅黑" panose="020B0503020204020204" pitchFamily="34" charset="-122"/>
                <a:cs typeface="微软雅黑" panose="020B0503020204020204" pitchFamily="34" charset="-122"/>
              </a:rPr>
              <a:t>在Windows 10 操作系统中，有两种账户类型供用户选择，分别为本地账户和Microsoft 账户。</a:t>
            </a:r>
          </a:p>
        </p:txBody>
      </p:sp>
      <p:sp>
        <p:nvSpPr>
          <p:cNvPr id="14" name="矩形: 圆角 13"/>
          <p:cNvSpPr/>
          <p:nvPr>
            <p:custDataLst>
              <p:tags r:id="rId6"/>
            </p:custDataLst>
          </p:nvPr>
        </p:nvSpPr>
        <p:spPr>
          <a:xfrm>
            <a:off x="8121015" y="581025"/>
            <a:ext cx="680085" cy="234950"/>
          </a:xfrm>
          <a:prstGeom prst="roundRect">
            <a:avLst>
              <a:gd name="adj" fmla="val 50000"/>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矩形 16"/>
          <p:cNvSpPr/>
          <p:nvPr>
            <p:custDataLst>
              <p:tags r:id="rId7"/>
            </p:custDataLst>
          </p:nvPr>
        </p:nvSpPr>
        <p:spPr>
          <a:xfrm>
            <a:off x="342900" y="509197"/>
            <a:ext cx="86360" cy="357188"/>
          </a:xfrm>
          <a:prstGeom prst="rect">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8" name="文本框 17"/>
          <p:cNvSpPr txBox="1"/>
          <p:nvPr>
            <p:custDataLst>
              <p:tags r:id="rId8"/>
            </p:custDataLst>
          </p:nvPr>
        </p:nvSpPr>
        <p:spPr>
          <a:xfrm>
            <a:off x="508970" y="456300"/>
            <a:ext cx="7237392" cy="48387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SzPct val="100000"/>
              <a:buFontTx/>
              <a:buNone/>
              <a:defRPr/>
            </a:pPr>
            <a:r>
              <a:rPr kumimoji="0" lang="zh-CN" altLang="en-US" sz="2700" b="1" i="0" kern="1200" cap="none" spc="150" normalizeH="0" noProof="0">
                <a:ln>
                  <a:noFill/>
                </a:ln>
                <a:solidFill>
                  <a:srgbClr val="404040"/>
                </a:solidFill>
                <a:effectLst/>
                <a:latin typeface="微软雅黑" panose="020B0503020204020204" pitchFamily="34" charset="-122"/>
                <a:ea typeface="微软雅黑" panose="020B0503020204020204" pitchFamily="34" charset="-122"/>
                <a:cs typeface="微软雅黑" panose="020B0503020204020204" pitchFamily="34" charset="-122"/>
              </a:rPr>
              <a:t>Windows 10 的用户账户类型</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advTm="3000"/>
    </mc:Choice>
    <mc:Fallback xmlns="">
      <p:transition advTm="3000"/>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矩形: 圆角 10"/>
          <p:cNvSpPr/>
          <p:nvPr>
            <p:custDataLst>
              <p:tags r:id="rId2"/>
            </p:custDataLst>
          </p:nvPr>
        </p:nvSpPr>
        <p:spPr>
          <a:xfrm>
            <a:off x="468086" y="1447256"/>
            <a:ext cx="8207828" cy="3451318"/>
          </a:xfrm>
          <a:prstGeom prst="roundRect">
            <a:avLst>
              <a:gd name="adj" fmla="val 4249"/>
            </a:avLst>
          </a:prstGeom>
          <a:solidFill>
            <a:srgbClr val="C3C3E9">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0" name="任意多边形: 形状 9"/>
          <p:cNvSpPr/>
          <p:nvPr>
            <p:custDataLst>
              <p:tags r:id="rId3"/>
            </p:custDataLst>
          </p:nvPr>
        </p:nvSpPr>
        <p:spPr>
          <a:xfrm>
            <a:off x="35990" y="0"/>
            <a:ext cx="9072020" cy="581628"/>
          </a:xfrm>
          <a:custGeom>
            <a:avLst/>
            <a:gdLst>
              <a:gd name="connsiteX0" fmla="*/ 0 w 12096026"/>
              <a:gd name="connsiteY0" fmla="*/ 0 h 879200"/>
              <a:gd name="connsiteX1" fmla="*/ 12096026 w 12096026"/>
              <a:gd name="connsiteY1" fmla="*/ 0 h 879200"/>
              <a:gd name="connsiteX2" fmla="*/ 11987519 w 12096026"/>
              <a:gd name="connsiteY2" fmla="*/ 47063 h 879200"/>
              <a:gd name="connsiteX3" fmla="*/ 6048013 w 12096026"/>
              <a:gd name="connsiteY3" fmla="*/ 879200 h 879200"/>
              <a:gd name="connsiteX4" fmla="*/ 108507 w 12096026"/>
              <a:gd name="connsiteY4" fmla="*/ 47063 h 879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96026" h="879200">
                <a:moveTo>
                  <a:pt x="0" y="0"/>
                </a:moveTo>
                <a:lnTo>
                  <a:pt x="12096026" y="0"/>
                </a:lnTo>
                <a:lnTo>
                  <a:pt x="11987519" y="47063"/>
                </a:lnTo>
                <a:cubicBezTo>
                  <a:pt x="10700312" y="549115"/>
                  <a:pt x="8520454" y="879200"/>
                  <a:pt x="6048013" y="879200"/>
                </a:cubicBezTo>
                <a:cubicBezTo>
                  <a:pt x="3575573" y="879200"/>
                  <a:pt x="1395714" y="549115"/>
                  <a:pt x="108507" y="47063"/>
                </a:cubicBezTo>
                <a:close/>
              </a:path>
            </a:pathLst>
          </a:custGeom>
          <a:solidFill>
            <a:srgbClr val="E1E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 name="矩形 3"/>
          <p:cNvSpPr/>
          <p:nvPr>
            <p:custDataLst>
              <p:tags r:id="rId4"/>
            </p:custDataLst>
          </p:nvPr>
        </p:nvSpPr>
        <p:spPr>
          <a:xfrm>
            <a:off x="1061156" y="719485"/>
            <a:ext cx="7021688" cy="581628"/>
          </a:xfrm>
          <a:prstGeom prst="rect">
            <a:avLst/>
          </a:prstGeom>
        </p:spPr>
        <p:txBody>
          <a:bodyPr wrap="square" anchor="b">
            <a:normAutofit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0000"/>
              </a:lnSpc>
              <a:spcBef>
                <a:spcPts val="0"/>
              </a:spcBef>
              <a:spcAft>
                <a:spcPts val="0"/>
              </a:spcAft>
              <a:buSzPct val="100000"/>
              <a:buNone/>
            </a:pPr>
            <a:r>
              <a:rPr lang="zh-CN" altLang="en-US" sz="3000" b="1" spc="300">
                <a:solidFill>
                  <a:srgbClr val="404040"/>
                </a:solidFill>
                <a:latin typeface="微软雅黑" panose="020B0503020204020204" pitchFamily="34" charset="-122"/>
                <a:ea typeface="微软雅黑" panose="020B0503020204020204" pitchFamily="34" charset="-122"/>
              </a:rPr>
              <a:t>添加本地账户</a:t>
            </a:r>
          </a:p>
        </p:txBody>
      </p:sp>
      <p:sp>
        <p:nvSpPr>
          <p:cNvPr id="5" name="矩形 4"/>
          <p:cNvSpPr/>
          <p:nvPr>
            <p:custDataLst>
              <p:tags r:id="rId5"/>
            </p:custDataLst>
          </p:nvPr>
        </p:nvSpPr>
        <p:spPr>
          <a:xfrm>
            <a:off x="779780" y="1523365"/>
            <a:ext cx="7667625" cy="3286125"/>
          </a:xfrm>
          <a:prstGeom prst="rect">
            <a:avLst/>
          </a:prstGeom>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just">
              <a:lnSpc>
                <a:spcPct val="120000"/>
              </a:lnSpc>
              <a:spcBef>
                <a:spcPts val="0"/>
              </a:spcBef>
              <a:spcAft>
                <a:spcPts val="0"/>
              </a:spcAft>
              <a:buSzPct val="100000"/>
              <a:buNone/>
            </a:pPr>
            <a:r>
              <a:rPr lang="zh-CN" altLang="en-US" sz="1100" spc="15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下面介绍通过控制面板添加本地账户的方法。</a:t>
            </a:r>
          </a:p>
          <a:p>
            <a:pPr marL="749300" lvl="1" indent="-304800" algn="just" fontAlgn="ctr">
              <a:lnSpc>
                <a:spcPct val="130000"/>
              </a:lnSpc>
              <a:spcBef>
                <a:spcPts val="0"/>
              </a:spcBef>
              <a:spcAft>
                <a:spcPts val="0"/>
              </a:spcAft>
              <a:buSzPct val="100000"/>
              <a:buFont typeface="+mj-lt"/>
              <a:buAutoNum type="arabicPeriod"/>
            </a:pPr>
            <a:r>
              <a:rPr lang="zh-CN" altLang="en-US" sz="1100" spc="15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在“开始”菜单中，单击“Windows 系统”子菜单中的“控制面板”，如图2-29所示，将弹出“控制面板”窗口。</a:t>
            </a:r>
          </a:p>
          <a:p>
            <a:pPr marL="749300" lvl="1" indent="-304800" algn="just" fontAlgn="ctr">
              <a:lnSpc>
                <a:spcPct val="130000"/>
              </a:lnSpc>
              <a:spcBef>
                <a:spcPts val="0"/>
              </a:spcBef>
              <a:spcAft>
                <a:spcPts val="0"/>
              </a:spcAft>
              <a:buSzPct val="100000"/>
              <a:buFont typeface="+mj-lt"/>
              <a:buAutoNum type="arabicPeriod"/>
            </a:pPr>
            <a:r>
              <a:rPr lang="zh-CN" altLang="en-US" sz="1100" spc="15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在“用户账户”组中单击“更改账户类型”链接。</a:t>
            </a:r>
          </a:p>
          <a:p>
            <a:pPr marL="749300" lvl="1" indent="-304800" algn="just" fontAlgn="ctr">
              <a:lnSpc>
                <a:spcPct val="130000"/>
              </a:lnSpc>
              <a:spcBef>
                <a:spcPts val="0"/>
              </a:spcBef>
              <a:spcAft>
                <a:spcPts val="0"/>
              </a:spcAft>
              <a:buSzPct val="100000"/>
              <a:buFont typeface="+mj-lt"/>
              <a:buAutoNum type="arabicPeriod"/>
            </a:pPr>
            <a:r>
              <a:rPr lang="zh-CN" altLang="en-US" sz="1100" spc="15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在弹出的“选择要更改的用户”窗口上，单击“在电脑设置中添加新用户”，如图2-30 所示。</a:t>
            </a:r>
          </a:p>
          <a:p>
            <a:pPr marL="749300" lvl="1" indent="-304800" algn="just" fontAlgn="ctr">
              <a:lnSpc>
                <a:spcPct val="130000"/>
              </a:lnSpc>
              <a:spcBef>
                <a:spcPts val="0"/>
              </a:spcBef>
              <a:spcAft>
                <a:spcPts val="0"/>
              </a:spcAft>
              <a:buSzPct val="100000"/>
              <a:buFont typeface="+mj-lt"/>
              <a:buAutoNum type="arabicPeriod"/>
            </a:pPr>
            <a:r>
              <a:rPr lang="zh-CN" altLang="en-US" sz="1100" spc="15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在打开的“账户”窗口中，在“家庭和其他人员”选项卡中，单击“将其他人添加到这台电脑”。</a:t>
            </a:r>
          </a:p>
          <a:p>
            <a:pPr marL="749300" lvl="1" indent="-304800" algn="just" fontAlgn="ctr">
              <a:lnSpc>
                <a:spcPct val="130000"/>
              </a:lnSpc>
              <a:spcBef>
                <a:spcPts val="0"/>
              </a:spcBef>
              <a:spcAft>
                <a:spcPts val="0"/>
              </a:spcAft>
              <a:buSzPct val="100000"/>
              <a:buFont typeface="+mj-lt"/>
              <a:buAutoNum type="arabicPeriod"/>
            </a:pPr>
            <a:r>
              <a:rPr lang="zh-CN" altLang="en-US" sz="1100" spc="15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在切换到的“此人将如何登录”页面，在文本框中输入对方的电子邮件或电话号码。如果没有对方的电子邮件或电话号码，可单击“我没有这个人的登录信息”，如图2-31 所示。</a:t>
            </a:r>
          </a:p>
          <a:p>
            <a:pPr marL="749300" lvl="1" indent="-304800" algn="just" fontAlgn="ctr">
              <a:lnSpc>
                <a:spcPct val="130000"/>
              </a:lnSpc>
              <a:spcBef>
                <a:spcPts val="0"/>
              </a:spcBef>
              <a:spcAft>
                <a:spcPts val="0"/>
              </a:spcAft>
              <a:buSzPct val="100000"/>
              <a:buFont typeface="+mj-lt"/>
              <a:buAutoNum type="arabicPeriod"/>
            </a:pPr>
            <a:r>
              <a:rPr lang="zh-CN" altLang="en-US" sz="1100" spc="15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接着会切换到“让我们来创建你的账户”页面，单击“添加一个没有Microsoft 账户的用户”链接。</a:t>
            </a:r>
          </a:p>
          <a:p>
            <a:pPr marL="749300" lvl="1" indent="-304800" algn="just" fontAlgn="ctr">
              <a:lnSpc>
                <a:spcPct val="130000"/>
              </a:lnSpc>
              <a:spcBef>
                <a:spcPts val="0"/>
              </a:spcBef>
              <a:spcAft>
                <a:spcPts val="0"/>
              </a:spcAft>
              <a:buSzPct val="100000"/>
              <a:buFont typeface="+mj-lt"/>
              <a:buAutoNum type="arabicPeriod"/>
            </a:pPr>
            <a:r>
              <a:rPr lang="zh-CN" altLang="en-US" sz="1100" spc="15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在切换到的“为这台电脑创建一个账户”页面中，输入用户名、密码和密码提示，然后单击“下一步”按钮，如图2-32 所示。</a:t>
            </a:r>
          </a:p>
          <a:p>
            <a:pPr marL="749300" lvl="1" indent="-304800" algn="just" fontAlgn="ctr">
              <a:lnSpc>
                <a:spcPct val="130000"/>
              </a:lnSpc>
              <a:spcBef>
                <a:spcPts val="0"/>
              </a:spcBef>
              <a:spcAft>
                <a:spcPts val="0"/>
              </a:spcAft>
              <a:buSzPct val="100000"/>
              <a:buFont typeface="+mj-lt"/>
              <a:buAutoNum type="arabicPeriod"/>
            </a:pPr>
            <a:r>
              <a:rPr lang="zh-CN" altLang="en-US" sz="1100" spc="15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此时可以在“账户”窗口的“其他用户”选项卡看到新添的本地账户。</a:t>
            </a:r>
          </a:p>
        </p:txBody>
      </p:sp>
      <p:sp>
        <p:nvSpPr>
          <p:cNvPr id="9" name="任意多边形: 形状 8"/>
          <p:cNvSpPr/>
          <p:nvPr>
            <p:custDataLst>
              <p:tags r:id="rId6"/>
            </p:custDataLst>
          </p:nvPr>
        </p:nvSpPr>
        <p:spPr>
          <a:xfrm>
            <a:off x="35990" y="0"/>
            <a:ext cx="9072020" cy="472614"/>
          </a:xfrm>
          <a:custGeom>
            <a:avLst/>
            <a:gdLst>
              <a:gd name="connsiteX0" fmla="*/ 0 w 12096026"/>
              <a:gd name="connsiteY0" fmla="*/ 0 h 879200"/>
              <a:gd name="connsiteX1" fmla="*/ 12096026 w 12096026"/>
              <a:gd name="connsiteY1" fmla="*/ 0 h 879200"/>
              <a:gd name="connsiteX2" fmla="*/ 11987519 w 12096026"/>
              <a:gd name="connsiteY2" fmla="*/ 47063 h 879200"/>
              <a:gd name="connsiteX3" fmla="*/ 6048013 w 12096026"/>
              <a:gd name="connsiteY3" fmla="*/ 879200 h 879200"/>
              <a:gd name="connsiteX4" fmla="*/ 108507 w 12096026"/>
              <a:gd name="connsiteY4" fmla="*/ 47063 h 879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96026" h="879200">
                <a:moveTo>
                  <a:pt x="0" y="0"/>
                </a:moveTo>
                <a:lnTo>
                  <a:pt x="12096026" y="0"/>
                </a:lnTo>
                <a:lnTo>
                  <a:pt x="11987519" y="47063"/>
                </a:lnTo>
                <a:cubicBezTo>
                  <a:pt x="10700312" y="549115"/>
                  <a:pt x="8520454" y="879200"/>
                  <a:pt x="6048013" y="879200"/>
                </a:cubicBezTo>
                <a:cubicBezTo>
                  <a:pt x="3575573" y="879200"/>
                  <a:pt x="1395714" y="549115"/>
                  <a:pt x="108507" y="47063"/>
                </a:cubicBezTo>
                <a:close/>
              </a:path>
            </a:pathLst>
          </a:cu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3" name="任意多边形: 形状 12"/>
          <p:cNvSpPr>
            <a:spLocks noChangeAspect="1"/>
          </p:cNvSpPr>
          <p:nvPr>
            <p:custDataLst>
              <p:tags r:id="rId7"/>
            </p:custDataLst>
          </p:nvPr>
        </p:nvSpPr>
        <p:spPr>
          <a:xfrm>
            <a:off x="8142605" y="862965"/>
            <a:ext cx="191135" cy="294640"/>
          </a:xfrm>
          <a:custGeom>
            <a:avLst/>
            <a:gdLst>
              <a:gd name="connsiteX0" fmla="*/ 0 w 950118"/>
              <a:gd name="connsiteY0" fmla="*/ 0 h 1464467"/>
              <a:gd name="connsiteX1" fmla="*/ 950118 w 950118"/>
              <a:gd name="connsiteY1" fmla="*/ 0 h 1464467"/>
              <a:gd name="connsiteX2" fmla="*/ 950118 w 950118"/>
              <a:gd name="connsiteY2" fmla="*/ 950118 h 1464467"/>
              <a:gd name="connsiteX3" fmla="*/ 945895 w 950118"/>
              <a:gd name="connsiteY3" fmla="*/ 1007193 h 1464467"/>
              <a:gd name="connsiteX4" fmla="*/ 534143 w 950118"/>
              <a:gd name="connsiteY4" fmla="*/ 1464467 h 1464467"/>
              <a:gd name="connsiteX5" fmla="*/ 525809 w 950118"/>
              <a:gd name="connsiteY5" fmla="*/ 1463322 h 1464467"/>
              <a:gd name="connsiteX6" fmla="*/ 525809 w 950118"/>
              <a:gd name="connsiteY6" fmla="*/ 950118 h 1464467"/>
              <a:gd name="connsiteX7" fmla="*/ 0 w 950118"/>
              <a:gd name="connsiteY7" fmla="*/ 950118 h 1464467"/>
              <a:gd name="connsiteX0-1" fmla="*/ 0 w 950118"/>
              <a:gd name="connsiteY0-2" fmla="*/ 0 h 1464467"/>
              <a:gd name="connsiteX1-3" fmla="*/ 950118 w 950118"/>
              <a:gd name="connsiteY1-4" fmla="*/ 0 h 1464467"/>
              <a:gd name="connsiteX2-5" fmla="*/ 950118 w 950118"/>
              <a:gd name="connsiteY2-6" fmla="*/ 950118 h 1464467"/>
              <a:gd name="connsiteX3-7" fmla="*/ 534143 w 950118"/>
              <a:gd name="connsiteY3-8" fmla="*/ 1464467 h 1464467"/>
              <a:gd name="connsiteX4-9" fmla="*/ 525809 w 950118"/>
              <a:gd name="connsiteY4-10" fmla="*/ 1463322 h 1464467"/>
              <a:gd name="connsiteX5-11" fmla="*/ 525809 w 950118"/>
              <a:gd name="connsiteY5-12" fmla="*/ 950118 h 1464467"/>
              <a:gd name="connsiteX6-13" fmla="*/ 0 w 950118"/>
              <a:gd name="connsiteY6-14" fmla="*/ 950118 h 1464467"/>
              <a:gd name="connsiteX7-15" fmla="*/ 0 w 950118"/>
              <a:gd name="connsiteY7-16" fmla="*/ 0 h 1464467"/>
              <a:gd name="connsiteX0-17" fmla="*/ 0 w 950118"/>
              <a:gd name="connsiteY0-18" fmla="*/ 0 h 1464467"/>
              <a:gd name="connsiteX1-19" fmla="*/ 950118 w 950118"/>
              <a:gd name="connsiteY1-20" fmla="*/ 0 h 1464467"/>
              <a:gd name="connsiteX2-21" fmla="*/ 950118 w 950118"/>
              <a:gd name="connsiteY2-22" fmla="*/ 950118 h 1464467"/>
              <a:gd name="connsiteX3-23" fmla="*/ 534143 w 950118"/>
              <a:gd name="connsiteY3-24" fmla="*/ 1464467 h 1464467"/>
              <a:gd name="connsiteX4-25" fmla="*/ 525809 w 950118"/>
              <a:gd name="connsiteY4-26" fmla="*/ 1463322 h 1464467"/>
              <a:gd name="connsiteX5-27" fmla="*/ 525809 w 950118"/>
              <a:gd name="connsiteY5-28" fmla="*/ 950118 h 1464467"/>
              <a:gd name="connsiteX6-29" fmla="*/ 0 w 950118"/>
              <a:gd name="connsiteY6-30" fmla="*/ 950118 h 1464467"/>
              <a:gd name="connsiteX7-31" fmla="*/ 0 w 950118"/>
              <a:gd name="connsiteY7-32" fmla="*/ 0 h 1464467"/>
              <a:gd name="connsiteX0-33" fmla="*/ 0 w 950118"/>
              <a:gd name="connsiteY0-34" fmla="*/ 0 h 1463322"/>
              <a:gd name="connsiteX1-35" fmla="*/ 950118 w 950118"/>
              <a:gd name="connsiteY1-36" fmla="*/ 0 h 1463322"/>
              <a:gd name="connsiteX2-37" fmla="*/ 950118 w 950118"/>
              <a:gd name="connsiteY2-38" fmla="*/ 950118 h 1463322"/>
              <a:gd name="connsiteX3-39" fmla="*/ 525809 w 950118"/>
              <a:gd name="connsiteY3-40" fmla="*/ 1463322 h 1463322"/>
              <a:gd name="connsiteX4-41" fmla="*/ 525809 w 950118"/>
              <a:gd name="connsiteY4-42" fmla="*/ 950118 h 1463322"/>
              <a:gd name="connsiteX5-43" fmla="*/ 0 w 950118"/>
              <a:gd name="connsiteY5-44" fmla="*/ 950118 h 1463322"/>
              <a:gd name="connsiteX6-45" fmla="*/ 0 w 950118"/>
              <a:gd name="connsiteY6-46" fmla="*/ 0 h 1463322"/>
              <a:gd name="connsiteX0-47" fmla="*/ 0 w 950118"/>
              <a:gd name="connsiteY0-48" fmla="*/ 0 h 1463322"/>
              <a:gd name="connsiteX1-49" fmla="*/ 950118 w 950118"/>
              <a:gd name="connsiteY1-50" fmla="*/ 0 h 1463322"/>
              <a:gd name="connsiteX2-51" fmla="*/ 950118 w 950118"/>
              <a:gd name="connsiteY2-52" fmla="*/ 950118 h 1463322"/>
              <a:gd name="connsiteX3-53" fmla="*/ 525809 w 950118"/>
              <a:gd name="connsiteY3-54" fmla="*/ 1463322 h 1463322"/>
              <a:gd name="connsiteX4-55" fmla="*/ 525809 w 950118"/>
              <a:gd name="connsiteY4-56" fmla="*/ 950118 h 1463322"/>
              <a:gd name="connsiteX5-57" fmla="*/ 0 w 950118"/>
              <a:gd name="connsiteY5-58" fmla="*/ 950118 h 1463322"/>
              <a:gd name="connsiteX6-59" fmla="*/ 0 w 950118"/>
              <a:gd name="connsiteY6-60" fmla="*/ 0 h 1463322"/>
              <a:gd name="connsiteX0-61" fmla="*/ 0 w 950118"/>
              <a:gd name="connsiteY0-62" fmla="*/ 0 h 1463322"/>
              <a:gd name="connsiteX1-63" fmla="*/ 950118 w 950118"/>
              <a:gd name="connsiteY1-64" fmla="*/ 0 h 1463322"/>
              <a:gd name="connsiteX2-65" fmla="*/ 950118 w 950118"/>
              <a:gd name="connsiteY2-66" fmla="*/ 923925 h 1463322"/>
              <a:gd name="connsiteX3-67" fmla="*/ 525809 w 950118"/>
              <a:gd name="connsiteY3-68" fmla="*/ 1463322 h 1463322"/>
              <a:gd name="connsiteX4-69" fmla="*/ 525809 w 950118"/>
              <a:gd name="connsiteY4-70" fmla="*/ 950118 h 1463322"/>
              <a:gd name="connsiteX5-71" fmla="*/ 0 w 950118"/>
              <a:gd name="connsiteY5-72" fmla="*/ 950118 h 1463322"/>
              <a:gd name="connsiteX6-73" fmla="*/ 0 w 950118"/>
              <a:gd name="connsiteY6-74" fmla="*/ 0 h 1463322"/>
              <a:gd name="connsiteX0-75" fmla="*/ 0 w 950118"/>
              <a:gd name="connsiteY0-76" fmla="*/ 0 h 1463322"/>
              <a:gd name="connsiteX1-77" fmla="*/ 950118 w 950118"/>
              <a:gd name="connsiteY1-78" fmla="*/ 0 h 1463322"/>
              <a:gd name="connsiteX2-79" fmla="*/ 950118 w 950118"/>
              <a:gd name="connsiteY2-80" fmla="*/ 923925 h 1463322"/>
              <a:gd name="connsiteX3-81" fmla="*/ 525809 w 950118"/>
              <a:gd name="connsiteY3-82" fmla="*/ 1463322 h 1463322"/>
              <a:gd name="connsiteX4-83" fmla="*/ 525809 w 950118"/>
              <a:gd name="connsiteY4-84" fmla="*/ 950118 h 1463322"/>
              <a:gd name="connsiteX5-85" fmla="*/ 0 w 950118"/>
              <a:gd name="connsiteY5-86" fmla="*/ 950118 h 1463322"/>
              <a:gd name="connsiteX6-87" fmla="*/ 0 w 950118"/>
              <a:gd name="connsiteY6-88" fmla="*/ 0 h 1463322"/>
              <a:gd name="connsiteX0-89" fmla="*/ 0 w 950118"/>
              <a:gd name="connsiteY0-90" fmla="*/ 0 h 1463322"/>
              <a:gd name="connsiteX1-91" fmla="*/ 950118 w 950118"/>
              <a:gd name="connsiteY1-92" fmla="*/ 0 h 1463322"/>
              <a:gd name="connsiteX2-93" fmla="*/ 950118 w 950118"/>
              <a:gd name="connsiteY2-94" fmla="*/ 923925 h 1463322"/>
              <a:gd name="connsiteX3-95" fmla="*/ 525809 w 950118"/>
              <a:gd name="connsiteY3-96" fmla="*/ 1463322 h 1463322"/>
              <a:gd name="connsiteX4-97" fmla="*/ 525809 w 950118"/>
              <a:gd name="connsiteY4-98" fmla="*/ 950118 h 1463322"/>
              <a:gd name="connsiteX5-99" fmla="*/ 0 w 950118"/>
              <a:gd name="connsiteY5-100" fmla="*/ 950118 h 1463322"/>
              <a:gd name="connsiteX6-101" fmla="*/ 0 w 950118"/>
              <a:gd name="connsiteY6-102" fmla="*/ 0 h 1463322"/>
              <a:gd name="connsiteX0-103" fmla="*/ 0 w 950118"/>
              <a:gd name="connsiteY0-104" fmla="*/ 0 h 1463322"/>
              <a:gd name="connsiteX1-105" fmla="*/ 950118 w 950118"/>
              <a:gd name="connsiteY1-106" fmla="*/ 0 h 1463322"/>
              <a:gd name="connsiteX2-107" fmla="*/ 950118 w 950118"/>
              <a:gd name="connsiteY2-108" fmla="*/ 923925 h 1463322"/>
              <a:gd name="connsiteX3-109" fmla="*/ 525809 w 950118"/>
              <a:gd name="connsiteY3-110" fmla="*/ 1463322 h 1463322"/>
              <a:gd name="connsiteX4-111" fmla="*/ 525809 w 950118"/>
              <a:gd name="connsiteY4-112" fmla="*/ 950118 h 1463322"/>
              <a:gd name="connsiteX5-113" fmla="*/ 0 w 950118"/>
              <a:gd name="connsiteY5-114" fmla="*/ 950118 h 1463322"/>
              <a:gd name="connsiteX6-115" fmla="*/ 0 w 950118"/>
              <a:gd name="connsiteY6-116" fmla="*/ 0 h 146332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950118" h="1463322">
                <a:moveTo>
                  <a:pt x="0" y="0"/>
                </a:moveTo>
                <a:lnTo>
                  <a:pt x="950118" y="0"/>
                </a:lnTo>
                <a:lnTo>
                  <a:pt x="950118" y="923925"/>
                </a:lnTo>
                <a:cubicBezTo>
                  <a:pt x="946074" y="1377362"/>
                  <a:pt x="596527" y="1463322"/>
                  <a:pt x="525809" y="1463322"/>
                </a:cubicBezTo>
                <a:lnTo>
                  <a:pt x="525809" y="950118"/>
                </a:lnTo>
                <a:lnTo>
                  <a:pt x="0" y="950118"/>
                </a:lnTo>
                <a:lnTo>
                  <a:pt x="0" y="0"/>
                </a:lnTo>
                <a:close/>
              </a:path>
            </a:pathLst>
          </a:custGeom>
          <a:solidFill>
            <a:srgbClr val="E1E1F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4" name="任意多边形: 形状 13"/>
          <p:cNvSpPr>
            <a:spLocks noChangeAspect="1"/>
          </p:cNvSpPr>
          <p:nvPr>
            <p:custDataLst>
              <p:tags r:id="rId8"/>
            </p:custDataLst>
          </p:nvPr>
        </p:nvSpPr>
        <p:spPr>
          <a:xfrm>
            <a:off x="8394065" y="862965"/>
            <a:ext cx="191135" cy="294640"/>
          </a:xfrm>
          <a:custGeom>
            <a:avLst/>
            <a:gdLst>
              <a:gd name="connsiteX0" fmla="*/ 0 w 950118"/>
              <a:gd name="connsiteY0" fmla="*/ 0 h 1464467"/>
              <a:gd name="connsiteX1" fmla="*/ 950118 w 950118"/>
              <a:gd name="connsiteY1" fmla="*/ 0 h 1464467"/>
              <a:gd name="connsiteX2" fmla="*/ 950118 w 950118"/>
              <a:gd name="connsiteY2" fmla="*/ 950118 h 1464467"/>
              <a:gd name="connsiteX3" fmla="*/ 945895 w 950118"/>
              <a:gd name="connsiteY3" fmla="*/ 1007193 h 1464467"/>
              <a:gd name="connsiteX4" fmla="*/ 534143 w 950118"/>
              <a:gd name="connsiteY4" fmla="*/ 1464467 h 1464467"/>
              <a:gd name="connsiteX5" fmla="*/ 525809 w 950118"/>
              <a:gd name="connsiteY5" fmla="*/ 1463322 h 1464467"/>
              <a:gd name="connsiteX6" fmla="*/ 525809 w 950118"/>
              <a:gd name="connsiteY6" fmla="*/ 950118 h 1464467"/>
              <a:gd name="connsiteX7" fmla="*/ 0 w 950118"/>
              <a:gd name="connsiteY7" fmla="*/ 950118 h 1464467"/>
              <a:gd name="connsiteX0-1" fmla="*/ 0 w 950118"/>
              <a:gd name="connsiteY0-2" fmla="*/ 0 h 1464467"/>
              <a:gd name="connsiteX1-3" fmla="*/ 950118 w 950118"/>
              <a:gd name="connsiteY1-4" fmla="*/ 0 h 1464467"/>
              <a:gd name="connsiteX2-5" fmla="*/ 950118 w 950118"/>
              <a:gd name="connsiteY2-6" fmla="*/ 950118 h 1464467"/>
              <a:gd name="connsiteX3-7" fmla="*/ 534143 w 950118"/>
              <a:gd name="connsiteY3-8" fmla="*/ 1464467 h 1464467"/>
              <a:gd name="connsiteX4-9" fmla="*/ 525809 w 950118"/>
              <a:gd name="connsiteY4-10" fmla="*/ 1463322 h 1464467"/>
              <a:gd name="connsiteX5-11" fmla="*/ 525809 w 950118"/>
              <a:gd name="connsiteY5-12" fmla="*/ 950118 h 1464467"/>
              <a:gd name="connsiteX6-13" fmla="*/ 0 w 950118"/>
              <a:gd name="connsiteY6-14" fmla="*/ 950118 h 1464467"/>
              <a:gd name="connsiteX7-15" fmla="*/ 0 w 950118"/>
              <a:gd name="connsiteY7-16" fmla="*/ 0 h 1464467"/>
              <a:gd name="connsiteX0-17" fmla="*/ 0 w 950118"/>
              <a:gd name="connsiteY0-18" fmla="*/ 0 h 1464467"/>
              <a:gd name="connsiteX1-19" fmla="*/ 950118 w 950118"/>
              <a:gd name="connsiteY1-20" fmla="*/ 0 h 1464467"/>
              <a:gd name="connsiteX2-21" fmla="*/ 950118 w 950118"/>
              <a:gd name="connsiteY2-22" fmla="*/ 950118 h 1464467"/>
              <a:gd name="connsiteX3-23" fmla="*/ 534143 w 950118"/>
              <a:gd name="connsiteY3-24" fmla="*/ 1464467 h 1464467"/>
              <a:gd name="connsiteX4-25" fmla="*/ 525809 w 950118"/>
              <a:gd name="connsiteY4-26" fmla="*/ 1463322 h 1464467"/>
              <a:gd name="connsiteX5-27" fmla="*/ 525809 w 950118"/>
              <a:gd name="connsiteY5-28" fmla="*/ 950118 h 1464467"/>
              <a:gd name="connsiteX6-29" fmla="*/ 0 w 950118"/>
              <a:gd name="connsiteY6-30" fmla="*/ 950118 h 1464467"/>
              <a:gd name="connsiteX7-31" fmla="*/ 0 w 950118"/>
              <a:gd name="connsiteY7-32" fmla="*/ 0 h 1464467"/>
              <a:gd name="connsiteX0-33" fmla="*/ 0 w 950118"/>
              <a:gd name="connsiteY0-34" fmla="*/ 0 h 1463322"/>
              <a:gd name="connsiteX1-35" fmla="*/ 950118 w 950118"/>
              <a:gd name="connsiteY1-36" fmla="*/ 0 h 1463322"/>
              <a:gd name="connsiteX2-37" fmla="*/ 950118 w 950118"/>
              <a:gd name="connsiteY2-38" fmla="*/ 950118 h 1463322"/>
              <a:gd name="connsiteX3-39" fmla="*/ 525809 w 950118"/>
              <a:gd name="connsiteY3-40" fmla="*/ 1463322 h 1463322"/>
              <a:gd name="connsiteX4-41" fmla="*/ 525809 w 950118"/>
              <a:gd name="connsiteY4-42" fmla="*/ 950118 h 1463322"/>
              <a:gd name="connsiteX5-43" fmla="*/ 0 w 950118"/>
              <a:gd name="connsiteY5-44" fmla="*/ 950118 h 1463322"/>
              <a:gd name="connsiteX6-45" fmla="*/ 0 w 950118"/>
              <a:gd name="connsiteY6-46" fmla="*/ 0 h 1463322"/>
              <a:gd name="connsiteX0-47" fmla="*/ 0 w 950118"/>
              <a:gd name="connsiteY0-48" fmla="*/ 0 h 1463322"/>
              <a:gd name="connsiteX1-49" fmla="*/ 950118 w 950118"/>
              <a:gd name="connsiteY1-50" fmla="*/ 0 h 1463322"/>
              <a:gd name="connsiteX2-51" fmla="*/ 950118 w 950118"/>
              <a:gd name="connsiteY2-52" fmla="*/ 950118 h 1463322"/>
              <a:gd name="connsiteX3-53" fmla="*/ 525809 w 950118"/>
              <a:gd name="connsiteY3-54" fmla="*/ 1463322 h 1463322"/>
              <a:gd name="connsiteX4-55" fmla="*/ 525809 w 950118"/>
              <a:gd name="connsiteY4-56" fmla="*/ 950118 h 1463322"/>
              <a:gd name="connsiteX5-57" fmla="*/ 0 w 950118"/>
              <a:gd name="connsiteY5-58" fmla="*/ 950118 h 1463322"/>
              <a:gd name="connsiteX6-59" fmla="*/ 0 w 950118"/>
              <a:gd name="connsiteY6-60" fmla="*/ 0 h 1463322"/>
              <a:gd name="connsiteX0-61" fmla="*/ 0 w 950118"/>
              <a:gd name="connsiteY0-62" fmla="*/ 0 h 1463322"/>
              <a:gd name="connsiteX1-63" fmla="*/ 950118 w 950118"/>
              <a:gd name="connsiteY1-64" fmla="*/ 0 h 1463322"/>
              <a:gd name="connsiteX2-65" fmla="*/ 950118 w 950118"/>
              <a:gd name="connsiteY2-66" fmla="*/ 923925 h 1463322"/>
              <a:gd name="connsiteX3-67" fmla="*/ 525809 w 950118"/>
              <a:gd name="connsiteY3-68" fmla="*/ 1463322 h 1463322"/>
              <a:gd name="connsiteX4-69" fmla="*/ 525809 w 950118"/>
              <a:gd name="connsiteY4-70" fmla="*/ 950118 h 1463322"/>
              <a:gd name="connsiteX5-71" fmla="*/ 0 w 950118"/>
              <a:gd name="connsiteY5-72" fmla="*/ 950118 h 1463322"/>
              <a:gd name="connsiteX6-73" fmla="*/ 0 w 950118"/>
              <a:gd name="connsiteY6-74" fmla="*/ 0 h 1463322"/>
              <a:gd name="connsiteX0-75" fmla="*/ 0 w 950118"/>
              <a:gd name="connsiteY0-76" fmla="*/ 0 h 1463322"/>
              <a:gd name="connsiteX1-77" fmla="*/ 950118 w 950118"/>
              <a:gd name="connsiteY1-78" fmla="*/ 0 h 1463322"/>
              <a:gd name="connsiteX2-79" fmla="*/ 950118 w 950118"/>
              <a:gd name="connsiteY2-80" fmla="*/ 923925 h 1463322"/>
              <a:gd name="connsiteX3-81" fmla="*/ 525809 w 950118"/>
              <a:gd name="connsiteY3-82" fmla="*/ 1463322 h 1463322"/>
              <a:gd name="connsiteX4-83" fmla="*/ 525809 w 950118"/>
              <a:gd name="connsiteY4-84" fmla="*/ 950118 h 1463322"/>
              <a:gd name="connsiteX5-85" fmla="*/ 0 w 950118"/>
              <a:gd name="connsiteY5-86" fmla="*/ 950118 h 1463322"/>
              <a:gd name="connsiteX6-87" fmla="*/ 0 w 950118"/>
              <a:gd name="connsiteY6-88" fmla="*/ 0 h 1463322"/>
              <a:gd name="connsiteX0-89" fmla="*/ 0 w 950118"/>
              <a:gd name="connsiteY0-90" fmla="*/ 0 h 1463322"/>
              <a:gd name="connsiteX1-91" fmla="*/ 950118 w 950118"/>
              <a:gd name="connsiteY1-92" fmla="*/ 0 h 1463322"/>
              <a:gd name="connsiteX2-93" fmla="*/ 950118 w 950118"/>
              <a:gd name="connsiteY2-94" fmla="*/ 923925 h 1463322"/>
              <a:gd name="connsiteX3-95" fmla="*/ 525809 w 950118"/>
              <a:gd name="connsiteY3-96" fmla="*/ 1463322 h 1463322"/>
              <a:gd name="connsiteX4-97" fmla="*/ 525809 w 950118"/>
              <a:gd name="connsiteY4-98" fmla="*/ 950118 h 1463322"/>
              <a:gd name="connsiteX5-99" fmla="*/ 0 w 950118"/>
              <a:gd name="connsiteY5-100" fmla="*/ 950118 h 1463322"/>
              <a:gd name="connsiteX6-101" fmla="*/ 0 w 950118"/>
              <a:gd name="connsiteY6-102" fmla="*/ 0 h 1463322"/>
              <a:gd name="connsiteX0-103" fmla="*/ 0 w 950118"/>
              <a:gd name="connsiteY0-104" fmla="*/ 0 h 1463322"/>
              <a:gd name="connsiteX1-105" fmla="*/ 950118 w 950118"/>
              <a:gd name="connsiteY1-106" fmla="*/ 0 h 1463322"/>
              <a:gd name="connsiteX2-107" fmla="*/ 950118 w 950118"/>
              <a:gd name="connsiteY2-108" fmla="*/ 923925 h 1463322"/>
              <a:gd name="connsiteX3-109" fmla="*/ 525809 w 950118"/>
              <a:gd name="connsiteY3-110" fmla="*/ 1463322 h 1463322"/>
              <a:gd name="connsiteX4-111" fmla="*/ 525809 w 950118"/>
              <a:gd name="connsiteY4-112" fmla="*/ 950118 h 1463322"/>
              <a:gd name="connsiteX5-113" fmla="*/ 0 w 950118"/>
              <a:gd name="connsiteY5-114" fmla="*/ 950118 h 1463322"/>
              <a:gd name="connsiteX6-115" fmla="*/ 0 w 950118"/>
              <a:gd name="connsiteY6-116" fmla="*/ 0 h 146332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950118" h="1463322">
                <a:moveTo>
                  <a:pt x="0" y="0"/>
                </a:moveTo>
                <a:lnTo>
                  <a:pt x="950118" y="0"/>
                </a:lnTo>
                <a:lnTo>
                  <a:pt x="950118" y="923925"/>
                </a:lnTo>
                <a:cubicBezTo>
                  <a:pt x="946074" y="1377362"/>
                  <a:pt x="596527" y="1463322"/>
                  <a:pt x="525809" y="1463322"/>
                </a:cubicBezTo>
                <a:lnTo>
                  <a:pt x="525809" y="950118"/>
                </a:lnTo>
                <a:lnTo>
                  <a:pt x="0" y="950118"/>
                </a:lnTo>
                <a:lnTo>
                  <a:pt x="0" y="0"/>
                </a:lnTo>
                <a:close/>
              </a:path>
            </a:pathLst>
          </a:custGeom>
          <a:solidFill>
            <a:srgbClr val="E1E1F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6" name="任意多边形: 形状 15"/>
          <p:cNvSpPr>
            <a:spLocks noChangeAspect="1"/>
          </p:cNvSpPr>
          <p:nvPr>
            <p:custDataLst>
              <p:tags r:id="rId9"/>
            </p:custDataLst>
          </p:nvPr>
        </p:nvSpPr>
        <p:spPr>
          <a:xfrm flipH="1" flipV="1">
            <a:off x="810260" y="862965"/>
            <a:ext cx="191135" cy="294640"/>
          </a:xfrm>
          <a:custGeom>
            <a:avLst/>
            <a:gdLst>
              <a:gd name="connsiteX0" fmla="*/ 0 w 950118"/>
              <a:gd name="connsiteY0" fmla="*/ 0 h 1464467"/>
              <a:gd name="connsiteX1" fmla="*/ 950118 w 950118"/>
              <a:gd name="connsiteY1" fmla="*/ 0 h 1464467"/>
              <a:gd name="connsiteX2" fmla="*/ 950118 w 950118"/>
              <a:gd name="connsiteY2" fmla="*/ 950118 h 1464467"/>
              <a:gd name="connsiteX3" fmla="*/ 945895 w 950118"/>
              <a:gd name="connsiteY3" fmla="*/ 1007193 h 1464467"/>
              <a:gd name="connsiteX4" fmla="*/ 534143 w 950118"/>
              <a:gd name="connsiteY4" fmla="*/ 1464467 h 1464467"/>
              <a:gd name="connsiteX5" fmla="*/ 525809 w 950118"/>
              <a:gd name="connsiteY5" fmla="*/ 1463322 h 1464467"/>
              <a:gd name="connsiteX6" fmla="*/ 525809 w 950118"/>
              <a:gd name="connsiteY6" fmla="*/ 950118 h 1464467"/>
              <a:gd name="connsiteX7" fmla="*/ 0 w 950118"/>
              <a:gd name="connsiteY7" fmla="*/ 950118 h 1464467"/>
              <a:gd name="connsiteX0-1" fmla="*/ 0 w 950118"/>
              <a:gd name="connsiteY0-2" fmla="*/ 0 h 1464467"/>
              <a:gd name="connsiteX1-3" fmla="*/ 950118 w 950118"/>
              <a:gd name="connsiteY1-4" fmla="*/ 0 h 1464467"/>
              <a:gd name="connsiteX2-5" fmla="*/ 950118 w 950118"/>
              <a:gd name="connsiteY2-6" fmla="*/ 950118 h 1464467"/>
              <a:gd name="connsiteX3-7" fmla="*/ 534143 w 950118"/>
              <a:gd name="connsiteY3-8" fmla="*/ 1464467 h 1464467"/>
              <a:gd name="connsiteX4-9" fmla="*/ 525809 w 950118"/>
              <a:gd name="connsiteY4-10" fmla="*/ 1463322 h 1464467"/>
              <a:gd name="connsiteX5-11" fmla="*/ 525809 w 950118"/>
              <a:gd name="connsiteY5-12" fmla="*/ 950118 h 1464467"/>
              <a:gd name="connsiteX6-13" fmla="*/ 0 w 950118"/>
              <a:gd name="connsiteY6-14" fmla="*/ 950118 h 1464467"/>
              <a:gd name="connsiteX7-15" fmla="*/ 0 w 950118"/>
              <a:gd name="connsiteY7-16" fmla="*/ 0 h 1464467"/>
              <a:gd name="connsiteX0-17" fmla="*/ 0 w 950118"/>
              <a:gd name="connsiteY0-18" fmla="*/ 0 h 1464467"/>
              <a:gd name="connsiteX1-19" fmla="*/ 950118 w 950118"/>
              <a:gd name="connsiteY1-20" fmla="*/ 0 h 1464467"/>
              <a:gd name="connsiteX2-21" fmla="*/ 950118 w 950118"/>
              <a:gd name="connsiteY2-22" fmla="*/ 950118 h 1464467"/>
              <a:gd name="connsiteX3-23" fmla="*/ 534143 w 950118"/>
              <a:gd name="connsiteY3-24" fmla="*/ 1464467 h 1464467"/>
              <a:gd name="connsiteX4-25" fmla="*/ 525809 w 950118"/>
              <a:gd name="connsiteY4-26" fmla="*/ 1463322 h 1464467"/>
              <a:gd name="connsiteX5-27" fmla="*/ 525809 w 950118"/>
              <a:gd name="connsiteY5-28" fmla="*/ 950118 h 1464467"/>
              <a:gd name="connsiteX6-29" fmla="*/ 0 w 950118"/>
              <a:gd name="connsiteY6-30" fmla="*/ 950118 h 1464467"/>
              <a:gd name="connsiteX7-31" fmla="*/ 0 w 950118"/>
              <a:gd name="connsiteY7-32" fmla="*/ 0 h 1464467"/>
              <a:gd name="connsiteX0-33" fmla="*/ 0 w 950118"/>
              <a:gd name="connsiteY0-34" fmla="*/ 0 h 1463322"/>
              <a:gd name="connsiteX1-35" fmla="*/ 950118 w 950118"/>
              <a:gd name="connsiteY1-36" fmla="*/ 0 h 1463322"/>
              <a:gd name="connsiteX2-37" fmla="*/ 950118 w 950118"/>
              <a:gd name="connsiteY2-38" fmla="*/ 950118 h 1463322"/>
              <a:gd name="connsiteX3-39" fmla="*/ 525809 w 950118"/>
              <a:gd name="connsiteY3-40" fmla="*/ 1463322 h 1463322"/>
              <a:gd name="connsiteX4-41" fmla="*/ 525809 w 950118"/>
              <a:gd name="connsiteY4-42" fmla="*/ 950118 h 1463322"/>
              <a:gd name="connsiteX5-43" fmla="*/ 0 w 950118"/>
              <a:gd name="connsiteY5-44" fmla="*/ 950118 h 1463322"/>
              <a:gd name="connsiteX6-45" fmla="*/ 0 w 950118"/>
              <a:gd name="connsiteY6-46" fmla="*/ 0 h 1463322"/>
              <a:gd name="connsiteX0-47" fmla="*/ 0 w 950118"/>
              <a:gd name="connsiteY0-48" fmla="*/ 0 h 1463322"/>
              <a:gd name="connsiteX1-49" fmla="*/ 950118 w 950118"/>
              <a:gd name="connsiteY1-50" fmla="*/ 0 h 1463322"/>
              <a:gd name="connsiteX2-51" fmla="*/ 950118 w 950118"/>
              <a:gd name="connsiteY2-52" fmla="*/ 950118 h 1463322"/>
              <a:gd name="connsiteX3-53" fmla="*/ 525809 w 950118"/>
              <a:gd name="connsiteY3-54" fmla="*/ 1463322 h 1463322"/>
              <a:gd name="connsiteX4-55" fmla="*/ 525809 w 950118"/>
              <a:gd name="connsiteY4-56" fmla="*/ 950118 h 1463322"/>
              <a:gd name="connsiteX5-57" fmla="*/ 0 w 950118"/>
              <a:gd name="connsiteY5-58" fmla="*/ 950118 h 1463322"/>
              <a:gd name="connsiteX6-59" fmla="*/ 0 w 950118"/>
              <a:gd name="connsiteY6-60" fmla="*/ 0 h 1463322"/>
              <a:gd name="connsiteX0-61" fmla="*/ 0 w 950118"/>
              <a:gd name="connsiteY0-62" fmla="*/ 0 h 1463322"/>
              <a:gd name="connsiteX1-63" fmla="*/ 950118 w 950118"/>
              <a:gd name="connsiteY1-64" fmla="*/ 0 h 1463322"/>
              <a:gd name="connsiteX2-65" fmla="*/ 950118 w 950118"/>
              <a:gd name="connsiteY2-66" fmla="*/ 923925 h 1463322"/>
              <a:gd name="connsiteX3-67" fmla="*/ 525809 w 950118"/>
              <a:gd name="connsiteY3-68" fmla="*/ 1463322 h 1463322"/>
              <a:gd name="connsiteX4-69" fmla="*/ 525809 w 950118"/>
              <a:gd name="connsiteY4-70" fmla="*/ 950118 h 1463322"/>
              <a:gd name="connsiteX5-71" fmla="*/ 0 w 950118"/>
              <a:gd name="connsiteY5-72" fmla="*/ 950118 h 1463322"/>
              <a:gd name="connsiteX6-73" fmla="*/ 0 w 950118"/>
              <a:gd name="connsiteY6-74" fmla="*/ 0 h 1463322"/>
              <a:gd name="connsiteX0-75" fmla="*/ 0 w 950118"/>
              <a:gd name="connsiteY0-76" fmla="*/ 0 h 1463322"/>
              <a:gd name="connsiteX1-77" fmla="*/ 950118 w 950118"/>
              <a:gd name="connsiteY1-78" fmla="*/ 0 h 1463322"/>
              <a:gd name="connsiteX2-79" fmla="*/ 950118 w 950118"/>
              <a:gd name="connsiteY2-80" fmla="*/ 923925 h 1463322"/>
              <a:gd name="connsiteX3-81" fmla="*/ 525809 w 950118"/>
              <a:gd name="connsiteY3-82" fmla="*/ 1463322 h 1463322"/>
              <a:gd name="connsiteX4-83" fmla="*/ 525809 w 950118"/>
              <a:gd name="connsiteY4-84" fmla="*/ 950118 h 1463322"/>
              <a:gd name="connsiteX5-85" fmla="*/ 0 w 950118"/>
              <a:gd name="connsiteY5-86" fmla="*/ 950118 h 1463322"/>
              <a:gd name="connsiteX6-87" fmla="*/ 0 w 950118"/>
              <a:gd name="connsiteY6-88" fmla="*/ 0 h 1463322"/>
              <a:gd name="connsiteX0-89" fmla="*/ 0 w 950118"/>
              <a:gd name="connsiteY0-90" fmla="*/ 0 h 1463322"/>
              <a:gd name="connsiteX1-91" fmla="*/ 950118 w 950118"/>
              <a:gd name="connsiteY1-92" fmla="*/ 0 h 1463322"/>
              <a:gd name="connsiteX2-93" fmla="*/ 950118 w 950118"/>
              <a:gd name="connsiteY2-94" fmla="*/ 923925 h 1463322"/>
              <a:gd name="connsiteX3-95" fmla="*/ 525809 w 950118"/>
              <a:gd name="connsiteY3-96" fmla="*/ 1463322 h 1463322"/>
              <a:gd name="connsiteX4-97" fmla="*/ 525809 w 950118"/>
              <a:gd name="connsiteY4-98" fmla="*/ 950118 h 1463322"/>
              <a:gd name="connsiteX5-99" fmla="*/ 0 w 950118"/>
              <a:gd name="connsiteY5-100" fmla="*/ 950118 h 1463322"/>
              <a:gd name="connsiteX6-101" fmla="*/ 0 w 950118"/>
              <a:gd name="connsiteY6-102" fmla="*/ 0 h 1463322"/>
              <a:gd name="connsiteX0-103" fmla="*/ 0 w 950118"/>
              <a:gd name="connsiteY0-104" fmla="*/ 0 h 1463322"/>
              <a:gd name="connsiteX1-105" fmla="*/ 950118 w 950118"/>
              <a:gd name="connsiteY1-106" fmla="*/ 0 h 1463322"/>
              <a:gd name="connsiteX2-107" fmla="*/ 950118 w 950118"/>
              <a:gd name="connsiteY2-108" fmla="*/ 923925 h 1463322"/>
              <a:gd name="connsiteX3-109" fmla="*/ 525809 w 950118"/>
              <a:gd name="connsiteY3-110" fmla="*/ 1463322 h 1463322"/>
              <a:gd name="connsiteX4-111" fmla="*/ 525809 w 950118"/>
              <a:gd name="connsiteY4-112" fmla="*/ 950118 h 1463322"/>
              <a:gd name="connsiteX5-113" fmla="*/ 0 w 950118"/>
              <a:gd name="connsiteY5-114" fmla="*/ 950118 h 1463322"/>
              <a:gd name="connsiteX6-115" fmla="*/ 0 w 950118"/>
              <a:gd name="connsiteY6-116" fmla="*/ 0 h 146332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950118" h="1463322">
                <a:moveTo>
                  <a:pt x="0" y="0"/>
                </a:moveTo>
                <a:lnTo>
                  <a:pt x="950118" y="0"/>
                </a:lnTo>
                <a:lnTo>
                  <a:pt x="950118" y="923925"/>
                </a:lnTo>
                <a:cubicBezTo>
                  <a:pt x="946074" y="1377362"/>
                  <a:pt x="596527" y="1463322"/>
                  <a:pt x="525809" y="1463322"/>
                </a:cubicBezTo>
                <a:lnTo>
                  <a:pt x="525809" y="950118"/>
                </a:lnTo>
                <a:lnTo>
                  <a:pt x="0" y="950118"/>
                </a:lnTo>
                <a:lnTo>
                  <a:pt x="0" y="0"/>
                </a:lnTo>
                <a:close/>
              </a:path>
            </a:pathLst>
          </a:custGeom>
          <a:solidFill>
            <a:srgbClr val="E1E1F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7" name="任意多边形: 形状 16"/>
          <p:cNvSpPr>
            <a:spLocks noChangeAspect="1"/>
          </p:cNvSpPr>
          <p:nvPr>
            <p:custDataLst>
              <p:tags r:id="rId10"/>
            </p:custDataLst>
          </p:nvPr>
        </p:nvSpPr>
        <p:spPr>
          <a:xfrm flipH="1" flipV="1">
            <a:off x="558800" y="862965"/>
            <a:ext cx="191135" cy="294640"/>
          </a:xfrm>
          <a:custGeom>
            <a:avLst/>
            <a:gdLst>
              <a:gd name="connsiteX0" fmla="*/ 0 w 950118"/>
              <a:gd name="connsiteY0" fmla="*/ 0 h 1464467"/>
              <a:gd name="connsiteX1" fmla="*/ 950118 w 950118"/>
              <a:gd name="connsiteY1" fmla="*/ 0 h 1464467"/>
              <a:gd name="connsiteX2" fmla="*/ 950118 w 950118"/>
              <a:gd name="connsiteY2" fmla="*/ 950118 h 1464467"/>
              <a:gd name="connsiteX3" fmla="*/ 945895 w 950118"/>
              <a:gd name="connsiteY3" fmla="*/ 1007193 h 1464467"/>
              <a:gd name="connsiteX4" fmla="*/ 534143 w 950118"/>
              <a:gd name="connsiteY4" fmla="*/ 1464467 h 1464467"/>
              <a:gd name="connsiteX5" fmla="*/ 525809 w 950118"/>
              <a:gd name="connsiteY5" fmla="*/ 1463322 h 1464467"/>
              <a:gd name="connsiteX6" fmla="*/ 525809 w 950118"/>
              <a:gd name="connsiteY6" fmla="*/ 950118 h 1464467"/>
              <a:gd name="connsiteX7" fmla="*/ 0 w 950118"/>
              <a:gd name="connsiteY7" fmla="*/ 950118 h 1464467"/>
              <a:gd name="connsiteX0-1" fmla="*/ 0 w 950118"/>
              <a:gd name="connsiteY0-2" fmla="*/ 0 h 1464467"/>
              <a:gd name="connsiteX1-3" fmla="*/ 950118 w 950118"/>
              <a:gd name="connsiteY1-4" fmla="*/ 0 h 1464467"/>
              <a:gd name="connsiteX2-5" fmla="*/ 950118 w 950118"/>
              <a:gd name="connsiteY2-6" fmla="*/ 950118 h 1464467"/>
              <a:gd name="connsiteX3-7" fmla="*/ 534143 w 950118"/>
              <a:gd name="connsiteY3-8" fmla="*/ 1464467 h 1464467"/>
              <a:gd name="connsiteX4-9" fmla="*/ 525809 w 950118"/>
              <a:gd name="connsiteY4-10" fmla="*/ 1463322 h 1464467"/>
              <a:gd name="connsiteX5-11" fmla="*/ 525809 w 950118"/>
              <a:gd name="connsiteY5-12" fmla="*/ 950118 h 1464467"/>
              <a:gd name="connsiteX6-13" fmla="*/ 0 w 950118"/>
              <a:gd name="connsiteY6-14" fmla="*/ 950118 h 1464467"/>
              <a:gd name="connsiteX7-15" fmla="*/ 0 w 950118"/>
              <a:gd name="connsiteY7-16" fmla="*/ 0 h 1464467"/>
              <a:gd name="connsiteX0-17" fmla="*/ 0 w 950118"/>
              <a:gd name="connsiteY0-18" fmla="*/ 0 h 1464467"/>
              <a:gd name="connsiteX1-19" fmla="*/ 950118 w 950118"/>
              <a:gd name="connsiteY1-20" fmla="*/ 0 h 1464467"/>
              <a:gd name="connsiteX2-21" fmla="*/ 950118 w 950118"/>
              <a:gd name="connsiteY2-22" fmla="*/ 950118 h 1464467"/>
              <a:gd name="connsiteX3-23" fmla="*/ 534143 w 950118"/>
              <a:gd name="connsiteY3-24" fmla="*/ 1464467 h 1464467"/>
              <a:gd name="connsiteX4-25" fmla="*/ 525809 w 950118"/>
              <a:gd name="connsiteY4-26" fmla="*/ 1463322 h 1464467"/>
              <a:gd name="connsiteX5-27" fmla="*/ 525809 w 950118"/>
              <a:gd name="connsiteY5-28" fmla="*/ 950118 h 1464467"/>
              <a:gd name="connsiteX6-29" fmla="*/ 0 w 950118"/>
              <a:gd name="connsiteY6-30" fmla="*/ 950118 h 1464467"/>
              <a:gd name="connsiteX7-31" fmla="*/ 0 w 950118"/>
              <a:gd name="connsiteY7-32" fmla="*/ 0 h 1464467"/>
              <a:gd name="connsiteX0-33" fmla="*/ 0 w 950118"/>
              <a:gd name="connsiteY0-34" fmla="*/ 0 h 1463322"/>
              <a:gd name="connsiteX1-35" fmla="*/ 950118 w 950118"/>
              <a:gd name="connsiteY1-36" fmla="*/ 0 h 1463322"/>
              <a:gd name="connsiteX2-37" fmla="*/ 950118 w 950118"/>
              <a:gd name="connsiteY2-38" fmla="*/ 950118 h 1463322"/>
              <a:gd name="connsiteX3-39" fmla="*/ 525809 w 950118"/>
              <a:gd name="connsiteY3-40" fmla="*/ 1463322 h 1463322"/>
              <a:gd name="connsiteX4-41" fmla="*/ 525809 w 950118"/>
              <a:gd name="connsiteY4-42" fmla="*/ 950118 h 1463322"/>
              <a:gd name="connsiteX5-43" fmla="*/ 0 w 950118"/>
              <a:gd name="connsiteY5-44" fmla="*/ 950118 h 1463322"/>
              <a:gd name="connsiteX6-45" fmla="*/ 0 w 950118"/>
              <a:gd name="connsiteY6-46" fmla="*/ 0 h 1463322"/>
              <a:gd name="connsiteX0-47" fmla="*/ 0 w 950118"/>
              <a:gd name="connsiteY0-48" fmla="*/ 0 h 1463322"/>
              <a:gd name="connsiteX1-49" fmla="*/ 950118 w 950118"/>
              <a:gd name="connsiteY1-50" fmla="*/ 0 h 1463322"/>
              <a:gd name="connsiteX2-51" fmla="*/ 950118 w 950118"/>
              <a:gd name="connsiteY2-52" fmla="*/ 950118 h 1463322"/>
              <a:gd name="connsiteX3-53" fmla="*/ 525809 w 950118"/>
              <a:gd name="connsiteY3-54" fmla="*/ 1463322 h 1463322"/>
              <a:gd name="connsiteX4-55" fmla="*/ 525809 w 950118"/>
              <a:gd name="connsiteY4-56" fmla="*/ 950118 h 1463322"/>
              <a:gd name="connsiteX5-57" fmla="*/ 0 w 950118"/>
              <a:gd name="connsiteY5-58" fmla="*/ 950118 h 1463322"/>
              <a:gd name="connsiteX6-59" fmla="*/ 0 w 950118"/>
              <a:gd name="connsiteY6-60" fmla="*/ 0 h 1463322"/>
              <a:gd name="connsiteX0-61" fmla="*/ 0 w 950118"/>
              <a:gd name="connsiteY0-62" fmla="*/ 0 h 1463322"/>
              <a:gd name="connsiteX1-63" fmla="*/ 950118 w 950118"/>
              <a:gd name="connsiteY1-64" fmla="*/ 0 h 1463322"/>
              <a:gd name="connsiteX2-65" fmla="*/ 950118 w 950118"/>
              <a:gd name="connsiteY2-66" fmla="*/ 923925 h 1463322"/>
              <a:gd name="connsiteX3-67" fmla="*/ 525809 w 950118"/>
              <a:gd name="connsiteY3-68" fmla="*/ 1463322 h 1463322"/>
              <a:gd name="connsiteX4-69" fmla="*/ 525809 w 950118"/>
              <a:gd name="connsiteY4-70" fmla="*/ 950118 h 1463322"/>
              <a:gd name="connsiteX5-71" fmla="*/ 0 w 950118"/>
              <a:gd name="connsiteY5-72" fmla="*/ 950118 h 1463322"/>
              <a:gd name="connsiteX6-73" fmla="*/ 0 w 950118"/>
              <a:gd name="connsiteY6-74" fmla="*/ 0 h 1463322"/>
              <a:gd name="connsiteX0-75" fmla="*/ 0 w 950118"/>
              <a:gd name="connsiteY0-76" fmla="*/ 0 h 1463322"/>
              <a:gd name="connsiteX1-77" fmla="*/ 950118 w 950118"/>
              <a:gd name="connsiteY1-78" fmla="*/ 0 h 1463322"/>
              <a:gd name="connsiteX2-79" fmla="*/ 950118 w 950118"/>
              <a:gd name="connsiteY2-80" fmla="*/ 923925 h 1463322"/>
              <a:gd name="connsiteX3-81" fmla="*/ 525809 w 950118"/>
              <a:gd name="connsiteY3-82" fmla="*/ 1463322 h 1463322"/>
              <a:gd name="connsiteX4-83" fmla="*/ 525809 w 950118"/>
              <a:gd name="connsiteY4-84" fmla="*/ 950118 h 1463322"/>
              <a:gd name="connsiteX5-85" fmla="*/ 0 w 950118"/>
              <a:gd name="connsiteY5-86" fmla="*/ 950118 h 1463322"/>
              <a:gd name="connsiteX6-87" fmla="*/ 0 w 950118"/>
              <a:gd name="connsiteY6-88" fmla="*/ 0 h 1463322"/>
              <a:gd name="connsiteX0-89" fmla="*/ 0 w 950118"/>
              <a:gd name="connsiteY0-90" fmla="*/ 0 h 1463322"/>
              <a:gd name="connsiteX1-91" fmla="*/ 950118 w 950118"/>
              <a:gd name="connsiteY1-92" fmla="*/ 0 h 1463322"/>
              <a:gd name="connsiteX2-93" fmla="*/ 950118 w 950118"/>
              <a:gd name="connsiteY2-94" fmla="*/ 923925 h 1463322"/>
              <a:gd name="connsiteX3-95" fmla="*/ 525809 w 950118"/>
              <a:gd name="connsiteY3-96" fmla="*/ 1463322 h 1463322"/>
              <a:gd name="connsiteX4-97" fmla="*/ 525809 w 950118"/>
              <a:gd name="connsiteY4-98" fmla="*/ 950118 h 1463322"/>
              <a:gd name="connsiteX5-99" fmla="*/ 0 w 950118"/>
              <a:gd name="connsiteY5-100" fmla="*/ 950118 h 1463322"/>
              <a:gd name="connsiteX6-101" fmla="*/ 0 w 950118"/>
              <a:gd name="connsiteY6-102" fmla="*/ 0 h 1463322"/>
              <a:gd name="connsiteX0-103" fmla="*/ 0 w 950118"/>
              <a:gd name="connsiteY0-104" fmla="*/ 0 h 1463322"/>
              <a:gd name="connsiteX1-105" fmla="*/ 950118 w 950118"/>
              <a:gd name="connsiteY1-106" fmla="*/ 0 h 1463322"/>
              <a:gd name="connsiteX2-107" fmla="*/ 950118 w 950118"/>
              <a:gd name="connsiteY2-108" fmla="*/ 923925 h 1463322"/>
              <a:gd name="connsiteX3-109" fmla="*/ 525809 w 950118"/>
              <a:gd name="connsiteY3-110" fmla="*/ 1463322 h 1463322"/>
              <a:gd name="connsiteX4-111" fmla="*/ 525809 w 950118"/>
              <a:gd name="connsiteY4-112" fmla="*/ 950118 h 1463322"/>
              <a:gd name="connsiteX5-113" fmla="*/ 0 w 950118"/>
              <a:gd name="connsiteY5-114" fmla="*/ 950118 h 1463322"/>
              <a:gd name="connsiteX6-115" fmla="*/ 0 w 950118"/>
              <a:gd name="connsiteY6-116" fmla="*/ 0 h 146332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950118" h="1463322">
                <a:moveTo>
                  <a:pt x="0" y="0"/>
                </a:moveTo>
                <a:lnTo>
                  <a:pt x="950118" y="0"/>
                </a:lnTo>
                <a:lnTo>
                  <a:pt x="950118" y="923925"/>
                </a:lnTo>
                <a:cubicBezTo>
                  <a:pt x="946074" y="1377362"/>
                  <a:pt x="596527" y="1463322"/>
                  <a:pt x="525809" y="1463322"/>
                </a:cubicBezTo>
                <a:lnTo>
                  <a:pt x="525809" y="950118"/>
                </a:lnTo>
                <a:lnTo>
                  <a:pt x="0" y="950118"/>
                </a:lnTo>
                <a:lnTo>
                  <a:pt x="0" y="0"/>
                </a:lnTo>
                <a:close/>
              </a:path>
            </a:pathLst>
          </a:custGeom>
          <a:solidFill>
            <a:srgbClr val="E1E1F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pic>
        <p:nvPicPr>
          <p:cNvPr id="160" name="图片 159"/>
          <p:cNvPicPr>
            <a:picLocks noChangeAspect="1"/>
          </p:cNvPicPr>
          <p:nvPr userDrawn="1">
            <p:custDataLst>
              <p:tags r:id="rId11"/>
            </p:custDataLst>
          </p:nvPr>
        </p:nvPicPr>
        <p:blipFill>
          <a:blip r:embed="rId13">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Tree>
    <p:custDataLst>
      <p:tags r:id="rId1"/>
    </p:custData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a:off x="971550" y="369570"/>
            <a:ext cx="7200000" cy="3639216"/>
          </a:xfrm>
          <a:prstGeom prst="rect">
            <a:avLst/>
          </a:prstGeom>
        </p:spPr>
      </p:pic>
    </p:spTree>
    <p:custDataLst>
      <p:tags r:id="rId1"/>
    </p:custData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a:off x="971550" y="737235"/>
            <a:ext cx="7200000" cy="3208839"/>
          </a:xfrm>
          <a:prstGeom prst="rect">
            <a:avLst/>
          </a:prstGeom>
        </p:spPr>
      </p:pic>
    </p:spTree>
    <p:custDataLst>
      <p:tags r:id="rId1"/>
    </p:custData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972185" y="360045"/>
            <a:ext cx="7200000" cy="3646753"/>
          </a:xfrm>
          <a:prstGeom prst="rect">
            <a:avLst/>
          </a:prstGeom>
        </p:spPr>
      </p:pic>
    </p:spTree>
    <p:custDataLst>
      <p:tags r:id="rId1"/>
    </p:custData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971550" y="697230"/>
            <a:ext cx="7200000" cy="3227586"/>
          </a:xfrm>
          <a:prstGeom prst="rect">
            <a:avLst/>
          </a:prstGeom>
        </p:spPr>
      </p:pic>
    </p:spTree>
    <p:custDataLst>
      <p:tags r:id="rId1"/>
    </p:custData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标题 3"/>
          <p:cNvSpPr txBox="1"/>
          <p:nvPr>
            <p:custDataLst>
              <p:tags r:id="rId2"/>
            </p:custDataLst>
          </p:nvPr>
        </p:nvSpPr>
        <p:spPr>
          <a:xfrm>
            <a:off x="628650" y="273845"/>
            <a:ext cx="7886700" cy="739548"/>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rgbClr val="000000"/>
                </a:solidFill>
                <a:latin typeface="Arial" panose="020B0604020202020204" pitchFamily="34" charset="0"/>
                <a:ea typeface="微软雅黑" panose="020B0503020204020204" pitchFamily="34" charset="-122"/>
                <a:cs typeface="+mn-ea"/>
              </a:defRPr>
            </a:lvl1pPr>
          </a:lstStyle>
          <a:p>
            <a:pPr algn="ctr">
              <a:lnSpc>
                <a:spcPct val="120000"/>
              </a:lnSpc>
            </a:pPr>
            <a:r>
              <a:rPr lang="zh-CN" altLang="en-US" sz="2700" b="1" spc="300">
                <a:latin typeface="Arial" panose="020B0604020202020204" pitchFamily="34" charset="0"/>
                <a:ea typeface="微软雅黑" panose="020B0503020204020204" pitchFamily="34" charset="-122"/>
                <a:sym typeface="Arial" panose="020B0604020202020204" pitchFamily="34" charset="0"/>
              </a:rPr>
              <a:t>添加Microsoft 账户</a:t>
            </a:r>
          </a:p>
        </p:txBody>
      </p:sp>
      <p:cxnSp>
        <p:nvCxnSpPr>
          <p:cNvPr id="60" name="直接连接符 59"/>
          <p:cNvCxnSpPr/>
          <p:nvPr>
            <p:custDataLst>
              <p:tags r:id="rId3"/>
            </p:custDataLst>
          </p:nvPr>
        </p:nvCxnSpPr>
        <p:spPr>
          <a:xfrm>
            <a:off x="720078" y="3556988"/>
            <a:ext cx="3689496" cy="0"/>
          </a:xfrm>
          <a:prstGeom prst="line">
            <a:avLst/>
          </a:prstGeom>
          <a:ln w="12700">
            <a:solidFill>
              <a:srgbClr val="1F74AD"/>
            </a:solidFill>
          </a:ln>
        </p:spPr>
        <p:style>
          <a:lnRef idx="1">
            <a:srgbClr val="1F74AD"/>
          </a:lnRef>
          <a:fillRef idx="0">
            <a:srgbClr val="1F74AD"/>
          </a:fillRef>
          <a:effectRef idx="0">
            <a:srgbClr val="1F74AD"/>
          </a:effectRef>
          <a:fontRef idx="minor">
            <a:srgbClr val="000000"/>
          </a:fontRef>
        </p:style>
      </p:cxnSp>
      <p:cxnSp>
        <p:nvCxnSpPr>
          <p:cNvPr id="72" name="直接连接符 71"/>
          <p:cNvCxnSpPr/>
          <p:nvPr>
            <p:custDataLst>
              <p:tags r:id="rId4"/>
            </p:custDataLst>
          </p:nvPr>
        </p:nvCxnSpPr>
        <p:spPr>
          <a:xfrm>
            <a:off x="4735617" y="3556988"/>
            <a:ext cx="3689496" cy="0"/>
          </a:xfrm>
          <a:prstGeom prst="line">
            <a:avLst/>
          </a:prstGeom>
          <a:ln w="12700">
            <a:solidFill>
              <a:srgbClr val="1F74AD"/>
            </a:solidFill>
          </a:ln>
        </p:spPr>
        <p:style>
          <a:lnRef idx="1">
            <a:srgbClr val="1F74AD"/>
          </a:lnRef>
          <a:fillRef idx="0">
            <a:srgbClr val="1F74AD"/>
          </a:fillRef>
          <a:effectRef idx="0">
            <a:srgbClr val="1F74AD"/>
          </a:effectRef>
          <a:fontRef idx="minor">
            <a:srgbClr val="000000"/>
          </a:fontRef>
        </p:style>
      </p:cxnSp>
      <p:sp>
        <p:nvSpPr>
          <p:cNvPr id="36" name="矩形 35"/>
          <p:cNvSpPr/>
          <p:nvPr>
            <p:custDataLst>
              <p:tags r:id="rId5"/>
            </p:custDataLst>
          </p:nvPr>
        </p:nvSpPr>
        <p:spPr>
          <a:xfrm>
            <a:off x="718887" y="2505399"/>
            <a:ext cx="685800" cy="685800"/>
          </a:xfrm>
          <a:prstGeom prst="rect">
            <a:avLst/>
          </a:prstGeom>
          <a:solidFill>
            <a:srgbClr val="1AA3AA"/>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lnSpcReduction="20000"/>
          </a:bodyPr>
          <a:lstStyle/>
          <a:p>
            <a:pPr algn="ctr">
              <a:lnSpc>
                <a:spcPct val="120000"/>
              </a:lnSpc>
            </a:pPr>
            <a:r>
              <a:rPr lang="en-US" altLang="zh-CN" sz="3600" dirty="0">
                <a:solidFill>
                  <a:sysClr val="window" lastClr="FFFFFF"/>
                </a:solidFill>
                <a:latin typeface="Arial" panose="020B0604020202020204" pitchFamily="34" charset="0"/>
                <a:ea typeface="微软雅黑" panose="020B0503020204020204" pitchFamily="34" charset="-122"/>
                <a:sym typeface="Arial" panose="020B0604020202020204" pitchFamily="34" charset="0"/>
              </a:rPr>
              <a:t>3</a:t>
            </a:r>
            <a:endParaRPr lang="zh-CN" altLang="en-US" sz="3600" dirty="0">
              <a:solidFill>
                <a:sysClr val="window" lastClr="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9" name="文本框 8"/>
          <p:cNvSpPr txBox="1"/>
          <p:nvPr>
            <p:custDataLst>
              <p:tags r:id="rId6"/>
            </p:custDataLst>
          </p:nvPr>
        </p:nvSpPr>
        <p:spPr>
          <a:xfrm>
            <a:off x="5546725" y="2505710"/>
            <a:ext cx="2878455" cy="715645"/>
          </a:xfrm>
          <a:prstGeom prst="rect">
            <a:avLst/>
          </a:prstGeom>
        </p:spPr>
        <p:txBody>
          <a:bodyPr wrap="square" tIns="0" anchor="ctr" anchorCtr="0">
            <a:noAutofit/>
          </a:bodyPr>
          <a:lstStyle>
            <a:defPPr>
              <a:defRPr lang="zh-CN"/>
            </a:defPPr>
            <a:lvl1pPr>
              <a:defRPr>
                <a:solidFill>
                  <a:srgbClr val="E7E6E6">
                    <a:lumMod val="25000"/>
                  </a:srgbClr>
                </a:solidFill>
              </a:defRPr>
            </a:lvl1pPr>
          </a:lstStyle>
          <a:p>
            <a:pPr algn="just">
              <a:lnSpc>
                <a:spcPct val="120000"/>
              </a:lnSpc>
            </a:pPr>
            <a:r>
              <a:rPr lang="zh-CN" altLang="en-US" sz="1000" kern="0">
                <a:solidFill>
                  <a:sysClr val="window" lastClr="FFFFFF">
                    <a:lumMod val="50000"/>
                  </a:sysClr>
                </a:solidFill>
                <a:uFillTx/>
                <a:latin typeface="Arial" panose="020B0604020202020204" pitchFamily="34" charset="0"/>
                <a:ea typeface="微软雅黑" panose="020B0503020204020204" pitchFamily="34" charset="-122"/>
                <a:sym typeface="Arial" panose="020B0604020202020204" pitchFamily="34" charset="0"/>
              </a:rPr>
              <a:t>在“让我们来创建你的账户”对话框中，如果要创建Outlook 邮箱账户，在邮件地址框下单击“获取新的电子邮件地址”。输入“电子邮件”和“密码”，然后单击“下一步”按钮。</a:t>
            </a:r>
          </a:p>
        </p:txBody>
      </p:sp>
      <p:sp>
        <p:nvSpPr>
          <p:cNvPr id="10" name="文本框 9"/>
          <p:cNvSpPr txBox="1"/>
          <p:nvPr>
            <p:custDataLst>
              <p:tags r:id="rId7"/>
            </p:custDataLst>
          </p:nvPr>
        </p:nvSpPr>
        <p:spPr>
          <a:xfrm>
            <a:off x="4734426" y="2505399"/>
            <a:ext cx="685800" cy="685800"/>
          </a:xfrm>
          <a:prstGeom prst="rect">
            <a:avLst/>
          </a:prstGeom>
          <a:solidFill>
            <a:srgbClr val="69A35B"/>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lnSpcReduction="20000"/>
          </a:bodyPr>
          <a:lstStyle>
            <a:defPPr>
              <a:defRPr lang="zh-CN"/>
            </a:defPPr>
            <a:lvl1pPr algn="ctr">
              <a:defRPr sz="4800">
                <a:solidFill>
                  <a:prstClr val="white"/>
                </a:solidFill>
              </a:defRPr>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nSpc>
                <a:spcPct val="120000"/>
              </a:lnSpc>
            </a:pPr>
            <a:r>
              <a:rPr lang="en-US" altLang="zh-CN" sz="3600" dirty="0">
                <a:solidFill>
                  <a:sysClr val="window" lastClr="FFFFFF"/>
                </a:solidFill>
                <a:latin typeface="Arial" panose="020B0604020202020204" pitchFamily="34" charset="0"/>
                <a:ea typeface="微软雅黑" panose="020B0503020204020204" pitchFamily="34" charset="-122"/>
                <a:sym typeface="Arial" panose="020B0604020202020204" pitchFamily="34" charset="0"/>
              </a:rPr>
              <a:t>4</a:t>
            </a:r>
            <a:endParaRPr lang="zh-CN" altLang="en-US" sz="3600" dirty="0">
              <a:solidFill>
                <a:sysClr val="window" lastClr="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12" name="文本框 11"/>
          <p:cNvSpPr txBox="1"/>
          <p:nvPr>
            <p:custDataLst>
              <p:tags r:id="rId8"/>
            </p:custDataLst>
          </p:nvPr>
        </p:nvSpPr>
        <p:spPr>
          <a:xfrm>
            <a:off x="1530985" y="2505710"/>
            <a:ext cx="2878455" cy="715645"/>
          </a:xfrm>
          <a:prstGeom prst="rect">
            <a:avLst/>
          </a:prstGeom>
        </p:spPr>
        <p:txBody>
          <a:bodyPr wrap="square" tIns="0" anchor="ctr" anchorCtr="0">
            <a:noAutofit/>
          </a:bodyPr>
          <a:lstStyle>
            <a:defPPr>
              <a:defRPr lang="zh-CN"/>
            </a:defPPr>
            <a:lvl1pPr>
              <a:defRPr>
                <a:solidFill>
                  <a:srgbClr val="E7E6E6">
                    <a:lumMod val="25000"/>
                  </a:srgbClr>
                </a:solidFill>
              </a:defRPr>
            </a:lvl1pPr>
          </a:lstStyle>
          <a:p>
            <a:pPr algn="just">
              <a:lnSpc>
                <a:spcPct val="120000"/>
              </a:lnSpc>
            </a:pPr>
            <a:r>
              <a:rPr lang="zh-CN" altLang="en-US" sz="1000" kern="0">
                <a:solidFill>
                  <a:sysClr val="window" lastClr="FFFFFF">
                    <a:lumMod val="50000"/>
                  </a:sysClr>
                </a:solidFill>
                <a:uFillTx/>
                <a:latin typeface="Arial" panose="020B0604020202020204" pitchFamily="34" charset="0"/>
                <a:ea typeface="微软雅黑" panose="020B0503020204020204" pitchFamily="34" charset="-122"/>
                <a:sym typeface="Arial" panose="020B0604020202020204" pitchFamily="34" charset="0"/>
              </a:rPr>
              <a:t>在弹出的“添加你的Microsoft 账户”对话框中，单击“创建一个”。</a:t>
            </a:r>
          </a:p>
        </p:txBody>
      </p:sp>
      <p:cxnSp>
        <p:nvCxnSpPr>
          <p:cNvPr id="57" name="直接连接符 56"/>
          <p:cNvCxnSpPr/>
          <p:nvPr>
            <p:custDataLst>
              <p:tags r:id="rId9"/>
            </p:custDataLst>
          </p:nvPr>
        </p:nvCxnSpPr>
        <p:spPr>
          <a:xfrm>
            <a:off x="720078" y="2182958"/>
            <a:ext cx="3689496" cy="0"/>
          </a:xfrm>
          <a:prstGeom prst="line">
            <a:avLst/>
          </a:prstGeom>
          <a:ln w="12700">
            <a:solidFill>
              <a:srgbClr val="1F74AD"/>
            </a:solidFill>
          </a:ln>
        </p:spPr>
        <p:style>
          <a:lnRef idx="1">
            <a:srgbClr val="1F74AD"/>
          </a:lnRef>
          <a:fillRef idx="0">
            <a:srgbClr val="1F74AD"/>
          </a:fillRef>
          <a:effectRef idx="0">
            <a:srgbClr val="1F74AD"/>
          </a:effectRef>
          <a:fontRef idx="minor">
            <a:srgbClr val="000000"/>
          </a:fontRef>
        </p:style>
      </p:cxnSp>
      <p:sp>
        <p:nvSpPr>
          <p:cNvPr id="63" name="矩形 62"/>
          <p:cNvSpPr/>
          <p:nvPr>
            <p:custDataLst>
              <p:tags r:id="rId10"/>
            </p:custDataLst>
          </p:nvPr>
        </p:nvSpPr>
        <p:spPr>
          <a:xfrm>
            <a:off x="718887" y="1131859"/>
            <a:ext cx="685800" cy="685800"/>
          </a:xfrm>
          <a:prstGeom prst="rect">
            <a:avLst/>
          </a:prstGeom>
          <a:solidFill>
            <a:srgbClr val="1F74AD"/>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lnSpcReduction="20000"/>
          </a:bodyPr>
          <a:lstStyle/>
          <a:p>
            <a:pPr algn="ctr">
              <a:lnSpc>
                <a:spcPct val="120000"/>
              </a:lnSpc>
            </a:pPr>
            <a:r>
              <a:rPr lang="en-US" altLang="zh-CN" sz="3600" dirty="0">
                <a:solidFill>
                  <a:sysClr val="window" lastClr="FFFFFF"/>
                </a:solidFill>
                <a:latin typeface="Arial" panose="020B0604020202020204" pitchFamily="34" charset="0"/>
                <a:ea typeface="微软雅黑" panose="020B0503020204020204" pitchFamily="34" charset="-122"/>
                <a:sym typeface="Arial" panose="020B0604020202020204" pitchFamily="34" charset="0"/>
              </a:rPr>
              <a:t>1</a:t>
            </a:r>
            <a:endParaRPr lang="zh-CN" altLang="en-US" sz="3600" dirty="0">
              <a:solidFill>
                <a:sysClr val="window" lastClr="FFFFFF"/>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71" name="直接连接符 70"/>
          <p:cNvCxnSpPr/>
          <p:nvPr>
            <p:custDataLst>
              <p:tags r:id="rId11"/>
            </p:custDataLst>
          </p:nvPr>
        </p:nvCxnSpPr>
        <p:spPr>
          <a:xfrm>
            <a:off x="4735617" y="2182958"/>
            <a:ext cx="3689496" cy="0"/>
          </a:xfrm>
          <a:prstGeom prst="line">
            <a:avLst/>
          </a:prstGeom>
          <a:ln w="12700">
            <a:solidFill>
              <a:srgbClr val="1F74AD"/>
            </a:solidFill>
          </a:ln>
        </p:spPr>
        <p:style>
          <a:lnRef idx="1">
            <a:srgbClr val="1F74AD"/>
          </a:lnRef>
          <a:fillRef idx="0">
            <a:srgbClr val="1F74AD"/>
          </a:fillRef>
          <a:effectRef idx="0">
            <a:srgbClr val="1F74AD"/>
          </a:effectRef>
          <a:fontRef idx="minor">
            <a:srgbClr val="000000"/>
          </a:fontRef>
        </p:style>
      </p:cxnSp>
      <p:sp>
        <p:nvSpPr>
          <p:cNvPr id="32" name="矩形 31"/>
          <p:cNvSpPr/>
          <p:nvPr>
            <p:custDataLst>
              <p:tags r:id="rId12"/>
            </p:custDataLst>
          </p:nvPr>
        </p:nvSpPr>
        <p:spPr>
          <a:xfrm>
            <a:off x="4734426" y="1131859"/>
            <a:ext cx="685800" cy="685800"/>
          </a:xfrm>
          <a:prstGeom prst="rect">
            <a:avLst/>
          </a:prstGeom>
          <a:solidFill>
            <a:srgbClr val="3498DB"/>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lnSpcReduction="20000"/>
          </a:bodyPr>
          <a:lstStyle/>
          <a:p>
            <a:pPr algn="ctr">
              <a:lnSpc>
                <a:spcPct val="120000"/>
              </a:lnSpc>
            </a:pPr>
            <a:r>
              <a:rPr lang="en-US" altLang="zh-CN" sz="3600" dirty="0">
                <a:solidFill>
                  <a:sysClr val="window" lastClr="FFFFFF"/>
                </a:solidFill>
                <a:latin typeface="Arial" panose="020B0604020202020204" pitchFamily="34" charset="0"/>
                <a:ea typeface="微软雅黑" panose="020B0503020204020204" pitchFamily="34" charset="-122"/>
                <a:sym typeface="Arial" panose="020B0604020202020204" pitchFamily="34" charset="0"/>
              </a:rPr>
              <a:t>2</a:t>
            </a:r>
            <a:endParaRPr lang="zh-CN" altLang="en-US" sz="3600" dirty="0">
              <a:solidFill>
                <a:sysClr val="window" lastClr="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13" name="文本框 12"/>
          <p:cNvSpPr txBox="1"/>
          <p:nvPr>
            <p:custDataLst>
              <p:tags r:id="rId13"/>
            </p:custDataLst>
          </p:nvPr>
        </p:nvSpPr>
        <p:spPr>
          <a:xfrm>
            <a:off x="5546725" y="1131570"/>
            <a:ext cx="2877820" cy="715645"/>
          </a:xfrm>
          <a:prstGeom prst="rect">
            <a:avLst/>
          </a:prstGeom>
        </p:spPr>
        <p:txBody>
          <a:bodyPr wrap="square" tIns="0" anchor="ctr" anchorCtr="0">
            <a:noAutofit/>
          </a:bodyPr>
          <a:lstStyle>
            <a:defPPr>
              <a:defRPr lang="zh-CN"/>
            </a:defPPr>
            <a:lvl1pPr>
              <a:defRPr>
                <a:solidFill>
                  <a:srgbClr val="E7E6E6">
                    <a:lumMod val="25000"/>
                  </a:srgbClr>
                </a:solidFill>
              </a:defRPr>
            </a:lvl1pPr>
          </a:lstStyle>
          <a:p>
            <a:pPr algn="just">
              <a:lnSpc>
                <a:spcPct val="120000"/>
              </a:lnSpc>
            </a:pPr>
            <a:r>
              <a:rPr lang="zh-CN" altLang="en-US" sz="1000" kern="0">
                <a:solidFill>
                  <a:sysClr val="window" lastClr="FFFFFF">
                    <a:lumMod val="50000"/>
                  </a:sysClr>
                </a:solidFill>
                <a:uFillTx/>
                <a:latin typeface="Arial" panose="020B0604020202020204" pitchFamily="34" charset="0"/>
                <a:ea typeface="微软雅黑" panose="020B0503020204020204" pitchFamily="34" charset="-122"/>
                <a:sym typeface="Arial" panose="020B0604020202020204" pitchFamily="34" charset="0"/>
              </a:rPr>
              <a:t>单击“开始”按钮，在“开始”菜单中单击“设置”，在弹出的“设置”窗口中单击“账户”，在弹出的“账户”窗口的右侧窗格中，单击“添加Microsoft 账户”。</a:t>
            </a:r>
          </a:p>
        </p:txBody>
      </p:sp>
      <p:sp>
        <p:nvSpPr>
          <p:cNvPr id="16" name="文本框 15"/>
          <p:cNvSpPr txBox="1"/>
          <p:nvPr>
            <p:custDataLst>
              <p:tags r:id="rId14"/>
            </p:custDataLst>
          </p:nvPr>
        </p:nvSpPr>
        <p:spPr>
          <a:xfrm>
            <a:off x="1530985" y="1131570"/>
            <a:ext cx="2878455" cy="715645"/>
          </a:xfrm>
          <a:prstGeom prst="rect">
            <a:avLst/>
          </a:prstGeom>
        </p:spPr>
        <p:txBody>
          <a:bodyPr wrap="square" tIns="0" anchor="ctr" anchorCtr="0">
            <a:noAutofit/>
          </a:bodyPr>
          <a:lstStyle>
            <a:defPPr>
              <a:defRPr lang="zh-CN"/>
            </a:defPPr>
            <a:lvl1pPr>
              <a:defRPr>
                <a:solidFill>
                  <a:srgbClr val="E7E6E6">
                    <a:lumMod val="25000"/>
                  </a:srgbClr>
                </a:solidFill>
              </a:defRPr>
            </a:lvl1pPr>
          </a:lstStyle>
          <a:p>
            <a:pPr algn="l">
              <a:lnSpc>
                <a:spcPct val="120000"/>
              </a:lnSpc>
            </a:pPr>
            <a:r>
              <a:rPr lang="zh-CN" altLang="en-US" sz="1000" kern="0">
                <a:solidFill>
                  <a:sysClr val="window" lastClr="FFFFFF">
                    <a:lumMod val="50000"/>
                  </a:sysClr>
                </a:solidFill>
                <a:uFillTx/>
                <a:latin typeface="Arial" panose="020B0604020202020204" pitchFamily="34" charset="0"/>
                <a:ea typeface="微软雅黑" panose="020B0503020204020204" pitchFamily="34" charset="-122"/>
                <a:sym typeface="Arial" panose="020B0604020202020204" pitchFamily="34" charset="0"/>
              </a:rPr>
              <a:t>首先注册Microsoft 账户。有两种途径：一是通过浏览器打开微软的注册网站来注册；二是通过Windows 10中的Microsoft账户注册链接来注册。</a:t>
            </a:r>
          </a:p>
        </p:txBody>
      </p:sp>
      <p:cxnSp>
        <p:nvCxnSpPr>
          <p:cNvPr id="21" name="直接连接符 20"/>
          <p:cNvCxnSpPr/>
          <p:nvPr>
            <p:custDataLst>
              <p:tags r:id="rId15"/>
            </p:custDataLst>
          </p:nvPr>
        </p:nvCxnSpPr>
        <p:spPr>
          <a:xfrm>
            <a:off x="720078" y="4931017"/>
            <a:ext cx="3689496" cy="0"/>
          </a:xfrm>
          <a:prstGeom prst="line">
            <a:avLst/>
          </a:prstGeom>
          <a:ln w="12700">
            <a:solidFill>
              <a:srgbClr val="1F74AD"/>
            </a:solidFill>
          </a:ln>
        </p:spPr>
        <p:style>
          <a:lnRef idx="1">
            <a:srgbClr val="1F74AD"/>
          </a:lnRef>
          <a:fillRef idx="0">
            <a:srgbClr val="1F74AD"/>
          </a:fillRef>
          <a:effectRef idx="0">
            <a:srgbClr val="1F74AD"/>
          </a:effectRef>
          <a:fontRef idx="minor">
            <a:srgbClr val="000000"/>
          </a:fontRef>
        </p:style>
      </p:cxnSp>
      <p:cxnSp>
        <p:nvCxnSpPr>
          <p:cNvPr id="22" name="直接连接符 21"/>
          <p:cNvCxnSpPr/>
          <p:nvPr>
            <p:custDataLst>
              <p:tags r:id="rId16"/>
            </p:custDataLst>
          </p:nvPr>
        </p:nvCxnSpPr>
        <p:spPr>
          <a:xfrm>
            <a:off x="4735617" y="4931017"/>
            <a:ext cx="3689496" cy="0"/>
          </a:xfrm>
          <a:prstGeom prst="line">
            <a:avLst/>
          </a:prstGeom>
          <a:ln w="12700">
            <a:solidFill>
              <a:srgbClr val="1F74AD"/>
            </a:solidFill>
          </a:ln>
        </p:spPr>
        <p:style>
          <a:lnRef idx="1">
            <a:srgbClr val="1F74AD"/>
          </a:lnRef>
          <a:fillRef idx="0">
            <a:srgbClr val="1F74AD"/>
          </a:fillRef>
          <a:effectRef idx="0">
            <a:srgbClr val="1F74AD"/>
          </a:effectRef>
          <a:fontRef idx="minor">
            <a:srgbClr val="000000"/>
          </a:fontRef>
        </p:style>
      </p:cxnSp>
      <p:sp>
        <p:nvSpPr>
          <p:cNvPr id="23" name="矩形 22"/>
          <p:cNvSpPr/>
          <p:nvPr>
            <p:custDataLst>
              <p:tags r:id="rId17"/>
            </p:custDataLst>
          </p:nvPr>
        </p:nvSpPr>
        <p:spPr>
          <a:xfrm>
            <a:off x="718887" y="3879428"/>
            <a:ext cx="685800" cy="685800"/>
          </a:xfrm>
          <a:prstGeom prst="rect">
            <a:avLst/>
          </a:prstGeom>
          <a:solidFill>
            <a:srgbClr val="9BBB59"/>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lnSpcReduction="20000"/>
          </a:bodyPr>
          <a:lstStyle/>
          <a:p>
            <a:pPr algn="ctr">
              <a:lnSpc>
                <a:spcPct val="120000"/>
              </a:lnSpc>
            </a:pPr>
            <a:r>
              <a:rPr lang="en-US" altLang="zh-CN" sz="3600" dirty="0">
                <a:solidFill>
                  <a:sysClr val="window" lastClr="FFFFFF"/>
                </a:solidFill>
                <a:latin typeface="Arial" panose="020B0604020202020204" pitchFamily="34" charset="0"/>
                <a:ea typeface="微软雅黑" panose="020B0503020204020204" pitchFamily="34" charset="-122"/>
                <a:sym typeface="Arial" panose="020B0604020202020204" pitchFamily="34" charset="0"/>
              </a:rPr>
              <a:t>5</a:t>
            </a:r>
            <a:endParaRPr lang="zh-CN" altLang="en-US" sz="3600" dirty="0">
              <a:solidFill>
                <a:sysClr val="window" lastClr="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25" name="文本框 24"/>
          <p:cNvSpPr txBox="1"/>
          <p:nvPr>
            <p:custDataLst>
              <p:tags r:id="rId18"/>
            </p:custDataLst>
          </p:nvPr>
        </p:nvSpPr>
        <p:spPr>
          <a:xfrm>
            <a:off x="5546725" y="3879215"/>
            <a:ext cx="2878455" cy="715645"/>
          </a:xfrm>
          <a:prstGeom prst="rect">
            <a:avLst/>
          </a:prstGeom>
        </p:spPr>
        <p:txBody>
          <a:bodyPr wrap="square" tIns="0" anchor="ctr" anchorCtr="0">
            <a:noAutofit/>
          </a:bodyPr>
          <a:lstStyle>
            <a:defPPr>
              <a:defRPr lang="zh-CN"/>
            </a:defPPr>
            <a:lvl1pPr>
              <a:defRPr>
                <a:solidFill>
                  <a:srgbClr val="E7E6E6">
                    <a:lumMod val="25000"/>
                  </a:srgbClr>
                </a:solidFill>
              </a:defRPr>
            </a:lvl1pPr>
          </a:lstStyle>
          <a:p>
            <a:pPr algn="just">
              <a:lnSpc>
                <a:spcPct val="120000"/>
              </a:lnSpc>
            </a:pPr>
            <a:r>
              <a:rPr lang="zh-CN" altLang="en-US" sz="1000" kern="0">
                <a:solidFill>
                  <a:sysClr val="window" lastClr="FFFFFF">
                    <a:lumMod val="50000"/>
                  </a:sysClr>
                </a:solidFill>
                <a:uFillTx/>
                <a:latin typeface="Arial" panose="020B0604020202020204" pitchFamily="34" charset="0"/>
                <a:ea typeface="微软雅黑" panose="020B0503020204020204" pitchFamily="34" charset="-122"/>
                <a:sym typeface="Arial" panose="020B0604020202020204" pitchFamily="34" charset="0"/>
              </a:rPr>
              <a:t>显示“查看与你相关度最高的内容”对话框，直接单击“下一步”按钮。至此，Microsoft 账户创建完成，并且自动切换到Microsoft 账户登录。</a:t>
            </a:r>
          </a:p>
        </p:txBody>
      </p:sp>
      <p:sp>
        <p:nvSpPr>
          <p:cNvPr id="26" name="文本框 25"/>
          <p:cNvSpPr txBox="1"/>
          <p:nvPr>
            <p:custDataLst>
              <p:tags r:id="rId19"/>
            </p:custDataLst>
          </p:nvPr>
        </p:nvSpPr>
        <p:spPr>
          <a:xfrm>
            <a:off x="4734426" y="3879428"/>
            <a:ext cx="685800" cy="685800"/>
          </a:xfrm>
          <a:prstGeom prst="rect">
            <a:avLst/>
          </a:prstGeom>
          <a:solidFill>
            <a:srgbClr val="FFC000"/>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lnSpcReduction="20000"/>
          </a:bodyPr>
          <a:lstStyle>
            <a:defPPr>
              <a:defRPr lang="zh-CN"/>
            </a:defPPr>
            <a:lvl1pPr algn="ctr">
              <a:defRPr sz="4800">
                <a:solidFill>
                  <a:prstClr val="white"/>
                </a:solidFill>
              </a:defRPr>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nSpc>
                <a:spcPct val="120000"/>
              </a:lnSpc>
            </a:pPr>
            <a:r>
              <a:rPr lang="en-US" altLang="zh-CN" sz="3600" dirty="0">
                <a:solidFill>
                  <a:sysClr val="window" lastClr="FFFFFF"/>
                </a:solidFill>
                <a:latin typeface="Arial" panose="020B0604020202020204" pitchFamily="34" charset="0"/>
                <a:ea typeface="微软雅黑" panose="020B0503020204020204" pitchFamily="34" charset="-122"/>
                <a:sym typeface="Arial" panose="020B0604020202020204" pitchFamily="34" charset="0"/>
              </a:rPr>
              <a:t>6</a:t>
            </a:r>
            <a:endParaRPr lang="zh-CN" altLang="en-US" sz="3600" dirty="0">
              <a:solidFill>
                <a:sysClr val="window" lastClr="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28" name="文本框 27"/>
          <p:cNvSpPr txBox="1"/>
          <p:nvPr>
            <p:custDataLst>
              <p:tags r:id="rId20"/>
            </p:custDataLst>
          </p:nvPr>
        </p:nvSpPr>
        <p:spPr>
          <a:xfrm>
            <a:off x="1530985" y="3879215"/>
            <a:ext cx="2878455" cy="715645"/>
          </a:xfrm>
          <a:prstGeom prst="rect">
            <a:avLst/>
          </a:prstGeom>
        </p:spPr>
        <p:txBody>
          <a:bodyPr wrap="square" tIns="0" anchor="ctr" anchorCtr="0">
            <a:noAutofit/>
          </a:bodyPr>
          <a:lstStyle>
            <a:defPPr>
              <a:defRPr lang="zh-CN"/>
            </a:defPPr>
            <a:lvl1pPr>
              <a:defRPr>
                <a:solidFill>
                  <a:srgbClr val="E7E6E6">
                    <a:lumMod val="25000"/>
                  </a:srgbClr>
                </a:solidFill>
              </a:defRPr>
            </a:lvl1pPr>
          </a:lstStyle>
          <a:p>
            <a:pPr algn="just">
              <a:lnSpc>
                <a:spcPct val="120000"/>
              </a:lnSpc>
            </a:pPr>
            <a:r>
              <a:rPr lang="zh-CN" altLang="en-US" sz="1000" kern="0">
                <a:solidFill>
                  <a:sysClr val="window" lastClr="FFFFFF">
                    <a:lumMod val="50000"/>
                  </a:sysClr>
                </a:solidFill>
                <a:uFillTx/>
                <a:latin typeface="Arial" panose="020B0604020202020204" pitchFamily="34" charset="0"/>
                <a:ea typeface="微软雅黑" panose="020B0503020204020204" pitchFamily="34" charset="-122"/>
                <a:sym typeface="Arial" panose="020B0604020202020204" pitchFamily="34" charset="0"/>
              </a:rPr>
              <a:t>在“添加安全信息”对话框中，输入电话号码，如果不愿意输入手机号码，则单击“改为添加备用电子邮件”。输入另外一个已有的邮箱地址，然后单击“下一步”按钮。</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466725" y="690880"/>
            <a:ext cx="5760000" cy="3301135"/>
          </a:xfrm>
          <a:prstGeom prst="rect">
            <a:avLst/>
          </a:prstGeom>
        </p:spPr>
      </p:pic>
      <p:pic>
        <p:nvPicPr>
          <p:cNvPr id="3" name="图片 2"/>
          <p:cNvPicPr>
            <a:picLocks noChangeAspect="1"/>
          </p:cNvPicPr>
          <p:nvPr/>
        </p:nvPicPr>
        <p:blipFill>
          <a:blip r:embed="rId4"/>
          <a:stretch>
            <a:fillRect/>
          </a:stretch>
        </p:blipFill>
        <p:spPr>
          <a:xfrm>
            <a:off x="5125720" y="824230"/>
            <a:ext cx="3600000" cy="3495092"/>
          </a:xfrm>
          <a:prstGeom prst="rect">
            <a:avLst/>
          </a:prstGeom>
        </p:spPr>
      </p:pic>
      <p:sp>
        <p:nvSpPr>
          <p:cNvPr id="4" name="文本框 3"/>
          <p:cNvSpPr txBox="1"/>
          <p:nvPr/>
        </p:nvSpPr>
        <p:spPr>
          <a:xfrm>
            <a:off x="2740025" y="4503420"/>
            <a:ext cx="3663950" cy="306705"/>
          </a:xfrm>
          <a:prstGeom prst="rect">
            <a:avLst/>
          </a:prstGeom>
          <a:noFill/>
        </p:spPr>
        <p:txBody>
          <a:bodyPr wrap="square" rtlCol="0" anchor="t">
            <a:spAutoFit/>
          </a:bodyPr>
          <a:lstStyle/>
          <a:p>
            <a:pPr algn="ctr"/>
            <a:r>
              <a:rPr lang="zh-CN" altLang="en-US" sz="1400"/>
              <a:t>图2-33　“设置”的“账户”窗口</a:t>
            </a:r>
          </a:p>
        </p:txBody>
      </p:sp>
      <p:sp>
        <p:nvSpPr>
          <p:cNvPr id="5" name="右箭头 4"/>
          <p:cNvSpPr/>
          <p:nvPr/>
        </p:nvSpPr>
        <p:spPr>
          <a:xfrm>
            <a:off x="3763645" y="2077720"/>
            <a:ext cx="1447800" cy="685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3"/>
          <a:stretch>
            <a:fillRect/>
          </a:stretch>
        </p:blipFill>
        <p:spPr>
          <a:xfrm>
            <a:off x="854075" y="539115"/>
            <a:ext cx="3600000" cy="3495092"/>
          </a:xfrm>
          <a:prstGeom prst="rect">
            <a:avLst/>
          </a:prstGeom>
        </p:spPr>
      </p:pic>
      <p:pic>
        <p:nvPicPr>
          <p:cNvPr id="7" name="图片 6"/>
          <p:cNvPicPr>
            <a:picLocks noChangeAspect="1"/>
          </p:cNvPicPr>
          <p:nvPr/>
        </p:nvPicPr>
        <p:blipFill>
          <a:blip r:embed="rId4"/>
          <a:stretch>
            <a:fillRect/>
          </a:stretch>
        </p:blipFill>
        <p:spPr>
          <a:xfrm>
            <a:off x="4639310" y="539115"/>
            <a:ext cx="3600000" cy="3495092"/>
          </a:xfrm>
          <a:prstGeom prst="rect">
            <a:avLst/>
          </a:prstGeom>
        </p:spPr>
      </p:pic>
      <p:sp>
        <p:nvSpPr>
          <p:cNvPr id="8" name="右箭头 7"/>
          <p:cNvSpPr/>
          <p:nvPr/>
        </p:nvSpPr>
        <p:spPr>
          <a:xfrm>
            <a:off x="3315970" y="1494790"/>
            <a:ext cx="1323340" cy="10452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2958465" y="4170680"/>
            <a:ext cx="3227070" cy="306705"/>
          </a:xfrm>
          <a:prstGeom prst="rect">
            <a:avLst/>
          </a:prstGeom>
          <a:noFill/>
        </p:spPr>
        <p:txBody>
          <a:bodyPr wrap="square" rtlCol="0" anchor="t">
            <a:spAutoFit/>
          </a:bodyPr>
          <a:lstStyle/>
          <a:p>
            <a:pPr algn="ctr"/>
            <a:r>
              <a:rPr lang="zh-CN" altLang="en-US" sz="1400"/>
              <a:t>图2-34　获取新的电子邮件地址</a:t>
            </a:r>
          </a:p>
        </p:txBody>
      </p:sp>
    </p:spTree>
    <p:custDataLst>
      <p:tags r:id="rId1"/>
    </p:custData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3"/>
          <a:stretch>
            <a:fillRect/>
          </a:stretch>
        </p:blipFill>
        <p:spPr>
          <a:xfrm>
            <a:off x="661035" y="824230"/>
            <a:ext cx="3600000" cy="3495092"/>
          </a:xfrm>
          <a:prstGeom prst="rect">
            <a:avLst/>
          </a:prstGeom>
        </p:spPr>
      </p:pic>
      <p:pic>
        <p:nvPicPr>
          <p:cNvPr id="7" name="图片 6"/>
          <p:cNvPicPr>
            <a:picLocks noChangeAspect="1"/>
          </p:cNvPicPr>
          <p:nvPr/>
        </p:nvPicPr>
        <p:blipFill>
          <a:blip r:embed="rId4"/>
          <a:stretch>
            <a:fillRect/>
          </a:stretch>
        </p:blipFill>
        <p:spPr>
          <a:xfrm>
            <a:off x="4395470" y="824230"/>
            <a:ext cx="3600000" cy="3495092"/>
          </a:xfrm>
          <a:prstGeom prst="rect">
            <a:avLst/>
          </a:prstGeom>
        </p:spPr>
      </p:pic>
      <p:sp>
        <p:nvSpPr>
          <p:cNvPr id="8" name="右箭头 7"/>
          <p:cNvSpPr/>
          <p:nvPr/>
        </p:nvSpPr>
        <p:spPr>
          <a:xfrm>
            <a:off x="3810000" y="2800350"/>
            <a:ext cx="838200" cy="762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2958465" y="4471670"/>
            <a:ext cx="3227070" cy="306705"/>
          </a:xfrm>
          <a:prstGeom prst="rect">
            <a:avLst/>
          </a:prstGeom>
          <a:noFill/>
        </p:spPr>
        <p:txBody>
          <a:bodyPr wrap="square" rtlCol="0" anchor="t">
            <a:spAutoFit/>
          </a:bodyPr>
          <a:lstStyle/>
          <a:p>
            <a:pPr algn="ctr"/>
            <a:r>
              <a:rPr lang="zh-CN" altLang="en-US" sz="1400"/>
              <a:t>图2-35　用邮箱作为备用信息</a:t>
            </a:r>
          </a:p>
        </p:txBody>
      </p:sp>
    </p:spTree>
    <p:custDataLst>
      <p:tags r:id="rId1"/>
    </p:custData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518795" y="824230"/>
            <a:ext cx="3600000" cy="3495092"/>
          </a:xfrm>
          <a:prstGeom prst="rect">
            <a:avLst/>
          </a:prstGeom>
        </p:spPr>
      </p:pic>
      <p:pic>
        <p:nvPicPr>
          <p:cNvPr id="3" name="图片 2"/>
          <p:cNvPicPr>
            <a:picLocks noChangeAspect="1"/>
          </p:cNvPicPr>
          <p:nvPr/>
        </p:nvPicPr>
        <p:blipFill>
          <a:blip r:embed="rId4"/>
          <a:stretch>
            <a:fillRect/>
          </a:stretch>
        </p:blipFill>
        <p:spPr>
          <a:xfrm>
            <a:off x="4244975" y="1314450"/>
            <a:ext cx="4387850" cy="2514600"/>
          </a:xfrm>
          <a:prstGeom prst="rect">
            <a:avLst/>
          </a:prstGeom>
        </p:spPr>
      </p:pic>
      <p:sp>
        <p:nvSpPr>
          <p:cNvPr id="4" name="右箭头 3"/>
          <p:cNvSpPr/>
          <p:nvPr/>
        </p:nvSpPr>
        <p:spPr>
          <a:xfrm>
            <a:off x="3429000" y="2724150"/>
            <a:ext cx="838200" cy="762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2237105" y="4460240"/>
            <a:ext cx="4669790" cy="306705"/>
          </a:xfrm>
          <a:prstGeom prst="rect">
            <a:avLst/>
          </a:prstGeom>
          <a:noFill/>
        </p:spPr>
        <p:txBody>
          <a:bodyPr wrap="square" rtlCol="0" anchor="t">
            <a:spAutoFit/>
          </a:bodyPr>
          <a:lstStyle/>
          <a:p>
            <a:pPr algn="ctr"/>
            <a:r>
              <a:rPr lang="zh-CN" altLang="en-US" sz="1400"/>
              <a:t>图2-36　“查看与你相关度最高的内容”对话框</a:t>
            </a:r>
          </a:p>
        </p:txBody>
      </p:sp>
    </p:spTree>
    <p:custDataLst>
      <p:tags r:id="rId1"/>
    </p:custData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矩形 19"/>
          <p:cNvSpPr/>
          <p:nvPr userDrawn="1">
            <p:custDataLst>
              <p:tags r:id="rId2"/>
            </p:custDataLst>
          </p:nvPr>
        </p:nvSpPr>
        <p:spPr>
          <a:xfrm>
            <a:off x="0" y="0"/>
            <a:ext cx="3054096" cy="5143500"/>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rgbClr val="FFFFFF"/>
              </a:solidFill>
              <a:latin typeface="微软雅黑" panose="020B0503020204020204" pitchFamily="34" charset="-122"/>
              <a:ea typeface="微软雅黑" panose="020B0503020204020204" pitchFamily="34" charset="-122"/>
              <a:sym typeface="+mn-ea"/>
            </a:endParaRPr>
          </a:p>
        </p:txBody>
      </p:sp>
      <p:grpSp>
        <p:nvGrpSpPr>
          <p:cNvPr id="18" name="组合 17"/>
          <p:cNvGrpSpPr/>
          <p:nvPr userDrawn="1">
            <p:custDataLst>
              <p:tags r:id="rId3"/>
            </p:custDataLst>
          </p:nvPr>
        </p:nvGrpSpPr>
        <p:grpSpPr>
          <a:xfrm>
            <a:off x="67487" y="71105"/>
            <a:ext cx="8965498" cy="5053346"/>
            <a:chOff x="89982" y="94806"/>
            <a:chExt cx="11953997" cy="6737794"/>
          </a:xfrm>
        </p:grpSpPr>
        <p:pic>
          <p:nvPicPr>
            <p:cNvPr id="24" name="图片 23"/>
            <p:cNvPicPr>
              <a:picLocks noChangeAspect="1"/>
            </p:cNvPicPr>
            <p:nvPr userDrawn="1">
              <p:custDataLst>
                <p:tags r:id="rId11"/>
              </p:custDataLst>
            </p:nvPr>
          </p:nvPicPr>
          <p:blipFill>
            <a:blip r:embed="rId14">
              <a:extLst>
                <a:ext uri="{28A0092B-C50C-407E-A947-70E740481C1C}">
                  <a14:useLocalDpi xmlns:a14="http://schemas.microsoft.com/office/drawing/2010/main" val="0"/>
                </a:ext>
              </a:extLst>
            </a:blip>
            <a:stretch>
              <a:fillRect/>
            </a:stretch>
          </p:blipFill>
          <p:spPr>
            <a:xfrm>
              <a:off x="89982" y="94806"/>
              <a:ext cx="786452" cy="865707"/>
            </a:xfrm>
            <a:prstGeom prst="rect">
              <a:avLst/>
            </a:prstGeom>
          </p:spPr>
        </p:pic>
        <p:pic>
          <p:nvPicPr>
            <p:cNvPr id="19" name="图片 18"/>
            <p:cNvPicPr>
              <a:picLocks noChangeAspect="1"/>
            </p:cNvPicPr>
            <p:nvPr userDrawn="1">
              <p:custDataLst>
                <p:tags r:id="rId12"/>
              </p:custDataLst>
            </p:nvPr>
          </p:nvPicPr>
          <p:blipFill>
            <a:blip r:embed="rId15">
              <a:extLst>
                <a:ext uri="{28A0092B-C50C-407E-A947-70E740481C1C}">
                  <a14:useLocalDpi xmlns:a14="http://schemas.microsoft.com/office/drawing/2010/main" val="0"/>
                </a:ext>
              </a:extLst>
            </a:blip>
            <a:stretch>
              <a:fillRect/>
            </a:stretch>
          </p:blipFill>
          <p:spPr>
            <a:xfrm>
              <a:off x="10577221" y="5249238"/>
              <a:ext cx="1466758" cy="1583362"/>
            </a:xfrm>
            <a:prstGeom prst="rect">
              <a:avLst/>
            </a:prstGeom>
          </p:spPr>
        </p:pic>
      </p:grpSp>
      <p:sp>
        <p:nvSpPr>
          <p:cNvPr id="9" name="文本框 8"/>
          <p:cNvSpPr txBox="1"/>
          <p:nvPr>
            <p:custDataLst>
              <p:tags r:id="rId4"/>
            </p:custDataLst>
          </p:nvPr>
        </p:nvSpPr>
        <p:spPr>
          <a:xfrm>
            <a:off x="3504602" y="3276161"/>
            <a:ext cx="5066999" cy="1295399"/>
          </a:xfrm>
          <a:prstGeom prst="rect">
            <a:avLst/>
          </a:prstGeom>
          <a:noFill/>
        </p:spPr>
        <p:txBody>
          <a:bodyPr wrap="square" rtlCol="0">
            <a:noAutofit/>
          </a:bodyPr>
          <a:lstStyle/>
          <a:p>
            <a:pPr marL="0" marR="0" lvl="0" indent="-285750" algn="l" defTabSz="914400" rtl="0" eaLnBrk="1" fontAlgn="ctr" latinLnBrk="0" hangingPunct="1">
              <a:lnSpc>
                <a:spcPct val="130000"/>
              </a:lnSpc>
              <a:spcBef>
                <a:spcPts val="1000"/>
              </a:spcBef>
              <a:spcAft>
                <a:spcPts val="0"/>
              </a:spcAft>
              <a:buSzPct val="100000"/>
              <a:buFont typeface="Wingdings" panose="05000000000000000000" charset="0"/>
              <a:buNone/>
              <a:defRPr/>
            </a:pPr>
            <a:r>
              <a:rPr kumimoji="0" lang="en-US" altLang="zh-CN" sz="1200" b="0" i="0" kern="1200" cap="none" spc="0" normalizeH="0" noProof="0">
                <a:ln>
                  <a:noFill/>
                </a:ln>
                <a:solidFill>
                  <a:srgbClr val="404040"/>
                </a:solidFill>
                <a:effectLst/>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1.</a:t>
            </a:r>
            <a:r>
              <a:rPr kumimoji="0" lang="zh-CN" altLang="en-US" sz="1200" b="0" i="0" kern="1200" cap="none" spc="0" normalizeH="0" noProof="0">
                <a:ln>
                  <a:noFill/>
                </a:ln>
                <a:solidFill>
                  <a:srgbClr val="404040"/>
                </a:solidFill>
                <a:effectLst/>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在“管理账户”窗口中，选择要更改密码的账户，如图2-37所示。</a:t>
            </a:r>
          </a:p>
          <a:p>
            <a:pPr marL="0" marR="0" lvl="0" indent="-285750" algn="l" defTabSz="914400" rtl="0" eaLnBrk="1" fontAlgn="ctr" latinLnBrk="0" hangingPunct="1">
              <a:lnSpc>
                <a:spcPct val="130000"/>
              </a:lnSpc>
              <a:spcBef>
                <a:spcPts val="1000"/>
              </a:spcBef>
              <a:spcAft>
                <a:spcPts val="0"/>
              </a:spcAft>
              <a:buSzPct val="100000"/>
              <a:buFont typeface="Wingdings" panose="05000000000000000000" charset="0"/>
              <a:buNone/>
              <a:defRPr/>
            </a:pPr>
            <a:r>
              <a:rPr kumimoji="0" lang="en-US" altLang="zh-CN" sz="1200" b="0" i="0" kern="1200" cap="none" spc="0" normalizeH="0" noProof="0">
                <a:ln>
                  <a:noFill/>
                </a:ln>
                <a:solidFill>
                  <a:srgbClr val="404040"/>
                </a:solidFill>
                <a:effectLst/>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2.</a:t>
            </a:r>
            <a:r>
              <a:rPr kumimoji="0" lang="zh-CN" altLang="en-US" sz="1200" b="0" i="0" kern="1200" cap="none" spc="0" normalizeH="0" noProof="0">
                <a:ln>
                  <a:noFill/>
                </a:ln>
                <a:solidFill>
                  <a:srgbClr val="404040"/>
                </a:solidFill>
                <a:effectLst/>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在切换到的“更改账户”窗口，单击左侧的“更改密码”项。</a:t>
            </a:r>
          </a:p>
          <a:p>
            <a:pPr marL="0" marR="0" lvl="0" indent="-285750" algn="l" defTabSz="914400" rtl="0" eaLnBrk="1" fontAlgn="ctr" latinLnBrk="0" hangingPunct="1">
              <a:lnSpc>
                <a:spcPct val="130000"/>
              </a:lnSpc>
              <a:spcBef>
                <a:spcPts val="1000"/>
              </a:spcBef>
              <a:spcAft>
                <a:spcPts val="0"/>
              </a:spcAft>
              <a:buSzPct val="100000"/>
              <a:buFont typeface="Wingdings" panose="05000000000000000000" charset="0"/>
              <a:buNone/>
              <a:defRPr/>
            </a:pPr>
            <a:r>
              <a:rPr kumimoji="0" lang="en-US" altLang="zh-CN" sz="1200" b="0" i="0" kern="1200" cap="none" spc="0" normalizeH="0" noProof="0">
                <a:ln>
                  <a:noFill/>
                </a:ln>
                <a:solidFill>
                  <a:srgbClr val="404040"/>
                </a:solidFill>
                <a:effectLst/>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3.</a:t>
            </a:r>
            <a:r>
              <a:rPr kumimoji="0" lang="zh-CN" altLang="en-US" sz="1200" b="0" i="0" kern="1200" cap="none" spc="0" normalizeH="0" noProof="0">
                <a:ln>
                  <a:noFill/>
                </a:ln>
                <a:solidFill>
                  <a:srgbClr val="404040"/>
                </a:solidFill>
                <a:effectLst/>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在“更改密码”窗口，在文本框中为该账户设置密码，然后在下方的文本框中输入密码提示，最后单击“更改密码”按钮。此时可以看到密码更改成功。</a:t>
            </a:r>
          </a:p>
        </p:txBody>
      </p:sp>
      <p:sp>
        <p:nvSpPr>
          <p:cNvPr id="5" name="矩形: 圆角 4"/>
          <p:cNvSpPr/>
          <p:nvPr>
            <p:custDataLst>
              <p:tags r:id="rId5"/>
            </p:custDataLst>
          </p:nvPr>
        </p:nvSpPr>
        <p:spPr>
          <a:xfrm>
            <a:off x="572135" y="454660"/>
            <a:ext cx="680085" cy="234950"/>
          </a:xfrm>
          <a:prstGeom prst="roundRect">
            <a:avLst>
              <a:gd name="adj" fmla="val 50000"/>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 name="TextBox 13"/>
          <p:cNvSpPr txBox="1"/>
          <p:nvPr>
            <p:custDataLst>
              <p:tags r:id="rId6"/>
            </p:custDataLst>
          </p:nvPr>
        </p:nvSpPr>
        <p:spPr>
          <a:xfrm>
            <a:off x="571949" y="4592521"/>
            <a:ext cx="2019599" cy="193027"/>
          </a:xfrm>
          <a:prstGeom prst="rect">
            <a:avLst/>
          </a:prstGeom>
          <a:noFill/>
          <a:ln>
            <a:noFill/>
          </a:ln>
        </p:spPr>
        <p:txBody>
          <a:bodyPr wrap="square" lIns="67500" tIns="27000" rIns="67500" bIns="270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150" normalizeH="0" baseline="0" noProof="0" dirty="0">
                <a:ln>
                  <a:noFill/>
                </a:ln>
                <a:solidFill>
                  <a:srgbClr val="3E3EA6"/>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https://www.wps.cn</a:t>
            </a:r>
          </a:p>
        </p:txBody>
      </p:sp>
      <p:sp>
        <p:nvSpPr>
          <p:cNvPr id="8" name="矩形 7"/>
          <p:cNvSpPr/>
          <p:nvPr>
            <p:custDataLst>
              <p:tags r:id="rId7"/>
            </p:custDataLst>
          </p:nvPr>
        </p:nvSpPr>
        <p:spPr>
          <a:xfrm>
            <a:off x="3504602" y="572400"/>
            <a:ext cx="5066999" cy="2534121"/>
          </a:xfrm>
          <a:prstGeom prst="rect">
            <a:avLst/>
          </a:prstGeom>
          <a:solidFill>
            <a:srgbClr val="FFFFFF"/>
          </a:solidFill>
          <a:ln>
            <a:noFill/>
          </a:ln>
          <a:effectLst>
            <a:outerShdw blurRad="127000" dist="38100" dir="5400000" algn="t" rotWithShape="0">
              <a:srgbClr val="0D0D0D">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10" name="图片 9" descr="C:\Users\kingsoft\Pictures\风景\H2O, Mac 壁紙, 天性.jpgH2O, Mac 壁紙, 天性"/>
          <p:cNvPicPr/>
          <p:nvPr>
            <p:custDataLst>
              <p:tags r:id="rId8"/>
            </p:custDataLst>
          </p:nvPr>
        </p:nvPicPr>
        <p:blipFill rotWithShape="1">
          <a:blip r:embed="rId16"/>
          <a:srcRect l="17477" r="17477"/>
          <a:stretch>
            <a:fillRect/>
          </a:stretch>
        </p:blipFill>
        <p:spPr>
          <a:xfrm>
            <a:off x="3618002" y="685799"/>
            <a:ext cx="4851382" cy="2307320"/>
          </a:xfrm>
          <a:prstGeom prst="rect">
            <a:avLst/>
          </a:prstGeom>
        </p:spPr>
      </p:pic>
      <p:sp>
        <p:nvSpPr>
          <p:cNvPr id="11" name="文本框 10"/>
          <p:cNvSpPr txBox="1"/>
          <p:nvPr>
            <p:custDataLst>
              <p:tags r:id="rId9"/>
            </p:custDataLst>
          </p:nvPr>
        </p:nvSpPr>
        <p:spPr>
          <a:xfrm>
            <a:off x="572135" y="883920"/>
            <a:ext cx="2219325" cy="1576070"/>
          </a:xfrm>
          <a:prstGeom prst="rect">
            <a:avLst/>
          </a:prstGeom>
          <a:noFill/>
        </p:spPr>
        <p:txBody>
          <a:bodyPr wrap="square" lIns="35100" rIns="35100" rtlCol="0" anchor="ctr" anchorCtr="0">
            <a:noAutofit/>
          </a:bodyPr>
          <a:lstStyle/>
          <a:p>
            <a:pPr marL="0" marR="0" lvl="0" indent="0" algn="l" defTabSz="914400" rtl="0" eaLnBrk="1" fontAlgn="auto" latinLnBrk="0" hangingPunct="1">
              <a:lnSpc>
                <a:spcPct val="110000"/>
              </a:lnSpc>
              <a:spcBef>
                <a:spcPts val="0"/>
              </a:spcBef>
              <a:spcAft>
                <a:spcPts val="0"/>
              </a:spcAft>
              <a:buSzPct val="100000"/>
              <a:buFontTx/>
              <a:buNone/>
              <a:defRPr/>
            </a:pPr>
            <a:r>
              <a:rPr kumimoji="0" lang="zh-CN" altLang="en-US" sz="2400" b="1" i="0" kern="1200" cap="none" spc="100" normalizeH="0" noProof="0">
                <a:ln>
                  <a:noFill/>
                </a:ln>
                <a:solidFill>
                  <a:srgbClr val="7F7F7F"/>
                </a:solidFill>
                <a:effectLst/>
                <a:latin typeface="微软雅黑" panose="020B0503020204020204" pitchFamily="34" charset="-122"/>
                <a:ea typeface="微软雅黑" panose="020B0503020204020204" pitchFamily="34" charset="-122"/>
                <a:cs typeface="+mn-cs"/>
              </a:rPr>
              <a:t>更改和添加</a:t>
            </a:r>
          </a:p>
          <a:p>
            <a:pPr marL="0" marR="0" lvl="0" indent="0" algn="l" defTabSz="914400" rtl="0" eaLnBrk="1" fontAlgn="auto" latinLnBrk="0" hangingPunct="1">
              <a:lnSpc>
                <a:spcPct val="110000"/>
              </a:lnSpc>
              <a:spcBef>
                <a:spcPts val="0"/>
              </a:spcBef>
              <a:spcAft>
                <a:spcPts val="0"/>
              </a:spcAft>
              <a:buSzPct val="100000"/>
              <a:buFontTx/>
              <a:buNone/>
              <a:defRPr/>
            </a:pPr>
            <a:r>
              <a:rPr kumimoji="0" lang="zh-CN" altLang="en-US" sz="2400" b="1" i="0" kern="1200" cap="none" spc="100" normalizeH="0" noProof="0">
                <a:ln>
                  <a:noFill/>
                </a:ln>
                <a:solidFill>
                  <a:srgbClr val="7F7F7F"/>
                </a:solidFill>
                <a:effectLst/>
                <a:latin typeface="微软雅黑" panose="020B0503020204020204" pitchFamily="34" charset="-122"/>
                <a:ea typeface="微软雅黑" panose="020B0503020204020204" pitchFamily="34" charset="-122"/>
                <a:cs typeface="+mn-cs"/>
              </a:rPr>
              <a:t>用户账户密码</a:t>
            </a:r>
          </a:p>
        </p:txBody>
      </p:sp>
      <p:sp>
        <p:nvSpPr>
          <p:cNvPr id="12" name="文本框 11"/>
          <p:cNvSpPr txBox="1"/>
          <p:nvPr>
            <p:custDataLst>
              <p:tags r:id="rId10"/>
            </p:custDataLst>
          </p:nvPr>
        </p:nvSpPr>
        <p:spPr>
          <a:xfrm>
            <a:off x="572400" y="2459926"/>
            <a:ext cx="2019600" cy="1727174"/>
          </a:xfrm>
          <a:prstGeom prst="rect">
            <a:avLst/>
          </a:prstGeom>
          <a:noFill/>
        </p:spPr>
        <p:txBody>
          <a:bodyPr wrap="square" rtlCol="0">
            <a:noAutofit/>
          </a:bodyPr>
          <a:lstStyle/>
          <a:p>
            <a:pPr marL="0" lvl="0" indent="0" algn="l">
              <a:lnSpc>
                <a:spcPct val="130000"/>
              </a:lnSpc>
              <a:spcBef>
                <a:spcPts val="0"/>
              </a:spcBef>
              <a:spcAft>
                <a:spcPts val="800"/>
              </a:spcAft>
              <a:buSzPct val="100000"/>
              <a:buNone/>
              <a:defRPr/>
            </a:pPr>
            <a:r>
              <a:rPr lang="zh-CN" altLang="en-US" sz="1200">
                <a:solidFill>
                  <a:srgbClr val="7F7F7F"/>
                </a:solidFill>
                <a:latin typeface="微软雅黑" panose="020B0503020204020204" pitchFamily="34" charset="-122"/>
                <a:ea typeface="微软雅黑" panose="020B0503020204020204" pitchFamily="34" charset="-122"/>
              </a:rPr>
              <a:t>创建账户后，可以为账户添加密码。如果已经添加了密码，为了保证账户安全，还要经常更改密码。下面以更改密码为例，添加密码的方法与其类似。具体方法如下。</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6" name="文本框 15"/>
          <p:cNvSpPr txBox="1"/>
          <p:nvPr>
            <p:custDataLst>
              <p:tags r:id="rId2"/>
            </p:custDataLst>
          </p:nvPr>
        </p:nvSpPr>
        <p:spPr>
          <a:xfrm>
            <a:off x="464775" y="449912"/>
            <a:ext cx="8208690" cy="524855"/>
          </a:xfrm>
          <a:prstGeom prst="rect">
            <a:avLst/>
          </a:prstGeom>
          <a:blipFill dpi="0" rotWithShape="1">
            <a:blip r:embed="rId14">
              <a:alphaModFix amt="0"/>
            </a:blip>
            <a:srcRect/>
            <a:tile tx="0" ty="0" sx="100000" sy="100000" flip="none" algn="tl"/>
          </a:blipFill>
        </p:spPr>
        <p:txBody>
          <a:bodyPr wrap="square" rtlCol="0">
            <a:normAutofit fontScale="9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0000"/>
              </a:lnSpc>
              <a:spcBef>
                <a:spcPts val="0"/>
              </a:spcBef>
              <a:spcAft>
                <a:spcPts val="0"/>
              </a:spcAft>
              <a:buSzPct val="100000"/>
              <a:buNone/>
            </a:pPr>
            <a:r>
              <a:rPr lang="zh-CN" altLang="en-US" sz="2400" b="1" spc="300">
                <a:solidFill>
                  <a:srgbClr val="000000"/>
                </a:solidFill>
                <a:latin typeface="微软雅黑" panose="020B0503020204020204" pitchFamily="34" charset="-122"/>
                <a:ea typeface="微软雅黑" panose="020B0503020204020204" pitchFamily="34" charset="-122"/>
              </a:rPr>
              <a:t>删除或更改程序</a:t>
            </a:r>
          </a:p>
        </p:txBody>
      </p:sp>
      <p:pic>
        <p:nvPicPr>
          <p:cNvPr id="17" name="图片 16"/>
          <p:cNvPicPr>
            <a:picLocks noChangeAspect="1"/>
          </p:cNvPicPr>
          <p:nvPr>
            <p:custDataLst>
              <p:tags r:id="rId3"/>
            </p:custDataLst>
          </p:nvPr>
        </p:nvPicPr>
        <p:blipFill>
          <a:blip r:embed="rId15"/>
          <a:srcRect l="395" r="-461"/>
          <a:stretch>
            <a:fillRect/>
          </a:stretch>
        </p:blipFill>
        <p:spPr>
          <a:xfrm>
            <a:off x="4271010" y="1405255"/>
            <a:ext cx="4285615" cy="2954020"/>
          </a:xfrm>
          <a:custGeom>
            <a:avLst/>
            <a:gdLst>
              <a:gd name="connsiteX0" fmla="*/ 134623 w 3429000"/>
              <a:gd name="connsiteY0" fmla="*/ 0 h 4798041"/>
              <a:gd name="connsiteX1" fmla="*/ 3294377 w 3429000"/>
              <a:gd name="connsiteY1" fmla="*/ 0 h 4798041"/>
              <a:gd name="connsiteX2" fmla="*/ 3429000 w 3429000"/>
              <a:gd name="connsiteY2" fmla="*/ 134623 h 4798041"/>
              <a:gd name="connsiteX3" fmla="*/ 3429000 w 3429000"/>
              <a:gd name="connsiteY3" fmla="*/ 4663418 h 4798041"/>
              <a:gd name="connsiteX4" fmla="*/ 3294377 w 3429000"/>
              <a:gd name="connsiteY4" fmla="*/ 4798041 h 4798041"/>
              <a:gd name="connsiteX5" fmla="*/ 134623 w 3429000"/>
              <a:gd name="connsiteY5" fmla="*/ 4798041 h 4798041"/>
              <a:gd name="connsiteX6" fmla="*/ 0 w 3429000"/>
              <a:gd name="connsiteY6" fmla="*/ 4663418 h 4798041"/>
              <a:gd name="connsiteX7" fmla="*/ 0 w 3429000"/>
              <a:gd name="connsiteY7" fmla="*/ 134623 h 4798041"/>
              <a:gd name="connsiteX8" fmla="*/ 134623 w 3429000"/>
              <a:gd name="connsiteY8" fmla="*/ 0 h 4798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29000" h="4798041">
                <a:moveTo>
                  <a:pt x="134623" y="0"/>
                </a:moveTo>
                <a:lnTo>
                  <a:pt x="3294377" y="0"/>
                </a:lnTo>
                <a:cubicBezTo>
                  <a:pt x="3368727" y="0"/>
                  <a:pt x="3429000" y="60273"/>
                  <a:pt x="3429000" y="134623"/>
                </a:cubicBezTo>
                <a:lnTo>
                  <a:pt x="3429000" y="4663418"/>
                </a:lnTo>
                <a:cubicBezTo>
                  <a:pt x="3429000" y="4737768"/>
                  <a:pt x="3368727" y="4798041"/>
                  <a:pt x="3294377" y="4798041"/>
                </a:cubicBezTo>
                <a:lnTo>
                  <a:pt x="134623" y="4798041"/>
                </a:lnTo>
                <a:cubicBezTo>
                  <a:pt x="60273" y="4798041"/>
                  <a:pt x="0" y="4737768"/>
                  <a:pt x="0" y="4663418"/>
                </a:cubicBezTo>
                <a:lnTo>
                  <a:pt x="0" y="134623"/>
                </a:lnTo>
                <a:cubicBezTo>
                  <a:pt x="0" y="60273"/>
                  <a:pt x="60273" y="0"/>
                  <a:pt x="134623" y="0"/>
                </a:cubicBezTo>
                <a:close/>
              </a:path>
            </a:pathLst>
          </a:custGeom>
        </p:spPr>
      </p:pic>
      <p:sp>
        <p:nvSpPr>
          <p:cNvPr id="18" name="矩形: 圆角 17"/>
          <p:cNvSpPr/>
          <p:nvPr>
            <p:custDataLst>
              <p:tags r:id="rId4"/>
            </p:custDataLst>
          </p:nvPr>
        </p:nvSpPr>
        <p:spPr>
          <a:xfrm>
            <a:off x="693103" y="1830070"/>
            <a:ext cx="3133090" cy="918210"/>
          </a:xfrm>
          <a:prstGeom prst="roundRect">
            <a:avLst>
              <a:gd name="adj" fmla="val 3638"/>
            </a:avLst>
          </a:prstGeom>
          <a:noFill/>
          <a:ln>
            <a:solidFill>
              <a:srgbClr val="6969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9" name="矩形: 圆角 18"/>
          <p:cNvSpPr/>
          <p:nvPr>
            <p:custDataLst>
              <p:tags r:id="rId5"/>
            </p:custDataLst>
          </p:nvPr>
        </p:nvSpPr>
        <p:spPr>
          <a:xfrm>
            <a:off x="966470" y="1646555"/>
            <a:ext cx="2586355" cy="358140"/>
          </a:xfrm>
          <a:prstGeom prst="roundRect">
            <a:avLst>
              <a:gd name="adj" fmla="val 50000"/>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2" name="文本框 21"/>
          <p:cNvSpPr txBox="1"/>
          <p:nvPr>
            <p:custDataLst>
              <p:tags r:id="rId6"/>
            </p:custDataLst>
          </p:nvPr>
        </p:nvSpPr>
        <p:spPr>
          <a:xfrm>
            <a:off x="1435418" y="1647825"/>
            <a:ext cx="1648460" cy="354965"/>
          </a:xfrm>
          <a:prstGeom prst="rect">
            <a:avLst/>
          </a:prstGeom>
          <a:noFill/>
        </p:spPr>
        <p:txBody>
          <a:bodyPr wrap="square" lIns="68580" tIns="34290" rIns="68580" bIns="34290" rtlCol="0" anchor="ctr">
            <a:normAutofit/>
          </a:bodyPr>
          <a:lstStyle/>
          <a:p>
            <a:pPr algn="ctr">
              <a:lnSpc>
                <a:spcPct val="120000"/>
              </a:lnSpc>
            </a:pPr>
            <a:r>
              <a:rPr lang="zh-CN" altLang="en-US" sz="1350" b="1" spc="300">
                <a:solidFill>
                  <a:srgbClr val="FFFFFF"/>
                </a:solidFill>
                <a:latin typeface="微软雅黑" panose="020B0503020204020204" pitchFamily="34" charset="-122"/>
                <a:ea typeface="微软雅黑" panose="020B0503020204020204" pitchFamily="34" charset="-122"/>
                <a:sym typeface="Arial" panose="020B0604020202020204" pitchFamily="34" charset="0"/>
              </a:rPr>
              <a:t>添加标题</a:t>
            </a:r>
          </a:p>
        </p:txBody>
      </p:sp>
      <p:sp>
        <p:nvSpPr>
          <p:cNvPr id="24" name="文本框 23"/>
          <p:cNvSpPr txBox="1"/>
          <p:nvPr>
            <p:custDataLst>
              <p:tags r:id="rId7"/>
            </p:custDataLst>
          </p:nvPr>
        </p:nvSpPr>
        <p:spPr>
          <a:xfrm>
            <a:off x="894715" y="2066925"/>
            <a:ext cx="2729865" cy="544195"/>
          </a:xfrm>
          <a:prstGeom prst="rect">
            <a:avLst/>
          </a:prstGeom>
          <a:noFill/>
        </p:spPr>
        <p:txBody>
          <a:bodyPr wrap="square" lIns="68580" tIns="34290" rIns="68580" bIns="34290" rtlCol="0" anchor="ctr">
            <a:normAutofit lnSpcReduction="20000"/>
          </a:bodyPr>
          <a:lstStyle/>
          <a:p>
            <a:pPr marL="0" lvl="0" indent="0" algn="l">
              <a:lnSpc>
                <a:spcPct val="120000"/>
              </a:lnSpc>
              <a:spcBef>
                <a:spcPts val="0"/>
              </a:spcBef>
              <a:spcAft>
                <a:spcPts val="0"/>
              </a:spcAft>
              <a:buSzPct val="100000"/>
              <a:buNone/>
            </a:pPr>
            <a:r>
              <a:rPr lang="zh-CN" altLang="en-US" sz="1000" spc="15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在“设置”窗口中，点击“应用”项，将弹出“应用和功能”窗口，如图2-38所示。</a:t>
            </a:r>
          </a:p>
        </p:txBody>
      </p:sp>
      <p:sp>
        <p:nvSpPr>
          <p:cNvPr id="29" name="矩形: 圆角 28"/>
          <p:cNvSpPr/>
          <p:nvPr>
            <p:custDataLst>
              <p:tags r:id="rId8"/>
            </p:custDataLst>
          </p:nvPr>
        </p:nvSpPr>
        <p:spPr>
          <a:xfrm>
            <a:off x="693103" y="3114040"/>
            <a:ext cx="3133090" cy="918210"/>
          </a:xfrm>
          <a:prstGeom prst="roundRect">
            <a:avLst>
              <a:gd name="adj" fmla="val 3638"/>
            </a:avLst>
          </a:prstGeom>
          <a:noFill/>
          <a:ln>
            <a:solidFill>
              <a:srgbClr val="AE64B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0" name="矩形: 圆角 29"/>
          <p:cNvSpPr/>
          <p:nvPr>
            <p:custDataLst>
              <p:tags r:id="rId9"/>
            </p:custDataLst>
          </p:nvPr>
        </p:nvSpPr>
        <p:spPr>
          <a:xfrm>
            <a:off x="966470" y="2929890"/>
            <a:ext cx="2586355" cy="358140"/>
          </a:xfrm>
          <a:prstGeom prst="roundRect">
            <a:avLst>
              <a:gd name="adj" fmla="val 50000"/>
            </a:avLst>
          </a:prstGeom>
          <a:solidFill>
            <a:srgbClr val="AE64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1" name="文本框 30"/>
          <p:cNvSpPr txBox="1"/>
          <p:nvPr>
            <p:custDataLst>
              <p:tags r:id="rId10"/>
            </p:custDataLst>
          </p:nvPr>
        </p:nvSpPr>
        <p:spPr>
          <a:xfrm>
            <a:off x="1435418" y="2931795"/>
            <a:ext cx="1648460" cy="354965"/>
          </a:xfrm>
          <a:prstGeom prst="rect">
            <a:avLst/>
          </a:prstGeom>
          <a:noFill/>
        </p:spPr>
        <p:txBody>
          <a:bodyPr wrap="square" lIns="68580" tIns="34290" rIns="68580" bIns="34290" rtlCol="0" anchor="ctr">
            <a:normAutofit/>
          </a:bodyPr>
          <a:lstStyle/>
          <a:p>
            <a:pPr algn="ctr">
              <a:lnSpc>
                <a:spcPct val="120000"/>
              </a:lnSpc>
            </a:pPr>
            <a:r>
              <a:rPr lang="zh-CN" altLang="en-US" sz="1350" b="1" spc="300">
                <a:solidFill>
                  <a:srgbClr val="FFFFFF"/>
                </a:solidFill>
                <a:latin typeface="微软雅黑" panose="020B0503020204020204" pitchFamily="34" charset="-122"/>
                <a:ea typeface="微软雅黑" panose="020B0503020204020204" pitchFamily="34" charset="-122"/>
                <a:sym typeface="Arial" panose="020B0604020202020204" pitchFamily="34" charset="0"/>
              </a:rPr>
              <a:t>添加标题</a:t>
            </a:r>
          </a:p>
        </p:txBody>
      </p:sp>
      <p:sp>
        <p:nvSpPr>
          <p:cNvPr id="37" name="文本框 36"/>
          <p:cNvSpPr txBox="1"/>
          <p:nvPr>
            <p:custDataLst>
              <p:tags r:id="rId11"/>
            </p:custDataLst>
          </p:nvPr>
        </p:nvSpPr>
        <p:spPr>
          <a:xfrm>
            <a:off x="894715" y="3350260"/>
            <a:ext cx="2729865" cy="544195"/>
          </a:xfrm>
          <a:prstGeom prst="rect">
            <a:avLst/>
          </a:prstGeom>
          <a:noFill/>
        </p:spPr>
        <p:txBody>
          <a:bodyPr wrap="square" lIns="68580" tIns="34290" rIns="68580" bIns="34290" rtlCol="0" anchor="ctr">
            <a:normAutofit lnSpcReduction="20000"/>
          </a:bodyPr>
          <a:lstStyle/>
          <a:p>
            <a:pPr marL="0" lvl="0" indent="0" algn="l">
              <a:lnSpc>
                <a:spcPct val="120000"/>
              </a:lnSpc>
              <a:spcBef>
                <a:spcPts val="0"/>
              </a:spcBef>
              <a:spcAft>
                <a:spcPts val="0"/>
              </a:spcAft>
              <a:buSzPct val="100000"/>
              <a:buNone/>
            </a:pPr>
            <a:r>
              <a:rPr lang="zh-CN" altLang="en-US" sz="1000" spc="15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在右侧窗口列出当前安装的所有程序，选中某一程序后，单击“卸载”或“修改”按钮，可以删除或更改程序。</a:t>
            </a:r>
          </a:p>
        </p:txBody>
      </p:sp>
      <p:pic>
        <p:nvPicPr>
          <p:cNvPr id="160" name="图片 159"/>
          <p:cNvPicPr>
            <a:picLocks noChangeAspect="1"/>
          </p:cNvPicPr>
          <p:nvPr userDrawn="1">
            <p:custDataLst>
              <p:tags r:id="rId12"/>
            </p:custDataLst>
          </p:nvPr>
        </p:nvPicPr>
        <p:blipFill>
          <a:blip r:embed="rId16">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Tree>
    <p:custDataLst>
      <p:tags r:id="rId1"/>
    </p:custData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custDataLst>
              <p:tags r:id="rId2"/>
            </p:custDataLst>
          </p:nvPr>
        </p:nvSpPr>
        <p:spPr>
          <a:xfrm>
            <a:off x="0" y="0"/>
            <a:ext cx="9144000" cy="3848100"/>
          </a:xfrm>
          <a:prstGeom prst="rect">
            <a:avLst/>
          </a:prstGeom>
          <a:pattFill prst="ltDnDiag">
            <a:fgClr>
              <a:srgbClr val="FFFFFF">
                <a:lumMod val="85000"/>
              </a:srgbClr>
            </a:fgClr>
            <a:bgClr>
              <a:srgbClr val="FFFFFF">
                <a:lumMod val="95000"/>
              </a:srgbClr>
            </a:bgClr>
          </a:patt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a:endParaRPr kumimoji="1" lang="zh-CN" altLang="en-US" sz="1200" b="1">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25" name="矩形 24"/>
          <p:cNvSpPr/>
          <p:nvPr>
            <p:custDataLst>
              <p:tags r:id="rId3"/>
            </p:custDataLst>
          </p:nvPr>
        </p:nvSpPr>
        <p:spPr>
          <a:xfrm>
            <a:off x="0" y="3848100"/>
            <a:ext cx="9144000" cy="1295400"/>
          </a:xfrm>
          <a:prstGeom prst="rect">
            <a:avLst/>
          </a:prstGeom>
          <a:solidFill>
            <a:srgbClr val="000000">
              <a:lumMod val="75000"/>
              <a:lumOff val="25000"/>
            </a:srgbClr>
          </a:solid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a:endParaRPr kumimoji="1" lang="zh-CN" altLang="en-US" sz="1200" b="1">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62" name="文本框 61"/>
          <p:cNvSpPr txBox="1"/>
          <p:nvPr>
            <p:custDataLst>
              <p:tags r:id="rId4"/>
            </p:custDataLst>
          </p:nvPr>
        </p:nvSpPr>
        <p:spPr>
          <a:xfrm>
            <a:off x="1517083" y="4140041"/>
            <a:ext cx="6109835" cy="540068"/>
          </a:xfrm>
          <a:prstGeom prst="rect">
            <a:avLst/>
          </a:prstGeom>
          <a:noFill/>
        </p:spPr>
        <p:txBody>
          <a:bodyPr wrap="square" lIns="68580" tIns="34290" rIns="68580" bIns="34290" rtlCol="0">
            <a:normAutofit fontScale="90000" lnSpcReduction="10000"/>
          </a:bodyPr>
          <a:lstStyle>
            <a:defPPr>
              <a:defRPr lang="zh-CN"/>
            </a:defPPr>
            <a:lvl1pPr fontAlgn="auto">
              <a:lnSpc>
                <a:spcPct val="130000"/>
              </a:lnSpc>
              <a:defRPr sz="1600" spc="150">
                <a:uFillTx/>
              </a:defRPr>
            </a:lvl1pPr>
          </a:lstStyle>
          <a:p>
            <a:pPr lvl="0" algn="ctr">
              <a:spcBef>
                <a:spcPts val="1200"/>
              </a:spcBef>
              <a:spcAft>
                <a:spcPts val="0"/>
              </a:spcAft>
              <a:buClrTx/>
              <a:buSzTx/>
              <a:buFontTx/>
              <a:defRPr/>
            </a:pPr>
            <a:r>
              <a:rPr lang="zh-CN" altLang="en-US" sz="2700" spc="300" noProof="0">
                <a:ln>
                  <a:noFill/>
                </a:ln>
                <a:solidFill>
                  <a:srgbClr val="FFFFFF"/>
                </a:solidFill>
                <a:effectLst/>
                <a:uLnTx/>
                <a:latin typeface="Arial" panose="020B0604020202020204" pitchFamily="34" charset="0"/>
                <a:ea typeface="微软雅黑" panose="020B0503020204020204" pitchFamily="34" charset="-122"/>
                <a:sym typeface="Arial" panose="020B0604020202020204" pitchFamily="34" charset="0"/>
              </a:rPr>
              <a:t>设置显示分辨率、文本大小</a:t>
            </a:r>
          </a:p>
        </p:txBody>
      </p:sp>
      <p:sp>
        <p:nvSpPr>
          <p:cNvPr id="58" name="矩形 57"/>
          <p:cNvSpPr/>
          <p:nvPr>
            <p:custDataLst>
              <p:tags r:id="rId5"/>
            </p:custDataLst>
          </p:nvPr>
        </p:nvSpPr>
        <p:spPr>
          <a:xfrm>
            <a:off x="0" y="3768566"/>
            <a:ext cx="9144000" cy="79534"/>
          </a:xfrm>
          <a:prstGeom prst="rect">
            <a:avLst/>
          </a:prstGeom>
          <a:solidFill>
            <a:srgbClr val="000000">
              <a:lumMod val="50000"/>
              <a:lumOff val="50000"/>
              <a:alpha val="40000"/>
            </a:srgbClr>
          </a:solid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a:endParaRPr kumimoji="1" lang="zh-CN" altLang="en-US" sz="1200" b="1">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32" name="矩形 31"/>
          <p:cNvSpPr/>
          <p:nvPr>
            <p:custDataLst>
              <p:tags r:id="rId6"/>
            </p:custDataLst>
          </p:nvPr>
        </p:nvSpPr>
        <p:spPr>
          <a:xfrm>
            <a:off x="588010" y="962025"/>
            <a:ext cx="1468120" cy="2463800"/>
          </a:xfrm>
          <a:prstGeom prst="rect">
            <a:avLst/>
          </a:prstGeom>
          <a:solidFill>
            <a:srgbClr val="FFFFFF"/>
          </a:solid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a:endParaRPr kumimoji="1" lang="zh-CN" altLang="en-US" sz="1200" b="1">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56" name="椭圆 55"/>
          <p:cNvSpPr/>
          <p:nvPr>
            <p:custDataLst>
              <p:tags r:id="rId7"/>
            </p:custDataLst>
          </p:nvPr>
        </p:nvSpPr>
        <p:spPr>
          <a:xfrm>
            <a:off x="1093946" y="669131"/>
            <a:ext cx="454819" cy="454819"/>
          </a:xfrm>
          <a:prstGeom prst="ellipse">
            <a:avLst/>
          </a:prstGeom>
          <a:solidFill>
            <a:srgbClr val="FFFFFF">
              <a:lumMod val="75000"/>
            </a:srgbClr>
          </a:solidFill>
          <a:ln w="88900">
            <a:solidFill>
              <a:srgbClr val="FFFFFF">
                <a:lumMod val="95000"/>
              </a:srgbClr>
            </a:solidFill>
          </a:ln>
        </p:spPr>
        <p:style>
          <a:lnRef idx="2">
            <a:srgbClr val="1E6BC5">
              <a:shade val="50000"/>
            </a:srgbClr>
          </a:lnRef>
          <a:fillRef idx="1">
            <a:srgbClr val="1E6BC5"/>
          </a:fillRef>
          <a:effectRef idx="0">
            <a:srgbClr val="1E6BC5"/>
          </a:effectRef>
          <a:fontRef idx="minor">
            <a:srgbClr val="FFFFFF"/>
          </a:fontRef>
        </p:style>
        <p:txBody>
          <a:bodyPr lIns="0" tIns="0" rIns="0" bIns="0" rtlCol="0" anchor="ctr"/>
          <a:lstStyle/>
          <a:p>
            <a:pPr algn="ctr"/>
            <a:endParaRPr kumimoji="1" lang="zh-CN" altLang="en-US" sz="2100" b="1" dirty="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31" name="矩形 30"/>
          <p:cNvSpPr/>
          <p:nvPr>
            <p:custDataLst>
              <p:tags r:id="rId8"/>
            </p:custDataLst>
          </p:nvPr>
        </p:nvSpPr>
        <p:spPr>
          <a:xfrm>
            <a:off x="1147286" y="770096"/>
            <a:ext cx="348139" cy="252889"/>
          </a:xfrm>
          <a:prstGeom prst="rect">
            <a:avLst/>
          </a:prstGeom>
        </p:spPr>
        <p:txBody>
          <a:bodyPr wrap="square" lIns="68580" tIns="34290" rIns="68580" bIns="34290">
            <a:normAutofit/>
          </a:bodyPr>
          <a:lstStyle/>
          <a:p>
            <a:pPr algn="ctr"/>
            <a:r>
              <a:rPr kumimoji="1" lang="en-US" altLang="zh-CN" sz="1200" b="1" dirty="0">
                <a:solidFill>
                  <a:srgbClr val="FFFFFF"/>
                </a:solidFill>
                <a:latin typeface="Arial" panose="020B0604020202020204" pitchFamily="34" charset="0"/>
                <a:ea typeface="微软雅黑" panose="020B0503020204020204" pitchFamily="34" charset="-122"/>
                <a:sym typeface="Arial" panose="020B0604020202020204" pitchFamily="34" charset="0"/>
              </a:rPr>
              <a:t>01</a:t>
            </a:r>
          </a:p>
        </p:txBody>
      </p:sp>
      <p:sp>
        <p:nvSpPr>
          <p:cNvPr id="37" name="矩形 36"/>
          <p:cNvSpPr/>
          <p:nvPr>
            <p:custDataLst>
              <p:tags r:id="rId9"/>
            </p:custDataLst>
          </p:nvPr>
        </p:nvSpPr>
        <p:spPr>
          <a:xfrm>
            <a:off x="2211705" y="962025"/>
            <a:ext cx="1468120" cy="2463800"/>
          </a:xfrm>
          <a:prstGeom prst="rect">
            <a:avLst/>
          </a:prstGeom>
          <a:solidFill>
            <a:srgbClr val="FFFFFF"/>
          </a:solid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a:endParaRPr kumimoji="1" lang="zh-CN" altLang="en-US" sz="1200" b="1">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38" name="椭圆 37"/>
          <p:cNvSpPr/>
          <p:nvPr>
            <p:custDataLst>
              <p:tags r:id="rId10"/>
            </p:custDataLst>
          </p:nvPr>
        </p:nvSpPr>
        <p:spPr>
          <a:xfrm>
            <a:off x="2717959" y="669131"/>
            <a:ext cx="454819" cy="454819"/>
          </a:xfrm>
          <a:prstGeom prst="ellipse">
            <a:avLst/>
          </a:prstGeom>
          <a:solidFill>
            <a:srgbClr val="FFFFFF">
              <a:lumMod val="75000"/>
            </a:srgbClr>
          </a:solidFill>
          <a:ln w="88900">
            <a:solidFill>
              <a:srgbClr val="FFFFFF">
                <a:lumMod val="95000"/>
              </a:srgbClr>
            </a:solidFill>
          </a:ln>
        </p:spPr>
        <p:style>
          <a:lnRef idx="2">
            <a:srgbClr val="1E6BC5">
              <a:shade val="50000"/>
            </a:srgbClr>
          </a:lnRef>
          <a:fillRef idx="1">
            <a:srgbClr val="1E6BC5"/>
          </a:fillRef>
          <a:effectRef idx="0">
            <a:srgbClr val="1E6BC5"/>
          </a:effectRef>
          <a:fontRef idx="minor">
            <a:srgbClr val="FFFFFF"/>
          </a:fontRef>
        </p:style>
        <p:txBody>
          <a:bodyPr lIns="0" tIns="0" rIns="0" bIns="0" rtlCol="0" anchor="ctr"/>
          <a:lstStyle/>
          <a:p>
            <a:pPr algn="ctr"/>
            <a:endParaRPr kumimoji="1" lang="zh-CN" altLang="en-US" sz="2100" b="1" dirty="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33" name="矩形 32"/>
          <p:cNvSpPr/>
          <p:nvPr>
            <p:custDataLst>
              <p:tags r:id="rId11"/>
            </p:custDataLst>
          </p:nvPr>
        </p:nvSpPr>
        <p:spPr>
          <a:xfrm>
            <a:off x="2771299" y="770096"/>
            <a:ext cx="348139" cy="252889"/>
          </a:xfrm>
          <a:prstGeom prst="rect">
            <a:avLst/>
          </a:prstGeom>
        </p:spPr>
        <p:txBody>
          <a:bodyPr wrap="square" lIns="68580" tIns="34290" rIns="68580" bIns="34290">
            <a:normAutofit/>
          </a:bodyPr>
          <a:lstStyle/>
          <a:p>
            <a:pPr algn="ctr"/>
            <a:r>
              <a:rPr kumimoji="1" lang="en-US" altLang="zh-CN" sz="1200" b="1" dirty="0">
                <a:solidFill>
                  <a:srgbClr val="FFFFFF"/>
                </a:solidFill>
                <a:latin typeface="Arial" panose="020B0604020202020204" pitchFamily="34" charset="0"/>
                <a:ea typeface="微软雅黑" panose="020B0503020204020204" pitchFamily="34" charset="-122"/>
                <a:sym typeface="Arial" panose="020B0604020202020204" pitchFamily="34" charset="0"/>
              </a:rPr>
              <a:t>02</a:t>
            </a:r>
          </a:p>
        </p:txBody>
      </p:sp>
      <p:sp>
        <p:nvSpPr>
          <p:cNvPr id="44" name="矩形 43"/>
          <p:cNvSpPr/>
          <p:nvPr>
            <p:custDataLst>
              <p:tags r:id="rId12"/>
            </p:custDataLst>
          </p:nvPr>
        </p:nvSpPr>
        <p:spPr>
          <a:xfrm>
            <a:off x="3836035" y="962025"/>
            <a:ext cx="1468120" cy="2463800"/>
          </a:xfrm>
          <a:prstGeom prst="rect">
            <a:avLst/>
          </a:prstGeom>
          <a:solidFill>
            <a:srgbClr val="FFFFFF"/>
          </a:solid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a:endParaRPr kumimoji="1" lang="zh-CN" altLang="en-US" sz="1200" b="1">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46" name="椭圆 45"/>
          <p:cNvSpPr/>
          <p:nvPr>
            <p:custDataLst>
              <p:tags r:id="rId13"/>
            </p:custDataLst>
          </p:nvPr>
        </p:nvSpPr>
        <p:spPr>
          <a:xfrm>
            <a:off x="4341971" y="669131"/>
            <a:ext cx="454819" cy="454819"/>
          </a:xfrm>
          <a:prstGeom prst="ellipse">
            <a:avLst/>
          </a:prstGeom>
          <a:solidFill>
            <a:srgbClr val="FFFFFF">
              <a:lumMod val="75000"/>
            </a:srgbClr>
          </a:solidFill>
          <a:ln w="88900">
            <a:solidFill>
              <a:srgbClr val="FFFFFF">
                <a:lumMod val="95000"/>
              </a:srgbClr>
            </a:solidFill>
          </a:ln>
        </p:spPr>
        <p:style>
          <a:lnRef idx="2">
            <a:srgbClr val="1E6BC5">
              <a:shade val="50000"/>
            </a:srgbClr>
          </a:lnRef>
          <a:fillRef idx="1">
            <a:srgbClr val="1E6BC5"/>
          </a:fillRef>
          <a:effectRef idx="0">
            <a:srgbClr val="1E6BC5"/>
          </a:effectRef>
          <a:fontRef idx="minor">
            <a:srgbClr val="FFFFFF"/>
          </a:fontRef>
        </p:style>
        <p:txBody>
          <a:bodyPr lIns="0" tIns="0" rIns="0" bIns="0" rtlCol="0" anchor="ctr"/>
          <a:lstStyle/>
          <a:p>
            <a:pPr algn="ctr"/>
            <a:endParaRPr kumimoji="1" lang="zh-CN" altLang="en-US" sz="2100" b="1" dirty="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34" name="矩形 33"/>
          <p:cNvSpPr/>
          <p:nvPr>
            <p:custDataLst>
              <p:tags r:id="rId14"/>
            </p:custDataLst>
          </p:nvPr>
        </p:nvSpPr>
        <p:spPr>
          <a:xfrm>
            <a:off x="4395311" y="770096"/>
            <a:ext cx="348139" cy="252889"/>
          </a:xfrm>
          <a:prstGeom prst="rect">
            <a:avLst/>
          </a:prstGeom>
        </p:spPr>
        <p:txBody>
          <a:bodyPr wrap="square" lIns="68580" tIns="34290" rIns="68580" bIns="34290">
            <a:normAutofit/>
          </a:bodyPr>
          <a:lstStyle/>
          <a:p>
            <a:pPr algn="ctr"/>
            <a:r>
              <a:rPr kumimoji="1" lang="en-US" altLang="zh-CN" sz="1200" b="1" dirty="0">
                <a:solidFill>
                  <a:srgbClr val="FFFFFF"/>
                </a:solidFill>
                <a:latin typeface="Arial" panose="020B0604020202020204" pitchFamily="34" charset="0"/>
                <a:ea typeface="微软雅黑" panose="020B0503020204020204" pitchFamily="34" charset="-122"/>
                <a:sym typeface="Arial" panose="020B0604020202020204" pitchFamily="34" charset="0"/>
              </a:rPr>
              <a:t>03</a:t>
            </a:r>
          </a:p>
        </p:txBody>
      </p:sp>
      <p:sp>
        <p:nvSpPr>
          <p:cNvPr id="54" name="矩形 53"/>
          <p:cNvSpPr/>
          <p:nvPr>
            <p:custDataLst>
              <p:tags r:id="rId15"/>
            </p:custDataLst>
          </p:nvPr>
        </p:nvSpPr>
        <p:spPr>
          <a:xfrm>
            <a:off x="5459730" y="962025"/>
            <a:ext cx="1468120" cy="2463800"/>
          </a:xfrm>
          <a:prstGeom prst="rect">
            <a:avLst/>
          </a:prstGeom>
          <a:solidFill>
            <a:srgbClr val="FFFFFF"/>
          </a:solid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a:endParaRPr kumimoji="1" lang="zh-CN" altLang="en-US" sz="1200" b="1">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55" name="椭圆 54"/>
          <p:cNvSpPr/>
          <p:nvPr>
            <p:custDataLst>
              <p:tags r:id="rId16"/>
            </p:custDataLst>
          </p:nvPr>
        </p:nvSpPr>
        <p:spPr>
          <a:xfrm>
            <a:off x="5966460" y="669131"/>
            <a:ext cx="454819" cy="454819"/>
          </a:xfrm>
          <a:prstGeom prst="ellipse">
            <a:avLst/>
          </a:prstGeom>
          <a:solidFill>
            <a:srgbClr val="FFFFFF">
              <a:lumMod val="75000"/>
            </a:srgbClr>
          </a:solidFill>
          <a:ln w="88900">
            <a:solidFill>
              <a:srgbClr val="FFFFFF">
                <a:lumMod val="95000"/>
              </a:srgbClr>
            </a:solidFill>
          </a:ln>
        </p:spPr>
        <p:style>
          <a:lnRef idx="2">
            <a:srgbClr val="1E6BC5">
              <a:shade val="50000"/>
            </a:srgbClr>
          </a:lnRef>
          <a:fillRef idx="1">
            <a:srgbClr val="1E6BC5"/>
          </a:fillRef>
          <a:effectRef idx="0">
            <a:srgbClr val="1E6BC5"/>
          </a:effectRef>
          <a:fontRef idx="minor">
            <a:srgbClr val="FFFFFF"/>
          </a:fontRef>
        </p:style>
        <p:txBody>
          <a:bodyPr lIns="0" tIns="0" rIns="0" bIns="0" rtlCol="0" anchor="ctr"/>
          <a:lstStyle/>
          <a:p>
            <a:pPr algn="ctr"/>
            <a:endParaRPr kumimoji="1" lang="zh-CN" altLang="en-US" sz="2100" b="1" dirty="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35" name="矩形 34"/>
          <p:cNvSpPr/>
          <p:nvPr>
            <p:custDataLst>
              <p:tags r:id="rId17"/>
            </p:custDataLst>
          </p:nvPr>
        </p:nvSpPr>
        <p:spPr>
          <a:xfrm>
            <a:off x="6019800" y="770096"/>
            <a:ext cx="348139" cy="252889"/>
          </a:xfrm>
          <a:prstGeom prst="rect">
            <a:avLst/>
          </a:prstGeom>
        </p:spPr>
        <p:txBody>
          <a:bodyPr wrap="square" lIns="68580" tIns="34290" rIns="68580" bIns="34290">
            <a:normAutofit/>
          </a:bodyPr>
          <a:lstStyle/>
          <a:p>
            <a:pPr algn="ctr"/>
            <a:r>
              <a:rPr kumimoji="1" lang="en-US" altLang="zh-CN" sz="1200" b="1" dirty="0">
                <a:solidFill>
                  <a:srgbClr val="FFFFFF"/>
                </a:solidFill>
                <a:latin typeface="Arial" panose="020B0604020202020204" pitchFamily="34" charset="0"/>
                <a:ea typeface="微软雅黑" panose="020B0503020204020204" pitchFamily="34" charset="-122"/>
                <a:sym typeface="Arial" panose="020B0604020202020204" pitchFamily="34" charset="0"/>
              </a:rPr>
              <a:t>04</a:t>
            </a:r>
          </a:p>
        </p:txBody>
      </p:sp>
      <p:sp>
        <p:nvSpPr>
          <p:cNvPr id="3" name="矩形 2"/>
          <p:cNvSpPr/>
          <p:nvPr>
            <p:custDataLst>
              <p:tags r:id="rId18"/>
            </p:custDataLst>
          </p:nvPr>
        </p:nvSpPr>
        <p:spPr>
          <a:xfrm>
            <a:off x="7088505" y="962025"/>
            <a:ext cx="1468120" cy="2463800"/>
          </a:xfrm>
          <a:prstGeom prst="rect">
            <a:avLst/>
          </a:prstGeom>
          <a:solidFill>
            <a:srgbClr val="FFFFFF"/>
          </a:solid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a:endParaRPr kumimoji="1" lang="zh-CN" altLang="en-US" sz="1200" b="1">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4" name="椭圆 3"/>
          <p:cNvSpPr/>
          <p:nvPr>
            <p:custDataLst>
              <p:tags r:id="rId19"/>
            </p:custDataLst>
          </p:nvPr>
        </p:nvSpPr>
        <p:spPr>
          <a:xfrm>
            <a:off x="7595235" y="669131"/>
            <a:ext cx="454819" cy="454819"/>
          </a:xfrm>
          <a:prstGeom prst="ellipse">
            <a:avLst/>
          </a:prstGeom>
          <a:solidFill>
            <a:srgbClr val="FFFFFF">
              <a:lumMod val="75000"/>
            </a:srgbClr>
          </a:solidFill>
          <a:ln w="88900">
            <a:solidFill>
              <a:srgbClr val="FFFFFF">
                <a:lumMod val="95000"/>
              </a:srgbClr>
            </a:solidFill>
          </a:ln>
        </p:spPr>
        <p:style>
          <a:lnRef idx="2">
            <a:srgbClr val="1E6BC5">
              <a:shade val="50000"/>
            </a:srgbClr>
          </a:lnRef>
          <a:fillRef idx="1">
            <a:srgbClr val="1E6BC5"/>
          </a:fillRef>
          <a:effectRef idx="0">
            <a:srgbClr val="1E6BC5"/>
          </a:effectRef>
          <a:fontRef idx="minor">
            <a:srgbClr val="FFFFFF"/>
          </a:fontRef>
        </p:style>
        <p:txBody>
          <a:bodyPr lIns="0" tIns="0" rIns="0" bIns="0" rtlCol="0" anchor="ctr"/>
          <a:lstStyle/>
          <a:p>
            <a:pPr algn="ctr"/>
            <a:endParaRPr kumimoji="1" lang="zh-CN" altLang="en-US" sz="2100" b="1" dirty="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6" name="文本框 5"/>
          <p:cNvSpPr txBox="1"/>
          <p:nvPr>
            <p:custDataLst>
              <p:tags r:id="rId20"/>
            </p:custDataLst>
          </p:nvPr>
        </p:nvSpPr>
        <p:spPr>
          <a:xfrm>
            <a:off x="5560694" y="1227296"/>
            <a:ext cx="1265396" cy="1760855"/>
          </a:xfrm>
          <a:prstGeom prst="rect">
            <a:avLst/>
          </a:prstGeom>
          <a:noFill/>
        </p:spPr>
        <p:txBody>
          <a:bodyPr wrap="square" lIns="68580" tIns="34290" rIns="68580" bIns="34290" rtlCol="0">
            <a:spAutoFit/>
          </a:bodyPr>
          <a:lstStyle>
            <a:defPPr>
              <a:defRPr lang="zh-CN"/>
            </a:defPPr>
            <a:lvl1pPr fontAlgn="auto">
              <a:lnSpc>
                <a:spcPct val="130000"/>
              </a:lnSpc>
              <a:spcAft>
                <a:spcPts val="1000"/>
              </a:spcAft>
              <a:defRPr sz="1600" spc="150"/>
            </a:lvl1pPr>
          </a:lstStyle>
          <a:p>
            <a:pPr algn="just">
              <a:lnSpc>
                <a:spcPct val="100000"/>
              </a:lnSpc>
            </a:pPr>
            <a:r>
              <a:rPr lang="zh-CN" altLang="en-US" sz="1000" kern="0" spc="0">
                <a:solidFill>
                  <a:srgbClr val="000000">
                    <a:lumMod val="50000"/>
                    <a:lumOff val="50000"/>
                  </a:srgbClr>
                </a:solidFill>
                <a:uFillTx/>
                <a:latin typeface="Arial" panose="020B0604020202020204" pitchFamily="34" charset="0"/>
                <a:ea typeface="微软雅黑" panose="020B0503020204020204" pitchFamily="34" charset="-122"/>
                <a:sym typeface="Arial" panose="020B0604020202020204" pitchFamily="34" charset="0"/>
              </a:rPr>
              <a:t>单击“分辨率”下拉箭头，在下拉列表中选择所需的分辨率。屏幕分辨率是指屏幕上显示的像素个数，单位是像素，表示为横向像素数× 纵向像素数，分为最高设计分辨率和设置分辨率。</a:t>
            </a:r>
          </a:p>
        </p:txBody>
      </p:sp>
      <p:sp>
        <p:nvSpPr>
          <p:cNvPr id="7" name="矩形 6"/>
          <p:cNvSpPr/>
          <p:nvPr>
            <p:custDataLst>
              <p:tags r:id="rId21"/>
            </p:custDataLst>
          </p:nvPr>
        </p:nvSpPr>
        <p:spPr>
          <a:xfrm>
            <a:off x="7648575" y="770096"/>
            <a:ext cx="348139" cy="252889"/>
          </a:xfrm>
          <a:prstGeom prst="rect">
            <a:avLst/>
          </a:prstGeom>
        </p:spPr>
        <p:txBody>
          <a:bodyPr wrap="square">
            <a:normAutofit fontScale="90000" lnSpcReduction="10000"/>
          </a:bodyPr>
          <a:lstStyle/>
          <a:p>
            <a:pPr algn="ctr"/>
            <a:r>
              <a:rPr kumimoji="1" lang="en-US" altLang="zh-CN" sz="1200" b="1" dirty="0">
                <a:solidFill>
                  <a:srgbClr val="FFFFFF"/>
                </a:solidFill>
                <a:latin typeface="Arial" panose="020B0604020202020204" pitchFamily="34" charset="0"/>
                <a:ea typeface="微软雅黑" panose="020B0503020204020204" pitchFamily="34" charset="-122"/>
                <a:sym typeface="Arial" panose="020B0604020202020204" pitchFamily="34" charset="0"/>
              </a:rPr>
              <a:t>05</a:t>
            </a:r>
          </a:p>
        </p:txBody>
      </p:sp>
      <p:sp>
        <p:nvSpPr>
          <p:cNvPr id="45" name="文本框 44"/>
          <p:cNvSpPr txBox="1"/>
          <p:nvPr>
            <p:custDataLst>
              <p:tags r:id="rId22"/>
            </p:custDataLst>
          </p:nvPr>
        </p:nvSpPr>
        <p:spPr>
          <a:xfrm>
            <a:off x="3936682" y="1227296"/>
            <a:ext cx="1265396" cy="2222500"/>
          </a:xfrm>
          <a:prstGeom prst="rect">
            <a:avLst/>
          </a:prstGeom>
          <a:noFill/>
        </p:spPr>
        <p:txBody>
          <a:bodyPr wrap="square" lIns="68580" tIns="34290" rIns="68580" bIns="34290" rtlCol="0">
            <a:spAutoFit/>
          </a:bodyPr>
          <a:lstStyle>
            <a:defPPr>
              <a:defRPr lang="zh-CN"/>
            </a:defPPr>
            <a:lvl1pPr fontAlgn="auto">
              <a:lnSpc>
                <a:spcPct val="130000"/>
              </a:lnSpc>
              <a:spcAft>
                <a:spcPts val="1000"/>
              </a:spcAft>
              <a:defRPr sz="1600" spc="150"/>
            </a:lvl1pPr>
          </a:lstStyle>
          <a:p>
            <a:pPr algn="just">
              <a:lnSpc>
                <a:spcPct val="100000"/>
              </a:lnSpc>
            </a:pPr>
            <a:r>
              <a:rPr lang="zh-CN" altLang="en-US" sz="1000" kern="0" spc="0">
                <a:solidFill>
                  <a:srgbClr val="000000">
                    <a:lumMod val="50000"/>
                    <a:lumOff val="50000"/>
                  </a:srgbClr>
                </a:solidFill>
                <a:uFillTx/>
                <a:latin typeface="Arial" panose="020B0604020202020204" pitchFamily="34" charset="0"/>
                <a:ea typeface="微软雅黑" panose="020B0503020204020204" pitchFamily="34" charset="-122"/>
                <a:sym typeface="Arial" panose="020B0604020202020204" pitchFamily="34" charset="0"/>
              </a:rPr>
              <a:t>在“更改文本、应用等项目的大小”下拉列表中，可以调整文字大小。一般来说，对于大屏幕显示器，可以设置较小的比例；对于笔记本电脑的小显示器，应该设置较大的比例。在相同分辨率下，较大的文字在屏幕上显示的内容比较小文字显示的内容要少。</a:t>
            </a:r>
          </a:p>
        </p:txBody>
      </p:sp>
      <p:sp>
        <p:nvSpPr>
          <p:cNvPr id="50" name="文本框 49"/>
          <p:cNvSpPr txBox="1"/>
          <p:nvPr>
            <p:custDataLst>
              <p:tags r:id="rId23"/>
            </p:custDataLst>
          </p:nvPr>
        </p:nvSpPr>
        <p:spPr>
          <a:xfrm>
            <a:off x="2316572" y="1227296"/>
            <a:ext cx="1265396" cy="530225"/>
          </a:xfrm>
          <a:prstGeom prst="rect">
            <a:avLst/>
          </a:prstGeom>
          <a:noFill/>
        </p:spPr>
        <p:txBody>
          <a:bodyPr wrap="square" lIns="68580" tIns="34290" rIns="68580" bIns="34290" rtlCol="0">
            <a:spAutoFit/>
          </a:bodyPr>
          <a:lstStyle>
            <a:defPPr>
              <a:defRPr lang="zh-CN"/>
            </a:defPPr>
            <a:lvl1pPr fontAlgn="auto">
              <a:lnSpc>
                <a:spcPct val="130000"/>
              </a:lnSpc>
              <a:spcAft>
                <a:spcPts val="1000"/>
              </a:spcAft>
              <a:defRPr sz="1600" spc="150"/>
            </a:lvl1pPr>
          </a:lstStyle>
          <a:p>
            <a:pPr algn="just">
              <a:lnSpc>
                <a:spcPct val="100000"/>
              </a:lnSpc>
            </a:pPr>
            <a:r>
              <a:rPr lang="zh-CN" altLang="en-US" sz="1000" kern="0" spc="0">
                <a:solidFill>
                  <a:srgbClr val="000000">
                    <a:lumMod val="50000"/>
                    <a:lumOff val="50000"/>
                  </a:srgbClr>
                </a:solidFill>
                <a:uFillTx/>
                <a:latin typeface="Arial" panose="020B0604020202020204" pitchFamily="34" charset="0"/>
                <a:ea typeface="微软雅黑" panose="020B0503020204020204" pitchFamily="34" charset="-122"/>
                <a:sym typeface="Arial" panose="020B0604020202020204" pitchFamily="34" charset="0"/>
              </a:rPr>
              <a:t>拖动“更改亮度”下面的滑块可以调整亮度。</a:t>
            </a:r>
          </a:p>
        </p:txBody>
      </p:sp>
      <p:sp>
        <p:nvSpPr>
          <p:cNvPr id="60" name="文本框 59"/>
          <p:cNvSpPr txBox="1"/>
          <p:nvPr>
            <p:custDataLst>
              <p:tags r:id="rId24"/>
            </p:custDataLst>
          </p:nvPr>
        </p:nvSpPr>
        <p:spPr>
          <a:xfrm>
            <a:off x="689927" y="1227296"/>
            <a:ext cx="1265396" cy="1453515"/>
          </a:xfrm>
          <a:prstGeom prst="rect">
            <a:avLst/>
          </a:prstGeom>
          <a:noFill/>
        </p:spPr>
        <p:txBody>
          <a:bodyPr wrap="square" lIns="68580" tIns="34290" rIns="68580" bIns="34290" rtlCol="0">
            <a:spAutoFit/>
          </a:bodyPr>
          <a:lstStyle>
            <a:defPPr>
              <a:defRPr lang="zh-CN"/>
            </a:defPPr>
            <a:lvl1pPr fontAlgn="auto">
              <a:lnSpc>
                <a:spcPct val="130000"/>
              </a:lnSpc>
              <a:spcAft>
                <a:spcPts val="1000"/>
              </a:spcAft>
              <a:defRPr sz="1600" spc="150"/>
            </a:lvl1pPr>
          </a:lstStyle>
          <a:p>
            <a:pPr algn="just">
              <a:lnSpc>
                <a:spcPct val="100000"/>
              </a:lnSpc>
            </a:pPr>
            <a:r>
              <a:rPr lang="zh-CN" altLang="en-US" sz="1000" kern="0" spc="0">
                <a:solidFill>
                  <a:srgbClr val="000000">
                    <a:lumMod val="50000"/>
                    <a:lumOff val="50000"/>
                  </a:srgbClr>
                </a:solidFill>
                <a:uFillTx/>
                <a:latin typeface="Arial" panose="020B0604020202020204" pitchFamily="34" charset="0"/>
                <a:ea typeface="微软雅黑" panose="020B0503020204020204" pitchFamily="34" charset="-122"/>
                <a:sym typeface="Arial" panose="020B0604020202020204" pitchFamily="34" charset="0"/>
              </a:rPr>
              <a:t>在“设置”窗口中，单击“系统”项，将打开“显示”窗口，如图2-39所示。或者，鼠标右键单击桌面，在快捷菜单中单击“显示设置”也将打开“显示”窗口。</a:t>
            </a:r>
          </a:p>
        </p:txBody>
      </p:sp>
      <p:sp>
        <p:nvSpPr>
          <p:cNvPr id="64" name="文本框 63"/>
          <p:cNvSpPr txBox="1"/>
          <p:nvPr>
            <p:custDataLst>
              <p:tags r:id="rId25"/>
            </p:custDataLst>
          </p:nvPr>
        </p:nvSpPr>
        <p:spPr>
          <a:xfrm>
            <a:off x="7189709" y="1227296"/>
            <a:ext cx="1265396" cy="991870"/>
          </a:xfrm>
          <a:prstGeom prst="rect">
            <a:avLst/>
          </a:prstGeom>
          <a:noFill/>
        </p:spPr>
        <p:txBody>
          <a:bodyPr wrap="square" lIns="68580" tIns="34290" rIns="68580" bIns="34290" rtlCol="0">
            <a:spAutoFit/>
          </a:bodyPr>
          <a:lstStyle>
            <a:defPPr>
              <a:defRPr lang="zh-CN"/>
            </a:defPPr>
            <a:lvl1pPr fontAlgn="auto">
              <a:lnSpc>
                <a:spcPct val="130000"/>
              </a:lnSpc>
              <a:spcAft>
                <a:spcPts val="1000"/>
              </a:spcAft>
              <a:defRPr sz="1600" spc="150"/>
            </a:lvl1pPr>
          </a:lstStyle>
          <a:p>
            <a:pPr algn="just">
              <a:lnSpc>
                <a:spcPct val="100000"/>
              </a:lnSpc>
            </a:pPr>
            <a:r>
              <a:rPr lang="zh-CN" altLang="en-US" sz="1000" kern="0" spc="0">
                <a:solidFill>
                  <a:srgbClr val="000000">
                    <a:lumMod val="50000"/>
                    <a:lumOff val="50000"/>
                  </a:srgbClr>
                </a:solidFill>
                <a:uFillTx/>
                <a:latin typeface="Arial" panose="020B0604020202020204" pitchFamily="34" charset="0"/>
                <a:ea typeface="微软雅黑" panose="020B0503020204020204" pitchFamily="34" charset="-122"/>
                <a:sym typeface="Arial" panose="020B0604020202020204" pitchFamily="34" charset="0"/>
              </a:rPr>
              <a:t>在“方向”下拉列表中，可以改变显示器的方向，一般是“横向”；如果显示器竖放，则应选“纵向”。</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48945" y="411480"/>
            <a:ext cx="4091940" cy="368300"/>
          </a:xfrm>
          <a:prstGeom prst="rect">
            <a:avLst/>
          </a:prstGeom>
          <a:noFill/>
        </p:spPr>
        <p:txBody>
          <a:bodyPr wrap="square" rtlCol="0" anchor="t">
            <a:spAutoFit/>
          </a:bodyPr>
          <a:lstStyle/>
          <a:p>
            <a:r>
              <a:rPr lang="zh-CN" altLang="en-US" b="1"/>
              <a:t>设置显示分辨率、文本大小</a:t>
            </a:r>
          </a:p>
        </p:txBody>
      </p:sp>
      <p:pic>
        <p:nvPicPr>
          <p:cNvPr id="4" name="图片 3"/>
          <p:cNvPicPr>
            <a:picLocks noChangeAspect="1"/>
          </p:cNvPicPr>
          <p:nvPr/>
        </p:nvPicPr>
        <p:blipFill>
          <a:blip r:embed="rId3"/>
          <a:stretch>
            <a:fillRect/>
          </a:stretch>
        </p:blipFill>
        <p:spPr>
          <a:xfrm>
            <a:off x="2397760" y="871855"/>
            <a:ext cx="4347845" cy="4001770"/>
          </a:xfrm>
          <a:prstGeom prst="rect">
            <a:avLst/>
          </a:prstGeom>
        </p:spPr>
      </p:pic>
    </p:spTree>
    <p:custDataLst>
      <p:tags r:id="rId1"/>
    </p:custData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60" name="图片 159"/>
          <p:cNvPicPr>
            <a:picLocks noChangeAspect="1"/>
          </p:cNvPicPr>
          <p:nvPr userDrawn="1">
            <p:custDataLst>
              <p:tags r:id="rId2"/>
            </p:custDataLst>
          </p:nvPr>
        </p:nvPicPr>
        <p:blipFill>
          <a:blip r:embed="rId11">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
        <p:nvSpPr>
          <p:cNvPr id="31" name="任意多边形: 形状 30"/>
          <p:cNvSpPr/>
          <p:nvPr>
            <p:custDataLst>
              <p:tags r:id="rId3"/>
            </p:custDataLst>
          </p:nvPr>
        </p:nvSpPr>
        <p:spPr>
          <a:xfrm>
            <a:off x="3729038" y="0"/>
            <a:ext cx="5414963" cy="5143500"/>
          </a:xfrm>
          <a:custGeom>
            <a:avLst/>
            <a:gdLst>
              <a:gd name="connsiteX0" fmla="*/ 6991350 w 9821635"/>
              <a:gd name="connsiteY0" fmla="*/ 0 h 6991350"/>
              <a:gd name="connsiteX1" fmla="*/ 9821635 w 9821635"/>
              <a:gd name="connsiteY1" fmla="*/ 0 h 6991350"/>
              <a:gd name="connsiteX2" fmla="*/ 9821635 w 9821635"/>
              <a:gd name="connsiteY2" fmla="*/ 6991350 h 6991350"/>
              <a:gd name="connsiteX3" fmla="*/ 0 w 9821635"/>
              <a:gd name="connsiteY3" fmla="*/ 6991350 h 6991350"/>
            </a:gdLst>
            <a:ahLst/>
            <a:cxnLst>
              <a:cxn ang="0">
                <a:pos x="connsiteX0" y="connsiteY0"/>
              </a:cxn>
              <a:cxn ang="0">
                <a:pos x="connsiteX1" y="connsiteY1"/>
              </a:cxn>
              <a:cxn ang="0">
                <a:pos x="connsiteX2" y="connsiteY2"/>
              </a:cxn>
              <a:cxn ang="0">
                <a:pos x="connsiteX3" y="connsiteY3"/>
              </a:cxn>
            </a:cxnLst>
            <a:rect l="l" t="t" r="r" b="b"/>
            <a:pathLst>
              <a:path w="9821635" h="6991350">
                <a:moveTo>
                  <a:pt x="6991350" y="0"/>
                </a:moveTo>
                <a:lnTo>
                  <a:pt x="9821635" y="0"/>
                </a:lnTo>
                <a:lnTo>
                  <a:pt x="9821635" y="6991350"/>
                </a:lnTo>
                <a:lnTo>
                  <a:pt x="0" y="6991350"/>
                </a:lnTo>
                <a:close/>
              </a:path>
            </a:pathLst>
          </a:custGeom>
          <a:pattFill prst="ltHorz">
            <a:fgClr>
              <a:srgbClr val="D9D9D9"/>
            </a:fgClr>
            <a:bgClr>
              <a:srgbClr val="D9D9D9"/>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b="1">
              <a:solidFill>
                <a:srgbClr val="FFFFFF"/>
              </a:solidFill>
              <a:latin typeface="微软雅黑" panose="020B0503020204020204" pitchFamily="34" charset="-122"/>
              <a:ea typeface="微软雅黑" panose="020B0503020204020204" pitchFamily="34" charset="-122"/>
            </a:endParaRPr>
          </a:p>
        </p:txBody>
      </p:sp>
      <p:sp>
        <p:nvSpPr>
          <p:cNvPr id="25" name="矩形 24"/>
          <p:cNvSpPr/>
          <p:nvPr>
            <p:custDataLst>
              <p:tags r:id="rId4"/>
            </p:custDataLst>
          </p:nvPr>
        </p:nvSpPr>
        <p:spPr>
          <a:xfrm>
            <a:off x="469302" y="1150686"/>
            <a:ext cx="8205395" cy="3136101"/>
          </a:xfrm>
          <a:prstGeom prst="rect">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b="1">
              <a:solidFill>
                <a:srgbClr val="FFFFFF"/>
              </a:solidFill>
              <a:latin typeface="微软雅黑" panose="020B0503020204020204" pitchFamily="34" charset="-122"/>
              <a:ea typeface="微软雅黑" panose="020B0503020204020204" pitchFamily="34" charset="-122"/>
            </a:endParaRPr>
          </a:p>
        </p:txBody>
      </p:sp>
      <p:sp>
        <p:nvSpPr>
          <p:cNvPr id="26" name="矩形 25"/>
          <p:cNvSpPr/>
          <p:nvPr>
            <p:custDataLst>
              <p:tags r:id="rId5"/>
            </p:custDataLst>
          </p:nvPr>
        </p:nvSpPr>
        <p:spPr>
          <a:xfrm>
            <a:off x="5509176" y="909846"/>
            <a:ext cx="2953720" cy="4816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b="1">
              <a:solidFill>
                <a:srgbClr val="FFFFFF"/>
              </a:solidFill>
              <a:latin typeface="微软雅黑" panose="020B0503020204020204" pitchFamily="34" charset="-122"/>
              <a:ea typeface="微软雅黑" panose="020B0503020204020204" pitchFamily="34" charset="-122"/>
            </a:endParaRPr>
          </a:p>
        </p:txBody>
      </p:sp>
      <p:sp>
        <p:nvSpPr>
          <p:cNvPr id="22" name="矩形 21"/>
          <p:cNvSpPr/>
          <p:nvPr>
            <p:custDataLst>
              <p:tags r:id="rId6"/>
            </p:custDataLst>
          </p:nvPr>
        </p:nvSpPr>
        <p:spPr>
          <a:xfrm>
            <a:off x="5955133" y="836153"/>
            <a:ext cx="2440639" cy="468630"/>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b="1">
              <a:solidFill>
                <a:srgbClr val="FFFFFF"/>
              </a:solidFill>
              <a:latin typeface="微软雅黑" panose="020B0503020204020204" pitchFamily="34" charset="-122"/>
              <a:ea typeface="微软雅黑" panose="020B0503020204020204" pitchFamily="34" charset="-122"/>
            </a:endParaRPr>
          </a:p>
        </p:txBody>
      </p:sp>
      <p:sp>
        <p:nvSpPr>
          <p:cNvPr id="5" name="文本框 4"/>
          <p:cNvSpPr txBox="1"/>
          <p:nvPr>
            <p:custDataLst>
              <p:tags r:id="rId7"/>
            </p:custDataLst>
          </p:nvPr>
        </p:nvSpPr>
        <p:spPr>
          <a:xfrm>
            <a:off x="4285615" y="1684655"/>
            <a:ext cx="4110355" cy="2425700"/>
          </a:xfrm>
          <a:prstGeom prst="rect">
            <a:avLst/>
          </a:prstGeom>
          <a:noFill/>
        </p:spPr>
        <p:txBody>
          <a:bodyPr wrap="square" lIns="68580" tIns="34290" rIns="68580" bIns="34290" rtlCol="0">
            <a:normAutofit lnSpcReduction="20000"/>
          </a:bodyPr>
          <a:lstStyle>
            <a:defPPr>
              <a:defRPr lang="zh-CN"/>
            </a:defPPr>
            <a:lvl1pPr fontAlgn="auto">
              <a:lnSpc>
                <a:spcPct val="130000"/>
              </a:lnSpc>
              <a:spcAft>
                <a:spcPts val="1000"/>
              </a:spcAft>
              <a:defRPr sz="1600" spc="150"/>
            </a:lvl1pPr>
          </a:lstStyle>
          <a:p>
            <a:pPr marL="0" lvl="0" indent="0" algn="just">
              <a:lnSpc>
                <a:spcPct val="120000"/>
              </a:lnSpc>
              <a:spcBef>
                <a:spcPts val="0"/>
              </a:spcBef>
              <a:spcAft>
                <a:spcPts val="1000"/>
              </a:spcAft>
              <a:buSzPct val="100000"/>
              <a:buNone/>
            </a:pPr>
            <a:r>
              <a:rPr lang="zh-CN" altLang="en-US" sz="1200" kern="0" spc="0">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rPr>
              <a:t>桌面背景（也称为“壁纸”）是显示在桌面上的图片、颜色或图案。桌面背景可以是个人收集的数字图片、Windows 提供的图片、纯色或带有颜色框架的图片。可以选择一个图像作为桌面背景，也可以以幻灯片形式显示图片作为背景。</a:t>
            </a:r>
          </a:p>
          <a:p>
            <a:pPr marL="749300" lvl="1" indent="-304800" algn="just" fontAlgn="ctr">
              <a:lnSpc>
                <a:spcPct val="130000"/>
              </a:lnSpc>
              <a:spcBef>
                <a:spcPts val="0"/>
              </a:spcBef>
              <a:spcAft>
                <a:spcPts val="0"/>
              </a:spcAft>
              <a:buSzPct val="100000"/>
              <a:buFont typeface="+mj-lt"/>
              <a:buAutoNum type="arabicPeriod"/>
            </a:pPr>
            <a:r>
              <a:rPr lang="zh-CN" altLang="en-US" sz="1200" kern="0" spc="0">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rPr>
              <a:t>在“设置”窗口中单击“个性化”，或者右击桌面空白处，在快捷菜单中单击“个性化”。打开“个性化”窗口的“背景”选项卡，如图2-40所示。</a:t>
            </a:r>
          </a:p>
          <a:p>
            <a:pPr marL="749300" lvl="1" indent="-304800" algn="just" fontAlgn="ctr">
              <a:lnSpc>
                <a:spcPct val="130000"/>
              </a:lnSpc>
              <a:spcBef>
                <a:spcPts val="0"/>
              </a:spcBef>
              <a:spcAft>
                <a:spcPts val="0"/>
              </a:spcAft>
              <a:buSzPct val="100000"/>
              <a:buFont typeface="+mj-lt"/>
              <a:buAutoNum type="arabicPeriod"/>
            </a:pPr>
            <a:r>
              <a:rPr lang="zh-CN" altLang="en-US" sz="1200" kern="0" spc="0">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rPr>
              <a:t>单击“背景”下拉列表框，可选择图片、纯色或幻灯片放映。</a:t>
            </a:r>
          </a:p>
        </p:txBody>
      </p:sp>
      <p:sp>
        <p:nvSpPr>
          <p:cNvPr id="9" name="文本框 8"/>
          <p:cNvSpPr txBox="1"/>
          <p:nvPr>
            <p:custDataLst>
              <p:tags r:id="rId8"/>
            </p:custDataLst>
          </p:nvPr>
        </p:nvSpPr>
        <p:spPr>
          <a:xfrm>
            <a:off x="5623961" y="879525"/>
            <a:ext cx="2724150" cy="468630"/>
          </a:xfrm>
          <a:prstGeom prst="rect">
            <a:avLst/>
          </a:prstGeom>
          <a:noFill/>
        </p:spPr>
        <p:txBody>
          <a:bodyPr wrap="square" lIns="68580" tIns="34290" rIns="68580" bIns="34290" rtlCol="0">
            <a:normAutofit lnSpcReduction="20000"/>
          </a:bodyPr>
          <a:lstStyle/>
          <a:p>
            <a:pPr marL="0" indent="0" algn="l">
              <a:lnSpc>
                <a:spcPct val="120000"/>
              </a:lnSpc>
              <a:spcBef>
                <a:spcPts val="0"/>
              </a:spcBef>
              <a:spcAft>
                <a:spcPts val="0"/>
              </a:spcAft>
              <a:buSzPct val="100000"/>
              <a:buNone/>
            </a:pPr>
            <a:r>
              <a:rPr lang="zh-CN" altLang="en-US" sz="2400" b="1" spc="300">
                <a:solidFill>
                  <a:srgbClr val="404040"/>
                </a:solidFill>
                <a:latin typeface="微软雅黑" panose="020B0503020204020204" pitchFamily="34" charset="-122"/>
                <a:ea typeface="微软雅黑" panose="020B0503020204020204" pitchFamily="34" charset="-122"/>
              </a:rPr>
              <a:t>设置桌面背景</a:t>
            </a:r>
          </a:p>
        </p:txBody>
      </p:sp>
      <p:pic>
        <p:nvPicPr>
          <p:cNvPr id="6" name="图片 5"/>
          <p:cNvPicPr>
            <a:picLocks noChangeAspect="1"/>
          </p:cNvPicPr>
          <p:nvPr>
            <p:custDataLst>
              <p:tags r:id="rId9"/>
            </p:custDataLst>
          </p:nvPr>
        </p:nvPicPr>
        <p:blipFill>
          <a:blip r:embed="rId12"/>
          <a:srcRect t="749" r="233" b="153"/>
          <a:stretch>
            <a:fillRect/>
          </a:stretch>
        </p:blipFill>
        <p:spPr>
          <a:xfrm>
            <a:off x="256540" y="530860"/>
            <a:ext cx="3815715" cy="3423920"/>
          </a:xfrm>
          <a:prstGeom prst="rect">
            <a:avLst/>
          </a:prstGeom>
          <a:ln>
            <a:solidFill>
              <a:schemeClr val="tx1">
                <a:lumMod val="50000"/>
                <a:lumOff val="50000"/>
              </a:schemeClr>
            </a:solidFill>
          </a:ln>
        </p:spPr>
      </p:pic>
    </p:spTree>
    <p:custDataLst>
      <p:tags r:id="rId1"/>
    </p:custData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5cde36bc-7f68-4f5b-86a9-0a89be0b3539"/>
          <p:cNvGrpSpPr>
            <a:grpSpLocks noChangeAspect="1"/>
          </p:cNvGrpSpPr>
          <p:nvPr/>
        </p:nvGrpSpPr>
        <p:grpSpPr>
          <a:xfrm>
            <a:off x="3760126" y="1771650"/>
            <a:ext cx="1680899" cy="2255045"/>
            <a:chOff x="4792014" y="1826650"/>
            <a:chExt cx="2788488" cy="3740956"/>
          </a:xfrm>
        </p:grpSpPr>
        <p:sp>
          <p:nvSpPr>
            <p:cNvPr id="3" name="îṥļîḑé-Freeform: Shape 1"/>
            <p:cNvSpPr/>
            <p:nvPr/>
          </p:nvSpPr>
          <p:spPr>
            <a:xfrm rot="14400000" flipH="1">
              <a:off x="6185974" y="4241568"/>
              <a:ext cx="1413688" cy="1238387"/>
            </a:xfrm>
            <a:custGeom>
              <a:avLst/>
              <a:gdLst/>
              <a:ahLst/>
              <a:cxnLst/>
              <a:rect l="l" t="t" r="r" b="b"/>
              <a:pathLst>
                <a:path w="1902750" h="1666803">
                  <a:moveTo>
                    <a:pt x="0" y="0"/>
                  </a:moveTo>
                  <a:cubicBezTo>
                    <a:pt x="435283" y="-435283"/>
                    <a:pt x="1141015" y="-435283"/>
                    <a:pt x="1576298" y="0"/>
                  </a:cubicBezTo>
                  <a:cubicBezTo>
                    <a:pt x="2011020" y="434721"/>
                    <a:pt x="2011581" y="1139195"/>
                    <a:pt x="1577897" y="1574529"/>
                  </a:cubicBezTo>
                  <a:lnTo>
                    <a:pt x="1670171" y="1666803"/>
                  </a:lnTo>
                  <a:lnTo>
                    <a:pt x="1310131" y="1666803"/>
                  </a:lnTo>
                  <a:lnTo>
                    <a:pt x="1310131" y="1306763"/>
                  </a:lnTo>
                  <a:lnTo>
                    <a:pt x="1411850" y="1408482"/>
                  </a:lnTo>
                  <a:cubicBezTo>
                    <a:pt x="1753828" y="1064853"/>
                    <a:pt x="1753267" y="509063"/>
                    <a:pt x="1410251" y="166047"/>
                  </a:cubicBezTo>
                  <a:cubicBezTo>
                    <a:pt x="1066674" y="-177531"/>
                    <a:pt x="509625" y="-177531"/>
                    <a:pt x="166047" y="166047"/>
                  </a:cubicBezTo>
                  <a:cubicBezTo>
                    <a:pt x="-177530" y="509624"/>
                    <a:pt x="-177530" y="1066673"/>
                    <a:pt x="166047" y="1410251"/>
                  </a:cubicBezTo>
                  <a:lnTo>
                    <a:pt x="0" y="1576298"/>
                  </a:lnTo>
                  <a:cubicBezTo>
                    <a:pt x="-435283" y="1141015"/>
                    <a:pt x="-435283" y="435283"/>
                    <a:pt x="0" y="0"/>
                  </a:cubicBezTo>
                  <a:close/>
                </a:path>
              </a:pathLst>
            </a:custGeom>
            <a:solidFill>
              <a:schemeClr val="accent4"/>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350" dirty="0">
                <a:latin typeface="字魂35号-经典雅黑" panose="02000000000000000000" pitchFamily="2" charset="-122"/>
              </a:endParaRPr>
            </a:p>
          </p:txBody>
        </p:sp>
        <p:sp>
          <p:nvSpPr>
            <p:cNvPr id="4" name="îṥļîḑé-Freeform: Shape 2"/>
            <p:cNvSpPr/>
            <p:nvPr/>
          </p:nvSpPr>
          <p:spPr>
            <a:xfrm rot="900000">
              <a:off x="6166814" y="2864392"/>
              <a:ext cx="1413688" cy="1238387"/>
            </a:xfrm>
            <a:custGeom>
              <a:avLst/>
              <a:gdLst/>
              <a:ahLst/>
              <a:cxnLst/>
              <a:rect l="l" t="t" r="r" b="b"/>
              <a:pathLst>
                <a:path w="1902750" h="1666803">
                  <a:moveTo>
                    <a:pt x="0" y="0"/>
                  </a:moveTo>
                  <a:cubicBezTo>
                    <a:pt x="435283" y="-435283"/>
                    <a:pt x="1141015" y="-435283"/>
                    <a:pt x="1576298" y="0"/>
                  </a:cubicBezTo>
                  <a:cubicBezTo>
                    <a:pt x="2011020" y="434721"/>
                    <a:pt x="2011581" y="1139195"/>
                    <a:pt x="1577897" y="1574529"/>
                  </a:cubicBezTo>
                  <a:lnTo>
                    <a:pt x="1670171" y="1666803"/>
                  </a:lnTo>
                  <a:lnTo>
                    <a:pt x="1310131" y="1666803"/>
                  </a:lnTo>
                  <a:lnTo>
                    <a:pt x="1310131" y="1306763"/>
                  </a:lnTo>
                  <a:lnTo>
                    <a:pt x="1411850" y="1408482"/>
                  </a:lnTo>
                  <a:cubicBezTo>
                    <a:pt x="1753828" y="1064853"/>
                    <a:pt x="1753267" y="509063"/>
                    <a:pt x="1410251" y="166047"/>
                  </a:cubicBezTo>
                  <a:cubicBezTo>
                    <a:pt x="1066674" y="-177531"/>
                    <a:pt x="509625" y="-177531"/>
                    <a:pt x="166047" y="166047"/>
                  </a:cubicBezTo>
                  <a:cubicBezTo>
                    <a:pt x="-177530" y="509624"/>
                    <a:pt x="-177530" y="1066673"/>
                    <a:pt x="166047" y="1410251"/>
                  </a:cubicBezTo>
                  <a:lnTo>
                    <a:pt x="0" y="1576298"/>
                  </a:lnTo>
                  <a:cubicBezTo>
                    <a:pt x="-435283" y="1141015"/>
                    <a:pt x="-435283" y="435283"/>
                    <a:pt x="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350" dirty="0">
                <a:latin typeface="字魂35号-经典雅黑" panose="02000000000000000000" pitchFamily="2" charset="-122"/>
              </a:endParaRPr>
            </a:p>
          </p:txBody>
        </p:sp>
        <p:sp>
          <p:nvSpPr>
            <p:cNvPr id="5" name="îṥļîḑé-Freeform: Shape 3"/>
            <p:cNvSpPr/>
            <p:nvPr/>
          </p:nvSpPr>
          <p:spPr>
            <a:xfrm rot="14400000" flipH="1">
              <a:off x="4814178" y="3205441"/>
              <a:ext cx="1413688" cy="1238387"/>
            </a:xfrm>
            <a:custGeom>
              <a:avLst/>
              <a:gdLst/>
              <a:ahLst/>
              <a:cxnLst/>
              <a:rect l="l" t="t" r="r" b="b"/>
              <a:pathLst>
                <a:path w="1902750" h="1666803">
                  <a:moveTo>
                    <a:pt x="0" y="0"/>
                  </a:moveTo>
                  <a:cubicBezTo>
                    <a:pt x="435283" y="-435283"/>
                    <a:pt x="1141015" y="-435283"/>
                    <a:pt x="1576298" y="0"/>
                  </a:cubicBezTo>
                  <a:cubicBezTo>
                    <a:pt x="2011020" y="434721"/>
                    <a:pt x="2011581" y="1139195"/>
                    <a:pt x="1577897" y="1574529"/>
                  </a:cubicBezTo>
                  <a:lnTo>
                    <a:pt x="1670171" y="1666803"/>
                  </a:lnTo>
                  <a:lnTo>
                    <a:pt x="1310131" y="1666803"/>
                  </a:lnTo>
                  <a:lnTo>
                    <a:pt x="1310131" y="1306763"/>
                  </a:lnTo>
                  <a:lnTo>
                    <a:pt x="1411850" y="1408482"/>
                  </a:lnTo>
                  <a:cubicBezTo>
                    <a:pt x="1753828" y="1064853"/>
                    <a:pt x="1753267" y="509063"/>
                    <a:pt x="1410251" y="166047"/>
                  </a:cubicBezTo>
                  <a:cubicBezTo>
                    <a:pt x="1066674" y="-177531"/>
                    <a:pt x="509625" y="-177531"/>
                    <a:pt x="166047" y="166047"/>
                  </a:cubicBezTo>
                  <a:cubicBezTo>
                    <a:pt x="-177530" y="509624"/>
                    <a:pt x="-177530" y="1066673"/>
                    <a:pt x="166047" y="1410251"/>
                  </a:cubicBezTo>
                  <a:lnTo>
                    <a:pt x="0" y="1576298"/>
                  </a:lnTo>
                  <a:cubicBezTo>
                    <a:pt x="-435283" y="1141015"/>
                    <a:pt x="-435283" y="435283"/>
                    <a:pt x="0" y="0"/>
                  </a:cubicBezTo>
                  <a:close/>
                </a:path>
              </a:pathLst>
            </a:cu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350" dirty="0">
                <a:latin typeface="字魂35号-经典雅黑" panose="02000000000000000000" pitchFamily="2" charset="-122"/>
              </a:endParaRPr>
            </a:p>
          </p:txBody>
        </p:sp>
        <p:sp>
          <p:nvSpPr>
            <p:cNvPr id="6" name="îṥļîḑé-Freeform: Shape 4"/>
            <p:cNvSpPr/>
            <p:nvPr/>
          </p:nvSpPr>
          <p:spPr>
            <a:xfrm rot="900000">
              <a:off x="4792014" y="1826650"/>
              <a:ext cx="1413688" cy="1238387"/>
            </a:xfrm>
            <a:custGeom>
              <a:avLst/>
              <a:gdLst/>
              <a:ahLst/>
              <a:cxnLst/>
              <a:rect l="l" t="t" r="r" b="b"/>
              <a:pathLst>
                <a:path w="1902750" h="1666803">
                  <a:moveTo>
                    <a:pt x="0" y="0"/>
                  </a:moveTo>
                  <a:cubicBezTo>
                    <a:pt x="435283" y="-435283"/>
                    <a:pt x="1141015" y="-435283"/>
                    <a:pt x="1576298" y="0"/>
                  </a:cubicBezTo>
                  <a:cubicBezTo>
                    <a:pt x="2011020" y="434721"/>
                    <a:pt x="2011581" y="1139195"/>
                    <a:pt x="1577897" y="1574529"/>
                  </a:cubicBezTo>
                  <a:lnTo>
                    <a:pt x="1670171" y="1666803"/>
                  </a:lnTo>
                  <a:lnTo>
                    <a:pt x="1310131" y="1666803"/>
                  </a:lnTo>
                  <a:lnTo>
                    <a:pt x="1310131" y="1306763"/>
                  </a:lnTo>
                  <a:lnTo>
                    <a:pt x="1411850" y="1408482"/>
                  </a:lnTo>
                  <a:cubicBezTo>
                    <a:pt x="1753828" y="1064853"/>
                    <a:pt x="1753267" y="509063"/>
                    <a:pt x="1410251" y="166047"/>
                  </a:cubicBezTo>
                  <a:cubicBezTo>
                    <a:pt x="1066674" y="-177531"/>
                    <a:pt x="509625" y="-177531"/>
                    <a:pt x="166047" y="166047"/>
                  </a:cubicBezTo>
                  <a:cubicBezTo>
                    <a:pt x="-177530" y="509624"/>
                    <a:pt x="-177530" y="1066673"/>
                    <a:pt x="166047" y="1410251"/>
                  </a:cubicBezTo>
                  <a:lnTo>
                    <a:pt x="0" y="1576298"/>
                  </a:lnTo>
                  <a:cubicBezTo>
                    <a:pt x="-435283" y="1141015"/>
                    <a:pt x="-435283" y="435283"/>
                    <a:pt x="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350" dirty="0">
                <a:latin typeface="字魂35号-经典雅黑" panose="02000000000000000000" pitchFamily="2" charset="-122"/>
              </a:endParaRPr>
            </a:p>
          </p:txBody>
        </p:sp>
      </p:grpSp>
      <p:sp>
        <p:nvSpPr>
          <p:cNvPr id="27" name="矩形 26"/>
          <p:cNvSpPr/>
          <p:nvPr/>
        </p:nvSpPr>
        <p:spPr>
          <a:xfrm>
            <a:off x="5710555" y="2239010"/>
            <a:ext cx="2748280" cy="533400"/>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“Windows 颜色”是备选的主题色，单击可选中一种颜色作为主色调。</a:t>
            </a:r>
          </a:p>
        </p:txBody>
      </p:sp>
      <p:sp>
        <p:nvSpPr>
          <p:cNvPr id="30" name="矩形 29"/>
          <p:cNvSpPr/>
          <p:nvPr/>
        </p:nvSpPr>
        <p:spPr>
          <a:xfrm>
            <a:off x="5710555" y="3238500"/>
            <a:ext cx="2748280" cy="975995"/>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单击“高对比度设置”，将显示“高对比度”主题，使浅色更浅，深色更深。在“选择主题”下拉列表中提供了几个高对比度选项。</a:t>
            </a:r>
          </a:p>
        </p:txBody>
      </p:sp>
      <p:sp>
        <p:nvSpPr>
          <p:cNvPr id="33" name="矩形 32"/>
          <p:cNvSpPr/>
          <p:nvPr/>
        </p:nvSpPr>
        <p:spPr>
          <a:xfrm>
            <a:off x="594995" y="1708785"/>
            <a:ext cx="2856865" cy="755015"/>
          </a:xfrm>
          <a:prstGeom prst="rect">
            <a:avLst/>
          </a:prstGeom>
        </p:spPr>
        <p:txBody>
          <a:bodyPr wrap="square">
            <a:spAutoFit/>
            <a:scene3d>
              <a:camera prst="orthographicFront"/>
              <a:lightRig rig="threePt" dir="t"/>
            </a:scene3d>
            <a:sp3d contourW="12700"/>
          </a:bodyPr>
          <a:lstStyle/>
          <a:p>
            <a:pPr algn="r">
              <a:lnSpc>
                <a:spcPct val="120000"/>
              </a:lnSpc>
            </a:pPr>
            <a:r>
              <a:rPr lang="zh-CN" altLang="en-US" sz="12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如果选中“从我的背景自动选取一种主题色”项，将随机从“Windows颜色”中选取一种颜色作为主色调。</a:t>
            </a:r>
          </a:p>
        </p:txBody>
      </p:sp>
      <p:sp>
        <p:nvSpPr>
          <p:cNvPr id="36" name="矩形 35"/>
          <p:cNvSpPr/>
          <p:nvPr/>
        </p:nvSpPr>
        <p:spPr>
          <a:xfrm>
            <a:off x="594995" y="3044825"/>
            <a:ext cx="2856865" cy="1196975"/>
          </a:xfrm>
          <a:prstGeom prst="rect">
            <a:avLst/>
          </a:prstGeom>
        </p:spPr>
        <p:txBody>
          <a:bodyPr wrap="square">
            <a:spAutoFit/>
            <a:scene3d>
              <a:camera prst="orthographicFront"/>
              <a:lightRig rig="threePt" dir="t"/>
            </a:scene3d>
            <a:sp3d contourW="12700"/>
          </a:bodyPr>
          <a:lstStyle/>
          <a:p>
            <a:pPr algn="r">
              <a:lnSpc>
                <a:spcPct val="120000"/>
              </a:lnSpc>
            </a:pPr>
            <a:r>
              <a:rPr lang="zh-CN" altLang="en-US" sz="1200" kern="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如果在“以下页面上显示主题色”下方，选中“‘开始’菜单、任务栏和操作中心”，则“开始”菜单、任务栏和操作中心的颜色将从默认的黑色背景变为选中的颜色。</a:t>
            </a:r>
          </a:p>
        </p:txBody>
      </p:sp>
      <p:sp>
        <p:nvSpPr>
          <p:cNvPr id="11" name="文本框 10"/>
          <p:cNvSpPr txBox="1"/>
          <p:nvPr/>
        </p:nvSpPr>
        <p:spPr>
          <a:xfrm>
            <a:off x="659130" y="524510"/>
            <a:ext cx="2540000" cy="368300"/>
          </a:xfrm>
          <a:prstGeom prst="rect">
            <a:avLst/>
          </a:prstGeom>
          <a:noFill/>
        </p:spPr>
        <p:txBody>
          <a:bodyPr wrap="square" rtlCol="0" anchor="t">
            <a:spAutoFit/>
          </a:bodyPr>
          <a:lstStyle/>
          <a:p>
            <a:r>
              <a:rPr lang="zh-CN" altLang="en-US" b="1">
                <a:latin typeface="微软雅黑" panose="020B0503020204020204" pitchFamily="34" charset="-122"/>
                <a:ea typeface="微软雅黑" panose="020B0503020204020204" pitchFamily="34" charset="-122"/>
              </a:rPr>
              <a:t>设置桌面背景和颜色</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advTm="3000"/>
    </mc:Choice>
    <mc:Fallback xmlns="">
      <p:transition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
          <p:cNvGrpSpPr/>
          <p:nvPr/>
        </p:nvGrpSpPr>
        <p:grpSpPr>
          <a:xfrm>
            <a:off x="1097386" y="1339803"/>
            <a:ext cx="3021091" cy="3020405"/>
            <a:chOff x="1063124" y="1429779"/>
            <a:chExt cx="4513613" cy="4513613"/>
          </a:xfrm>
        </p:grpSpPr>
        <p:sp>
          <p:nvSpPr>
            <p:cNvPr id="25" name="Freeform 8"/>
            <p:cNvSpPr/>
            <p:nvPr/>
          </p:nvSpPr>
          <p:spPr>
            <a:xfrm>
              <a:off x="1805017" y="2171840"/>
              <a:ext cx="3030185" cy="3029924"/>
            </a:xfrm>
            <a:custGeom>
              <a:avLst/>
              <a:gdLst>
                <a:gd name="connsiteX0" fmla="*/ 0 w 2504140"/>
                <a:gd name="connsiteY0" fmla="*/ 1252070 h 2504140"/>
                <a:gd name="connsiteX1" fmla="*/ 1252070 w 2504140"/>
                <a:gd name="connsiteY1" fmla="*/ 0 h 2504140"/>
                <a:gd name="connsiteX2" fmla="*/ 2504140 w 2504140"/>
                <a:gd name="connsiteY2" fmla="*/ 1252070 h 2504140"/>
                <a:gd name="connsiteX3" fmla="*/ 1252070 w 2504140"/>
                <a:gd name="connsiteY3" fmla="*/ 2504140 h 2504140"/>
                <a:gd name="connsiteX4" fmla="*/ 0 w 2504140"/>
                <a:gd name="connsiteY4" fmla="*/ 1252070 h 25041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4140" h="2504140">
                  <a:moveTo>
                    <a:pt x="0" y="1252070"/>
                  </a:moveTo>
                  <a:cubicBezTo>
                    <a:pt x="0" y="560571"/>
                    <a:pt x="560571" y="0"/>
                    <a:pt x="1252070" y="0"/>
                  </a:cubicBezTo>
                  <a:cubicBezTo>
                    <a:pt x="1943569" y="0"/>
                    <a:pt x="2504140" y="560571"/>
                    <a:pt x="2504140" y="1252070"/>
                  </a:cubicBezTo>
                  <a:cubicBezTo>
                    <a:pt x="2504140" y="1943569"/>
                    <a:pt x="1943569" y="2504140"/>
                    <a:pt x="1252070" y="2504140"/>
                  </a:cubicBezTo>
                  <a:cubicBezTo>
                    <a:pt x="560571" y="2504140"/>
                    <a:pt x="0" y="1943569"/>
                    <a:pt x="0" y="1252070"/>
                  </a:cubicBezTo>
                  <a:close/>
                </a:path>
              </a:pathLst>
            </a:custGeom>
            <a:solidFill>
              <a:schemeClr val="accent1"/>
            </a:solidFill>
            <a:ln w="3175"/>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437708" tIns="437708" rIns="437708" bIns="437708" numCol="1" spcCol="1270" anchor="ctr" anchorCtr="0">
              <a:noAutofit/>
            </a:bodyPr>
            <a:lstStyle/>
            <a:p>
              <a:pPr algn="ctr" defTabSz="1866900">
                <a:lnSpc>
                  <a:spcPct val="90000"/>
                </a:lnSpc>
                <a:spcAft>
                  <a:spcPct val="35000"/>
                </a:spcAft>
              </a:pPr>
              <a:endParaRPr lang="en-US" sz="4100" dirty="0">
                <a:latin typeface="+mn-ea"/>
              </a:endParaRPr>
            </a:p>
          </p:txBody>
        </p:sp>
        <p:sp>
          <p:nvSpPr>
            <p:cNvPr id="26" name="Freeform 9"/>
            <p:cNvSpPr/>
            <p:nvPr/>
          </p:nvSpPr>
          <p:spPr>
            <a:xfrm>
              <a:off x="2693895" y="1429779"/>
              <a:ext cx="1252070" cy="1252070"/>
            </a:xfrm>
            <a:custGeom>
              <a:avLst/>
              <a:gdLst>
                <a:gd name="connsiteX0" fmla="*/ 0 w 1252070"/>
                <a:gd name="connsiteY0" fmla="*/ 626035 h 1252070"/>
                <a:gd name="connsiteX1" fmla="*/ 626035 w 1252070"/>
                <a:gd name="connsiteY1" fmla="*/ 0 h 1252070"/>
                <a:gd name="connsiteX2" fmla="*/ 1252070 w 1252070"/>
                <a:gd name="connsiteY2" fmla="*/ 626035 h 1252070"/>
                <a:gd name="connsiteX3" fmla="*/ 626035 w 1252070"/>
                <a:gd name="connsiteY3" fmla="*/ 1252070 h 1252070"/>
                <a:gd name="connsiteX4" fmla="*/ 0 w 1252070"/>
                <a:gd name="connsiteY4" fmla="*/ 626035 h 12520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070" h="1252070">
                  <a:moveTo>
                    <a:pt x="0" y="626035"/>
                  </a:moveTo>
                  <a:cubicBezTo>
                    <a:pt x="0" y="280285"/>
                    <a:pt x="280285" y="0"/>
                    <a:pt x="626035" y="0"/>
                  </a:cubicBezTo>
                  <a:cubicBezTo>
                    <a:pt x="971785" y="0"/>
                    <a:pt x="1252070" y="280285"/>
                    <a:pt x="1252070" y="626035"/>
                  </a:cubicBezTo>
                  <a:cubicBezTo>
                    <a:pt x="1252070" y="971785"/>
                    <a:pt x="971785" y="1252070"/>
                    <a:pt x="626035" y="1252070"/>
                  </a:cubicBezTo>
                  <a:cubicBezTo>
                    <a:pt x="280285" y="1252070"/>
                    <a:pt x="0" y="971785"/>
                    <a:pt x="0" y="626035"/>
                  </a:cubicBezTo>
                  <a:close/>
                </a:path>
              </a:pathLst>
            </a:custGeom>
            <a:solidFill>
              <a:schemeClr val="accent1"/>
            </a:solidFill>
            <a:ln w="3175"/>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218854" tIns="218854" rIns="218854" bIns="218854" numCol="1" spcCol="1270" anchor="ctr" anchorCtr="0">
              <a:noAutofit/>
            </a:bodyPr>
            <a:lstStyle/>
            <a:p>
              <a:pPr algn="ctr" defTabSz="933450">
                <a:lnSpc>
                  <a:spcPct val="90000"/>
                </a:lnSpc>
                <a:spcAft>
                  <a:spcPct val="35000"/>
                </a:spcAft>
              </a:pPr>
              <a:r>
                <a:rPr lang="en-US" sz="1800" dirty="0">
                  <a:solidFill>
                    <a:schemeClr val="bg1"/>
                  </a:solidFill>
                  <a:latin typeface="+mn-ea"/>
                </a:rPr>
                <a:t>1</a:t>
              </a:r>
            </a:p>
          </p:txBody>
        </p:sp>
        <p:sp>
          <p:nvSpPr>
            <p:cNvPr id="27" name="Freeform 10"/>
            <p:cNvSpPr/>
            <p:nvPr/>
          </p:nvSpPr>
          <p:spPr>
            <a:xfrm>
              <a:off x="4324667" y="3060550"/>
              <a:ext cx="1252070" cy="1252070"/>
            </a:xfrm>
            <a:custGeom>
              <a:avLst/>
              <a:gdLst>
                <a:gd name="connsiteX0" fmla="*/ 0 w 1252070"/>
                <a:gd name="connsiteY0" fmla="*/ 626035 h 1252070"/>
                <a:gd name="connsiteX1" fmla="*/ 626035 w 1252070"/>
                <a:gd name="connsiteY1" fmla="*/ 0 h 1252070"/>
                <a:gd name="connsiteX2" fmla="*/ 1252070 w 1252070"/>
                <a:gd name="connsiteY2" fmla="*/ 626035 h 1252070"/>
                <a:gd name="connsiteX3" fmla="*/ 626035 w 1252070"/>
                <a:gd name="connsiteY3" fmla="*/ 1252070 h 1252070"/>
                <a:gd name="connsiteX4" fmla="*/ 0 w 1252070"/>
                <a:gd name="connsiteY4" fmla="*/ 626035 h 12520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070" h="1252070">
                  <a:moveTo>
                    <a:pt x="0" y="626035"/>
                  </a:moveTo>
                  <a:cubicBezTo>
                    <a:pt x="0" y="280285"/>
                    <a:pt x="280285" y="0"/>
                    <a:pt x="626035" y="0"/>
                  </a:cubicBezTo>
                  <a:cubicBezTo>
                    <a:pt x="971785" y="0"/>
                    <a:pt x="1252070" y="280285"/>
                    <a:pt x="1252070" y="626035"/>
                  </a:cubicBezTo>
                  <a:cubicBezTo>
                    <a:pt x="1252070" y="971785"/>
                    <a:pt x="971785" y="1252070"/>
                    <a:pt x="626035" y="1252070"/>
                  </a:cubicBezTo>
                  <a:cubicBezTo>
                    <a:pt x="280285" y="1252070"/>
                    <a:pt x="0" y="971785"/>
                    <a:pt x="0" y="626035"/>
                  </a:cubicBezTo>
                  <a:close/>
                </a:path>
              </a:pathLst>
            </a:custGeom>
            <a:solidFill>
              <a:schemeClr val="accent2"/>
            </a:solidFill>
            <a:ln w="3175"/>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218854" tIns="218854" rIns="218854" bIns="218854" numCol="1" spcCol="1270" anchor="ctr" anchorCtr="0">
              <a:noAutofit/>
            </a:bodyPr>
            <a:lstStyle/>
            <a:p>
              <a:pPr algn="ctr" defTabSz="933450">
                <a:lnSpc>
                  <a:spcPct val="90000"/>
                </a:lnSpc>
                <a:spcAft>
                  <a:spcPct val="35000"/>
                </a:spcAft>
              </a:pPr>
              <a:r>
                <a:rPr lang="en-US" sz="1800" dirty="0">
                  <a:solidFill>
                    <a:schemeClr val="bg1"/>
                  </a:solidFill>
                  <a:latin typeface="+mn-ea"/>
                </a:rPr>
                <a:t>2</a:t>
              </a:r>
            </a:p>
          </p:txBody>
        </p:sp>
        <p:sp>
          <p:nvSpPr>
            <p:cNvPr id="28" name="Freeform 11"/>
            <p:cNvSpPr/>
            <p:nvPr/>
          </p:nvSpPr>
          <p:spPr>
            <a:xfrm>
              <a:off x="2693895" y="4691322"/>
              <a:ext cx="1252070" cy="1252070"/>
            </a:xfrm>
            <a:custGeom>
              <a:avLst/>
              <a:gdLst>
                <a:gd name="connsiteX0" fmla="*/ 0 w 1252070"/>
                <a:gd name="connsiteY0" fmla="*/ 626035 h 1252070"/>
                <a:gd name="connsiteX1" fmla="*/ 626035 w 1252070"/>
                <a:gd name="connsiteY1" fmla="*/ 0 h 1252070"/>
                <a:gd name="connsiteX2" fmla="*/ 1252070 w 1252070"/>
                <a:gd name="connsiteY2" fmla="*/ 626035 h 1252070"/>
                <a:gd name="connsiteX3" fmla="*/ 626035 w 1252070"/>
                <a:gd name="connsiteY3" fmla="*/ 1252070 h 1252070"/>
                <a:gd name="connsiteX4" fmla="*/ 0 w 1252070"/>
                <a:gd name="connsiteY4" fmla="*/ 626035 h 12520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070" h="1252070">
                  <a:moveTo>
                    <a:pt x="0" y="626035"/>
                  </a:moveTo>
                  <a:cubicBezTo>
                    <a:pt x="0" y="280285"/>
                    <a:pt x="280285" y="0"/>
                    <a:pt x="626035" y="0"/>
                  </a:cubicBezTo>
                  <a:cubicBezTo>
                    <a:pt x="971785" y="0"/>
                    <a:pt x="1252070" y="280285"/>
                    <a:pt x="1252070" y="626035"/>
                  </a:cubicBezTo>
                  <a:cubicBezTo>
                    <a:pt x="1252070" y="971785"/>
                    <a:pt x="971785" y="1252070"/>
                    <a:pt x="626035" y="1252070"/>
                  </a:cubicBezTo>
                  <a:cubicBezTo>
                    <a:pt x="280285" y="1252070"/>
                    <a:pt x="0" y="971785"/>
                    <a:pt x="0" y="626035"/>
                  </a:cubicBezTo>
                  <a:close/>
                </a:path>
              </a:pathLst>
            </a:custGeom>
            <a:solidFill>
              <a:schemeClr val="accent3"/>
            </a:solidFill>
            <a:ln w="3175"/>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218854" tIns="218854" rIns="218854" bIns="218854" numCol="1" spcCol="1270" anchor="ctr" anchorCtr="0">
              <a:noAutofit/>
            </a:bodyPr>
            <a:lstStyle/>
            <a:p>
              <a:pPr algn="ctr" defTabSz="933450">
                <a:lnSpc>
                  <a:spcPct val="90000"/>
                </a:lnSpc>
                <a:spcAft>
                  <a:spcPct val="35000"/>
                </a:spcAft>
              </a:pPr>
              <a:r>
                <a:rPr lang="en-US" sz="1800" dirty="0">
                  <a:solidFill>
                    <a:schemeClr val="bg1"/>
                  </a:solidFill>
                  <a:latin typeface="+mn-ea"/>
                </a:rPr>
                <a:t>3</a:t>
              </a:r>
            </a:p>
          </p:txBody>
        </p:sp>
        <p:sp>
          <p:nvSpPr>
            <p:cNvPr id="29" name="Freeform 12"/>
            <p:cNvSpPr/>
            <p:nvPr/>
          </p:nvSpPr>
          <p:spPr>
            <a:xfrm>
              <a:off x="1063124" y="3060550"/>
              <a:ext cx="1252070" cy="1252070"/>
            </a:xfrm>
            <a:custGeom>
              <a:avLst/>
              <a:gdLst>
                <a:gd name="connsiteX0" fmla="*/ 0 w 1252070"/>
                <a:gd name="connsiteY0" fmla="*/ 626035 h 1252070"/>
                <a:gd name="connsiteX1" fmla="*/ 626035 w 1252070"/>
                <a:gd name="connsiteY1" fmla="*/ 0 h 1252070"/>
                <a:gd name="connsiteX2" fmla="*/ 1252070 w 1252070"/>
                <a:gd name="connsiteY2" fmla="*/ 626035 h 1252070"/>
                <a:gd name="connsiteX3" fmla="*/ 626035 w 1252070"/>
                <a:gd name="connsiteY3" fmla="*/ 1252070 h 1252070"/>
                <a:gd name="connsiteX4" fmla="*/ 0 w 1252070"/>
                <a:gd name="connsiteY4" fmla="*/ 626035 h 12520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070" h="1252070">
                  <a:moveTo>
                    <a:pt x="0" y="626035"/>
                  </a:moveTo>
                  <a:cubicBezTo>
                    <a:pt x="0" y="280285"/>
                    <a:pt x="280285" y="0"/>
                    <a:pt x="626035" y="0"/>
                  </a:cubicBezTo>
                  <a:cubicBezTo>
                    <a:pt x="971785" y="0"/>
                    <a:pt x="1252070" y="280285"/>
                    <a:pt x="1252070" y="626035"/>
                  </a:cubicBezTo>
                  <a:cubicBezTo>
                    <a:pt x="1252070" y="971785"/>
                    <a:pt x="971785" y="1252070"/>
                    <a:pt x="626035" y="1252070"/>
                  </a:cubicBezTo>
                  <a:cubicBezTo>
                    <a:pt x="280285" y="1252070"/>
                    <a:pt x="0" y="971785"/>
                    <a:pt x="0" y="626035"/>
                  </a:cubicBezTo>
                  <a:close/>
                </a:path>
              </a:pathLst>
            </a:custGeom>
            <a:solidFill>
              <a:schemeClr val="accent4"/>
            </a:solidFill>
            <a:ln w="3175"/>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218854" tIns="218854" rIns="218854" bIns="218854" numCol="1" spcCol="1270" anchor="ctr" anchorCtr="0">
              <a:noAutofit/>
            </a:bodyPr>
            <a:lstStyle/>
            <a:p>
              <a:pPr algn="ctr" defTabSz="933450">
                <a:lnSpc>
                  <a:spcPct val="90000"/>
                </a:lnSpc>
                <a:spcAft>
                  <a:spcPct val="35000"/>
                </a:spcAft>
              </a:pPr>
              <a:r>
                <a:rPr lang="en-US" sz="1800" dirty="0">
                  <a:solidFill>
                    <a:schemeClr val="bg1"/>
                  </a:solidFill>
                  <a:latin typeface="+mn-ea"/>
                </a:rPr>
                <a:t>4</a:t>
              </a:r>
            </a:p>
          </p:txBody>
        </p:sp>
        <p:sp>
          <p:nvSpPr>
            <p:cNvPr id="30" name="TextBox 78"/>
            <p:cNvSpPr txBox="1"/>
            <p:nvPr/>
          </p:nvSpPr>
          <p:spPr>
            <a:xfrm>
              <a:off x="2382782" y="2812366"/>
              <a:ext cx="1874654" cy="1746026"/>
            </a:xfrm>
            <a:prstGeom prst="rect">
              <a:avLst/>
            </a:prstGeom>
            <a:noFill/>
            <a:ln w="3175">
              <a:noFill/>
            </a:ln>
          </p:spPr>
          <p:txBody>
            <a:bodyPr wrap="square" rtlCol="0">
              <a:spAutoFit/>
            </a:bodyPr>
            <a:lstStyle/>
            <a:p>
              <a:pPr algn="ctr">
                <a:lnSpc>
                  <a:spcPct val="100000"/>
                </a:lnSpc>
              </a:pPr>
              <a:r>
                <a:rPr lang="en-US" sz="1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主题是指Windows 的视觉外观，包括桌面壁纸、屏保、鼠标指针、系统声音事件、图标、窗口、对话框的外观等内容。</a:t>
              </a:r>
            </a:p>
          </p:txBody>
        </p:sp>
      </p:grpSp>
      <p:sp>
        <p:nvSpPr>
          <p:cNvPr id="31" name="TextBox 54"/>
          <p:cNvSpPr txBox="1"/>
          <p:nvPr/>
        </p:nvSpPr>
        <p:spPr>
          <a:xfrm>
            <a:off x="4682963" y="1687344"/>
            <a:ext cx="415221" cy="528955"/>
          </a:xfrm>
          <a:prstGeom prst="rect">
            <a:avLst/>
          </a:prstGeom>
          <a:noFill/>
        </p:spPr>
        <p:txBody>
          <a:bodyPr wrap="square" lIns="37217" tIns="18608" rIns="37217" bIns="18608" rtlCol="0">
            <a:spAutoFit/>
          </a:bodyPr>
          <a:lstStyle/>
          <a:p>
            <a:r>
              <a:rPr lang="id-ID" sz="3200" dirty="0">
                <a:solidFill>
                  <a:schemeClr val="bg1">
                    <a:lumMod val="50000"/>
                  </a:schemeClr>
                </a:solidFill>
                <a:latin typeface="+mn-ea"/>
              </a:rPr>
              <a:t>1</a:t>
            </a:r>
            <a:r>
              <a:rPr lang="en-US" sz="3200" dirty="0">
                <a:solidFill>
                  <a:schemeClr val="bg1">
                    <a:lumMod val="50000"/>
                  </a:schemeClr>
                </a:solidFill>
                <a:latin typeface="+mn-ea"/>
              </a:rPr>
              <a:t>.</a:t>
            </a:r>
            <a:endParaRPr lang="id-ID" sz="3200" dirty="0">
              <a:solidFill>
                <a:schemeClr val="bg1">
                  <a:lumMod val="50000"/>
                </a:schemeClr>
              </a:solidFill>
              <a:latin typeface="+mn-ea"/>
            </a:endParaRPr>
          </a:p>
        </p:txBody>
      </p:sp>
      <p:sp>
        <p:nvSpPr>
          <p:cNvPr id="32" name="Rectangle 19"/>
          <p:cNvSpPr/>
          <p:nvPr/>
        </p:nvSpPr>
        <p:spPr>
          <a:xfrm>
            <a:off x="5043778" y="1794868"/>
            <a:ext cx="2943818" cy="313690"/>
          </a:xfrm>
          <a:prstGeom prst="rect">
            <a:avLst/>
          </a:prstGeom>
        </p:spPr>
        <p:txBody>
          <a:bodyPr wrap="square" lIns="37217" tIns="18608" rIns="37217" bIns="18608" anchor="b" anchorCtr="0">
            <a:spAutoFit/>
          </a:bodyPr>
          <a:lstStyle/>
          <a:p>
            <a:pPr algn="just">
              <a:lnSpc>
                <a:spcPct val="100000"/>
              </a:lnSpc>
            </a:pPr>
            <a:r>
              <a:rPr lang="zh-CN" altLang="en-US" sz="900" dirty="0">
                <a:solidFill>
                  <a:schemeClr val="bg1">
                    <a:lumMod val="50000"/>
                  </a:schemeClr>
                </a:solidFill>
                <a:latin typeface="+mn-ea"/>
              </a:rPr>
              <a:t>单击“主题”选项卡，在右侧窗格中，除自定义主题外，还可以获取更多主题直接使用。</a:t>
            </a:r>
          </a:p>
        </p:txBody>
      </p:sp>
      <p:sp>
        <p:nvSpPr>
          <p:cNvPr id="33" name="TextBox 56"/>
          <p:cNvSpPr txBox="1"/>
          <p:nvPr/>
        </p:nvSpPr>
        <p:spPr>
          <a:xfrm>
            <a:off x="4682963" y="2300022"/>
            <a:ext cx="415221" cy="528955"/>
          </a:xfrm>
          <a:prstGeom prst="rect">
            <a:avLst/>
          </a:prstGeom>
          <a:noFill/>
        </p:spPr>
        <p:txBody>
          <a:bodyPr wrap="square" lIns="37217" tIns="18608" rIns="37217" bIns="18608" rtlCol="0">
            <a:spAutoFit/>
          </a:bodyPr>
          <a:lstStyle/>
          <a:p>
            <a:r>
              <a:rPr lang="en-US" sz="3200" dirty="0">
                <a:solidFill>
                  <a:schemeClr val="bg1">
                    <a:lumMod val="50000"/>
                  </a:schemeClr>
                </a:solidFill>
                <a:latin typeface="+mn-ea"/>
              </a:rPr>
              <a:t>2.</a:t>
            </a:r>
            <a:endParaRPr lang="id-ID" sz="3200" dirty="0">
              <a:solidFill>
                <a:schemeClr val="bg1">
                  <a:lumMod val="50000"/>
                </a:schemeClr>
              </a:solidFill>
              <a:latin typeface="+mn-ea"/>
            </a:endParaRPr>
          </a:p>
        </p:txBody>
      </p:sp>
      <p:sp>
        <p:nvSpPr>
          <p:cNvPr id="34" name="Rectangle 19"/>
          <p:cNvSpPr/>
          <p:nvPr/>
        </p:nvSpPr>
        <p:spPr>
          <a:xfrm>
            <a:off x="5043778" y="2361825"/>
            <a:ext cx="2943818" cy="452120"/>
          </a:xfrm>
          <a:prstGeom prst="rect">
            <a:avLst/>
          </a:prstGeom>
        </p:spPr>
        <p:txBody>
          <a:bodyPr wrap="square" lIns="37217" tIns="18608" rIns="37217" bIns="18608" anchor="ctr" anchorCtr="0">
            <a:spAutoFit/>
          </a:bodyPr>
          <a:lstStyle/>
          <a:p>
            <a:pPr algn="just">
              <a:lnSpc>
                <a:spcPct val="100000"/>
              </a:lnSpc>
            </a:pPr>
            <a:r>
              <a:rPr lang="zh-CN" altLang="en-US" sz="900" dirty="0">
                <a:solidFill>
                  <a:schemeClr val="bg1">
                    <a:lumMod val="50000"/>
                  </a:schemeClr>
                </a:solidFill>
                <a:latin typeface="+mn-ea"/>
              </a:rPr>
              <a:t>在“主题”选项卡右侧窗格中，分别单击“自定义主题”下面的“背景”“颜色”“声音”“鼠标光标”，可以分别更改主题的部分内容。</a:t>
            </a:r>
          </a:p>
        </p:txBody>
      </p:sp>
      <p:sp>
        <p:nvSpPr>
          <p:cNvPr id="35" name="TextBox 58"/>
          <p:cNvSpPr txBox="1"/>
          <p:nvPr/>
        </p:nvSpPr>
        <p:spPr>
          <a:xfrm>
            <a:off x="4682963" y="2923066"/>
            <a:ext cx="415221" cy="528955"/>
          </a:xfrm>
          <a:prstGeom prst="rect">
            <a:avLst/>
          </a:prstGeom>
          <a:noFill/>
        </p:spPr>
        <p:txBody>
          <a:bodyPr wrap="square" lIns="37217" tIns="18608" rIns="37217" bIns="18608" rtlCol="0">
            <a:spAutoFit/>
          </a:bodyPr>
          <a:lstStyle/>
          <a:p>
            <a:r>
              <a:rPr lang="en-US" sz="3200" dirty="0">
                <a:solidFill>
                  <a:schemeClr val="bg1">
                    <a:lumMod val="50000"/>
                  </a:schemeClr>
                </a:solidFill>
                <a:latin typeface="+mn-ea"/>
              </a:rPr>
              <a:t>3.</a:t>
            </a:r>
            <a:endParaRPr lang="id-ID" sz="3200" dirty="0">
              <a:solidFill>
                <a:schemeClr val="bg1">
                  <a:lumMod val="50000"/>
                </a:schemeClr>
              </a:solidFill>
              <a:latin typeface="+mn-ea"/>
            </a:endParaRPr>
          </a:p>
        </p:txBody>
      </p:sp>
      <p:sp>
        <p:nvSpPr>
          <p:cNvPr id="36" name="Rectangle 19"/>
          <p:cNvSpPr/>
          <p:nvPr/>
        </p:nvSpPr>
        <p:spPr>
          <a:xfrm>
            <a:off x="5043778" y="2984870"/>
            <a:ext cx="2943818" cy="452120"/>
          </a:xfrm>
          <a:prstGeom prst="rect">
            <a:avLst/>
          </a:prstGeom>
        </p:spPr>
        <p:txBody>
          <a:bodyPr wrap="square" lIns="37217" tIns="18608" rIns="37217" bIns="18608" anchor="ctr" anchorCtr="0">
            <a:spAutoFit/>
          </a:bodyPr>
          <a:lstStyle/>
          <a:p>
            <a:pPr algn="just">
              <a:lnSpc>
                <a:spcPct val="100000"/>
              </a:lnSpc>
            </a:pPr>
            <a:r>
              <a:rPr lang="zh-CN" altLang="en-US" sz="900" dirty="0">
                <a:solidFill>
                  <a:schemeClr val="bg1">
                    <a:lumMod val="50000"/>
                  </a:schemeClr>
                </a:solidFill>
                <a:latin typeface="+mn-ea"/>
              </a:rPr>
              <a:t>更改后单击“保存主题”按钮，在弹出的“保存主题”对话框中输入主题名，单击“保存”按钮将自己的个性设置保存为主题。</a:t>
            </a:r>
          </a:p>
        </p:txBody>
      </p:sp>
      <p:cxnSp>
        <p:nvCxnSpPr>
          <p:cNvPr id="37" name="直接连接符 36"/>
          <p:cNvCxnSpPr/>
          <p:nvPr/>
        </p:nvCxnSpPr>
        <p:spPr>
          <a:xfrm>
            <a:off x="4793496" y="2303986"/>
            <a:ext cx="3194097" cy="0"/>
          </a:xfrm>
          <a:prstGeom prst="line">
            <a:avLst/>
          </a:prstGeom>
          <a:ln>
            <a:solidFill>
              <a:srgbClr val="659532"/>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4793496" y="2878812"/>
            <a:ext cx="3194097" cy="0"/>
          </a:xfrm>
          <a:prstGeom prst="line">
            <a:avLst/>
          </a:prstGeom>
          <a:ln>
            <a:solidFill>
              <a:srgbClr val="659532"/>
            </a:solidFill>
          </a:ln>
        </p:spPr>
        <p:style>
          <a:lnRef idx="1">
            <a:schemeClr val="accent1"/>
          </a:lnRef>
          <a:fillRef idx="0">
            <a:schemeClr val="accent1"/>
          </a:fillRef>
          <a:effectRef idx="0">
            <a:schemeClr val="accent1"/>
          </a:effectRef>
          <a:fontRef idx="minor">
            <a:schemeClr val="tx1"/>
          </a:fontRef>
        </p:style>
      </p:cxnSp>
      <p:sp>
        <p:nvSpPr>
          <p:cNvPr id="39" name="TextBox 58"/>
          <p:cNvSpPr txBox="1"/>
          <p:nvPr/>
        </p:nvSpPr>
        <p:spPr>
          <a:xfrm>
            <a:off x="4682963" y="3554264"/>
            <a:ext cx="415221" cy="528955"/>
          </a:xfrm>
          <a:prstGeom prst="rect">
            <a:avLst/>
          </a:prstGeom>
          <a:noFill/>
        </p:spPr>
        <p:txBody>
          <a:bodyPr wrap="square" lIns="37217" tIns="18608" rIns="37217" bIns="18608" rtlCol="0">
            <a:spAutoFit/>
          </a:bodyPr>
          <a:lstStyle/>
          <a:p>
            <a:r>
              <a:rPr lang="en-US" sz="3200" dirty="0">
                <a:solidFill>
                  <a:schemeClr val="bg1">
                    <a:lumMod val="50000"/>
                  </a:schemeClr>
                </a:solidFill>
                <a:latin typeface="+mn-ea"/>
              </a:rPr>
              <a:t>4.</a:t>
            </a:r>
            <a:endParaRPr lang="id-ID" sz="3200" dirty="0">
              <a:solidFill>
                <a:schemeClr val="bg1">
                  <a:lumMod val="50000"/>
                </a:schemeClr>
              </a:solidFill>
              <a:latin typeface="+mn-ea"/>
            </a:endParaRPr>
          </a:p>
        </p:txBody>
      </p:sp>
      <p:sp>
        <p:nvSpPr>
          <p:cNvPr id="40" name="Rectangle 19"/>
          <p:cNvSpPr/>
          <p:nvPr/>
        </p:nvSpPr>
        <p:spPr>
          <a:xfrm>
            <a:off x="5043778" y="3702007"/>
            <a:ext cx="2943818" cy="313690"/>
          </a:xfrm>
          <a:prstGeom prst="rect">
            <a:avLst/>
          </a:prstGeom>
        </p:spPr>
        <p:txBody>
          <a:bodyPr wrap="square" lIns="37217" tIns="18608" rIns="37217" bIns="18608" anchor="ctr" anchorCtr="0">
            <a:spAutoFit/>
          </a:bodyPr>
          <a:lstStyle/>
          <a:p>
            <a:pPr algn="just">
              <a:lnSpc>
                <a:spcPct val="100000"/>
              </a:lnSpc>
            </a:pPr>
            <a:r>
              <a:rPr lang="zh-CN" altLang="en-US" sz="900" dirty="0">
                <a:solidFill>
                  <a:schemeClr val="bg1">
                    <a:lumMod val="50000"/>
                  </a:schemeClr>
                </a:solidFill>
                <a:latin typeface="+mn-ea"/>
              </a:rPr>
              <a:t>如果需要删除主题，则右键单击要删除的主题，在弹出的“删除”按钮上单击即可。</a:t>
            </a:r>
          </a:p>
        </p:txBody>
      </p:sp>
      <p:cxnSp>
        <p:nvCxnSpPr>
          <p:cNvPr id="41" name="直接连接符 40"/>
          <p:cNvCxnSpPr/>
          <p:nvPr/>
        </p:nvCxnSpPr>
        <p:spPr>
          <a:xfrm>
            <a:off x="4793496" y="3510010"/>
            <a:ext cx="3194097" cy="0"/>
          </a:xfrm>
          <a:prstGeom prst="line">
            <a:avLst/>
          </a:prstGeom>
          <a:ln>
            <a:solidFill>
              <a:srgbClr val="659532"/>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695325" y="496570"/>
            <a:ext cx="2540000" cy="368300"/>
          </a:xfrm>
          <a:prstGeom prst="rect">
            <a:avLst/>
          </a:prstGeom>
          <a:noFill/>
        </p:spPr>
        <p:txBody>
          <a:bodyPr wrap="square" rtlCol="0" anchor="t">
            <a:spAutoFit/>
          </a:bodyPr>
          <a:lstStyle/>
          <a:p>
            <a:r>
              <a:rPr lang="zh-CN" altLang="en-US" b="1">
                <a:latin typeface="微软雅黑" panose="020B0503020204020204" pitchFamily="34" charset="-122"/>
                <a:ea typeface="微软雅黑" panose="020B0503020204020204" pitchFamily="34" charset="-122"/>
              </a:rPr>
              <a:t>自定义主题</a:t>
            </a:r>
          </a:p>
        </p:txBody>
      </p:sp>
    </p:spTree>
  </p:cSld>
  <p:clrMapOvr>
    <a:masterClrMapping/>
  </p:clrMapOvr>
  <mc:AlternateContent xmlns:mc="http://schemas.openxmlformats.org/markup-compatibility/2006" xmlns:p14="http://schemas.microsoft.com/office/powerpoint/2010/main">
    <mc:Choice Requires="p14">
      <p:transition spd="slow" p14:dur="1500" advTm="3000"/>
    </mc:Choice>
    <mc:Fallback xmlns="">
      <p:transition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randombar(horizontal)">
                                      <p:cBhvr>
                                        <p:cTn id="7" dur="500"/>
                                        <p:tgtEl>
                                          <p:spTgt spid="31"/>
                                        </p:tgtEl>
                                      </p:cBhvr>
                                    </p:animEffect>
                                  </p:childTnLst>
                                </p:cTn>
                              </p:par>
                            </p:childTnLst>
                          </p:cTn>
                        </p:par>
                        <p:par>
                          <p:cTn id="8" fill="hold">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32"/>
                                        </p:tgtEl>
                                        <p:attrNameLst>
                                          <p:attrName>style.visibility</p:attrName>
                                        </p:attrNameLst>
                                      </p:cBhvr>
                                      <p:to>
                                        <p:strVal val="visible"/>
                                      </p:to>
                                    </p:set>
                                    <p:anim calcmode="lin" valueType="num">
                                      <p:cBhvr additive="base">
                                        <p:cTn id="11" dur="500"/>
                                        <p:tgtEl>
                                          <p:spTgt spid="32"/>
                                        </p:tgtEl>
                                        <p:attrNameLst>
                                          <p:attrName>ppt_y</p:attrName>
                                        </p:attrNameLst>
                                      </p:cBhvr>
                                      <p:tavLst>
                                        <p:tav tm="0">
                                          <p:val>
                                            <p:strVal val="#ppt_y+#ppt_h*1.125000"/>
                                          </p:val>
                                        </p:tav>
                                        <p:tav tm="100000">
                                          <p:val>
                                            <p:strVal val="#ppt_y"/>
                                          </p:val>
                                        </p:tav>
                                      </p:tavLst>
                                    </p:anim>
                                    <p:animEffect transition="in" filter="wipe(up)">
                                      <p:cBhvr>
                                        <p:cTn id="12" dur="500"/>
                                        <p:tgtEl>
                                          <p:spTgt spid="32"/>
                                        </p:tgtEl>
                                      </p:cBhvr>
                                    </p:animEffect>
                                  </p:childTnLst>
                                </p:cTn>
                              </p:par>
                            </p:childTnLst>
                          </p:cTn>
                        </p:par>
                        <p:par>
                          <p:cTn id="13" fill="hold">
                            <p:stCondLst>
                              <p:cond delay="1000"/>
                            </p:stCondLst>
                            <p:childTnLst>
                              <p:par>
                                <p:cTn id="14" presetID="12" presetClass="entr" presetSubtype="4" fill="hold" nodeType="afterEffect">
                                  <p:stCondLst>
                                    <p:cond delay="0"/>
                                  </p:stCondLst>
                                  <p:childTnLst>
                                    <p:set>
                                      <p:cBhvr>
                                        <p:cTn id="15" dur="1" fill="hold">
                                          <p:stCondLst>
                                            <p:cond delay="0"/>
                                          </p:stCondLst>
                                        </p:cTn>
                                        <p:tgtEl>
                                          <p:spTgt spid="37"/>
                                        </p:tgtEl>
                                        <p:attrNameLst>
                                          <p:attrName>style.visibility</p:attrName>
                                        </p:attrNameLst>
                                      </p:cBhvr>
                                      <p:to>
                                        <p:strVal val="visible"/>
                                      </p:to>
                                    </p:set>
                                    <p:anim calcmode="lin" valueType="num">
                                      <p:cBhvr additive="base">
                                        <p:cTn id="16" dur="500"/>
                                        <p:tgtEl>
                                          <p:spTgt spid="37"/>
                                        </p:tgtEl>
                                        <p:attrNameLst>
                                          <p:attrName>ppt_y</p:attrName>
                                        </p:attrNameLst>
                                      </p:cBhvr>
                                      <p:tavLst>
                                        <p:tav tm="0">
                                          <p:val>
                                            <p:strVal val="#ppt_y+#ppt_h*1.125000"/>
                                          </p:val>
                                        </p:tav>
                                        <p:tav tm="100000">
                                          <p:val>
                                            <p:strVal val="#ppt_y"/>
                                          </p:val>
                                        </p:tav>
                                      </p:tavLst>
                                    </p:anim>
                                    <p:animEffect transition="in" filter="wipe(up)">
                                      <p:cBhvr>
                                        <p:cTn id="17" dur="500"/>
                                        <p:tgtEl>
                                          <p:spTgt spid="37"/>
                                        </p:tgtEl>
                                      </p:cBhvr>
                                    </p:animEffect>
                                  </p:childTnLst>
                                </p:cTn>
                              </p:par>
                            </p:childTnLst>
                          </p:cTn>
                        </p:par>
                        <p:par>
                          <p:cTn id="18" fill="hold">
                            <p:stCondLst>
                              <p:cond delay="1500"/>
                            </p:stCondLst>
                            <p:childTnLst>
                              <p:par>
                                <p:cTn id="19" presetID="14" presetClass="entr" presetSubtype="10" fill="hold" grpId="0" nodeType="after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randombar(horizontal)">
                                      <p:cBhvr>
                                        <p:cTn id="21" dur="500"/>
                                        <p:tgtEl>
                                          <p:spTgt spid="33"/>
                                        </p:tgtEl>
                                      </p:cBhvr>
                                    </p:animEffect>
                                  </p:childTnLst>
                                </p:cTn>
                              </p:par>
                            </p:childTnLst>
                          </p:cTn>
                        </p:par>
                        <p:par>
                          <p:cTn id="22" fill="hold">
                            <p:stCondLst>
                              <p:cond delay="2000"/>
                            </p:stCondLst>
                            <p:childTnLst>
                              <p:par>
                                <p:cTn id="23" presetID="12" presetClass="entr" presetSubtype="4" fill="hold" grpId="0" nodeType="afterEffect">
                                  <p:stCondLst>
                                    <p:cond delay="0"/>
                                  </p:stCondLst>
                                  <p:childTnLst>
                                    <p:set>
                                      <p:cBhvr>
                                        <p:cTn id="24" dur="1" fill="hold">
                                          <p:stCondLst>
                                            <p:cond delay="0"/>
                                          </p:stCondLst>
                                        </p:cTn>
                                        <p:tgtEl>
                                          <p:spTgt spid="34"/>
                                        </p:tgtEl>
                                        <p:attrNameLst>
                                          <p:attrName>style.visibility</p:attrName>
                                        </p:attrNameLst>
                                      </p:cBhvr>
                                      <p:to>
                                        <p:strVal val="visible"/>
                                      </p:to>
                                    </p:set>
                                    <p:anim calcmode="lin" valueType="num">
                                      <p:cBhvr additive="base">
                                        <p:cTn id="25" dur="500"/>
                                        <p:tgtEl>
                                          <p:spTgt spid="34"/>
                                        </p:tgtEl>
                                        <p:attrNameLst>
                                          <p:attrName>ppt_y</p:attrName>
                                        </p:attrNameLst>
                                      </p:cBhvr>
                                      <p:tavLst>
                                        <p:tav tm="0">
                                          <p:val>
                                            <p:strVal val="#ppt_y+#ppt_h*1.125000"/>
                                          </p:val>
                                        </p:tav>
                                        <p:tav tm="100000">
                                          <p:val>
                                            <p:strVal val="#ppt_y"/>
                                          </p:val>
                                        </p:tav>
                                      </p:tavLst>
                                    </p:anim>
                                    <p:animEffect transition="in" filter="wipe(up)">
                                      <p:cBhvr>
                                        <p:cTn id="26" dur="500"/>
                                        <p:tgtEl>
                                          <p:spTgt spid="34"/>
                                        </p:tgtEl>
                                      </p:cBhvr>
                                    </p:animEffect>
                                  </p:childTnLst>
                                </p:cTn>
                              </p:par>
                            </p:childTnLst>
                          </p:cTn>
                        </p:par>
                        <p:par>
                          <p:cTn id="27" fill="hold">
                            <p:stCondLst>
                              <p:cond delay="2500"/>
                            </p:stCondLst>
                            <p:childTnLst>
                              <p:par>
                                <p:cTn id="28" presetID="12" presetClass="entr" presetSubtype="4" fill="hold" nodeType="afterEffect">
                                  <p:stCondLst>
                                    <p:cond delay="0"/>
                                  </p:stCondLst>
                                  <p:childTnLst>
                                    <p:set>
                                      <p:cBhvr>
                                        <p:cTn id="29" dur="1" fill="hold">
                                          <p:stCondLst>
                                            <p:cond delay="0"/>
                                          </p:stCondLst>
                                        </p:cTn>
                                        <p:tgtEl>
                                          <p:spTgt spid="38"/>
                                        </p:tgtEl>
                                        <p:attrNameLst>
                                          <p:attrName>style.visibility</p:attrName>
                                        </p:attrNameLst>
                                      </p:cBhvr>
                                      <p:to>
                                        <p:strVal val="visible"/>
                                      </p:to>
                                    </p:set>
                                    <p:anim calcmode="lin" valueType="num">
                                      <p:cBhvr additive="base">
                                        <p:cTn id="30" dur="500"/>
                                        <p:tgtEl>
                                          <p:spTgt spid="38"/>
                                        </p:tgtEl>
                                        <p:attrNameLst>
                                          <p:attrName>ppt_y</p:attrName>
                                        </p:attrNameLst>
                                      </p:cBhvr>
                                      <p:tavLst>
                                        <p:tav tm="0">
                                          <p:val>
                                            <p:strVal val="#ppt_y+#ppt_h*1.125000"/>
                                          </p:val>
                                        </p:tav>
                                        <p:tav tm="100000">
                                          <p:val>
                                            <p:strVal val="#ppt_y"/>
                                          </p:val>
                                        </p:tav>
                                      </p:tavLst>
                                    </p:anim>
                                    <p:animEffect transition="in" filter="wipe(up)">
                                      <p:cBhvr>
                                        <p:cTn id="31" dur="500"/>
                                        <p:tgtEl>
                                          <p:spTgt spid="38"/>
                                        </p:tgtEl>
                                      </p:cBhvr>
                                    </p:animEffect>
                                  </p:childTnLst>
                                </p:cTn>
                              </p:par>
                            </p:childTnLst>
                          </p:cTn>
                        </p:par>
                        <p:par>
                          <p:cTn id="32" fill="hold">
                            <p:stCondLst>
                              <p:cond delay="3000"/>
                            </p:stCondLst>
                            <p:childTnLst>
                              <p:par>
                                <p:cTn id="33" presetID="14" presetClass="entr" presetSubtype="10" fill="hold" grpId="0" nodeType="after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randombar(horizontal)">
                                      <p:cBhvr>
                                        <p:cTn id="35" dur="500"/>
                                        <p:tgtEl>
                                          <p:spTgt spid="35"/>
                                        </p:tgtEl>
                                      </p:cBhvr>
                                    </p:animEffect>
                                  </p:childTnLst>
                                </p:cTn>
                              </p:par>
                            </p:childTnLst>
                          </p:cTn>
                        </p:par>
                        <p:par>
                          <p:cTn id="36" fill="hold">
                            <p:stCondLst>
                              <p:cond delay="3500"/>
                            </p:stCondLst>
                            <p:childTnLst>
                              <p:par>
                                <p:cTn id="37" presetID="12" presetClass="entr" presetSubtype="4" fill="hold" grpId="0" nodeType="afterEffect">
                                  <p:stCondLst>
                                    <p:cond delay="0"/>
                                  </p:stCondLst>
                                  <p:childTnLst>
                                    <p:set>
                                      <p:cBhvr>
                                        <p:cTn id="38" dur="1" fill="hold">
                                          <p:stCondLst>
                                            <p:cond delay="0"/>
                                          </p:stCondLst>
                                        </p:cTn>
                                        <p:tgtEl>
                                          <p:spTgt spid="36"/>
                                        </p:tgtEl>
                                        <p:attrNameLst>
                                          <p:attrName>style.visibility</p:attrName>
                                        </p:attrNameLst>
                                      </p:cBhvr>
                                      <p:to>
                                        <p:strVal val="visible"/>
                                      </p:to>
                                    </p:set>
                                    <p:anim calcmode="lin" valueType="num">
                                      <p:cBhvr additive="base">
                                        <p:cTn id="39" dur="500"/>
                                        <p:tgtEl>
                                          <p:spTgt spid="36"/>
                                        </p:tgtEl>
                                        <p:attrNameLst>
                                          <p:attrName>ppt_y</p:attrName>
                                        </p:attrNameLst>
                                      </p:cBhvr>
                                      <p:tavLst>
                                        <p:tav tm="0">
                                          <p:val>
                                            <p:strVal val="#ppt_y+#ppt_h*1.125000"/>
                                          </p:val>
                                        </p:tav>
                                        <p:tav tm="100000">
                                          <p:val>
                                            <p:strVal val="#ppt_y"/>
                                          </p:val>
                                        </p:tav>
                                      </p:tavLst>
                                    </p:anim>
                                    <p:animEffect transition="in" filter="wipe(up)">
                                      <p:cBhvr>
                                        <p:cTn id="40" dur="500"/>
                                        <p:tgtEl>
                                          <p:spTgt spid="36"/>
                                        </p:tgtEl>
                                      </p:cBhvr>
                                    </p:animEffect>
                                  </p:childTnLst>
                                </p:cTn>
                              </p:par>
                            </p:childTnLst>
                          </p:cTn>
                        </p:par>
                        <p:par>
                          <p:cTn id="41" fill="hold">
                            <p:stCondLst>
                              <p:cond delay="4000"/>
                            </p:stCondLst>
                            <p:childTnLst>
                              <p:par>
                                <p:cTn id="42" presetID="12" presetClass="entr" presetSubtype="4" fill="hold" nodeType="afterEffect">
                                  <p:stCondLst>
                                    <p:cond delay="0"/>
                                  </p:stCondLst>
                                  <p:childTnLst>
                                    <p:set>
                                      <p:cBhvr>
                                        <p:cTn id="43" dur="1" fill="hold">
                                          <p:stCondLst>
                                            <p:cond delay="0"/>
                                          </p:stCondLst>
                                        </p:cTn>
                                        <p:tgtEl>
                                          <p:spTgt spid="41"/>
                                        </p:tgtEl>
                                        <p:attrNameLst>
                                          <p:attrName>style.visibility</p:attrName>
                                        </p:attrNameLst>
                                      </p:cBhvr>
                                      <p:to>
                                        <p:strVal val="visible"/>
                                      </p:to>
                                    </p:set>
                                    <p:anim calcmode="lin" valueType="num">
                                      <p:cBhvr additive="base">
                                        <p:cTn id="44" dur="500"/>
                                        <p:tgtEl>
                                          <p:spTgt spid="41"/>
                                        </p:tgtEl>
                                        <p:attrNameLst>
                                          <p:attrName>ppt_y</p:attrName>
                                        </p:attrNameLst>
                                      </p:cBhvr>
                                      <p:tavLst>
                                        <p:tav tm="0">
                                          <p:val>
                                            <p:strVal val="#ppt_y+#ppt_h*1.125000"/>
                                          </p:val>
                                        </p:tav>
                                        <p:tav tm="100000">
                                          <p:val>
                                            <p:strVal val="#ppt_y"/>
                                          </p:val>
                                        </p:tav>
                                      </p:tavLst>
                                    </p:anim>
                                    <p:animEffect transition="in" filter="wipe(up)">
                                      <p:cBhvr>
                                        <p:cTn id="45" dur="500"/>
                                        <p:tgtEl>
                                          <p:spTgt spid="41"/>
                                        </p:tgtEl>
                                      </p:cBhvr>
                                    </p:animEffect>
                                  </p:childTnLst>
                                </p:cTn>
                              </p:par>
                            </p:childTnLst>
                          </p:cTn>
                        </p:par>
                        <p:par>
                          <p:cTn id="46" fill="hold">
                            <p:stCondLst>
                              <p:cond delay="4500"/>
                            </p:stCondLst>
                            <p:childTnLst>
                              <p:par>
                                <p:cTn id="47" presetID="14" presetClass="entr" presetSubtype="10" fill="hold" grpId="0" nodeType="after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randombar(horizontal)">
                                      <p:cBhvr>
                                        <p:cTn id="49" dur="500"/>
                                        <p:tgtEl>
                                          <p:spTgt spid="39"/>
                                        </p:tgtEl>
                                      </p:cBhvr>
                                    </p:animEffect>
                                  </p:childTnLst>
                                </p:cTn>
                              </p:par>
                            </p:childTnLst>
                          </p:cTn>
                        </p:par>
                        <p:par>
                          <p:cTn id="50" fill="hold">
                            <p:stCondLst>
                              <p:cond delay="5000"/>
                            </p:stCondLst>
                            <p:childTnLst>
                              <p:par>
                                <p:cTn id="51" presetID="12" presetClass="entr" presetSubtype="4" fill="hold" grpId="0" nodeType="afterEffect">
                                  <p:stCondLst>
                                    <p:cond delay="0"/>
                                  </p:stCondLst>
                                  <p:childTnLst>
                                    <p:set>
                                      <p:cBhvr>
                                        <p:cTn id="52" dur="1" fill="hold">
                                          <p:stCondLst>
                                            <p:cond delay="0"/>
                                          </p:stCondLst>
                                        </p:cTn>
                                        <p:tgtEl>
                                          <p:spTgt spid="40"/>
                                        </p:tgtEl>
                                        <p:attrNameLst>
                                          <p:attrName>style.visibility</p:attrName>
                                        </p:attrNameLst>
                                      </p:cBhvr>
                                      <p:to>
                                        <p:strVal val="visible"/>
                                      </p:to>
                                    </p:set>
                                    <p:anim calcmode="lin" valueType="num">
                                      <p:cBhvr additive="base">
                                        <p:cTn id="53" dur="500"/>
                                        <p:tgtEl>
                                          <p:spTgt spid="40"/>
                                        </p:tgtEl>
                                        <p:attrNameLst>
                                          <p:attrName>ppt_y</p:attrName>
                                        </p:attrNameLst>
                                      </p:cBhvr>
                                      <p:tavLst>
                                        <p:tav tm="0">
                                          <p:val>
                                            <p:strVal val="#ppt_y+#ppt_h*1.125000"/>
                                          </p:val>
                                        </p:tav>
                                        <p:tav tm="100000">
                                          <p:val>
                                            <p:strVal val="#ppt_y"/>
                                          </p:val>
                                        </p:tav>
                                      </p:tavLst>
                                    </p:anim>
                                    <p:animEffect transition="in" filter="wipe(up)">
                                      <p:cBhvr>
                                        <p:cTn id="54" dur="500"/>
                                        <p:tgtEl>
                                          <p:spTgt spid="40"/>
                                        </p:tgtEl>
                                      </p:cBhvr>
                                    </p:animEffect>
                                  </p:childTnLst>
                                </p:cTn>
                              </p:par>
                            </p:childTnLst>
                          </p:cTn>
                        </p:par>
                        <p:par>
                          <p:cTn id="55" fill="hold">
                            <p:stCondLst>
                              <p:cond delay="5500"/>
                            </p:stCondLst>
                            <p:childTnLst>
                              <p:par>
                                <p:cTn id="56" presetID="2" presetClass="entr" presetSubtype="8" fill="hold" nodeType="afterEffect">
                                  <p:stCondLst>
                                    <p:cond delay="0"/>
                                  </p:stCondLst>
                                  <p:childTnLst>
                                    <p:set>
                                      <p:cBhvr>
                                        <p:cTn id="57" dur="1" fill="hold">
                                          <p:stCondLst>
                                            <p:cond delay="0"/>
                                          </p:stCondLst>
                                        </p:cTn>
                                        <p:tgtEl>
                                          <p:spTgt spid="2"/>
                                        </p:tgtEl>
                                        <p:attrNameLst>
                                          <p:attrName>style.visibility</p:attrName>
                                        </p:attrNameLst>
                                      </p:cBhvr>
                                      <p:to>
                                        <p:strVal val="visible"/>
                                      </p:to>
                                    </p:set>
                                    <p:anim calcmode="lin" valueType="num">
                                      <p:cBhvr additive="base">
                                        <p:cTn id="58" dur="500" fill="hold"/>
                                        <p:tgtEl>
                                          <p:spTgt spid="2"/>
                                        </p:tgtEl>
                                        <p:attrNameLst>
                                          <p:attrName>ppt_x</p:attrName>
                                        </p:attrNameLst>
                                      </p:cBhvr>
                                      <p:tavLst>
                                        <p:tav tm="0">
                                          <p:val>
                                            <p:strVal val="0-#ppt_w/2"/>
                                          </p:val>
                                        </p:tav>
                                        <p:tav tm="100000">
                                          <p:val>
                                            <p:strVal val="#ppt_x"/>
                                          </p:val>
                                        </p:tav>
                                      </p:tavLst>
                                    </p:anim>
                                    <p:anim calcmode="lin" valueType="num">
                                      <p:cBhvr additive="base">
                                        <p:cTn id="59"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P spid="33" grpId="0"/>
      <p:bldP spid="34" grpId="0"/>
      <p:bldP spid="35" grpId="0"/>
      <p:bldP spid="36" grpId="0"/>
      <p:bldP spid="39" grpId="0"/>
      <p:bldP spid="40" grpId="0"/>
    </p:bldLst>
  </p:timing>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6" name="任意多边形: 形状 15"/>
          <p:cNvSpPr/>
          <p:nvPr>
            <p:custDataLst>
              <p:tags r:id="rId2"/>
            </p:custDataLst>
          </p:nvPr>
        </p:nvSpPr>
        <p:spPr>
          <a:xfrm>
            <a:off x="480350" y="516658"/>
            <a:ext cx="8183302" cy="4110185"/>
          </a:xfrm>
          <a:custGeom>
            <a:avLst/>
            <a:gdLst>
              <a:gd name="connsiteX0" fmla="*/ 0 w 11157995"/>
              <a:gd name="connsiteY0" fmla="*/ 0 h 5480246"/>
              <a:gd name="connsiteX1" fmla="*/ 11157995 w 11157995"/>
              <a:gd name="connsiteY1" fmla="*/ 0 h 5480246"/>
              <a:gd name="connsiteX2" fmla="*/ 11157995 w 11157995"/>
              <a:gd name="connsiteY2" fmla="*/ 109647 h 5480246"/>
              <a:gd name="connsiteX3" fmla="*/ 112853 w 11157995"/>
              <a:gd name="connsiteY3" fmla="*/ 109647 h 5480246"/>
              <a:gd name="connsiteX4" fmla="*/ 112853 w 11157995"/>
              <a:gd name="connsiteY4" fmla="*/ 5370598 h 5480246"/>
              <a:gd name="connsiteX5" fmla="*/ 11157995 w 11157995"/>
              <a:gd name="connsiteY5" fmla="*/ 5370598 h 5480246"/>
              <a:gd name="connsiteX6" fmla="*/ 11157995 w 11157995"/>
              <a:gd name="connsiteY6" fmla="*/ 5480246 h 5480246"/>
              <a:gd name="connsiteX7" fmla="*/ 0 w 11157995"/>
              <a:gd name="connsiteY7" fmla="*/ 5480246 h 5480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57995" h="5480246">
                <a:moveTo>
                  <a:pt x="0" y="0"/>
                </a:moveTo>
                <a:lnTo>
                  <a:pt x="11157995" y="0"/>
                </a:lnTo>
                <a:lnTo>
                  <a:pt x="11157995" y="109647"/>
                </a:lnTo>
                <a:lnTo>
                  <a:pt x="112853" y="109647"/>
                </a:lnTo>
                <a:lnTo>
                  <a:pt x="112853" y="5370598"/>
                </a:lnTo>
                <a:lnTo>
                  <a:pt x="11157995" y="5370598"/>
                </a:lnTo>
                <a:lnTo>
                  <a:pt x="11157995" y="5480246"/>
                </a:lnTo>
                <a:lnTo>
                  <a:pt x="0" y="5480246"/>
                </a:lnTo>
                <a:close/>
              </a:path>
            </a:pathLst>
          </a:custGeom>
          <a:solidFill>
            <a:srgbClr val="EFE0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4" name="矩形 13"/>
          <p:cNvSpPr/>
          <p:nvPr>
            <p:custDataLst>
              <p:tags r:id="rId3"/>
            </p:custDataLst>
          </p:nvPr>
        </p:nvSpPr>
        <p:spPr>
          <a:xfrm>
            <a:off x="4640001" y="0"/>
            <a:ext cx="4023650" cy="5143500"/>
          </a:xfrm>
          <a:prstGeom prst="rect">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pic>
        <p:nvPicPr>
          <p:cNvPr id="5" name="图片 4"/>
          <p:cNvPicPr>
            <a:picLocks noChangeAspect="1"/>
          </p:cNvPicPr>
          <p:nvPr>
            <p:custDataLst>
              <p:tags r:id="rId4"/>
            </p:custDataLst>
          </p:nvPr>
        </p:nvPicPr>
        <p:blipFill rotWithShape="1">
          <a:blip r:embed="rId15"/>
          <a:srcRect l="448" r="1615"/>
          <a:stretch>
            <a:fillRect/>
          </a:stretch>
        </p:blipFill>
        <p:spPr>
          <a:xfrm>
            <a:off x="829315" y="1273604"/>
            <a:ext cx="3461722" cy="2596292"/>
          </a:xfrm>
          <a:prstGeom prst="rect">
            <a:avLst/>
          </a:prstGeom>
        </p:spPr>
      </p:pic>
      <p:sp>
        <p:nvSpPr>
          <p:cNvPr id="6" name="矩形 5"/>
          <p:cNvSpPr/>
          <p:nvPr>
            <p:custDataLst>
              <p:tags r:id="rId5"/>
            </p:custDataLst>
          </p:nvPr>
        </p:nvSpPr>
        <p:spPr>
          <a:xfrm>
            <a:off x="4930108" y="421580"/>
            <a:ext cx="3443436" cy="535656"/>
          </a:xfrm>
          <a:prstGeom prst="rect">
            <a:avLst/>
          </a:prstGeom>
        </p:spPr>
        <p:txBody>
          <a:bodyPr wrap="square" anchor="b">
            <a:normAutofit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0000"/>
              </a:lnSpc>
              <a:spcBef>
                <a:spcPts val="0"/>
              </a:spcBef>
              <a:spcAft>
                <a:spcPts val="0"/>
              </a:spcAft>
              <a:buSzPct val="100000"/>
              <a:buNone/>
            </a:pPr>
            <a:r>
              <a:rPr lang="zh-CN" altLang="en-US" sz="2700" b="1" spc="30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Metro 风格应用</a:t>
            </a:r>
          </a:p>
        </p:txBody>
      </p:sp>
      <p:sp>
        <p:nvSpPr>
          <p:cNvPr id="7" name="矩形 6"/>
          <p:cNvSpPr/>
          <p:nvPr>
            <p:custDataLst>
              <p:tags r:id="rId6"/>
            </p:custDataLst>
          </p:nvPr>
        </p:nvSpPr>
        <p:spPr>
          <a:xfrm>
            <a:off x="4930108" y="1003208"/>
            <a:ext cx="3443436" cy="414121"/>
          </a:xfrm>
          <a:prstGeom prst="rect">
            <a:avLst/>
          </a:prstGeom>
        </p:spPr>
        <p:txBody>
          <a:bodyPr wrap="squar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500" spc="300">
                <a:solidFill>
                  <a:srgbClr val="FFFFFF"/>
                </a:solidFill>
                <a:latin typeface="微软雅黑" panose="020B0503020204020204" pitchFamily="34" charset="-122"/>
                <a:ea typeface="微软雅黑" panose="020B0503020204020204" pitchFamily="34" charset="-122"/>
                <a:sym typeface="Arial" panose="020B0604020202020204" pitchFamily="34" charset="0"/>
              </a:rPr>
              <a:t>添加副标题</a:t>
            </a:r>
          </a:p>
        </p:txBody>
      </p:sp>
      <p:sp>
        <p:nvSpPr>
          <p:cNvPr id="8" name="矩形 7"/>
          <p:cNvSpPr/>
          <p:nvPr>
            <p:custDataLst>
              <p:tags r:id="rId7"/>
            </p:custDataLst>
          </p:nvPr>
        </p:nvSpPr>
        <p:spPr>
          <a:xfrm>
            <a:off x="4930109" y="1453158"/>
            <a:ext cx="3443435" cy="3286125"/>
          </a:xfrm>
          <a:prstGeom prst="rect">
            <a:avLst/>
          </a:prstGeom>
        </p:spPr>
        <p:txBody>
          <a:bodyPr>
            <a:normAutofit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285750" algn="just" fontAlgn="ctr">
              <a:lnSpc>
                <a:spcPct val="130000"/>
              </a:lnSpc>
              <a:spcBef>
                <a:spcPts val="1000"/>
              </a:spcBef>
              <a:spcAft>
                <a:spcPts val="0"/>
              </a:spcAft>
              <a:buSzPct val="100000"/>
              <a:buFont typeface="Wingdings" panose="05000000000000000000" charset="0"/>
              <a:buNone/>
            </a:pPr>
            <a:r>
              <a:rPr lang="zh-CN" altLang="en-US" sz="1200" kern="0">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rPr>
              <a:t>Metro 风格应用，也称通用Windows 平台应用，是为Windows Phone 和Windows 8及其之后的操作系统推出的应用类型，是一种通过Windows 应用商店向Windows 操作系统分发的移动应用程序，它们在设计、开发、分发以及内容上不同于传统桌面应用程序。</a:t>
            </a:r>
          </a:p>
          <a:p>
            <a:pPr marL="0" lvl="0" indent="-285750" algn="just" fontAlgn="ctr">
              <a:lnSpc>
                <a:spcPct val="130000"/>
              </a:lnSpc>
              <a:spcBef>
                <a:spcPts val="1000"/>
              </a:spcBef>
              <a:spcAft>
                <a:spcPts val="0"/>
              </a:spcAft>
              <a:buSzPct val="100000"/>
              <a:buFont typeface="Wingdings" panose="05000000000000000000" charset="0"/>
              <a:buNone/>
            </a:pPr>
            <a:r>
              <a:rPr lang="zh-CN" altLang="en-US" sz="1200" kern="0">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rPr>
              <a:t>Metro 风格应用从开始菜单进入，在“开始”菜单上的表示形式称为磁贴，每个通用Windows 平台应用都有一个磁贴。用户可以启用不同的磁贴大小（小、中等、宽形和大）。一些应用可以使用磁贴通知更新磁贴，以向用户传达新信息，如头条新闻或最近未读邮件的主题。如图2-46 所示，开始菜单右侧即各种应用的磁贴。</a:t>
            </a:r>
          </a:p>
        </p:txBody>
      </p:sp>
      <p:sp>
        <p:nvSpPr>
          <p:cNvPr id="18" name="矩形 17"/>
          <p:cNvSpPr/>
          <p:nvPr>
            <p:custDataLst>
              <p:tags r:id="rId8"/>
            </p:custDataLst>
          </p:nvPr>
        </p:nvSpPr>
        <p:spPr>
          <a:xfrm>
            <a:off x="4113354" y="4122929"/>
            <a:ext cx="177683" cy="177683"/>
          </a:xfrm>
          <a:prstGeom prst="rect">
            <a:avLst/>
          </a:prstGeom>
          <a:solidFill>
            <a:srgbClr val="CEA2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0" name="矩形 9"/>
          <p:cNvSpPr/>
          <p:nvPr>
            <p:custDataLst>
              <p:tags r:id="rId9"/>
            </p:custDataLst>
          </p:nvPr>
        </p:nvSpPr>
        <p:spPr>
          <a:xfrm>
            <a:off x="3875987" y="4171336"/>
            <a:ext cx="129276" cy="129276"/>
          </a:xfrm>
          <a:prstGeom prst="rect">
            <a:avLst/>
          </a:prstGeom>
          <a:solidFill>
            <a:srgbClr val="CEA2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1" name="矩形 10"/>
          <p:cNvSpPr/>
          <p:nvPr>
            <p:custDataLst>
              <p:tags r:id="rId10"/>
            </p:custDataLst>
          </p:nvPr>
        </p:nvSpPr>
        <p:spPr>
          <a:xfrm>
            <a:off x="3681227" y="4209336"/>
            <a:ext cx="91276" cy="91276"/>
          </a:xfrm>
          <a:prstGeom prst="rect">
            <a:avLst/>
          </a:prstGeom>
          <a:solidFill>
            <a:srgbClr val="CEA2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9" name="矩形 18"/>
          <p:cNvSpPr/>
          <p:nvPr>
            <p:custDataLst>
              <p:tags r:id="rId11"/>
            </p:custDataLst>
          </p:nvPr>
        </p:nvSpPr>
        <p:spPr>
          <a:xfrm flipH="1">
            <a:off x="842939" y="825526"/>
            <a:ext cx="177683" cy="177683"/>
          </a:xfrm>
          <a:prstGeom prst="rect">
            <a:avLst/>
          </a:prstGeom>
          <a:solidFill>
            <a:srgbClr val="CEA2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0" name="矩形 19"/>
          <p:cNvSpPr/>
          <p:nvPr>
            <p:custDataLst>
              <p:tags r:id="rId12"/>
            </p:custDataLst>
          </p:nvPr>
        </p:nvSpPr>
        <p:spPr>
          <a:xfrm flipH="1">
            <a:off x="1128713" y="873932"/>
            <a:ext cx="129276" cy="129276"/>
          </a:xfrm>
          <a:prstGeom prst="rect">
            <a:avLst/>
          </a:prstGeom>
          <a:solidFill>
            <a:srgbClr val="CEA2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1" name="矩形 20"/>
          <p:cNvSpPr/>
          <p:nvPr>
            <p:custDataLst>
              <p:tags r:id="rId13"/>
            </p:custDataLst>
          </p:nvPr>
        </p:nvSpPr>
        <p:spPr>
          <a:xfrm flipH="1">
            <a:off x="1361473" y="911933"/>
            <a:ext cx="91276" cy="91276"/>
          </a:xfrm>
          <a:prstGeom prst="rect">
            <a:avLst/>
          </a:prstGeom>
          <a:solidFill>
            <a:srgbClr val="CEA2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Tree>
    <p:custDataLst>
      <p:tags r:id="rId1"/>
    </p:custData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51"/>
          <p:cNvSpPr txBox="1"/>
          <p:nvPr>
            <p:custDataLst>
              <p:tags r:id="rId2"/>
            </p:custDataLst>
          </p:nvPr>
        </p:nvSpPr>
        <p:spPr>
          <a:xfrm>
            <a:off x="367583" y="407163"/>
            <a:ext cx="5656473" cy="484748"/>
          </a:xfrm>
          <a:prstGeom prst="rect">
            <a:avLst/>
          </a:prstGeom>
          <a:noFill/>
        </p:spPr>
        <p:txBody>
          <a:bodyPr wrap="square" tIns="35100" bIns="35100" rtlCol="0" anchor="ctr" anchorCtr="0">
            <a:normAutofit/>
          </a:bodyPr>
          <a:lstStyle/>
          <a:p>
            <a:pPr lvl="0" defTabSz="904240">
              <a:lnSpc>
                <a:spcPct val="120000"/>
              </a:lnSpc>
              <a:spcBef>
                <a:spcPts val="150"/>
              </a:spcBef>
              <a:spcAft>
                <a:spcPts val="150"/>
              </a:spcAft>
              <a:defRPr/>
            </a:pPr>
            <a:r>
              <a:rPr lang="zh-CN" altLang="en-US" b="1" spc="300">
                <a:solidFill>
                  <a:sysClr val="windowText" lastClr="000000">
                    <a:lumMod val="85000"/>
                    <a:lumOff val="15000"/>
                  </a:sysClr>
                </a:solidFill>
                <a:latin typeface="Arial" panose="020B0604020202020204" pitchFamily="34" charset="0"/>
                <a:ea typeface="微软雅黑" panose="020B0503020204020204" pitchFamily="34" charset="-122"/>
              </a:rPr>
              <a:t>使用人脉应用</a:t>
            </a:r>
          </a:p>
        </p:txBody>
      </p:sp>
      <p:sp>
        <p:nvSpPr>
          <p:cNvPr id="14" name="Rectangle 58"/>
          <p:cNvSpPr/>
          <p:nvPr>
            <p:custDataLst>
              <p:tags r:id="rId3"/>
            </p:custDataLst>
          </p:nvPr>
        </p:nvSpPr>
        <p:spPr>
          <a:xfrm>
            <a:off x="360045" y="918845"/>
            <a:ext cx="8279765" cy="650240"/>
          </a:xfrm>
          <a:prstGeom prst="rect">
            <a:avLst/>
          </a:prstGeom>
        </p:spPr>
        <p:txBody>
          <a:bodyPr wrap="square" tIns="35100" bIns="35100">
            <a:spAutoFit/>
          </a:bodyPr>
          <a:lstStyle/>
          <a:p>
            <a:pPr lvl="0" defTabSz="904240">
              <a:lnSpc>
                <a:spcPct val="120000"/>
              </a:lnSpc>
              <a:defRPr/>
            </a:pPr>
            <a:r>
              <a:rPr lang="zh-CN" altLang="en-US" sz="1050" spc="150">
                <a:solidFill>
                  <a:sysClr val="window" lastClr="FFFFFF">
                    <a:lumMod val="50000"/>
                  </a:sysClr>
                </a:solidFill>
                <a:latin typeface="Arial" panose="020B0604020202020204" pitchFamily="34" charset="0"/>
                <a:ea typeface="微软雅黑" panose="020B0503020204020204" pitchFamily="34" charset="-122"/>
              </a:rPr>
              <a:t>通过单个应用即可实现以下所有功能：添加联系人以及在Skype 上与好友和家人保持联系；“人脉”“邮件”和“日历”应用密切协作；在通过“邮件”应用向联系人发送电子邮件时，该应用会从“人脉”应用（联系人信息的存储位置）中选取此联系人的电子邮件地址。</a:t>
            </a:r>
          </a:p>
        </p:txBody>
      </p:sp>
      <p:sp>
        <p:nvSpPr>
          <p:cNvPr id="15" name="矩形 14"/>
          <p:cNvSpPr/>
          <p:nvPr>
            <p:custDataLst>
              <p:tags r:id="rId4"/>
            </p:custDataLst>
          </p:nvPr>
        </p:nvSpPr>
        <p:spPr>
          <a:xfrm>
            <a:off x="0" y="403107"/>
            <a:ext cx="66101" cy="727113"/>
          </a:xfrm>
          <a:prstGeom prst="rect">
            <a:avLst/>
          </a:prstGeom>
          <a:solidFill>
            <a:sysClr val="window" lastClr="FFFFFF">
              <a:lumMod val="85000"/>
            </a:sysClr>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defRPr/>
            </a:pPr>
            <a:endParaRPr kumimoji="0" lang="zh-CN" altLang="en-US" sz="1350" b="0" i="0" u="none" strike="noStrike" kern="1200" cap="none" spc="0" normalizeH="0" noProof="0">
              <a:ln>
                <a:noFill/>
              </a:ln>
              <a:solidFill>
                <a:prstClr val="white"/>
              </a:solidFill>
              <a:effectLst/>
              <a:uLnTx/>
              <a:uFillTx/>
              <a:latin typeface="Arial" panose="020B0604020202020204" pitchFamily="34" charset="0"/>
              <a:ea typeface="微软雅黑" panose="020B0503020204020204" pitchFamily="34" charset="-122"/>
              <a:cs typeface="+mn-ea"/>
            </a:endParaRPr>
          </a:p>
        </p:txBody>
      </p:sp>
      <p:sp>
        <p:nvSpPr>
          <p:cNvPr id="4" name="矩形 3"/>
          <p:cNvSpPr/>
          <p:nvPr>
            <p:custDataLst>
              <p:tags r:id="rId5"/>
            </p:custDataLst>
          </p:nvPr>
        </p:nvSpPr>
        <p:spPr>
          <a:xfrm>
            <a:off x="960755" y="1783080"/>
            <a:ext cx="1970405" cy="577215"/>
          </a:xfrm>
          <a:prstGeom prst="rect">
            <a:avLst/>
          </a:prstGeom>
          <a:solidFill>
            <a:srgbClr val="4472C4">
              <a:lumMod val="75000"/>
            </a:srgbClr>
          </a:solidFill>
          <a:ln>
            <a:noFill/>
          </a:ln>
        </p:spPr>
        <p:style>
          <a:lnRef idx="2">
            <a:srgbClr val="4472C4">
              <a:shade val="50000"/>
            </a:srgbClr>
          </a:lnRef>
          <a:fillRef idx="1">
            <a:srgbClr val="4472C4"/>
          </a:fillRef>
          <a:effectRef idx="0">
            <a:srgbClr val="4472C4"/>
          </a:effectRef>
          <a:fontRef idx="minor">
            <a:sysClr val="window" lastClr="FFFFFF"/>
          </a:fontRef>
        </p:style>
        <p:txBody>
          <a:bodyPr tIns="35100" bIns="35100" rtlCol="0" anchor="ctr">
            <a:normAutofit/>
          </a:bodyPr>
          <a:lstStyle/>
          <a:p>
            <a:pPr algn="ctr">
              <a:lnSpc>
                <a:spcPct val="120000"/>
              </a:lnSpc>
            </a:pPr>
            <a:r>
              <a:rPr lang="en-US" altLang="zh-CN" dirty="0">
                <a:solidFill>
                  <a:sysClr val="window" lastClr="FFFFFF"/>
                </a:solidFill>
                <a:latin typeface="Arial" panose="020B0604020202020204" pitchFamily="34" charset="0"/>
                <a:ea typeface="微软雅黑" panose="020B0503020204020204" pitchFamily="34" charset="-122"/>
                <a:cs typeface="Arial" panose="020B0604020202020204" pitchFamily="34" charset="0"/>
              </a:rPr>
              <a:t>STEP1</a:t>
            </a:r>
            <a:endParaRPr lang="zh-CN" altLang="en-US" dirty="0">
              <a:solidFill>
                <a:sysClr val="window" lastClr="FFFFFF"/>
              </a:solidFill>
              <a:latin typeface="Arial" panose="020B0604020202020204" pitchFamily="34" charset="0"/>
              <a:ea typeface="微软雅黑" panose="020B0503020204020204" pitchFamily="34" charset="-122"/>
              <a:cs typeface="Arial" panose="020B0604020202020204" pitchFamily="34" charset="0"/>
            </a:endParaRPr>
          </a:p>
        </p:txBody>
      </p:sp>
      <p:sp>
        <p:nvSpPr>
          <p:cNvPr id="5" name="矩形 4"/>
          <p:cNvSpPr/>
          <p:nvPr>
            <p:custDataLst>
              <p:tags r:id="rId6"/>
            </p:custDataLst>
          </p:nvPr>
        </p:nvSpPr>
        <p:spPr>
          <a:xfrm>
            <a:off x="960755" y="2609850"/>
            <a:ext cx="1970405" cy="577215"/>
          </a:xfrm>
          <a:prstGeom prst="rect">
            <a:avLst/>
          </a:prstGeom>
          <a:solidFill>
            <a:srgbClr val="4472C4">
              <a:lumMod val="75000"/>
            </a:srgbClr>
          </a:solidFill>
          <a:ln>
            <a:noFill/>
          </a:ln>
        </p:spPr>
        <p:style>
          <a:lnRef idx="2">
            <a:srgbClr val="4472C4">
              <a:shade val="50000"/>
            </a:srgbClr>
          </a:lnRef>
          <a:fillRef idx="1">
            <a:srgbClr val="4472C4"/>
          </a:fillRef>
          <a:effectRef idx="0">
            <a:srgbClr val="4472C4"/>
          </a:effectRef>
          <a:fontRef idx="minor">
            <a:sysClr val="window" lastClr="FFFFFF"/>
          </a:fontRef>
        </p:style>
        <p:txBody>
          <a:bodyPr tIns="35100" bIns="35100" rtlCol="0" anchor="ctr">
            <a:normAutofit/>
          </a:bodyPr>
          <a:lstStyle/>
          <a:p>
            <a:pPr algn="ctr">
              <a:lnSpc>
                <a:spcPct val="120000"/>
              </a:lnSpc>
            </a:pPr>
            <a:r>
              <a:rPr lang="en-US" altLang="zh-CN" dirty="0">
                <a:solidFill>
                  <a:sysClr val="window" lastClr="FFFFFF"/>
                </a:solidFill>
                <a:latin typeface="Arial" panose="020B0604020202020204" pitchFamily="34" charset="0"/>
                <a:ea typeface="微软雅黑" panose="020B0503020204020204" pitchFamily="34" charset="-122"/>
                <a:cs typeface="Arial" panose="020B0604020202020204" pitchFamily="34" charset="0"/>
              </a:rPr>
              <a:t>STEP2</a:t>
            </a:r>
            <a:endParaRPr lang="zh-CN" altLang="en-US" dirty="0">
              <a:solidFill>
                <a:sysClr val="window" lastClr="FFFFFF"/>
              </a:solidFill>
              <a:latin typeface="Arial" panose="020B0604020202020204" pitchFamily="34" charset="0"/>
              <a:ea typeface="微软雅黑" panose="020B0503020204020204" pitchFamily="34" charset="-122"/>
              <a:cs typeface="Arial" panose="020B0604020202020204" pitchFamily="34" charset="0"/>
            </a:endParaRPr>
          </a:p>
        </p:txBody>
      </p:sp>
      <p:sp>
        <p:nvSpPr>
          <p:cNvPr id="7" name="矩形 6"/>
          <p:cNvSpPr/>
          <p:nvPr>
            <p:custDataLst>
              <p:tags r:id="rId7"/>
            </p:custDataLst>
          </p:nvPr>
        </p:nvSpPr>
        <p:spPr>
          <a:xfrm>
            <a:off x="960755" y="3436620"/>
            <a:ext cx="1970405" cy="577215"/>
          </a:xfrm>
          <a:prstGeom prst="rect">
            <a:avLst/>
          </a:prstGeom>
          <a:solidFill>
            <a:srgbClr val="4472C4">
              <a:lumMod val="75000"/>
            </a:srgbClr>
          </a:solidFill>
          <a:ln>
            <a:noFill/>
          </a:ln>
        </p:spPr>
        <p:style>
          <a:lnRef idx="2">
            <a:srgbClr val="4472C4">
              <a:shade val="50000"/>
            </a:srgbClr>
          </a:lnRef>
          <a:fillRef idx="1">
            <a:srgbClr val="4472C4"/>
          </a:fillRef>
          <a:effectRef idx="0">
            <a:srgbClr val="4472C4"/>
          </a:effectRef>
          <a:fontRef idx="minor">
            <a:sysClr val="window" lastClr="FFFFFF"/>
          </a:fontRef>
        </p:style>
        <p:txBody>
          <a:bodyPr tIns="35100" bIns="35100" rtlCol="0" anchor="ctr">
            <a:normAutofit/>
          </a:bodyPr>
          <a:lstStyle/>
          <a:p>
            <a:pPr algn="ctr">
              <a:lnSpc>
                <a:spcPct val="120000"/>
              </a:lnSpc>
            </a:pPr>
            <a:r>
              <a:rPr lang="en-US" altLang="zh-CN" dirty="0">
                <a:solidFill>
                  <a:sysClr val="window" lastClr="FFFFFF"/>
                </a:solidFill>
                <a:latin typeface="Arial" panose="020B0604020202020204" pitchFamily="34" charset="0"/>
                <a:ea typeface="微软雅黑" panose="020B0503020204020204" pitchFamily="34" charset="-122"/>
                <a:cs typeface="Arial" panose="020B0604020202020204" pitchFamily="34" charset="0"/>
              </a:rPr>
              <a:t>STEP3</a:t>
            </a:r>
            <a:endParaRPr lang="zh-CN" altLang="en-US" dirty="0">
              <a:solidFill>
                <a:sysClr val="window" lastClr="FFFFFF"/>
              </a:solidFill>
              <a:latin typeface="Arial" panose="020B0604020202020204" pitchFamily="34" charset="0"/>
              <a:ea typeface="微软雅黑" panose="020B0503020204020204" pitchFamily="34" charset="-122"/>
              <a:cs typeface="Arial" panose="020B0604020202020204" pitchFamily="34" charset="0"/>
            </a:endParaRPr>
          </a:p>
        </p:txBody>
      </p:sp>
      <p:sp>
        <p:nvSpPr>
          <p:cNvPr id="9" name="矩形 8"/>
          <p:cNvSpPr/>
          <p:nvPr>
            <p:custDataLst>
              <p:tags r:id="rId8"/>
            </p:custDataLst>
          </p:nvPr>
        </p:nvSpPr>
        <p:spPr>
          <a:xfrm>
            <a:off x="960755" y="4227830"/>
            <a:ext cx="1970405" cy="577215"/>
          </a:xfrm>
          <a:prstGeom prst="rect">
            <a:avLst/>
          </a:prstGeom>
          <a:solidFill>
            <a:srgbClr val="4472C4">
              <a:lumMod val="75000"/>
            </a:srgbClr>
          </a:solidFill>
          <a:ln>
            <a:noFill/>
          </a:ln>
        </p:spPr>
        <p:style>
          <a:lnRef idx="2">
            <a:srgbClr val="4472C4">
              <a:shade val="50000"/>
            </a:srgbClr>
          </a:lnRef>
          <a:fillRef idx="1">
            <a:srgbClr val="4472C4"/>
          </a:fillRef>
          <a:effectRef idx="0">
            <a:srgbClr val="4472C4"/>
          </a:effectRef>
          <a:fontRef idx="minor">
            <a:sysClr val="window" lastClr="FFFFFF"/>
          </a:fontRef>
        </p:style>
        <p:txBody>
          <a:bodyPr tIns="35100" bIns="35100" rtlCol="0" anchor="ctr">
            <a:normAutofit/>
          </a:bodyPr>
          <a:lstStyle/>
          <a:p>
            <a:pPr algn="ctr">
              <a:lnSpc>
                <a:spcPct val="120000"/>
              </a:lnSpc>
            </a:pPr>
            <a:r>
              <a:rPr lang="en-US" altLang="zh-CN" dirty="0">
                <a:solidFill>
                  <a:sysClr val="window" lastClr="FFFFFF"/>
                </a:solidFill>
                <a:latin typeface="Arial" panose="020B0604020202020204" pitchFamily="34" charset="0"/>
                <a:ea typeface="微软雅黑" panose="020B0503020204020204" pitchFamily="34" charset="-122"/>
                <a:cs typeface="Arial" panose="020B0604020202020204" pitchFamily="34" charset="0"/>
              </a:rPr>
              <a:t>STEP4</a:t>
            </a:r>
            <a:endParaRPr lang="zh-CN" altLang="en-US" dirty="0">
              <a:solidFill>
                <a:sysClr val="window" lastClr="FFFFFF"/>
              </a:solidFill>
              <a:latin typeface="Arial" panose="020B0604020202020204" pitchFamily="34" charset="0"/>
              <a:ea typeface="微软雅黑" panose="020B0503020204020204" pitchFamily="34" charset="-122"/>
              <a:cs typeface="Arial" panose="020B0604020202020204" pitchFamily="34" charset="0"/>
            </a:endParaRPr>
          </a:p>
        </p:txBody>
      </p:sp>
      <p:sp>
        <p:nvSpPr>
          <p:cNvPr id="10" name="等腰三角形 9"/>
          <p:cNvSpPr/>
          <p:nvPr>
            <p:custDataLst>
              <p:tags r:id="rId9"/>
            </p:custDataLst>
          </p:nvPr>
        </p:nvSpPr>
        <p:spPr>
          <a:xfrm rot="10800000">
            <a:off x="1039495" y="4013835"/>
            <a:ext cx="478155" cy="285115"/>
          </a:xfrm>
          <a:prstGeom prst="triangle">
            <a:avLst/>
          </a:prstGeom>
          <a:solidFill>
            <a:srgbClr val="4472C4">
              <a:lumMod val="60000"/>
              <a:lumOff val="40000"/>
            </a:srgbClr>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pitchFamily="34" charset="-122"/>
            </a:endParaRPr>
          </a:p>
        </p:txBody>
      </p:sp>
      <p:sp>
        <p:nvSpPr>
          <p:cNvPr id="18" name="等腰三角形 17"/>
          <p:cNvSpPr/>
          <p:nvPr>
            <p:custDataLst>
              <p:tags r:id="rId10"/>
            </p:custDataLst>
          </p:nvPr>
        </p:nvSpPr>
        <p:spPr>
          <a:xfrm rot="10800000">
            <a:off x="1039495" y="3182620"/>
            <a:ext cx="478155" cy="285115"/>
          </a:xfrm>
          <a:prstGeom prst="triangle">
            <a:avLst/>
          </a:prstGeom>
          <a:solidFill>
            <a:srgbClr val="4472C4">
              <a:lumMod val="60000"/>
              <a:lumOff val="40000"/>
            </a:srgbClr>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pitchFamily="34" charset="-122"/>
            </a:endParaRPr>
          </a:p>
        </p:txBody>
      </p:sp>
      <p:sp>
        <p:nvSpPr>
          <p:cNvPr id="19" name="等腰三角形 18"/>
          <p:cNvSpPr/>
          <p:nvPr>
            <p:custDataLst>
              <p:tags r:id="rId11"/>
            </p:custDataLst>
          </p:nvPr>
        </p:nvSpPr>
        <p:spPr>
          <a:xfrm rot="10800000">
            <a:off x="1039495" y="2360295"/>
            <a:ext cx="478155" cy="285115"/>
          </a:xfrm>
          <a:prstGeom prst="triangle">
            <a:avLst/>
          </a:prstGeom>
          <a:solidFill>
            <a:srgbClr val="4472C4">
              <a:lumMod val="60000"/>
              <a:lumOff val="40000"/>
            </a:srgbClr>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pitchFamily="34" charset="-122"/>
            </a:endParaRPr>
          </a:p>
        </p:txBody>
      </p:sp>
      <p:sp>
        <p:nvSpPr>
          <p:cNvPr id="20" name="矩形 19"/>
          <p:cNvSpPr/>
          <p:nvPr>
            <p:custDataLst>
              <p:tags r:id="rId12"/>
            </p:custDataLst>
          </p:nvPr>
        </p:nvSpPr>
        <p:spPr>
          <a:xfrm>
            <a:off x="3145790" y="1939608"/>
            <a:ext cx="5142865" cy="262890"/>
          </a:xfrm>
          <a:prstGeom prst="rect">
            <a:avLst/>
          </a:prstGeom>
        </p:spPr>
        <p:txBody>
          <a:bodyPr wrap="square" tIns="35100" bIns="35100" anchor="ctr" anchorCtr="0">
            <a:spAutoFit/>
          </a:bodyPr>
          <a:lstStyle/>
          <a:p>
            <a:pPr marL="0" lvl="0" indent="0" algn="l">
              <a:lnSpc>
                <a:spcPct val="120000"/>
              </a:lnSpc>
              <a:spcBef>
                <a:spcPts val="0"/>
              </a:spcBef>
              <a:spcAft>
                <a:spcPts val="1000"/>
              </a:spcAft>
              <a:buSzPct val="100000"/>
              <a:defRPr/>
            </a:pPr>
            <a:r>
              <a:rPr lang="zh-CN" altLang="en-US" sz="1050" spc="150">
                <a:solidFill>
                  <a:sysClr val="windowText" lastClr="000000">
                    <a:lumMod val="85000"/>
                    <a:lumOff val="15000"/>
                  </a:sysClr>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从“开始”菜单的程序列表中单击“人脉”应用后，启动“人脉”应用。</a:t>
            </a:r>
          </a:p>
        </p:txBody>
      </p:sp>
      <p:sp>
        <p:nvSpPr>
          <p:cNvPr id="21" name="矩形 20"/>
          <p:cNvSpPr/>
          <p:nvPr>
            <p:custDataLst>
              <p:tags r:id="rId13"/>
            </p:custDataLst>
          </p:nvPr>
        </p:nvSpPr>
        <p:spPr>
          <a:xfrm>
            <a:off x="3145155" y="2766378"/>
            <a:ext cx="5143500" cy="262890"/>
          </a:xfrm>
          <a:prstGeom prst="rect">
            <a:avLst/>
          </a:prstGeom>
        </p:spPr>
        <p:txBody>
          <a:bodyPr wrap="square" tIns="35100" bIns="35100" anchor="ctr" anchorCtr="0">
            <a:spAutoFit/>
          </a:bodyPr>
          <a:lstStyle/>
          <a:p>
            <a:pPr marL="0" lvl="0" indent="0" algn="l">
              <a:lnSpc>
                <a:spcPct val="120000"/>
              </a:lnSpc>
              <a:spcBef>
                <a:spcPts val="0"/>
              </a:spcBef>
              <a:spcAft>
                <a:spcPts val="1000"/>
              </a:spcAft>
              <a:buSzPct val="100000"/>
              <a:defRPr/>
            </a:pPr>
            <a:r>
              <a:rPr lang="zh-CN" altLang="en-US" sz="1050" spc="150">
                <a:solidFill>
                  <a:sysClr val="windowText" lastClr="000000">
                    <a:lumMod val="85000"/>
                    <a:lumOff val="15000"/>
                  </a:sysClr>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单击右侧的“添加账户”按钮来同步一个网络账户。</a:t>
            </a:r>
          </a:p>
        </p:txBody>
      </p:sp>
      <p:sp>
        <p:nvSpPr>
          <p:cNvPr id="22" name="矩形 21"/>
          <p:cNvSpPr/>
          <p:nvPr>
            <p:custDataLst>
              <p:tags r:id="rId14"/>
            </p:custDataLst>
          </p:nvPr>
        </p:nvSpPr>
        <p:spPr>
          <a:xfrm>
            <a:off x="3145155" y="3496310"/>
            <a:ext cx="5143500" cy="456565"/>
          </a:xfrm>
          <a:prstGeom prst="rect">
            <a:avLst/>
          </a:prstGeom>
        </p:spPr>
        <p:txBody>
          <a:bodyPr wrap="square" tIns="35100" bIns="35100" anchor="ctr" anchorCtr="0">
            <a:spAutoFit/>
          </a:bodyPr>
          <a:lstStyle/>
          <a:p>
            <a:pPr marL="0" lvl="0" indent="0" algn="l">
              <a:lnSpc>
                <a:spcPct val="120000"/>
              </a:lnSpc>
              <a:spcBef>
                <a:spcPts val="0"/>
              </a:spcBef>
              <a:spcAft>
                <a:spcPts val="1000"/>
              </a:spcAft>
              <a:buSzPct val="100000"/>
              <a:defRPr/>
            </a:pPr>
            <a:r>
              <a:rPr lang="zh-CN" altLang="en-US" sz="1050" spc="150">
                <a:solidFill>
                  <a:sysClr val="windowText" lastClr="000000">
                    <a:lumMod val="85000"/>
                    <a:lumOff val="15000"/>
                  </a:sysClr>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在弹出的“添加账户”窗口中，选择账户类型后，转到用户名输入界面，输入用户名后单击“下一步”按钮。</a:t>
            </a:r>
          </a:p>
        </p:txBody>
      </p:sp>
      <p:sp>
        <p:nvSpPr>
          <p:cNvPr id="23" name="矩形 22"/>
          <p:cNvSpPr/>
          <p:nvPr>
            <p:custDataLst>
              <p:tags r:id="rId15"/>
            </p:custDataLst>
          </p:nvPr>
        </p:nvSpPr>
        <p:spPr>
          <a:xfrm>
            <a:off x="3145155" y="4288155"/>
            <a:ext cx="5142865" cy="456565"/>
          </a:xfrm>
          <a:prstGeom prst="rect">
            <a:avLst/>
          </a:prstGeom>
        </p:spPr>
        <p:txBody>
          <a:bodyPr wrap="square" tIns="35100" bIns="35100" anchor="ctr" anchorCtr="0">
            <a:spAutoFit/>
          </a:bodyPr>
          <a:lstStyle/>
          <a:p>
            <a:pPr lvl="0">
              <a:lnSpc>
                <a:spcPct val="120000"/>
              </a:lnSpc>
              <a:spcAft>
                <a:spcPts val="1000"/>
              </a:spcAft>
              <a:defRPr/>
            </a:pPr>
            <a:r>
              <a:rPr lang="zh-CN" altLang="en-US" sz="1050" spc="150">
                <a:solidFill>
                  <a:sysClr val="windowText" lastClr="000000">
                    <a:lumMod val="85000"/>
                    <a:lumOff val="15000"/>
                  </a:sysClr>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在接下来的页面输入各种密码，单击“登录”按钮后即可将账户添加到应用中。</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51"/>
          <p:cNvSpPr txBox="1"/>
          <p:nvPr>
            <p:custDataLst>
              <p:tags r:id="rId2"/>
            </p:custDataLst>
          </p:nvPr>
        </p:nvSpPr>
        <p:spPr>
          <a:xfrm>
            <a:off x="519983" y="407163"/>
            <a:ext cx="5656473" cy="484748"/>
          </a:xfrm>
          <a:prstGeom prst="rect">
            <a:avLst/>
          </a:prstGeom>
          <a:noFill/>
        </p:spPr>
        <p:txBody>
          <a:bodyPr wrap="square" tIns="35100" bIns="35100" rtlCol="0" anchor="ctr" anchorCtr="0">
            <a:normAutofit/>
          </a:bodyPr>
          <a:lstStyle/>
          <a:p>
            <a:pPr lvl="0" defTabSz="904240">
              <a:lnSpc>
                <a:spcPct val="120000"/>
              </a:lnSpc>
              <a:spcBef>
                <a:spcPts val="150"/>
              </a:spcBef>
              <a:spcAft>
                <a:spcPts val="150"/>
              </a:spcAft>
              <a:defRPr/>
            </a:pPr>
            <a:r>
              <a:rPr lang="zh-CN" altLang="en-US" b="1" spc="300">
                <a:solidFill>
                  <a:sysClr val="windowText" lastClr="000000">
                    <a:lumMod val="85000"/>
                    <a:lumOff val="15000"/>
                  </a:sysClr>
                </a:solidFill>
                <a:latin typeface="Arial" panose="020B0604020202020204" pitchFamily="34" charset="0"/>
                <a:ea typeface="微软雅黑" panose="020B0503020204020204" pitchFamily="34" charset="-122"/>
              </a:rPr>
              <a:t>使用天气应用</a:t>
            </a:r>
          </a:p>
        </p:txBody>
      </p:sp>
      <p:sp>
        <p:nvSpPr>
          <p:cNvPr id="14" name="Rectangle 58"/>
          <p:cNvSpPr/>
          <p:nvPr>
            <p:custDataLst>
              <p:tags r:id="rId3"/>
            </p:custDataLst>
          </p:nvPr>
        </p:nvSpPr>
        <p:spPr>
          <a:xfrm>
            <a:off x="512445" y="918845"/>
            <a:ext cx="4797425" cy="456565"/>
          </a:xfrm>
          <a:prstGeom prst="rect">
            <a:avLst/>
          </a:prstGeom>
        </p:spPr>
        <p:txBody>
          <a:bodyPr wrap="square" tIns="35100" bIns="35100">
            <a:spAutoFit/>
          </a:bodyPr>
          <a:lstStyle/>
          <a:p>
            <a:pPr lvl="0" defTabSz="904240">
              <a:lnSpc>
                <a:spcPct val="120000"/>
              </a:lnSpc>
              <a:defRPr/>
            </a:pPr>
            <a:r>
              <a:rPr lang="zh-CN" altLang="en-US" sz="1050" spc="150">
                <a:solidFill>
                  <a:sysClr val="window" lastClr="FFFFFF">
                    <a:lumMod val="50000"/>
                  </a:sysClr>
                </a:solidFill>
                <a:latin typeface="Arial" panose="020B0604020202020204" pitchFamily="34" charset="0"/>
                <a:ea typeface="微软雅黑" panose="020B0503020204020204" pitchFamily="34" charset="-122"/>
              </a:rPr>
              <a:t>Windows 10 的“天气”应用可以用来方便地获取最新的天气情况，随时查看精确的10天和每小时天气预报。</a:t>
            </a:r>
          </a:p>
        </p:txBody>
      </p:sp>
      <p:sp>
        <p:nvSpPr>
          <p:cNvPr id="15" name="矩形 14"/>
          <p:cNvSpPr/>
          <p:nvPr>
            <p:custDataLst>
              <p:tags r:id="rId4"/>
            </p:custDataLst>
          </p:nvPr>
        </p:nvSpPr>
        <p:spPr>
          <a:xfrm>
            <a:off x="0" y="403107"/>
            <a:ext cx="66101" cy="727113"/>
          </a:xfrm>
          <a:prstGeom prst="rect">
            <a:avLst/>
          </a:prstGeom>
          <a:solidFill>
            <a:sysClr val="window" lastClr="FFFFFF">
              <a:lumMod val="85000"/>
            </a:sysClr>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defRPr/>
            </a:pPr>
            <a:endParaRPr kumimoji="0" lang="zh-CN" altLang="en-US" sz="1350" b="0" i="0" u="none" strike="noStrike" kern="1200" cap="none" spc="0" normalizeH="0" noProof="0">
              <a:ln>
                <a:noFill/>
              </a:ln>
              <a:solidFill>
                <a:prstClr val="white"/>
              </a:solidFill>
              <a:effectLst/>
              <a:uLnTx/>
              <a:uFillTx/>
              <a:latin typeface="Arial" panose="020B0604020202020204" pitchFamily="34" charset="0"/>
              <a:ea typeface="微软雅黑" panose="020B0503020204020204" pitchFamily="34" charset="-122"/>
              <a:cs typeface="+mn-ea"/>
            </a:endParaRPr>
          </a:p>
        </p:txBody>
      </p:sp>
      <p:sp>
        <p:nvSpPr>
          <p:cNvPr id="2" name="矩形 1"/>
          <p:cNvSpPr/>
          <p:nvPr>
            <p:custDataLst>
              <p:tags r:id="rId5"/>
            </p:custDataLst>
          </p:nvPr>
        </p:nvSpPr>
        <p:spPr>
          <a:xfrm>
            <a:off x="933450" y="2129155"/>
            <a:ext cx="2057400" cy="602615"/>
          </a:xfrm>
          <a:prstGeom prst="rect">
            <a:avLst/>
          </a:prstGeom>
          <a:solidFill>
            <a:srgbClr val="4472C4">
              <a:lumMod val="75000"/>
            </a:srgbClr>
          </a:solidFill>
          <a:ln>
            <a:noFill/>
          </a:ln>
        </p:spPr>
        <p:style>
          <a:lnRef idx="2">
            <a:srgbClr val="4472C4">
              <a:shade val="50000"/>
            </a:srgbClr>
          </a:lnRef>
          <a:fillRef idx="1">
            <a:srgbClr val="4472C4"/>
          </a:fillRef>
          <a:effectRef idx="0">
            <a:srgbClr val="4472C4"/>
          </a:effectRef>
          <a:fontRef idx="minor">
            <a:sysClr val="window" lastClr="FFFFFF"/>
          </a:fontRef>
        </p:style>
        <p:txBody>
          <a:bodyPr tIns="35100" bIns="35100" rtlCol="0" anchor="ctr">
            <a:normAutofit/>
          </a:bodyPr>
          <a:lstStyle/>
          <a:p>
            <a:pPr algn="ctr">
              <a:lnSpc>
                <a:spcPct val="120000"/>
              </a:lnSpc>
            </a:pPr>
            <a:r>
              <a:rPr lang="en-US" altLang="zh-CN" dirty="0">
                <a:solidFill>
                  <a:sysClr val="window" lastClr="FFFFFF"/>
                </a:solidFill>
                <a:latin typeface="Arial" panose="020B0604020202020204" pitchFamily="34" charset="0"/>
                <a:ea typeface="微软雅黑" panose="020B0503020204020204" pitchFamily="34" charset="-122"/>
                <a:cs typeface="Arial" panose="020B0604020202020204" pitchFamily="34" charset="0"/>
              </a:rPr>
              <a:t>STEP1</a:t>
            </a:r>
            <a:endParaRPr lang="zh-CN" altLang="en-US" dirty="0">
              <a:solidFill>
                <a:sysClr val="window" lastClr="FFFFFF"/>
              </a:solidFill>
              <a:latin typeface="Arial" panose="020B0604020202020204" pitchFamily="34" charset="0"/>
              <a:ea typeface="微软雅黑" panose="020B0503020204020204" pitchFamily="34" charset="-122"/>
              <a:cs typeface="Arial" panose="020B0604020202020204" pitchFamily="34" charset="0"/>
            </a:endParaRPr>
          </a:p>
        </p:txBody>
      </p:sp>
      <p:sp>
        <p:nvSpPr>
          <p:cNvPr id="6" name="矩形 5"/>
          <p:cNvSpPr/>
          <p:nvPr>
            <p:custDataLst>
              <p:tags r:id="rId6"/>
            </p:custDataLst>
          </p:nvPr>
        </p:nvSpPr>
        <p:spPr>
          <a:xfrm>
            <a:off x="933450" y="2992755"/>
            <a:ext cx="2057400" cy="602615"/>
          </a:xfrm>
          <a:prstGeom prst="rect">
            <a:avLst/>
          </a:prstGeom>
          <a:solidFill>
            <a:srgbClr val="4472C4">
              <a:lumMod val="75000"/>
            </a:srgbClr>
          </a:solidFill>
          <a:ln>
            <a:noFill/>
          </a:ln>
        </p:spPr>
        <p:style>
          <a:lnRef idx="2">
            <a:srgbClr val="4472C4">
              <a:shade val="50000"/>
            </a:srgbClr>
          </a:lnRef>
          <a:fillRef idx="1">
            <a:srgbClr val="4472C4"/>
          </a:fillRef>
          <a:effectRef idx="0">
            <a:srgbClr val="4472C4"/>
          </a:effectRef>
          <a:fontRef idx="minor">
            <a:sysClr val="window" lastClr="FFFFFF"/>
          </a:fontRef>
        </p:style>
        <p:txBody>
          <a:bodyPr tIns="35100" bIns="35100" rtlCol="0" anchor="ctr">
            <a:normAutofit/>
          </a:bodyPr>
          <a:lstStyle/>
          <a:p>
            <a:pPr algn="ctr">
              <a:lnSpc>
                <a:spcPct val="120000"/>
              </a:lnSpc>
            </a:pPr>
            <a:r>
              <a:rPr lang="en-US" altLang="zh-CN" dirty="0">
                <a:solidFill>
                  <a:sysClr val="window" lastClr="FFFFFF"/>
                </a:solidFill>
                <a:latin typeface="Arial" panose="020B0604020202020204" pitchFamily="34" charset="0"/>
                <a:ea typeface="微软雅黑" panose="020B0503020204020204" pitchFamily="34" charset="-122"/>
                <a:cs typeface="Arial" panose="020B0604020202020204" pitchFamily="34" charset="0"/>
              </a:rPr>
              <a:t>STEP2</a:t>
            </a:r>
            <a:endParaRPr lang="zh-CN" altLang="en-US" dirty="0">
              <a:solidFill>
                <a:sysClr val="window" lastClr="FFFFFF"/>
              </a:solidFill>
              <a:latin typeface="Arial" panose="020B0604020202020204" pitchFamily="34" charset="0"/>
              <a:ea typeface="微软雅黑" panose="020B0503020204020204" pitchFamily="34" charset="-122"/>
              <a:cs typeface="Arial" panose="020B0604020202020204" pitchFamily="34" charset="0"/>
            </a:endParaRPr>
          </a:p>
        </p:txBody>
      </p:sp>
      <p:sp>
        <p:nvSpPr>
          <p:cNvPr id="8" name="矩形 7"/>
          <p:cNvSpPr/>
          <p:nvPr>
            <p:custDataLst>
              <p:tags r:id="rId7"/>
            </p:custDataLst>
          </p:nvPr>
        </p:nvSpPr>
        <p:spPr>
          <a:xfrm>
            <a:off x="933450" y="3855720"/>
            <a:ext cx="2057400" cy="602615"/>
          </a:xfrm>
          <a:prstGeom prst="rect">
            <a:avLst/>
          </a:prstGeom>
          <a:solidFill>
            <a:srgbClr val="4472C4">
              <a:lumMod val="75000"/>
            </a:srgbClr>
          </a:solidFill>
          <a:ln>
            <a:noFill/>
          </a:ln>
        </p:spPr>
        <p:style>
          <a:lnRef idx="2">
            <a:srgbClr val="4472C4">
              <a:shade val="50000"/>
            </a:srgbClr>
          </a:lnRef>
          <a:fillRef idx="1">
            <a:srgbClr val="4472C4"/>
          </a:fillRef>
          <a:effectRef idx="0">
            <a:srgbClr val="4472C4"/>
          </a:effectRef>
          <a:fontRef idx="minor">
            <a:sysClr val="window" lastClr="FFFFFF"/>
          </a:fontRef>
        </p:style>
        <p:txBody>
          <a:bodyPr tIns="35100" bIns="35100" rtlCol="0" anchor="ctr">
            <a:normAutofit/>
          </a:bodyPr>
          <a:lstStyle/>
          <a:p>
            <a:pPr algn="ctr">
              <a:lnSpc>
                <a:spcPct val="120000"/>
              </a:lnSpc>
            </a:pPr>
            <a:r>
              <a:rPr lang="en-US" altLang="zh-CN" dirty="0">
                <a:solidFill>
                  <a:sysClr val="window" lastClr="FFFFFF"/>
                </a:solidFill>
                <a:latin typeface="Arial" panose="020B0604020202020204" pitchFamily="34" charset="0"/>
                <a:ea typeface="微软雅黑" panose="020B0503020204020204" pitchFamily="34" charset="-122"/>
                <a:cs typeface="Arial" panose="020B0604020202020204" pitchFamily="34" charset="0"/>
              </a:rPr>
              <a:t>STEP3</a:t>
            </a:r>
            <a:endParaRPr lang="zh-CN" altLang="en-US" dirty="0">
              <a:solidFill>
                <a:sysClr val="window" lastClr="FFFFFF"/>
              </a:solidFill>
              <a:latin typeface="Arial" panose="020B0604020202020204" pitchFamily="34" charset="0"/>
              <a:ea typeface="微软雅黑" panose="020B0503020204020204" pitchFamily="34" charset="-122"/>
              <a:cs typeface="Arial" panose="020B0604020202020204" pitchFamily="34" charset="0"/>
            </a:endParaRPr>
          </a:p>
        </p:txBody>
      </p:sp>
      <p:sp>
        <p:nvSpPr>
          <p:cNvPr id="11" name="等腰三角形 10"/>
          <p:cNvSpPr/>
          <p:nvPr>
            <p:custDataLst>
              <p:tags r:id="rId8"/>
            </p:custDataLst>
          </p:nvPr>
        </p:nvSpPr>
        <p:spPr>
          <a:xfrm rot="10800000">
            <a:off x="1015365" y="3590925"/>
            <a:ext cx="499110" cy="297815"/>
          </a:xfrm>
          <a:prstGeom prst="triangle">
            <a:avLst/>
          </a:prstGeom>
          <a:solidFill>
            <a:srgbClr val="4472C4">
              <a:lumMod val="60000"/>
              <a:lumOff val="40000"/>
            </a:srgbClr>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pitchFamily="34" charset="-122"/>
            </a:endParaRPr>
          </a:p>
        </p:txBody>
      </p:sp>
      <p:sp>
        <p:nvSpPr>
          <p:cNvPr id="12" name="等腰三角形 11"/>
          <p:cNvSpPr/>
          <p:nvPr>
            <p:custDataLst>
              <p:tags r:id="rId9"/>
            </p:custDataLst>
          </p:nvPr>
        </p:nvSpPr>
        <p:spPr>
          <a:xfrm rot="10800000">
            <a:off x="1015365" y="2731770"/>
            <a:ext cx="499110" cy="297815"/>
          </a:xfrm>
          <a:prstGeom prst="triangle">
            <a:avLst/>
          </a:prstGeom>
          <a:solidFill>
            <a:srgbClr val="4472C4">
              <a:lumMod val="60000"/>
              <a:lumOff val="40000"/>
            </a:srgbClr>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lnSpc>
                <a:spcPct val="120000"/>
              </a:lnSpc>
            </a:pPr>
            <a:endParaRPr lang="zh-CN" altLang="en-US" sz="1350">
              <a:latin typeface="Arial" panose="020B0604020202020204" pitchFamily="34" charset="0"/>
              <a:ea typeface="微软雅黑" panose="020B0503020204020204" pitchFamily="34" charset="-122"/>
            </a:endParaRPr>
          </a:p>
        </p:txBody>
      </p:sp>
      <p:sp>
        <p:nvSpPr>
          <p:cNvPr id="3" name="矩形 2"/>
          <p:cNvSpPr/>
          <p:nvPr>
            <p:custDataLst>
              <p:tags r:id="rId10"/>
            </p:custDataLst>
          </p:nvPr>
        </p:nvSpPr>
        <p:spPr>
          <a:xfrm>
            <a:off x="3214370" y="2298700"/>
            <a:ext cx="5101590" cy="262890"/>
          </a:xfrm>
          <a:prstGeom prst="rect">
            <a:avLst/>
          </a:prstGeom>
        </p:spPr>
        <p:txBody>
          <a:bodyPr wrap="square" tIns="35100" bIns="35100" anchor="ctr" anchorCtr="0">
            <a:spAutoFit/>
          </a:bodyPr>
          <a:lstStyle/>
          <a:p>
            <a:pPr marL="0" lvl="0" indent="0" algn="l">
              <a:lnSpc>
                <a:spcPct val="120000"/>
              </a:lnSpc>
              <a:spcBef>
                <a:spcPts val="0"/>
              </a:spcBef>
              <a:spcAft>
                <a:spcPts val="1000"/>
              </a:spcAft>
              <a:buSzPct val="100000"/>
              <a:defRPr/>
            </a:pPr>
            <a:r>
              <a:rPr lang="zh-CN" altLang="en-US" sz="1050" spc="150">
                <a:solidFill>
                  <a:sysClr val="windowText" lastClr="000000">
                    <a:lumMod val="85000"/>
                    <a:lumOff val="15000"/>
                  </a:sysClr>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单击磁贴或者应用列表中的“天气”，即可打开“天气”应用的主界面。</a:t>
            </a:r>
          </a:p>
        </p:txBody>
      </p:sp>
      <p:sp>
        <p:nvSpPr>
          <p:cNvPr id="16" name="矩形 15"/>
          <p:cNvSpPr/>
          <p:nvPr>
            <p:custDataLst>
              <p:tags r:id="rId11"/>
            </p:custDataLst>
          </p:nvPr>
        </p:nvSpPr>
        <p:spPr>
          <a:xfrm>
            <a:off x="3214370" y="2969260"/>
            <a:ext cx="5100955" cy="650240"/>
          </a:xfrm>
          <a:prstGeom prst="rect">
            <a:avLst/>
          </a:prstGeom>
        </p:spPr>
        <p:txBody>
          <a:bodyPr wrap="square" tIns="35100" bIns="35100" anchor="ctr" anchorCtr="0">
            <a:spAutoFit/>
          </a:bodyPr>
          <a:lstStyle/>
          <a:p>
            <a:pPr marL="0" lvl="0" indent="0" algn="l">
              <a:lnSpc>
                <a:spcPct val="120000"/>
              </a:lnSpc>
              <a:spcBef>
                <a:spcPts val="0"/>
              </a:spcBef>
              <a:spcAft>
                <a:spcPts val="1000"/>
              </a:spcAft>
              <a:buSzPct val="100000"/>
              <a:defRPr/>
            </a:pPr>
            <a:r>
              <a:rPr lang="zh-CN" altLang="en-US" sz="1050" spc="150">
                <a:solidFill>
                  <a:sysClr val="windowText" lastClr="000000">
                    <a:lumMod val="85000"/>
                    <a:lumOff val="15000"/>
                  </a:sysClr>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打开“天气”应用后，默认显示当前位置未来一段时间的天气情况，单击左侧的“历史天气”按钮，还可以查看当前位置某个月的历史最高气温、历史最低气温、平均最高气温、平均最低气温等信息。</a:t>
            </a:r>
          </a:p>
        </p:txBody>
      </p:sp>
      <p:sp>
        <p:nvSpPr>
          <p:cNvPr id="17" name="矩形 16"/>
          <p:cNvSpPr/>
          <p:nvPr>
            <p:custDataLst>
              <p:tags r:id="rId12"/>
            </p:custDataLst>
          </p:nvPr>
        </p:nvSpPr>
        <p:spPr>
          <a:xfrm>
            <a:off x="3214370" y="3937953"/>
            <a:ext cx="5100955" cy="456565"/>
          </a:xfrm>
          <a:prstGeom prst="rect">
            <a:avLst/>
          </a:prstGeom>
        </p:spPr>
        <p:txBody>
          <a:bodyPr wrap="square" tIns="35100" bIns="35100" anchor="ctr" anchorCtr="0">
            <a:spAutoFit/>
          </a:bodyPr>
          <a:lstStyle/>
          <a:p>
            <a:pPr marL="0" lvl="0" indent="0" algn="l">
              <a:lnSpc>
                <a:spcPct val="120000"/>
              </a:lnSpc>
              <a:spcBef>
                <a:spcPts val="0"/>
              </a:spcBef>
              <a:spcAft>
                <a:spcPts val="1000"/>
              </a:spcAft>
              <a:buSzPct val="100000"/>
              <a:defRPr/>
            </a:pPr>
            <a:r>
              <a:rPr lang="zh-CN" altLang="en-US" sz="1050" spc="150">
                <a:solidFill>
                  <a:sysClr val="windowText" lastClr="000000">
                    <a:lumMod val="85000"/>
                    <a:lumOff val="15000"/>
                  </a:sysClr>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如果想要查看其他地区的天气预报，只需在右上角的搜索栏输入地名后按回车键确认即可。</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5"/>
          <p:cNvSpPr txBox="1"/>
          <p:nvPr>
            <p:custDataLst>
              <p:tags r:id="rId2"/>
            </p:custDataLst>
          </p:nvPr>
        </p:nvSpPr>
        <p:spPr>
          <a:xfrm>
            <a:off x="4900515" y="468568"/>
            <a:ext cx="3914970" cy="403299"/>
          </a:xfrm>
          <a:prstGeom prst="rect">
            <a:avLst/>
          </a:prstGeom>
          <a:noFill/>
        </p:spPr>
        <p:txBody>
          <a:bodyPr wrap="square" tIns="35100" bIns="35100" rtlCol="0" anchor="ctr" anchorCtr="0">
            <a:normAutofit/>
          </a:bodyPr>
          <a:lstStyle/>
          <a:p>
            <a:pPr algn="r">
              <a:lnSpc>
                <a:spcPct val="120000"/>
              </a:lnSpc>
            </a:pPr>
            <a:r>
              <a:rPr lang="zh-CN" altLang="en-US" b="1" spc="300">
                <a:latin typeface="Arial" panose="020B0604020202020204" pitchFamily="34" charset="0"/>
                <a:ea typeface="微软雅黑" panose="020B0503020204020204" pitchFamily="34" charset="-122"/>
              </a:rPr>
              <a:t>使用照片应用</a:t>
            </a:r>
          </a:p>
        </p:txBody>
      </p:sp>
      <p:sp>
        <p:nvSpPr>
          <p:cNvPr id="4" name="文本框 3"/>
          <p:cNvSpPr txBox="1"/>
          <p:nvPr>
            <p:custDataLst>
              <p:tags r:id="rId3"/>
            </p:custDataLst>
          </p:nvPr>
        </p:nvSpPr>
        <p:spPr>
          <a:xfrm>
            <a:off x="5004435" y="901065"/>
            <a:ext cx="3810635" cy="438785"/>
          </a:xfrm>
          <a:prstGeom prst="rect">
            <a:avLst/>
          </a:prstGeom>
          <a:noFill/>
        </p:spPr>
        <p:txBody>
          <a:bodyPr wrap="square" tIns="35100" bIns="35100" rtlCol="0" anchor="t" anchorCtr="0">
            <a:spAutoFit/>
          </a:bodyPr>
          <a:lstStyle/>
          <a:p>
            <a:pPr algn="r">
              <a:lnSpc>
                <a:spcPct val="120000"/>
              </a:lnSpc>
            </a:pPr>
            <a:r>
              <a:rPr kumimoji="1" lang="en-US" altLang="zh-CN" sz="1000" kern="0" dirty="0">
                <a:solidFill>
                  <a:schemeClr val="tx1"/>
                </a:solidFill>
                <a:uFillTx/>
                <a:latin typeface="Arial" panose="020B0604020202020204" pitchFamily="34" charset="0"/>
                <a:ea typeface="微软雅黑" panose="020B0503020204020204" pitchFamily="34" charset="-122"/>
              </a:rPr>
              <a:t>“照片”应用默认显示保存在当前用户图片文件夹和OneDrive 上的图片。如果想同时显示其他文件夹的图片，方法如下。</a:t>
            </a:r>
          </a:p>
        </p:txBody>
      </p:sp>
      <p:sp>
        <p:nvSpPr>
          <p:cNvPr id="7" name="椭圆 6"/>
          <p:cNvSpPr/>
          <p:nvPr>
            <p:custDataLst>
              <p:tags r:id="rId4"/>
            </p:custDataLst>
          </p:nvPr>
        </p:nvSpPr>
        <p:spPr>
          <a:xfrm>
            <a:off x="8325959" y="1786780"/>
            <a:ext cx="495818" cy="495818"/>
          </a:xfrm>
          <a:prstGeom prst="ellipse">
            <a:avLst/>
          </a:prstGeom>
          <a:ln>
            <a:noFill/>
          </a:ln>
        </p:spPr>
        <p:style>
          <a:lnRef idx="2">
            <a:srgbClr val="2196F3">
              <a:shade val="50000"/>
            </a:srgbClr>
          </a:lnRef>
          <a:fillRef idx="1">
            <a:srgbClr val="2196F3"/>
          </a:fillRef>
          <a:effectRef idx="0">
            <a:srgbClr val="2196F3"/>
          </a:effectRef>
          <a:fontRef idx="minor">
            <a:srgbClr val="FFFFFF"/>
          </a:fontRef>
        </p:style>
        <p:txBody>
          <a:bodyPr rtlCol="0" anchor="ctr">
            <a:normAutofit fontScale="70000"/>
          </a:bodyPr>
          <a:lstStyle/>
          <a:p>
            <a:pPr algn="ctr"/>
            <a:r>
              <a:rPr lang="en-US" altLang="zh-CN" sz="1500" b="1" dirty="0">
                <a:latin typeface="Arial" panose="020B0604020202020204" pitchFamily="34" charset="0"/>
                <a:ea typeface="微软雅黑" panose="020B0503020204020204" pitchFamily="34" charset="-122"/>
              </a:rPr>
              <a:t>01</a:t>
            </a:r>
            <a:endParaRPr lang="zh-CN" altLang="en-US" sz="1500" b="1" dirty="0">
              <a:latin typeface="Arial" panose="020B0604020202020204" pitchFamily="34" charset="0"/>
              <a:ea typeface="微软雅黑" panose="020B0503020204020204" pitchFamily="34" charset="-122"/>
            </a:endParaRPr>
          </a:p>
        </p:txBody>
      </p:sp>
      <p:sp>
        <p:nvSpPr>
          <p:cNvPr id="8" name="椭圆 7"/>
          <p:cNvSpPr/>
          <p:nvPr>
            <p:custDataLst>
              <p:tags r:id="rId5"/>
            </p:custDataLst>
          </p:nvPr>
        </p:nvSpPr>
        <p:spPr>
          <a:xfrm>
            <a:off x="8325959" y="2620787"/>
            <a:ext cx="495818" cy="495818"/>
          </a:xfrm>
          <a:prstGeom prst="ellipse">
            <a:avLst/>
          </a:prstGeom>
          <a:ln>
            <a:noFill/>
          </a:ln>
        </p:spPr>
        <p:style>
          <a:lnRef idx="2">
            <a:srgbClr val="2196F3">
              <a:shade val="50000"/>
            </a:srgbClr>
          </a:lnRef>
          <a:fillRef idx="1">
            <a:srgbClr val="2196F3"/>
          </a:fillRef>
          <a:effectRef idx="0">
            <a:srgbClr val="2196F3"/>
          </a:effectRef>
          <a:fontRef idx="minor">
            <a:srgbClr val="FFFFFF"/>
          </a:fontRef>
        </p:style>
        <p:txBody>
          <a:bodyPr rtlCol="0" anchor="ctr">
            <a:normAutofit fontScale="70000"/>
          </a:bodyPr>
          <a:lstStyle/>
          <a:p>
            <a:pPr algn="ctr"/>
            <a:r>
              <a:rPr lang="en-US" altLang="zh-CN" sz="1500" b="1" dirty="0">
                <a:latin typeface="Arial" panose="020B0604020202020204" pitchFamily="34" charset="0"/>
                <a:ea typeface="微软雅黑" panose="020B0503020204020204" pitchFamily="34" charset="-122"/>
              </a:rPr>
              <a:t>02</a:t>
            </a:r>
            <a:endParaRPr lang="zh-CN" altLang="en-US" sz="1500" b="1" dirty="0">
              <a:latin typeface="Arial" panose="020B0604020202020204" pitchFamily="34" charset="0"/>
              <a:ea typeface="微软雅黑" panose="020B0503020204020204" pitchFamily="34" charset="-122"/>
            </a:endParaRPr>
          </a:p>
        </p:txBody>
      </p:sp>
      <p:sp>
        <p:nvSpPr>
          <p:cNvPr id="9" name="椭圆 8"/>
          <p:cNvSpPr/>
          <p:nvPr>
            <p:custDataLst>
              <p:tags r:id="rId6"/>
            </p:custDataLst>
          </p:nvPr>
        </p:nvSpPr>
        <p:spPr>
          <a:xfrm>
            <a:off x="8325959" y="3454795"/>
            <a:ext cx="495818" cy="495818"/>
          </a:xfrm>
          <a:prstGeom prst="ellipse">
            <a:avLst/>
          </a:prstGeom>
          <a:ln>
            <a:noFill/>
          </a:ln>
        </p:spPr>
        <p:style>
          <a:lnRef idx="2">
            <a:srgbClr val="2196F3">
              <a:shade val="50000"/>
            </a:srgbClr>
          </a:lnRef>
          <a:fillRef idx="1">
            <a:srgbClr val="2196F3"/>
          </a:fillRef>
          <a:effectRef idx="0">
            <a:srgbClr val="2196F3"/>
          </a:effectRef>
          <a:fontRef idx="minor">
            <a:srgbClr val="FFFFFF"/>
          </a:fontRef>
        </p:style>
        <p:txBody>
          <a:bodyPr rtlCol="0" anchor="ctr">
            <a:normAutofit fontScale="70000"/>
          </a:bodyPr>
          <a:lstStyle/>
          <a:p>
            <a:pPr algn="ctr"/>
            <a:r>
              <a:rPr lang="en-US" altLang="zh-CN" sz="1500" b="1" dirty="0">
                <a:latin typeface="Arial" panose="020B0604020202020204" pitchFamily="34" charset="0"/>
                <a:ea typeface="微软雅黑" panose="020B0503020204020204" pitchFamily="34" charset="-122"/>
              </a:rPr>
              <a:t>03</a:t>
            </a:r>
            <a:endParaRPr lang="zh-CN" altLang="en-US" sz="1500" b="1" dirty="0">
              <a:latin typeface="Arial" panose="020B0604020202020204" pitchFamily="34" charset="0"/>
              <a:ea typeface="微软雅黑" panose="020B0503020204020204" pitchFamily="34" charset="-122"/>
            </a:endParaRPr>
          </a:p>
        </p:txBody>
      </p:sp>
      <p:sp>
        <p:nvSpPr>
          <p:cNvPr id="10" name="椭圆 9"/>
          <p:cNvSpPr/>
          <p:nvPr>
            <p:custDataLst>
              <p:tags r:id="rId7"/>
            </p:custDataLst>
          </p:nvPr>
        </p:nvSpPr>
        <p:spPr>
          <a:xfrm>
            <a:off x="8325959" y="4288802"/>
            <a:ext cx="495818" cy="495818"/>
          </a:xfrm>
          <a:prstGeom prst="ellipse">
            <a:avLst/>
          </a:prstGeom>
          <a:ln>
            <a:noFill/>
          </a:ln>
        </p:spPr>
        <p:style>
          <a:lnRef idx="2">
            <a:srgbClr val="2196F3">
              <a:shade val="50000"/>
            </a:srgbClr>
          </a:lnRef>
          <a:fillRef idx="1">
            <a:srgbClr val="2196F3"/>
          </a:fillRef>
          <a:effectRef idx="0">
            <a:srgbClr val="2196F3"/>
          </a:effectRef>
          <a:fontRef idx="minor">
            <a:srgbClr val="FFFFFF"/>
          </a:fontRef>
        </p:style>
        <p:txBody>
          <a:bodyPr rtlCol="0" anchor="ctr">
            <a:normAutofit fontScale="70000"/>
          </a:bodyPr>
          <a:lstStyle/>
          <a:p>
            <a:pPr algn="ctr"/>
            <a:r>
              <a:rPr lang="en-US" altLang="zh-CN" sz="1500" b="1" dirty="0">
                <a:latin typeface="Arial" panose="020B0604020202020204" pitchFamily="34" charset="0"/>
                <a:ea typeface="微软雅黑" panose="020B0503020204020204" pitchFamily="34" charset="-122"/>
              </a:rPr>
              <a:t>04</a:t>
            </a:r>
            <a:endParaRPr lang="zh-CN" altLang="en-US" sz="1500" b="1" dirty="0">
              <a:latin typeface="Arial" panose="020B0604020202020204" pitchFamily="34" charset="0"/>
              <a:ea typeface="微软雅黑" panose="020B0503020204020204" pitchFamily="34" charset="-122"/>
            </a:endParaRPr>
          </a:p>
        </p:txBody>
      </p:sp>
      <p:pic>
        <p:nvPicPr>
          <p:cNvPr id="13" name="图片 12"/>
          <p:cNvPicPr>
            <a:picLocks noChangeAspect="1"/>
          </p:cNvPicPr>
          <p:nvPr>
            <p:custDataLst>
              <p:tags r:id="rId8"/>
            </p:custDataLst>
          </p:nvPr>
        </p:nvPicPr>
        <p:blipFill>
          <a:blip r:embed="rId14">
            <a:extLst>
              <a:ext uri="{28A0092B-C50C-407E-A947-70E740481C1C}">
                <a14:useLocalDpi xmlns:a14="http://schemas.microsoft.com/office/drawing/2010/main" val="0"/>
              </a:ext>
            </a:extLst>
          </a:blip>
          <a:stretch>
            <a:fillRect/>
          </a:stretch>
        </p:blipFill>
        <p:spPr>
          <a:xfrm>
            <a:off x="0" y="0"/>
            <a:ext cx="4572000" cy="5143500"/>
          </a:xfrm>
          <a:prstGeom prst="rect">
            <a:avLst/>
          </a:prstGeom>
        </p:spPr>
      </p:pic>
      <p:sp>
        <p:nvSpPr>
          <p:cNvPr id="20" name="文本框 19"/>
          <p:cNvSpPr txBox="1"/>
          <p:nvPr>
            <p:custDataLst>
              <p:tags r:id="rId9"/>
            </p:custDataLst>
          </p:nvPr>
        </p:nvSpPr>
        <p:spPr>
          <a:xfrm>
            <a:off x="5064852" y="1789880"/>
            <a:ext cx="3239000" cy="489618"/>
          </a:xfrm>
          <a:prstGeom prst="rect">
            <a:avLst/>
          </a:prstGeom>
          <a:noFill/>
        </p:spPr>
        <p:txBody>
          <a:bodyPr wrap="square" tIns="35100" bIns="35100" rtlCol="0" anchor="ctr" anchorCtr="0">
            <a:noAutofit/>
          </a:bodyPr>
          <a:lstStyle>
            <a:defPPr>
              <a:defRPr lang="en-US"/>
            </a:defPPr>
            <a:lvl1pPr marL="342900" indent="-342900">
              <a:lnSpc>
                <a:spcPct val="140000"/>
              </a:lnSpc>
              <a:buFont typeface="Arial" panose="020B0604020202020204" pitchFamily="34" charset="0"/>
              <a:buAutoNum type="arabicPeriod"/>
              <a:defRPr kumimoji="1" sz="1400">
                <a:solidFill>
                  <a:srgbClr val="222222">
                    <a:lumMod val="75000"/>
                    <a:lumOff val="25000"/>
                  </a:srgbClr>
                </a:solidFill>
              </a:defRPr>
            </a:lvl1pPr>
          </a:lstStyle>
          <a:p>
            <a:pPr marL="0" indent="0" algn="r">
              <a:lnSpc>
                <a:spcPct val="120000"/>
              </a:lnSpc>
              <a:buNone/>
            </a:pPr>
            <a:r>
              <a:rPr lang="zh-CN" altLang="en-US" sz="1000" spc="150" dirty="0">
                <a:latin typeface="Arial" panose="020B0604020202020204" pitchFamily="34" charset="0"/>
                <a:ea typeface="微软雅黑" panose="020B0503020204020204" pitchFamily="34" charset="-122"/>
              </a:rPr>
              <a:t>单击窗口右上角的“导入”按钮，然后选择“在文件夹中”。</a:t>
            </a:r>
          </a:p>
        </p:txBody>
      </p:sp>
      <p:sp>
        <p:nvSpPr>
          <p:cNvPr id="22" name="文本框 21"/>
          <p:cNvSpPr txBox="1"/>
          <p:nvPr>
            <p:custDataLst>
              <p:tags r:id="rId10"/>
            </p:custDataLst>
          </p:nvPr>
        </p:nvSpPr>
        <p:spPr>
          <a:xfrm>
            <a:off x="5064852" y="2623887"/>
            <a:ext cx="3239000" cy="489618"/>
          </a:xfrm>
          <a:prstGeom prst="rect">
            <a:avLst/>
          </a:prstGeom>
          <a:noFill/>
        </p:spPr>
        <p:txBody>
          <a:bodyPr wrap="square" tIns="35100" bIns="35100" rtlCol="0" anchor="ctr" anchorCtr="0">
            <a:noAutofit/>
          </a:bodyPr>
          <a:lstStyle>
            <a:defPPr>
              <a:defRPr lang="en-US"/>
            </a:defPPr>
            <a:lvl1pPr marL="342900" indent="-342900">
              <a:lnSpc>
                <a:spcPct val="140000"/>
              </a:lnSpc>
              <a:buFont typeface="Arial" panose="020B0604020202020204" pitchFamily="34" charset="0"/>
              <a:buAutoNum type="arabicPeriod"/>
              <a:defRPr kumimoji="1" sz="1400">
                <a:solidFill>
                  <a:srgbClr val="222222">
                    <a:lumMod val="75000"/>
                    <a:lumOff val="25000"/>
                  </a:srgbClr>
                </a:solidFill>
              </a:defRPr>
            </a:lvl1pPr>
          </a:lstStyle>
          <a:p>
            <a:pPr marL="0" indent="0" algn="r">
              <a:lnSpc>
                <a:spcPct val="120000"/>
              </a:lnSpc>
              <a:buNone/>
            </a:pPr>
            <a:r>
              <a:rPr lang="zh-CN" altLang="en-US" sz="1000" spc="150">
                <a:latin typeface="Arial" panose="020B0604020202020204" pitchFamily="34" charset="0"/>
                <a:ea typeface="微软雅黑" panose="020B0503020204020204" pitchFamily="34" charset="-122"/>
              </a:rPr>
              <a:t>在弹出的“选择文件夹”窗口中，选中想要添加的文件夹。</a:t>
            </a:r>
          </a:p>
        </p:txBody>
      </p:sp>
      <p:sp>
        <p:nvSpPr>
          <p:cNvPr id="24" name="文本框 23"/>
          <p:cNvSpPr txBox="1"/>
          <p:nvPr>
            <p:custDataLst>
              <p:tags r:id="rId11"/>
            </p:custDataLst>
          </p:nvPr>
        </p:nvSpPr>
        <p:spPr>
          <a:xfrm>
            <a:off x="5064852" y="3457895"/>
            <a:ext cx="3239000" cy="489618"/>
          </a:xfrm>
          <a:prstGeom prst="rect">
            <a:avLst/>
          </a:prstGeom>
          <a:noFill/>
        </p:spPr>
        <p:txBody>
          <a:bodyPr wrap="square" tIns="35100" bIns="35100" rtlCol="0" anchor="ctr" anchorCtr="0">
            <a:noAutofit/>
          </a:bodyPr>
          <a:lstStyle>
            <a:defPPr>
              <a:defRPr lang="en-US"/>
            </a:defPPr>
            <a:lvl1pPr marL="342900" indent="-342900">
              <a:lnSpc>
                <a:spcPct val="140000"/>
              </a:lnSpc>
              <a:buFont typeface="Arial" panose="020B0604020202020204" pitchFamily="34" charset="0"/>
              <a:buAutoNum type="arabicPeriod"/>
              <a:defRPr kumimoji="1" sz="1400">
                <a:solidFill>
                  <a:srgbClr val="222222">
                    <a:lumMod val="75000"/>
                    <a:lumOff val="25000"/>
                  </a:srgbClr>
                </a:solidFill>
              </a:defRPr>
            </a:lvl1pPr>
          </a:lstStyle>
          <a:p>
            <a:pPr marL="0" indent="0" algn="r">
              <a:lnSpc>
                <a:spcPct val="120000"/>
              </a:lnSpc>
              <a:buNone/>
            </a:pPr>
            <a:r>
              <a:rPr lang="zh-CN" altLang="en-US" sz="1000" spc="150">
                <a:latin typeface="Arial" panose="020B0604020202020204" pitchFamily="34" charset="0"/>
                <a:ea typeface="微软雅黑" panose="020B0503020204020204" pitchFamily="34" charset="-122"/>
              </a:rPr>
              <a:t>单击“将此文件夹添加到图片”按钮即可完成对文件夹的添加。</a:t>
            </a:r>
          </a:p>
        </p:txBody>
      </p:sp>
      <p:sp>
        <p:nvSpPr>
          <p:cNvPr id="30" name="文本框 29"/>
          <p:cNvSpPr txBox="1"/>
          <p:nvPr>
            <p:custDataLst>
              <p:tags r:id="rId12"/>
            </p:custDataLst>
          </p:nvPr>
        </p:nvSpPr>
        <p:spPr>
          <a:xfrm>
            <a:off x="5064852" y="4291902"/>
            <a:ext cx="3239000" cy="489618"/>
          </a:xfrm>
          <a:prstGeom prst="rect">
            <a:avLst/>
          </a:prstGeom>
          <a:noFill/>
        </p:spPr>
        <p:txBody>
          <a:bodyPr wrap="square" tIns="35100" bIns="35100" rtlCol="0" anchor="ctr" anchorCtr="0">
            <a:noAutofit/>
          </a:bodyPr>
          <a:lstStyle>
            <a:defPPr>
              <a:defRPr lang="en-US"/>
            </a:defPPr>
            <a:lvl1pPr marL="342900" indent="-342900">
              <a:lnSpc>
                <a:spcPct val="140000"/>
              </a:lnSpc>
              <a:buFont typeface="Arial" panose="020B0604020202020204" pitchFamily="34" charset="0"/>
              <a:buAutoNum type="arabicPeriod"/>
              <a:defRPr kumimoji="1" sz="1400">
                <a:solidFill>
                  <a:srgbClr val="222222">
                    <a:lumMod val="75000"/>
                    <a:lumOff val="25000"/>
                  </a:srgbClr>
                </a:solidFill>
              </a:defRPr>
            </a:lvl1pPr>
          </a:lstStyle>
          <a:p>
            <a:pPr marL="0" indent="0" algn="r">
              <a:lnSpc>
                <a:spcPct val="120000"/>
              </a:lnSpc>
              <a:buNone/>
            </a:pPr>
            <a:r>
              <a:rPr lang="zh-CN" altLang="en-US" sz="1000" spc="150">
                <a:latin typeface="Arial" panose="020B0604020202020204" pitchFamily="34" charset="0"/>
                <a:ea typeface="微软雅黑" panose="020B0503020204020204" pitchFamily="34" charset="-122"/>
              </a:rPr>
              <a:t>稍等一段时间后，“照片”应用就会将在文件夹中的图片显示在“集锦”中。</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custDataLst>
              <p:tags r:id="rId2"/>
            </p:custDataLst>
          </p:nvPr>
        </p:nvCxnSpPr>
        <p:spPr>
          <a:xfrm>
            <a:off x="1818680" y="1749509"/>
            <a:ext cx="1286146" cy="0"/>
          </a:xfrm>
          <a:prstGeom prst="line">
            <a:avLst/>
          </a:prstGeom>
          <a:ln>
            <a:solidFill>
              <a:sysClr val="window" lastClr="FFFFFF">
                <a:lumMod val="65000"/>
              </a:sysClr>
            </a:solidFill>
            <a:prstDash val="sysDash"/>
          </a:ln>
        </p:spPr>
        <p:style>
          <a:lnRef idx="1">
            <a:srgbClr val="1F74AD"/>
          </a:lnRef>
          <a:fillRef idx="0">
            <a:srgbClr val="1F74AD"/>
          </a:fillRef>
          <a:effectRef idx="0">
            <a:srgbClr val="1F74AD"/>
          </a:effectRef>
          <a:fontRef idx="minor">
            <a:srgbClr val="000000"/>
          </a:fontRef>
        </p:style>
      </p:cxnSp>
      <p:sp>
        <p:nvSpPr>
          <p:cNvPr id="5" name="矩形 4"/>
          <p:cNvSpPr/>
          <p:nvPr>
            <p:custDataLst>
              <p:tags r:id="rId3"/>
            </p:custDataLst>
          </p:nvPr>
        </p:nvSpPr>
        <p:spPr>
          <a:xfrm>
            <a:off x="1236614" y="1694952"/>
            <a:ext cx="1018670" cy="61217"/>
          </a:xfrm>
          <a:prstGeom prst="rect">
            <a:avLst/>
          </a:prstGeom>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fontScale="25000" lnSpcReduction="20000"/>
          </a:bodyPr>
          <a:lstStyle/>
          <a:p>
            <a:pPr algn="ctr">
              <a:lnSpc>
                <a:spcPct val="140000"/>
              </a:lnSpc>
            </a:pPr>
            <a:endParaRPr lang="zh-CN" altLang="en-US" sz="1350">
              <a:latin typeface="Arial" panose="020B0604020202020204" pitchFamily="34" charset="0"/>
              <a:ea typeface="微软雅黑" panose="020B0503020204020204" pitchFamily="34" charset="-122"/>
              <a:sym typeface="Arial" panose="020B0604020202020204" pitchFamily="34" charset="0"/>
            </a:endParaRPr>
          </a:p>
        </p:txBody>
      </p:sp>
      <p:sp>
        <p:nvSpPr>
          <p:cNvPr id="12" name="标题 1"/>
          <p:cNvSpPr txBox="1"/>
          <p:nvPr>
            <p:custDataLst>
              <p:tags r:id="rId4"/>
            </p:custDataLst>
          </p:nvPr>
        </p:nvSpPr>
        <p:spPr>
          <a:xfrm>
            <a:off x="1179763" y="1850832"/>
            <a:ext cx="2126462" cy="1049474"/>
          </a:xfrm>
          <a:prstGeom prst="rect">
            <a:avLst/>
          </a:prstGeom>
          <a:noFill/>
        </p:spPr>
        <p:txBody>
          <a:bodyPr wrap="square" rtlCol="0">
            <a:normAutofit/>
          </a:bodyPr>
          <a:lstStyle>
            <a:defPPr>
              <a:defRPr lang="zh-CN"/>
            </a:defPPr>
            <a:lvl1pPr>
              <a:lnSpc>
                <a:spcPct val="130000"/>
              </a:lnSpc>
              <a:defRPr sz="1200"/>
            </a:lvl1pPr>
          </a:lstStyle>
          <a:p>
            <a:pPr>
              <a:lnSpc>
                <a:spcPct val="130000"/>
              </a:lnSpc>
              <a:spcBef>
                <a:spcPts val="0"/>
              </a:spcBef>
            </a:pPr>
            <a:r>
              <a:rPr lang="zh-CN" altLang="en-US" sz="1100" kern="0">
                <a:uFillTx/>
                <a:latin typeface="Arial" panose="020B0604020202020204" pitchFamily="34" charset="0"/>
                <a:ea typeface="微软雅黑" panose="020B0503020204020204" pitchFamily="34" charset="-122"/>
                <a:sym typeface="+mn-ea"/>
              </a:rPr>
              <a:t>单击“开始”按钮       ，在“所有应用”或“开始”屏幕的磁贴中，单击“Cortana小娜”，启动Cortana。</a:t>
            </a:r>
          </a:p>
        </p:txBody>
      </p:sp>
      <p:sp>
        <p:nvSpPr>
          <p:cNvPr id="14" name="标题 1"/>
          <p:cNvSpPr txBox="1"/>
          <p:nvPr>
            <p:custDataLst>
              <p:tags r:id="rId5"/>
            </p:custDataLst>
          </p:nvPr>
        </p:nvSpPr>
        <p:spPr>
          <a:xfrm>
            <a:off x="858900" y="1258489"/>
            <a:ext cx="229462" cy="724269"/>
          </a:xfrm>
          <a:prstGeom prst="rect">
            <a:avLst/>
          </a:prstGeom>
          <a:noFill/>
        </p:spPr>
        <p:txBody>
          <a:bodyPr wrap="square" rtlCol="0" anchor="ctr">
            <a:normAutofit fontScale="40000"/>
          </a:bodyPr>
          <a:lstStyle>
            <a:defPPr>
              <a:defRPr lang="zh-CN"/>
            </a:defPPr>
            <a:lvl1pPr>
              <a:lnSpc>
                <a:spcPct val="130000"/>
              </a:lnSpc>
              <a:defRPr sz="1200"/>
            </a:lvl1pPr>
          </a:lstStyle>
          <a:p>
            <a:pPr algn="ctr">
              <a:lnSpc>
                <a:spcPct val="120000"/>
              </a:lnSpc>
            </a:pPr>
            <a:r>
              <a:rPr lang="en-US" altLang="zh-CN" sz="3000" spc="150" dirty="0">
                <a:solidFill>
                  <a:srgbClr val="1F74AD"/>
                </a:solidFill>
                <a:latin typeface="Arial" panose="020B0604020202020204" pitchFamily="34" charset="0"/>
                <a:ea typeface="微软雅黑" panose="020B0503020204020204" pitchFamily="34" charset="-122"/>
                <a:sym typeface="Arial" panose="020B0604020202020204" pitchFamily="34" charset="0"/>
              </a:rPr>
              <a:t>1</a:t>
            </a:r>
            <a:endParaRPr lang="zh-CN" altLang="en-US" sz="3000" spc="150" dirty="0">
              <a:solidFill>
                <a:srgbClr val="1F74AD"/>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27" name="直接连接符 26"/>
          <p:cNvCxnSpPr/>
          <p:nvPr>
            <p:custDataLst>
              <p:tags r:id="rId6"/>
            </p:custDataLst>
          </p:nvPr>
        </p:nvCxnSpPr>
        <p:spPr>
          <a:xfrm>
            <a:off x="4308117" y="1749509"/>
            <a:ext cx="1286146" cy="0"/>
          </a:xfrm>
          <a:prstGeom prst="line">
            <a:avLst/>
          </a:prstGeom>
          <a:ln>
            <a:solidFill>
              <a:sysClr val="window" lastClr="FFFFFF">
                <a:lumMod val="65000"/>
              </a:sysClr>
            </a:solidFill>
            <a:prstDash val="sysDash"/>
          </a:ln>
        </p:spPr>
        <p:style>
          <a:lnRef idx="1">
            <a:srgbClr val="1F74AD"/>
          </a:lnRef>
          <a:fillRef idx="0">
            <a:srgbClr val="1F74AD"/>
          </a:fillRef>
          <a:effectRef idx="0">
            <a:srgbClr val="1F74AD"/>
          </a:effectRef>
          <a:fontRef idx="minor">
            <a:srgbClr val="000000"/>
          </a:fontRef>
        </p:style>
      </p:cxnSp>
      <p:sp>
        <p:nvSpPr>
          <p:cNvPr id="28" name="矩形 27"/>
          <p:cNvSpPr/>
          <p:nvPr>
            <p:custDataLst>
              <p:tags r:id="rId7"/>
            </p:custDataLst>
          </p:nvPr>
        </p:nvSpPr>
        <p:spPr>
          <a:xfrm>
            <a:off x="3726051" y="1694952"/>
            <a:ext cx="1018670" cy="61217"/>
          </a:xfrm>
          <a:prstGeom prst="rect">
            <a:avLst/>
          </a:prstGeom>
          <a:solidFill>
            <a:srgbClr val="3498DB"/>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fontScale="25000" lnSpcReduction="20000"/>
          </a:bodyPr>
          <a:lstStyle/>
          <a:p>
            <a:pPr algn="ctr">
              <a:lnSpc>
                <a:spcPct val="140000"/>
              </a:lnSpc>
            </a:pPr>
            <a:endParaRPr lang="zh-CN" altLang="en-US" sz="1350">
              <a:solidFill>
                <a:srgbClr val="3498DB"/>
              </a:solidFill>
              <a:latin typeface="Arial" panose="020B0604020202020204" pitchFamily="34" charset="0"/>
              <a:ea typeface="微软雅黑" panose="020B0503020204020204" pitchFamily="34" charset="-122"/>
              <a:sym typeface="Arial" panose="020B0604020202020204" pitchFamily="34" charset="0"/>
            </a:endParaRPr>
          </a:p>
        </p:txBody>
      </p:sp>
      <p:sp>
        <p:nvSpPr>
          <p:cNvPr id="29" name="标题 1"/>
          <p:cNvSpPr txBox="1"/>
          <p:nvPr>
            <p:custDataLst>
              <p:tags r:id="rId8"/>
            </p:custDataLst>
          </p:nvPr>
        </p:nvSpPr>
        <p:spPr>
          <a:xfrm>
            <a:off x="3669200" y="1850832"/>
            <a:ext cx="2126462" cy="1049474"/>
          </a:xfrm>
          <a:prstGeom prst="rect">
            <a:avLst/>
          </a:prstGeom>
          <a:noFill/>
        </p:spPr>
        <p:txBody>
          <a:bodyPr wrap="square" rtlCol="0">
            <a:normAutofit/>
          </a:bodyPr>
          <a:lstStyle>
            <a:defPPr>
              <a:defRPr lang="zh-CN"/>
            </a:defPPr>
            <a:lvl1pPr>
              <a:lnSpc>
                <a:spcPct val="130000"/>
              </a:lnSpc>
              <a:defRPr sz="1200"/>
            </a:lvl1pPr>
          </a:lstStyle>
          <a:p>
            <a:pPr algn="l">
              <a:lnSpc>
                <a:spcPct val="130000"/>
              </a:lnSpc>
              <a:spcBef>
                <a:spcPts val="0"/>
              </a:spcBef>
              <a:buClrTx/>
              <a:buSzTx/>
              <a:buFontTx/>
            </a:pPr>
            <a:r>
              <a:rPr lang="zh-CN" altLang="en-US" sz="1100" kern="0">
                <a:uFillTx/>
                <a:latin typeface="Arial" panose="020B0604020202020204" pitchFamily="34" charset="0"/>
                <a:ea typeface="微软雅黑" panose="020B0503020204020204" pitchFamily="34" charset="-122"/>
                <a:sym typeface="+mn-ea"/>
              </a:rPr>
              <a:t>第一次启用Cortana 时，需要告诉Cortana 你的称呼，在文本框中输入即可。单击“下一步”按钮开始使用Cortana。</a:t>
            </a:r>
          </a:p>
        </p:txBody>
      </p:sp>
      <p:sp>
        <p:nvSpPr>
          <p:cNvPr id="30" name="标题 1"/>
          <p:cNvSpPr txBox="1"/>
          <p:nvPr>
            <p:custDataLst>
              <p:tags r:id="rId9"/>
            </p:custDataLst>
          </p:nvPr>
        </p:nvSpPr>
        <p:spPr>
          <a:xfrm>
            <a:off x="3348338" y="1258489"/>
            <a:ext cx="229462" cy="724269"/>
          </a:xfrm>
          <a:prstGeom prst="rect">
            <a:avLst/>
          </a:prstGeom>
          <a:noFill/>
        </p:spPr>
        <p:txBody>
          <a:bodyPr wrap="square" rtlCol="0" anchor="ctr">
            <a:normAutofit fontScale="40000"/>
          </a:bodyPr>
          <a:lstStyle>
            <a:defPPr>
              <a:defRPr lang="zh-CN"/>
            </a:defPPr>
            <a:lvl1pPr>
              <a:lnSpc>
                <a:spcPct val="130000"/>
              </a:lnSpc>
              <a:defRPr sz="1200"/>
            </a:lvl1pPr>
          </a:lstStyle>
          <a:p>
            <a:pPr algn="ctr">
              <a:lnSpc>
                <a:spcPct val="120000"/>
              </a:lnSpc>
            </a:pPr>
            <a:r>
              <a:rPr lang="en-US" altLang="zh-CN" sz="3000" spc="150" dirty="0">
                <a:solidFill>
                  <a:srgbClr val="3498DB"/>
                </a:solidFill>
                <a:latin typeface="Arial" panose="020B0604020202020204" pitchFamily="34" charset="0"/>
                <a:ea typeface="微软雅黑" panose="020B0503020204020204" pitchFamily="34" charset="-122"/>
                <a:sym typeface="Arial" panose="020B0604020202020204" pitchFamily="34" charset="0"/>
              </a:rPr>
              <a:t>2</a:t>
            </a:r>
            <a:endParaRPr lang="zh-CN" altLang="en-US" sz="3000" spc="150" dirty="0">
              <a:solidFill>
                <a:srgbClr val="3498DB"/>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32" name="直接连接符 31"/>
          <p:cNvCxnSpPr/>
          <p:nvPr>
            <p:custDataLst>
              <p:tags r:id="rId10"/>
            </p:custDataLst>
          </p:nvPr>
        </p:nvCxnSpPr>
        <p:spPr>
          <a:xfrm>
            <a:off x="6797555" y="1749509"/>
            <a:ext cx="1286147" cy="0"/>
          </a:xfrm>
          <a:prstGeom prst="line">
            <a:avLst/>
          </a:prstGeom>
          <a:ln>
            <a:solidFill>
              <a:sysClr val="window" lastClr="FFFFFF">
                <a:lumMod val="65000"/>
              </a:sysClr>
            </a:solidFill>
            <a:prstDash val="sysDash"/>
          </a:ln>
        </p:spPr>
        <p:style>
          <a:lnRef idx="1">
            <a:srgbClr val="1F74AD"/>
          </a:lnRef>
          <a:fillRef idx="0">
            <a:srgbClr val="1F74AD"/>
          </a:fillRef>
          <a:effectRef idx="0">
            <a:srgbClr val="1F74AD"/>
          </a:effectRef>
          <a:fontRef idx="minor">
            <a:srgbClr val="000000"/>
          </a:fontRef>
        </p:style>
      </p:cxnSp>
      <p:sp>
        <p:nvSpPr>
          <p:cNvPr id="33" name="矩形 32"/>
          <p:cNvSpPr/>
          <p:nvPr>
            <p:custDataLst>
              <p:tags r:id="rId11"/>
            </p:custDataLst>
          </p:nvPr>
        </p:nvSpPr>
        <p:spPr>
          <a:xfrm>
            <a:off x="6215489" y="1694952"/>
            <a:ext cx="1018670" cy="61217"/>
          </a:xfrm>
          <a:prstGeom prst="rect">
            <a:avLst/>
          </a:prstGeom>
          <a:solidFill>
            <a:srgbClr val="1AA3AA"/>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fontScale="25000" lnSpcReduction="20000"/>
          </a:bodyPr>
          <a:lstStyle/>
          <a:p>
            <a:pPr algn="ctr">
              <a:lnSpc>
                <a:spcPct val="140000"/>
              </a:lnSpc>
            </a:pPr>
            <a:endParaRPr lang="zh-CN" altLang="en-US" sz="1350">
              <a:latin typeface="Arial" panose="020B0604020202020204" pitchFamily="34" charset="0"/>
              <a:ea typeface="微软雅黑" panose="020B0503020204020204" pitchFamily="34" charset="-122"/>
              <a:sym typeface="Arial" panose="020B0604020202020204" pitchFamily="34" charset="0"/>
            </a:endParaRPr>
          </a:p>
        </p:txBody>
      </p:sp>
      <p:sp>
        <p:nvSpPr>
          <p:cNvPr id="34" name="标题 1"/>
          <p:cNvSpPr txBox="1"/>
          <p:nvPr>
            <p:custDataLst>
              <p:tags r:id="rId12"/>
            </p:custDataLst>
          </p:nvPr>
        </p:nvSpPr>
        <p:spPr>
          <a:xfrm>
            <a:off x="6158638" y="1850832"/>
            <a:ext cx="2126462" cy="1049474"/>
          </a:xfrm>
          <a:prstGeom prst="rect">
            <a:avLst/>
          </a:prstGeom>
          <a:noFill/>
        </p:spPr>
        <p:txBody>
          <a:bodyPr wrap="square" rtlCol="0">
            <a:noAutofit/>
          </a:bodyPr>
          <a:lstStyle>
            <a:defPPr>
              <a:defRPr lang="zh-CN"/>
            </a:defPPr>
            <a:lvl1pPr>
              <a:lnSpc>
                <a:spcPct val="130000"/>
              </a:lnSpc>
              <a:defRPr sz="1200"/>
            </a:lvl1pPr>
          </a:lstStyle>
          <a:p>
            <a:pPr algn="l">
              <a:lnSpc>
                <a:spcPct val="130000"/>
              </a:lnSpc>
              <a:spcBef>
                <a:spcPts val="0"/>
              </a:spcBef>
              <a:buClrTx/>
              <a:buSzTx/>
              <a:buFontTx/>
            </a:pPr>
            <a:r>
              <a:rPr lang="zh-CN" altLang="en-US" sz="1100" kern="0">
                <a:uFillTx/>
                <a:latin typeface="Arial" panose="020B0604020202020204" pitchFamily="34" charset="0"/>
                <a:ea typeface="微软雅黑" panose="020B0503020204020204" pitchFamily="34" charset="-122"/>
                <a:sym typeface="+mn-ea"/>
              </a:rPr>
              <a:t>开启Cortana 后，单击搜索框，在左边栏显示Cortana 主页。在左侧单击“笔记本”图标        ，显示其子选项。“笔记本”是Cortana 用来存储用户爱好等信息的记录本。</a:t>
            </a:r>
          </a:p>
        </p:txBody>
      </p:sp>
      <p:sp>
        <p:nvSpPr>
          <p:cNvPr id="35" name="标题 1"/>
          <p:cNvSpPr txBox="1"/>
          <p:nvPr>
            <p:custDataLst>
              <p:tags r:id="rId13"/>
            </p:custDataLst>
          </p:nvPr>
        </p:nvSpPr>
        <p:spPr>
          <a:xfrm>
            <a:off x="5837776" y="1258489"/>
            <a:ext cx="229462" cy="724269"/>
          </a:xfrm>
          <a:prstGeom prst="rect">
            <a:avLst/>
          </a:prstGeom>
          <a:noFill/>
        </p:spPr>
        <p:txBody>
          <a:bodyPr wrap="square" rtlCol="0" anchor="ctr">
            <a:normAutofit fontScale="40000"/>
          </a:bodyPr>
          <a:lstStyle>
            <a:defPPr>
              <a:defRPr lang="zh-CN"/>
            </a:defPPr>
            <a:lvl1pPr>
              <a:lnSpc>
                <a:spcPct val="130000"/>
              </a:lnSpc>
              <a:defRPr sz="1200"/>
            </a:lvl1pPr>
          </a:lstStyle>
          <a:p>
            <a:pPr algn="ctr">
              <a:lnSpc>
                <a:spcPct val="120000"/>
              </a:lnSpc>
            </a:pPr>
            <a:r>
              <a:rPr lang="en-US" altLang="zh-CN" sz="3000" spc="150" dirty="0">
                <a:solidFill>
                  <a:srgbClr val="1AA3AA"/>
                </a:solidFill>
                <a:latin typeface="Arial" panose="020B0604020202020204" pitchFamily="34" charset="0"/>
                <a:ea typeface="微软雅黑" panose="020B0503020204020204" pitchFamily="34" charset="-122"/>
                <a:sym typeface="Arial" panose="020B0604020202020204" pitchFamily="34" charset="0"/>
              </a:rPr>
              <a:t>3</a:t>
            </a:r>
            <a:endParaRPr lang="zh-CN" altLang="en-US" sz="3000" spc="150" dirty="0">
              <a:solidFill>
                <a:srgbClr val="1AA3AA"/>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37" name="直接连接符 36"/>
          <p:cNvCxnSpPr/>
          <p:nvPr>
            <p:custDataLst>
              <p:tags r:id="rId14"/>
            </p:custDataLst>
          </p:nvPr>
        </p:nvCxnSpPr>
        <p:spPr>
          <a:xfrm>
            <a:off x="1818680" y="3316345"/>
            <a:ext cx="1286146" cy="0"/>
          </a:xfrm>
          <a:prstGeom prst="line">
            <a:avLst/>
          </a:prstGeom>
          <a:ln>
            <a:solidFill>
              <a:sysClr val="window" lastClr="FFFFFF">
                <a:lumMod val="65000"/>
              </a:sysClr>
            </a:solidFill>
            <a:prstDash val="sysDash"/>
          </a:ln>
        </p:spPr>
        <p:style>
          <a:lnRef idx="1">
            <a:srgbClr val="1F74AD"/>
          </a:lnRef>
          <a:fillRef idx="0">
            <a:srgbClr val="1F74AD"/>
          </a:fillRef>
          <a:effectRef idx="0">
            <a:srgbClr val="1F74AD"/>
          </a:effectRef>
          <a:fontRef idx="minor">
            <a:srgbClr val="000000"/>
          </a:fontRef>
        </p:style>
      </p:cxnSp>
      <p:sp>
        <p:nvSpPr>
          <p:cNvPr id="38" name="矩形 37"/>
          <p:cNvSpPr/>
          <p:nvPr>
            <p:custDataLst>
              <p:tags r:id="rId15"/>
            </p:custDataLst>
          </p:nvPr>
        </p:nvSpPr>
        <p:spPr>
          <a:xfrm>
            <a:off x="1236614" y="3270812"/>
            <a:ext cx="1018670" cy="61217"/>
          </a:xfrm>
          <a:prstGeom prst="rect">
            <a:avLst/>
          </a:prstGeom>
          <a:solidFill>
            <a:srgbClr val="69A35B"/>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fontScale="25000" lnSpcReduction="20000"/>
          </a:bodyPr>
          <a:lstStyle/>
          <a:p>
            <a:pPr algn="ctr">
              <a:lnSpc>
                <a:spcPct val="140000"/>
              </a:lnSpc>
            </a:pPr>
            <a:endParaRPr lang="zh-CN" altLang="en-US" sz="1350">
              <a:solidFill>
                <a:srgbClr val="69A35B"/>
              </a:solidFill>
              <a:latin typeface="Arial" panose="020B0604020202020204" pitchFamily="34" charset="0"/>
              <a:ea typeface="微软雅黑" panose="020B0503020204020204" pitchFamily="34" charset="-122"/>
              <a:sym typeface="Arial" panose="020B0604020202020204" pitchFamily="34" charset="0"/>
            </a:endParaRPr>
          </a:p>
        </p:txBody>
      </p:sp>
      <p:sp>
        <p:nvSpPr>
          <p:cNvPr id="39" name="标题 1"/>
          <p:cNvSpPr txBox="1"/>
          <p:nvPr>
            <p:custDataLst>
              <p:tags r:id="rId16"/>
            </p:custDataLst>
          </p:nvPr>
        </p:nvSpPr>
        <p:spPr>
          <a:xfrm>
            <a:off x="1179763" y="3426692"/>
            <a:ext cx="2126462" cy="970915"/>
          </a:xfrm>
          <a:prstGeom prst="rect">
            <a:avLst/>
          </a:prstGeom>
          <a:noFill/>
        </p:spPr>
        <p:txBody>
          <a:bodyPr wrap="square" rtlCol="0">
            <a:spAutoFit/>
          </a:bodyPr>
          <a:lstStyle>
            <a:defPPr>
              <a:defRPr lang="zh-CN"/>
            </a:defPPr>
            <a:lvl1pPr>
              <a:lnSpc>
                <a:spcPct val="130000"/>
              </a:lnSpc>
              <a:defRPr sz="1200"/>
            </a:lvl1pPr>
          </a:lstStyle>
          <a:p>
            <a:pPr>
              <a:lnSpc>
                <a:spcPct val="130000"/>
              </a:lnSpc>
              <a:spcBef>
                <a:spcPts val="0"/>
              </a:spcBef>
            </a:pPr>
            <a:r>
              <a:rPr lang="zh-CN" altLang="en-US" sz="1100" kern="0">
                <a:solidFill>
                  <a:schemeClr val="tx1"/>
                </a:solidFill>
                <a:uFillTx/>
                <a:latin typeface="Arial" panose="020B0604020202020204" pitchFamily="34" charset="0"/>
                <a:ea typeface="微软雅黑" panose="020B0503020204020204" pitchFamily="34" charset="-122"/>
                <a:sym typeface="+mn-ea"/>
              </a:rPr>
              <a:t>开启“你好小娜”后还要做一些设置来让Cortana 熟悉用户的声音，单击“学习我说‘你好小娜’的方式”。</a:t>
            </a:r>
          </a:p>
        </p:txBody>
      </p:sp>
      <p:sp>
        <p:nvSpPr>
          <p:cNvPr id="40" name="标题 1"/>
          <p:cNvSpPr txBox="1"/>
          <p:nvPr>
            <p:custDataLst>
              <p:tags r:id="rId17"/>
            </p:custDataLst>
          </p:nvPr>
        </p:nvSpPr>
        <p:spPr>
          <a:xfrm>
            <a:off x="858900" y="2834348"/>
            <a:ext cx="229462" cy="724269"/>
          </a:xfrm>
          <a:prstGeom prst="rect">
            <a:avLst/>
          </a:prstGeom>
          <a:noFill/>
        </p:spPr>
        <p:txBody>
          <a:bodyPr wrap="square" rtlCol="0" anchor="ctr">
            <a:normAutofit fontScale="40000"/>
          </a:bodyPr>
          <a:lstStyle>
            <a:defPPr>
              <a:defRPr lang="zh-CN"/>
            </a:defPPr>
            <a:lvl1pPr>
              <a:lnSpc>
                <a:spcPct val="130000"/>
              </a:lnSpc>
              <a:defRPr sz="1200"/>
            </a:lvl1pPr>
          </a:lstStyle>
          <a:p>
            <a:pPr algn="ctr">
              <a:lnSpc>
                <a:spcPct val="120000"/>
              </a:lnSpc>
            </a:pPr>
            <a:r>
              <a:rPr lang="en-US" altLang="zh-CN" sz="3000" spc="150" dirty="0">
                <a:solidFill>
                  <a:srgbClr val="69A35B"/>
                </a:solidFill>
                <a:latin typeface="Arial" panose="020B0604020202020204" pitchFamily="34" charset="0"/>
                <a:ea typeface="微软雅黑" panose="020B0503020204020204" pitchFamily="34" charset="-122"/>
                <a:sym typeface="Arial" panose="020B0604020202020204" pitchFamily="34" charset="0"/>
              </a:rPr>
              <a:t>4</a:t>
            </a:r>
            <a:endParaRPr lang="zh-CN" altLang="en-US" sz="3000" spc="150" dirty="0">
              <a:solidFill>
                <a:srgbClr val="69A35B"/>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44" name="直接连接符 43"/>
          <p:cNvCxnSpPr/>
          <p:nvPr>
            <p:custDataLst>
              <p:tags r:id="rId18"/>
            </p:custDataLst>
          </p:nvPr>
        </p:nvCxnSpPr>
        <p:spPr>
          <a:xfrm>
            <a:off x="4308117" y="3316345"/>
            <a:ext cx="1286146" cy="0"/>
          </a:xfrm>
          <a:prstGeom prst="line">
            <a:avLst/>
          </a:prstGeom>
          <a:ln>
            <a:solidFill>
              <a:sysClr val="window" lastClr="FFFFFF">
                <a:lumMod val="65000"/>
              </a:sysClr>
            </a:solidFill>
            <a:prstDash val="sysDash"/>
          </a:ln>
        </p:spPr>
        <p:style>
          <a:lnRef idx="1">
            <a:srgbClr val="1F74AD"/>
          </a:lnRef>
          <a:fillRef idx="0">
            <a:srgbClr val="1F74AD"/>
          </a:fillRef>
          <a:effectRef idx="0">
            <a:srgbClr val="1F74AD"/>
          </a:effectRef>
          <a:fontRef idx="minor">
            <a:srgbClr val="000000"/>
          </a:fontRef>
        </p:style>
      </p:cxnSp>
      <p:sp>
        <p:nvSpPr>
          <p:cNvPr id="45" name="矩形 44"/>
          <p:cNvSpPr/>
          <p:nvPr>
            <p:custDataLst>
              <p:tags r:id="rId19"/>
            </p:custDataLst>
          </p:nvPr>
        </p:nvSpPr>
        <p:spPr>
          <a:xfrm>
            <a:off x="3726051" y="3270812"/>
            <a:ext cx="1018670" cy="61217"/>
          </a:xfrm>
          <a:prstGeom prst="rect">
            <a:avLst/>
          </a:prstGeom>
          <a:solidFill>
            <a:srgbClr val="9BBB59"/>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fontScale="25000" lnSpcReduction="20000"/>
          </a:bodyPr>
          <a:lstStyle/>
          <a:p>
            <a:pPr algn="ctr">
              <a:lnSpc>
                <a:spcPct val="140000"/>
              </a:lnSpc>
            </a:pPr>
            <a:endParaRPr lang="zh-CN" altLang="en-US" sz="1350">
              <a:solidFill>
                <a:srgbClr val="3498DB"/>
              </a:solidFill>
              <a:latin typeface="Arial" panose="020B0604020202020204" pitchFamily="34" charset="0"/>
              <a:ea typeface="微软雅黑" panose="020B0503020204020204" pitchFamily="34" charset="-122"/>
              <a:sym typeface="Arial" panose="020B0604020202020204" pitchFamily="34" charset="0"/>
            </a:endParaRPr>
          </a:p>
        </p:txBody>
      </p:sp>
      <p:sp>
        <p:nvSpPr>
          <p:cNvPr id="46" name="标题 1"/>
          <p:cNvSpPr txBox="1"/>
          <p:nvPr>
            <p:custDataLst>
              <p:tags r:id="rId20"/>
            </p:custDataLst>
          </p:nvPr>
        </p:nvSpPr>
        <p:spPr>
          <a:xfrm>
            <a:off x="3669200" y="3426692"/>
            <a:ext cx="2126462" cy="751205"/>
          </a:xfrm>
          <a:prstGeom prst="rect">
            <a:avLst/>
          </a:prstGeom>
          <a:noFill/>
        </p:spPr>
        <p:txBody>
          <a:bodyPr wrap="square" rtlCol="0">
            <a:spAutoFit/>
          </a:bodyPr>
          <a:lstStyle>
            <a:defPPr>
              <a:defRPr lang="zh-CN"/>
            </a:defPPr>
            <a:lvl1pPr>
              <a:lnSpc>
                <a:spcPct val="130000"/>
              </a:lnSpc>
              <a:defRPr sz="1200"/>
            </a:lvl1pPr>
          </a:lstStyle>
          <a:p>
            <a:pPr>
              <a:lnSpc>
                <a:spcPct val="130000"/>
              </a:lnSpc>
              <a:spcBef>
                <a:spcPts val="0"/>
              </a:spcBef>
            </a:pPr>
            <a:r>
              <a:rPr lang="zh-CN" altLang="en-US" sz="1100" kern="0">
                <a:solidFill>
                  <a:schemeClr val="tx1"/>
                </a:solidFill>
                <a:uFillTx/>
                <a:latin typeface="Arial" panose="020B0604020202020204" pitchFamily="34" charset="0"/>
                <a:ea typeface="微软雅黑" panose="020B0503020204020204" pitchFamily="34" charset="-122"/>
                <a:sym typeface="Arial" panose="020B0604020202020204" pitchFamily="34" charset="0"/>
              </a:rPr>
              <a:t>可以更改用户名称，单击“关于我”可以更改用户名字和用户收藏。</a:t>
            </a:r>
          </a:p>
        </p:txBody>
      </p:sp>
      <p:sp>
        <p:nvSpPr>
          <p:cNvPr id="47" name="标题 1"/>
          <p:cNvSpPr txBox="1"/>
          <p:nvPr>
            <p:custDataLst>
              <p:tags r:id="rId21"/>
            </p:custDataLst>
          </p:nvPr>
        </p:nvSpPr>
        <p:spPr>
          <a:xfrm>
            <a:off x="3348338" y="2834348"/>
            <a:ext cx="229462" cy="724269"/>
          </a:xfrm>
          <a:prstGeom prst="rect">
            <a:avLst/>
          </a:prstGeom>
          <a:noFill/>
        </p:spPr>
        <p:txBody>
          <a:bodyPr wrap="square" rtlCol="0" anchor="ctr">
            <a:normAutofit fontScale="40000"/>
          </a:bodyPr>
          <a:lstStyle>
            <a:defPPr>
              <a:defRPr lang="zh-CN"/>
            </a:defPPr>
            <a:lvl1pPr>
              <a:lnSpc>
                <a:spcPct val="130000"/>
              </a:lnSpc>
              <a:defRPr sz="1200"/>
            </a:lvl1pPr>
          </a:lstStyle>
          <a:p>
            <a:pPr algn="ctr">
              <a:lnSpc>
                <a:spcPct val="120000"/>
              </a:lnSpc>
            </a:pPr>
            <a:r>
              <a:rPr lang="en-US" altLang="zh-CN" sz="3000" spc="150" dirty="0">
                <a:solidFill>
                  <a:srgbClr val="9BBB59"/>
                </a:solidFill>
                <a:latin typeface="Arial" panose="020B0604020202020204" pitchFamily="34" charset="0"/>
                <a:ea typeface="微软雅黑" panose="020B0503020204020204" pitchFamily="34" charset="-122"/>
                <a:sym typeface="Arial" panose="020B0604020202020204" pitchFamily="34" charset="0"/>
              </a:rPr>
              <a:t>5</a:t>
            </a:r>
            <a:endParaRPr lang="zh-CN" altLang="en-US" sz="3000" spc="150" dirty="0">
              <a:solidFill>
                <a:srgbClr val="9BBB59"/>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42" name="直接连接符 41"/>
          <p:cNvCxnSpPr/>
          <p:nvPr>
            <p:custDataLst>
              <p:tags r:id="rId22"/>
            </p:custDataLst>
          </p:nvPr>
        </p:nvCxnSpPr>
        <p:spPr>
          <a:xfrm>
            <a:off x="6797555" y="3316345"/>
            <a:ext cx="1286146" cy="0"/>
          </a:xfrm>
          <a:prstGeom prst="line">
            <a:avLst/>
          </a:prstGeom>
          <a:ln>
            <a:solidFill>
              <a:sysClr val="window" lastClr="FFFFFF">
                <a:lumMod val="65000"/>
              </a:sysClr>
            </a:solidFill>
            <a:prstDash val="sysDash"/>
          </a:ln>
        </p:spPr>
        <p:style>
          <a:lnRef idx="1">
            <a:srgbClr val="1F74AD"/>
          </a:lnRef>
          <a:fillRef idx="0">
            <a:srgbClr val="1F74AD"/>
          </a:fillRef>
          <a:effectRef idx="0">
            <a:srgbClr val="1F74AD"/>
          </a:effectRef>
          <a:fontRef idx="minor">
            <a:srgbClr val="000000"/>
          </a:fontRef>
        </p:style>
      </p:cxnSp>
      <p:sp>
        <p:nvSpPr>
          <p:cNvPr id="48" name="矩形 47"/>
          <p:cNvSpPr/>
          <p:nvPr>
            <p:custDataLst>
              <p:tags r:id="rId23"/>
            </p:custDataLst>
          </p:nvPr>
        </p:nvSpPr>
        <p:spPr>
          <a:xfrm>
            <a:off x="6215489" y="3270812"/>
            <a:ext cx="1018670" cy="61217"/>
          </a:xfrm>
          <a:prstGeom prst="rect">
            <a:avLst/>
          </a:prstGeom>
          <a:solidFill>
            <a:srgbClr val="FFC000"/>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fontScale="25000" lnSpcReduction="20000"/>
          </a:bodyPr>
          <a:lstStyle/>
          <a:p>
            <a:pPr algn="ctr">
              <a:lnSpc>
                <a:spcPct val="140000"/>
              </a:lnSpc>
            </a:pPr>
            <a:endParaRPr lang="zh-CN" altLang="en-US" sz="1350" dirty="0">
              <a:solidFill>
                <a:srgbClr val="3498DB"/>
              </a:solidFill>
              <a:latin typeface="Arial" panose="020B0604020202020204" pitchFamily="34" charset="0"/>
              <a:ea typeface="微软雅黑" panose="020B0503020204020204" pitchFamily="34" charset="-122"/>
              <a:sym typeface="Arial" panose="020B0604020202020204" pitchFamily="34" charset="0"/>
            </a:endParaRPr>
          </a:p>
        </p:txBody>
      </p:sp>
      <p:sp>
        <p:nvSpPr>
          <p:cNvPr id="49" name="标题 1"/>
          <p:cNvSpPr txBox="1"/>
          <p:nvPr>
            <p:custDataLst>
              <p:tags r:id="rId24"/>
            </p:custDataLst>
          </p:nvPr>
        </p:nvSpPr>
        <p:spPr>
          <a:xfrm>
            <a:off x="6158638" y="3426692"/>
            <a:ext cx="2126462" cy="1190625"/>
          </a:xfrm>
          <a:prstGeom prst="rect">
            <a:avLst/>
          </a:prstGeom>
          <a:noFill/>
        </p:spPr>
        <p:txBody>
          <a:bodyPr wrap="square" rtlCol="0">
            <a:spAutoFit/>
          </a:bodyPr>
          <a:lstStyle>
            <a:defPPr>
              <a:defRPr lang="zh-CN"/>
            </a:defPPr>
            <a:lvl1pPr>
              <a:lnSpc>
                <a:spcPct val="130000"/>
              </a:lnSpc>
              <a:defRPr sz="1200"/>
            </a:lvl1pPr>
          </a:lstStyle>
          <a:p>
            <a:pPr>
              <a:lnSpc>
                <a:spcPct val="130000"/>
              </a:lnSpc>
              <a:spcBef>
                <a:spcPts val="0"/>
              </a:spcBef>
            </a:pPr>
            <a:r>
              <a:rPr lang="zh-CN" altLang="en-US" sz="1100" kern="0">
                <a:solidFill>
                  <a:schemeClr val="tx1"/>
                </a:solidFill>
                <a:uFillTx/>
                <a:latin typeface="Arial" panose="020B0604020202020204" pitchFamily="34" charset="0"/>
                <a:ea typeface="微软雅黑" panose="020B0503020204020204" pitchFamily="34" charset="-122"/>
                <a:sym typeface="Arial" panose="020B0604020202020204" pitchFamily="34" charset="0"/>
              </a:rPr>
              <a:t>可以设置关注的内容，单击“体育”显示体育设置选项，可以添加喜欢的球队，选定后保存。单击主页左上角的返回按钮可以继续设置。</a:t>
            </a:r>
          </a:p>
        </p:txBody>
      </p:sp>
      <p:sp>
        <p:nvSpPr>
          <p:cNvPr id="50" name="标题 1"/>
          <p:cNvSpPr txBox="1"/>
          <p:nvPr>
            <p:custDataLst>
              <p:tags r:id="rId25"/>
            </p:custDataLst>
          </p:nvPr>
        </p:nvSpPr>
        <p:spPr>
          <a:xfrm>
            <a:off x="5837775" y="2834348"/>
            <a:ext cx="229462" cy="724269"/>
          </a:xfrm>
          <a:prstGeom prst="rect">
            <a:avLst/>
          </a:prstGeom>
          <a:noFill/>
        </p:spPr>
        <p:txBody>
          <a:bodyPr wrap="square" rtlCol="0" anchor="ctr">
            <a:normAutofit fontScale="40000"/>
          </a:bodyPr>
          <a:lstStyle>
            <a:defPPr>
              <a:defRPr lang="zh-CN"/>
            </a:defPPr>
            <a:lvl1pPr>
              <a:lnSpc>
                <a:spcPct val="130000"/>
              </a:lnSpc>
              <a:defRPr sz="1200"/>
            </a:lvl1pPr>
          </a:lstStyle>
          <a:p>
            <a:pPr algn="ctr">
              <a:lnSpc>
                <a:spcPct val="120000"/>
              </a:lnSpc>
            </a:pPr>
            <a:r>
              <a:rPr lang="en-US" altLang="zh-CN" sz="3000" spc="150" dirty="0">
                <a:solidFill>
                  <a:srgbClr val="FFC000"/>
                </a:solidFill>
                <a:latin typeface="Arial" panose="020B0604020202020204" pitchFamily="34" charset="0"/>
                <a:ea typeface="微软雅黑" panose="020B0503020204020204" pitchFamily="34" charset="-122"/>
                <a:sym typeface="Arial" panose="020B0604020202020204" pitchFamily="34" charset="0"/>
              </a:rPr>
              <a:t>6</a:t>
            </a:r>
            <a:endParaRPr lang="zh-CN" altLang="en-US" sz="3000" spc="150" dirty="0">
              <a:solidFill>
                <a:srgbClr val="FFC000"/>
              </a:solidFill>
              <a:latin typeface="Arial" panose="020B0604020202020204" pitchFamily="34" charset="0"/>
              <a:ea typeface="微软雅黑" panose="020B0503020204020204" pitchFamily="34" charset="-122"/>
              <a:sym typeface="Arial" panose="020B0604020202020204" pitchFamily="34" charset="0"/>
            </a:endParaRPr>
          </a:p>
        </p:txBody>
      </p:sp>
      <p:sp>
        <p:nvSpPr>
          <p:cNvPr id="36" name="矩形 35"/>
          <p:cNvSpPr/>
          <p:nvPr>
            <p:custDataLst>
              <p:tags r:id="rId26"/>
            </p:custDataLst>
          </p:nvPr>
        </p:nvSpPr>
        <p:spPr>
          <a:xfrm>
            <a:off x="1755340" y="406898"/>
            <a:ext cx="5598341" cy="503590"/>
          </a:xfrm>
          <a:prstGeom prst="rect">
            <a:avLst/>
          </a:prstGeom>
        </p:spPr>
        <p:txBody>
          <a:bodyPr wrap="square" anchor="ctr">
            <a:normAutofit/>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9pPr>
          </a:lstStyle>
          <a:p>
            <a:pPr algn="ctr">
              <a:lnSpc>
                <a:spcPct val="120000"/>
              </a:lnSpc>
            </a:pPr>
            <a:r>
              <a:rPr lang="zh-CN" altLang="en-US" b="1" spc="300" dirty="0">
                <a:latin typeface="Arial" panose="020B0604020202020204" pitchFamily="34" charset="0"/>
                <a:ea typeface="微软雅黑" panose="020B0503020204020204" pitchFamily="34" charset="-122"/>
                <a:cs typeface="+mn-ea"/>
                <a:sym typeface="Arial" panose="020B0604020202020204" pitchFamily="34" charset="0"/>
              </a:rPr>
              <a:t>使用Cortana（小娜）</a:t>
            </a:r>
          </a:p>
        </p:txBody>
      </p:sp>
      <p:pic>
        <p:nvPicPr>
          <p:cNvPr id="3" name="图片 2"/>
          <p:cNvPicPr>
            <a:picLocks noChangeAspect="1"/>
          </p:cNvPicPr>
          <p:nvPr/>
        </p:nvPicPr>
        <p:blipFill>
          <a:blip r:embed="rId28"/>
          <a:stretch>
            <a:fillRect/>
          </a:stretch>
        </p:blipFill>
        <p:spPr>
          <a:xfrm>
            <a:off x="2430780" y="1870075"/>
            <a:ext cx="222000" cy="216000"/>
          </a:xfrm>
          <a:prstGeom prst="rect">
            <a:avLst/>
          </a:prstGeom>
        </p:spPr>
      </p:pic>
      <p:pic>
        <p:nvPicPr>
          <p:cNvPr id="2" name="图片 1"/>
          <p:cNvPicPr>
            <a:picLocks noChangeAspect="1"/>
          </p:cNvPicPr>
          <p:nvPr/>
        </p:nvPicPr>
        <p:blipFill>
          <a:blip r:embed="rId29"/>
          <a:stretch>
            <a:fillRect/>
          </a:stretch>
        </p:blipFill>
        <p:spPr>
          <a:xfrm>
            <a:off x="7874000" y="2341245"/>
            <a:ext cx="209647" cy="216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60" name="图片 159"/>
          <p:cNvPicPr>
            <a:picLocks noChangeAspect="1"/>
          </p:cNvPicPr>
          <p:nvPr userDrawn="1">
            <p:custDataLst>
              <p:tags r:id="rId2"/>
            </p:custDataLst>
          </p:nvPr>
        </p:nvPicPr>
        <p:blipFill>
          <a:blip r:embed="rId13">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
        <p:nvSpPr>
          <p:cNvPr id="4" name="矩形 3"/>
          <p:cNvSpPr/>
          <p:nvPr>
            <p:custDataLst>
              <p:tags r:id="rId3"/>
            </p:custDataLst>
          </p:nvPr>
        </p:nvSpPr>
        <p:spPr>
          <a:xfrm>
            <a:off x="0" y="2571750"/>
            <a:ext cx="9144000" cy="2571750"/>
          </a:xfrm>
          <a:prstGeom prst="rect">
            <a:avLst/>
          </a:prstGeom>
          <a:pattFill prst="dkDnDiag">
            <a:fgClr>
              <a:srgbClr val="D9D9D9"/>
            </a:fgClr>
            <a:bgClr>
              <a:srgbClr val="D9D9D9"/>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kumimoji="1" lang="zh-CN" altLang="en-US" sz="1200" b="1"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 name="矩形 4"/>
          <p:cNvSpPr/>
          <p:nvPr>
            <p:custDataLst>
              <p:tags r:id="rId4"/>
            </p:custDataLst>
          </p:nvPr>
        </p:nvSpPr>
        <p:spPr>
          <a:xfrm>
            <a:off x="0" y="0"/>
            <a:ext cx="9144000" cy="2571750"/>
          </a:xfrm>
          <a:prstGeom prst="rect">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kumimoji="1" lang="zh-CN" altLang="en-US" sz="1200" b="1">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 name="矩形 5"/>
          <p:cNvSpPr/>
          <p:nvPr>
            <p:custDataLst>
              <p:tags r:id="rId5"/>
            </p:custDataLst>
          </p:nvPr>
        </p:nvSpPr>
        <p:spPr>
          <a:xfrm>
            <a:off x="549867" y="1419225"/>
            <a:ext cx="8044266" cy="3174408"/>
          </a:xfrm>
          <a:prstGeom prst="rect">
            <a:avLst/>
          </a:prstGeom>
          <a:solidFill>
            <a:srgbClr val="FFFFFF"/>
          </a:solidFill>
          <a:ln>
            <a:noFill/>
          </a:ln>
          <a:effectLst>
            <a:outerShdw blurRad="3683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kumimoji="1" lang="zh-CN" altLang="en-US" sz="1200" b="1"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 name="任意多边形: 形状 6"/>
          <p:cNvSpPr>
            <a:spLocks noChangeAspect="1"/>
          </p:cNvSpPr>
          <p:nvPr>
            <p:custDataLst>
              <p:tags r:id="rId6"/>
            </p:custDataLst>
          </p:nvPr>
        </p:nvSpPr>
        <p:spPr>
          <a:xfrm>
            <a:off x="689946" y="4375935"/>
            <a:ext cx="86550" cy="86550"/>
          </a:xfrm>
          <a:custGeom>
            <a:avLst/>
            <a:gdLst>
              <a:gd name="connsiteX0" fmla="*/ 60236 w 688240"/>
              <a:gd name="connsiteY0" fmla="*/ 149944 h 688240"/>
              <a:gd name="connsiteX1" fmla="*/ 538297 w 688240"/>
              <a:gd name="connsiteY1" fmla="*/ 628005 h 688240"/>
              <a:gd name="connsiteX2" fmla="*/ 536521 w 688240"/>
              <a:gd name="connsiteY2" fmla="*/ 629470 h 688240"/>
              <a:gd name="connsiteX3" fmla="*/ 344120 w 688240"/>
              <a:gd name="connsiteY3" fmla="*/ 688240 h 688240"/>
              <a:gd name="connsiteX4" fmla="*/ 0 w 688240"/>
              <a:gd name="connsiteY4" fmla="*/ 344120 h 688240"/>
              <a:gd name="connsiteX5" fmla="*/ 58770 w 688240"/>
              <a:gd name="connsiteY5" fmla="*/ 151719 h 688240"/>
              <a:gd name="connsiteX6" fmla="*/ 344120 w 688240"/>
              <a:gd name="connsiteY6" fmla="*/ 0 h 688240"/>
              <a:gd name="connsiteX7" fmla="*/ 688240 w 688240"/>
              <a:gd name="connsiteY7" fmla="*/ 344120 h 688240"/>
              <a:gd name="connsiteX8" fmla="*/ 629470 w 688240"/>
              <a:gd name="connsiteY8" fmla="*/ 536521 h 688240"/>
              <a:gd name="connsiteX9" fmla="*/ 628004 w 688240"/>
              <a:gd name="connsiteY9" fmla="*/ 538297 h 688240"/>
              <a:gd name="connsiteX10" fmla="*/ 149944 w 688240"/>
              <a:gd name="connsiteY10" fmla="*/ 60236 h 688240"/>
              <a:gd name="connsiteX11" fmla="*/ 151719 w 688240"/>
              <a:gd name="connsiteY11" fmla="*/ 58770 h 688240"/>
              <a:gd name="connsiteX12" fmla="*/ 344120 w 688240"/>
              <a:gd name="connsiteY12" fmla="*/ 0 h 688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240" h="688240">
                <a:moveTo>
                  <a:pt x="60236" y="149944"/>
                </a:moveTo>
                <a:lnTo>
                  <a:pt x="538297" y="628005"/>
                </a:lnTo>
                <a:lnTo>
                  <a:pt x="536521" y="629470"/>
                </a:lnTo>
                <a:cubicBezTo>
                  <a:pt x="481599" y="666574"/>
                  <a:pt x="415390" y="688240"/>
                  <a:pt x="344120" y="688240"/>
                </a:cubicBezTo>
                <a:cubicBezTo>
                  <a:pt x="154068" y="688240"/>
                  <a:pt x="0" y="534172"/>
                  <a:pt x="0" y="344120"/>
                </a:cubicBezTo>
                <a:cubicBezTo>
                  <a:pt x="0" y="272851"/>
                  <a:pt x="21666" y="206641"/>
                  <a:pt x="58770" y="151719"/>
                </a:cubicBezTo>
                <a:close/>
                <a:moveTo>
                  <a:pt x="344120" y="0"/>
                </a:moveTo>
                <a:cubicBezTo>
                  <a:pt x="534172" y="0"/>
                  <a:pt x="688240" y="154068"/>
                  <a:pt x="688240" y="344120"/>
                </a:cubicBezTo>
                <a:cubicBezTo>
                  <a:pt x="688240" y="415390"/>
                  <a:pt x="666574" y="481599"/>
                  <a:pt x="629470" y="536521"/>
                </a:cubicBezTo>
                <a:lnTo>
                  <a:pt x="628004" y="538297"/>
                </a:lnTo>
                <a:lnTo>
                  <a:pt x="149944" y="60236"/>
                </a:lnTo>
                <a:lnTo>
                  <a:pt x="151719" y="58770"/>
                </a:lnTo>
                <a:cubicBezTo>
                  <a:pt x="206641" y="21666"/>
                  <a:pt x="272851" y="0"/>
                  <a:pt x="344120" y="0"/>
                </a:cubicBezTo>
                <a:close/>
              </a:path>
            </a:pathLst>
          </a:cu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8" name="任意多边形: 形状 7"/>
          <p:cNvSpPr>
            <a:spLocks noChangeAspect="1"/>
          </p:cNvSpPr>
          <p:nvPr>
            <p:custDataLst>
              <p:tags r:id="rId7"/>
            </p:custDataLst>
          </p:nvPr>
        </p:nvSpPr>
        <p:spPr>
          <a:xfrm>
            <a:off x="8352600" y="1553687"/>
            <a:ext cx="86550" cy="86550"/>
          </a:xfrm>
          <a:custGeom>
            <a:avLst/>
            <a:gdLst>
              <a:gd name="connsiteX0" fmla="*/ 60236 w 688240"/>
              <a:gd name="connsiteY0" fmla="*/ 149944 h 688240"/>
              <a:gd name="connsiteX1" fmla="*/ 538297 w 688240"/>
              <a:gd name="connsiteY1" fmla="*/ 628005 h 688240"/>
              <a:gd name="connsiteX2" fmla="*/ 536521 w 688240"/>
              <a:gd name="connsiteY2" fmla="*/ 629470 h 688240"/>
              <a:gd name="connsiteX3" fmla="*/ 344120 w 688240"/>
              <a:gd name="connsiteY3" fmla="*/ 688240 h 688240"/>
              <a:gd name="connsiteX4" fmla="*/ 0 w 688240"/>
              <a:gd name="connsiteY4" fmla="*/ 344120 h 688240"/>
              <a:gd name="connsiteX5" fmla="*/ 58770 w 688240"/>
              <a:gd name="connsiteY5" fmla="*/ 151719 h 688240"/>
              <a:gd name="connsiteX6" fmla="*/ 344120 w 688240"/>
              <a:gd name="connsiteY6" fmla="*/ 0 h 688240"/>
              <a:gd name="connsiteX7" fmla="*/ 688240 w 688240"/>
              <a:gd name="connsiteY7" fmla="*/ 344120 h 688240"/>
              <a:gd name="connsiteX8" fmla="*/ 629470 w 688240"/>
              <a:gd name="connsiteY8" fmla="*/ 536521 h 688240"/>
              <a:gd name="connsiteX9" fmla="*/ 628004 w 688240"/>
              <a:gd name="connsiteY9" fmla="*/ 538297 h 688240"/>
              <a:gd name="connsiteX10" fmla="*/ 149944 w 688240"/>
              <a:gd name="connsiteY10" fmla="*/ 60236 h 688240"/>
              <a:gd name="connsiteX11" fmla="*/ 151719 w 688240"/>
              <a:gd name="connsiteY11" fmla="*/ 58770 h 688240"/>
              <a:gd name="connsiteX12" fmla="*/ 344120 w 688240"/>
              <a:gd name="connsiteY12" fmla="*/ 0 h 688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240" h="688240">
                <a:moveTo>
                  <a:pt x="60236" y="149944"/>
                </a:moveTo>
                <a:lnTo>
                  <a:pt x="538297" y="628005"/>
                </a:lnTo>
                <a:lnTo>
                  <a:pt x="536521" y="629470"/>
                </a:lnTo>
                <a:cubicBezTo>
                  <a:pt x="481599" y="666574"/>
                  <a:pt x="415390" y="688240"/>
                  <a:pt x="344120" y="688240"/>
                </a:cubicBezTo>
                <a:cubicBezTo>
                  <a:pt x="154068" y="688240"/>
                  <a:pt x="0" y="534172"/>
                  <a:pt x="0" y="344120"/>
                </a:cubicBezTo>
                <a:cubicBezTo>
                  <a:pt x="0" y="272851"/>
                  <a:pt x="21666" y="206641"/>
                  <a:pt x="58770" y="151719"/>
                </a:cubicBezTo>
                <a:close/>
                <a:moveTo>
                  <a:pt x="344120" y="0"/>
                </a:moveTo>
                <a:cubicBezTo>
                  <a:pt x="534172" y="0"/>
                  <a:pt x="688240" y="154068"/>
                  <a:pt x="688240" y="344120"/>
                </a:cubicBezTo>
                <a:cubicBezTo>
                  <a:pt x="688240" y="415390"/>
                  <a:pt x="666574" y="481599"/>
                  <a:pt x="629470" y="536521"/>
                </a:cubicBezTo>
                <a:lnTo>
                  <a:pt x="628004" y="538297"/>
                </a:lnTo>
                <a:lnTo>
                  <a:pt x="149944" y="60236"/>
                </a:lnTo>
                <a:lnTo>
                  <a:pt x="151719" y="58770"/>
                </a:lnTo>
                <a:cubicBezTo>
                  <a:pt x="206641" y="21666"/>
                  <a:pt x="272851" y="0"/>
                  <a:pt x="344120" y="0"/>
                </a:cubicBezTo>
                <a:close/>
              </a:path>
            </a:pathLst>
          </a:cu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9" name="文本框 2"/>
          <p:cNvSpPr txBox="1"/>
          <p:nvPr>
            <p:custDataLst>
              <p:tags r:id="rId8"/>
            </p:custDataLst>
          </p:nvPr>
        </p:nvSpPr>
        <p:spPr>
          <a:xfrm>
            <a:off x="970915" y="1809750"/>
            <a:ext cx="7221220" cy="2393315"/>
          </a:xfrm>
          <a:prstGeom prst="rect">
            <a:avLst/>
          </a:prstGeom>
          <a:noFill/>
        </p:spPr>
        <p:txBody>
          <a:bodyPr wrap="square" lIns="68580" tIns="34290" rIns="68580" bIns="34290" rtlCol="0" anchor="ctr">
            <a:normAutofit/>
          </a:bodyPr>
          <a:lstStyle>
            <a:defPPr>
              <a:defRPr lang="zh-CN"/>
            </a:defPPr>
            <a:lvl1pPr fontAlgn="auto">
              <a:lnSpc>
                <a:spcPct val="130000"/>
              </a:lnSpc>
              <a:spcAft>
                <a:spcPts val="1000"/>
              </a:spcAft>
              <a:defRPr sz="1600" spc="150"/>
            </a:lvl1pPr>
          </a:lstStyle>
          <a:p>
            <a:pPr marL="0" lvl="0" indent="0" algn="just">
              <a:lnSpc>
                <a:spcPct val="120000"/>
              </a:lnSpc>
              <a:spcBef>
                <a:spcPts val="0"/>
              </a:spcBef>
              <a:spcAft>
                <a:spcPts val="0"/>
              </a:spcAft>
              <a:buSzPct val="100000"/>
              <a:buNone/>
            </a:pPr>
            <a:r>
              <a:rPr lang="zh-CN" altLang="en-US" sz="180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Cortana 就像一位真正的助理，可以帮助用户做许多工作。例如，打开应用程序、提醒事件等，微软也不断为Cortana 添加新功能。Cortana 也已经与Microsoft Edge 浏览器集成，在浏览器中搜索相关内容也会自动触发Cortana并显示相关信息。</a:t>
            </a:r>
          </a:p>
        </p:txBody>
      </p:sp>
      <p:sp>
        <p:nvSpPr>
          <p:cNvPr id="13" name="文本框 19"/>
          <p:cNvSpPr txBox="1"/>
          <p:nvPr>
            <p:custDataLst>
              <p:tags r:id="rId9"/>
            </p:custDataLst>
          </p:nvPr>
        </p:nvSpPr>
        <p:spPr>
          <a:xfrm>
            <a:off x="549593" y="582454"/>
            <a:ext cx="8045291" cy="626133"/>
          </a:xfrm>
          <a:prstGeom prst="rect">
            <a:avLst/>
          </a:prstGeom>
          <a:noFill/>
        </p:spPr>
        <p:txBody>
          <a:bodyPr wrap="square" lIns="68580" tIns="34290" rIns="68580" bIns="34290" rtlCol="0">
            <a:normAutofit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fontAlgn="auto">
              <a:lnSpc>
                <a:spcPct val="120000"/>
              </a:lnSpc>
              <a:spcBef>
                <a:spcPts val="0"/>
              </a:spcBef>
              <a:spcAft>
                <a:spcPts val="0"/>
              </a:spcAft>
              <a:buSzPct val="100000"/>
              <a:buNone/>
            </a:pPr>
            <a:r>
              <a:rPr lang="zh-CN" altLang="en-US" sz="3300" b="1" spc="500">
                <a:solidFill>
                  <a:srgbClr val="FFFFFF"/>
                </a:solidFill>
                <a:latin typeface="微软雅黑" panose="020B0503020204020204" pitchFamily="34" charset="-122"/>
                <a:ea typeface="微软雅黑" panose="020B0503020204020204" pitchFamily="34" charset="-122"/>
              </a:rPr>
              <a:t>提示</a:t>
            </a:r>
          </a:p>
        </p:txBody>
      </p:sp>
      <p:sp>
        <p:nvSpPr>
          <p:cNvPr id="20" name="任意多边形: 形状 19"/>
          <p:cNvSpPr>
            <a:spLocks noChangeAspect="1"/>
          </p:cNvSpPr>
          <p:nvPr>
            <p:custDataLst>
              <p:tags r:id="rId10"/>
            </p:custDataLst>
          </p:nvPr>
        </p:nvSpPr>
        <p:spPr>
          <a:xfrm>
            <a:off x="689946" y="1553687"/>
            <a:ext cx="86550" cy="86550"/>
          </a:xfrm>
          <a:custGeom>
            <a:avLst/>
            <a:gdLst>
              <a:gd name="connsiteX0" fmla="*/ 60236 w 688240"/>
              <a:gd name="connsiteY0" fmla="*/ 149944 h 688240"/>
              <a:gd name="connsiteX1" fmla="*/ 538297 w 688240"/>
              <a:gd name="connsiteY1" fmla="*/ 628005 h 688240"/>
              <a:gd name="connsiteX2" fmla="*/ 536521 w 688240"/>
              <a:gd name="connsiteY2" fmla="*/ 629470 h 688240"/>
              <a:gd name="connsiteX3" fmla="*/ 344120 w 688240"/>
              <a:gd name="connsiteY3" fmla="*/ 688240 h 688240"/>
              <a:gd name="connsiteX4" fmla="*/ 0 w 688240"/>
              <a:gd name="connsiteY4" fmla="*/ 344120 h 688240"/>
              <a:gd name="connsiteX5" fmla="*/ 58770 w 688240"/>
              <a:gd name="connsiteY5" fmla="*/ 151719 h 688240"/>
              <a:gd name="connsiteX6" fmla="*/ 344120 w 688240"/>
              <a:gd name="connsiteY6" fmla="*/ 0 h 688240"/>
              <a:gd name="connsiteX7" fmla="*/ 688240 w 688240"/>
              <a:gd name="connsiteY7" fmla="*/ 344120 h 688240"/>
              <a:gd name="connsiteX8" fmla="*/ 629470 w 688240"/>
              <a:gd name="connsiteY8" fmla="*/ 536521 h 688240"/>
              <a:gd name="connsiteX9" fmla="*/ 628004 w 688240"/>
              <a:gd name="connsiteY9" fmla="*/ 538297 h 688240"/>
              <a:gd name="connsiteX10" fmla="*/ 149944 w 688240"/>
              <a:gd name="connsiteY10" fmla="*/ 60236 h 688240"/>
              <a:gd name="connsiteX11" fmla="*/ 151719 w 688240"/>
              <a:gd name="connsiteY11" fmla="*/ 58770 h 688240"/>
              <a:gd name="connsiteX12" fmla="*/ 344120 w 688240"/>
              <a:gd name="connsiteY12" fmla="*/ 0 h 688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240" h="688240">
                <a:moveTo>
                  <a:pt x="60236" y="149944"/>
                </a:moveTo>
                <a:lnTo>
                  <a:pt x="538297" y="628005"/>
                </a:lnTo>
                <a:lnTo>
                  <a:pt x="536521" y="629470"/>
                </a:lnTo>
                <a:cubicBezTo>
                  <a:pt x="481599" y="666574"/>
                  <a:pt x="415390" y="688240"/>
                  <a:pt x="344120" y="688240"/>
                </a:cubicBezTo>
                <a:cubicBezTo>
                  <a:pt x="154068" y="688240"/>
                  <a:pt x="0" y="534172"/>
                  <a:pt x="0" y="344120"/>
                </a:cubicBezTo>
                <a:cubicBezTo>
                  <a:pt x="0" y="272851"/>
                  <a:pt x="21666" y="206641"/>
                  <a:pt x="58770" y="151719"/>
                </a:cubicBezTo>
                <a:close/>
                <a:moveTo>
                  <a:pt x="344120" y="0"/>
                </a:moveTo>
                <a:cubicBezTo>
                  <a:pt x="534172" y="0"/>
                  <a:pt x="688240" y="154068"/>
                  <a:pt x="688240" y="344120"/>
                </a:cubicBezTo>
                <a:cubicBezTo>
                  <a:pt x="688240" y="415390"/>
                  <a:pt x="666574" y="481599"/>
                  <a:pt x="629470" y="536521"/>
                </a:cubicBezTo>
                <a:lnTo>
                  <a:pt x="628004" y="538297"/>
                </a:lnTo>
                <a:lnTo>
                  <a:pt x="149944" y="60236"/>
                </a:lnTo>
                <a:lnTo>
                  <a:pt x="151719" y="58770"/>
                </a:lnTo>
                <a:cubicBezTo>
                  <a:pt x="206641" y="21666"/>
                  <a:pt x="272851" y="0"/>
                  <a:pt x="344120" y="0"/>
                </a:cubicBezTo>
                <a:close/>
              </a:path>
            </a:pathLst>
          </a:cu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1" name="任意多边形: 形状 20"/>
          <p:cNvSpPr>
            <a:spLocks noChangeAspect="1"/>
          </p:cNvSpPr>
          <p:nvPr>
            <p:custDataLst>
              <p:tags r:id="rId11"/>
            </p:custDataLst>
          </p:nvPr>
        </p:nvSpPr>
        <p:spPr>
          <a:xfrm>
            <a:off x="8352600" y="4375935"/>
            <a:ext cx="86550" cy="86550"/>
          </a:xfrm>
          <a:custGeom>
            <a:avLst/>
            <a:gdLst>
              <a:gd name="connsiteX0" fmla="*/ 60236 w 688240"/>
              <a:gd name="connsiteY0" fmla="*/ 149944 h 688240"/>
              <a:gd name="connsiteX1" fmla="*/ 538297 w 688240"/>
              <a:gd name="connsiteY1" fmla="*/ 628005 h 688240"/>
              <a:gd name="connsiteX2" fmla="*/ 536521 w 688240"/>
              <a:gd name="connsiteY2" fmla="*/ 629470 h 688240"/>
              <a:gd name="connsiteX3" fmla="*/ 344120 w 688240"/>
              <a:gd name="connsiteY3" fmla="*/ 688240 h 688240"/>
              <a:gd name="connsiteX4" fmla="*/ 0 w 688240"/>
              <a:gd name="connsiteY4" fmla="*/ 344120 h 688240"/>
              <a:gd name="connsiteX5" fmla="*/ 58770 w 688240"/>
              <a:gd name="connsiteY5" fmla="*/ 151719 h 688240"/>
              <a:gd name="connsiteX6" fmla="*/ 344120 w 688240"/>
              <a:gd name="connsiteY6" fmla="*/ 0 h 688240"/>
              <a:gd name="connsiteX7" fmla="*/ 688240 w 688240"/>
              <a:gd name="connsiteY7" fmla="*/ 344120 h 688240"/>
              <a:gd name="connsiteX8" fmla="*/ 629470 w 688240"/>
              <a:gd name="connsiteY8" fmla="*/ 536521 h 688240"/>
              <a:gd name="connsiteX9" fmla="*/ 628004 w 688240"/>
              <a:gd name="connsiteY9" fmla="*/ 538297 h 688240"/>
              <a:gd name="connsiteX10" fmla="*/ 149944 w 688240"/>
              <a:gd name="connsiteY10" fmla="*/ 60236 h 688240"/>
              <a:gd name="connsiteX11" fmla="*/ 151719 w 688240"/>
              <a:gd name="connsiteY11" fmla="*/ 58770 h 688240"/>
              <a:gd name="connsiteX12" fmla="*/ 344120 w 688240"/>
              <a:gd name="connsiteY12" fmla="*/ 0 h 688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240" h="688240">
                <a:moveTo>
                  <a:pt x="60236" y="149944"/>
                </a:moveTo>
                <a:lnTo>
                  <a:pt x="538297" y="628005"/>
                </a:lnTo>
                <a:lnTo>
                  <a:pt x="536521" y="629470"/>
                </a:lnTo>
                <a:cubicBezTo>
                  <a:pt x="481599" y="666574"/>
                  <a:pt x="415390" y="688240"/>
                  <a:pt x="344120" y="688240"/>
                </a:cubicBezTo>
                <a:cubicBezTo>
                  <a:pt x="154068" y="688240"/>
                  <a:pt x="0" y="534172"/>
                  <a:pt x="0" y="344120"/>
                </a:cubicBezTo>
                <a:cubicBezTo>
                  <a:pt x="0" y="272851"/>
                  <a:pt x="21666" y="206641"/>
                  <a:pt x="58770" y="151719"/>
                </a:cubicBezTo>
                <a:close/>
                <a:moveTo>
                  <a:pt x="344120" y="0"/>
                </a:moveTo>
                <a:cubicBezTo>
                  <a:pt x="534172" y="0"/>
                  <a:pt x="688240" y="154068"/>
                  <a:pt x="688240" y="344120"/>
                </a:cubicBezTo>
                <a:cubicBezTo>
                  <a:pt x="688240" y="415390"/>
                  <a:pt x="666574" y="481599"/>
                  <a:pt x="629470" y="536521"/>
                </a:cubicBezTo>
                <a:lnTo>
                  <a:pt x="628004" y="538297"/>
                </a:lnTo>
                <a:lnTo>
                  <a:pt x="149944" y="60236"/>
                </a:lnTo>
                <a:lnTo>
                  <a:pt x="151719" y="58770"/>
                </a:lnTo>
                <a:cubicBezTo>
                  <a:pt x="206641" y="21666"/>
                  <a:pt x="272851" y="0"/>
                  <a:pt x="344120" y="0"/>
                </a:cubicBezTo>
                <a:close/>
              </a:path>
            </a:pathLst>
          </a:cu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Tree>
    <p:custDataLst>
      <p:tags r:id="rId1"/>
    </p:custData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任意多边形: 形状 114"/>
          <p:cNvSpPr/>
          <p:nvPr>
            <p:custDataLst>
              <p:tags r:id="rId2"/>
            </p:custDataLst>
          </p:nvPr>
        </p:nvSpPr>
        <p:spPr>
          <a:xfrm flipV="1">
            <a:off x="0" y="3496697"/>
            <a:ext cx="837302" cy="1646803"/>
          </a:xfrm>
          <a:custGeom>
            <a:avLst/>
            <a:gdLst>
              <a:gd name="connsiteX0" fmla="*/ 0 w 1284804"/>
              <a:gd name="connsiteY0" fmla="*/ 0 h 4037407"/>
              <a:gd name="connsiteX1" fmla="*/ 1284804 w 1284804"/>
              <a:gd name="connsiteY1" fmla="*/ 0 h 4037407"/>
              <a:gd name="connsiteX2" fmla="*/ 0 w 1284804"/>
              <a:gd name="connsiteY2" fmla="*/ 4037407 h 4037407"/>
            </a:gdLst>
            <a:ahLst/>
            <a:cxnLst>
              <a:cxn ang="0">
                <a:pos x="connsiteX0" y="connsiteY0"/>
              </a:cxn>
              <a:cxn ang="0">
                <a:pos x="connsiteX1" y="connsiteY1"/>
              </a:cxn>
              <a:cxn ang="0">
                <a:pos x="connsiteX2" y="connsiteY2"/>
              </a:cxn>
            </a:cxnLst>
            <a:rect l="l" t="t" r="r" b="b"/>
            <a:pathLst>
              <a:path w="1284804" h="4037407">
                <a:moveTo>
                  <a:pt x="0" y="0"/>
                </a:moveTo>
                <a:lnTo>
                  <a:pt x="1284804" y="0"/>
                </a:lnTo>
                <a:lnTo>
                  <a:pt x="0" y="4037407"/>
                </a:lnTo>
                <a:close/>
              </a:path>
            </a:pathLst>
          </a:custGeom>
          <a:solidFill>
            <a:srgbClr val="E7E6E6">
              <a:lumMod val="90000"/>
            </a:srgbClr>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p>
            <a:pPr algn="ctr"/>
            <a:endParaRPr kumimoji="1" lang="zh-CN" altLang="en-US" sz="1200" b="1">
              <a:solidFill>
                <a:sysClr val="window" lastClr="FFFFFF"/>
              </a:solidFill>
              <a:latin typeface="微软雅黑" panose="020B0503020204020204" pitchFamily="34" charset="-122"/>
              <a:ea typeface="微软雅黑" panose="020B0503020204020204" pitchFamily="34" charset="-122"/>
            </a:endParaRPr>
          </a:p>
        </p:txBody>
      </p:sp>
      <p:sp>
        <p:nvSpPr>
          <p:cNvPr id="112" name="任意多边形: 形状 111"/>
          <p:cNvSpPr/>
          <p:nvPr>
            <p:custDataLst>
              <p:tags r:id="rId3"/>
            </p:custDataLst>
          </p:nvPr>
        </p:nvSpPr>
        <p:spPr>
          <a:xfrm flipH="1">
            <a:off x="7973372" y="1303313"/>
            <a:ext cx="1169794" cy="1782101"/>
          </a:xfrm>
          <a:custGeom>
            <a:avLst/>
            <a:gdLst>
              <a:gd name="connsiteX0" fmla="*/ 0 w 1284804"/>
              <a:gd name="connsiteY0" fmla="*/ 0 h 4037407"/>
              <a:gd name="connsiteX1" fmla="*/ 1284804 w 1284804"/>
              <a:gd name="connsiteY1" fmla="*/ 0 h 4037407"/>
              <a:gd name="connsiteX2" fmla="*/ 0 w 1284804"/>
              <a:gd name="connsiteY2" fmla="*/ 4037407 h 4037407"/>
            </a:gdLst>
            <a:ahLst/>
            <a:cxnLst>
              <a:cxn ang="0">
                <a:pos x="connsiteX0" y="connsiteY0"/>
              </a:cxn>
              <a:cxn ang="0">
                <a:pos x="connsiteX1" y="connsiteY1"/>
              </a:cxn>
              <a:cxn ang="0">
                <a:pos x="connsiteX2" y="connsiteY2"/>
              </a:cxn>
            </a:cxnLst>
            <a:rect l="l" t="t" r="r" b="b"/>
            <a:pathLst>
              <a:path w="1284804" h="4037407">
                <a:moveTo>
                  <a:pt x="0" y="0"/>
                </a:moveTo>
                <a:lnTo>
                  <a:pt x="1284804" y="0"/>
                </a:lnTo>
                <a:lnTo>
                  <a:pt x="0" y="4037407"/>
                </a:lnTo>
                <a:close/>
              </a:path>
            </a:pathLst>
          </a:custGeom>
          <a:solidFill>
            <a:srgbClr val="E7E6E6">
              <a:lumMod val="90000"/>
            </a:srgbClr>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p>
            <a:pPr algn="ctr"/>
            <a:endParaRPr kumimoji="1" lang="zh-CN" altLang="en-US" sz="1200" b="1">
              <a:solidFill>
                <a:sysClr val="window" lastClr="FFFFFF"/>
              </a:solidFill>
              <a:latin typeface="微软雅黑" panose="020B0503020204020204" pitchFamily="34" charset="-122"/>
              <a:ea typeface="微软雅黑" panose="020B0503020204020204" pitchFamily="34" charset="-122"/>
            </a:endParaRPr>
          </a:p>
        </p:txBody>
      </p:sp>
      <p:sp>
        <p:nvSpPr>
          <p:cNvPr id="75" name="矩形 74"/>
          <p:cNvSpPr/>
          <p:nvPr>
            <p:custDataLst>
              <p:tags r:id="rId4"/>
            </p:custDataLst>
          </p:nvPr>
        </p:nvSpPr>
        <p:spPr>
          <a:xfrm>
            <a:off x="0" y="0"/>
            <a:ext cx="9144000" cy="1295400"/>
          </a:xfrm>
          <a:prstGeom prst="rect">
            <a:avLst/>
          </a:prstGeom>
          <a:solidFill>
            <a:srgbClr val="4D576B">
              <a:lumMod val="50000"/>
            </a:srgbClr>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p>
            <a:pPr algn="ctr"/>
            <a:endParaRPr kumimoji="1" lang="zh-CN" altLang="en-US" sz="1200" b="1">
              <a:solidFill>
                <a:sysClr val="window" lastClr="FFFFFF"/>
              </a:solidFill>
              <a:latin typeface="微软雅黑" panose="020B0503020204020204" pitchFamily="34" charset="-122"/>
              <a:ea typeface="微软雅黑" panose="020B0503020204020204" pitchFamily="34" charset="-122"/>
            </a:endParaRPr>
          </a:p>
        </p:txBody>
      </p:sp>
      <p:sp>
        <p:nvSpPr>
          <p:cNvPr id="77" name="直角三角形 76"/>
          <p:cNvSpPr/>
          <p:nvPr>
            <p:custDataLst>
              <p:tags r:id="rId5"/>
            </p:custDataLst>
          </p:nvPr>
        </p:nvSpPr>
        <p:spPr>
          <a:xfrm rot="10800000">
            <a:off x="8504165" y="0"/>
            <a:ext cx="639836" cy="1051529"/>
          </a:xfrm>
          <a:prstGeom prst="rtTriangle">
            <a:avLst/>
          </a:prstGeom>
          <a:solidFill>
            <a:srgbClr val="E7E6E6">
              <a:lumMod val="50000"/>
              <a:alpha val="20000"/>
            </a:srgbClr>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p>
            <a:pPr algn="ctr"/>
            <a:endParaRPr kumimoji="1" lang="zh-CN" altLang="en-US" sz="1200" b="1">
              <a:solidFill>
                <a:sysClr val="window" lastClr="FFFFFF"/>
              </a:solidFill>
              <a:latin typeface="微软雅黑" panose="020B0503020204020204" pitchFamily="34" charset="-122"/>
              <a:ea typeface="微软雅黑" panose="020B0503020204020204" pitchFamily="34" charset="-122"/>
            </a:endParaRPr>
          </a:p>
        </p:txBody>
      </p:sp>
      <p:sp>
        <p:nvSpPr>
          <p:cNvPr id="37" name="任意多边形: 形状 36"/>
          <p:cNvSpPr/>
          <p:nvPr>
            <p:custDataLst>
              <p:tags r:id="rId6"/>
            </p:custDataLst>
          </p:nvPr>
        </p:nvSpPr>
        <p:spPr>
          <a:xfrm rot="10800000">
            <a:off x="8195429" y="12881"/>
            <a:ext cx="948569" cy="1282520"/>
          </a:xfrm>
          <a:custGeom>
            <a:avLst/>
            <a:gdLst>
              <a:gd name="connsiteX0" fmla="*/ 1264759 w 1264759"/>
              <a:gd name="connsiteY0" fmla="*/ 1710026 h 1710026"/>
              <a:gd name="connsiteX1" fmla="*/ 937442 w 1264759"/>
              <a:gd name="connsiteY1" fmla="*/ 1710026 h 1710026"/>
              <a:gd name="connsiteX2" fmla="*/ 0 w 1264759"/>
              <a:gd name="connsiteY2" fmla="*/ 169400 h 1710026"/>
              <a:gd name="connsiteX3" fmla="*/ 0 w 1264759"/>
              <a:gd name="connsiteY3" fmla="*/ 0 h 1710026"/>
              <a:gd name="connsiteX4" fmla="*/ 224240 w 1264759"/>
              <a:gd name="connsiteY4" fmla="*/ 0 h 17100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4759" h="1710026">
                <a:moveTo>
                  <a:pt x="1264759" y="1710026"/>
                </a:moveTo>
                <a:lnTo>
                  <a:pt x="937442" y="1710026"/>
                </a:lnTo>
                <a:lnTo>
                  <a:pt x="0" y="169400"/>
                </a:lnTo>
                <a:lnTo>
                  <a:pt x="0" y="0"/>
                </a:lnTo>
                <a:lnTo>
                  <a:pt x="224240" y="0"/>
                </a:lnTo>
                <a:close/>
              </a:path>
            </a:pathLst>
          </a:custGeom>
          <a:solidFill>
            <a:srgbClr val="E7E6E6">
              <a:lumMod val="50000"/>
              <a:alpha val="10000"/>
            </a:srgbClr>
          </a:solidFill>
          <a:ln>
            <a:noFill/>
          </a:ln>
        </p:spPr>
        <p:style>
          <a:lnRef idx="2">
            <a:srgbClr val="1F74AD">
              <a:shade val="50000"/>
            </a:srgbClr>
          </a:lnRef>
          <a:fillRef idx="1">
            <a:srgbClr val="1F74AD"/>
          </a:fillRef>
          <a:effectRef idx="0">
            <a:srgbClr val="1F74AD"/>
          </a:effectRef>
          <a:fontRef idx="minor">
            <a:sysClr val="window" lastClr="FFFFFF"/>
          </a:fontRef>
        </p:style>
        <p:txBody>
          <a:bodyPr wrap="square" rtlCol="0" anchor="ctr">
            <a:noAutofit/>
          </a:bodyPr>
          <a:lstStyle/>
          <a:p>
            <a:pPr algn="ctr"/>
            <a:endParaRPr kumimoji="1" lang="zh-CN" altLang="en-US" sz="1200" b="1">
              <a:solidFill>
                <a:sysClr val="window" lastClr="FFFFFF"/>
              </a:solidFill>
              <a:latin typeface="微软雅黑" panose="020B0503020204020204" pitchFamily="34" charset="-122"/>
              <a:ea typeface="微软雅黑" panose="020B0503020204020204" pitchFamily="34" charset="-122"/>
            </a:endParaRPr>
          </a:p>
        </p:txBody>
      </p:sp>
      <p:sp>
        <p:nvSpPr>
          <p:cNvPr id="79" name="任意多边形: 形状 78"/>
          <p:cNvSpPr/>
          <p:nvPr>
            <p:custDataLst>
              <p:tags r:id="rId7"/>
            </p:custDataLst>
          </p:nvPr>
        </p:nvSpPr>
        <p:spPr>
          <a:xfrm>
            <a:off x="0" y="0"/>
            <a:ext cx="781646" cy="1284584"/>
          </a:xfrm>
          <a:custGeom>
            <a:avLst/>
            <a:gdLst>
              <a:gd name="connsiteX0" fmla="*/ 1264759 w 1264759"/>
              <a:gd name="connsiteY0" fmla="*/ 2431612 h 2431612"/>
              <a:gd name="connsiteX1" fmla="*/ 937442 w 1264759"/>
              <a:gd name="connsiteY1" fmla="*/ 2431612 h 2431612"/>
              <a:gd name="connsiteX2" fmla="*/ 0 w 1264759"/>
              <a:gd name="connsiteY2" fmla="*/ 629296 h 2431612"/>
              <a:gd name="connsiteX3" fmla="*/ 0 w 1264759"/>
              <a:gd name="connsiteY3" fmla="*/ 0 h 2431612"/>
            </a:gdLst>
            <a:ahLst/>
            <a:cxnLst>
              <a:cxn ang="0">
                <a:pos x="connsiteX0" y="connsiteY0"/>
              </a:cxn>
              <a:cxn ang="0">
                <a:pos x="connsiteX1" y="connsiteY1"/>
              </a:cxn>
              <a:cxn ang="0">
                <a:pos x="connsiteX2" y="connsiteY2"/>
              </a:cxn>
              <a:cxn ang="0">
                <a:pos x="connsiteX3" y="connsiteY3"/>
              </a:cxn>
            </a:cxnLst>
            <a:rect l="l" t="t" r="r" b="b"/>
            <a:pathLst>
              <a:path w="1264759" h="2431612">
                <a:moveTo>
                  <a:pt x="1264759" y="2431612"/>
                </a:moveTo>
                <a:lnTo>
                  <a:pt x="937442" y="2431612"/>
                </a:lnTo>
                <a:lnTo>
                  <a:pt x="0" y="629296"/>
                </a:lnTo>
                <a:lnTo>
                  <a:pt x="0" y="0"/>
                </a:lnTo>
                <a:close/>
              </a:path>
            </a:pathLst>
          </a:custGeom>
          <a:solidFill>
            <a:srgbClr val="E7E6E6">
              <a:lumMod val="50000"/>
              <a:alpha val="10000"/>
            </a:srgbClr>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p>
            <a:pPr algn="ctr"/>
            <a:endParaRPr kumimoji="1" lang="zh-CN" altLang="en-US" sz="1200" b="1">
              <a:solidFill>
                <a:sysClr val="window" lastClr="FFFFFF"/>
              </a:solidFill>
              <a:latin typeface="微软雅黑" panose="020B0503020204020204" pitchFamily="34" charset="-122"/>
              <a:ea typeface="微软雅黑" panose="020B0503020204020204" pitchFamily="34" charset="-122"/>
            </a:endParaRPr>
          </a:p>
        </p:txBody>
      </p:sp>
      <p:sp>
        <p:nvSpPr>
          <p:cNvPr id="80" name="文本框 79"/>
          <p:cNvSpPr txBox="1"/>
          <p:nvPr>
            <p:custDataLst>
              <p:tags r:id="rId8"/>
            </p:custDataLst>
          </p:nvPr>
        </p:nvSpPr>
        <p:spPr>
          <a:xfrm>
            <a:off x="752681" y="471011"/>
            <a:ext cx="5324475" cy="468630"/>
          </a:xfrm>
          <a:prstGeom prst="rect">
            <a:avLst/>
          </a:prstGeom>
          <a:noFill/>
        </p:spPr>
        <p:txBody>
          <a:bodyPr wrap="square" lIns="67500" tIns="35100" rIns="67500" bIns="35100" rtlCol="0" anchor="ctr" anchorCtr="0">
            <a:normAutofit fontScale="90000" lnSpcReduction="20000"/>
          </a:bodyPr>
          <a:lstStyle/>
          <a:p>
            <a:pPr algn="l">
              <a:lnSpc>
                <a:spcPct val="120000"/>
              </a:lnSpc>
            </a:pPr>
            <a:r>
              <a:rPr lang="zh-CN" altLang="en-US" sz="2700" b="1" spc="300" dirty="0">
                <a:solidFill>
                  <a:sysClr val="window" lastClr="FFFFFF"/>
                </a:solidFill>
                <a:latin typeface="微软雅黑" panose="020B0503020204020204" pitchFamily="34" charset="-122"/>
                <a:ea typeface="微软雅黑" panose="020B0503020204020204" pitchFamily="34" charset="-122"/>
              </a:rPr>
              <a:t>使用计算器快速进行数制转换</a:t>
            </a:r>
          </a:p>
        </p:txBody>
      </p:sp>
      <p:sp>
        <p:nvSpPr>
          <p:cNvPr id="84" name="矩形 83"/>
          <p:cNvSpPr>
            <a:spLocks noChangeAspect="1"/>
          </p:cNvSpPr>
          <p:nvPr>
            <p:custDataLst>
              <p:tags r:id="rId9"/>
            </p:custDataLst>
          </p:nvPr>
        </p:nvSpPr>
        <p:spPr>
          <a:xfrm>
            <a:off x="373380" y="1295400"/>
            <a:ext cx="1984534" cy="3418046"/>
          </a:xfrm>
          <a:prstGeom prst="rect">
            <a:avLst/>
          </a:prstGeom>
          <a:solidFill>
            <a:srgbClr val="E7E6E6"/>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p>
            <a:pPr algn="ctr"/>
            <a:endParaRPr kumimoji="1" lang="zh-CN" altLang="en-US" sz="1200" b="1">
              <a:solidFill>
                <a:sysClr val="window" lastClr="FFFFFF"/>
              </a:solidFill>
              <a:latin typeface="微软雅黑" panose="020B0503020204020204" pitchFamily="34" charset="-122"/>
              <a:ea typeface="微软雅黑" panose="020B0503020204020204" pitchFamily="34" charset="-122"/>
            </a:endParaRPr>
          </a:p>
        </p:txBody>
      </p:sp>
      <p:sp>
        <p:nvSpPr>
          <p:cNvPr id="85" name="矩形 84"/>
          <p:cNvSpPr/>
          <p:nvPr>
            <p:custDataLst>
              <p:tags r:id="rId10"/>
            </p:custDataLst>
          </p:nvPr>
        </p:nvSpPr>
        <p:spPr>
          <a:xfrm>
            <a:off x="373380" y="4672965"/>
            <a:ext cx="1984534" cy="40481"/>
          </a:xfrm>
          <a:prstGeom prst="rect">
            <a:avLst/>
          </a:prstGeom>
          <a:solidFill>
            <a:srgbClr val="4D576B">
              <a:lumMod val="75000"/>
            </a:srgbClr>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p>
            <a:pPr algn="ctr"/>
            <a:endParaRPr kumimoji="1" lang="zh-CN" altLang="en-US" sz="1200" b="1">
              <a:solidFill>
                <a:sysClr val="window" lastClr="FFFFFF"/>
              </a:solidFill>
              <a:latin typeface="微软雅黑" panose="020B0503020204020204" pitchFamily="34" charset="-122"/>
              <a:ea typeface="微软雅黑" panose="020B0503020204020204" pitchFamily="34" charset="-122"/>
            </a:endParaRPr>
          </a:p>
        </p:txBody>
      </p:sp>
      <p:sp>
        <p:nvSpPr>
          <p:cNvPr id="90" name="文本框 89"/>
          <p:cNvSpPr txBox="1"/>
          <p:nvPr>
            <p:custDataLst>
              <p:tags r:id="rId11"/>
            </p:custDataLst>
          </p:nvPr>
        </p:nvSpPr>
        <p:spPr>
          <a:xfrm>
            <a:off x="510540" y="1532573"/>
            <a:ext cx="1169670" cy="531019"/>
          </a:xfrm>
          <a:prstGeom prst="rect">
            <a:avLst/>
          </a:prstGeom>
          <a:noFill/>
        </p:spPr>
        <p:txBody>
          <a:bodyPr wrap="square" rtlCol="0">
            <a:normAutofit fontScale="90000" lnSpcReduction="10000"/>
          </a:bodyPr>
          <a:lstStyle/>
          <a:p>
            <a:r>
              <a:rPr lang="en-US" altLang="zh-CN" sz="3000" b="1" dirty="0">
                <a:solidFill>
                  <a:srgbClr val="3498DB"/>
                </a:solidFill>
                <a:latin typeface="微软雅黑" panose="020B0503020204020204" pitchFamily="34" charset="-122"/>
                <a:ea typeface="微软雅黑" panose="020B0503020204020204" pitchFamily="34" charset="-122"/>
              </a:rPr>
              <a:t>NO.1</a:t>
            </a:r>
            <a:endParaRPr lang="zh-CN" altLang="en-US" sz="3000" b="1" dirty="0">
              <a:solidFill>
                <a:srgbClr val="3498DB"/>
              </a:solidFill>
              <a:latin typeface="微软雅黑" panose="020B0503020204020204" pitchFamily="34" charset="-122"/>
              <a:ea typeface="微软雅黑" panose="020B0503020204020204" pitchFamily="34" charset="-122"/>
            </a:endParaRPr>
          </a:p>
        </p:txBody>
      </p:sp>
      <p:sp>
        <p:nvSpPr>
          <p:cNvPr id="56" name="文本框 55"/>
          <p:cNvSpPr txBox="1"/>
          <p:nvPr>
            <p:custDataLst>
              <p:tags r:id="rId12"/>
            </p:custDataLst>
          </p:nvPr>
        </p:nvSpPr>
        <p:spPr>
          <a:xfrm>
            <a:off x="510540" y="2063750"/>
            <a:ext cx="1710690" cy="1858010"/>
          </a:xfrm>
          <a:prstGeom prst="rect">
            <a:avLst/>
          </a:prstGeom>
          <a:noFill/>
        </p:spPr>
        <p:txBody>
          <a:bodyPr wrap="square" lIns="67500" tIns="0" rIns="67500" bIns="35100" rtlCol="0">
            <a:spAutoFit/>
          </a:bodyPr>
          <a:lstStyle>
            <a:defPPr>
              <a:defRPr lang="zh-CN"/>
            </a:defPPr>
            <a:lvl1pPr fontAlgn="auto">
              <a:lnSpc>
                <a:spcPct val="130000"/>
              </a:lnSpc>
              <a:spcAft>
                <a:spcPts val="1000"/>
              </a:spcAft>
              <a:defRPr sz="1600" spc="150"/>
            </a:lvl1pPr>
          </a:lstStyle>
          <a:p>
            <a:pPr algn="just">
              <a:lnSpc>
                <a:spcPct val="120000"/>
              </a:lnSpc>
            </a:pPr>
            <a:r>
              <a:rPr lang="zh-CN" altLang="en-US" sz="1100" kern="0" spc="0" dirty="0">
                <a:solidFill>
                  <a:srgbClr val="000000">
                    <a:lumMod val="75000"/>
                    <a:lumOff val="25000"/>
                  </a:srgbClr>
                </a:solidFill>
                <a:uFillTx/>
                <a:latin typeface="微软雅黑" panose="020B0503020204020204" pitchFamily="34" charset="-122"/>
                <a:ea typeface="微软雅黑" panose="020B0503020204020204" pitchFamily="34" charset="-122"/>
              </a:rPr>
              <a:t>在“开始”菜单中，找到并单击“计算器”就会打开计算器工具。计算器工具的主界面，如图2-56所示。默认状态下，计算器为“标准型”，与使用普通的计算器一样，在此可以用鼠标点击数字和运算符进行简单的运算。</a:t>
            </a:r>
          </a:p>
        </p:txBody>
      </p:sp>
      <p:sp>
        <p:nvSpPr>
          <p:cNvPr id="93" name="矩形 92"/>
          <p:cNvSpPr/>
          <p:nvPr>
            <p:custDataLst>
              <p:tags r:id="rId13"/>
            </p:custDataLst>
          </p:nvPr>
        </p:nvSpPr>
        <p:spPr>
          <a:xfrm>
            <a:off x="2510790" y="1295400"/>
            <a:ext cx="1984534" cy="3418046"/>
          </a:xfrm>
          <a:prstGeom prst="rect">
            <a:avLst/>
          </a:prstGeom>
          <a:solidFill>
            <a:srgbClr val="E7E6E6"/>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p>
            <a:pPr algn="ctr"/>
            <a:endParaRPr kumimoji="1" lang="zh-CN" altLang="en-US" sz="1200" b="1">
              <a:solidFill>
                <a:sysClr val="window" lastClr="FFFFFF"/>
              </a:solidFill>
              <a:latin typeface="微软雅黑" panose="020B0503020204020204" pitchFamily="34" charset="-122"/>
              <a:ea typeface="微软雅黑" panose="020B0503020204020204" pitchFamily="34" charset="-122"/>
            </a:endParaRPr>
          </a:p>
        </p:txBody>
      </p:sp>
      <p:sp>
        <p:nvSpPr>
          <p:cNvPr id="94" name="矩形 93"/>
          <p:cNvSpPr/>
          <p:nvPr>
            <p:custDataLst>
              <p:tags r:id="rId14"/>
            </p:custDataLst>
          </p:nvPr>
        </p:nvSpPr>
        <p:spPr>
          <a:xfrm>
            <a:off x="2510790" y="4672965"/>
            <a:ext cx="1984534" cy="40481"/>
          </a:xfrm>
          <a:prstGeom prst="rect">
            <a:avLst/>
          </a:prstGeom>
          <a:solidFill>
            <a:srgbClr val="4D576B">
              <a:lumMod val="75000"/>
            </a:srgbClr>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p>
            <a:pPr algn="ctr"/>
            <a:endParaRPr kumimoji="1" lang="zh-CN" altLang="en-US" sz="1200" b="1">
              <a:solidFill>
                <a:sysClr val="window" lastClr="FFFFFF"/>
              </a:solidFill>
              <a:latin typeface="微软雅黑" panose="020B0503020204020204" pitchFamily="34" charset="-122"/>
              <a:ea typeface="微软雅黑" panose="020B0503020204020204" pitchFamily="34" charset="-122"/>
            </a:endParaRPr>
          </a:p>
        </p:txBody>
      </p:sp>
      <p:sp>
        <p:nvSpPr>
          <p:cNvPr id="97" name="文本框 96"/>
          <p:cNvSpPr txBox="1"/>
          <p:nvPr>
            <p:custDataLst>
              <p:tags r:id="rId15"/>
            </p:custDataLst>
          </p:nvPr>
        </p:nvSpPr>
        <p:spPr>
          <a:xfrm>
            <a:off x="2647950" y="1532573"/>
            <a:ext cx="1169670" cy="531019"/>
          </a:xfrm>
          <a:prstGeom prst="rect">
            <a:avLst/>
          </a:prstGeom>
          <a:noFill/>
        </p:spPr>
        <p:txBody>
          <a:bodyPr wrap="square" rtlCol="0">
            <a:normAutofit fontScale="90000" lnSpcReduction="10000"/>
          </a:bodyPr>
          <a:lstStyle/>
          <a:p>
            <a:r>
              <a:rPr lang="en-US" altLang="zh-CN" sz="3000" b="1" dirty="0">
                <a:solidFill>
                  <a:srgbClr val="3498DB"/>
                </a:solidFill>
                <a:latin typeface="微软雅黑" panose="020B0503020204020204" pitchFamily="34" charset="-122"/>
                <a:ea typeface="微软雅黑" panose="020B0503020204020204" pitchFamily="34" charset="-122"/>
              </a:rPr>
              <a:t>NO.2</a:t>
            </a:r>
            <a:endParaRPr lang="zh-CN" altLang="en-US" sz="3000" b="1" dirty="0">
              <a:solidFill>
                <a:srgbClr val="3498DB"/>
              </a:solidFill>
              <a:latin typeface="微软雅黑" panose="020B0503020204020204" pitchFamily="34" charset="-122"/>
              <a:ea typeface="微软雅黑" panose="020B0503020204020204" pitchFamily="34" charset="-122"/>
            </a:endParaRPr>
          </a:p>
        </p:txBody>
      </p:sp>
      <p:sp>
        <p:nvSpPr>
          <p:cNvPr id="81" name="文本框 80"/>
          <p:cNvSpPr txBox="1"/>
          <p:nvPr>
            <p:custDataLst>
              <p:tags r:id="rId16"/>
            </p:custDataLst>
          </p:nvPr>
        </p:nvSpPr>
        <p:spPr>
          <a:xfrm>
            <a:off x="2647315" y="2063909"/>
            <a:ext cx="1710690" cy="845185"/>
          </a:xfrm>
          <a:prstGeom prst="rect">
            <a:avLst/>
          </a:prstGeom>
          <a:noFill/>
        </p:spPr>
        <p:txBody>
          <a:bodyPr wrap="square" lIns="67500" tIns="0" rIns="67500" bIns="35100" rtlCol="0">
            <a:spAutoFit/>
          </a:bodyPr>
          <a:lstStyle>
            <a:defPPr>
              <a:defRPr lang="zh-CN"/>
            </a:defPPr>
            <a:lvl1pPr fontAlgn="auto">
              <a:lnSpc>
                <a:spcPct val="130000"/>
              </a:lnSpc>
              <a:spcAft>
                <a:spcPts val="1000"/>
              </a:spcAft>
              <a:defRPr sz="1600" spc="150"/>
            </a:lvl1pPr>
          </a:lstStyle>
          <a:p>
            <a:pPr algn="just">
              <a:lnSpc>
                <a:spcPct val="120000"/>
              </a:lnSpc>
            </a:pPr>
            <a:r>
              <a:rPr lang="zh-CN" altLang="en-US" sz="1100" kern="0" spc="0" dirty="0">
                <a:solidFill>
                  <a:srgbClr val="000000">
                    <a:lumMod val="75000"/>
                    <a:lumOff val="25000"/>
                  </a:srgbClr>
                </a:solidFill>
                <a:uFillTx/>
                <a:latin typeface="微软雅黑" panose="020B0503020204020204" pitchFamily="34" charset="-122"/>
                <a:ea typeface="微软雅黑" panose="020B0503020204020204" pitchFamily="34" charset="-122"/>
              </a:rPr>
              <a:t>单击“菜单”按钮，从下拉列表中选择要进入的“程序员”模式，如图2-57所示。</a:t>
            </a:r>
          </a:p>
        </p:txBody>
      </p:sp>
      <p:sp>
        <p:nvSpPr>
          <p:cNvPr id="102" name="矩形 101"/>
          <p:cNvSpPr/>
          <p:nvPr>
            <p:custDataLst>
              <p:tags r:id="rId17"/>
            </p:custDataLst>
          </p:nvPr>
        </p:nvSpPr>
        <p:spPr>
          <a:xfrm>
            <a:off x="4648200" y="1295400"/>
            <a:ext cx="1984534" cy="3418046"/>
          </a:xfrm>
          <a:prstGeom prst="rect">
            <a:avLst/>
          </a:prstGeom>
          <a:solidFill>
            <a:srgbClr val="E7E6E6"/>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p>
            <a:pPr algn="ctr"/>
            <a:endParaRPr kumimoji="1" lang="zh-CN" altLang="en-US" sz="1200" b="1">
              <a:solidFill>
                <a:sysClr val="window" lastClr="FFFFFF"/>
              </a:solidFill>
              <a:latin typeface="微软雅黑" panose="020B0503020204020204" pitchFamily="34" charset="-122"/>
              <a:ea typeface="微软雅黑" panose="020B0503020204020204" pitchFamily="34" charset="-122"/>
            </a:endParaRPr>
          </a:p>
        </p:txBody>
      </p:sp>
      <p:sp>
        <p:nvSpPr>
          <p:cNvPr id="103" name="矩形 102"/>
          <p:cNvSpPr/>
          <p:nvPr>
            <p:custDataLst>
              <p:tags r:id="rId18"/>
            </p:custDataLst>
          </p:nvPr>
        </p:nvSpPr>
        <p:spPr>
          <a:xfrm>
            <a:off x="4648200" y="4672965"/>
            <a:ext cx="1984534" cy="40481"/>
          </a:xfrm>
          <a:prstGeom prst="rect">
            <a:avLst/>
          </a:prstGeom>
          <a:solidFill>
            <a:srgbClr val="4D576B">
              <a:lumMod val="75000"/>
            </a:srgbClr>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p>
            <a:pPr algn="ctr"/>
            <a:endParaRPr kumimoji="1" lang="zh-CN" altLang="en-US" sz="1200" b="1">
              <a:solidFill>
                <a:sysClr val="window" lastClr="FFFFFF"/>
              </a:solidFill>
              <a:latin typeface="微软雅黑" panose="020B0503020204020204" pitchFamily="34" charset="-122"/>
              <a:ea typeface="微软雅黑" panose="020B0503020204020204" pitchFamily="34" charset="-122"/>
            </a:endParaRPr>
          </a:p>
        </p:txBody>
      </p:sp>
      <p:sp>
        <p:nvSpPr>
          <p:cNvPr id="106" name="文本框 105"/>
          <p:cNvSpPr txBox="1"/>
          <p:nvPr>
            <p:custDataLst>
              <p:tags r:id="rId19"/>
            </p:custDataLst>
          </p:nvPr>
        </p:nvSpPr>
        <p:spPr>
          <a:xfrm>
            <a:off x="4785360" y="1532573"/>
            <a:ext cx="1169670" cy="531019"/>
          </a:xfrm>
          <a:prstGeom prst="rect">
            <a:avLst/>
          </a:prstGeom>
          <a:noFill/>
        </p:spPr>
        <p:txBody>
          <a:bodyPr wrap="square" rtlCol="0">
            <a:normAutofit fontScale="90000" lnSpcReduction="10000"/>
          </a:bodyPr>
          <a:lstStyle/>
          <a:p>
            <a:r>
              <a:rPr lang="en-US" altLang="zh-CN" sz="3000" b="1" dirty="0">
                <a:solidFill>
                  <a:srgbClr val="3498DB"/>
                </a:solidFill>
                <a:latin typeface="微软雅黑" panose="020B0503020204020204" pitchFamily="34" charset="-122"/>
                <a:ea typeface="微软雅黑" panose="020B0503020204020204" pitchFamily="34" charset="-122"/>
              </a:rPr>
              <a:t>NO.3</a:t>
            </a:r>
            <a:endParaRPr lang="zh-CN" altLang="en-US" sz="3000" b="1" dirty="0">
              <a:solidFill>
                <a:srgbClr val="3498DB"/>
              </a:solidFill>
              <a:latin typeface="微软雅黑" panose="020B0503020204020204" pitchFamily="34" charset="-122"/>
              <a:ea typeface="微软雅黑" panose="020B0503020204020204" pitchFamily="34" charset="-122"/>
            </a:endParaRPr>
          </a:p>
        </p:txBody>
      </p:sp>
      <p:sp>
        <p:nvSpPr>
          <p:cNvPr id="86" name="文本框 85"/>
          <p:cNvSpPr txBox="1"/>
          <p:nvPr>
            <p:custDataLst>
              <p:tags r:id="rId20"/>
            </p:custDataLst>
          </p:nvPr>
        </p:nvSpPr>
        <p:spPr>
          <a:xfrm>
            <a:off x="4784725" y="2063909"/>
            <a:ext cx="1710690" cy="1858010"/>
          </a:xfrm>
          <a:prstGeom prst="rect">
            <a:avLst/>
          </a:prstGeom>
          <a:noFill/>
        </p:spPr>
        <p:txBody>
          <a:bodyPr wrap="square" lIns="67500" tIns="0" rIns="67500" bIns="35100" rtlCol="0">
            <a:spAutoFit/>
          </a:bodyPr>
          <a:lstStyle>
            <a:defPPr>
              <a:defRPr lang="zh-CN"/>
            </a:defPPr>
            <a:lvl1pPr fontAlgn="auto">
              <a:lnSpc>
                <a:spcPct val="130000"/>
              </a:lnSpc>
              <a:spcAft>
                <a:spcPts val="1000"/>
              </a:spcAft>
              <a:defRPr sz="1600" spc="150"/>
            </a:lvl1pPr>
          </a:lstStyle>
          <a:p>
            <a:pPr algn="just">
              <a:lnSpc>
                <a:spcPct val="120000"/>
              </a:lnSpc>
            </a:pPr>
            <a:r>
              <a:rPr lang="zh-CN" altLang="en-US" sz="1100" kern="0" spc="0" dirty="0">
                <a:solidFill>
                  <a:srgbClr val="000000">
                    <a:lumMod val="75000"/>
                    <a:lumOff val="25000"/>
                  </a:srgbClr>
                </a:solidFill>
                <a:uFillTx/>
                <a:latin typeface="微软雅黑" panose="020B0503020204020204" pitchFamily="34" charset="-122"/>
                <a:ea typeface="微软雅黑" panose="020B0503020204020204" pitchFamily="34" charset="-122"/>
              </a:rPr>
              <a:t>在弹出的程序员计算器中进行数制转换。例如，现需将十进制数“9”转换为其他进制数，则直接单击“9”，在左上侧可以看到对应的十六进制HEX、十进制DEC、八进制OCT、二进制BIN 数值，如图2-58 所示。</a:t>
            </a:r>
          </a:p>
        </p:txBody>
      </p:sp>
      <p:sp>
        <p:nvSpPr>
          <p:cNvPr id="38" name="矩形 37"/>
          <p:cNvSpPr/>
          <p:nvPr>
            <p:custDataLst>
              <p:tags r:id="rId21"/>
            </p:custDataLst>
          </p:nvPr>
        </p:nvSpPr>
        <p:spPr>
          <a:xfrm>
            <a:off x="6785610" y="1295400"/>
            <a:ext cx="1984534" cy="3418046"/>
          </a:xfrm>
          <a:prstGeom prst="rect">
            <a:avLst/>
          </a:prstGeom>
          <a:solidFill>
            <a:srgbClr val="E7E6E6"/>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p>
            <a:pPr algn="ctr"/>
            <a:endParaRPr kumimoji="1" lang="zh-CN" altLang="en-US" sz="1200" b="1">
              <a:solidFill>
                <a:sysClr val="window" lastClr="FFFFFF"/>
              </a:solidFill>
              <a:latin typeface="微软雅黑" panose="020B0503020204020204" pitchFamily="34" charset="-122"/>
              <a:ea typeface="微软雅黑" panose="020B0503020204020204" pitchFamily="34" charset="-122"/>
            </a:endParaRPr>
          </a:p>
        </p:txBody>
      </p:sp>
      <p:sp>
        <p:nvSpPr>
          <p:cNvPr id="41" name="矩形 40"/>
          <p:cNvSpPr/>
          <p:nvPr>
            <p:custDataLst>
              <p:tags r:id="rId22"/>
            </p:custDataLst>
          </p:nvPr>
        </p:nvSpPr>
        <p:spPr>
          <a:xfrm>
            <a:off x="6785610" y="4672965"/>
            <a:ext cx="1984534" cy="40481"/>
          </a:xfrm>
          <a:prstGeom prst="rect">
            <a:avLst/>
          </a:prstGeom>
          <a:solidFill>
            <a:srgbClr val="4D576B">
              <a:lumMod val="75000"/>
            </a:srgbClr>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p>
            <a:pPr algn="ctr"/>
            <a:endParaRPr kumimoji="1" lang="zh-CN" altLang="en-US" sz="1200" b="1">
              <a:solidFill>
                <a:sysClr val="window" lastClr="FFFFFF"/>
              </a:solidFill>
              <a:latin typeface="微软雅黑" panose="020B0503020204020204" pitchFamily="34" charset="-122"/>
              <a:ea typeface="微软雅黑" panose="020B0503020204020204" pitchFamily="34" charset="-122"/>
            </a:endParaRPr>
          </a:p>
        </p:txBody>
      </p:sp>
      <p:sp>
        <p:nvSpPr>
          <p:cNvPr id="45" name="文本框 44"/>
          <p:cNvSpPr txBox="1"/>
          <p:nvPr>
            <p:custDataLst>
              <p:tags r:id="rId23"/>
            </p:custDataLst>
          </p:nvPr>
        </p:nvSpPr>
        <p:spPr>
          <a:xfrm>
            <a:off x="6922770" y="1532573"/>
            <a:ext cx="1169670" cy="531019"/>
          </a:xfrm>
          <a:prstGeom prst="rect">
            <a:avLst/>
          </a:prstGeom>
          <a:noFill/>
        </p:spPr>
        <p:txBody>
          <a:bodyPr wrap="square" rtlCol="0">
            <a:normAutofit fontScale="90000" lnSpcReduction="10000"/>
          </a:bodyPr>
          <a:lstStyle/>
          <a:p>
            <a:r>
              <a:rPr lang="en-US" altLang="zh-CN" sz="3000" b="1" dirty="0">
                <a:solidFill>
                  <a:srgbClr val="3498DB"/>
                </a:solidFill>
                <a:latin typeface="微软雅黑" panose="020B0503020204020204" pitchFamily="34" charset="-122"/>
                <a:ea typeface="微软雅黑" panose="020B0503020204020204" pitchFamily="34" charset="-122"/>
              </a:rPr>
              <a:t>NO.4</a:t>
            </a:r>
            <a:endParaRPr lang="zh-CN" altLang="en-US" sz="3000" b="1" dirty="0">
              <a:solidFill>
                <a:srgbClr val="3498DB"/>
              </a:solidFill>
              <a:latin typeface="微软雅黑" panose="020B0503020204020204" pitchFamily="34" charset="-122"/>
              <a:ea typeface="微软雅黑" panose="020B0503020204020204" pitchFamily="34" charset="-122"/>
            </a:endParaRPr>
          </a:p>
        </p:txBody>
      </p:sp>
      <p:sp>
        <p:nvSpPr>
          <p:cNvPr id="92" name="文本框 91"/>
          <p:cNvSpPr txBox="1"/>
          <p:nvPr>
            <p:custDataLst>
              <p:tags r:id="rId24"/>
            </p:custDataLst>
          </p:nvPr>
        </p:nvSpPr>
        <p:spPr>
          <a:xfrm>
            <a:off x="6922135" y="2063909"/>
            <a:ext cx="1710690" cy="845185"/>
          </a:xfrm>
          <a:prstGeom prst="rect">
            <a:avLst/>
          </a:prstGeom>
          <a:noFill/>
        </p:spPr>
        <p:txBody>
          <a:bodyPr wrap="square" lIns="67500" tIns="0" rIns="67500" bIns="35100" rtlCol="0">
            <a:spAutoFit/>
          </a:bodyPr>
          <a:lstStyle>
            <a:defPPr>
              <a:defRPr lang="zh-CN"/>
            </a:defPPr>
            <a:lvl1pPr fontAlgn="auto">
              <a:lnSpc>
                <a:spcPct val="130000"/>
              </a:lnSpc>
              <a:spcAft>
                <a:spcPts val="1000"/>
              </a:spcAft>
              <a:defRPr sz="1600" spc="150"/>
            </a:lvl1pPr>
          </a:lstStyle>
          <a:p>
            <a:pPr algn="just">
              <a:lnSpc>
                <a:spcPct val="120000"/>
              </a:lnSpc>
            </a:pPr>
            <a:r>
              <a:rPr lang="zh-CN" altLang="en-US" sz="1100" kern="0" spc="0" dirty="0">
                <a:solidFill>
                  <a:srgbClr val="000000">
                    <a:lumMod val="75000"/>
                    <a:lumOff val="25000"/>
                  </a:srgbClr>
                </a:solidFill>
                <a:uFillTx/>
                <a:latin typeface="微软雅黑" panose="020B0503020204020204" pitchFamily="34" charset="-122"/>
                <a:ea typeface="微软雅黑" panose="020B0503020204020204" pitchFamily="34" charset="-122"/>
              </a:rPr>
              <a:t>单击八进制OCT 按钮，再单击数字值，同样地可显示出该数对应的其他进制数值。</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tretch>
            <a:fillRect/>
          </a:stretch>
        </p:blipFill>
        <p:spPr>
          <a:xfrm>
            <a:off x="1905000" y="185420"/>
            <a:ext cx="5334000" cy="4772025"/>
          </a:xfrm>
          <a:prstGeom prst="rect">
            <a:avLst/>
          </a:prstGeom>
        </p:spPr>
      </p:pic>
    </p:spTree>
    <p:custDataLst>
      <p:tags r:id="rId1"/>
    </p:custData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1905000" y="185420"/>
            <a:ext cx="5334000" cy="4772025"/>
          </a:xfrm>
          <a:prstGeom prst="rect">
            <a:avLst/>
          </a:prstGeom>
        </p:spPr>
      </p:pic>
    </p:spTree>
    <p:custDataLst>
      <p:tags r:id="rId1"/>
    </p:custData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1905000" y="185420"/>
            <a:ext cx="5334000" cy="4772025"/>
          </a:xfrm>
          <a:prstGeom prst="rect">
            <a:avLst/>
          </a:prstGeom>
        </p:spPr>
      </p:pic>
    </p:spTree>
    <p:custDataLst>
      <p:tags r:id="rId1"/>
    </p:custData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custDataLst>
              <p:tags r:id="rId2"/>
            </p:custDataLst>
          </p:nvPr>
        </p:nvSpPr>
        <p:spPr>
          <a:xfrm>
            <a:off x="0" y="2427361"/>
            <a:ext cx="9144000" cy="1242642"/>
          </a:xfrm>
          <a:prstGeom prst="rect">
            <a:avLst/>
          </a:prstGeom>
          <a:solidFill>
            <a:srgbClr val="FFFFFF"/>
          </a:solidFill>
          <a:ln>
            <a:noFill/>
          </a:ln>
        </p:spPr>
        <p:style>
          <a:lnRef idx="2">
            <a:srgbClr val="D0CECE">
              <a:shade val="50000"/>
            </a:srgbClr>
          </a:lnRef>
          <a:fillRef idx="1">
            <a:srgbClr val="D0CECE"/>
          </a:fillRef>
          <a:effectRef idx="0">
            <a:srgbClr val="D0CECE"/>
          </a:effectRef>
          <a:fontRef idx="minor">
            <a:srgbClr val="FFFFFF"/>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微软雅黑" panose="020B0503020204020204" pitchFamily="34" charset="-122"/>
              <a:ea typeface="微软雅黑" panose="020B0503020204020204" pitchFamily="34" charset="-122"/>
            </a:endParaRPr>
          </a:p>
        </p:txBody>
      </p:sp>
      <p:sp>
        <p:nvSpPr>
          <p:cNvPr id="42" name="矩形 41"/>
          <p:cNvSpPr/>
          <p:nvPr>
            <p:custDataLst>
              <p:tags r:id="rId3"/>
            </p:custDataLst>
          </p:nvPr>
        </p:nvSpPr>
        <p:spPr>
          <a:xfrm>
            <a:off x="0" y="1184719"/>
            <a:ext cx="9144000" cy="1242642"/>
          </a:xfrm>
          <a:prstGeom prst="rect">
            <a:avLst/>
          </a:prstGeom>
          <a:solidFill>
            <a:srgbClr val="FFFFFF"/>
          </a:solidFill>
          <a:ln>
            <a:noFill/>
          </a:ln>
        </p:spPr>
        <p:style>
          <a:lnRef idx="2">
            <a:srgbClr val="D0CECE">
              <a:shade val="50000"/>
            </a:srgbClr>
          </a:lnRef>
          <a:fillRef idx="1">
            <a:srgbClr val="D0CECE"/>
          </a:fillRef>
          <a:effectRef idx="0">
            <a:srgbClr val="D0CECE"/>
          </a:effectRef>
          <a:fontRef idx="minor">
            <a:srgbClr val="FFFFFF"/>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微软雅黑" panose="020B0503020204020204" pitchFamily="34" charset="-122"/>
              <a:ea typeface="微软雅黑" panose="020B0503020204020204" pitchFamily="34" charset="-122"/>
            </a:endParaRPr>
          </a:p>
        </p:txBody>
      </p:sp>
      <p:sp>
        <p:nvSpPr>
          <p:cNvPr id="45" name="矩形 44"/>
          <p:cNvSpPr/>
          <p:nvPr>
            <p:custDataLst>
              <p:tags r:id="rId4"/>
            </p:custDataLst>
          </p:nvPr>
        </p:nvSpPr>
        <p:spPr>
          <a:xfrm>
            <a:off x="0" y="3670003"/>
            <a:ext cx="9144000" cy="1242642"/>
          </a:xfrm>
          <a:prstGeom prst="rect">
            <a:avLst/>
          </a:prstGeom>
          <a:solidFill>
            <a:srgbClr val="FFFFFF"/>
          </a:solidFill>
          <a:ln>
            <a:noFill/>
          </a:ln>
        </p:spPr>
        <p:style>
          <a:lnRef idx="2">
            <a:srgbClr val="D0CECE">
              <a:shade val="50000"/>
            </a:srgbClr>
          </a:lnRef>
          <a:fillRef idx="1">
            <a:srgbClr val="D0CECE"/>
          </a:fillRef>
          <a:effectRef idx="0">
            <a:srgbClr val="D0CECE"/>
          </a:effectRef>
          <a:fontRef idx="minor">
            <a:srgbClr val="FFFFFF"/>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微软雅黑" panose="020B0503020204020204" pitchFamily="34" charset="-122"/>
              <a:ea typeface="微软雅黑" panose="020B0503020204020204" pitchFamily="34" charset="-122"/>
            </a:endParaRPr>
          </a:p>
        </p:txBody>
      </p:sp>
      <p:sp>
        <p:nvSpPr>
          <p:cNvPr id="28" name="文本框 27"/>
          <p:cNvSpPr txBox="1"/>
          <p:nvPr>
            <p:custDataLst>
              <p:tags r:id="rId5"/>
            </p:custDataLst>
          </p:nvPr>
        </p:nvSpPr>
        <p:spPr>
          <a:xfrm>
            <a:off x="590550" y="390525"/>
            <a:ext cx="5324475" cy="468630"/>
          </a:xfrm>
          <a:prstGeom prst="rect">
            <a:avLst/>
          </a:prstGeom>
          <a:noFill/>
        </p:spPr>
        <p:txBody>
          <a:bodyPr wrap="square" lIns="76200" tIns="28575" rIns="47625" bIns="28575" rtlCol="0">
            <a:noAutofit/>
          </a:bodyPr>
          <a:lstStyle/>
          <a:p>
            <a:r>
              <a:rPr lang="zh-CN" altLang="en-US" sz="2700" b="1" spc="300">
                <a:solidFill>
                  <a:srgbClr val="000000">
                    <a:lumMod val="75000"/>
                    <a:lumOff val="25000"/>
                  </a:srgbClr>
                </a:solidFill>
                <a:latin typeface="微软雅黑" panose="020B0503020204020204" pitchFamily="34" charset="-122"/>
                <a:ea typeface="微软雅黑" panose="020B0503020204020204" pitchFamily="34" charset="-122"/>
              </a:rPr>
              <a:t>使用画图工具</a:t>
            </a:r>
          </a:p>
        </p:txBody>
      </p:sp>
      <p:sp>
        <p:nvSpPr>
          <p:cNvPr id="51" name="任意多边形: 形状 50"/>
          <p:cNvSpPr>
            <a:spLocks noChangeAspect="1"/>
          </p:cNvSpPr>
          <p:nvPr>
            <p:custDataLst>
              <p:tags r:id="rId6"/>
            </p:custDataLst>
          </p:nvPr>
        </p:nvSpPr>
        <p:spPr>
          <a:xfrm>
            <a:off x="7862411" y="449580"/>
            <a:ext cx="230981" cy="468630"/>
          </a:xfrm>
          <a:custGeom>
            <a:avLst/>
            <a:gdLst>
              <a:gd name="connsiteX0" fmla="*/ 0 w 311295"/>
              <a:gd name="connsiteY0" fmla="*/ 0 h 631688"/>
              <a:gd name="connsiteX1" fmla="*/ 311295 w 311295"/>
              <a:gd name="connsiteY1" fmla="*/ 0 h 631688"/>
              <a:gd name="connsiteX2" fmla="*/ 311295 w 311295"/>
              <a:gd name="connsiteY2" fmla="*/ 278573 h 631688"/>
              <a:gd name="connsiteX3" fmla="*/ 92015 w 311295"/>
              <a:gd name="connsiteY3" fmla="*/ 631688 h 631688"/>
              <a:gd name="connsiteX4" fmla="*/ 80962 w 311295"/>
              <a:gd name="connsiteY4" fmla="*/ 613739 h 631688"/>
              <a:gd name="connsiteX5" fmla="*/ 33054 w 311295"/>
              <a:gd name="connsiteY5" fmla="*/ 568483 h 631688"/>
              <a:gd name="connsiteX6" fmla="*/ 20355 w 311295"/>
              <a:gd name="connsiteY6" fmla="*/ 561364 h 631688"/>
              <a:gd name="connsiteX7" fmla="*/ 150652 w 311295"/>
              <a:gd name="connsiteY7" fmla="*/ 311295 h 631688"/>
              <a:gd name="connsiteX8" fmla="*/ 0 w 311295"/>
              <a:gd name="connsiteY8" fmla="*/ 311295 h 631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1295" h="631688">
                <a:moveTo>
                  <a:pt x="0" y="0"/>
                </a:moveTo>
                <a:lnTo>
                  <a:pt x="311295" y="0"/>
                </a:lnTo>
                <a:lnTo>
                  <a:pt x="311295" y="278573"/>
                </a:lnTo>
                <a:cubicBezTo>
                  <a:pt x="300365" y="511936"/>
                  <a:pt x="92393" y="629207"/>
                  <a:pt x="92015" y="631688"/>
                </a:cubicBezTo>
                <a:lnTo>
                  <a:pt x="80962" y="613739"/>
                </a:lnTo>
                <a:cubicBezTo>
                  <a:pt x="67726" y="597568"/>
                  <a:pt x="51617" y="582153"/>
                  <a:pt x="33054" y="568483"/>
                </a:cubicBezTo>
                <a:lnTo>
                  <a:pt x="20355" y="561364"/>
                </a:lnTo>
                <a:cubicBezTo>
                  <a:pt x="21645" y="561467"/>
                  <a:pt x="135315" y="475631"/>
                  <a:pt x="150652" y="311295"/>
                </a:cubicBezTo>
                <a:lnTo>
                  <a:pt x="0" y="311295"/>
                </a:lnTo>
                <a:close/>
              </a:path>
            </a:pathLst>
          </a:custGeom>
          <a:solidFill>
            <a:srgbClr val="D0CECE">
              <a:lumMod val="90000"/>
            </a:srgbClr>
          </a:solidFill>
          <a:ln>
            <a:noFill/>
          </a:ln>
        </p:spPr>
        <p:style>
          <a:lnRef idx="2">
            <a:srgbClr val="D0CECE">
              <a:shade val="50000"/>
            </a:srgbClr>
          </a:lnRef>
          <a:fillRef idx="1">
            <a:srgbClr val="D0CECE"/>
          </a:fillRef>
          <a:effectRef idx="0">
            <a:srgbClr val="D0CECE"/>
          </a:effectRef>
          <a:fontRef idx="minor">
            <a:srgbClr val="FFFFFF"/>
          </a:fontRef>
        </p:style>
        <p:txBody>
          <a:bodyPr wrap="square" rtlCol="0" anchor="ctr">
            <a:noAutofit/>
          </a:bodyPr>
          <a:lstStyle/>
          <a:p>
            <a:pPr algn="ctr"/>
            <a:endParaRPr lang="zh-CN" altLang="en-US" sz="1350">
              <a:latin typeface="微软雅黑" panose="020B0503020204020204" pitchFamily="34" charset="-122"/>
              <a:ea typeface="微软雅黑" panose="020B0503020204020204" pitchFamily="34" charset="-122"/>
            </a:endParaRPr>
          </a:p>
        </p:txBody>
      </p:sp>
      <p:sp>
        <p:nvSpPr>
          <p:cNvPr id="52" name="任意多边形: 形状 51"/>
          <p:cNvSpPr>
            <a:spLocks noChangeAspect="1"/>
          </p:cNvSpPr>
          <p:nvPr>
            <p:custDataLst>
              <p:tags r:id="rId7"/>
            </p:custDataLst>
          </p:nvPr>
        </p:nvSpPr>
        <p:spPr>
          <a:xfrm>
            <a:off x="8168164" y="449580"/>
            <a:ext cx="230981" cy="468630"/>
          </a:xfrm>
          <a:custGeom>
            <a:avLst/>
            <a:gdLst>
              <a:gd name="connsiteX0" fmla="*/ 0 w 311295"/>
              <a:gd name="connsiteY0" fmla="*/ 0 h 631688"/>
              <a:gd name="connsiteX1" fmla="*/ 311295 w 311295"/>
              <a:gd name="connsiteY1" fmla="*/ 0 h 631688"/>
              <a:gd name="connsiteX2" fmla="*/ 311295 w 311295"/>
              <a:gd name="connsiteY2" fmla="*/ 278573 h 631688"/>
              <a:gd name="connsiteX3" fmla="*/ 92015 w 311295"/>
              <a:gd name="connsiteY3" fmla="*/ 631688 h 631688"/>
              <a:gd name="connsiteX4" fmla="*/ 80961 w 311295"/>
              <a:gd name="connsiteY4" fmla="*/ 613739 h 631688"/>
              <a:gd name="connsiteX5" fmla="*/ 33054 w 311295"/>
              <a:gd name="connsiteY5" fmla="*/ 568483 h 631688"/>
              <a:gd name="connsiteX6" fmla="*/ 20355 w 311295"/>
              <a:gd name="connsiteY6" fmla="*/ 561364 h 631688"/>
              <a:gd name="connsiteX7" fmla="*/ 150652 w 311295"/>
              <a:gd name="connsiteY7" fmla="*/ 311295 h 631688"/>
              <a:gd name="connsiteX8" fmla="*/ 0 w 311295"/>
              <a:gd name="connsiteY8" fmla="*/ 311295 h 631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1295" h="631688">
                <a:moveTo>
                  <a:pt x="0" y="0"/>
                </a:moveTo>
                <a:lnTo>
                  <a:pt x="311295" y="0"/>
                </a:lnTo>
                <a:lnTo>
                  <a:pt x="311295" y="278573"/>
                </a:lnTo>
                <a:cubicBezTo>
                  <a:pt x="300365" y="511936"/>
                  <a:pt x="92393" y="629207"/>
                  <a:pt x="92015" y="631688"/>
                </a:cubicBezTo>
                <a:lnTo>
                  <a:pt x="80961" y="613739"/>
                </a:lnTo>
                <a:cubicBezTo>
                  <a:pt x="67726" y="597568"/>
                  <a:pt x="51617" y="582153"/>
                  <a:pt x="33054" y="568483"/>
                </a:cubicBezTo>
                <a:lnTo>
                  <a:pt x="20355" y="561364"/>
                </a:lnTo>
                <a:cubicBezTo>
                  <a:pt x="21645" y="561467"/>
                  <a:pt x="135315" y="475631"/>
                  <a:pt x="150652" y="311295"/>
                </a:cubicBezTo>
                <a:lnTo>
                  <a:pt x="0" y="311295"/>
                </a:lnTo>
                <a:close/>
              </a:path>
            </a:pathLst>
          </a:custGeom>
          <a:solidFill>
            <a:srgbClr val="D0CECE">
              <a:lumMod val="90000"/>
            </a:srgbClr>
          </a:solidFill>
          <a:ln>
            <a:noFill/>
          </a:ln>
        </p:spPr>
        <p:style>
          <a:lnRef idx="2">
            <a:srgbClr val="D0CECE">
              <a:shade val="50000"/>
            </a:srgbClr>
          </a:lnRef>
          <a:fillRef idx="1">
            <a:srgbClr val="D0CECE"/>
          </a:fillRef>
          <a:effectRef idx="0">
            <a:srgbClr val="D0CECE"/>
          </a:effectRef>
          <a:fontRef idx="minor">
            <a:srgbClr val="FFFFFF"/>
          </a:fontRef>
        </p:style>
        <p:txBody>
          <a:bodyPr wrap="square" rtlCol="0" anchor="ctr">
            <a:noAutofit/>
          </a:bodyPr>
          <a:lstStyle/>
          <a:p>
            <a:pPr algn="ctr"/>
            <a:endParaRPr lang="zh-CN" altLang="en-US" sz="1350">
              <a:latin typeface="微软雅黑" panose="020B0503020204020204" pitchFamily="34" charset="-122"/>
              <a:ea typeface="微软雅黑" panose="020B0503020204020204" pitchFamily="34" charset="-122"/>
            </a:endParaRPr>
          </a:p>
        </p:txBody>
      </p:sp>
      <p:sp>
        <p:nvSpPr>
          <p:cNvPr id="25" name="六边形 24"/>
          <p:cNvSpPr/>
          <p:nvPr>
            <p:custDataLst>
              <p:tags r:id="rId8"/>
            </p:custDataLst>
          </p:nvPr>
        </p:nvSpPr>
        <p:spPr>
          <a:xfrm rot="6300000">
            <a:off x="2816936" y="2760218"/>
            <a:ext cx="1053838" cy="908480"/>
          </a:xfrm>
          <a:prstGeom prst="hexagon">
            <a:avLst/>
          </a:prstGeom>
          <a:solidFill>
            <a:srgbClr val="D0CECE">
              <a:alpha val="40000"/>
            </a:srgbClr>
          </a:solidFill>
          <a:ln>
            <a:noFill/>
          </a:ln>
        </p:spPr>
        <p:style>
          <a:lnRef idx="2">
            <a:srgbClr val="D0CECE">
              <a:shade val="50000"/>
            </a:srgbClr>
          </a:lnRef>
          <a:fillRef idx="1">
            <a:srgbClr val="D0CECE"/>
          </a:fillRef>
          <a:effectRef idx="0">
            <a:srgbClr val="D0CECE"/>
          </a:effectRef>
          <a:fontRef idx="minor">
            <a:srgbClr val="FFFFFF"/>
          </a:fontRef>
        </p:style>
        <p:txBody>
          <a:bodyPr rtlCol="0" anchor="ctr"/>
          <a:lstStyle/>
          <a:p>
            <a:pPr algn="ctr"/>
            <a:endParaRPr kumimoji="1" lang="zh-CN" altLang="en-US" sz="1200" b="1">
              <a:solidFill>
                <a:srgbClr val="FFFFFF"/>
              </a:solidFill>
              <a:latin typeface="微软雅黑" panose="020B0503020204020204" pitchFamily="34" charset="-122"/>
              <a:ea typeface="微软雅黑" panose="020B0503020204020204" pitchFamily="34" charset="-122"/>
            </a:endParaRPr>
          </a:p>
        </p:txBody>
      </p:sp>
      <p:sp>
        <p:nvSpPr>
          <p:cNvPr id="39" name="六边形 38"/>
          <p:cNvSpPr/>
          <p:nvPr>
            <p:custDataLst>
              <p:tags r:id="rId9"/>
            </p:custDataLst>
          </p:nvPr>
        </p:nvSpPr>
        <p:spPr>
          <a:xfrm rot="9801606">
            <a:off x="8232245" y="4820132"/>
            <a:ext cx="257810" cy="222250"/>
          </a:xfrm>
          <a:prstGeom prst="hexagon">
            <a:avLst/>
          </a:prstGeom>
          <a:noFill/>
          <a:ln>
            <a:solidFill>
              <a:srgbClr val="D0CECE"/>
            </a:solidFill>
          </a:ln>
        </p:spPr>
        <p:style>
          <a:lnRef idx="2">
            <a:srgbClr val="D0CECE">
              <a:shade val="50000"/>
            </a:srgbClr>
          </a:lnRef>
          <a:fillRef idx="1">
            <a:srgbClr val="D0CECE"/>
          </a:fillRef>
          <a:effectRef idx="0">
            <a:srgbClr val="D0CECE"/>
          </a:effectRef>
          <a:fontRef idx="minor">
            <a:srgbClr val="FFFFFF"/>
          </a:fontRef>
        </p:style>
        <p:txBody>
          <a:bodyPr rtlCol="0" anchor="ctr"/>
          <a:lstStyle/>
          <a:p>
            <a:pPr algn="ctr"/>
            <a:endParaRPr kumimoji="1" lang="zh-CN" altLang="en-US" sz="1200" b="1">
              <a:solidFill>
                <a:srgbClr val="FFFFFF"/>
              </a:solidFill>
              <a:latin typeface="微软雅黑" panose="020B0503020204020204" pitchFamily="34" charset="-122"/>
              <a:ea typeface="微软雅黑" panose="020B0503020204020204" pitchFamily="34" charset="-122"/>
            </a:endParaRPr>
          </a:p>
        </p:txBody>
      </p:sp>
      <p:sp>
        <p:nvSpPr>
          <p:cNvPr id="43" name="文本框 42"/>
          <p:cNvSpPr txBox="1"/>
          <p:nvPr>
            <p:custDataLst>
              <p:tags r:id="rId10"/>
            </p:custDataLst>
          </p:nvPr>
        </p:nvSpPr>
        <p:spPr>
          <a:xfrm>
            <a:off x="4260713" y="1415545"/>
            <a:ext cx="4138613" cy="733623"/>
          </a:xfrm>
          <a:prstGeom prst="rect">
            <a:avLst/>
          </a:prstGeom>
          <a:noFill/>
        </p:spPr>
        <p:txBody>
          <a:bodyPr wrap="square" lIns="76200" tIns="0" rIns="61912" bIns="0" rtlCol="0" anchor="ctr" anchorCtr="0">
            <a:noAutofit/>
          </a:bodyPr>
          <a:lstStyle>
            <a:defPPr>
              <a:defRPr lang="zh-CN"/>
            </a:defPPr>
            <a:lvl1pPr fontAlgn="auto">
              <a:lnSpc>
                <a:spcPct val="130000"/>
              </a:lnSpc>
              <a:spcAft>
                <a:spcPts val="1000"/>
              </a:spcAft>
              <a:defRPr sz="1600" spc="150"/>
            </a:lvl1pPr>
          </a:lstStyle>
          <a:p>
            <a:r>
              <a:rPr lang="zh-CN" altLang="en-US" sz="1200" kern="0" spc="0">
                <a:solidFill>
                  <a:srgbClr val="000000">
                    <a:lumMod val="75000"/>
                    <a:lumOff val="25000"/>
                  </a:srgbClr>
                </a:solidFill>
                <a:uFillTx/>
                <a:latin typeface="微软雅黑" panose="020B0503020204020204" pitchFamily="34" charset="-122"/>
                <a:ea typeface="微软雅黑" panose="020B0503020204020204" pitchFamily="34" charset="-122"/>
              </a:rPr>
              <a:t>在“开始”菜单中，单击“Windows 附件”→“画图”，就会打开画图工具。也可以按下键盘上的Win+S 快捷键启动搜索，输入“画图”或者“mspaint”找到画图工具。</a:t>
            </a:r>
          </a:p>
        </p:txBody>
      </p:sp>
      <p:sp>
        <p:nvSpPr>
          <p:cNvPr id="65" name="文本框 64"/>
          <p:cNvSpPr txBox="1"/>
          <p:nvPr>
            <p:custDataLst>
              <p:tags r:id="rId11"/>
            </p:custDataLst>
          </p:nvPr>
        </p:nvSpPr>
        <p:spPr>
          <a:xfrm>
            <a:off x="3349457" y="1366858"/>
            <a:ext cx="845820" cy="830580"/>
          </a:xfrm>
          <a:prstGeom prst="rect">
            <a:avLst/>
          </a:prstGeom>
          <a:noFill/>
          <a:ln w="12700">
            <a:noFill/>
          </a:ln>
        </p:spPr>
        <p:txBody>
          <a:bodyPr wrap="none" lIns="0" tIns="0" rIns="0" bIns="0" rtlCol="0">
            <a:spAutoFit/>
          </a:bodyPr>
          <a:lstStyle/>
          <a:p>
            <a:pPr lvl="0" algn="l"/>
            <a:r>
              <a:rPr lang="en-US" altLang="zh-CN" sz="5400" b="1" dirty="0">
                <a:ln w="12700">
                  <a:solidFill>
                    <a:srgbClr val="000000">
                      <a:lumMod val="65000"/>
                      <a:lumOff val="35000"/>
                      <a:alpha val="92000"/>
                    </a:srgbClr>
                  </a:solidFill>
                </a:ln>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01</a:t>
            </a:r>
          </a:p>
        </p:txBody>
      </p:sp>
      <p:sp>
        <p:nvSpPr>
          <p:cNvPr id="66" name="文本框 65"/>
          <p:cNvSpPr txBox="1"/>
          <p:nvPr>
            <p:custDataLst>
              <p:tags r:id="rId12"/>
            </p:custDataLst>
          </p:nvPr>
        </p:nvSpPr>
        <p:spPr>
          <a:xfrm>
            <a:off x="4260713" y="2690712"/>
            <a:ext cx="4138613" cy="733623"/>
          </a:xfrm>
          <a:prstGeom prst="rect">
            <a:avLst/>
          </a:prstGeom>
          <a:noFill/>
        </p:spPr>
        <p:txBody>
          <a:bodyPr wrap="square" lIns="76200" tIns="0" rIns="61912" bIns="0" rtlCol="0" anchor="ctr" anchorCtr="0">
            <a:noAutofit/>
          </a:bodyPr>
          <a:lstStyle>
            <a:defPPr>
              <a:defRPr lang="zh-CN"/>
            </a:defPPr>
            <a:lvl1pPr fontAlgn="auto">
              <a:lnSpc>
                <a:spcPct val="130000"/>
              </a:lnSpc>
              <a:spcAft>
                <a:spcPts val="1000"/>
              </a:spcAft>
              <a:defRPr sz="1600" spc="150"/>
            </a:lvl1pPr>
          </a:lstStyle>
          <a:p>
            <a:r>
              <a:rPr lang="zh-CN" altLang="en-US" sz="1200" kern="0" spc="0">
                <a:solidFill>
                  <a:srgbClr val="000000">
                    <a:lumMod val="75000"/>
                    <a:lumOff val="25000"/>
                  </a:srgbClr>
                </a:solidFill>
                <a:uFillTx/>
                <a:latin typeface="微软雅黑" panose="020B0503020204020204" pitchFamily="34" charset="-122"/>
                <a:ea typeface="微软雅黑" panose="020B0503020204020204" pitchFamily="34" charset="-122"/>
              </a:rPr>
              <a:t>启动画图工具后将会自动创建一个新的画板。画图工具包含了一系列绘图选项，选择任意范围，有选择（矩形）、橡皮擦／彩色橡皮擦、填入颜色、挑选颜色、放大镜、铅笔、粉刷、填充、文字以及很多预设的形状等。</a:t>
            </a:r>
          </a:p>
        </p:txBody>
      </p:sp>
      <p:sp>
        <p:nvSpPr>
          <p:cNvPr id="68" name="文本框 67"/>
          <p:cNvSpPr txBox="1"/>
          <p:nvPr>
            <p:custDataLst>
              <p:tags r:id="rId13"/>
            </p:custDataLst>
          </p:nvPr>
        </p:nvSpPr>
        <p:spPr>
          <a:xfrm>
            <a:off x="3349457" y="2642025"/>
            <a:ext cx="845820" cy="830580"/>
          </a:xfrm>
          <a:prstGeom prst="rect">
            <a:avLst/>
          </a:prstGeom>
          <a:noFill/>
          <a:ln w="12700">
            <a:noFill/>
          </a:ln>
        </p:spPr>
        <p:txBody>
          <a:bodyPr wrap="none" lIns="0" tIns="0" rIns="0" bIns="0" rtlCol="0">
            <a:spAutoFit/>
          </a:bodyPr>
          <a:lstStyle/>
          <a:p>
            <a:pPr lvl="0" algn="l"/>
            <a:r>
              <a:rPr lang="en-US" altLang="zh-CN" sz="5400" b="1" dirty="0">
                <a:ln w="12700">
                  <a:solidFill>
                    <a:srgbClr val="000000">
                      <a:lumMod val="65000"/>
                      <a:lumOff val="35000"/>
                      <a:alpha val="92000"/>
                    </a:srgbClr>
                  </a:solidFill>
                </a:ln>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02</a:t>
            </a:r>
          </a:p>
        </p:txBody>
      </p:sp>
      <p:cxnSp>
        <p:nvCxnSpPr>
          <p:cNvPr id="4" name="直接连接符 3"/>
          <p:cNvCxnSpPr/>
          <p:nvPr>
            <p:custDataLst>
              <p:tags r:id="rId14"/>
            </p:custDataLst>
          </p:nvPr>
        </p:nvCxnSpPr>
        <p:spPr>
          <a:xfrm>
            <a:off x="4376183" y="2427361"/>
            <a:ext cx="3907673" cy="0"/>
          </a:xfrm>
          <a:prstGeom prst="line">
            <a:avLst/>
          </a:prstGeom>
          <a:ln w="12700">
            <a:solidFill>
              <a:srgbClr val="E7E6E6">
                <a:lumMod val="90000"/>
              </a:srgbClr>
            </a:solidFill>
            <a:prstDash val="dash"/>
            <a:headEnd type="diamond"/>
            <a:tailEnd type="diamond"/>
          </a:ln>
        </p:spPr>
        <p:style>
          <a:lnRef idx="1">
            <a:srgbClr val="D0CECE"/>
          </a:lnRef>
          <a:fillRef idx="0">
            <a:srgbClr val="D0CECE"/>
          </a:fillRef>
          <a:effectRef idx="0">
            <a:srgbClr val="D0CECE"/>
          </a:effectRef>
          <a:fontRef idx="minor">
            <a:srgbClr val="000000"/>
          </a:fontRef>
        </p:style>
      </p:cxnSp>
      <p:sp>
        <p:nvSpPr>
          <p:cNvPr id="31" name="文本框 30"/>
          <p:cNvSpPr txBox="1"/>
          <p:nvPr>
            <p:custDataLst>
              <p:tags r:id="rId15"/>
            </p:custDataLst>
          </p:nvPr>
        </p:nvSpPr>
        <p:spPr>
          <a:xfrm>
            <a:off x="4260713" y="3884317"/>
            <a:ext cx="4138613" cy="733623"/>
          </a:xfrm>
          <a:prstGeom prst="rect">
            <a:avLst/>
          </a:prstGeom>
          <a:noFill/>
        </p:spPr>
        <p:txBody>
          <a:bodyPr wrap="square" lIns="76200" tIns="0" rIns="61912" bIns="0" rtlCol="0" anchor="ctr" anchorCtr="0">
            <a:noAutofit/>
          </a:bodyPr>
          <a:lstStyle>
            <a:defPPr>
              <a:defRPr lang="zh-CN"/>
            </a:defPPr>
            <a:lvl1pPr fontAlgn="auto">
              <a:lnSpc>
                <a:spcPct val="130000"/>
              </a:lnSpc>
              <a:spcAft>
                <a:spcPts val="1000"/>
              </a:spcAft>
              <a:defRPr sz="1600" spc="150"/>
            </a:lvl1pPr>
          </a:lstStyle>
          <a:p>
            <a:r>
              <a:rPr lang="zh-CN" altLang="en-US" sz="1200" kern="0" spc="0">
                <a:solidFill>
                  <a:srgbClr val="000000">
                    <a:lumMod val="75000"/>
                    <a:lumOff val="25000"/>
                  </a:srgbClr>
                </a:solidFill>
                <a:uFillTx/>
                <a:latin typeface="微软雅黑" panose="020B0503020204020204" pitchFamily="34" charset="-122"/>
                <a:ea typeface="微软雅黑" panose="020B0503020204020204" pitchFamily="34" charset="-122"/>
              </a:rPr>
              <a:t>在工具栏选择一个形状后，用鼠标在画布上拖动，可以快速插入一个图形，选择铅笔、刷子工具则可以在画布上任意涂画，如图2-59 所示。</a:t>
            </a:r>
          </a:p>
        </p:txBody>
      </p:sp>
      <p:sp>
        <p:nvSpPr>
          <p:cNvPr id="35" name="文本框 34"/>
          <p:cNvSpPr txBox="1"/>
          <p:nvPr>
            <p:custDataLst>
              <p:tags r:id="rId16"/>
            </p:custDataLst>
          </p:nvPr>
        </p:nvSpPr>
        <p:spPr>
          <a:xfrm>
            <a:off x="3349457" y="3835630"/>
            <a:ext cx="845820" cy="830580"/>
          </a:xfrm>
          <a:prstGeom prst="rect">
            <a:avLst/>
          </a:prstGeom>
          <a:noFill/>
          <a:ln w="12700">
            <a:noFill/>
          </a:ln>
        </p:spPr>
        <p:txBody>
          <a:bodyPr wrap="none" lIns="0" tIns="0" rIns="0" bIns="0" rtlCol="0">
            <a:spAutoFit/>
          </a:bodyPr>
          <a:lstStyle/>
          <a:p>
            <a:pPr lvl="0" algn="l"/>
            <a:r>
              <a:rPr lang="en-US" altLang="zh-CN" sz="5400" b="1" dirty="0">
                <a:ln w="12700">
                  <a:solidFill>
                    <a:srgbClr val="000000">
                      <a:lumMod val="65000"/>
                      <a:lumOff val="35000"/>
                      <a:alpha val="92000"/>
                    </a:srgbClr>
                  </a:solidFill>
                </a:ln>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03</a:t>
            </a:r>
          </a:p>
        </p:txBody>
      </p:sp>
      <p:cxnSp>
        <p:nvCxnSpPr>
          <p:cNvPr id="41" name="直接连接符 40"/>
          <p:cNvCxnSpPr/>
          <p:nvPr>
            <p:custDataLst>
              <p:tags r:id="rId17"/>
            </p:custDataLst>
          </p:nvPr>
        </p:nvCxnSpPr>
        <p:spPr>
          <a:xfrm>
            <a:off x="4376183" y="3670003"/>
            <a:ext cx="3907673" cy="0"/>
          </a:xfrm>
          <a:prstGeom prst="line">
            <a:avLst/>
          </a:prstGeom>
          <a:ln w="12700">
            <a:solidFill>
              <a:srgbClr val="E7E6E6">
                <a:lumMod val="90000"/>
              </a:srgbClr>
            </a:solidFill>
            <a:prstDash val="dash"/>
            <a:headEnd type="diamond"/>
            <a:tailEnd type="diamond"/>
          </a:ln>
        </p:spPr>
        <p:style>
          <a:lnRef idx="1">
            <a:srgbClr val="D0CECE"/>
          </a:lnRef>
          <a:fillRef idx="0">
            <a:srgbClr val="D0CECE"/>
          </a:fillRef>
          <a:effectRef idx="0">
            <a:srgbClr val="D0CECE"/>
          </a:effectRef>
          <a:fontRef idx="minor">
            <a:srgbClr val="000000"/>
          </a:fontRef>
        </p:style>
      </p:cxnSp>
      <p:grpSp>
        <p:nvGrpSpPr>
          <p:cNvPr id="6" name="组合 5"/>
          <p:cNvGrpSpPr/>
          <p:nvPr/>
        </p:nvGrpSpPr>
        <p:grpSpPr>
          <a:xfrm>
            <a:off x="457200" y="1185545"/>
            <a:ext cx="2231390" cy="3694430"/>
            <a:chOff x="720" y="1867"/>
            <a:chExt cx="3514" cy="5818"/>
          </a:xfrm>
        </p:grpSpPr>
        <p:sp>
          <p:nvSpPr>
            <p:cNvPr id="26" name="矩形 25"/>
            <p:cNvSpPr/>
            <p:nvPr>
              <p:custDataLst>
                <p:tags r:id="rId18"/>
              </p:custDataLst>
            </p:nvPr>
          </p:nvSpPr>
          <p:spPr>
            <a:xfrm rot="330573">
              <a:off x="1101" y="2082"/>
              <a:ext cx="3017" cy="1508"/>
            </a:xfrm>
            <a:prstGeom prst="rect">
              <a:avLst/>
            </a:prstGeom>
            <a:noFill/>
            <a:ln>
              <a:solidFill>
                <a:srgbClr val="D0CECE"/>
              </a:solidFill>
            </a:ln>
          </p:spPr>
          <p:style>
            <a:lnRef idx="2">
              <a:srgbClr val="D0CECE">
                <a:shade val="50000"/>
              </a:srgbClr>
            </a:lnRef>
            <a:fillRef idx="1">
              <a:srgbClr val="D0CECE"/>
            </a:fillRef>
            <a:effectRef idx="0">
              <a:srgbClr val="D0CECE"/>
            </a:effectRef>
            <a:fontRef idx="minor">
              <a:srgbClr val="FFFFFF"/>
            </a:fontRef>
          </p:style>
          <p:txBody>
            <a:bodyPr rtlCol="0" anchor="ctr"/>
            <a:lstStyle/>
            <a:p>
              <a:pPr algn="ctr"/>
              <a:endParaRPr kumimoji="1" lang="zh-CN" altLang="en-US" sz="1200" b="1">
                <a:solidFill>
                  <a:srgbClr val="FFFFFF"/>
                </a:solidFill>
                <a:latin typeface="微软雅黑" panose="020B0503020204020204" pitchFamily="34" charset="-122"/>
                <a:ea typeface="微软雅黑" panose="020B0503020204020204" pitchFamily="34" charset="-122"/>
              </a:endParaRPr>
            </a:p>
          </p:txBody>
        </p:sp>
        <p:sp>
          <p:nvSpPr>
            <p:cNvPr id="32" name="六边形 31"/>
            <p:cNvSpPr/>
            <p:nvPr>
              <p:custDataLst>
                <p:tags r:id="rId19"/>
              </p:custDataLst>
            </p:nvPr>
          </p:nvSpPr>
          <p:spPr>
            <a:xfrm rot="5400000">
              <a:off x="1311" y="1925"/>
              <a:ext cx="169" cy="146"/>
            </a:xfrm>
            <a:prstGeom prst="hexagon">
              <a:avLst/>
            </a:prstGeom>
            <a:solidFill>
              <a:srgbClr val="44546A"/>
            </a:solidFill>
            <a:ln>
              <a:noFill/>
            </a:ln>
          </p:spPr>
          <p:style>
            <a:lnRef idx="2">
              <a:srgbClr val="D0CECE">
                <a:shade val="50000"/>
              </a:srgbClr>
            </a:lnRef>
            <a:fillRef idx="1">
              <a:srgbClr val="D0CECE"/>
            </a:fillRef>
            <a:effectRef idx="0">
              <a:srgbClr val="D0CECE"/>
            </a:effectRef>
            <a:fontRef idx="minor">
              <a:srgbClr val="FFFFFF"/>
            </a:fontRef>
          </p:style>
          <p:txBody>
            <a:bodyPr rtlCol="0" anchor="ctr"/>
            <a:lstStyle/>
            <a:p>
              <a:pPr algn="ctr"/>
              <a:endParaRPr kumimoji="1" lang="zh-CN" altLang="en-US" sz="1200" b="1">
                <a:solidFill>
                  <a:srgbClr val="FFFFFF"/>
                </a:solidFill>
                <a:latin typeface="微软雅黑" panose="020B0503020204020204" pitchFamily="34" charset="-122"/>
                <a:ea typeface="微软雅黑" panose="020B0503020204020204" pitchFamily="34" charset="-122"/>
              </a:endParaRPr>
            </a:p>
          </p:txBody>
        </p:sp>
        <p:sp>
          <p:nvSpPr>
            <p:cNvPr id="34" name="六边形 33"/>
            <p:cNvSpPr/>
            <p:nvPr>
              <p:custDataLst>
                <p:tags r:id="rId20"/>
              </p:custDataLst>
            </p:nvPr>
          </p:nvSpPr>
          <p:spPr>
            <a:xfrm rot="5400000">
              <a:off x="1568" y="1873"/>
              <a:ext cx="84" cy="73"/>
            </a:xfrm>
            <a:prstGeom prst="hexagon">
              <a:avLst/>
            </a:prstGeom>
            <a:solidFill>
              <a:srgbClr val="44546A">
                <a:lumMod val="20000"/>
                <a:lumOff val="80000"/>
              </a:srgbClr>
            </a:solidFill>
            <a:ln>
              <a:noFill/>
            </a:ln>
          </p:spPr>
          <p:style>
            <a:lnRef idx="2">
              <a:srgbClr val="D0CECE">
                <a:shade val="50000"/>
              </a:srgbClr>
            </a:lnRef>
            <a:fillRef idx="1">
              <a:srgbClr val="D0CECE"/>
            </a:fillRef>
            <a:effectRef idx="0">
              <a:srgbClr val="D0CECE"/>
            </a:effectRef>
            <a:fontRef idx="minor">
              <a:srgbClr val="FFFFFF"/>
            </a:fontRef>
          </p:style>
          <p:txBody>
            <a:bodyPr rtlCol="0" anchor="ctr"/>
            <a:lstStyle/>
            <a:p>
              <a:pPr algn="ctr"/>
              <a:endParaRPr kumimoji="1" lang="zh-CN" altLang="en-US" sz="1200" b="1">
                <a:solidFill>
                  <a:srgbClr val="FFFFFF"/>
                </a:solidFill>
                <a:latin typeface="微软雅黑" panose="020B0503020204020204" pitchFamily="34" charset="-122"/>
                <a:ea typeface="微软雅黑" panose="020B0503020204020204" pitchFamily="34" charset="-122"/>
              </a:endParaRPr>
            </a:p>
          </p:txBody>
        </p:sp>
        <p:sp>
          <p:nvSpPr>
            <p:cNvPr id="59" name="矩形 58"/>
            <p:cNvSpPr/>
            <p:nvPr>
              <p:custDataLst>
                <p:tags r:id="rId21"/>
              </p:custDataLst>
            </p:nvPr>
          </p:nvSpPr>
          <p:spPr>
            <a:xfrm rot="330573">
              <a:off x="1101" y="5826"/>
              <a:ext cx="3017" cy="1508"/>
            </a:xfrm>
            <a:prstGeom prst="rect">
              <a:avLst/>
            </a:prstGeom>
            <a:noFill/>
            <a:ln>
              <a:solidFill>
                <a:srgbClr val="D0CECE"/>
              </a:solidFill>
            </a:ln>
          </p:spPr>
          <p:style>
            <a:lnRef idx="2">
              <a:srgbClr val="D0CECE">
                <a:shade val="50000"/>
              </a:srgbClr>
            </a:lnRef>
            <a:fillRef idx="1">
              <a:srgbClr val="D0CECE"/>
            </a:fillRef>
            <a:effectRef idx="0">
              <a:srgbClr val="D0CECE"/>
            </a:effectRef>
            <a:fontRef idx="minor">
              <a:srgbClr val="FFFFFF"/>
            </a:fontRef>
          </p:style>
          <p:txBody>
            <a:bodyPr rtlCol="0" anchor="ctr"/>
            <a:lstStyle/>
            <a:p>
              <a:pPr algn="ctr"/>
              <a:endParaRPr kumimoji="1" lang="zh-CN" altLang="en-US" sz="1200" b="1">
                <a:solidFill>
                  <a:srgbClr val="FFFFFF"/>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24"/>
            <a:stretch>
              <a:fillRect/>
            </a:stretch>
          </p:blipFill>
          <p:spPr>
            <a:xfrm>
              <a:off x="720" y="1913"/>
              <a:ext cx="3515" cy="2815"/>
            </a:xfrm>
            <a:prstGeom prst="rect">
              <a:avLst/>
            </a:prstGeom>
          </p:spPr>
        </p:pic>
        <p:pic>
          <p:nvPicPr>
            <p:cNvPr id="3" name="图片 2"/>
            <p:cNvPicPr>
              <a:picLocks noChangeAspect="1"/>
            </p:cNvPicPr>
            <p:nvPr/>
          </p:nvPicPr>
          <p:blipFill>
            <a:blip r:embed="rId25"/>
            <a:stretch>
              <a:fillRect/>
            </a:stretch>
          </p:blipFill>
          <p:spPr>
            <a:xfrm>
              <a:off x="720" y="4893"/>
              <a:ext cx="3515" cy="2793"/>
            </a:xfrm>
            <a:prstGeom prst="rect">
              <a:avLst/>
            </a:prstGeom>
          </p:spPr>
        </p:pic>
        <p:sp>
          <p:nvSpPr>
            <p:cNvPr id="5" name="下箭头 4"/>
            <p:cNvSpPr/>
            <p:nvPr/>
          </p:nvSpPr>
          <p:spPr>
            <a:xfrm>
              <a:off x="2177" y="4441"/>
              <a:ext cx="600" cy="72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矩形 2"/>
          <p:cNvSpPr/>
          <p:nvPr>
            <p:custDataLst>
              <p:tags r:id="rId2"/>
            </p:custDataLst>
          </p:nvPr>
        </p:nvSpPr>
        <p:spPr>
          <a:xfrm>
            <a:off x="-2143" y="1219200"/>
            <a:ext cx="9146144" cy="3924299"/>
          </a:xfrm>
          <a:custGeom>
            <a:avLst/>
            <a:gdLst>
              <a:gd name="connsiteX0" fmla="*/ 0 w 12192000"/>
              <a:gd name="connsiteY0" fmla="*/ 0 h 5232399"/>
              <a:gd name="connsiteX1" fmla="*/ 12192000 w 12192000"/>
              <a:gd name="connsiteY1" fmla="*/ 0 h 5232399"/>
              <a:gd name="connsiteX2" fmla="*/ 12192000 w 12192000"/>
              <a:gd name="connsiteY2" fmla="*/ 5232399 h 5232399"/>
              <a:gd name="connsiteX3" fmla="*/ 0 w 12192000"/>
              <a:gd name="connsiteY3" fmla="*/ 5232399 h 5232399"/>
              <a:gd name="connsiteX4" fmla="*/ 0 w 12192000"/>
              <a:gd name="connsiteY4" fmla="*/ 0 h 5232399"/>
              <a:gd name="connsiteX0-1" fmla="*/ 1816100 w 12192000"/>
              <a:gd name="connsiteY0-2" fmla="*/ 3009900 h 5232399"/>
              <a:gd name="connsiteX1-3" fmla="*/ 12192000 w 12192000"/>
              <a:gd name="connsiteY1-4" fmla="*/ 0 h 5232399"/>
              <a:gd name="connsiteX2-5" fmla="*/ 12192000 w 12192000"/>
              <a:gd name="connsiteY2-6" fmla="*/ 5232399 h 5232399"/>
              <a:gd name="connsiteX3-7" fmla="*/ 0 w 12192000"/>
              <a:gd name="connsiteY3-8" fmla="*/ 5232399 h 5232399"/>
              <a:gd name="connsiteX4-9" fmla="*/ 1816100 w 12192000"/>
              <a:gd name="connsiteY4-10" fmla="*/ 3009900 h 5232399"/>
              <a:gd name="connsiteX0-11" fmla="*/ 1308100 w 12192000"/>
              <a:gd name="connsiteY0-12" fmla="*/ 2755900 h 5232399"/>
              <a:gd name="connsiteX1-13" fmla="*/ 12192000 w 12192000"/>
              <a:gd name="connsiteY1-14" fmla="*/ 0 h 5232399"/>
              <a:gd name="connsiteX2-15" fmla="*/ 12192000 w 12192000"/>
              <a:gd name="connsiteY2-16" fmla="*/ 5232399 h 5232399"/>
              <a:gd name="connsiteX3-17" fmla="*/ 0 w 12192000"/>
              <a:gd name="connsiteY3-18" fmla="*/ 5232399 h 5232399"/>
              <a:gd name="connsiteX4-19" fmla="*/ 1308100 w 12192000"/>
              <a:gd name="connsiteY4-20" fmla="*/ 2755900 h 5232399"/>
              <a:gd name="connsiteX0-21" fmla="*/ 1308100 w 12192000"/>
              <a:gd name="connsiteY0-22" fmla="*/ 2755900 h 5232399"/>
              <a:gd name="connsiteX1-23" fmla="*/ 12192000 w 12192000"/>
              <a:gd name="connsiteY1-24" fmla="*/ 0 h 5232399"/>
              <a:gd name="connsiteX2-25" fmla="*/ 12192000 w 12192000"/>
              <a:gd name="connsiteY2-26" fmla="*/ 5232399 h 5232399"/>
              <a:gd name="connsiteX3-27" fmla="*/ 0 w 12192000"/>
              <a:gd name="connsiteY3-28" fmla="*/ 5232399 h 5232399"/>
              <a:gd name="connsiteX4-29" fmla="*/ 1308100 w 12192000"/>
              <a:gd name="connsiteY4-30" fmla="*/ 2755900 h 5232399"/>
              <a:gd name="connsiteX0-31" fmla="*/ 1308282 w 12192182"/>
              <a:gd name="connsiteY0-32" fmla="*/ 2755900 h 5232399"/>
              <a:gd name="connsiteX1-33" fmla="*/ 12192182 w 12192182"/>
              <a:gd name="connsiteY1-34" fmla="*/ 0 h 5232399"/>
              <a:gd name="connsiteX2-35" fmla="*/ 12192182 w 12192182"/>
              <a:gd name="connsiteY2-36" fmla="*/ 5232399 h 5232399"/>
              <a:gd name="connsiteX3-37" fmla="*/ 182 w 12192182"/>
              <a:gd name="connsiteY3-38" fmla="*/ 5232399 h 5232399"/>
              <a:gd name="connsiteX4-39" fmla="*/ 1308282 w 12192182"/>
              <a:gd name="connsiteY4-40" fmla="*/ 2755900 h 5232399"/>
              <a:gd name="connsiteX0-41" fmla="*/ 1308282 w 12192182"/>
              <a:gd name="connsiteY0-42" fmla="*/ 2755900 h 5232399"/>
              <a:gd name="connsiteX1-43" fmla="*/ 12192182 w 12192182"/>
              <a:gd name="connsiteY1-44" fmla="*/ 0 h 5232399"/>
              <a:gd name="connsiteX2-45" fmla="*/ 12192182 w 12192182"/>
              <a:gd name="connsiteY2-46" fmla="*/ 5232399 h 5232399"/>
              <a:gd name="connsiteX3-47" fmla="*/ 182 w 12192182"/>
              <a:gd name="connsiteY3-48" fmla="*/ 5232399 h 5232399"/>
              <a:gd name="connsiteX4-49" fmla="*/ 1308282 w 12192182"/>
              <a:gd name="connsiteY4-50" fmla="*/ 2755900 h 5232399"/>
              <a:gd name="connsiteX0-51" fmla="*/ 1308282 w 12192182"/>
              <a:gd name="connsiteY0-52" fmla="*/ 2755900 h 5232399"/>
              <a:gd name="connsiteX1-53" fmla="*/ 12192182 w 12192182"/>
              <a:gd name="connsiteY1-54" fmla="*/ 0 h 5232399"/>
              <a:gd name="connsiteX2-55" fmla="*/ 12192182 w 12192182"/>
              <a:gd name="connsiteY2-56" fmla="*/ 5232399 h 5232399"/>
              <a:gd name="connsiteX3-57" fmla="*/ 182 w 12192182"/>
              <a:gd name="connsiteY3-58" fmla="*/ 5232399 h 5232399"/>
              <a:gd name="connsiteX4-59" fmla="*/ 1308282 w 12192182"/>
              <a:gd name="connsiteY4-60" fmla="*/ 2755900 h 5232399"/>
              <a:gd name="connsiteX0-61" fmla="*/ 1308282 w 12192182"/>
              <a:gd name="connsiteY0-62" fmla="*/ 2755900 h 5232399"/>
              <a:gd name="connsiteX1-63" fmla="*/ 12192182 w 12192182"/>
              <a:gd name="connsiteY1-64" fmla="*/ 0 h 5232399"/>
              <a:gd name="connsiteX2-65" fmla="*/ 12192182 w 12192182"/>
              <a:gd name="connsiteY2-66" fmla="*/ 5232399 h 5232399"/>
              <a:gd name="connsiteX3-67" fmla="*/ 182 w 12192182"/>
              <a:gd name="connsiteY3-68" fmla="*/ 5232399 h 5232399"/>
              <a:gd name="connsiteX4-69" fmla="*/ 1308282 w 12192182"/>
              <a:gd name="connsiteY4-70" fmla="*/ 2755900 h 5232399"/>
              <a:gd name="connsiteX0-71" fmla="*/ 1308282 w 12192182"/>
              <a:gd name="connsiteY0-72" fmla="*/ 2755900 h 5232399"/>
              <a:gd name="connsiteX1-73" fmla="*/ 12192182 w 12192182"/>
              <a:gd name="connsiteY1-74" fmla="*/ 0 h 5232399"/>
              <a:gd name="connsiteX2-75" fmla="*/ 12192182 w 12192182"/>
              <a:gd name="connsiteY2-76" fmla="*/ 5232399 h 5232399"/>
              <a:gd name="connsiteX3-77" fmla="*/ 182 w 12192182"/>
              <a:gd name="connsiteY3-78" fmla="*/ 5232399 h 5232399"/>
              <a:gd name="connsiteX4-79" fmla="*/ 1308282 w 12192182"/>
              <a:gd name="connsiteY4-80" fmla="*/ 2755900 h 5232399"/>
              <a:gd name="connsiteX0-81" fmla="*/ 1308282 w 12192182"/>
              <a:gd name="connsiteY0-82" fmla="*/ 2755900 h 5232399"/>
              <a:gd name="connsiteX1-83" fmla="*/ 12192182 w 12192182"/>
              <a:gd name="connsiteY1-84" fmla="*/ 0 h 5232399"/>
              <a:gd name="connsiteX2-85" fmla="*/ 12192182 w 12192182"/>
              <a:gd name="connsiteY2-86" fmla="*/ 5232399 h 5232399"/>
              <a:gd name="connsiteX3-87" fmla="*/ 182 w 12192182"/>
              <a:gd name="connsiteY3-88" fmla="*/ 5232399 h 5232399"/>
              <a:gd name="connsiteX4-89" fmla="*/ 1308282 w 12192182"/>
              <a:gd name="connsiteY4-90" fmla="*/ 2755900 h 5232399"/>
              <a:gd name="connsiteX0-91" fmla="*/ 1308282 w 12192182"/>
              <a:gd name="connsiteY0-92" fmla="*/ 2755900 h 5232399"/>
              <a:gd name="connsiteX1-93" fmla="*/ 12192182 w 12192182"/>
              <a:gd name="connsiteY1-94" fmla="*/ 0 h 5232399"/>
              <a:gd name="connsiteX2-95" fmla="*/ 12192182 w 12192182"/>
              <a:gd name="connsiteY2-96" fmla="*/ 5232399 h 5232399"/>
              <a:gd name="connsiteX3-97" fmla="*/ 182 w 12192182"/>
              <a:gd name="connsiteY3-98" fmla="*/ 5232399 h 5232399"/>
              <a:gd name="connsiteX4-99" fmla="*/ 1308282 w 12192182"/>
              <a:gd name="connsiteY4-100" fmla="*/ 2755900 h 5232399"/>
              <a:gd name="connsiteX0-101" fmla="*/ 1308282 w 12192182"/>
              <a:gd name="connsiteY0-102" fmla="*/ 2755900 h 5232399"/>
              <a:gd name="connsiteX1-103" fmla="*/ 12192182 w 12192182"/>
              <a:gd name="connsiteY1-104" fmla="*/ 0 h 5232399"/>
              <a:gd name="connsiteX2-105" fmla="*/ 12192182 w 12192182"/>
              <a:gd name="connsiteY2-106" fmla="*/ 5232399 h 5232399"/>
              <a:gd name="connsiteX3-107" fmla="*/ 182 w 12192182"/>
              <a:gd name="connsiteY3-108" fmla="*/ 5232399 h 5232399"/>
              <a:gd name="connsiteX4-109" fmla="*/ 1308282 w 12192182"/>
              <a:gd name="connsiteY4-110" fmla="*/ 2755900 h 5232399"/>
              <a:gd name="connsiteX0-111" fmla="*/ 1308282 w 12192182"/>
              <a:gd name="connsiteY0-112" fmla="*/ 2755900 h 5232399"/>
              <a:gd name="connsiteX1-113" fmla="*/ 12192182 w 12192182"/>
              <a:gd name="connsiteY1-114" fmla="*/ 0 h 5232399"/>
              <a:gd name="connsiteX2-115" fmla="*/ 12192182 w 12192182"/>
              <a:gd name="connsiteY2-116" fmla="*/ 5232399 h 5232399"/>
              <a:gd name="connsiteX3-117" fmla="*/ 182 w 12192182"/>
              <a:gd name="connsiteY3-118" fmla="*/ 5232399 h 5232399"/>
              <a:gd name="connsiteX4-119" fmla="*/ 1308282 w 12192182"/>
              <a:gd name="connsiteY4-120" fmla="*/ 2755900 h 5232399"/>
              <a:gd name="connsiteX0-121" fmla="*/ 1308282 w 12192182"/>
              <a:gd name="connsiteY0-122" fmla="*/ 2755900 h 5232399"/>
              <a:gd name="connsiteX1-123" fmla="*/ 12192182 w 12192182"/>
              <a:gd name="connsiteY1-124" fmla="*/ 0 h 5232399"/>
              <a:gd name="connsiteX2-125" fmla="*/ 12192182 w 12192182"/>
              <a:gd name="connsiteY2-126" fmla="*/ 5232399 h 5232399"/>
              <a:gd name="connsiteX3-127" fmla="*/ 182 w 12192182"/>
              <a:gd name="connsiteY3-128" fmla="*/ 5232399 h 5232399"/>
              <a:gd name="connsiteX4-129" fmla="*/ 1308282 w 12192182"/>
              <a:gd name="connsiteY4-130" fmla="*/ 2755900 h 5232399"/>
              <a:gd name="connsiteX0-131" fmla="*/ 1308282 w 12192182"/>
              <a:gd name="connsiteY0-132" fmla="*/ 2755900 h 5232399"/>
              <a:gd name="connsiteX1-133" fmla="*/ 12192182 w 12192182"/>
              <a:gd name="connsiteY1-134" fmla="*/ 0 h 5232399"/>
              <a:gd name="connsiteX2-135" fmla="*/ 12192182 w 12192182"/>
              <a:gd name="connsiteY2-136" fmla="*/ 5232399 h 5232399"/>
              <a:gd name="connsiteX3-137" fmla="*/ 182 w 12192182"/>
              <a:gd name="connsiteY3-138" fmla="*/ 5232399 h 5232399"/>
              <a:gd name="connsiteX4-139" fmla="*/ 1308282 w 12192182"/>
              <a:gd name="connsiteY4-140" fmla="*/ 2755900 h 5232399"/>
              <a:gd name="connsiteX0-141" fmla="*/ 1308282 w 12192182"/>
              <a:gd name="connsiteY0-142" fmla="*/ 2755900 h 5232399"/>
              <a:gd name="connsiteX1-143" fmla="*/ 12192182 w 12192182"/>
              <a:gd name="connsiteY1-144" fmla="*/ 0 h 5232399"/>
              <a:gd name="connsiteX2-145" fmla="*/ 12192182 w 12192182"/>
              <a:gd name="connsiteY2-146" fmla="*/ 5232399 h 5232399"/>
              <a:gd name="connsiteX3-147" fmla="*/ 182 w 12192182"/>
              <a:gd name="connsiteY3-148" fmla="*/ 5232399 h 5232399"/>
              <a:gd name="connsiteX4-149" fmla="*/ 1308282 w 12192182"/>
              <a:gd name="connsiteY4-150" fmla="*/ 2755900 h 5232399"/>
              <a:gd name="connsiteX0-151" fmla="*/ 1308282 w 12192182"/>
              <a:gd name="connsiteY0-152" fmla="*/ 2755900 h 5232399"/>
              <a:gd name="connsiteX1-153" fmla="*/ 12192182 w 12192182"/>
              <a:gd name="connsiteY1-154" fmla="*/ 0 h 5232399"/>
              <a:gd name="connsiteX2-155" fmla="*/ 12192182 w 12192182"/>
              <a:gd name="connsiteY2-156" fmla="*/ 5232399 h 5232399"/>
              <a:gd name="connsiteX3-157" fmla="*/ 182 w 12192182"/>
              <a:gd name="connsiteY3-158" fmla="*/ 5232399 h 5232399"/>
              <a:gd name="connsiteX4-159" fmla="*/ 1308282 w 12192182"/>
              <a:gd name="connsiteY4-160" fmla="*/ 2755900 h 5232399"/>
              <a:gd name="connsiteX0-161" fmla="*/ 1308282 w 12192182"/>
              <a:gd name="connsiteY0-162" fmla="*/ 2755900 h 5232399"/>
              <a:gd name="connsiteX1-163" fmla="*/ 12192182 w 12192182"/>
              <a:gd name="connsiteY1-164" fmla="*/ 0 h 5232399"/>
              <a:gd name="connsiteX2-165" fmla="*/ 12192182 w 12192182"/>
              <a:gd name="connsiteY2-166" fmla="*/ 5232399 h 5232399"/>
              <a:gd name="connsiteX3-167" fmla="*/ 182 w 12192182"/>
              <a:gd name="connsiteY3-168" fmla="*/ 5232399 h 5232399"/>
              <a:gd name="connsiteX4-169" fmla="*/ 1308282 w 12192182"/>
              <a:gd name="connsiteY4-170" fmla="*/ 2755900 h 5232399"/>
              <a:gd name="connsiteX0-171" fmla="*/ 2248116 w 13132016"/>
              <a:gd name="connsiteY0-172" fmla="*/ 2755900 h 5232399"/>
              <a:gd name="connsiteX1-173" fmla="*/ 13132016 w 13132016"/>
              <a:gd name="connsiteY1-174" fmla="*/ 0 h 5232399"/>
              <a:gd name="connsiteX2-175" fmla="*/ 13132016 w 13132016"/>
              <a:gd name="connsiteY2-176" fmla="*/ 5232399 h 5232399"/>
              <a:gd name="connsiteX3-177" fmla="*/ 940016 w 13132016"/>
              <a:gd name="connsiteY3-178" fmla="*/ 5232399 h 5232399"/>
              <a:gd name="connsiteX4-179" fmla="*/ 978116 w 13132016"/>
              <a:gd name="connsiteY4-180" fmla="*/ 4343400 h 5232399"/>
              <a:gd name="connsiteX5" fmla="*/ 2248116 w 13132016"/>
              <a:gd name="connsiteY5" fmla="*/ 2755900 h 5232399"/>
              <a:gd name="connsiteX0-181" fmla="*/ 2182680 w 13066580"/>
              <a:gd name="connsiteY0-182" fmla="*/ 2755900 h 5232399"/>
              <a:gd name="connsiteX1-183" fmla="*/ 13066580 w 13066580"/>
              <a:gd name="connsiteY1-184" fmla="*/ 0 h 5232399"/>
              <a:gd name="connsiteX2-185" fmla="*/ 13066580 w 13066580"/>
              <a:gd name="connsiteY2-186" fmla="*/ 5232399 h 5232399"/>
              <a:gd name="connsiteX3-187" fmla="*/ 874580 w 13066580"/>
              <a:gd name="connsiteY3-188" fmla="*/ 5232399 h 5232399"/>
              <a:gd name="connsiteX4-189" fmla="*/ 912680 w 13066580"/>
              <a:gd name="connsiteY4-190" fmla="*/ 4343400 h 5232399"/>
              <a:gd name="connsiteX5-191" fmla="*/ 2182680 w 13066580"/>
              <a:gd name="connsiteY5-192" fmla="*/ 2755900 h 5232399"/>
              <a:gd name="connsiteX0-193" fmla="*/ 1317757 w 12201657"/>
              <a:gd name="connsiteY0-194" fmla="*/ 2755900 h 5232399"/>
              <a:gd name="connsiteX1-195" fmla="*/ 12201657 w 12201657"/>
              <a:gd name="connsiteY1-196" fmla="*/ 0 h 5232399"/>
              <a:gd name="connsiteX2-197" fmla="*/ 12201657 w 12201657"/>
              <a:gd name="connsiteY2-198" fmla="*/ 5232399 h 5232399"/>
              <a:gd name="connsiteX3-199" fmla="*/ 9657 w 12201657"/>
              <a:gd name="connsiteY3-200" fmla="*/ 5232399 h 5232399"/>
              <a:gd name="connsiteX4-201" fmla="*/ 47757 w 12201657"/>
              <a:gd name="connsiteY4-202" fmla="*/ 4343400 h 5232399"/>
              <a:gd name="connsiteX5-203" fmla="*/ 1317757 w 12201657"/>
              <a:gd name="connsiteY5-204" fmla="*/ 2755900 h 5232399"/>
              <a:gd name="connsiteX0-205" fmla="*/ 1317757 w 12201657"/>
              <a:gd name="connsiteY0-206" fmla="*/ 2755900 h 5232399"/>
              <a:gd name="connsiteX1-207" fmla="*/ 12201657 w 12201657"/>
              <a:gd name="connsiteY1-208" fmla="*/ 0 h 5232399"/>
              <a:gd name="connsiteX2-209" fmla="*/ 12201657 w 12201657"/>
              <a:gd name="connsiteY2-210" fmla="*/ 5232399 h 5232399"/>
              <a:gd name="connsiteX3-211" fmla="*/ 9657 w 12201657"/>
              <a:gd name="connsiteY3-212" fmla="*/ 5232399 h 5232399"/>
              <a:gd name="connsiteX4-213" fmla="*/ 47757 w 12201657"/>
              <a:gd name="connsiteY4-214" fmla="*/ 4343400 h 5232399"/>
              <a:gd name="connsiteX5-215" fmla="*/ 1317757 w 12201657"/>
              <a:gd name="connsiteY5-216" fmla="*/ 2755900 h 5232399"/>
              <a:gd name="connsiteX0-217" fmla="*/ 1339804 w 12223704"/>
              <a:gd name="connsiteY0-218" fmla="*/ 2755900 h 5232399"/>
              <a:gd name="connsiteX1-219" fmla="*/ 12223704 w 12223704"/>
              <a:gd name="connsiteY1-220" fmla="*/ 0 h 5232399"/>
              <a:gd name="connsiteX2-221" fmla="*/ 12223704 w 12223704"/>
              <a:gd name="connsiteY2-222" fmla="*/ 5232399 h 5232399"/>
              <a:gd name="connsiteX3-223" fmla="*/ 31704 w 12223704"/>
              <a:gd name="connsiteY3-224" fmla="*/ 5232399 h 5232399"/>
              <a:gd name="connsiteX4-225" fmla="*/ 31704 w 12223704"/>
              <a:gd name="connsiteY4-226" fmla="*/ 4343400 h 5232399"/>
              <a:gd name="connsiteX5-227" fmla="*/ 1339804 w 12223704"/>
              <a:gd name="connsiteY5-228" fmla="*/ 2755900 h 5232399"/>
              <a:gd name="connsiteX0-229" fmla="*/ 1328005 w 12211905"/>
              <a:gd name="connsiteY0-230" fmla="*/ 2755900 h 5232399"/>
              <a:gd name="connsiteX1-231" fmla="*/ 12211905 w 12211905"/>
              <a:gd name="connsiteY1-232" fmla="*/ 0 h 5232399"/>
              <a:gd name="connsiteX2-233" fmla="*/ 12211905 w 12211905"/>
              <a:gd name="connsiteY2-234" fmla="*/ 5232399 h 5232399"/>
              <a:gd name="connsiteX3-235" fmla="*/ 19905 w 12211905"/>
              <a:gd name="connsiteY3-236" fmla="*/ 5232399 h 5232399"/>
              <a:gd name="connsiteX4-237" fmla="*/ 19905 w 12211905"/>
              <a:gd name="connsiteY4-238" fmla="*/ 4343400 h 5232399"/>
              <a:gd name="connsiteX5-239" fmla="*/ 1328005 w 12211905"/>
              <a:gd name="connsiteY5-240" fmla="*/ 2755900 h 5232399"/>
              <a:gd name="connsiteX0-241" fmla="*/ 1328005 w 12211905"/>
              <a:gd name="connsiteY0-242" fmla="*/ 2755900 h 5232399"/>
              <a:gd name="connsiteX1-243" fmla="*/ 12211905 w 12211905"/>
              <a:gd name="connsiteY1-244" fmla="*/ 0 h 5232399"/>
              <a:gd name="connsiteX2-245" fmla="*/ 12211905 w 12211905"/>
              <a:gd name="connsiteY2-246" fmla="*/ 5232399 h 5232399"/>
              <a:gd name="connsiteX3-247" fmla="*/ 19905 w 12211905"/>
              <a:gd name="connsiteY3-248" fmla="*/ 5232399 h 5232399"/>
              <a:gd name="connsiteX4-249" fmla="*/ 19905 w 12211905"/>
              <a:gd name="connsiteY4-250" fmla="*/ 4343400 h 5232399"/>
              <a:gd name="connsiteX5-251" fmla="*/ 1328005 w 12211905"/>
              <a:gd name="connsiteY5-252" fmla="*/ 2755900 h 5232399"/>
              <a:gd name="connsiteX0-253" fmla="*/ 1328005 w 12211905"/>
              <a:gd name="connsiteY0-254" fmla="*/ 2755900 h 5232399"/>
              <a:gd name="connsiteX1-255" fmla="*/ 12211905 w 12211905"/>
              <a:gd name="connsiteY1-256" fmla="*/ 0 h 5232399"/>
              <a:gd name="connsiteX2-257" fmla="*/ 12211905 w 12211905"/>
              <a:gd name="connsiteY2-258" fmla="*/ 5232399 h 5232399"/>
              <a:gd name="connsiteX3-259" fmla="*/ 19905 w 12211905"/>
              <a:gd name="connsiteY3-260" fmla="*/ 5232399 h 5232399"/>
              <a:gd name="connsiteX4-261" fmla="*/ 19905 w 12211905"/>
              <a:gd name="connsiteY4-262" fmla="*/ 4343400 h 5232399"/>
              <a:gd name="connsiteX5-263" fmla="*/ 1328005 w 12211905"/>
              <a:gd name="connsiteY5-264" fmla="*/ 2755900 h 5232399"/>
              <a:gd name="connsiteX0-265" fmla="*/ 1328005 w 12211905"/>
              <a:gd name="connsiteY0-266" fmla="*/ 2755900 h 5232399"/>
              <a:gd name="connsiteX1-267" fmla="*/ 12211905 w 12211905"/>
              <a:gd name="connsiteY1-268" fmla="*/ 0 h 5232399"/>
              <a:gd name="connsiteX2-269" fmla="*/ 12211905 w 12211905"/>
              <a:gd name="connsiteY2-270" fmla="*/ 5232399 h 5232399"/>
              <a:gd name="connsiteX3-271" fmla="*/ 19905 w 12211905"/>
              <a:gd name="connsiteY3-272" fmla="*/ 5232399 h 5232399"/>
              <a:gd name="connsiteX4-273" fmla="*/ 19905 w 12211905"/>
              <a:gd name="connsiteY4-274" fmla="*/ 4343400 h 5232399"/>
              <a:gd name="connsiteX5-275" fmla="*/ 1328005 w 12211905"/>
              <a:gd name="connsiteY5-276" fmla="*/ 2755900 h 5232399"/>
              <a:gd name="connsiteX0-277" fmla="*/ 1312816 w 12196716"/>
              <a:gd name="connsiteY0-278" fmla="*/ 2755900 h 5232399"/>
              <a:gd name="connsiteX1-279" fmla="*/ 12196716 w 12196716"/>
              <a:gd name="connsiteY1-280" fmla="*/ 0 h 5232399"/>
              <a:gd name="connsiteX2-281" fmla="*/ 12196716 w 12196716"/>
              <a:gd name="connsiteY2-282" fmla="*/ 5232399 h 5232399"/>
              <a:gd name="connsiteX3-283" fmla="*/ 4716 w 12196716"/>
              <a:gd name="connsiteY3-284" fmla="*/ 5232399 h 5232399"/>
              <a:gd name="connsiteX4-285" fmla="*/ 4716 w 12196716"/>
              <a:gd name="connsiteY4-286" fmla="*/ 4343400 h 5232399"/>
              <a:gd name="connsiteX5-287" fmla="*/ 1312816 w 12196716"/>
              <a:gd name="connsiteY5-288" fmla="*/ 2755900 h 5232399"/>
              <a:gd name="connsiteX0-289" fmla="*/ 1310394 w 12194294"/>
              <a:gd name="connsiteY0-290" fmla="*/ 2755900 h 5232399"/>
              <a:gd name="connsiteX1-291" fmla="*/ 12194294 w 12194294"/>
              <a:gd name="connsiteY1-292" fmla="*/ 0 h 5232399"/>
              <a:gd name="connsiteX2-293" fmla="*/ 12194294 w 12194294"/>
              <a:gd name="connsiteY2-294" fmla="*/ 5232399 h 5232399"/>
              <a:gd name="connsiteX3-295" fmla="*/ 2294 w 12194294"/>
              <a:gd name="connsiteY3-296" fmla="*/ 5232399 h 5232399"/>
              <a:gd name="connsiteX4-297" fmla="*/ 2294 w 12194294"/>
              <a:gd name="connsiteY4-298" fmla="*/ 4343400 h 5232399"/>
              <a:gd name="connsiteX5-299" fmla="*/ 1310394 w 12194294"/>
              <a:gd name="connsiteY5-300" fmla="*/ 2755900 h 5232399"/>
              <a:gd name="connsiteX0-301" fmla="*/ 1308488 w 12192388"/>
              <a:gd name="connsiteY0-302" fmla="*/ 2755900 h 5232399"/>
              <a:gd name="connsiteX1-303" fmla="*/ 12192388 w 12192388"/>
              <a:gd name="connsiteY1-304" fmla="*/ 0 h 5232399"/>
              <a:gd name="connsiteX2-305" fmla="*/ 12192388 w 12192388"/>
              <a:gd name="connsiteY2-306" fmla="*/ 5232399 h 5232399"/>
              <a:gd name="connsiteX3-307" fmla="*/ 388 w 12192388"/>
              <a:gd name="connsiteY3-308" fmla="*/ 5232399 h 5232399"/>
              <a:gd name="connsiteX4-309" fmla="*/ 388 w 12192388"/>
              <a:gd name="connsiteY4-310" fmla="*/ 4343400 h 5232399"/>
              <a:gd name="connsiteX5-311" fmla="*/ 1308488 w 12192388"/>
              <a:gd name="connsiteY5-312" fmla="*/ 2755900 h 5232399"/>
              <a:gd name="connsiteX0-313" fmla="*/ 1310958 w 12194858"/>
              <a:gd name="connsiteY0-314" fmla="*/ 2755900 h 5232399"/>
              <a:gd name="connsiteX1-315" fmla="*/ 12194858 w 12194858"/>
              <a:gd name="connsiteY1-316" fmla="*/ 0 h 5232399"/>
              <a:gd name="connsiteX2-317" fmla="*/ 12194858 w 12194858"/>
              <a:gd name="connsiteY2-318" fmla="*/ 5232399 h 5232399"/>
              <a:gd name="connsiteX3-319" fmla="*/ 2858 w 12194858"/>
              <a:gd name="connsiteY3-320" fmla="*/ 5232399 h 5232399"/>
              <a:gd name="connsiteX4-321" fmla="*/ 2858 w 12194858"/>
              <a:gd name="connsiteY4-322" fmla="*/ 4343400 h 5232399"/>
              <a:gd name="connsiteX5-323" fmla="*/ 1310958 w 12194858"/>
              <a:gd name="connsiteY5-324" fmla="*/ 2755900 h 5232399"/>
              <a:gd name="connsiteX0-325" fmla="*/ 1310958 w 12194858"/>
              <a:gd name="connsiteY0-326" fmla="*/ 2755900 h 5232399"/>
              <a:gd name="connsiteX1-327" fmla="*/ 12194858 w 12194858"/>
              <a:gd name="connsiteY1-328" fmla="*/ 0 h 5232399"/>
              <a:gd name="connsiteX2-329" fmla="*/ 12194858 w 12194858"/>
              <a:gd name="connsiteY2-330" fmla="*/ 5232399 h 5232399"/>
              <a:gd name="connsiteX3-331" fmla="*/ 2858 w 12194858"/>
              <a:gd name="connsiteY3-332" fmla="*/ 5232399 h 5232399"/>
              <a:gd name="connsiteX4-333" fmla="*/ 2858 w 12194858"/>
              <a:gd name="connsiteY4-334" fmla="*/ 4324350 h 5232399"/>
              <a:gd name="connsiteX5-335" fmla="*/ 1310958 w 12194858"/>
              <a:gd name="connsiteY5-336" fmla="*/ 2755900 h 523239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91" y="connsiteY5-192"/>
              </a:cxn>
            </a:cxnLst>
            <a:rect l="l" t="t" r="r" b="b"/>
            <a:pathLst>
              <a:path w="12194858" h="5232399">
                <a:moveTo>
                  <a:pt x="1310958" y="2755900"/>
                </a:moveTo>
                <a:cubicBezTo>
                  <a:pt x="4100725" y="1443567"/>
                  <a:pt x="9786091" y="2556933"/>
                  <a:pt x="12194858" y="0"/>
                </a:cubicBezTo>
                <a:lnTo>
                  <a:pt x="12194858" y="5232399"/>
                </a:lnTo>
                <a:lnTo>
                  <a:pt x="2858" y="5232399"/>
                </a:lnTo>
                <a:cubicBezTo>
                  <a:pt x="-317" y="4946120"/>
                  <a:pt x="-1542" y="4581678"/>
                  <a:pt x="2858" y="4324350"/>
                </a:cubicBezTo>
                <a:cubicBezTo>
                  <a:pt x="206392" y="3924974"/>
                  <a:pt x="600542" y="3266858"/>
                  <a:pt x="1310958" y="2755900"/>
                </a:cubicBezTo>
                <a:close/>
              </a:path>
            </a:pathLst>
          </a:custGeom>
          <a:solidFill>
            <a:srgbClr val="C3C3E9">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8" name="矩形 7"/>
          <p:cNvSpPr/>
          <p:nvPr>
            <p:custDataLst>
              <p:tags r:id="rId3"/>
            </p:custDataLst>
          </p:nvPr>
        </p:nvSpPr>
        <p:spPr>
          <a:xfrm>
            <a:off x="0" y="1237808"/>
            <a:ext cx="9143999" cy="2648394"/>
          </a:xfrm>
          <a:custGeom>
            <a:avLst/>
            <a:gdLst>
              <a:gd name="connsiteX0" fmla="*/ 0 w 12191999"/>
              <a:gd name="connsiteY0" fmla="*/ 0 h 4053385"/>
              <a:gd name="connsiteX1" fmla="*/ 12191999 w 12191999"/>
              <a:gd name="connsiteY1" fmla="*/ 0 h 4053385"/>
              <a:gd name="connsiteX2" fmla="*/ 12191999 w 12191999"/>
              <a:gd name="connsiteY2" fmla="*/ 4053385 h 4053385"/>
              <a:gd name="connsiteX3" fmla="*/ 0 w 12191999"/>
              <a:gd name="connsiteY3" fmla="*/ 4053385 h 4053385"/>
              <a:gd name="connsiteX4" fmla="*/ 0 w 12191999"/>
              <a:gd name="connsiteY4" fmla="*/ 0 h 4053385"/>
              <a:gd name="connsiteX0-1" fmla="*/ 2852382 w 12191999"/>
              <a:gd name="connsiteY0-2" fmla="*/ 81887 h 4053385"/>
              <a:gd name="connsiteX1-3" fmla="*/ 12191999 w 12191999"/>
              <a:gd name="connsiteY1-4" fmla="*/ 0 h 4053385"/>
              <a:gd name="connsiteX2-5" fmla="*/ 12191999 w 12191999"/>
              <a:gd name="connsiteY2-6" fmla="*/ 4053385 h 4053385"/>
              <a:gd name="connsiteX3-7" fmla="*/ 0 w 12191999"/>
              <a:gd name="connsiteY3-8" fmla="*/ 4053385 h 4053385"/>
              <a:gd name="connsiteX4-9" fmla="*/ 2852382 w 12191999"/>
              <a:gd name="connsiteY4-10" fmla="*/ 81887 h 4053385"/>
              <a:gd name="connsiteX0-11" fmla="*/ 2852382 w 12191999"/>
              <a:gd name="connsiteY0-12" fmla="*/ 319319 h 4290817"/>
              <a:gd name="connsiteX1-13" fmla="*/ 12191999 w 12191999"/>
              <a:gd name="connsiteY1-14" fmla="*/ 237432 h 4290817"/>
              <a:gd name="connsiteX2-15" fmla="*/ 12191999 w 12191999"/>
              <a:gd name="connsiteY2-16" fmla="*/ 4290817 h 4290817"/>
              <a:gd name="connsiteX3-17" fmla="*/ 0 w 12191999"/>
              <a:gd name="connsiteY3-18" fmla="*/ 4290817 h 4290817"/>
              <a:gd name="connsiteX4-19" fmla="*/ 2852382 w 12191999"/>
              <a:gd name="connsiteY4-20" fmla="*/ 319319 h 4290817"/>
              <a:gd name="connsiteX0-21" fmla="*/ 2852382 w 12191999"/>
              <a:gd name="connsiteY0-22" fmla="*/ 694894 h 4666392"/>
              <a:gd name="connsiteX1-23" fmla="*/ 12191999 w 12191999"/>
              <a:gd name="connsiteY1-24" fmla="*/ 613007 h 4666392"/>
              <a:gd name="connsiteX2-25" fmla="*/ 12191999 w 12191999"/>
              <a:gd name="connsiteY2-26" fmla="*/ 4666392 h 4666392"/>
              <a:gd name="connsiteX3-27" fmla="*/ 0 w 12191999"/>
              <a:gd name="connsiteY3-28" fmla="*/ 4666392 h 4666392"/>
              <a:gd name="connsiteX4-29" fmla="*/ 2852382 w 12191999"/>
              <a:gd name="connsiteY4-30" fmla="*/ 694894 h 4666392"/>
              <a:gd name="connsiteX0-31" fmla="*/ 2852382 w 12191999"/>
              <a:gd name="connsiteY0-32" fmla="*/ 694894 h 4666392"/>
              <a:gd name="connsiteX1-33" fmla="*/ 12191999 w 12191999"/>
              <a:gd name="connsiteY1-34" fmla="*/ 613007 h 4666392"/>
              <a:gd name="connsiteX2-35" fmla="*/ 12191999 w 12191999"/>
              <a:gd name="connsiteY2-36" fmla="*/ 4666392 h 4666392"/>
              <a:gd name="connsiteX3-37" fmla="*/ 0 w 12191999"/>
              <a:gd name="connsiteY3-38" fmla="*/ 4666392 h 4666392"/>
              <a:gd name="connsiteX4-39" fmla="*/ 2852382 w 12191999"/>
              <a:gd name="connsiteY4-40" fmla="*/ 694894 h 4666392"/>
              <a:gd name="connsiteX0-41" fmla="*/ 4435522 w 12191999"/>
              <a:gd name="connsiteY0-42" fmla="*/ 951932 h 4227394"/>
              <a:gd name="connsiteX1-43" fmla="*/ 12191999 w 12191999"/>
              <a:gd name="connsiteY1-44" fmla="*/ 174009 h 4227394"/>
              <a:gd name="connsiteX2-45" fmla="*/ 12191999 w 12191999"/>
              <a:gd name="connsiteY2-46" fmla="*/ 4227394 h 4227394"/>
              <a:gd name="connsiteX3-47" fmla="*/ 0 w 12191999"/>
              <a:gd name="connsiteY3-48" fmla="*/ 4227394 h 4227394"/>
              <a:gd name="connsiteX4-49" fmla="*/ 4435522 w 12191999"/>
              <a:gd name="connsiteY4-50" fmla="*/ 951932 h 4227394"/>
              <a:gd name="connsiteX0-51" fmla="*/ 4435522 w 12191999"/>
              <a:gd name="connsiteY0-52" fmla="*/ 951932 h 4227394"/>
              <a:gd name="connsiteX1-53" fmla="*/ 12191999 w 12191999"/>
              <a:gd name="connsiteY1-54" fmla="*/ 174009 h 4227394"/>
              <a:gd name="connsiteX2-55" fmla="*/ 12191999 w 12191999"/>
              <a:gd name="connsiteY2-56" fmla="*/ 4227394 h 4227394"/>
              <a:gd name="connsiteX3-57" fmla="*/ 0 w 12191999"/>
              <a:gd name="connsiteY3-58" fmla="*/ 4227394 h 4227394"/>
              <a:gd name="connsiteX4-59" fmla="*/ 4435522 w 12191999"/>
              <a:gd name="connsiteY4-60" fmla="*/ 951932 h 4227394"/>
              <a:gd name="connsiteX0-61" fmla="*/ 0 w 12191999"/>
              <a:gd name="connsiteY0-62" fmla="*/ 4053385 h 4053385"/>
              <a:gd name="connsiteX1-63" fmla="*/ 12191999 w 12191999"/>
              <a:gd name="connsiteY1-64" fmla="*/ 0 h 4053385"/>
              <a:gd name="connsiteX2-65" fmla="*/ 12191999 w 12191999"/>
              <a:gd name="connsiteY2-66" fmla="*/ 4053385 h 4053385"/>
              <a:gd name="connsiteX3-67" fmla="*/ 0 w 12191999"/>
              <a:gd name="connsiteY3-68" fmla="*/ 4053385 h 4053385"/>
              <a:gd name="connsiteX0-69" fmla="*/ 0 w 12191999"/>
              <a:gd name="connsiteY0-70" fmla="*/ 3480179 h 3480179"/>
              <a:gd name="connsiteX1-71" fmla="*/ 6173336 w 12191999"/>
              <a:gd name="connsiteY1-72" fmla="*/ 0 h 3480179"/>
              <a:gd name="connsiteX2-73" fmla="*/ 12191999 w 12191999"/>
              <a:gd name="connsiteY2-74" fmla="*/ 3480179 h 3480179"/>
              <a:gd name="connsiteX3-75" fmla="*/ 0 w 12191999"/>
              <a:gd name="connsiteY3-76" fmla="*/ 3480179 h 3480179"/>
              <a:gd name="connsiteX0-77" fmla="*/ 0 w 12191999"/>
              <a:gd name="connsiteY0-78" fmla="*/ 3480179 h 3480179"/>
              <a:gd name="connsiteX1-79" fmla="*/ 6173336 w 12191999"/>
              <a:gd name="connsiteY1-80" fmla="*/ 0 h 3480179"/>
              <a:gd name="connsiteX2-81" fmla="*/ 12191999 w 12191999"/>
              <a:gd name="connsiteY2-82" fmla="*/ 3480179 h 3480179"/>
              <a:gd name="connsiteX3-83" fmla="*/ 0 w 12191999"/>
              <a:gd name="connsiteY3-84" fmla="*/ 3480179 h 3480179"/>
              <a:gd name="connsiteX0-85" fmla="*/ 0 w 6173336"/>
              <a:gd name="connsiteY0-86" fmla="*/ 3480179 h 3480179"/>
              <a:gd name="connsiteX1-87" fmla="*/ 6173336 w 6173336"/>
              <a:gd name="connsiteY1-88" fmla="*/ 0 h 3480179"/>
              <a:gd name="connsiteX2-89" fmla="*/ 0 w 6173336"/>
              <a:gd name="connsiteY2-90" fmla="*/ 3480179 h 3480179"/>
              <a:gd name="connsiteX0-91" fmla="*/ 0 w 9271378"/>
              <a:gd name="connsiteY0-92" fmla="*/ 3548417 h 3548417"/>
              <a:gd name="connsiteX1-93" fmla="*/ 9271378 w 9271378"/>
              <a:gd name="connsiteY1-94" fmla="*/ 0 h 3548417"/>
              <a:gd name="connsiteX2-95" fmla="*/ 0 w 9271378"/>
              <a:gd name="connsiteY2-96" fmla="*/ 3548417 h 3548417"/>
              <a:gd name="connsiteX0-97" fmla="*/ 0 w 9271378"/>
              <a:gd name="connsiteY0-98" fmla="*/ 3659780 h 3659780"/>
              <a:gd name="connsiteX1-99" fmla="*/ 9271378 w 9271378"/>
              <a:gd name="connsiteY1-100" fmla="*/ 111363 h 3659780"/>
              <a:gd name="connsiteX2-101" fmla="*/ 0 w 9271378"/>
              <a:gd name="connsiteY2-102" fmla="*/ 3659780 h 3659780"/>
              <a:gd name="connsiteX0-103" fmla="*/ 0 w 12123760"/>
              <a:gd name="connsiteY0-104" fmla="*/ 3103911 h 3103911"/>
              <a:gd name="connsiteX1-105" fmla="*/ 12123760 w 12123760"/>
              <a:gd name="connsiteY1-106" fmla="*/ 128700 h 3103911"/>
              <a:gd name="connsiteX2-107" fmla="*/ 0 w 12123760"/>
              <a:gd name="connsiteY2-108" fmla="*/ 3103911 h 3103911"/>
              <a:gd name="connsiteX0-109" fmla="*/ 0 w 12123760"/>
              <a:gd name="connsiteY0-110" fmla="*/ 3360951 h 3360951"/>
              <a:gd name="connsiteX1-111" fmla="*/ 12123760 w 12123760"/>
              <a:gd name="connsiteY1-112" fmla="*/ 385740 h 3360951"/>
              <a:gd name="connsiteX2-113" fmla="*/ 0 w 12123760"/>
              <a:gd name="connsiteY2-114" fmla="*/ 3360951 h 3360951"/>
              <a:gd name="connsiteX0-115" fmla="*/ 0 w 12123760"/>
              <a:gd name="connsiteY0-116" fmla="*/ 3360951 h 3360951"/>
              <a:gd name="connsiteX1-117" fmla="*/ 12123760 w 12123760"/>
              <a:gd name="connsiteY1-118" fmla="*/ 385740 h 3360951"/>
              <a:gd name="connsiteX2-119" fmla="*/ 0 w 12123760"/>
              <a:gd name="connsiteY2-120" fmla="*/ 3360951 h 3360951"/>
              <a:gd name="connsiteX0-121" fmla="*/ 0 w 11741622"/>
              <a:gd name="connsiteY0-122" fmla="*/ 3360951 h 3360951"/>
              <a:gd name="connsiteX1-123" fmla="*/ 11741622 w 11741622"/>
              <a:gd name="connsiteY1-124" fmla="*/ 385740 h 3360951"/>
              <a:gd name="connsiteX2-125" fmla="*/ 0 w 11741622"/>
              <a:gd name="connsiteY2-126" fmla="*/ 3360951 h 3360951"/>
              <a:gd name="connsiteX0-127" fmla="*/ 0 w 12082816"/>
              <a:gd name="connsiteY0-128" fmla="*/ 3360951 h 3360951"/>
              <a:gd name="connsiteX1-129" fmla="*/ 12082816 w 12082816"/>
              <a:gd name="connsiteY1-130" fmla="*/ 385740 h 3360951"/>
              <a:gd name="connsiteX2-131" fmla="*/ 0 w 12082816"/>
              <a:gd name="connsiteY2-132" fmla="*/ 3360951 h 3360951"/>
              <a:gd name="connsiteX0-133" fmla="*/ 0 w 12082816"/>
              <a:gd name="connsiteY0-134" fmla="*/ 3360951 h 3396222"/>
              <a:gd name="connsiteX1-135" fmla="*/ 12082816 w 12082816"/>
              <a:gd name="connsiteY1-136" fmla="*/ 385740 h 3396222"/>
              <a:gd name="connsiteX2-137" fmla="*/ 0 w 12082816"/>
              <a:gd name="connsiteY2-138" fmla="*/ 3360951 h 3396222"/>
              <a:gd name="connsiteX0-139" fmla="*/ 0 w 12082816"/>
              <a:gd name="connsiteY0-140" fmla="*/ 3597763 h 3633034"/>
              <a:gd name="connsiteX1-141" fmla="*/ 12082816 w 12082816"/>
              <a:gd name="connsiteY1-142" fmla="*/ 622552 h 3633034"/>
              <a:gd name="connsiteX2-143" fmla="*/ 0 w 12082816"/>
              <a:gd name="connsiteY2-144" fmla="*/ 3597763 h 3633034"/>
              <a:gd name="connsiteX0-145" fmla="*/ 0 w 12082816"/>
              <a:gd name="connsiteY0-146" fmla="*/ 3597763 h 3597763"/>
              <a:gd name="connsiteX1-147" fmla="*/ 12082816 w 12082816"/>
              <a:gd name="connsiteY1-148" fmla="*/ 622552 h 3597763"/>
              <a:gd name="connsiteX2-149" fmla="*/ 0 w 12082816"/>
              <a:gd name="connsiteY2-150" fmla="*/ 3597763 h 3597763"/>
              <a:gd name="connsiteX0-151" fmla="*/ 0 w 12082816"/>
              <a:gd name="connsiteY0-152" fmla="*/ 3597763 h 3597763"/>
              <a:gd name="connsiteX1-153" fmla="*/ 12082816 w 12082816"/>
              <a:gd name="connsiteY1-154" fmla="*/ 622552 h 3597763"/>
              <a:gd name="connsiteX2-155" fmla="*/ 0 w 12082816"/>
              <a:gd name="connsiteY2-156" fmla="*/ 3597763 h 3597763"/>
              <a:gd name="connsiteX0-157" fmla="*/ 0 w 12082816"/>
              <a:gd name="connsiteY0-158" fmla="*/ 3982577 h 3982577"/>
              <a:gd name="connsiteX1-159" fmla="*/ 12082816 w 12082816"/>
              <a:gd name="connsiteY1-160" fmla="*/ 1007366 h 3982577"/>
              <a:gd name="connsiteX2-161" fmla="*/ 0 w 12082816"/>
              <a:gd name="connsiteY2-162" fmla="*/ 3982577 h 3982577"/>
              <a:gd name="connsiteX0-163" fmla="*/ 0 w 12082816"/>
              <a:gd name="connsiteY0-164" fmla="*/ 3982577 h 3982577"/>
              <a:gd name="connsiteX1-165" fmla="*/ 12082816 w 12082816"/>
              <a:gd name="connsiteY1-166" fmla="*/ 1007366 h 3982577"/>
              <a:gd name="connsiteX2-167" fmla="*/ 0 w 12082816"/>
              <a:gd name="connsiteY2-168" fmla="*/ 3982577 h 3982577"/>
              <a:gd name="connsiteX0-169" fmla="*/ 0 w 12082816"/>
              <a:gd name="connsiteY0-170" fmla="*/ 3982577 h 3982577"/>
              <a:gd name="connsiteX1-171" fmla="*/ 12082816 w 12082816"/>
              <a:gd name="connsiteY1-172" fmla="*/ 1007366 h 3982577"/>
              <a:gd name="connsiteX2-173" fmla="*/ 0 w 12082816"/>
              <a:gd name="connsiteY2-174" fmla="*/ 3982577 h 3982577"/>
              <a:gd name="connsiteX0-175" fmla="*/ 0 w 12082816"/>
              <a:gd name="connsiteY0-176" fmla="*/ 4141789 h 4141789"/>
              <a:gd name="connsiteX1-177" fmla="*/ 12082816 w 12082816"/>
              <a:gd name="connsiteY1-178" fmla="*/ 1166578 h 4141789"/>
              <a:gd name="connsiteX2-179" fmla="*/ 0 w 12082816"/>
              <a:gd name="connsiteY2-180" fmla="*/ 4141789 h 4141789"/>
              <a:gd name="connsiteX0-181" fmla="*/ 0 w 12082816"/>
              <a:gd name="connsiteY0-182" fmla="*/ 2975211 h 2975211"/>
              <a:gd name="connsiteX1-183" fmla="*/ 12082816 w 12082816"/>
              <a:gd name="connsiteY1-184" fmla="*/ 0 h 2975211"/>
              <a:gd name="connsiteX2-185" fmla="*/ 0 w 12082816"/>
              <a:gd name="connsiteY2-186" fmla="*/ 2975211 h 2975211"/>
              <a:gd name="connsiteX0-187" fmla="*/ 0 w 12082816"/>
              <a:gd name="connsiteY0-188" fmla="*/ 2975211 h 2975211"/>
              <a:gd name="connsiteX1-189" fmla="*/ 12082816 w 12082816"/>
              <a:gd name="connsiteY1-190" fmla="*/ 0 h 2975211"/>
              <a:gd name="connsiteX2-191" fmla="*/ 0 w 12082816"/>
              <a:gd name="connsiteY2-192" fmla="*/ 2975211 h 2975211"/>
              <a:gd name="connsiteX0-193" fmla="*/ 0 w 12082816"/>
              <a:gd name="connsiteY0-194" fmla="*/ 2975211 h 2975211"/>
              <a:gd name="connsiteX1-195" fmla="*/ 12082816 w 12082816"/>
              <a:gd name="connsiteY1-196" fmla="*/ 0 h 2975211"/>
              <a:gd name="connsiteX2-197" fmla="*/ 0 w 12082816"/>
              <a:gd name="connsiteY2-198" fmla="*/ 2975211 h 2975211"/>
              <a:gd name="connsiteX0-199" fmla="*/ 0 w 12082816"/>
              <a:gd name="connsiteY0-200" fmla="*/ 2975211 h 2975211"/>
              <a:gd name="connsiteX1-201" fmla="*/ 12082816 w 12082816"/>
              <a:gd name="connsiteY1-202" fmla="*/ 0 h 2975211"/>
              <a:gd name="connsiteX2-203" fmla="*/ 0 w 12082816"/>
              <a:gd name="connsiteY2-204" fmla="*/ 2975211 h 2975211"/>
              <a:gd name="connsiteX0-205" fmla="*/ 0 w 12082816"/>
              <a:gd name="connsiteY0-206" fmla="*/ 2975211 h 2975211"/>
              <a:gd name="connsiteX1-207" fmla="*/ 12082816 w 12082816"/>
              <a:gd name="connsiteY1-208" fmla="*/ 0 h 2975211"/>
              <a:gd name="connsiteX2-209" fmla="*/ 0 w 12082816"/>
              <a:gd name="connsiteY2-210" fmla="*/ 2975211 h 2975211"/>
              <a:gd name="connsiteX0-211" fmla="*/ 0 w 12123760"/>
              <a:gd name="connsiteY0-212" fmla="*/ 3807725 h 3807725"/>
              <a:gd name="connsiteX1-213" fmla="*/ 12123760 w 12123760"/>
              <a:gd name="connsiteY1-214" fmla="*/ 0 h 3807725"/>
              <a:gd name="connsiteX2-215" fmla="*/ 0 w 12123760"/>
              <a:gd name="connsiteY2-216" fmla="*/ 3807725 h 3807725"/>
              <a:gd name="connsiteX0-217" fmla="*/ 0 w 12123760"/>
              <a:gd name="connsiteY0-218" fmla="*/ 3807725 h 3807725"/>
              <a:gd name="connsiteX1-219" fmla="*/ 12123760 w 12123760"/>
              <a:gd name="connsiteY1-220" fmla="*/ 0 h 3807725"/>
              <a:gd name="connsiteX2-221" fmla="*/ 0 w 12123760"/>
              <a:gd name="connsiteY2-222" fmla="*/ 3807725 h 3807725"/>
              <a:gd name="connsiteX0-223" fmla="*/ 0 w 12123760"/>
              <a:gd name="connsiteY0-224" fmla="*/ 3807725 h 3807725"/>
              <a:gd name="connsiteX1-225" fmla="*/ 12123760 w 12123760"/>
              <a:gd name="connsiteY1-226" fmla="*/ 0 h 3807725"/>
              <a:gd name="connsiteX2-227" fmla="*/ 0 w 12123760"/>
              <a:gd name="connsiteY2-228" fmla="*/ 3807725 h 3807725"/>
              <a:gd name="connsiteX0-229" fmla="*/ 0 w 12123760"/>
              <a:gd name="connsiteY0-230" fmla="*/ 3807725 h 3807725"/>
              <a:gd name="connsiteX1-231" fmla="*/ 12123760 w 12123760"/>
              <a:gd name="connsiteY1-232" fmla="*/ 0 h 3807725"/>
              <a:gd name="connsiteX2-233" fmla="*/ 0 w 12123760"/>
              <a:gd name="connsiteY2-234" fmla="*/ 3807725 h 3807725"/>
              <a:gd name="connsiteX0-235" fmla="*/ 0 w 12123760"/>
              <a:gd name="connsiteY0-236" fmla="*/ 3807725 h 3807725"/>
              <a:gd name="connsiteX1-237" fmla="*/ 12123760 w 12123760"/>
              <a:gd name="connsiteY1-238" fmla="*/ 0 h 3807725"/>
              <a:gd name="connsiteX2-239" fmla="*/ 0 w 12123760"/>
              <a:gd name="connsiteY2-240" fmla="*/ 3807725 h 3807725"/>
              <a:gd name="connsiteX0-241" fmla="*/ 0 w 12123760"/>
              <a:gd name="connsiteY0-242" fmla="*/ 3807725 h 3807725"/>
              <a:gd name="connsiteX1-243" fmla="*/ 12123760 w 12123760"/>
              <a:gd name="connsiteY1-244" fmla="*/ 0 h 3807725"/>
              <a:gd name="connsiteX2-245" fmla="*/ 0 w 12123760"/>
              <a:gd name="connsiteY2-246" fmla="*/ 3807725 h 3807725"/>
              <a:gd name="connsiteX0-247" fmla="*/ 0 w 12123760"/>
              <a:gd name="connsiteY0-248" fmla="*/ 3807725 h 3807725"/>
              <a:gd name="connsiteX1-249" fmla="*/ 12123760 w 12123760"/>
              <a:gd name="connsiteY1-250" fmla="*/ 0 h 3807725"/>
              <a:gd name="connsiteX2-251" fmla="*/ 0 w 12123760"/>
              <a:gd name="connsiteY2-252" fmla="*/ 3807725 h 3807725"/>
              <a:gd name="connsiteX0-253" fmla="*/ 0 w 12123760"/>
              <a:gd name="connsiteY0-254" fmla="*/ 3807725 h 3807725"/>
              <a:gd name="connsiteX1-255" fmla="*/ 12123760 w 12123760"/>
              <a:gd name="connsiteY1-256" fmla="*/ 0 h 3807725"/>
              <a:gd name="connsiteX2-257" fmla="*/ 0 w 12123760"/>
              <a:gd name="connsiteY2-258" fmla="*/ 3807725 h 3807725"/>
              <a:gd name="connsiteX0-259" fmla="*/ 0 w 12123760"/>
              <a:gd name="connsiteY0-260" fmla="*/ 3807725 h 3807725"/>
              <a:gd name="connsiteX1-261" fmla="*/ 12123760 w 12123760"/>
              <a:gd name="connsiteY1-262" fmla="*/ 0 h 3807725"/>
              <a:gd name="connsiteX2-263" fmla="*/ 0 w 12123760"/>
              <a:gd name="connsiteY2-264" fmla="*/ 3807725 h 3807725"/>
              <a:gd name="connsiteX0-265" fmla="*/ 0 w 12123760"/>
              <a:gd name="connsiteY0-266" fmla="*/ 3807725 h 3807725"/>
              <a:gd name="connsiteX1-267" fmla="*/ 12123760 w 12123760"/>
              <a:gd name="connsiteY1-268" fmla="*/ 0 h 3807725"/>
              <a:gd name="connsiteX2-269" fmla="*/ 0 w 12123760"/>
              <a:gd name="connsiteY2-270" fmla="*/ 3807725 h 3807725"/>
              <a:gd name="connsiteX0-271" fmla="*/ 0 w 12123760"/>
              <a:gd name="connsiteY0-272" fmla="*/ 3807725 h 3807725"/>
              <a:gd name="connsiteX1-273" fmla="*/ 12123760 w 12123760"/>
              <a:gd name="connsiteY1-274" fmla="*/ 0 h 3807725"/>
              <a:gd name="connsiteX2-275" fmla="*/ 0 w 12123760"/>
              <a:gd name="connsiteY2-276" fmla="*/ 3807725 h 3807725"/>
              <a:gd name="connsiteX0-277" fmla="*/ 0 w 12123760"/>
              <a:gd name="connsiteY0-278" fmla="*/ 3807725 h 3807725"/>
              <a:gd name="connsiteX1-279" fmla="*/ 12123760 w 12123760"/>
              <a:gd name="connsiteY1-280" fmla="*/ 0 h 3807725"/>
              <a:gd name="connsiteX2-281" fmla="*/ 0 w 12123760"/>
              <a:gd name="connsiteY2-282" fmla="*/ 3807725 h 3807725"/>
              <a:gd name="connsiteX0-283" fmla="*/ 0 w 12123760"/>
              <a:gd name="connsiteY0-284" fmla="*/ 3807725 h 3807725"/>
              <a:gd name="connsiteX1-285" fmla="*/ 12123760 w 12123760"/>
              <a:gd name="connsiteY1-286" fmla="*/ 0 h 3807725"/>
              <a:gd name="connsiteX2-287" fmla="*/ 0 w 12123760"/>
              <a:gd name="connsiteY2-288" fmla="*/ 3807725 h 3807725"/>
              <a:gd name="connsiteX0-289" fmla="*/ 0 w 12123760"/>
              <a:gd name="connsiteY0-290" fmla="*/ 3807725 h 3807725"/>
              <a:gd name="connsiteX1-291" fmla="*/ 12123760 w 12123760"/>
              <a:gd name="connsiteY1-292" fmla="*/ 0 h 3807725"/>
              <a:gd name="connsiteX2-293" fmla="*/ 0 w 12123760"/>
              <a:gd name="connsiteY2-294" fmla="*/ 3807725 h 3807725"/>
              <a:gd name="connsiteX0-295" fmla="*/ 0 w 12123760"/>
              <a:gd name="connsiteY0-296" fmla="*/ 3807725 h 3807725"/>
              <a:gd name="connsiteX1-297" fmla="*/ 12123760 w 12123760"/>
              <a:gd name="connsiteY1-298" fmla="*/ 0 h 3807725"/>
              <a:gd name="connsiteX2-299" fmla="*/ 0 w 12123760"/>
              <a:gd name="connsiteY2-300" fmla="*/ 3807725 h 3807725"/>
            </a:gdLst>
            <a:ahLst/>
            <a:cxnLst>
              <a:cxn ang="0">
                <a:pos x="connsiteX0-1" y="connsiteY0-2"/>
              </a:cxn>
              <a:cxn ang="0">
                <a:pos x="connsiteX1-3" y="connsiteY1-4"/>
              </a:cxn>
              <a:cxn ang="0">
                <a:pos x="connsiteX2-5" y="connsiteY2-6"/>
              </a:cxn>
            </a:cxnLst>
            <a:rect l="l" t="t" r="r" b="b"/>
            <a:pathLst>
              <a:path w="12123760" h="3807725">
                <a:moveTo>
                  <a:pt x="0" y="3807725"/>
                </a:moveTo>
                <a:cubicBezTo>
                  <a:pt x="2497539" y="-88710"/>
                  <a:pt x="8249312" y="1842448"/>
                  <a:pt x="12123760" y="0"/>
                </a:cubicBezTo>
                <a:cubicBezTo>
                  <a:pt x="9392692" y="3093491"/>
                  <a:pt x="2430817" y="1191905"/>
                  <a:pt x="0" y="3807725"/>
                </a:cubicBezTo>
                <a:close/>
              </a:path>
            </a:pathLst>
          </a:cu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1" name="矩形 10"/>
          <p:cNvSpPr/>
          <p:nvPr>
            <p:custDataLst>
              <p:tags r:id="rId4"/>
            </p:custDataLst>
          </p:nvPr>
        </p:nvSpPr>
        <p:spPr>
          <a:xfrm>
            <a:off x="248" y="3269023"/>
            <a:ext cx="995060" cy="1199351"/>
          </a:xfrm>
          <a:custGeom>
            <a:avLst/>
            <a:gdLst>
              <a:gd name="connsiteX0" fmla="*/ 0 w 3671248"/>
              <a:gd name="connsiteY0" fmla="*/ 0 h 764275"/>
              <a:gd name="connsiteX1" fmla="*/ 3671248 w 3671248"/>
              <a:gd name="connsiteY1" fmla="*/ 0 h 764275"/>
              <a:gd name="connsiteX2" fmla="*/ 3671248 w 3671248"/>
              <a:gd name="connsiteY2" fmla="*/ 764275 h 764275"/>
              <a:gd name="connsiteX3" fmla="*/ 0 w 3671248"/>
              <a:gd name="connsiteY3" fmla="*/ 764275 h 764275"/>
              <a:gd name="connsiteX4" fmla="*/ 0 w 3671248"/>
              <a:gd name="connsiteY4" fmla="*/ 0 h 764275"/>
              <a:gd name="connsiteX0-1" fmla="*/ 0 w 4094329"/>
              <a:gd name="connsiteY0-2" fmla="*/ 0 h 1269242"/>
              <a:gd name="connsiteX1-3" fmla="*/ 4094329 w 4094329"/>
              <a:gd name="connsiteY1-4" fmla="*/ 504967 h 1269242"/>
              <a:gd name="connsiteX2-5" fmla="*/ 4094329 w 4094329"/>
              <a:gd name="connsiteY2-6" fmla="*/ 1269242 h 1269242"/>
              <a:gd name="connsiteX3-7" fmla="*/ 423081 w 4094329"/>
              <a:gd name="connsiteY3-8" fmla="*/ 1269242 h 1269242"/>
              <a:gd name="connsiteX4-9" fmla="*/ 0 w 4094329"/>
              <a:gd name="connsiteY4-10" fmla="*/ 0 h 1269242"/>
              <a:gd name="connsiteX0-11" fmla="*/ 1160059 w 5254388"/>
              <a:gd name="connsiteY0-12" fmla="*/ 0 h 1269242"/>
              <a:gd name="connsiteX1-13" fmla="*/ 5254388 w 5254388"/>
              <a:gd name="connsiteY1-14" fmla="*/ 504967 h 1269242"/>
              <a:gd name="connsiteX2-15" fmla="*/ 5254388 w 5254388"/>
              <a:gd name="connsiteY2-16" fmla="*/ 1269242 h 1269242"/>
              <a:gd name="connsiteX3-17" fmla="*/ 0 w 5254388"/>
              <a:gd name="connsiteY3-18" fmla="*/ 736980 h 1269242"/>
              <a:gd name="connsiteX4-19" fmla="*/ 1160059 w 5254388"/>
              <a:gd name="connsiteY4-20" fmla="*/ 0 h 1269242"/>
              <a:gd name="connsiteX0-21" fmla="*/ 1160059 w 5254388"/>
              <a:gd name="connsiteY0-22" fmla="*/ 0 h 2156347"/>
              <a:gd name="connsiteX1-23" fmla="*/ 5254388 w 5254388"/>
              <a:gd name="connsiteY1-24" fmla="*/ 504967 h 2156347"/>
              <a:gd name="connsiteX2-25" fmla="*/ 40943 w 5254388"/>
              <a:gd name="connsiteY2-26" fmla="*/ 2156347 h 2156347"/>
              <a:gd name="connsiteX3-27" fmla="*/ 0 w 5254388"/>
              <a:gd name="connsiteY3-28" fmla="*/ 736980 h 2156347"/>
              <a:gd name="connsiteX4-29" fmla="*/ 1160059 w 5254388"/>
              <a:gd name="connsiteY4-30" fmla="*/ 0 h 2156347"/>
              <a:gd name="connsiteX0-31" fmla="*/ 1160059 w 1542196"/>
              <a:gd name="connsiteY0-32" fmla="*/ 0 h 2156347"/>
              <a:gd name="connsiteX1-33" fmla="*/ 1542196 w 1542196"/>
              <a:gd name="connsiteY1-34" fmla="*/ 2156346 h 2156347"/>
              <a:gd name="connsiteX2-35" fmla="*/ 40943 w 1542196"/>
              <a:gd name="connsiteY2-36" fmla="*/ 2156347 h 2156347"/>
              <a:gd name="connsiteX3-37" fmla="*/ 0 w 1542196"/>
              <a:gd name="connsiteY3-38" fmla="*/ 736980 h 2156347"/>
              <a:gd name="connsiteX4-39" fmla="*/ 1160059 w 1542196"/>
              <a:gd name="connsiteY4-40" fmla="*/ 0 h 2156347"/>
              <a:gd name="connsiteX0-41" fmla="*/ 1160059 w 1160059"/>
              <a:gd name="connsiteY0-42" fmla="*/ 0 h 2156347"/>
              <a:gd name="connsiteX1-43" fmla="*/ 40943 w 1160059"/>
              <a:gd name="connsiteY1-44" fmla="*/ 2156347 h 2156347"/>
              <a:gd name="connsiteX2-45" fmla="*/ 0 w 1160059"/>
              <a:gd name="connsiteY2-46" fmla="*/ 736980 h 2156347"/>
              <a:gd name="connsiteX3-47" fmla="*/ 1160059 w 1160059"/>
              <a:gd name="connsiteY3-48" fmla="*/ 0 h 2156347"/>
              <a:gd name="connsiteX0-49" fmla="*/ 1160059 w 1160059"/>
              <a:gd name="connsiteY0-50" fmla="*/ 0 h 2156347"/>
              <a:gd name="connsiteX1-51" fmla="*/ 40943 w 1160059"/>
              <a:gd name="connsiteY1-52" fmla="*/ 2156347 h 2156347"/>
              <a:gd name="connsiteX2-53" fmla="*/ 0 w 1160059"/>
              <a:gd name="connsiteY2-54" fmla="*/ 736980 h 2156347"/>
              <a:gd name="connsiteX3-55" fmla="*/ 1160059 w 1160059"/>
              <a:gd name="connsiteY3-56" fmla="*/ 0 h 2156347"/>
              <a:gd name="connsiteX0-57" fmla="*/ 1160059 w 1160059"/>
              <a:gd name="connsiteY0-58" fmla="*/ 0 h 2156347"/>
              <a:gd name="connsiteX1-59" fmla="*/ 40943 w 1160059"/>
              <a:gd name="connsiteY1-60" fmla="*/ 2156347 h 2156347"/>
              <a:gd name="connsiteX2-61" fmla="*/ 0 w 1160059"/>
              <a:gd name="connsiteY2-62" fmla="*/ 736980 h 2156347"/>
              <a:gd name="connsiteX3-63" fmla="*/ 1160059 w 1160059"/>
              <a:gd name="connsiteY3-64" fmla="*/ 0 h 2156347"/>
              <a:gd name="connsiteX0-65" fmla="*/ 1174347 w 1174347"/>
              <a:gd name="connsiteY0-66" fmla="*/ 0 h 2175397"/>
              <a:gd name="connsiteX1-67" fmla="*/ 40943 w 1174347"/>
              <a:gd name="connsiteY1-68" fmla="*/ 2175397 h 2175397"/>
              <a:gd name="connsiteX2-69" fmla="*/ 0 w 1174347"/>
              <a:gd name="connsiteY2-70" fmla="*/ 756030 h 2175397"/>
              <a:gd name="connsiteX3-71" fmla="*/ 1174347 w 1174347"/>
              <a:gd name="connsiteY3-72" fmla="*/ 0 h 2175397"/>
              <a:gd name="connsiteX0-73" fmla="*/ 1174347 w 1174347"/>
              <a:gd name="connsiteY0-74" fmla="*/ 0 h 2175397"/>
              <a:gd name="connsiteX1-75" fmla="*/ 40943 w 1174347"/>
              <a:gd name="connsiteY1-76" fmla="*/ 2175397 h 2175397"/>
              <a:gd name="connsiteX2-77" fmla="*/ 0 w 1174347"/>
              <a:gd name="connsiteY2-78" fmla="*/ 756030 h 2175397"/>
              <a:gd name="connsiteX3-79" fmla="*/ 1174347 w 1174347"/>
              <a:gd name="connsiteY3-80" fmla="*/ 0 h 2175397"/>
              <a:gd name="connsiteX0-81" fmla="*/ 1174347 w 1174347"/>
              <a:gd name="connsiteY0-82" fmla="*/ 0 h 2175397"/>
              <a:gd name="connsiteX1-83" fmla="*/ 40943 w 1174347"/>
              <a:gd name="connsiteY1-84" fmla="*/ 2175397 h 2175397"/>
              <a:gd name="connsiteX2-85" fmla="*/ 0 w 1174347"/>
              <a:gd name="connsiteY2-86" fmla="*/ 756030 h 2175397"/>
              <a:gd name="connsiteX3-87" fmla="*/ 1174347 w 1174347"/>
              <a:gd name="connsiteY3-88" fmla="*/ 0 h 2175397"/>
              <a:gd name="connsiteX0-89" fmla="*/ 1174347 w 1174347"/>
              <a:gd name="connsiteY0-90" fmla="*/ 0 h 2175397"/>
              <a:gd name="connsiteX1-91" fmla="*/ 40943 w 1174347"/>
              <a:gd name="connsiteY1-92" fmla="*/ 2175397 h 2175397"/>
              <a:gd name="connsiteX2-93" fmla="*/ 0 w 1174347"/>
              <a:gd name="connsiteY2-94" fmla="*/ 756030 h 2175397"/>
              <a:gd name="connsiteX3-95" fmla="*/ 1174347 w 1174347"/>
              <a:gd name="connsiteY3-96" fmla="*/ 0 h 2175397"/>
              <a:gd name="connsiteX0-97" fmla="*/ 1174347 w 1174347"/>
              <a:gd name="connsiteY0-98" fmla="*/ 0 h 2175397"/>
              <a:gd name="connsiteX1-99" fmla="*/ 40943 w 1174347"/>
              <a:gd name="connsiteY1-100" fmla="*/ 2175397 h 2175397"/>
              <a:gd name="connsiteX2-101" fmla="*/ 0 w 1174347"/>
              <a:gd name="connsiteY2-102" fmla="*/ 756030 h 2175397"/>
              <a:gd name="connsiteX3-103" fmla="*/ 1174347 w 1174347"/>
              <a:gd name="connsiteY3-104" fmla="*/ 0 h 2175397"/>
              <a:gd name="connsiteX0-105" fmla="*/ 1174347 w 1174347"/>
              <a:gd name="connsiteY0-106" fmla="*/ 0 h 2175397"/>
              <a:gd name="connsiteX1-107" fmla="*/ 40943 w 1174347"/>
              <a:gd name="connsiteY1-108" fmla="*/ 2175397 h 2175397"/>
              <a:gd name="connsiteX2-109" fmla="*/ 0 w 1174347"/>
              <a:gd name="connsiteY2-110" fmla="*/ 756030 h 2175397"/>
              <a:gd name="connsiteX3-111" fmla="*/ 1174347 w 1174347"/>
              <a:gd name="connsiteY3-112" fmla="*/ 0 h 2175397"/>
              <a:gd name="connsiteX0-113" fmla="*/ 1174347 w 1174347"/>
              <a:gd name="connsiteY0-114" fmla="*/ 0 h 2175397"/>
              <a:gd name="connsiteX1-115" fmla="*/ 40943 w 1174347"/>
              <a:gd name="connsiteY1-116" fmla="*/ 2175397 h 2175397"/>
              <a:gd name="connsiteX2-117" fmla="*/ 0 w 1174347"/>
              <a:gd name="connsiteY2-118" fmla="*/ 756030 h 2175397"/>
              <a:gd name="connsiteX3-119" fmla="*/ 1174347 w 1174347"/>
              <a:gd name="connsiteY3-120" fmla="*/ 0 h 2175397"/>
              <a:gd name="connsiteX0-121" fmla="*/ 1136247 w 1136247"/>
              <a:gd name="connsiteY0-122" fmla="*/ 0 h 2175397"/>
              <a:gd name="connsiteX1-123" fmla="*/ 2843 w 1136247"/>
              <a:gd name="connsiteY1-124" fmla="*/ 2175397 h 2175397"/>
              <a:gd name="connsiteX2-125" fmla="*/ 0 w 1136247"/>
              <a:gd name="connsiteY2-126" fmla="*/ 741743 h 2175397"/>
              <a:gd name="connsiteX3-127" fmla="*/ 1136247 w 1136247"/>
              <a:gd name="connsiteY3-128" fmla="*/ 0 h 2175397"/>
              <a:gd name="connsiteX0-129" fmla="*/ 1136247 w 1136247"/>
              <a:gd name="connsiteY0-130" fmla="*/ 0 h 2175397"/>
              <a:gd name="connsiteX1-131" fmla="*/ 2843 w 1136247"/>
              <a:gd name="connsiteY1-132" fmla="*/ 2175397 h 2175397"/>
              <a:gd name="connsiteX2-133" fmla="*/ 0 w 1136247"/>
              <a:gd name="connsiteY2-134" fmla="*/ 741743 h 2175397"/>
              <a:gd name="connsiteX3-135" fmla="*/ 1136247 w 1136247"/>
              <a:gd name="connsiteY3-136" fmla="*/ 0 h 2175397"/>
              <a:gd name="connsiteX0-137" fmla="*/ 1136247 w 1136247"/>
              <a:gd name="connsiteY0-138" fmla="*/ 0 h 2175397"/>
              <a:gd name="connsiteX1-139" fmla="*/ 2843 w 1136247"/>
              <a:gd name="connsiteY1-140" fmla="*/ 2175397 h 2175397"/>
              <a:gd name="connsiteX2-141" fmla="*/ 0 w 1136247"/>
              <a:gd name="connsiteY2-142" fmla="*/ 741743 h 2175397"/>
              <a:gd name="connsiteX3-143" fmla="*/ 1136247 w 1136247"/>
              <a:gd name="connsiteY3-144" fmla="*/ 0 h 2175397"/>
              <a:gd name="connsiteX0-145" fmla="*/ 1136247 w 1136247"/>
              <a:gd name="connsiteY0-146" fmla="*/ 0 h 2175397"/>
              <a:gd name="connsiteX1-147" fmla="*/ 2843 w 1136247"/>
              <a:gd name="connsiteY1-148" fmla="*/ 2175397 h 2175397"/>
              <a:gd name="connsiteX2-149" fmla="*/ 0 w 1136247"/>
              <a:gd name="connsiteY2-150" fmla="*/ 741743 h 2175397"/>
              <a:gd name="connsiteX3-151" fmla="*/ 1136247 w 1136247"/>
              <a:gd name="connsiteY3-152" fmla="*/ 0 h 2175397"/>
              <a:gd name="connsiteX0-153" fmla="*/ 1136247 w 1136247"/>
              <a:gd name="connsiteY0-154" fmla="*/ 0 h 2175397"/>
              <a:gd name="connsiteX1-155" fmla="*/ 2843 w 1136247"/>
              <a:gd name="connsiteY1-156" fmla="*/ 2175397 h 2175397"/>
              <a:gd name="connsiteX2-157" fmla="*/ 0 w 1136247"/>
              <a:gd name="connsiteY2-158" fmla="*/ 741743 h 2175397"/>
              <a:gd name="connsiteX3-159" fmla="*/ 1136247 w 1136247"/>
              <a:gd name="connsiteY3-160" fmla="*/ 0 h 2175397"/>
              <a:gd name="connsiteX0-161" fmla="*/ 1136247 w 1136247"/>
              <a:gd name="connsiteY0-162" fmla="*/ 0 h 1532459"/>
              <a:gd name="connsiteX1-163" fmla="*/ 7605 w 1136247"/>
              <a:gd name="connsiteY1-164" fmla="*/ 1532459 h 1532459"/>
              <a:gd name="connsiteX2-165" fmla="*/ 0 w 1136247"/>
              <a:gd name="connsiteY2-166" fmla="*/ 741743 h 1532459"/>
              <a:gd name="connsiteX3-167" fmla="*/ 1136247 w 1136247"/>
              <a:gd name="connsiteY3-168" fmla="*/ 0 h 1532459"/>
              <a:gd name="connsiteX0-169" fmla="*/ 1128716 w 1128716"/>
              <a:gd name="connsiteY0-170" fmla="*/ 0 h 1532459"/>
              <a:gd name="connsiteX1-171" fmla="*/ 74 w 1128716"/>
              <a:gd name="connsiteY1-172" fmla="*/ 1532459 h 1532459"/>
              <a:gd name="connsiteX2-173" fmla="*/ 6757 w 1128716"/>
              <a:gd name="connsiteY2-174" fmla="*/ 741743 h 1532459"/>
              <a:gd name="connsiteX3-175" fmla="*/ 1128716 w 1128716"/>
              <a:gd name="connsiteY3-176" fmla="*/ 0 h 1532459"/>
              <a:gd name="connsiteX0-177" fmla="*/ 1121959 w 1121959"/>
              <a:gd name="connsiteY0-178" fmla="*/ 0 h 1518172"/>
              <a:gd name="connsiteX1-179" fmla="*/ 2842 w 1121959"/>
              <a:gd name="connsiteY1-180" fmla="*/ 1518172 h 1518172"/>
              <a:gd name="connsiteX2-181" fmla="*/ 0 w 1121959"/>
              <a:gd name="connsiteY2-182" fmla="*/ 741743 h 1518172"/>
              <a:gd name="connsiteX3-183" fmla="*/ 1121959 w 1121959"/>
              <a:gd name="connsiteY3-184" fmla="*/ 0 h 1518172"/>
              <a:gd name="connsiteX0-185" fmla="*/ 1121959 w 1121959"/>
              <a:gd name="connsiteY0-186" fmla="*/ 0 h 1518172"/>
              <a:gd name="connsiteX1-187" fmla="*/ 2842 w 1121959"/>
              <a:gd name="connsiteY1-188" fmla="*/ 1518172 h 1518172"/>
              <a:gd name="connsiteX2-189" fmla="*/ 0 w 1121959"/>
              <a:gd name="connsiteY2-190" fmla="*/ 741743 h 1518172"/>
              <a:gd name="connsiteX3-191" fmla="*/ 1121959 w 1121959"/>
              <a:gd name="connsiteY3-192" fmla="*/ 0 h 1518172"/>
              <a:gd name="connsiteX0-193" fmla="*/ 1121959 w 1121959"/>
              <a:gd name="connsiteY0-194" fmla="*/ 0 h 1518172"/>
              <a:gd name="connsiteX1-195" fmla="*/ 2842 w 1121959"/>
              <a:gd name="connsiteY1-196" fmla="*/ 1518172 h 1518172"/>
              <a:gd name="connsiteX2-197" fmla="*/ 0 w 1121959"/>
              <a:gd name="connsiteY2-198" fmla="*/ 741743 h 1518172"/>
              <a:gd name="connsiteX3-199" fmla="*/ 1121959 w 1121959"/>
              <a:gd name="connsiteY3-200" fmla="*/ 0 h 1518172"/>
              <a:gd name="connsiteX0-201" fmla="*/ 1121959 w 1121959"/>
              <a:gd name="connsiteY0-202" fmla="*/ 0 h 1518172"/>
              <a:gd name="connsiteX1-203" fmla="*/ 2842 w 1121959"/>
              <a:gd name="connsiteY1-204" fmla="*/ 1518172 h 1518172"/>
              <a:gd name="connsiteX2-205" fmla="*/ 0 w 1121959"/>
              <a:gd name="connsiteY2-206" fmla="*/ 741743 h 1518172"/>
              <a:gd name="connsiteX3-207" fmla="*/ 1121959 w 1121959"/>
              <a:gd name="connsiteY3-208" fmla="*/ 0 h 1518172"/>
              <a:gd name="connsiteX0-209" fmla="*/ 1326747 w 1326747"/>
              <a:gd name="connsiteY0-210" fmla="*/ 0 h 1599134"/>
              <a:gd name="connsiteX1-211" fmla="*/ 2842 w 1326747"/>
              <a:gd name="connsiteY1-212" fmla="*/ 1599134 h 1599134"/>
              <a:gd name="connsiteX2-213" fmla="*/ 0 w 1326747"/>
              <a:gd name="connsiteY2-214" fmla="*/ 822705 h 1599134"/>
              <a:gd name="connsiteX3-215" fmla="*/ 1326747 w 1326747"/>
              <a:gd name="connsiteY3-216" fmla="*/ 0 h 1599134"/>
              <a:gd name="connsiteX0-217" fmla="*/ 1326747 w 1326747"/>
              <a:gd name="connsiteY0-218" fmla="*/ 0 h 1599134"/>
              <a:gd name="connsiteX1-219" fmla="*/ 2842 w 1326747"/>
              <a:gd name="connsiteY1-220" fmla="*/ 1599134 h 1599134"/>
              <a:gd name="connsiteX2-221" fmla="*/ 0 w 1326747"/>
              <a:gd name="connsiteY2-222" fmla="*/ 822705 h 1599134"/>
              <a:gd name="connsiteX3-223" fmla="*/ 1326747 w 1326747"/>
              <a:gd name="connsiteY3-224" fmla="*/ 0 h 1599134"/>
              <a:gd name="connsiteX0-225" fmla="*/ 1326747 w 1326747"/>
              <a:gd name="connsiteY0-226" fmla="*/ 0 h 1599134"/>
              <a:gd name="connsiteX1-227" fmla="*/ 2842 w 1326747"/>
              <a:gd name="connsiteY1-228" fmla="*/ 1599134 h 1599134"/>
              <a:gd name="connsiteX2-229" fmla="*/ 0 w 1326747"/>
              <a:gd name="connsiteY2-230" fmla="*/ 822705 h 1599134"/>
              <a:gd name="connsiteX3-231" fmla="*/ 1326747 w 1326747"/>
              <a:gd name="connsiteY3-232" fmla="*/ 0 h 1599134"/>
              <a:gd name="connsiteX0-233" fmla="*/ 1326747 w 1326747"/>
              <a:gd name="connsiteY0-234" fmla="*/ 0 h 1599134"/>
              <a:gd name="connsiteX1-235" fmla="*/ 2842 w 1326747"/>
              <a:gd name="connsiteY1-236" fmla="*/ 1599134 h 1599134"/>
              <a:gd name="connsiteX2-237" fmla="*/ 0 w 1326747"/>
              <a:gd name="connsiteY2-238" fmla="*/ 822705 h 1599134"/>
              <a:gd name="connsiteX3-239" fmla="*/ 1326747 w 1326747"/>
              <a:gd name="connsiteY3-240" fmla="*/ 0 h 1599134"/>
            </a:gdLst>
            <a:ahLst/>
            <a:cxnLst>
              <a:cxn ang="0">
                <a:pos x="connsiteX0-1" y="connsiteY0-2"/>
              </a:cxn>
              <a:cxn ang="0">
                <a:pos x="connsiteX1-3" y="connsiteY1-4"/>
              </a:cxn>
              <a:cxn ang="0">
                <a:pos x="connsiteX2-5" y="connsiteY2-6"/>
              </a:cxn>
              <a:cxn ang="0">
                <a:pos x="connsiteX3-7" y="connsiteY3-8"/>
              </a:cxn>
            </a:cxnLst>
            <a:rect l="l" t="t" r="r" b="b"/>
            <a:pathLst>
              <a:path w="1326747" h="1599134">
                <a:moveTo>
                  <a:pt x="1326747" y="0"/>
                </a:moveTo>
                <a:cubicBezTo>
                  <a:pt x="763208" y="448908"/>
                  <a:pt x="518756" y="716840"/>
                  <a:pt x="2842" y="1599134"/>
                </a:cubicBezTo>
                <a:cubicBezTo>
                  <a:pt x="1894" y="1121249"/>
                  <a:pt x="948" y="1300590"/>
                  <a:pt x="0" y="822705"/>
                </a:cubicBezTo>
                <a:cubicBezTo>
                  <a:pt x="234286" y="586570"/>
                  <a:pt x="620974" y="278997"/>
                  <a:pt x="1326747" y="0"/>
                </a:cubicBezTo>
                <a:close/>
              </a:path>
            </a:pathLst>
          </a:custGeom>
          <a:solidFill>
            <a:srgbClr val="C3C3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3" name="文本框 12"/>
          <p:cNvSpPr txBox="1"/>
          <p:nvPr>
            <p:custDataLst>
              <p:tags r:id="rId5"/>
            </p:custDataLst>
          </p:nvPr>
        </p:nvSpPr>
        <p:spPr>
          <a:xfrm>
            <a:off x="1690688" y="626269"/>
            <a:ext cx="6191726" cy="626133"/>
          </a:xfrm>
          <a:prstGeom prst="rect">
            <a:avLst/>
          </a:prstGeom>
          <a:noFill/>
        </p:spPr>
        <p:txBody>
          <a:bodyPr wrap="square" rtlCol="0">
            <a:normAutofit/>
          </a:bodyPr>
          <a:lstStyle/>
          <a:p>
            <a:pPr marL="0" indent="0" algn="l">
              <a:lnSpc>
                <a:spcPct val="120000"/>
              </a:lnSpc>
              <a:spcBef>
                <a:spcPts val="0"/>
              </a:spcBef>
              <a:spcAft>
                <a:spcPts val="0"/>
              </a:spcAft>
              <a:buSzPct val="100000"/>
              <a:buNone/>
            </a:pPr>
            <a:r>
              <a:rPr lang="zh-CN" altLang="en-US" sz="2700" b="1" spc="500">
                <a:solidFill>
                  <a:srgbClr val="3E3EA6"/>
                </a:solidFill>
                <a:latin typeface="微软雅黑" panose="020B0503020204020204" pitchFamily="34" charset="-122"/>
                <a:ea typeface="微软雅黑" panose="020B0503020204020204" pitchFamily="34" charset="-122"/>
              </a:rPr>
              <a:t>截图工具</a:t>
            </a:r>
          </a:p>
        </p:txBody>
      </p:sp>
      <p:sp>
        <p:nvSpPr>
          <p:cNvPr id="14" name="文本框 13"/>
          <p:cNvSpPr txBox="1"/>
          <p:nvPr>
            <p:custDataLst>
              <p:tags r:id="rId6"/>
            </p:custDataLst>
          </p:nvPr>
        </p:nvSpPr>
        <p:spPr>
          <a:xfrm>
            <a:off x="2070639" y="3433949"/>
            <a:ext cx="5998029" cy="1199351"/>
          </a:xfrm>
          <a:prstGeom prst="rect">
            <a:avLst/>
          </a:prstGeom>
          <a:noFill/>
        </p:spPr>
        <p:txBody>
          <a:bodyPr wrap="square" rtlCol="0">
            <a:normAutofit/>
          </a:bodyPr>
          <a:lstStyle/>
          <a:p>
            <a:pPr marL="0" lvl="0" indent="0" algn="l">
              <a:lnSpc>
                <a:spcPct val="120000"/>
              </a:lnSpc>
              <a:spcBef>
                <a:spcPts val="0"/>
              </a:spcBef>
              <a:spcAft>
                <a:spcPts val="0"/>
              </a:spcAft>
              <a:buSzPct val="100000"/>
              <a:buNone/>
            </a:pPr>
            <a:r>
              <a:rPr lang="zh-CN" altLang="en-US" sz="1500" spc="15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截图工具是从Windows 7 开始Windows 系统都附带的一个工具。它有四个截图模式供用户选择：任意格式截图、矩形截图、窗口截图以及全屏截图。而且在截图后会自动弹出小型图片编辑器进行图片编辑。</a:t>
            </a:r>
          </a:p>
        </p:txBody>
      </p:sp>
      <p:sp>
        <p:nvSpPr>
          <p:cNvPr id="4" name="矩形 1"/>
          <p:cNvSpPr/>
          <p:nvPr>
            <p:custDataLst>
              <p:tags r:id="rId7"/>
            </p:custDataLst>
          </p:nvPr>
        </p:nvSpPr>
        <p:spPr>
          <a:xfrm>
            <a:off x="7483033" y="816016"/>
            <a:ext cx="1660967" cy="890568"/>
          </a:xfrm>
          <a:custGeom>
            <a:avLst/>
            <a:gdLst>
              <a:gd name="connsiteX0" fmla="*/ 0 w 1589589"/>
              <a:gd name="connsiteY0" fmla="*/ 0 h 562391"/>
              <a:gd name="connsiteX1" fmla="*/ 1589589 w 1589589"/>
              <a:gd name="connsiteY1" fmla="*/ 0 h 562391"/>
              <a:gd name="connsiteX2" fmla="*/ 1589589 w 1589589"/>
              <a:gd name="connsiteY2" fmla="*/ 562391 h 562391"/>
              <a:gd name="connsiteX3" fmla="*/ 0 w 1589589"/>
              <a:gd name="connsiteY3" fmla="*/ 562391 h 562391"/>
              <a:gd name="connsiteX4" fmla="*/ 0 w 1589589"/>
              <a:gd name="connsiteY4" fmla="*/ 0 h 562391"/>
              <a:gd name="connsiteX0-1" fmla="*/ 625033 w 2214622"/>
              <a:gd name="connsiteY0-2" fmla="*/ 0 h 1187424"/>
              <a:gd name="connsiteX1-3" fmla="*/ 2214622 w 2214622"/>
              <a:gd name="connsiteY1-4" fmla="*/ 0 h 1187424"/>
              <a:gd name="connsiteX2-5" fmla="*/ 2214622 w 2214622"/>
              <a:gd name="connsiteY2-6" fmla="*/ 562391 h 1187424"/>
              <a:gd name="connsiteX3-7" fmla="*/ 0 w 2214622"/>
              <a:gd name="connsiteY3-8" fmla="*/ 1187424 h 1187424"/>
              <a:gd name="connsiteX4-9" fmla="*/ 625033 w 2214622"/>
              <a:gd name="connsiteY4-10" fmla="*/ 0 h 1187424"/>
              <a:gd name="connsiteX0-11" fmla="*/ 0 w 2214622"/>
              <a:gd name="connsiteY0-12" fmla="*/ 1187424 h 1187424"/>
              <a:gd name="connsiteX1-13" fmla="*/ 2214622 w 2214622"/>
              <a:gd name="connsiteY1-14" fmla="*/ 0 h 1187424"/>
              <a:gd name="connsiteX2-15" fmla="*/ 2214622 w 2214622"/>
              <a:gd name="connsiteY2-16" fmla="*/ 562391 h 1187424"/>
              <a:gd name="connsiteX3-17" fmla="*/ 0 w 2214622"/>
              <a:gd name="connsiteY3-18" fmla="*/ 1187424 h 1187424"/>
              <a:gd name="connsiteX0-19" fmla="*/ 0 w 2214622"/>
              <a:gd name="connsiteY0-20" fmla="*/ 1187424 h 1187424"/>
              <a:gd name="connsiteX1-21" fmla="*/ 2214622 w 2214622"/>
              <a:gd name="connsiteY1-22" fmla="*/ 0 h 1187424"/>
              <a:gd name="connsiteX2-23" fmla="*/ 2214622 w 2214622"/>
              <a:gd name="connsiteY2-24" fmla="*/ 562391 h 1187424"/>
              <a:gd name="connsiteX3-25" fmla="*/ 0 w 2214622"/>
              <a:gd name="connsiteY3-26" fmla="*/ 1187424 h 1187424"/>
              <a:gd name="connsiteX0-27" fmla="*/ 0 w 2214622"/>
              <a:gd name="connsiteY0-28" fmla="*/ 1187424 h 1187424"/>
              <a:gd name="connsiteX1-29" fmla="*/ 2214622 w 2214622"/>
              <a:gd name="connsiteY1-30" fmla="*/ 0 h 1187424"/>
              <a:gd name="connsiteX2-31" fmla="*/ 2214622 w 2214622"/>
              <a:gd name="connsiteY2-32" fmla="*/ 562391 h 1187424"/>
              <a:gd name="connsiteX3-33" fmla="*/ 0 w 2214622"/>
              <a:gd name="connsiteY3-34" fmla="*/ 1187424 h 1187424"/>
              <a:gd name="connsiteX0-35" fmla="*/ 0 w 2214622"/>
              <a:gd name="connsiteY0-36" fmla="*/ 1187424 h 1187424"/>
              <a:gd name="connsiteX1-37" fmla="*/ 2214622 w 2214622"/>
              <a:gd name="connsiteY1-38" fmla="*/ 0 h 1187424"/>
              <a:gd name="connsiteX2-39" fmla="*/ 2214622 w 2214622"/>
              <a:gd name="connsiteY2-40" fmla="*/ 562391 h 1187424"/>
              <a:gd name="connsiteX3-41" fmla="*/ 0 w 2214622"/>
              <a:gd name="connsiteY3-42" fmla="*/ 1187424 h 1187424"/>
              <a:gd name="connsiteX0-43" fmla="*/ 0 w 2214622"/>
              <a:gd name="connsiteY0-44" fmla="*/ 1187424 h 1187424"/>
              <a:gd name="connsiteX1-45" fmla="*/ 2214622 w 2214622"/>
              <a:gd name="connsiteY1-46" fmla="*/ 0 h 1187424"/>
              <a:gd name="connsiteX2-47" fmla="*/ 2214622 w 2214622"/>
              <a:gd name="connsiteY2-48" fmla="*/ 562391 h 1187424"/>
              <a:gd name="connsiteX3-49" fmla="*/ 0 w 2214622"/>
              <a:gd name="connsiteY3-50" fmla="*/ 1187424 h 1187424"/>
              <a:gd name="connsiteX0-51" fmla="*/ 0 w 2214622"/>
              <a:gd name="connsiteY0-52" fmla="*/ 1187424 h 1187424"/>
              <a:gd name="connsiteX1-53" fmla="*/ 2214622 w 2214622"/>
              <a:gd name="connsiteY1-54" fmla="*/ 0 h 1187424"/>
              <a:gd name="connsiteX2-55" fmla="*/ 2214622 w 2214622"/>
              <a:gd name="connsiteY2-56" fmla="*/ 562391 h 1187424"/>
              <a:gd name="connsiteX3-57" fmla="*/ 0 w 2214622"/>
              <a:gd name="connsiteY3-58" fmla="*/ 1187424 h 1187424"/>
              <a:gd name="connsiteX0-59" fmla="*/ 0 w 2214622"/>
              <a:gd name="connsiteY0-60" fmla="*/ 1187424 h 1187424"/>
              <a:gd name="connsiteX1-61" fmla="*/ 2214622 w 2214622"/>
              <a:gd name="connsiteY1-62" fmla="*/ 0 h 1187424"/>
              <a:gd name="connsiteX2-63" fmla="*/ 2214622 w 2214622"/>
              <a:gd name="connsiteY2-64" fmla="*/ 562391 h 1187424"/>
              <a:gd name="connsiteX3-65" fmla="*/ 0 w 2214622"/>
              <a:gd name="connsiteY3-66" fmla="*/ 1187424 h 1187424"/>
              <a:gd name="connsiteX0-67" fmla="*/ 0 w 2214622"/>
              <a:gd name="connsiteY0-68" fmla="*/ 1187424 h 1187424"/>
              <a:gd name="connsiteX1-69" fmla="*/ 2214622 w 2214622"/>
              <a:gd name="connsiteY1-70" fmla="*/ 0 h 1187424"/>
              <a:gd name="connsiteX2-71" fmla="*/ 2214622 w 2214622"/>
              <a:gd name="connsiteY2-72" fmla="*/ 562391 h 1187424"/>
              <a:gd name="connsiteX3-73" fmla="*/ 0 w 2214622"/>
              <a:gd name="connsiteY3-74" fmla="*/ 1187424 h 1187424"/>
              <a:gd name="connsiteX0-75" fmla="*/ 0 w 2214622"/>
              <a:gd name="connsiteY0-76" fmla="*/ 1187424 h 1187424"/>
              <a:gd name="connsiteX1-77" fmla="*/ 2214622 w 2214622"/>
              <a:gd name="connsiteY1-78" fmla="*/ 0 h 1187424"/>
              <a:gd name="connsiteX2-79" fmla="*/ 2214622 w 2214622"/>
              <a:gd name="connsiteY2-80" fmla="*/ 562391 h 1187424"/>
              <a:gd name="connsiteX3-81" fmla="*/ 0 w 2214622"/>
              <a:gd name="connsiteY3-82" fmla="*/ 1187424 h 1187424"/>
            </a:gdLst>
            <a:ahLst/>
            <a:cxnLst>
              <a:cxn ang="0">
                <a:pos x="connsiteX0-1" y="connsiteY0-2"/>
              </a:cxn>
              <a:cxn ang="0">
                <a:pos x="connsiteX1-3" y="connsiteY1-4"/>
              </a:cxn>
              <a:cxn ang="0">
                <a:pos x="connsiteX2-5" y="connsiteY2-6"/>
              </a:cxn>
              <a:cxn ang="0">
                <a:pos x="connsiteX3-7" y="connsiteY3-8"/>
              </a:cxn>
            </a:cxnLst>
            <a:rect l="l" t="t" r="r" b="b"/>
            <a:pathLst>
              <a:path w="2214622" h="1187424">
                <a:moveTo>
                  <a:pt x="0" y="1187424"/>
                </a:moveTo>
                <a:cubicBezTo>
                  <a:pt x="934977" y="849490"/>
                  <a:pt x="1569012" y="557853"/>
                  <a:pt x="2214622" y="0"/>
                </a:cubicBezTo>
                <a:lnTo>
                  <a:pt x="2214622" y="562391"/>
                </a:lnTo>
                <a:cubicBezTo>
                  <a:pt x="1441690" y="955931"/>
                  <a:pt x="934977" y="1048528"/>
                  <a:pt x="0" y="1187424"/>
                </a:cubicBezTo>
                <a:close/>
              </a:path>
            </a:pathLst>
          </a:custGeom>
          <a:solidFill>
            <a:srgbClr val="C3C3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9" name="矩形 7"/>
          <p:cNvSpPr/>
          <p:nvPr>
            <p:custDataLst>
              <p:tags r:id="rId8"/>
            </p:custDataLst>
          </p:nvPr>
        </p:nvSpPr>
        <p:spPr>
          <a:xfrm rot="14987844">
            <a:off x="435083" y="465472"/>
            <a:ext cx="843845" cy="858360"/>
          </a:xfrm>
          <a:custGeom>
            <a:avLst/>
            <a:gdLst>
              <a:gd name="connsiteX0" fmla="*/ 0 w 12191999"/>
              <a:gd name="connsiteY0" fmla="*/ 0 h 4053385"/>
              <a:gd name="connsiteX1" fmla="*/ 12191999 w 12191999"/>
              <a:gd name="connsiteY1" fmla="*/ 0 h 4053385"/>
              <a:gd name="connsiteX2" fmla="*/ 12191999 w 12191999"/>
              <a:gd name="connsiteY2" fmla="*/ 4053385 h 4053385"/>
              <a:gd name="connsiteX3" fmla="*/ 0 w 12191999"/>
              <a:gd name="connsiteY3" fmla="*/ 4053385 h 4053385"/>
              <a:gd name="connsiteX4" fmla="*/ 0 w 12191999"/>
              <a:gd name="connsiteY4" fmla="*/ 0 h 4053385"/>
              <a:gd name="connsiteX0-1" fmla="*/ 2852382 w 12191999"/>
              <a:gd name="connsiteY0-2" fmla="*/ 81887 h 4053385"/>
              <a:gd name="connsiteX1-3" fmla="*/ 12191999 w 12191999"/>
              <a:gd name="connsiteY1-4" fmla="*/ 0 h 4053385"/>
              <a:gd name="connsiteX2-5" fmla="*/ 12191999 w 12191999"/>
              <a:gd name="connsiteY2-6" fmla="*/ 4053385 h 4053385"/>
              <a:gd name="connsiteX3-7" fmla="*/ 0 w 12191999"/>
              <a:gd name="connsiteY3-8" fmla="*/ 4053385 h 4053385"/>
              <a:gd name="connsiteX4-9" fmla="*/ 2852382 w 12191999"/>
              <a:gd name="connsiteY4-10" fmla="*/ 81887 h 4053385"/>
              <a:gd name="connsiteX0-11" fmla="*/ 2852382 w 12191999"/>
              <a:gd name="connsiteY0-12" fmla="*/ 319319 h 4290817"/>
              <a:gd name="connsiteX1-13" fmla="*/ 12191999 w 12191999"/>
              <a:gd name="connsiteY1-14" fmla="*/ 237432 h 4290817"/>
              <a:gd name="connsiteX2-15" fmla="*/ 12191999 w 12191999"/>
              <a:gd name="connsiteY2-16" fmla="*/ 4290817 h 4290817"/>
              <a:gd name="connsiteX3-17" fmla="*/ 0 w 12191999"/>
              <a:gd name="connsiteY3-18" fmla="*/ 4290817 h 4290817"/>
              <a:gd name="connsiteX4-19" fmla="*/ 2852382 w 12191999"/>
              <a:gd name="connsiteY4-20" fmla="*/ 319319 h 4290817"/>
              <a:gd name="connsiteX0-21" fmla="*/ 2852382 w 12191999"/>
              <a:gd name="connsiteY0-22" fmla="*/ 694894 h 4666392"/>
              <a:gd name="connsiteX1-23" fmla="*/ 12191999 w 12191999"/>
              <a:gd name="connsiteY1-24" fmla="*/ 613007 h 4666392"/>
              <a:gd name="connsiteX2-25" fmla="*/ 12191999 w 12191999"/>
              <a:gd name="connsiteY2-26" fmla="*/ 4666392 h 4666392"/>
              <a:gd name="connsiteX3-27" fmla="*/ 0 w 12191999"/>
              <a:gd name="connsiteY3-28" fmla="*/ 4666392 h 4666392"/>
              <a:gd name="connsiteX4-29" fmla="*/ 2852382 w 12191999"/>
              <a:gd name="connsiteY4-30" fmla="*/ 694894 h 4666392"/>
              <a:gd name="connsiteX0-31" fmla="*/ 2852382 w 12191999"/>
              <a:gd name="connsiteY0-32" fmla="*/ 694894 h 4666392"/>
              <a:gd name="connsiteX1-33" fmla="*/ 12191999 w 12191999"/>
              <a:gd name="connsiteY1-34" fmla="*/ 613007 h 4666392"/>
              <a:gd name="connsiteX2-35" fmla="*/ 12191999 w 12191999"/>
              <a:gd name="connsiteY2-36" fmla="*/ 4666392 h 4666392"/>
              <a:gd name="connsiteX3-37" fmla="*/ 0 w 12191999"/>
              <a:gd name="connsiteY3-38" fmla="*/ 4666392 h 4666392"/>
              <a:gd name="connsiteX4-39" fmla="*/ 2852382 w 12191999"/>
              <a:gd name="connsiteY4-40" fmla="*/ 694894 h 4666392"/>
              <a:gd name="connsiteX0-41" fmla="*/ 4435522 w 12191999"/>
              <a:gd name="connsiteY0-42" fmla="*/ 951932 h 4227394"/>
              <a:gd name="connsiteX1-43" fmla="*/ 12191999 w 12191999"/>
              <a:gd name="connsiteY1-44" fmla="*/ 174009 h 4227394"/>
              <a:gd name="connsiteX2-45" fmla="*/ 12191999 w 12191999"/>
              <a:gd name="connsiteY2-46" fmla="*/ 4227394 h 4227394"/>
              <a:gd name="connsiteX3-47" fmla="*/ 0 w 12191999"/>
              <a:gd name="connsiteY3-48" fmla="*/ 4227394 h 4227394"/>
              <a:gd name="connsiteX4-49" fmla="*/ 4435522 w 12191999"/>
              <a:gd name="connsiteY4-50" fmla="*/ 951932 h 4227394"/>
              <a:gd name="connsiteX0-51" fmla="*/ 4435522 w 12191999"/>
              <a:gd name="connsiteY0-52" fmla="*/ 951932 h 4227394"/>
              <a:gd name="connsiteX1-53" fmla="*/ 12191999 w 12191999"/>
              <a:gd name="connsiteY1-54" fmla="*/ 174009 h 4227394"/>
              <a:gd name="connsiteX2-55" fmla="*/ 12191999 w 12191999"/>
              <a:gd name="connsiteY2-56" fmla="*/ 4227394 h 4227394"/>
              <a:gd name="connsiteX3-57" fmla="*/ 0 w 12191999"/>
              <a:gd name="connsiteY3-58" fmla="*/ 4227394 h 4227394"/>
              <a:gd name="connsiteX4-59" fmla="*/ 4435522 w 12191999"/>
              <a:gd name="connsiteY4-60" fmla="*/ 951932 h 4227394"/>
              <a:gd name="connsiteX0-61" fmla="*/ 0 w 12191999"/>
              <a:gd name="connsiteY0-62" fmla="*/ 4053385 h 4053385"/>
              <a:gd name="connsiteX1-63" fmla="*/ 12191999 w 12191999"/>
              <a:gd name="connsiteY1-64" fmla="*/ 0 h 4053385"/>
              <a:gd name="connsiteX2-65" fmla="*/ 12191999 w 12191999"/>
              <a:gd name="connsiteY2-66" fmla="*/ 4053385 h 4053385"/>
              <a:gd name="connsiteX3-67" fmla="*/ 0 w 12191999"/>
              <a:gd name="connsiteY3-68" fmla="*/ 4053385 h 4053385"/>
              <a:gd name="connsiteX0-69" fmla="*/ 0 w 12191999"/>
              <a:gd name="connsiteY0-70" fmla="*/ 3480179 h 3480179"/>
              <a:gd name="connsiteX1-71" fmla="*/ 6173336 w 12191999"/>
              <a:gd name="connsiteY1-72" fmla="*/ 0 h 3480179"/>
              <a:gd name="connsiteX2-73" fmla="*/ 12191999 w 12191999"/>
              <a:gd name="connsiteY2-74" fmla="*/ 3480179 h 3480179"/>
              <a:gd name="connsiteX3-75" fmla="*/ 0 w 12191999"/>
              <a:gd name="connsiteY3-76" fmla="*/ 3480179 h 3480179"/>
              <a:gd name="connsiteX0-77" fmla="*/ 0 w 12191999"/>
              <a:gd name="connsiteY0-78" fmla="*/ 3480179 h 3480179"/>
              <a:gd name="connsiteX1-79" fmla="*/ 6173336 w 12191999"/>
              <a:gd name="connsiteY1-80" fmla="*/ 0 h 3480179"/>
              <a:gd name="connsiteX2-81" fmla="*/ 12191999 w 12191999"/>
              <a:gd name="connsiteY2-82" fmla="*/ 3480179 h 3480179"/>
              <a:gd name="connsiteX3-83" fmla="*/ 0 w 12191999"/>
              <a:gd name="connsiteY3-84" fmla="*/ 3480179 h 3480179"/>
              <a:gd name="connsiteX0-85" fmla="*/ 0 w 6173336"/>
              <a:gd name="connsiteY0-86" fmla="*/ 3480179 h 3480179"/>
              <a:gd name="connsiteX1-87" fmla="*/ 6173336 w 6173336"/>
              <a:gd name="connsiteY1-88" fmla="*/ 0 h 3480179"/>
              <a:gd name="connsiteX2-89" fmla="*/ 0 w 6173336"/>
              <a:gd name="connsiteY2-90" fmla="*/ 3480179 h 3480179"/>
              <a:gd name="connsiteX0-91" fmla="*/ 0 w 9271378"/>
              <a:gd name="connsiteY0-92" fmla="*/ 3548417 h 3548417"/>
              <a:gd name="connsiteX1-93" fmla="*/ 9271378 w 9271378"/>
              <a:gd name="connsiteY1-94" fmla="*/ 0 h 3548417"/>
              <a:gd name="connsiteX2-95" fmla="*/ 0 w 9271378"/>
              <a:gd name="connsiteY2-96" fmla="*/ 3548417 h 3548417"/>
              <a:gd name="connsiteX0-97" fmla="*/ 0 w 9271378"/>
              <a:gd name="connsiteY0-98" fmla="*/ 3659780 h 3659780"/>
              <a:gd name="connsiteX1-99" fmla="*/ 9271378 w 9271378"/>
              <a:gd name="connsiteY1-100" fmla="*/ 111363 h 3659780"/>
              <a:gd name="connsiteX2-101" fmla="*/ 0 w 9271378"/>
              <a:gd name="connsiteY2-102" fmla="*/ 3659780 h 3659780"/>
              <a:gd name="connsiteX0-103" fmla="*/ 0 w 12123760"/>
              <a:gd name="connsiteY0-104" fmla="*/ 3103911 h 3103911"/>
              <a:gd name="connsiteX1-105" fmla="*/ 12123760 w 12123760"/>
              <a:gd name="connsiteY1-106" fmla="*/ 128700 h 3103911"/>
              <a:gd name="connsiteX2-107" fmla="*/ 0 w 12123760"/>
              <a:gd name="connsiteY2-108" fmla="*/ 3103911 h 3103911"/>
              <a:gd name="connsiteX0-109" fmla="*/ 0 w 12123760"/>
              <a:gd name="connsiteY0-110" fmla="*/ 3360951 h 3360951"/>
              <a:gd name="connsiteX1-111" fmla="*/ 12123760 w 12123760"/>
              <a:gd name="connsiteY1-112" fmla="*/ 385740 h 3360951"/>
              <a:gd name="connsiteX2-113" fmla="*/ 0 w 12123760"/>
              <a:gd name="connsiteY2-114" fmla="*/ 3360951 h 3360951"/>
              <a:gd name="connsiteX0-115" fmla="*/ 0 w 12123760"/>
              <a:gd name="connsiteY0-116" fmla="*/ 3360951 h 3360951"/>
              <a:gd name="connsiteX1-117" fmla="*/ 12123760 w 12123760"/>
              <a:gd name="connsiteY1-118" fmla="*/ 385740 h 3360951"/>
              <a:gd name="connsiteX2-119" fmla="*/ 0 w 12123760"/>
              <a:gd name="connsiteY2-120" fmla="*/ 3360951 h 3360951"/>
              <a:gd name="connsiteX0-121" fmla="*/ 0 w 11741622"/>
              <a:gd name="connsiteY0-122" fmla="*/ 3360951 h 3360951"/>
              <a:gd name="connsiteX1-123" fmla="*/ 11741622 w 11741622"/>
              <a:gd name="connsiteY1-124" fmla="*/ 385740 h 3360951"/>
              <a:gd name="connsiteX2-125" fmla="*/ 0 w 11741622"/>
              <a:gd name="connsiteY2-126" fmla="*/ 3360951 h 3360951"/>
              <a:gd name="connsiteX0-127" fmla="*/ 0 w 12082816"/>
              <a:gd name="connsiteY0-128" fmla="*/ 3360951 h 3360951"/>
              <a:gd name="connsiteX1-129" fmla="*/ 12082816 w 12082816"/>
              <a:gd name="connsiteY1-130" fmla="*/ 385740 h 3360951"/>
              <a:gd name="connsiteX2-131" fmla="*/ 0 w 12082816"/>
              <a:gd name="connsiteY2-132" fmla="*/ 3360951 h 3360951"/>
              <a:gd name="connsiteX0-133" fmla="*/ 0 w 12082816"/>
              <a:gd name="connsiteY0-134" fmla="*/ 3360951 h 3396222"/>
              <a:gd name="connsiteX1-135" fmla="*/ 12082816 w 12082816"/>
              <a:gd name="connsiteY1-136" fmla="*/ 385740 h 3396222"/>
              <a:gd name="connsiteX2-137" fmla="*/ 0 w 12082816"/>
              <a:gd name="connsiteY2-138" fmla="*/ 3360951 h 3396222"/>
              <a:gd name="connsiteX0-139" fmla="*/ 0 w 12082816"/>
              <a:gd name="connsiteY0-140" fmla="*/ 3597763 h 3633034"/>
              <a:gd name="connsiteX1-141" fmla="*/ 12082816 w 12082816"/>
              <a:gd name="connsiteY1-142" fmla="*/ 622552 h 3633034"/>
              <a:gd name="connsiteX2-143" fmla="*/ 0 w 12082816"/>
              <a:gd name="connsiteY2-144" fmla="*/ 3597763 h 3633034"/>
              <a:gd name="connsiteX0-145" fmla="*/ 0 w 12082816"/>
              <a:gd name="connsiteY0-146" fmla="*/ 3597763 h 3597763"/>
              <a:gd name="connsiteX1-147" fmla="*/ 12082816 w 12082816"/>
              <a:gd name="connsiteY1-148" fmla="*/ 622552 h 3597763"/>
              <a:gd name="connsiteX2-149" fmla="*/ 0 w 12082816"/>
              <a:gd name="connsiteY2-150" fmla="*/ 3597763 h 3597763"/>
              <a:gd name="connsiteX0-151" fmla="*/ 0 w 12082816"/>
              <a:gd name="connsiteY0-152" fmla="*/ 3597763 h 3597763"/>
              <a:gd name="connsiteX1-153" fmla="*/ 12082816 w 12082816"/>
              <a:gd name="connsiteY1-154" fmla="*/ 622552 h 3597763"/>
              <a:gd name="connsiteX2-155" fmla="*/ 0 w 12082816"/>
              <a:gd name="connsiteY2-156" fmla="*/ 3597763 h 3597763"/>
              <a:gd name="connsiteX0-157" fmla="*/ 0 w 12082816"/>
              <a:gd name="connsiteY0-158" fmla="*/ 3982577 h 3982577"/>
              <a:gd name="connsiteX1-159" fmla="*/ 12082816 w 12082816"/>
              <a:gd name="connsiteY1-160" fmla="*/ 1007366 h 3982577"/>
              <a:gd name="connsiteX2-161" fmla="*/ 0 w 12082816"/>
              <a:gd name="connsiteY2-162" fmla="*/ 3982577 h 3982577"/>
              <a:gd name="connsiteX0-163" fmla="*/ 0 w 12082816"/>
              <a:gd name="connsiteY0-164" fmla="*/ 3982577 h 3982577"/>
              <a:gd name="connsiteX1-165" fmla="*/ 12082816 w 12082816"/>
              <a:gd name="connsiteY1-166" fmla="*/ 1007366 h 3982577"/>
              <a:gd name="connsiteX2-167" fmla="*/ 0 w 12082816"/>
              <a:gd name="connsiteY2-168" fmla="*/ 3982577 h 3982577"/>
              <a:gd name="connsiteX0-169" fmla="*/ 0 w 12082816"/>
              <a:gd name="connsiteY0-170" fmla="*/ 3982577 h 3982577"/>
              <a:gd name="connsiteX1-171" fmla="*/ 12082816 w 12082816"/>
              <a:gd name="connsiteY1-172" fmla="*/ 1007366 h 3982577"/>
              <a:gd name="connsiteX2-173" fmla="*/ 0 w 12082816"/>
              <a:gd name="connsiteY2-174" fmla="*/ 3982577 h 3982577"/>
              <a:gd name="connsiteX0-175" fmla="*/ 0 w 12082816"/>
              <a:gd name="connsiteY0-176" fmla="*/ 4141789 h 4141789"/>
              <a:gd name="connsiteX1-177" fmla="*/ 12082816 w 12082816"/>
              <a:gd name="connsiteY1-178" fmla="*/ 1166578 h 4141789"/>
              <a:gd name="connsiteX2-179" fmla="*/ 0 w 12082816"/>
              <a:gd name="connsiteY2-180" fmla="*/ 4141789 h 4141789"/>
              <a:gd name="connsiteX0-181" fmla="*/ 0 w 12082816"/>
              <a:gd name="connsiteY0-182" fmla="*/ 2975211 h 2975211"/>
              <a:gd name="connsiteX1-183" fmla="*/ 12082816 w 12082816"/>
              <a:gd name="connsiteY1-184" fmla="*/ 0 h 2975211"/>
              <a:gd name="connsiteX2-185" fmla="*/ 0 w 12082816"/>
              <a:gd name="connsiteY2-186" fmla="*/ 2975211 h 2975211"/>
              <a:gd name="connsiteX0-187" fmla="*/ 0 w 12082816"/>
              <a:gd name="connsiteY0-188" fmla="*/ 2975211 h 2975211"/>
              <a:gd name="connsiteX1-189" fmla="*/ 12082816 w 12082816"/>
              <a:gd name="connsiteY1-190" fmla="*/ 0 h 2975211"/>
              <a:gd name="connsiteX2-191" fmla="*/ 0 w 12082816"/>
              <a:gd name="connsiteY2-192" fmla="*/ 2975211 h 2975211"/>
              <a:gd name="connsiteX0-193" fmla="*/ 0 w 12082816"/>
              <a:gd name="connsiteY0-194" fmla="*/ 2975211 h 2975211"/>
              <a:gd name="connsiteX1-195" fmla="*/ 12082816 w 12082816"/>
              <a:gd name="connsiteY1-196" fmla="*/ 0 h 2975211"/>
              <a:gd name="connsiteX2-197" fmla="*/ 0 w 12082816"/>
              <a:gd name="connsiteY2-198" fmla="*/ 2975211 h 2975211"/>
              <a:gd name="connsiteX0-199" fmla="*/ 0 w 12082816"/>
              <a:gd name="connsiteY0-200" fmla="*/ 2975211 h 2975211"/>
              <a:gd name="connsiteX1-201" fmla="*/ 12082816 w 12082816"/>
              <a:gd name="connsiteY1-202" fmla="*/ 0 h 2975211"/>
              <a:gd name="connsiteX2-203" fmla="*/ 0 w 12082816"/>
              <a:gd name="connsiteY2-204" fmla="*/ 2975211 h 2975211"/>
              <a:gd name="connsiteX0-205" fmla="*/ 0 w 12082816"/>
              <a:gd name="connsiteY0-206" fmla="*/ 2975211 h 2975211"/>
              <a:gd name="connsiteX1-207" fmla="*/ 12082816 w 12082816"/>
              <a:gd name="connsiteY1-208" fmla="*/ 0 h 2975211"/>
              <a:gd name="connsiteX2-209" fmla="*/ 0 w 12082816"/>
              <a:gd name="connsiteY2-210" fmla="*/ 2975211 h 2975211"/>
              <a:gd name="connsiteX0-211" fmla="*/ 0 w 12123760"/>
              <a:gd name="connsiteY0-212" fmla="*/ 3807725 h 3807725"/>
              <a:gd name="connsiteX1-213" fmla="*/ 12123760 w 12123760"/>
              <a:gd name="connsiteY1-214" fmla="*/ 0 h 3807725"/>
              <a:gd name="connsiteX2-215" fmla="*/ 0 w 12123760"/>
              <a:gd name="connsiteY2-216" fmla="*/ 3807725 h 3807725"/>
              <a:gd name="connsiteX0-217" fmla="*/ 0 w 12123760"/>
              <a:gd name="connsiteY0-218" fmla="*/ 3807725 h 3807725"/>
              <a:gd name="connsiteX1-219" fmla="*/ 12123760 w 12123760"/>
              <a:gd name="connsiteY1-220" fmla="*/ 0 h 3807725"/>
              <a:gd name="connsiteX2-221" fmla="*/ 0 w 12123760"/>
              <a:gd name="connsiteY2-222" fmla="*/ 3807725 h 3807725"/>
              <a:gd name="connsiteX0-223" fmla="*/ 0 w 12123760"/>
              <a:gd name="connsiteY0-224" fmla="*/ 3807725 h 3807725"/>
              <a:gd name="connsiteX1-225" fmla="*/ 12123760 w 12123760"/>
              <a:gd name="connsiteY1-226" fmla="*/ 0 h 3807725"/>
              <a:gd name="connsiteX2-227" fmla="*/ 0 w 12123760"/>
              <a:gd name="connsiteY2-228" fmla="*/ 3807725 h 3807725"/>
              <a:gd name="connsiteX0-229" fmla="*/ 0 w 12123760"/>
              <a:gd name="connsiteY0-230" fmla="*/ 3807725 h 3807725"/>
              <a:gd name="connsiteX1-231" fmla="*/ 12123760 w 12123760"/>
              <a:gd name="connsiteY1-232" fmla="*/ 0 h 3807725"/>
              <a:gd name="connsiteX2-233" fmla="*/ 0 w 12123760"/>
              <a:gd name="connsiteY2-234" fmla="*/ 3807725 h 3807725"/>
              <a:gd name="connsiteX0-235" fmla="*/ 0 w 12123760"/>
              <a:gd name="connsiteY0-236" fmla="*/ 3807725 h 3807725"/>
              <a:gd name="connsiteX1-237" fmla="*/ 12123760 w 12123760"/>
              <a:gd name="connsiteY1-238" fmla="*/ 0 h 3807725"/>
              <a:gd name="connsiteX2-239" fmla="*/ 0 w 12123760"/>
              <a:gd name="connsiteY2-240" fmla="*/ 3807725 h 3807725"/>
              <a:gd name="connsiteX0-241" fmla="*/ 0 w 12123760"/>
              <a:gd name="connsiteY0-242" fmla="*/ 3807725 h 3807725"/>
              <a:gd name="connsiteX1-243" fmla="*/ 12123760 w 12123760"/>
              <a:gd name="connsiteY1-244" fmla="*/ 0 h 3807725"/>
              <a:gd name="connsiteX2-245" fmla="*/ 0 w 12123760"/>
              <a:gd name="connsiteY2-246" fmla="*/ 3807725 h 3807725"/>
              <a:gd name="connsiteX0-247" fmla="*/ 0 w 12123760"/>
              <a:gd name="connsiteY0-248" fmla="*/ 3807725 h 3807725"/>
              <a:gd name="connsiteX1-249" fmla="*/ 12123760 w 12123760"/>
              <a:gd name="connsiteY1-250" fmla="*/ 0 h 3807725"/>
              <a:gd name="connsiteX2-251" fmla="*/ 0 w 12123760"/>
              <a:gd name="connsiteY2-252" fmla="*/ 3807725 h 3807725"/>
              <a:gd name="connsiteX0-253" fmla="*/ 0 w 12123760"/>
              <a:gd name="connsiteY0-254" fmla="*/ 3807725 h 3807725"/>
              <a:gd name="connsiteX1-255" fmla="*/ 12123760 w 12123760"/>
              <a:gd name="connsiteY1-256" fmla="*/ 0 h 3807725"/>
              <a:gd name="connsiteX2-257" fmla="*/ 0 w 12123760"/>
              <a:gd name="connsiteY2-258" fmla="*/ 3807725 h 3807725"/>
              <a:gd name="connsiteX0-259" fmla="*/ 0 w 12123760"/>
              <a:gd name="connsiteY0-260" fmla="*/ 3807725 h 3807725"/>
              <a:gd name="connsiteX1-261" fmla="*/ 12123760 w 12123760"/>
              <a:gd name="connsiteY1-262" fmla="*/ 0 h 3807725"/>
              <a:gd name="connsiteX2-263" fmla="*/ 0 w 12123760"/>
              <a:gd name="connsiteY2-264" fmla="*/ 3807725 h 3807725"/>
              <a:gd name="connsiteX0-265" fmla="*/ 0 w 12123760"/>
              <a:gd name="connsiteY0-266" fmla="*/ 3807725 h 3807725"/>
              <a:gd name="connsiteX1-267" fmla="*/ 12123760 w 12123760"/>
              <a:gd name="connsiteY1-268" fmla="*/ 0 h 3807725"/>
              <a:gd name="connsiteX2-269" fmla="*/ 0 w 12123760"/>
              <a:gd name="connsiteY2-270" fmla="*/ 3807725 h 3807725"/>
              <a:gd name="connsiteX0-271" fmla="*/ 0 w 12123760"/>
              <a:gd name="connsiteY0-272" fmla="*/ 3807725 h 3807725"/>
              <a:gd name="connsiteX1-273" fmla="*/ 12123760 w 12123760"/>
              <a:gd name="connsiteY1-274" fmla="*/ 0 h 3807725"/>
              <a:gd name="connsiteX2-275" fmla="*/ 0 w 12123760"/>
              <a:gd name="connsiteY2-276" fmla="*/ 3807725 h 3807725"/>
              <a:gd name="connsiteX0-277" fmla="*/ 0 w 12123760"/>
              <a:gd name="connsiteY0-278" fmla="*/ 3807725 h 3807725"/>
              <a:gd name="connsiteX1-279" fmla="*/ 12123760 w 12123760"/>
              <a:gd name="connsiteY1-280" fmla="*/ 0 h 3807725"/>
              <a:gd name="connsiteX2-281" fmla="*/ 0 w 12123760"/>
              <a:gd name="connsiteY2-282" fmla="*/ 3807725 h 3807725"/>
              <a:gd name="connsiteX0-283" fmla="*/ 0 w 12123760"/>
              <a:gd name="connsiteY0-284" fmla="*/ 3807725 h 3807725"/>
              <a:gd name="connsiteX1-285" fmla="*/ 12123760 w 12123760"/>
              <a:gd name="connsiteY1-286" fmla="*/ 0 h 3807725"/>
              <a:gd name="connsiteX2-287" fmla="*/ 0 w 12123760"/>
              <a:gd name="connsiteY2-288" fmla="*/ 3807725 h 3807725"/>
              <a:gd name="connsiteX0-289" fmla="*/ 0 w 12123760"/>
              <a:gd name="connsiteY0-290" fmla="*/ 3807725 h 3807725"/>
              <a:gd name="connsiteX1-291" fmla="*/ 12123760 w 12123760"/>
              <a:gd name="connsiteY1-292" fmla="*/ 0 h 3807725"/>
              <a:gd name="connsiteX2-293" fmla="*/ 0 w 12123760"/>
              <a:gd name="connsiteY2-294" fmla="*/ 3807725 h 3807725"/>
              <a:gd name="connsiteX0-295" fmla="*/ 0 w 12123760"/>
              <a:gd name="connsiteY0-296" fmla="*/ 3807725 h 3807725"/>
              <a:gd name="connsiteX1-297" fmla="*/ 12123760 w 12123760"/>
              <a:gd name="connsiteY1-298" fmla="*/ 0 h 3807725"/>
              <a:gd name="connsiteX2-299" fmla="*/ 0 w 12123760"/>
              <a:gd name="connsiteY2-300" fmla="*/ 3807725 h 3807725"/>
            </a:gdLst>
            <a:ahLst/>
            <a:cxnLst>
              <a:cxn ang="0">
                <a:pos x="connsiteX0-1" y="connsiteY0-2"/>
              </a:cxn>
              <a:cxn ang="0">
                <a:pos x="connsiteX1-3" y="connsiteY1-4"/>
              </a:cxn>
              <a:cxn ang="0">
                <a:pos x="connsiteX2-5" y="connsiteY2-6"/>
              </a:cxn>
            </a:cxnLst>
            <a:rect l="l" t="t" r="r" b="b"/>
            <a:pathLst>
              <a:path w="12123760" h="3807725">
                <a:moveTo>
                  <a:pt x="0" y="3807725"/>
                </a:moveTo>
                <a:cubicBezTo>
                  <a:pt x="2497539" y="-88710"/>
                  <a:pt x="8249312" y="1842448"/>
                  <a:pt x="12123760" y="0"/>
                </a:cubicBezTo>
                <a:cubicBezTo>
                  <a:pt x="9392692" y="3093491"/>
                  <a:pt x="2430817" y="1191905"/>
                  <a:pt x="0" y="3807725"/>
                </a:cubicBezTo>
                <a:close/>
              </a:path>
            </a:pathLst>
          </a:cu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0" name="矩形 7"/>
          <p:cNvSpPr/>
          <p:nvPr>
            <p:custDataLst>
              <p:tags r:id="rId9"/>
            </p:custDataLst>
          </p:nvPr>
        </p:nvSpPr>
        <p:spPr>
          <a:xfrm rot="6612156" flipH="1">
            <a:off x="1012519" y="1127096"/>
            <a:ext cx="349458" cy="410763"/>
          </a:xfrm>
          <a:custGeom>
            <a:avLst/>
            <a:gdLst>
              <a:gd name="connsiteX0" fmla="*/ 0 w 12191999"/>
              <a:gd name="connsiteY0" fmla="*/ 0 h 4053385"/>
              <a:gd name="connsiteX1" fmla="*/ 12191999 w 12191999"/>
              <a:gd name="connsiteY1" fmla="*/ 0 h 4053385"/>
              <a:gd name="connsiteX2" fmla="*/ 12191999 w 12191999"/>
              <a:gd name="connsiteY2" fmla="*/ 4053385 h 4053385"/>
              <a:gd name="connsiteX3" fmla="*/ 0 w 12191999"/>
              <a:gd name="connsiteY3" fmla="*/ 4053385 h 4053385"/>
              <a:gd name="connsiteX4" fmla="*/ 0 w 12191999"/>
              <a:gd name="connsiteY4" fmla="*/ 0 h 4053385"/>
              <a:gd name="connsiteX0-1" fmla="*/ 2852382 w 12191999"/>
              <a:gd name="connsiteY0-2" fmla="*/ 81887 h 4053385"/>
              <a:gd name="connsiteX1-3" fmla="*/ 12191999 w 12191999"/>
              <a:gd name="connsiteY1-4" fmla="*/ 0 h 4053385"/>
              <a:gd name="connsiteX2-5" fmla="*/ 12191999 w 12191999"/>
              <a:gd name="connsiteY2-6" fmla="*/ 4053385 h 4053385"/>
              <a:gd name="connsiteX3-7" fmla="*/ 0 w 12191999"/>
              <a:gd name="connsiteY3-8" fmla="*/ 4053385 h 4053385"/>
              <a:gd name="connsiteX4-9" fmla="*/ 2852382 w 12191999"/>
              <a:gd name="connsiteY4-10" fmla="*/ 81887 h 4053385"/>
              <a:gd name="connsiteX0-11" fmla="*/ 2852382 w 12191999"/>
              <a:gd name="connsiteY0-12" fmla="*/ 319319 h 4290817"/>
              <a:gd name="connsiteX1-13" fmla="*/ 12191999 w 12191999"/>
              <a:gd name="connsiteY1-14" fmla="*/ 237432 h 4290817"/>
              <a:gd name="connsiteX2-15" fmla="*/ 12191999 w 12191999"/>
              <a:gd name="connsiteY2-16" fmla="*/ 4290817 h 4290817"/>
              <a:gd name="connsiteX3-17" fmla="*/ 0 w 12191999"/>
              <a:gd name="connsiteY3-18" fmla="*/ 4290817 h 4290817"/>
              <a:gd name="connsiteX4-19" fmla="*/ 2852382 w 12191999"/>
              <a:gd name="connsiteY4-20" fmla="*/ 319319 h 4290817"/>
              <a:gd name="connsiteX0-21" fmla="*/ 2852382 w 12191999"/>
              <a:gd name="connsiteY0-22" fmla="*/ 694894 h 4666392"/>
              <a:gd name="connsiteX1-23" fmla="*/ 12191999 w 12191999"/>
              <a:gd name="connsiteY1-24" fmla="*/ 613007 h 4666392"/>
              <a:gd name="connsiteX2-25" fmla="*/ 12191999 w 12191999"/>
              <a:gd name="connsiteY2-26" fmla="*/ 4666392 h 4666392"/>
              <a:gd name="connsiteX3-27" fmla="*/ 0 w 12191999"/>
              <a:gd name="connsiteY3-28" fmla="*/ 4666392 h 4666392"/>
              <a:gd name="connsiteX4-29" fmla="*/ 2852382 w 12191999"/>
              <a:gd name="connsiteY4-30" fmla="*/ 694894 h 4666392"/>
              <a:gd name="connsiteX0-31" fmla="*/ 2852382 w 12191999"/>
              <a:gd name="connsiteY0-32" fmla="*/ 694894 h 4666392"/>
              <a:gd name="connsiteX1-33" fmla="*/ 12191999 w 12191999"/>
              <a:gd name="connsiteY1-34" fmla="*/ 613007 h 4666392"/>
              <a:gd name="connsiteX2-35" fmla="*/ 12191999 w 12191999"/>
              <a:gd name="connsiteY2-36" fmla="*/ 4666392 h 4666392"/>
              <a:gd name="connsiteX3-37" fmla="*/ 0 w 12191999"/>
              <a:gd name="connsiteY3-38" fmla="*/ 4666392 h 4666392"/>
              <a:gd name="connsiteX4-39" fmla="*/ 2852382 w 12191999"/>
              <a:gd name="connsiteY4-40" fmla="*/ 694894 h 4666392"/>
              <a:gd name="connsiteX0-41" fmla="*/ 4435522 w 12191999"/>
              <a:gd name="connsiteY0-42" fmla="*/ 951932 h 4227394"/>
              <a:gd name="connsiteX1-43" fmla="*/ 12191999 w 12191999"/>
              <a:gd name="connsiteY1-44" fmla="*/ 174009 h 4227394"/>
              <a:gd name="connsiteX2-45" fmla="*/ 12191999 w 12191999"/>
              <a:gd name="connsiteY2-46" fmla="*/ 4227394 h 4227394"/>
              <a:gd name="connsiteX3-47" fmla="*/ 0 w 12191999"/>
              <a:gd name="connsiteY3-48" fmla="*/ 4227394 h 4227394"/>
              <a:gd name="connsiteX4-49" fmla="*/ 4435522 w 12191999"/>
              <a:gd name="connsiteY4-50" fmla="*/ 951932 h 4227394"/>
              <a:gd name="connsiteX0-51" fmla="*/ 4435522 w 12191999"/>
              <a:gd name="connsiteY0-52" fmla="*/ 951932 h 4227394"/>
              <a:gd name="connsiteX1-53" fmla="*/ 12191999 w 12191999"/>
              <a:gd name="connsiteY1-54" fmla="*/ 174009 h 4227394"/>
              <a:gd name="connsiteX2-55" fmla="*/ 12191999 w 12191999"/>
              <a:gd name="connsiteY2-56" fmla="*/ 4227394 h 4227394"/>
              <a:gd name="connsiteX3-57" fmla="*/ 0 w 12191999"/>
              <a:gd name="connsiteY3-58" fmla="*/ 4227394 h 4227394"/>
              <a:gd name="connsiteX4-59" fmla="*/ 4435522 w 12191999"/>
              <a:gd name="connsiteY4-60" fmla="*/ 951932 h 4227394"/>
              <a:gd name="connsiteX0-61" fmla="*/ 0 w 12191999"/>
              <a:gd name="connsiteY0-62" fmla="*/ 4053385 h 4053385"/>
              <a:gd name="connsiteX1-63" fmla="*/ 12191999 w 12191999"/>
              <a:gd name="connsiteY1-64" fmla="*/ 0 h 4053385"/>
              <a:gd name="connsiteX2-65" fmla="*/ 12191999 w 12191999"/>
              <a:gd name="connsiteY2-66" fmla="*/ 4053385 h 4053385"/>
              <a:gd name="connsiteX3-67" fmla="*/ 0 w 12191999"/>
              <a:gd name="connsiteY3-68" fmla="*/ 4053385 h 4053385"/>
              <a:gd name="connsiteX0-69" fmla="*/ 0 w 12191999"/>
              <a:gd name="connsiteY0-70" fmla="*/ 3480179 h 3480179"/>
              <a:gd name="connsiteX1-71" fmla="*/ 6173336 w 12191999"/>
              <a:gd name="connsiteY1-72" fmla="*/ 0 h 3480179"/>
              <a:gd name="connsiteX2-73" fmla="*/ 12191999 w 12191999"/>
              <a:gd name="connsiteY2-74" fmla="*/ 3480179 h 3480179"/>
              <a:gd name="connsiteX3-75" fmla="*/ 0 w 12191999"/>
              <a:gd name="connsiteY3-76" fmla="*/ 3480179 h 3480179"/>
              <a:gd name="connsiteX0-77" fmla="*/ 0 w 12191999"/>
              <a:gd name="connsiteY0-78" fmla="*/ 3480179 h 3480179"/>
              <a:gd name="connsiteX1-79" fmla="*/ 6173336 w 12191999"/>
              <a:gd name="connsiteY1-80" fmla="*/ 0 h 3480179"/>
              <a:gd name="connsiteX2-81" fmla="*/ 12191999 w 12191999"/>
              <a:gd name="connsiteY2-82" fmla="*/ 3480179 h 3480179"/>
              <a:gd name="connsiteX3-83" fmla="*/ 0 w 12191999"/>
              <a:gd name="connsiteY3-84" fmla="*/ 3480179 h 3480179"/>
              <a:gd name="connsiteX0-85" fmla="*/ 0 w 6173336"/>
              <a:gd name="connsiteY0-86" fmla="*/ 3480179 h 3480179"/>
              <a:gd name="connsiteX1-87" fmla="*/ 6173336 w 6173336"/>
              <a:gd name="connsiteY1-88" fmla="*/ 0 h 3480179"/>
              <a:gd name="connsiteX2-89" fmla="*/ 0 w 6173336"/>
              <a:gd name="connsiteY2-90" fmla="*/ 3480179 h 3480179"/>
              <a:gd name="connsiteX0-91" fmla="*/ 0 w 9271378"/>
              <a:gd name="connsiteY0-92" fmla="*/ 3548417 h 3548417"/>
              <a:gd name="connsiteX1-93" fmla="*/ 9271378 w 9271378"/>
              <a:gd name="connsiteY1-94" fmla="*/ 0 h 3548417"/>
              <a:gd name="connsiteX2-95" fmla="*/ 0 w 9271378"/>
              <a:gd name="connsiteY2-96" fmla="*/ 3548417 h 3548417"/>
              <a:gd name="connsiteX0-97" fmla="*/ 0 w 9271378"/>
              <a:gd name="connsiteY0-98" fmla="*/ 3659780 h 3659780"/>
              <a:gd name="connsiteX1-99" fmla="*/ 9271378 w 9271378"/>
              <a:gd name="connsiteY1-100" fmla="*/ 111363 h 3659780"/>
              <a:gd name="connsiteX2-101" fmla="*/ 0 w 9271378"/>
              <a:gd name="connsiteY2-102" fmla="*/ 3659780 h 3659780"/>
              <a:gd name="connsiteX0-103" fmla="*/ 0 w 12123760"/>
              <a:gd name="connsiteY0-104" fmla="*/ 3103911 h 3103911"/>
              <a:gd name="connsiteX1-105" fmla="*/ 12123760 w 12123760"/>
              <a:gd name="connsiteY1-106" fmla="*/ 128700 h 3103911"/>
              <a:gd name="connsiteX2-107" fmla="*/ 0 w 12123760"/>
              <a:gd name="connsiteY2-108" fmla="*/ 3103911 h 3103911"/>
              <a:gd name="connsiteX0-109" fmla="*/ 0 w 12123760"/>
              <a:gd name="connsiteY0-110" fmla="*/ 3360951 h 3360951"/>
              <a:gd name="connsiteX1-111" fmla="*/ 12123760 w 12123760"/>
              <a:gd name="connsiteY1-112" fmla="*/ 385740 h 3360951"/>
              <a:gd name="connsiteX2-113" fmla="*/ 0 w 12123760"/>
              <a:gd name="connsiteY2-114" fmla="*/ 3360951 h 3360951"/>
              <a:gd name="connsiteX0-115" fmla="*/ 0 w 12123760"/>
              <a:gd name="connsiteY0-116" fmla="*/ 3360951 h 3360951"/>
              <a:gd name="connsiteX1-117" fmla="*/ 12123760 w 12123760"/>
              <a:gd name="connsiteY1-118" fmla="*/ 385740 h 3360951"/>
              <a:gd name="connsiteX2-119" fmla="*/ 0 w 12123760"/>
              <a:gd name="connsiteY2-120" fmla="*/ 3360951 h 3360951"/>
              <a:gd name="connsiteX0-121" fmla="*/ 0 w 11741622"/>
              <a:gd name="connsiteY0-122" fmla="*/ 3360951 h 3360951"/>
              <a:gd name="connsiteX1-123" fmla="*/ 11741622 w 11741622"/>
              <a:gd name="connsiteY1-124" fmla="*/ 385740 h 3360951"/>
              <a:gd name="connsiteX2-125" fmla="*/ 0 w 11741622"/>
              <a:gd name="connsiteY2-126" fmla="*/ 3360951 h 3360951"/>
              <a:gd name="connsiteX0-127" fmla="*/ 0 w 12082816"/>
              <a:gd name="connsiteY0-128" fmla="*/ 3360951 h 3360951"/>
              <a:gd name="connsiteX1-129" fmla="*/ 12082816 w 12082816"/>
              <a:gd name="connsiteY1-130" fmla="*/ 385740 h 3360951"/>
              <a:gd name="connsiteX2-131" fmla="*/ 0 w 12082816"/>
              <a:gd name="connsiteY2-132" fmla="*/ 3360951 h 3360951"/>
              <a:gd name="connsiteX0-133" fmla="*/ 0 w 12082816"/>
              <a:gd name="connsiteY0-134" fmla="*/ 3360951 h 3396222"/>
              <a:gd name="connsiteX1-135" fmla="*/ 12082816 w 12082816"/>
              <a:gd name="connsiteY1-136" fmla="*/ 385740 h 3396222"/>
              <a:gd name="connsiteX2-137" fmla="*/ 0 w 12082816"/>
              <a:gd name="connsiteY2-138" fmla="*/ 3360951 h 3396222"/>
              <a:gd name="connsiteX0-139" fmla="*/ 0 w 12082816"/>
              <a:gd name="connsiteY0-140" fmla="*/ 3597763 h 3633034"/>
              <a:gd name="connsiteX1-141" fmla="*/ 12082816 w 12082816"/>
              <a:gd name="connsiteY1-142" fmla="*/ 622552 h 3633034"/>
              <a:gd name="connsiteX2-143" fmla="*/ 0 w 12082816"/>
              <a:gd name="connsiteY2-144" fmla="*/ 3597763 h 3633034"/>
              <a:gd name="connsiteX0-145" fmla="*/ 0 w 12082816"/>
              <a:gd name="connsiteY0-146" fmla="*/ 3597763 h 3597763"/>
              <a:gd name="connsiteX1-147" fmla="*/ 12082816 w 12082816"/>
              <a:gd name="connsiteY1-148" fmla="*/ 622552 h 3597763"/>
              <a:gd name="connsiteX2-149" fmla="*/ 0 w 12082816"/>
              <a:gd name="connsiteY2-150" fmla="*/ 3597763 h 3597763"/>
              <a:gd name="connsiteX0-151" fmla="*/ 0 w 12082816"/>
              <a:gd name="connsiteY0-152" fmla="*/ 3597763 h 3597763"/>
              <a:gd name="connsiteX1-153" fmla="*/ 12082816 w 12082816"/>
              <a:gd name="connsiteY1-154" fmla="*/ 622552 h 3597763"/>
              <a:gd name="connsiteX2-155" fmla="*/ 0 w 12082816"/>
              <a:gd name="connsiteY2-156" fmla="*/ 3597763 h 3597763"/>
              <a:gd name="connsiteX0-157" fmla="*/ 0 w 12082816"/>
              <a:gd name="connsiteY0-158" fmla="*/ 3982577 h 3982577"/>
              <a:gd name="connsiteX1-159" fmla="*/ 12082816 w 12082816"/>
              <a:gd name="connsiteY1-160" fmla="*/ 1007366 h 3982577"/>
              <a:gd name="connsiteX2-161" fmla="*/ 0 w 12082816"/>
              <a:gd name="connsiteY2-162" fmla="*/ 3982577 h 3982577"/>
              <a:gd name="connsiteX0-163" fmla="*/ 0 w 12082816"/>
              <a:gd name="connsiteY0-164" fmla="*/ 3982577 h 3982577"/>
              <a:gd name="connsiteX1-165" fmla="*/ 12082816 w 12082816"/>
              <a:gd name="connsiteY1-166" fmla="*/ 1007366 h 3982577"/>
              <a:gd name="connsiteX2-167" fmla="*/ 0 w 12082816"/>
              <a:gd name="connsiteY2-168" fmla="*/ 3982577 h 3982577"/>
              <a:gd name="connsiteX0-169" fmla="*/ 0 w 12082816"/>
              <a:gd name="connsiteY0-170" fmla="*/ 3982577 h 3982577"/>
              <a:gd name="connsiteX1-171" fmla="*/ 12082816 w 12082816"/>
              <a:gd name="connsiteY1-172" fmla="*/ 1007366 h 3982577"/>
              <a:gd name="connsiteX2-173" fmla="*/ 0 w 12082816"/>
              <a:gd name="connsiteY2-174" fmla="*/ 3982577 h 3982577"/>
              <a:gd name="connsiteX0-175" fmla="*/ 0 w 12082816"/>
              <a:gd name="connsiteY0-176" fmla="*/ 4141789 h 4141789"/>
              <a:gd name="connsiteX1-177" fmla="*/ 12082816 w 12082816"/>
              <a:gd name="connsiteY1-178" fmla="*/ 1166578 h 4141789"/>
              <a:gd name="connsiteX2-179" fmla="*/ 0 w 12082816"/>
              <a:gd name="connsiteY2-180" fmla="*/ 4141789 h 4141789"/>
              <a:gd name="connsiteX0-181" fmla="*/ 0 w 12082816"/>
              <a:gd name="connsiteY0-182" fmla="*/ 2975211 h 2975211"/>
              <a:gd name="connsiteX1-183" fmla="*/ 12082816 w 12082816"/>
              <a:gd name="connsiteY1-184" fmla="*/ 0 h 2975211"/>
              <a:gd name="connsiteX2-185" fmla="*/ 0 w 12082816"/>
              <a:gd name="connsiteY2-186" fmla="*/ 2975211 h 2975211"/>
              <a:gd name="connsiteX0-187" fmla="*/ 0 w 12082816"/>
              <a:gd name="connsiteY0-188" fmla="*/ 2975211 h 2975211"/>
              <a:gd name="connsiteX1-189" fmla="*/ 12082816 w 12082816"/>
              <a:gd name="connsiteY1-190" fmla="*/ 0 h 2975211"/>
              <a:gd name="connsiteX2-191" fmla="*/ 0 w 12082816"/>
              <a:gd name="connsiteY2-192" fmla="*/ 2975211 h 2975211"/>
              <a:gd name="connsiteX0-193" fmla="*/ 0 w 12082816"/>
              <a:gd name="connsiteY0-194" fmla="*/ 2975211 h 2975211"/>
              <a:gd name="connsiteX1-195" fmla="*/ 12082816 w 12082816"/>
              <a:gd name="connsiteY1-196" fmla="*/ 0 h 2975211"/>
              <a:gd name="connsiteX2-197" fmla="*/ 0 w 12082816"/>
              <a:gd name="connsiteY2-198" fmla="*/ 2975211 h 2975211"/>
              <a:gd name="connsiteX0-199" fmla="*/ 0 w 12082816"/>
              <a:gd name="connsiteY0-200" fmla="*/ 2975211 h 2975211"/>
              <a:gd name="connsiteX1-201" fmla="*/ 12082816 w 12082816"/>
              <a:gd name="connsiteY1-202" fmla="*/ 0 h 2975211"/>
              <a:gd name="connsiteX2-203" fmla="*/ 0 w 12082816"/>
              <a:gd name="connsiteY2-204" fmla="*/ 2975211 h 2975211"/>
              <a:gd name="connsiteX0-205" fmla="*/ 0 w 12082816"/>
              <a:gd name="connsiteY0-206" fmla="*/ 2975211 h 2975211"/>
              <a:gd name="connsiteX1-207" fmla="*/ 12082816 w 12082816"/>
              <a:gd name="connsiteY1-208" fmla="*/ 0 h 2975211"/>
              <a:gd name="connsiteX2-209" fmla="*/ 0 w 12082816"/>
              <a:gd name="connsiteY2-210" fmla="*/ 2975211 h 2975211"/>
              <a:gd name="connsiteX0-211" fmla="*/ 0 w 12123760"/>
              <a:gd name="connsiteY0-212" fmla="*/ 3807725 h 3807725"/>
              <a:gd name="connsiteX1-213" fmla="*/ 12123760 w 12123760"/>
              <a:gd name="connsiteY1-214" fmla="*/ 0 h 3807725"/>
              <a:gd name="connsiteX2-215" fmla="*/ 0 w 12123760"/>
              <a:gd name="connsiteY2-216" fmla="*/ 3807725 h 3807725"/>
              <a:gd name="connsiteX0-217" fmla="*/ 0 w 12123760"/>
              <a:gd name="connsiteY0-218" fmla="*/ 3807725 h 3807725"/>
              <a:gd name="connsiteX1-219" fmla="*/ 12123760 w 12123760"/>
              <a:gd name="connsiteY1-220" fmla="*/ 0 h 3807725"/>
              <a:gd name="connsiteX2-221" fmla="*/ 0 w 12123760"/>
              <a:gd name="connsiteY2-222" fmla="*/ 3807725 h 3807725"/>
              <a:gd name="connsiteX0-223" fmla="*/ 0 w 12123760"/>
              <a:gd name="connsiteY0-224" fmla="*/ 3807725 h 3807725"/>
              <a:gd name="connsiteX1-225" fmla="*/ 12123760 w 12123760"/>
              <a:gd name="connsiteY1-226" fmla="*/ 0 h 3807725"/>
              <a:gd name="connsiteX2-227" fmla="*/ 0 w 12123760"/>
              <a:gd name="connsiteY2-228" fmla="*/ 3807725 h 3807725"/>
              <a:gd name="connsiteX0-229" fmla="*/ 0 w 12123760"/>
              <a:gd name="connsiteY0-230" fmla="*/ 3807725 h 3807725"/>
              <a:gd name="connsiteX1-231" fmla="*/ 12123760 w 12123760"/>
              <a:gd name="connsiteY1-232" fmla="*/ 0 h 3807725"/>
              <a:gd name="connsiteX2-233" fmla="*/ 0 w 12123760"/>
              <a:gd name="connsiteY2-234" fmla="*/ 3807725 h 3807725"/>
              <a:gd name="connsiteX0-235" fmla="*/ 0 w 12123760"/>
              <a:gd name="connsiteY0-236" fmla="*/ 3807725 h 3807725"/>
              <a:gd name="connsiteX1-237" fmla="*/ 12123760 w 12123760"/>
              <a:gd name="connsiteY1-238" fmla="*/ 0 h 3807725"/>
              <a:gd name="connsiteX2-239" fmla="*/ 0 w 12123760"/>
              <a:gd name="connsiteY2-240" fmla="*/ 3807725 h 3807725"/>
              <a:gd name="connsiteX0-241" fmla="*/ 0 w 12123760"/>
              <a:gd name="connsiteY0-242" fmla="*/ 3807725 h 3807725"/>
              <a:gd name="connsiteX1-243" fmla="*/ 12123760 w 12123760"/>
              <a:gd name="connsiteY1-244" fmla="*/ 0 h 3807725"/>
              <a:gd name="connsiteX2-245" fmla="*/ 0 w 12123760"/>
              <a:gd name="connsiteY2-246" fmla="*/ 3807725 h 3807725"/>
              <a:gd name="connsiteX0-247" fmla="*/ 0 w 12123760"/>
              <a:gd name="connsiteY0-248" fmla="*/ 3807725 h 3807725"/>
              <a:gd name="connsiteX1-249" fmla="*/ 12123760 w 12123760"/>
              <a:gd name="connsiteY1-250" fmla="*/ 0 h 3807725"/>
              <a:gd name="connsiteX2-251" fmla="*/ 0 w 12123760"/>
              <a:gd name="connsiteY2-252" fmla="*/ 3807725 h 3807725"/>
              <a:gd name="connsiteX0-253" fmla="*/ 0 w 12123760"/>
              <a:gd name="connsiteY0-254" fmla="*/ 3807725 h 3807725"/>
              <a:gd name="connsiteX1-255" fmla="*/ 12123760 w 12123760"/>
              <a:gd name="connsiteY1-256" fmla="*/ 0 h 3807725"/>
              <a:gd name="connsiteX2-257" fmla="*/ 0 w 12123760"/>
              <a:gd name="connsiteY2-258" fmla="*/ 3807725 h 3807725"/>
              <a:gd name="connsiteX0-259" fmla="*/ 0 w 12123760"/>
              <a:gd name="connsiteY0-260" fmla="*/ 3807725 h 3807725"/>
              <a:gd name="connsiteX1-261" fmla="*/ 12123760 w 12123760"/>
              <a:gd name="connsiteY1-262" fmla="*/ 0 h 3807725"/>
              <a:gd name="connsiteX2-263" fmla="*/ 0 w 12123760"/>
              <a:gd name="connsiteY2-264" fmla="*/ 3807725 h 3807725"/>
              <a:gd name="connsiteX0-265" fmla="*/ 0 w 12123760"/>
              <a:gd name="connsiteY0-266" fmla="*/ 3807725 h 3807725"/>
              <a:gd name="connsiteX1-267" fmla="*/ 12123760 w 12123760"/>
              <a:gd name="connsiteY1-268" fmla="*/ 0 h 3807725"/>
              <a:gd name="connsiteX2-269" fmla="*/ 0 w 12123760"/>
              <a:gd name="connsiteY2-270" fmla="*/ 3807725 h 3807725"/>
              <a:gd name="connsiteX0-271" fmla="*/ 0 w 12123760"/>
              <a:gd name="connsiteY0-272" fmla="*/ 3807725 h 3807725"/>
              <a:gd name="connsiteX1-273" fmla="*/ 12123760 w 12123760"/>
              <a:gd name="connsiteY1-274" fmla="*/ 0 h 3807725"/>
              <a:gd name="connsiteX2-275" fmla="*/ 0 w 12123760"/>
              <a:gd name="connsiteY2-276" fmla="*/ 3807725 h 3807725"/>
              <a:gd name="connsiteX0-277" fmla="*/ 0 w 12123760"/>
              <a:gd name="connsiteY0-278" fmla="*/ 3807725 h 3807725"/>
              <a:gd name="connsiteX1-279" fmla="*/ 12123760 w 12123760"/>
              <a:gd name="connsiteY1-280" fmla="*/ 0 h 3807725"/>
              <a:gd name="connsiteX2-281" fmla="*/ 0 w 12123760"/>
              <a:gd name="connsiteY2-282" fmla="*/ 3807725 h 3807725"/>
              <a:gd name="connsiteX0-283" fmla="*/ 0 w 12123760"/>
              <a:gd name="connsiteY0-284" fmla="*/ 3807725 h 3807725"/>
              <a:gd name="connsiteX1-285" fmla="*/ 12123760 w 12123760"/>
              <a:gd name="connsiteY1-286" fmla="*/ 0 h 3807725"/>
              <a:gd name="connsiteX2-287" fmla="*/ 0 w 12123760"/>
              <a:gd name="connsiteY2-288" fmla="*/ 3807725 h 3807725"/>
              <a:gd name="connsiteX0-289" fmla="*/ 0 w 12123760"/>
              <a:gd name="connsiteY0-290" fmla="*/ 3807725 h 3807725"/>
              <a:gd name="connsiteX1-291" fmla="*/ 12123760 w 12123760"/>
              <a:gd name="connsiteY1-292" fmla="*/ 0 h 3807725"/>
              <a:gd name="connsiteX2-293" fmla="*/ 0 w 12123760"/>
              <a:gd name="connsiteY2-294" fmla="*/ 3807725 h 3807725"/>
              <a:gd name="connsiteX0-295" fmla="*/ 0 w 12123760"/>
              <a:gd name="connsiteY0-296" fmla="*/ 3807725 h 3807725"/>
              <a:gd name="connsiteX1-297" fmla="*/ 12123760 w 12123760"/>
              <a:gd name="connsiteY1-298" fmla="*/ 0 h 3807725"/>
              <a:gd name="connsiteX2-299" fmla="*/ 0 w 12123760"/>
              <a:gd name="connsiteY2-300" fmla="*/ 3807725 h 3807725"/>
            </a:gdLst>
            <a:ahLst/>
            <a:cxnLst>
              <a:cxn ang="0">
                <a:pos x="connsiteX0-1" y="connsiteY0-2"/>
              </a:cxn>
              <a:cxn ang="0">
                <a:pos x="connsiteX1-3" y="connsiteY1-4"/>
              </a:cxn>
              <a:cxn ang="0">
                <a:pos x="connsiteX2-5" y="connsiteY2-6"/>
              </a:cxn>
            </a:cxnLst>
            <a:rect l="l" t="t" r="r" b="b"/>
            <a:pathLst>
              <a:path w="12123760" h="3807725">
                <a:moveTo>
                  <a:pt x="0" y="3807725"/>
                </a:moveTo>
                <a:cubicBezTo>
                  <a:pt x="2497539" y="-88710"/>
                  <a:pt x="8249312" y="1842448"/>
                  <a:pt x="12123760" y="0"/>
                </a:cubicBezTo>
                <a:cubicBezTo>
                  <a:pt x="9392692" y="3093491"/>
                  <a:pt x="2430817" y="1191905"/>
                  <a:pt x="0" y="3807725"/>
                </a:cubicBezTo>
                <a:close/>
              </a:path>
            </a:pathLst>
          </a:custGeom>
          <a:solidFill>
            <a:srgbClr val="C3C3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pic>
        <p:nvPicPr>
          <p:cNvPr id="160" name="图片 159"/>
          <p:cNvPicPr>
            <a:picLocks noChangeAspect="1"/>
          </p:cNvPicPr>
          <p:nvPr userDrawn="1">
            <p:custDataLst>
              <p:tags r:id="rId10"/>
            </p:custDataLst>
          </p:nvPr>
        </p:nvPicPr>
        <p:blipFill>
          <a:blip r:embed="rId12">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Tree>
    <p:custDataLst>
      <p:tags r:id="rId1"/>
    </p:custData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42"/>
          <p:cNvSpPr/>
          <p:nvPr>
            <p:custDataLst>
              <p:tags r:id="rId2"/>
            </p:custDataLst>
          </p:nvPr>
        </p:nvSpPr>
        <p:spPr>
          <a:xfrm>
            <a:off x="0" y="0"/>
            <a:ext cx="9144000" cy="5143500"/>
          </a:xfrm>
          <a:prstGeom prst="rect">
            <a:avLst/>
          </a:prstGeom>
          <a:solidFill>
            <a:schemeClr val="accent2">
              <a:lumMod val="50000"/>
            </a:schemeClr>
          </a:solidFill>
          <a:ln>
            <a:noFill/>
          </a:ln>
        </p:spPr>
        <p:style>
          <a:lnRef idx="2">
            <a:srgbClr val="1E6BC5">
              <a:shade val="50000"/>
            </a:srgbClr>
          </a:lnRef>
          <a:fillRef idx="1">
            <a:srgbClr val="1E6BC5"/>
          </a:fillRef>
          <a:effectRef idx="0">
            <a:srgbClr val="1E6BC5"/>
          </a:effectRef>
          <a:fontRef idx="minor">
            <a:srgbClr val="FFFFFF"/>
          </a:fontRef>
        </p:style>
        <p:txBody>
          <a:bodyPr rot="0" spcFirstLastPara="0" vertOverflow="overflow" horzOverflow="overflow" vert="horz" wrap="square" lIns="67500" tIns="35100" rIns="67500" bIns="35100" numCol="1" spcCol="0" rtlCol="0" fromWordArt="0" anchor="ctr" anchorCtr="0" forceAA="0" compatLnSpc="1">
            <a:normAutofit/>
          </a:bodyPr>
          <a:lstStyle/>
          <a:p>
            <a:pPr algn="ctr">
              <a:lnSpc>
                <a:spcPct val="120000"/>
              </a:lnSpc>
            </a:pPr>
            <a:endParaRPr kumimoji="1" lang="zh-CN" altLang="en-US" sz="1200" b="1" dirty="0">
              <a:solidFill>
                <a:srgbClr val="FFFFFF"/>
              </a:solidFill>
              <a:latin typeface="微软雅黑" panose="020B0503020204020204" pitchFamily="34" charset="-122"/>
              <a:ea typeface="微软雅黑" panose="020B0503020204020204" pitchFamily="34" charset="-122"/>
            </a:endParaRPr>
          </a:p>
        </p:txBody>
      </p:sp>
      <p:sp>
        <p:nvSpPr>
          <p:cNvPr id="26" name="文本框 25"/>
          <p:cNvSpPr txBox="1"/>
          <p:nvPr>
            <p:custDataLst>
              <p:tags r:id="rId3"/>
            </p:custDataLst>
          </p:nvPr>
        </p:nvSpPr>
        <p:spPr>
          <a:xfrm>
            <a:off x="609569" y="447288"/>
            <a:ext cx="7924863" cy="472440"/>
          </a:xfrm>
          <a:prstGeom prst="rect">
            <a:avLst/>
          </a:prstGeom>
          <a:noFill/>
        </p:spPr>
        <p:txBody>
          <a:bodyPr wrap="square" lIns="67500" tIns="35100" rIns="67500" bIns="35100" rtlCol="0" anchor="ctr" anchorCtr="0">
            <a:noAutofit/>
          </a:bodyPr>
          <a:lstStyle/>
          <a:p>
            <a:pPr algn="ctr">
              <a:lnSpc>
                <a:spcPct val="130000"/>
              </a:lnSpc>
            </a:pPr>
            <a:r>
              <a:rPr lang="zh-CN" altLang="en-US" sz="3200" b="1" spc="300">
                <a:solidFill>
                  <a:srgbClr val="FFFFFF"/>
                </a:solidFill>
                <a:latin typeface="微软雅黑" panose="020B0503020204020204" pitchFamily="34" charset="-122"/>
                <a:ea typeface="微软雅黑" panose="020B0503020204020204" pitchFamily="34" charset="-122"/>
              </a:rPr>
              <a:t>截图工具</a:t>
            </a:r>
          </a:p>
        </p:txBody>
      </p:sp>
      <p:sp>
        <p:nvSpPr>
          <p:cNvPr id="54" name="矩形 53"/>
          <p:cNvSpPr/>
          <p:nvPr>
            <p:custDataLst>
              <p:tags r:id="rId4"/>
            </p:custDataLst>
          </p:nvPr>
        </p:nvSpPr>
        <p:spPr>
          <a:xfrm>
            <a:off x="230042" y="1524000"/>
            <a:ext cx="1639671" cy="2880000"/>
          </a:xfrm>
          <a:prstGeom prst="rect">
            <a:avLst/>
          </a:prstGeom>
          <a:solidFill>
            <a:srgbClr val="FFFFFF"/>
          </a:solidFill>
          <a:ln>
            <a:noFill/>
          </a:ln>
        </p:spPr>
        <p:style>
          <a:lnRef idx="2">
            <a:srgbClr val="1E6BC5">
              <a:shade val="50000"/>
            </a:srgbClr>
          </a:lnRef>
          <a:fillRef idx="1">
            <a:srgbClr val="1E6BC5"/>
          </a:fillRef>
          <a:effectRef idx="0">
            <a:srgbClr val="1E6BC5"/>
          </a:effectRef>
          <a:fontRef idx="minor">
            <a:srgbClr val="FFFFFF"/>
          </a:fontRef>
        </p:style>
        <p:txBody>
          <a:bodyPr rot="0" spcFirstLastPara="0" vertOverflow="overflow" horzOverflow="overflow" vert="horz" wrap="square" lIns="67500" tIns="35100" rIns="67500" bIns="35100" numCol="1" spcCol="0" rtlCol="0" fromWordArt="0" anchor="ctr" anchorCtr="0" forceAA="0" compatLnSpc="1">
            <a:normAutofit/>
          </a:bodyPr>
          <a:lstStyle/>
          <a:p>
            <a:pPr algn="ctr">
              <a:lnSpc>
                <a:spcPct val="120000"/>
              </a:lnSpc>
            </a:pPr>
            <a:endParaRPr lang="zh-CN" altLang="en-US" sz="1350" dirty="0">
              <a:latin typeface="微软雅黑" panose="020B0503020204020204" pitchFamily="34" charset="-122"/>
              <a:ea typeface="微软雅黑" panose="020B0503020204020204" pitchFamily="34" charset="-122"/>
            </a:endParaRPr>
          </a:p>
        </p:txBody>
      </p:sp>
      <p:cxnSp>
        <p:nvCxnSpPr>
          <p:cNvPr id="39" name="直接连接符 38"/>
          <p:cNvCxnSpPr/>
          <p:nvPr>
            <p:custDataLst>
              <p:tags r:id="rId5"/>
            </p:custDataLst>
          </p:nvPr>
        </p:nvCxnSpPr>
        <p:spPr>
          <a:xfrm>
            <a:off x="400607" y="2165317"/>
            <a:ext cx="975575" cy="0"/>
          </a:xfrm>
          <a:prstGeom prst="line">
            <a:avLst/>
          </a:prstGeom>
          <a:ln w="38100">
            <a:solidFill>
              <a:srgbClr val="44546A">
                <a:lumMod val="20000"/>
                <a:lumOff val="80000"/>
              </a:srgbClr>
            </a:solidFill>
          </a:ln>
        </p:spPr>
        <p:style>
          <a:lnRef idx="1">
            <a:srgbClr val="1E6BC5"/>
          </a:lnRef>
          <a:fillRef idx="0">
            <a:srgbClr val="1E6BC5"/>
          </a:fillRef>
          <a:effectRef idx="0">
            <a:srgbClr val="1E6BC5"/>
          </a:effectRef>
          <a:fontRef idx="minor">
            <a:srgbClr val="000000"/>
          </a:fontRef>
        </p:style>
      </p:cxnSp>
      <p:cxnSp>
        <p:nvCxnSpPr>
          <p:cNvPr id="40" name="直接连接符 39"/>
          <p:cNvCxnSpPr/>
          <p:nvPr>
            <p:custDataLst>
              <p:tags r:id="rId6"/>
            </p:custDataLst>
          </p:nvPr>
        </p:nvCxnSpPr>
        <p:spPr>
          <a:xfrm>
            <a:off x="400607" y="2099474"/>
            <a:ext cx="487787" cy="0"/>
          </a:xfrm>
          <a:prstGeom prst="line">
            <a:avLst/>
          </a:prstGeom>
          <a:ln w="38100">
            <a:solidFill>
              <a:srgbClr val="44546A">
                <a:lumMod val="20000"/>
                <a:lumOff val="80000"/>
              </a:srgbClr>
            </a:solidFill>
          </a:ln>
        </p:spPr>
        <p:style>
          <a:lnRef idx="1">
            <a:srgbClr val="1E6BC5"/>
          </a:lnRef>
          <a:fillRef idx="0">
            <a:srgbClr val="1E6BC5"/>
          </a:fillRef>
          <a:effectRef idx="0">
            <a:srgbClr val="1E6BC5"/>
          </a:effectRef>
          <a:fontRef idx="minor">
            <a:srgbClr val="000000"/>
          </a:fontRef>
        </p:style>
      </p:cxnSp>
      <p:sp>
        <p:nvSpPr>
          <p:cNvPr id="31" name="文本框 30"/>
          <p:cNvSpPr txBox="1"/>
          <p:nvPr>
            <p:custDataLst>
              <p:tags r:id="rId7"/>
            </p:custDataLst>
          </p:nvPr>
        </p:nvSpPr>
        <p:spPr>
          <a:xfrm>
            <a:off x="353539" y="2251994"/>
            <a:ext cx="1392676" cy="1511935"/>
          </a:xfrm>
          <a:prstGeom prst="rect">
            <a:avLst/>
          </a:prstGeom>
          <a:noFill/>
        </p:spPr>
        <p:txBody>
          <a:bodyPr wrap="square" lIns="67500" tIns="0" rIns="67500" bIns="35100" rtlCol="0">
            <a:spAutoFit/>
          </a:bodyPr>
          <a:lstStyle>
            <a:defPPr>
              <a:defRPr lang="zh-CN"/>
            </a:defPPr>
            <a:lvl1pPr fontAlgn="auto">
              <a:lnSpc>
                <a:spcPct val="130000"/>
              </a:lnSpc>
              <a:spcAft>
                <a:spcPts val="1000"/>
              </a:spcAft>
              <a:defRPr sz="1600" spc="150"/>
            </a:lvl1pPr>
          </a:lstStyle>
          <a:p>
            <a:pPr algn="just">
              <a:lnSpc>
                <a:spcPct val="120000"/>
              </a:lnSpc>
            </a:pPr>
            <a:r>
              <a:rPr lang="zh-CN" altLang="en-US" sz="1000" kern="0" spc="0">
                <a:solidFill>
                  <a:srgbClr val="000000">
                    <a:lumMod val="50000"/>
                    <a:lumOff val="50000"/>
                  </a:srgbClr>
                </a:solidFill>
                <a:uFillTx/>
                <a:latin typeface="微软雅黑" panose="020B0503020204020204" pitchFamily="34" charset="-122"/>
                <a:ea typeface="微软雅黑" panose="020B0503020204020204" pitchFamily="34" charset="-122"/>
              </a:rPr>
              <a:t>在“开始”菜单中，单击“Windows 附件”→“截图工具”，或者按下键盘上的Win+S 快捷键启动搜索，输入“截图工具”，之后将打开截图工具。</a:t>
            </a:r>
          </a:p>
        </p:txBody>
      </p:sp>
      <p:sp>
        <p:nvSpPr>
          <p:cNvPr id="41" name="矩形 40"/>
          <p:cNvSpPr/>
          <p:nvPr>
            <p:custDataLst>
              <p:tags r:id="rId8"/>
            </p:custDataLst>
          </p:nvPr>
        </p:nvSpPr>
        <p:spPr>
          <a:xfrm flipH="1">
            <a:off x="368428" y="1674629"/>
            <a:ext cx="418874" cy="361430"/>
          </a:xfrm>
          <a:prstGeom prst="rect">
            <a:avLst/>
          </a:prstGeom>
          <a:noFill/>
          <a:ln>
            <a:noFill/>
          </a:ln>
        </p:spPr>
        <p:style>
          <a:lnRef idx="2">
            <a:srgbClr val="1E6BC5">
              <a:shade val="50000"/>
            </a:srgbClr>
          </a:lnRef>
          <a:fillRef idx="1">
            <a:srgbClr val="1E6BC5"/>
          </a:fillRef>
          <a:effectRef idx="0">
            <a:srgbClr val="1E6BC5"/>
          </a:effectRef>
          <a:fontRef idx="minor">
            <a:srgbClr val="FFFFFF"/>
          </a:fontRef>
        </p:style>
        <p:txBody>
          <a:bodyPr wrap="square" lIns="67500" tIns="35100" rIns="67500" bIns="35100" rtlCol="0" anchor="ctr">
            <a:normAutofit fontScale="32500" lnSpcReduction="20000"/>
          </a:bodyPr>
          <a:lstStyle/>
          <a:p>
            <a:pPr algn="ctr">
              <a:lnSpc>
                <a:spcPct val="140000"/>
              </a:lnSpc>
            </a:pPr>
            <a:r>
              <a:rPr kumimoji="1" lang="en-US" altLang="zh-CN" sz="4500" b="1" dirty="0">
                <a:ln w="28575">
                  <a:noFill/>
                  <a:miter lim="800000"/>
                </a:ln>
                <a:solidFill>
                  <a:srgbClr val="44546A">
                    <a:lumMod val="40000"/>
                    <a:lumOff val="60000"/>
                  </a:srgbClr>
                </a:solidFill>
                <a:latin typeface="微软雅黑" panose="020B0503020204020204" pitchFamily="34" charset="-122"/>
                <a:ea typeface="微软雅黑" panose="020B0503020204020204" pitchFamily="34" charset="-122"/>
                <a:cs typeface="Arial" panose="020B0604020202020204" pitchFamily="34" charset="0"/>
              </a:rPr>
              <a:t>01</a:t>
            </a:r>
          </a:p>
        </p:txBody>
      </p:sp>
      <p:sp>
        <p:nvSpPr>
          <p:cNvPr id="15" name="矩形 14"/>
          <p:cNvSpPr/>
          <p:nvPr>
            <p:custDataLst>
              <p:tags r:id="rId9"/>
            </p:custDataLst>
          </p:nvPr>
        </p:nvSpPr>
        <p:spPr>
          <a:xfrm>
            <a:off x="1991103" y="1524000"/>
            <a:ext cx="1639671" cy="2880000"/>
          </a:xfrm>
          <a:prstGeom prst="rect">
            <a:avLst/>
          </a:prstGeom>
          <a:solidFill>
            <a:srgbClr val="FFFFFF"/>
          </a:solidFill>
          <a:ln>
            <a:noFill/>
          </a:ln>
        </p:spPr>
        <p:style>
          <a:lnRef idx="2">
            <a:srgbClr val="1E6BC5">
              <a:shade val="50000"/>
            </a:srgbClr>
          </a:lnRef>
          <a:fillRef idx="1">
            <a:srgbClr val="1E6BC5"/>
          </a:fillRef>
          <a:effectRef idx="0">
            <a:srgbClr val="1E6BC5"/>
          </a:effectRef>
          <a:fontRef idx="minor">
            <a:srgbClr val="FFFFFF"/>
          </a:fontRef>
        </p:style>
        <p:txBody>
          <a:bodyPr rot="0" spcFirstLastPara="0" vertOverflow="overflow" horzOverflow="overflow" vert="horz" wrap="square" lIns="67500" tIns="35100" rIns="67500" bIns="35100" numCol="1" spcCol="0" rtlCol="0" fromWordArt="0" anchor="ctr" anchorCtr="0" forceAA="0" compatLnSpc="1">
            <a:normAutofit/>
          </a:bodyPr>
          <a:lstStyle/>
          <a:p>
            <a:pPr algn="ctr">
              <a:lnSpc>
                <a:spcPct val="120000"/>
              </a:lnSpc>
            </a:pPr>
            <a:endParaRPr lang="zh-CN" altLang="en-US" sz="1350" dirty="0">
              <a:latin typeface="微软雅黑" panose="020B0503020204020204" pitchFamily="34" charset="-122"/>
              <a:ea typeface="微软雅黑" panose="020B0503020204020204" pitchFamily="34" charset="-122"/>
            </a:endParaRPr>
          </a:p>
        </p:txBody>
      </p:sp>
      <p:cxnSp>
        <p:nvCxnSpPr>
          <p:cNvPr id="22" name="直接连接符 21"/>
          <p:cNvCxnSpPr/>
          <p:nvPr>
            <p:custDataLst>
              <p:tags r:id="rId10"/>
            </p:custDataLst>
          </p:nvPr>
        </p:nvCxnSpPr>
        <p:spPr>
          <a:xfrm>
            <a:off x="2161668" y="2165317"/>
            <a:ext cx="975575" cy="0"/>
          </a:xfrm>
          <a:prstGeom prst="line">
            <a:avLst/>
          </a:prstGeom>
          <a:ln w="38100">
            <a:solidFill>
              <a:srgbClr val="44546A">
                <a:lumMod val="20000"/>
                <a:lumOff val="80000"/>
              </a:srgbClr>
            </a:solidFill>
          </a:ln>
        </p:spPr>
        <p:style>
          <a:lnRef idx="1">
            <a:srgbClr val="1E6BC5"/>
          </a:lnRef>
          <a:fillRef idx="0">
            <a:srgbClr val="1E6BC5"/>
          </a:fillRef>
          <a:effectRef idx="0">
            <a:srgbClr val="1E6BC5"/>
          </a:effectRef>
          <a:fontRef idx="minor">
            <a:srgbClr val="000000"/>
          </a:fontRef>
        </p:style>
      </p:cxnSp>
      <p:cxnSp>
        <p:nvCxnSpPr>
          <p:cNvPr id="23" name="直接连接符 22"/>
          <p:cNvCxnSpPr/>
          <p:nvPr>
            <p:custDataLst>
              <p:tags r:id="rId11"/>
            </p:custDataLst>
          </p:nvPr>
        </p:nvCxnSpPr>
        <p:spPr>
          <a:xfrm>
            <a:off x="2161668" y="2099474"/>
            <a:ext cx="487787" cy="0"/>
          </a:xfrm>
          <a:prstGeom prst="line">
            <a:avLst/>
          </a:prstGeom>
          <a:ln w="38100">
            <a:solidFill>
              <a:srgbClr val="44546A">
                <a:lumMod val="20000"/>
                <a:lumOff val="80000"/>
              </a:srgbClr>
            </a:solidFill>
          </a:ln>
        </p:spPr>
        <p:style>
          <a:lnRef idx="1">
            <a:srgbClr val="1E6BC5"/>
          </a:lnRef>
          <a:fillRef idx="0">
            <a:srgbClr val="1E6BC5"/>
          </a:fillRef>
          <a:effectRef idx="0">
            <a:srgbClr val="1E6BC5"/>
          </a:effectRef>
          <a:fontRef idx="minor">
            <a:srgbClr val="000000"/>
          </a:fontRef>
        </p:style>
      </p:cxnSp>
      <p:sp>
        <p:nvSpPr>
          <p:cNvPr id="21" name="文本框 20"/>
          <p:cNvSpPr txBox="1"/>
          <p:nvPr>
            <p:custDataLst>
              <p:tags r:id="rId12"/>
            </p:custDataLst>
          </p:nvPr>
        </p:nvSpPr>
        <p:spPr>
          <a:xfrm>
            <a:off x="2114600" y="2251994"/>
            <a:ext cx="1392676" cy="1511935"/>
          </a:xfrm>
          <a:prstGeom prst="rect">
            <a:avLst/>
          </a:prstGeom>
          <a:noFill/>
        </p:spPr>
        <p:txBody>
          <a:bodyPr wrap="square" lIns="67500" tIns="0" rIns="67500" bIns="35100" rtlCol="0">
            <a:spAutoFit/>
          </a:bodyPr>
          <a:lstStyle>
            <a:defPPr>
              <a:defRPr lang="zh-CN"/>
            </a:defPPr>
            <a:lvl1pPr fontAlgn="auto">
              <a:lnSpc>
                <a:spcPct val="130000"/>
              </a:lnSpc>
              <a:spcAft>
                <a:spcPts val="1000"/>
              </a:spcAft>
              <a:defRPr sz="1600" spc="150"/>
            </a:lvl1pPr>
          </a:lstStyle>
          <a:p>
            <a:pPr algn="just">
              <a:lnSpc>
                <a:spcPct val="120000"/>
              </a:lnSpc>
            </a:pPr>
            <a:r>
              <a:rPr lang="zh-CN" altLang="en-US" sz="1000" kern="0" spc="0">
                <a:solidFill>
                  <a:srgbClr val="000000">
                    <a:lumMod val="50000"/>
                    <a:lumOff val="50000"/>
                  </a:srgbClr>
                </a:solidFill>
                <a:uFillTx/>
                <a:latin typeface="微软雅黑" panose="020B0503020204020204" pitchFamily="34" charset="-122"/>
                <a:ea typeface="微软雅黑" panose="020B0503020204020204" pitchFamily="34" charset="-122"/>
              </a:rPr>
              <a:t>在截图工具中，单击“新建”按钮旁边的下拉箭头，在下拉列表中可以选择所需的截图类型，然后屏幕会被冻结，此时拖动鼠标选择要捕获的屏幕区域即可。</a:t>
            </a:r>
          </a:p>
        </p:txBody>
      </p:sp>
      <p:sp>
        <p:nvSpPr>
          <p:cNvPr id="19" name="矩形 18"/>
          <p:cNvSpPr/>
          <p:nvPr>
            <p:custDataLst>
              <p:tags r:id="rId13"/>
            </p:custDataLst>
          </p:nvPr>
        </p:nvSpPr>
        <p:spPr>
          <a:xfrm flipH="1">
            <a:off x="2129489" y="1674629"/>
            <a:ext cx="418874" cy="361430"/>
          </a:xfrm>
          <a:prstGeom prst="rect">
            <a:avLst/>
          </a:prstGeom>
          <a:noFill/>
          <a:ln>
            <a:noFill/>
          </a:ln>
        </p:spPr>
        <p:style>
          <a:lnRef idx="2">
            <a:srgbClr val="1E6BC5">
              <a:shade val="50000"/>
            </a:srgbClr>
          </a:lnRef>
          <a:fillRef idx="1">
            <a:srgbClr val="1E6BC5"/>
          </a:fillRef>
          <a:effectRef idx="0">
            <a:srgbClr val="1E6BC5"/>
          </a:effectRef>
          <a:fontRef idx="minor">
            <a:srgbClr val="FFFFFF"/>
          </a:fontRef>
        </p:style>
        <p:txBody>
          <a:bodyPr wrap="square" lIns="67500" tIns="35100" rIns="67500" bIns="35100" rtlCol="0" anchor="ctr">
            <a:normAutofit fontScale="32500" lnSpcReduction="20000"/>
          </a:bodyPr>
          <a:lstStyle/>
          <a:p>
            <a:pPr algn="ctr">
              <a:lnSpc>
                <a:spcPct val="140000"/>
              </a:lnSpc>
            </a:pPr>
            <a:r>
              <a:rPr kumimoji="1" lang="en-US" altLang="zh-CN" sz="4500" b="1" dirty="0">
                <a:ln w="28575">
                  <a:noFill/>
                  <a:miter lim="800000"/>
                </a:ln>
                <a:solidFill>
                  <a:srgbClr val="44546A">
                    <a:lumMod val="40000"/>
                    <a:lumOff val="60000"/>
                  </a:srgbClr>
                </a:solidFill>
                <a:latin typeface="微软雅黑" panose="020B0503020204020204" pitchFamily="34" charset="-122"/>
                <a:ea typeface="微软雅黑" panose="020B0503020204020204" pitchFamily="34" charset="-122"/>
                <a:cs typeface="Arial" panose="020B0604020202020204" pitchFamily="34" charset="0"/>
              </a:rPr>
              <a:t>02</a:t>
            </a:r>
          </a:p>
        </p:txBody>
      </p:sp>
      <p:sp>
        <p:nvSpPr>
          <p:cNvPr id="25" name="矩形 24"/>
          <p:cNvSpPr/>
          <p:nvPr>
            <p:custDataLst>
              <p:tags r:id="rId14"/>
            </p:custDataLst>
          </p:nvPr>
        </p:nvSpPr>
        <p:spPr>
          <a:xfrm>
            <a:off x="3752165" y="1524000"/>
            <a:ext cx="1639671" cy="2880000"/>
          </a:xfrm>
          <a:prstGeom prst="rect">
            <a:avLst/>
          </a:prstGeom>
          <a:solidFill>
            <a:srgbClr val="FFFFFF"/>
          </a:solidFill>
          <a:ln>
            <a:noFill/>
          </a:ln>
        </p:spPr>
        <p:style>
          <a:lnRef idx="2">
            <a:srgbClr val="1E6BC5">
              <a:shade val="50000"/>
            </a:srgbClr>
          </a:lnRef>
          <a:fillRef idx="1">
            <a:srgbClr val="1E6BC5"/>
          </a:fillRef>
          <a:effectRef idx="0">
            <a:srgbClr val="1E6BC5"/>
          </a:effectRef>
          <a:fontRef idx="minor">
            <a:srgbClr val="FFFFFF"/>
          </a:fontRef>
        </p:style>
        <p:txBody>
          <a:bodyPr rot="0" spcFirstLastPara="0" vertOverflow="overflow" horzOverflow="overflow" vert="horz" wrap="square" lIns="67500" tIns="35100" rIns="67500" bIns="35100" numCol="1" spcCol="0" rtlCol="0" fromWordArt="0" anchor="ctr" anchorCtr="0" forceAA="0" compatLnSpc="1">
            <a:normAutofit/>
          </a:bodyPr>
          <a:lstStyle/>
          <a:p>
            <a:pPr algn="ctr">
              <a:lnSpc>
                <a:spcPct val="120000"/>
              </a:lnSpc>
            </a:pPr>
            <a:endParaRPr lang="zh-CN" altLang="en-US" sz="1350" dirty="0">
              <a:latin typeface="微软雅黑" panose="020B0503020204020204" pitchFamily="34" charset="-122"/>
              <a:ea typeface="微软雅黑" panose="020B0503020204020204" pitchFamily="34" charset="-122"/>
            </a:endParaRPr>
          </a:p>
        </p:txBody>
      </p:sp>
      <p:cxnSp>
        <p:nvCxnSpPr>
          <p:cNvPr id="34" name="直接连接符 33"/>
          <p:cNvCxnSpPr/>
          <p:nvPr>
            <p:custDataLst>
              <p:tags r:id="rId15"/>
            </p:custDataLst>
          </p:nvPr>
        </p:nvCxnSpPr>
        <p:spPr>
          <a:xfrm>
            <a:off x="3922729" y="2165317"/>
            <a:ext cx="975575" cy="0"/>
          </a:xfrm>
          <a:prstGeom prst="line">
            <a:avLst/>
          </a:prstGeom>
          <a:ln w="38100">
            <a:solidFill>
              <a:srgbClr val="44546A">
                <a:lumMod val="20000"/>
                <a:lumOff val="80000"/>
              </a:srgbClr>
            </a:solidFill>
          </a:ln>
        </p:spPr>
        <p:style>
          <a:lnRef idx="1">
            <a:srgbClr val="1E6BC5"/>
          </a:lnRef>
          <a:fillRef idx="0">
            <a:srgbClr val="1E6BC5"/>
          </a:fillRef>
          <a:effectRef idx="0">
            <a:srgbClr val="1E6BC5"/>
          </a:effectRef>
          <a:fontRef idx="minor">
            <a:srgbClr val="000000"/>
          </a:fontRef>
        </p:style>
      </p:cxnSp>
      <p:cxnSp>
        <p:nvCxnSpPr>
          <p:cNvPr id="35" name="直接连接符 34"/>
          <p:cNvCxnSpPr/>
          <p:nvPr>
            <p:custDataLst>
              <p:tags r:id="rId16"/>
            </p:custDataLst>
          </p:nvPr>
        </p:nvCxnSpPr>
        <p:spPr>
          <a:xfrm>
            <a:off x="3922729" y="2099474"/>
            <a:ext cx="487787" cy="0"/>
          </a:xfrm>
          <a:prstGeom prst="line">
            <a:avLst/>
          </a:prstGeom>
          <a:ln w="38100">
            <a:solidFill>
              <a:srgbClr val="44546A">
                <a:lumMod val="20000"/>
                <a:lumOff val="80000"/>
              </a:srgbClr>
            </a:solidFill>
          </a:ln>
        </p:spPr>
        <p:style>
          <a:lnRef idx="1">
            <a:srgbClr val="1E6BC5"/>
          </a:lnRef>
          <a:fillRef idx="0">
            <a:srgbClr val="1E6BC5"/>
          </a:fillRef>
          <a:effectRef idx="0">
            <a:srgbClr val="1E6BC5"/>
          </a:effectRef>
          <a:fontRef idx="minor">
            <a:srgbClr val="000000"/>
          </a:fontRef>
        </p:style>
      </p:cxnSp>
      <p:sp>
        <p:nvSpPr>
          <p:cNvPr id="33" name="文本框 32"/>
          <p:cNvSpPr txBox="1"/>
          <p:nvPr>
            <p:custDataLst>
              <p:tags r:id="rId17"/>
            </p:custDataLst>
          </p:nvPr>
        </p:nvSpPr>
        <p:spPr>
          <a:xfrm>
            <a:off x="3875662" y="2251994"/>
            <a:ext cx="1392676" cy="1142365"/>
          </a:xfrm>
          <a:prstGeom prst="rect">
            <a:avLst/>
          </a:prstGeom>
          <a:noFill/>
        </p:spPr>
        <p:txBody>
          <a:bodyPr wrap="square" lIns="67500" tIns="0" rIns="67500" bIns="35100" rtlCol="0">
            <a:spAutoFit/>
          </a:bodyPr>
          <a:lstStyle>
            <a:defPPr>
              <a:defRPr lang="zh-CN"/>
            </a:defPPr>
            <a:lvl1pPr fontAlgn="auto">
              <a:lnSpc>
                <a:spcPct val="130000"/>
              </a:lnSpc>
              <a:spcAft>
                <a:spcPts val="1000"/>
              </a:spcAft>
              <a:defRPr sz="1600" spc="150"/>
            </a:lvl1pPr>
          </a:lstStyle>
          <a:p>
            <a:pPr algn="just">
              <a:lnSpc>
                <a:spcPct val="120000"/>
              </a:lnSpc>
            </a:pPr>
            <a:r>
              <a:rPr lang="zh-CN" altLang="en-US" sz="1000" kern="0" spc="0">
                <a:solidFill>
                  <a:srgbClr val="000000">
                    <a:lumMod val="50000"/>
                    <a:lumOff val="50000"/>
                  </a:srgbClr>
                </a:solidFill>
                <a:uFillTx/>
                <a:latin typeface="微软雅黑" panose="020B0503020204020204" pitchFamily="34" charset="-122"/>
                <a:ea typeface="微软雅黑" panose="020B0503020204020204" pitchFamily="34" charset="-122"/>
              </a:rPr>
              <a:t>选择捕获区域后，该区域的截图将被自动复制到剪贴板，同时会在截图工具中显示所截取的图像，并提供画笔工具以供修改。</a:t>
            </a:r>
          </a:p>
        </p:txBody>
      </p:sp>
      <p:sp>
        <p:nvSpPr>
          <p:cNvPr id="30" name="矩形 29"/>
          <p:cNvSpPr/>
          <p:nvPr>
            <p:custDataLst>
              <p:tags r:id="rId18"/>
            </p:custDataLst>
          </p:nvPr>
        </p:nvSpPr>
        <p:spPr>
          <a:xfrm flipH="1">
            <a:off x="3890550" y="1674629"/>
            <a:ext cx="418874" cy="361430"/>
          </a:xfrm>
          <a:prstGeom prst="rect">
            <a:avLst/>
          </a:prstGeom>
          <a:noFill/>
          <a:ln>
            <a:noFill/>
          </a:ln>
        </p:spPr>
        <p:style>
          <a:lnRef idx="2">
            <a:srgbClr val="1E6BC5">
              <a:shade val="50000"/>
            </a:srgbClr>
          </a:lnRef>
          <a:fillRef idx="1">
            <a:srgbClr val="1E6BC5"/>
          </a:fillRef>
          <a:effectRef idx="0">
            <a:srgbClr val="1E6BC5"/>
          </a:effectRef>
          <a:fontRef idx="minor">
            <a:srgbClr val="FFFFFF"/>
          </a:fontRef>
        </p:style>
        <p:txBody>
          <a:bodyPr wrap="square" lIns="67500" tIns="35100" rIns="67500" bIns="35100" rtlCol="0" anchor="ctr">
            <a:normAutofit fontScale="32500" lnSpcReduction="20000"/>
          </a:bodyPr>
          <a:lstStyle/>
          <a:p>
            <a:pPr algn="ctr">
              <a:lnSpc>
                <a:spcPct val="140000"/>
              </a:lnSpc>
            </a:pPr>
            <a:r>
              <a:rPr kumimoji="1" lang="en-US" altLang="zh-CN" sz="4500" b="1" dirty="0">
                <a:ln w="28575">
                  <a:noFill/>
                  <a:miter lim="800000"/>
                </a:ln>
                <a:solidFill>
                  <a:srgbClr val="44546A">
                    <a:lumMod val="40000"/>
                    <a:lumOff val="60000"/>
                  </a:srgbClr>
                </a:solidFill>
                <a:latin typeface="微软雅黑" panose="020B0503020204020204" pitchFamily="34" charset="-122"/>
                <a:ea typeface="微软雅黑" panose="020B0503020204020204" pitchFamily="34" charset="-122"/>
                <a:cs typeface="Arial" panose="020B0604020202020204" pitchFamily="34" charset="0"/>
              </a:rPr>
              <a:t>03</a:t>
            </a:r>
          </a:p>
        </p:txBody>
      </p:sp>
      <p:sp>
        <p:nvSpPr>
          <p:cNvPr id="27" name="矩形 26"/>
          <p:cNvSpPr/>
          <p:nvPr>
            <p:custDataLst>
              <p:tags r:id="rId19"/>
            </p:custDataLst>
          </p:nvPr>
        </p:nvSpPr>
        <p:spPr>
          <a:xfrm>
            <a:off x="5513226" y="1524000"/>
            <a:ext cx="1639671" cy="2880000"/>
          </a:xfrm>
          <a:prstGeom prst="rect">
            <a:avLst/>
          </a:prstGeom>
          <a:solidFill>
            <a:srgbClr val="FFFFFF"/>
          </a:solidFill>
          <a:ln>
            <a:noFill/>
          </a:ln>
        </p:spPr>
        <p:style>
          <a:lnRef idx="2">
            <a:srgbClr val="1E6BC5">
              <a:shade val="50000"/>
            </a:srgbClr>
          </a:lnRef>
          <a:fillRef idx="1">
            <a:srgbClr val="1E6BC5"/>
          </a:fillRef>
          <a:effectRef idx="0">
            <a:srgbClr val="1E6BC5"/>
          </a:effectRef>
          <a:fontRef idx="minor">
            <a:srgbClr val="FFFFFF"/>
          </a:fontRef>
        </p:style>
        <p:txBody>
          <a:bodyPr rot="0" spcFirstLastPara="0" vertOverflow="overflow" horzOverflow="overflow" vert="horz" wrap="square" lIns="67500" tIns="35100" rIns="67500" bIns="35100" numCol="1" spcCol="0" rtlCol="0" fromWordArt="0" anchor="ctr" anchorCtr="0" forceAA="0" compatLnSpc="1">
            <a:normAutofit/>
          </a:bodyPr>
          <a:lstStyle/>
          <a:p>
            <a:pPr algn="ctr">
              <a:lnSpc>
                <a:spcPct val="120000"/>
              </a:lnSpc>
            </a:pPr>
            <a:endParaRPr lang="zh-CN" altLang="en-US" sz="1350" dirty="0">
              <a:latin typeface="微软雅黑" panose="020B0503020204020204" pitchFamily="34" charset="-122"/>
              <a:ea typeface="微软雅黑" panose="020B0503020204020204" pitchFamily="34" charset="-122"/>
            </a:endParaRPr>
          </a:p>
        </p:txBody>
      </p:sp>
      <p:cxnSp>
        <p:nvCxnSpPr>
          <p:cNvPr id="28" name="直接连接符 27"/>
          <p:cNvCxnSpPr/>
          <p:nvPr>
            <p:custDataLst>
              <p:tags r:id="rId20"/>
            </p:custDataLst>
          </p:nvPr>
        </p:nvCxnSpPr>
        <p:spPr>
          <a:xfrm>
            <a:off x="5683790" y="2165317"/>
            <a:ext cx="975575" cy="0"/>
          </a:xfrm>
          <a:prstGeom prst="line">
            <a:avLst/>
          </a:prstGeom>
          <a:ln w="38100">
            <a:solidFill>
              <a:srgbClr val="44546A">
                <a:lumMod val="20000"/>
                <a:lumOff val="80000"/>
              </a:srgbClr>
            </a:solidFill>
          </a:ln>
        </p:spPr>
        <p:style>
          <a:lnRef idx="1">
            <a:srgbClr val="1E6BC5"/>
          </a:lnRef>
          <a:fillRef idx="0">
            <a:srgbClr val="1E6BC5"/>
          </a:fillRef>
          <a:effectRef idx="0">
            <a:srgbClr val="1E6BC5"/>
          </a:effectRef>
          <a:fontRef idx="minor">
            <a:srgbClr val="000000"/>
          </a:fontRef>
        </p:style>
      </p:cxnSp>
      <p:cxnSp>
        <p:nvCxnSpPr>
          <p:cNvPr id="29" name="直接连接符 28"/>
          <p:cNvCxnSpPr/>
          <p:nvPr>
            <p:custDataLst>
              <p:tags r:id="rId21"/>
            </p:custDataLst>
          </p:nvPr>
        </p:nvCxnSpPr>
        <p:spPr>
          <a:xfrm>
            <a:off x="5683790" y="2099474"/>
            <a:ext cx="487787" cy="0"/>
          </a:xfrm>
          <a:prstGeom prst="line">
            <a:avLst/>
          </a:prstGeom>
          <a:ln w="38100">
            <a:solidFill>
              <a:srgbClr val="44546A">
                <a:lumMod val="20000"/>
                <a:lumOff val="80000"/>
              </a:srgbClr>
            </a:solidFill>
          </a:ln>
        </p:spPr>
        <p:style>
          <a:lnRef idx="1">
            <a:srgbClr val="1E6BC5"/>
          </a:lnRef>
          <a:fillRef idx="0">
            <a:srgbClr val="1E6BC5"/>
          </a:fillRef>
          <a:effectRef idx="0">
            <a:srgbClr val="1E6BC5"/>
          </a:effectRef>
          <a:fontRef idx="minor">
            <a:srgbClr val="000000"/>
          </a:fontRef>
        </p:style>
      </p:cxnSp>
      <p:sp>
        <p:nvSpPr>
          <p:cNvPr id="42" name="文本框 41"/>
          <p:cNvSpPr txBox="1"/>
          <p:nvPr>
            <p:custDataLst>
              <p:tags r:id="rId22"/>
            </p:custDataLst>
          </p:nvPr>
        </p:nvSpPr>
        <p:spPr>
          <a:xfrm>
            <a:off x="5636723" y="2251994"/>
            <a:ext cx="1392676" cy="1142365"/>
          </a:xfrm>
          <a:prstGeom prst="rect">
            <a:avLst/>
          </a:prstGeom>
          <a:noFill/>
        </p:spPr>
        <p:txBody>
          <a:bodyPr wrap="square" lIns="67500" tIns="0" rIns="67500" bIns="35100" rtlCol="0">
            <a:spAutoFit/>
          </a:bodyPr>
          <a:lstStyle>
            <a:defPPr>
              <a:defRPr lang="zh-CN"/>
            </a:defPPr>
            <a:lvl1pPr fontAlgn="auto">
              <a:lnSpc>
                <a:spcPct val="130000"/>
              </a:lnSpc>
              <a:spcAft>
                <a:spcPts val="1000"/>
              </a:spcAft>
              <a:defRPr sz="1600" spc="150"/>
            </a:lvl1pPr>
          </a:lstStyle>
          <a:p>
            <a:pPr algn="just">
              <a:lnSpc>
                <a:spcPct val="120000"/>
              </a:lnSpc>
            </a:pPr>
            <a:r>
              <a:rPr lang="zh-CN" altLang="en-US" sz="1000" kern="0" spc="0">
                <a:solidFill>
                  <a:srgbClr val="000000">
                    <a:lumMod val="50000"/>
                    <a:lumOff val="50000"/>
                  </a:srgbClr>
                </a:solidFill>
                <a:uFillTx/>
                <a:latin typeface="微软雅黑" panose="020B0503020204020204" pitchFamily="34" charset="-122"/>
                <a:ea typeface="微软雅黑" panose="020B0503020204020204" pitchFamily="34" charset="-122"/>
              </a:rPr>
              <a:t>可以通过选择“笔”或“荧光笔”按钮，在截图上或截图周围书写或绘画。选择“橡皮擦”可删除已绘制的线条。</a:t>
            </a:r>
          </a:p>
        </p:txBody>
      </p:sp>
      <p:sp>
        <p:nvSpPr>
          <p:cNvPr id="44" name="矩形 43"/>
          <p:cNvSpPr/>
          <p:nvPr>
            <p:custDataLst>
              <p:tags r:id="rId23"/>
            </p:custDataLst>
          </p:nvPr>
        </p:nvSpPr>
        <p:spPr>
          <a:xfrm flipH="1">
            <a:off x="5651612" y="1674629"/>
            <a:ext cx="418874" cy="361430"/>
          </a:xfrm>
          <a:prstGeom prst="rect">
            <a:avLst/>
          </a:prstGeom>
          <a:noFill/>
          <a:ln>
            <a:noFill/>
          </a:ln>
        </p:spPr>
        <p:style>
          <a:lnRef idx="2">
            <a:srgbClr val="1E6BC5">
              <a:shade val="50000"/>
            </a:srgbClr>
          </a:lnRef>
          <a:fillRef idx="1">
            <a:srgbClr val="1E6BC5"/>
          </a:fillRef>
          <a:effectRef idx="0">
            <a:srgbClr val="1E6BC5"/>
          </a:effectRef>
          <a:fontRef idx="minor">
            <a:srgbClr val="FFFFFF"/>
          </a:fontRef>
        </p:style>
        <p:txBody>
          <a:bodyPr wrap="square" lIns="67500" tIns="35100" rIns="67500" bIns="35100" rtlCol="0" anchor="ctr">
            <a:normAutofit fontScale="32500" lnSpcReduction="20000"/>
          </a:bodyPr>
          <a:lstStyle/>
          <a:p>
            <a:pPr algn="ctr">
              <a:lnSpc>
                <a:spcPct val="140000"/>
              </a:lnSpc>
            </a:pPr>
            <a:r>
              <a:rPr kumimoji="1" lang="en-US" altLang="zh-CN" sz="4500" b="1" dirty="0">
                <a:ln w="28575">
                  <a:noFill/>
                  <a:miter lim="800000"/>
                </a:ln>
                <a:solidFill>
                  <a:srgbClr val="44546A">
                    <a:lumMod val="40000"/>
                    <a:lumOff val="60000"/>
                  </a:srgbClr>
                </a:solidFill>
                <a:latin typeface="微软雅黑" panose="020B0503020204020204" pitchFamily="34" charset="-122"/>
                <a:ea typeface="微软雅黑" panose="020B0503020204020204" pitchFamily="34" charset="-122"/>
                <a:cs typeface="Arial" panose="020B0604020202020204" pitchFamily="34" charset="0"/>
              </a:rPr>
              <a:t>04</a:t>
            </a:r>
          </a:p>
        </p:txBody>
      </p:sp>
      <p:sp>
        <p:nvSpPr>
          <p:cNvPr id="45" name="矩形 44"/>
          <p:cNvSpPr/>
          <p:nvPr>
            <p:custDataLst>
              <p:tags r:id="rId24"/>
            </p:custDataLst>
          </p:nvPr>
        </p:nvSpPr>
        <p:spPr>
          <a:xfrm>
            <a:off x="7274288" y="1524000"/>
            <a:ext cx="1639671" cy="2880000"/>
          </a:xfrm>
          <a:prstGeom prst="rect">
            <a:avLst/>
          </a:prstGeom>
          <a:solidFill>
            <a:srgbClr val="FFFFFF"/>
          </a:solidFill>
          <a:ln>
            <a:noFill/>
          </a:ln>
        </p:spPr>
        <p:style>
          <a:lnRef idx="2">
            <a:srgbClr val="1E6BC5">
              <a:shade val="50000"/>
            </a:srgbClr>
          </a:lnRef>
          <a:fillRef idx="1">
            <a:srgbClr val="1E6BC5"/>
          </a:fillRef>
          <a:effectRef idx="0">
            <a:srgbClr val="1E6BC5"/>
          </a:effectRef>
          <a:fontRef idx="minor">
            <a:srgbClr val="FFFFFF"/>
          </a:fontRef>
        </p:style>
        <p:txBody>
          <a:bodyPr rot="0" spcFirstLastPara="0" vertOverflow="overflow" horzOverflow="overflow" vert="horz" wrap="square" lIns="67500" tIns="35100" rIns="67500" bIns="35100" numCol="1" spcCol="0" rtlCol="0" fromWordArt="0" anchor="ctr" anchorCtr="0" forceAA="0" compatLnSpc="1">
            <a:normAutofit/>
          </a:bodyPr>
          <a:lstStyle/>
          <a:p>
            <a:pPr algn="ctr">
              <a:lnSpc>
                <a:spcPct val="120000"/>
              </a:lnSpc>
            </a:pPr>
            <a:endParaRPr lang="zh-CN" altLang="en-US" sz="1350" dirty="0">
              <a:latin typeface="微软雅黑" panose="020B0503020204020204" pitchFamily="34" charset="-122"/>
              <a:ea typeface="微软雅黑" panose="020B0503020204020204" pitchFamily="34" charset="-122"/>
            </a:endParaRPr>
          </a:p>
        </p:txBody>
      </p:sp>
      <p:cxnSp>
        <p:nvCxnSpPr>
          <p:cNvPr id="46" name="直接连接符 45"/>
          <p:cNvCxnSpPr/>
          <p:nvPr>
            <p:custDataLst>
              <p:tags r:id="rId25"/>
            </p:custDataLst>
          </p:nvPr>
        </p:nvCxnSpPr>
        <p:spPr>
          <a:xfrm>
            <a:off x="7444853" y="2165317"/>
            <a:ext cx="975575" cy="0"/>
          </a:xfrm>
          <a:prstGeom prst="line">
            <a:avLst/>
          </a:prstGeom>
          <a:ln w="38100">
            <a:solidFill>
              <a:srgbClr val="44546A">
                <a:lumMod val="20000"/>
                <a:lumOff val="80000"/>
              </a:srgbClr>
            </a:solidFill>
          </a:ln>
        </p:spPr>
        <p:style>
          <a:lnRef idx="1">
            <a:srgbClr val="1E6BC5"/>
          </a:lnRef>
          <a:fillRef idx="0">
            <a:srgbClr val="1E6BC5"/>
          </a:fillRef>
          <a:effectRef idx="0">
            <a:srgbClr val="1E6BC5"/>
          </a:effectRef>
          <a:fontRef idx="minor">
            <a:srgbClr val="000000"/>
          </a:fontRef>
        </p:style>
      </p:cxnSp>
      <p:cxnSp>
        <p:nvCxnSpPr>
          <p:cNvPr id="47" name="直接连接符 46"/>
          <p:cNvCxnSpPr/>
          <p:nvPr>
            <p:custDataLst>
              <p:tags r:id="rId26"/>
            </p:custDataLst>
          </p:nvPr>
        </p:nvCxnSpPr>
        <p:spPr>
          <a:xfrm>
            <a:off x="7444853" y="2099474"/>
            <a:ext cx="487787" cy="0"/>
          </a:xfrm>
          <a:prstGeom prst="line">
            <a:avLst/>
          </a:prstGeom>
          <a:ln w="38100">
            <a:solidFill>
              <a:srgbClr val="44546A">
                <a:lumMod val="20000"/>
                <a:lumOff val="80000"/>
              </a:srgbClr>
            </a:solidFill>
          </a:ln>
        </p:spPr>
        <p:style>
          <a:lnRef idx="1">
            <a:srgbClr val="1E6BC5"/>
          </a:lnRef>
          <a:fillRef idx="0">
            <a:srgbClr val="1E6BC5"/>
          </a:fillRef>
          <a:effectRef idx="0">
            <a:srgbClr val="1E6BC5"/>
          </a:effectRef>
          <a:fontRef idx="minor">
            <a:srgbClr val="000000"/>
          </a:fontRef>
        </p:style>
      </p:cxnSp>
      <p:sp>
        <p:nvSpPr>
          <p:cNvPr id="49" name="文本框 48"/>
          <p:cNvSpPr txBox="1"/>
          <p:nvPr>
            <p:custDataLst>
              <p:tags r:id="rId27"/>
            </p:custDataLst>
          </p:nvPr>
        </p:nvSpPr>
        <p:spPr>
          <a:xfrm>
            <a:off x="7397786" y="2251994"/>
            <a:ext cx="1392676" cy="1881505"/>
          </a:xfrm>
          <a:prstGeom prst="rect">
            <a:avLst/>
          </a:prstGeom>
          <a:noFill/>
        </p:spPr>
        <p:txBody>
          <a:bodyPr wrap="square" lIns="67500" tIns="0" rIns="67500" bIns="35100" rtlCol="0">
            <a:spAutoFit/>
          </a:bodyPr>
          <a:lstStyle>
            <a:defPPr>
              <a:defRPr lang="zh-CN"/>
            </a:defPPr>
            <a:lvl1pPr fontAlgn="auto">
              <a:lnSpc>
                <a:spcPct val="130000"/>
              </a:lnSpc>
              <a:spcAft>
                <a:spcPts val="1000"/>
              </a:spcAft>
              <a:defRPr sz="1600" spc="150"/>
            </a:lvl1pPr>
          </a:lstStyle>
          <a:p>
            <a:pPr algn="just">
              <a:lnSpc>
                <a:spcPct val="120000"/>
              </a:lnSpc>
            </a:pPr>
            <a:r>
              <a:rPr lang="zh-CN" altLang="en-US" sz="1000" kern="0" spc="0">
                <a:solidFill>
                  <a:srgbClr val="000000">
                    <a:lumMod val="50000"/>
                    <a:lumOff val="50000"/>
                  </a:srgbClr>
                </a:solidFill>
                <a:uFillTx/>
                <a:latin typeface="微软雅黑" panose="020B0503020204020204" pitchFamily="34" charset="-122"/>
                <a:ea typeface="微软雅黑" panose="020B0503020204020204" pitchFamily="34" charset="-122"/>
              </a:rPr>
              <a:t>单击工具栏上的“复制”按钮，可将修改后的截图复制到剪贴板。或者单击“保存截图”按钮，会弹出“另存为”对话框，选择位置并输入文件名后，单击“保存”按钮，将截图保存为一个文件。</a:t>
            </a:r>
          </a:p>
        </p:txBody>
      </p:sp>
      <p:sp>
        <p:nvSpPr>
          <p:cNvPr id="50" name="矩形 49"/>
          <p:cNvSpPr/>
          <p:nvPr>
            <p:custDataLst>
              <p:tags r:id="rId28"/>
            </p:custDataLst>
          </p:nvPr>
        </p:nvSpPr>
        <p:spPr>
          <a:xfrm flipH="1">
            <a:off x="7412674" y="1674629"/>
            <a:ext cx="418874" cy="361430"/>
          </a:xfrm>
          <a:prstGeom prst="rect">
            <a:avLst/>
          </a:prstGeom>
          <a:noFill/>
          <a:ln>
            <a:noFill/>
          </a:ln>
        </p:spPr>
        <p:style>
          <a:lnRef idx="2">
            <a:srgbClr val="1E6BC5">
              <a:shade val="50000"/>
            </a:srgbClr>
          </a:lnRef>
          <a:fillRef idx="1">
            <a:srgbClr val="1E6BC5"/>
          </a:fillRef>
          <a:effectRef idx="0">
            <a:srgbClr val="1E6BC5"/>
          </a:effectRef>
          <a:fontRef idx="minor">
            <a:srgbClr val="FFFFFF"/>
          </a:fontRef>
        </p:style>
        <p:txBody>
          <a:bodyPr wrap="square" lIns="67500" tIns="35100" rIns="67500" bIns="35100" rtlCol="0" anchor="ctr">
            <a:normAutofit fontScale="32500" lnSpcReduction="20000"/>
          </a:bodyPr>
          <a:lstStyle/>
          <a:p>
            <a:pPr algn="ctr">
              <a:lnSpc>
                <a:spcPct val="140000"/>
              </a:lnSpc>
            </a:pPr>
            <a:r>
              <a:rPr kumimoji="1" lang="en-US" altLang="zh-CN" sz="4500" b="1" dirty="0">
                <a:ln w="28575">
                  <a:noFill/>
                  <a:miter lim="800000"/>
                </a:ln>
                <a:solidFill>
                  <a:srgbClr val="44546A">
                    <a:lumMod val="40000"/>
                    <a:lumOff val="60000"/>
                  </a:srgbClr>
                </a:solidFill>
                <a:latin typeface="微软雅黑" panose="020B0503020204020204" pitchFamily="34" charset="-122"/>
                <a:ea typeface="微软雅黑" panose="020B0503020204020204" pitchFamily="34" charset="-122"/>
                <a:cs typeface="Arial" panose="020B0604020202020204" pitchFamily="34" charset="0"/>
              </a:rPr>
              <a:t>05</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矩形 55"/>
          <p:cNvSpPr/>
          <p:nvPr>
            <p:custDataLst>
              <p:tags r:id="rId2"/>
            </p:custDataLst>
          </p:nvPr>
        </p:nvSpPr>
        <p:spPr>
          <a:xfrm>
            <a:off x="0" y="0"/>
            <a:ext cx="9144000" cy="5143500"/>
          </a:xfrm>
          <a:prstGeom prst="rect">
            <a:avLst/>
          </a:prstGeom>
          <a:solidFill>
            <a:schemeClr val="accent2">
              <a:lumMod val="20000"/>
              <a:lumOff val="80000"/>
            </a:schemeClr>
          </a:solid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a:endParaRPr lang="zh-CN" altLang="en-US" sz="1350"/>
          </a:p>
        </p:txBody>
      </p:sp>
      <p:sp>
        <p:nvSpPr>
          <p:cNvPr id="43" name="矩形 42"/>
          <p:cNvSpPr/>
          <p:nvPr>
            <p:custDataLst>
              <p:tags r:id="rId3"/>
            </p:custDataLst>
          </p:nvPr>
        </p:nvSpPr>
        <p:spPr>
          <a:xfrm flipH="1">
            <a:off x="517208" y="2997041"/>
            <a:ext cx="8109109" cy="1055370"/>
          </a:xfrm>
          <a:prstGeom prst="rect">
            <a:avLst/>
          </a:prstGeom>
          <a:solidFill>
            <a:srgbClr val="FFFFFF"/>
          </a:solidFill>
          <a:ln>
            <a:noFill/>
          </a:ln>
          <a:effectLst>
            <a:outerShdw blurRad="63500" algn="ctr" rotWithShape="0">
              <a:srgbClr val="000000">
                <a:lumMod val="50000"/>
                <a:lumOff val="50000"/>
                <a:alpha val="15000"/>
              </a:srgbClr>
            </a:outerShdw>
          </a:effectLst>
        </p:spPr>
        <p:style>
          <a:lnRef idx="2">
            <a:srgbClr val="1E6BC5">
              <a:shade val="50000"/>
            </a:srgbClr>
          </a:lnRef>
          <a:fillRef idx="1">
            <a:srgbClr val="1E6BC5"/>
          </a:fillRef>
          <a:effectRef idx="0">
            <a:srgbClr val="1E6BC5"/>
          </a:effectRef>
          <a:fontRef idx="minor">
            <a:srgbClr val="FFFFFF"/>
          </a:fontRef>
        </p:style>
        <p:txBody>
          <a:bodyPr rtlCol="0" anchor="ctr"/>
          <a:lstStyle/>
          <a:p>
            <a:pPr algn="ctr"/>
            <a:endParaRPr kumimoji="1" lang="zh-CN" altLang="en-US" sz="1200" b="1">
              <a:solidFill>
                <a:srgbClr val="FFFFFF"/>
              </a:solidFill>
              <a:latin typeface="微软雅黑" panose="020B0503020204020204" pitchFamily="34" charset="-122"/>
            </a:endParaRPr>
          </a:p>
        </p:txBody>
      </p:sp>
      <p:sp>
        <p:nvSpPr>
          <p:cNvPr id="44" name="任意多边形: 形状 43"/>
          <p:cNvSpPr/>
          <p:nvPr>
            <p:custDataLst>
              <p:tags r:id="rId4"/>
            </p:custDataLst>
          </p:nvPr>
        </p:nvSpPr>
        <p:spPr>
          <a:xfrm flipH="1">
            <a:off x="517208" y="2997041"/>
            <a:ext cx="1188720" cy="1055370"/>
          </a:xfrm>
          <a:custGeom>
            <a:avLst/>
            <a:gdLst>
              <a:gd name="connsiteX0" fmla="*/ 991964 w 1616685"/>
              <a:gd name="connsiteY0" fmla="*/ 0 h 1199251"/>
              <a:gd name="connsiteX1" fmla="*/ 633636 w 1616685"/>
              <a:gd name="connsiteY1" fmla="*/ 0 h 1199251"/>
              <a:gd name="connsiteX2" fmla="*/ 0 w 1616685"/>
              <a:gd name="connsiteY2" fmla="*/ 1199251 h 1199251"/>
              <a:gd name="connsiteX3" fmla="*/ 948419 w 1616685"/>
              <a:gd name="connsiteY3" fmla="*/ 1199251 h 1199251"/>
              <a:gd name="connsiteX4" fmla="*/ 1616076 w 1616685"/>
              <a:gd name="connsiteY4" fmla="*/ 1199251 h 1199251"/>
              <a:gd name="connsiteX5" fmla="*/ 1616685 w 1616685"/>
              <a:gd name="connsiteY5" fmla="*/ 1199251 h 1199251"/>
              <a:gd name="connsiteX6" fmla="*/ 1616685 w 1616685"/>
              <a:gd name="connsiteY6" fmla="*/ 1182379 h 1199251"/>
              <a:gd name="connsiteX7" fmla="*/ 1616076 w 1616685"/>
              <a:gd name="connsiteY7" fmla="*/ 1181226 h 1199251"/>
              <a:gd name="connsiteX8" fmla="*/ 1616076 w 1616685"/>
              <a:gd name="connsiteY8" fmla="*/ 1029 h 1199251"/>
              <a:gd name="connsiteX9" fmla="*/ 992508 w 1616685"/>
              <a:gd name="connsiteY9" fmla="*/ 1029 h 1199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6685" h="1199251">
                <a:moveTo>
                  <a:pt x="991964" y="0"/>
                </a:moveTo>
                <a:lnTo>
                  <a:pt x="633636" y="0"/>
                </a:lnTo>
                <a:lnTo>
                  <a:pt x="0" y="1199251"/>
                </a:lnTo>
                <a:lnTo>
                  <a:pt x="948419" y="1199251"/>
                </a:lnTo>
                <a:lnTo>
                  <a:pt x="1616076" y="1199251"/>
                </a:lnTo>
                <a:lnTo>
                  <a:pt x="1616685" y="1199251"/>
                </a:lnTo>
                <a:lnTo>
                  <a:pt x="1616685" y="1182379"/>
                </a:lnTo>
                <a:lnTo>
                  <a:pt x="1616076" y="1181226"/>
                </a:lnTo>
                <a:lnTo>
                  <a:pt x="1616076" y="1029"/>
                </a:lnTo>
                <a:lnTo>
                  <a:pt x="992508" y="1029"/>
                </a:lnTo>
                <a:close/>
              </a:path>
            </a:pathLst>
          </a:custGeom>
          <a:solidFill>
            <a:srgbClr val="7030A0"/>
          </a:solidFill>
          <a:ln>
            <a:noFill/>
          </a:ln>
        </p:spPr>
        <p:style>
          <a:lnRef idx="2">
            <a:srgbClr val="1E6BC5">
              <a:shade val="50000"/>
            </a:srgbClr>
          </a:lnRef>
          <a:fillRef idx="1">
            <a:srgbClr val="1E6BC5"/>
          </a:fillRef>
          <a:effectRef idx="0">
            <a:srgbClr val="1E6BC5"/>
          </a:effectRef>
          <a:fontRef idx="minor">
            <a:srgbClr val="FFFFFF"/>
          </a:fontRef>
        </p:style>
        <p:txBody>
          <a:bodyPr wrap="square" rtlCol="0" anchor="ctr">
            <a:noAutofit/>
          </a:bodyPr>
          <a:lstStyle/>
          <a:p>
            <a:pPr algn="ctr"/>
            <a:endParaRPr kumimoji="1" lang="zh-CN" altLang="en-US" sz="1200" b="1">
              <a:solidFill>
                <a:srgbClr val="FFFFFF"/>
              </a:solidFill>
              <a:latin typeface="微软雅黑" panose="020B0503020204020204" pitchFamily="34" charset="-122"/>
            </a:endParaRPr>
          </a:p>
        </p:txBody>
      </p:sp>
      <p:sp>
        <p:nvSpPr>
          <p:cNvPr id="51" name="文本框 50"/>
          <p:cNvSpPr txBox="1"/>
          <p:nvPr>
            <p:custDataLst>
              <p:tags r:id="rId5"/>
            </p:custDataLst>
          </p:nvPr>
        </p:nvSpPr>
        <p:spPr>
          <a:xfrm flipH="1">
            <a:off x="1959293" y="3175635"/>
            <a:ext cx="6138863" cy="287655"/>
          </a:xfrm>
          <a:prstGeom prst="rect">
            <a:avLst/>
          </a:prstGeom>
          <a:noFill/>
        </p:spPr>
        <p:txBody>
          <a:bodyPr wrap="square" lIns="76200" tIns="28575" rIns="57150" bIns="28575" rtlCol="0">
            <a:noAutofit/>
          </a:bodyPr>
          <a:lstStyle>
            <a:defPPr>
              <a:defRPr lang="zh-CN"/>
            </a:defPPr>
            <a:lvl1pPr>
              <a:defRPr sz="2400" spc="200">
                <a:latin typeface="微软雅黑" panose="020B0503020204020204" pitchFamily="34" charset="-122"/>
                <a:ea typeface="微软雅黑" panose="020B0503020204020204" pitchFamily="34" charset="-122"/>
              </a:defRPr>
            </a:lvl1pPr>
          </a:lstStyle>
          <a:p>
            <a:r>
              <a:rPr lang="zh-CN" altLang="en-US" sz="1500" b="1" dirty="0">
                <a:solidFill>
                  <a:srgbClr val="000000">
                    <a:lumMod val="75000"/>
                    <a:lumOff val="25000"/>
                  </a:srgbClr>
                </a:solidFill>
                <a:uFillTx/>
                <a:latin typeface="Arial" panose="020B0604020202020204" pitchFamily="34" charset="0"/>
              </a:rPr>
              <a:t>文件（数据）备份：</a:t>
            </a:r>
          </a:p>
        </p:txBody>
      </p:sp>
      <p:sp>
        <p:nvSpPr>
          <p:cNvPr id="47" name="文本框 46"/>
          <p:cNvSpPr txBox="1"/>
          <p:nvPr>
            <p:custDataLst>
              <p:tags r:id="rId6"/>
            </p:custDataLst>
          </p:nvPr>
        </p:nvSpPr>
        <p:spPr>
          <a:xfrm flipH="1">
            <a:off x="578564" y="3133169"/>
            <a:ext cx="701675" cy="783590"/>
          </a:xfrm>
          <a:prstGeom prst="rect">
            <a:avLst/>
          </a:prstGeom>
          <a:noFill/>
        </p:spPr>
        <p:txBody>
          <a:bodyPr wrap="none" rtlCol="0" anchor="ctr">
            <a:spAutoFit/>
          </a:bodyPr>
          <a:lstStyle/>
          <a:p>
            <a:pPr algn="ctr"/>
            <a:r>
              <a:rPr lang="en-US" altLang="zh-CN" sz="4500" b="1" dirty="0">
                <a:solidFill>
                  <a:srgbClr val="FFFFFF"/>
                </a:solidFill>
                <a:latin typeface="Agency FB" panose="020B0503020202020204" pitchFamily="34" charset="0"/>
              </a:rPr>
              <a:t>02</a:t>
            </a:r>
            <a:endParaRPr lang="zh-CN" altLang="en-US" sz="4500" b="1" dirty="0">
              <a:solidFill>
                <a:srgbClr val="FFFFFF"/>
              </a:solidFill>
              <a:latin typeface="Agency FB" panose="020B0503020202020204" pitchFamily="34" charset="0"/>
            </a:endParaRPr>
          </a:p>
        </p:txBody>
      </p:sp>
      <p:sp>
        <p:nvSpPr>
          <p:cNvPr id="53" name="矩形 52"/>
          <p:cNvSpPr/>
          <p:nvPr>
            <p:custDataLst>
              <p:tags r:id="rId7"/>
            </p:custDataLst>
          </p:nvPr>
        </p:nvSpPr>
        <p:spPr>
          <a:xfrm flipH="1">
            <a:off x="517208" y="1643063"/>
            <a:ext cx="8109109" cy="1055370"/>
          </a:xfrm>
          <a:prstGeom prst="rect">
            <a:avLst/>
          </a:prstGeom>
          <a:solidFill>
            <a:srgbClr val="FFFFFF"/>
          </a:solidFill>
          <a:ln>
            <a:noFill/>
          </a:ln>
          <a:effectLst>
            <a:outerShdw blurRad="63500" algn="ctr" rotWithShape="0">
              <a:srgbClr val="000000">
                <a:lumMod val="50000"/>
                <a:lumOff val="50000"/>
                <a:alpha val="15000"/>
              </a:srgbClr>
            </a:outerShdw>
          </a:effectLst>
        </p:spPr>
        <p:style>
          <a:lnRef idx="2">
            <a:srgbClr val="1E6BC5">
              <a:shade val="50000"/>
            </a:srgbClr>
          </a:lnRef>
          <a:fillRef idx="1">
            <a:srgbClr val="1E6BC5"/>
          </a:fillRef>
          <a:effectRef idx="0">
            <a:srgbClr val="1E6BC5"/>
          </a:effectRef>
          <a:fontRef idx="minor">
            <a:srgbClr val="FFFFFF"/>
          </a:fontRef>
        </p:style>
        <p:txBody>
          <a:bodyPr rtlCol="0" anchor="ctr"/>
          <a:lstStyle/>
          <a:p>
            <a:pPr algn="ctr"/>
            <a:endParaRPr kumimoji="1" lang="zh-CN" altLang="en-US" sz="1200" b="1">
              <a:solidFill>
                <a:srgbClr val="FFFFFF"/>
              </a:solidFill>
              <a:latin typeface="微软雅黑" panose="020B0503020204020204" pitchFamily="34" charset="-122"/>
            </a:endParaRPr>
          </a:p>
        </p:txBody>
      </p:sp>
      <p:sp>
        <p:nvSpPr>
          <p:cNvPr id="54" name="任意多边形: 形状 53"/>
          <p:cNvSpPr/>
          <p:nvPr>
            <p:custDataLst>
              <p:tags r:id="rId8"/>
            </p:custDataLst>
          </p:nvPr>
        </p:nvSpPr>
        <p:spPr>
          <a:xfrm flipH="1">
            <a:off x="517208" y="1643063"/>
            <a:ext cx="1188720" cy="1055370"/>
          </a:xfrm>
          <a:custGeom>
            <a:avLst/>
            <a:gdLst>
              <a:gd name="connsiteX0" fmla="*/ 991964 w 1616685"/>
              <a:gd name="connsiteY0" fmla="*/ 0 h 1199251"/>
              <a:gd name="connsiteX1" fmla="*/ 633636 w 1616685"/>
              <a:gd name="connsiteY1" fmla="*/ 0 h 1199251"/>
              <a:gd name="connsiteX2" fmla="*/ 0 w 1616685"/>
              <a:gd name="connsiteY2" fmla="*/ 1199251 h 1199251"/>
              <a:gd name="connsiteX3" fmla="*/ 948419 w 1616685"/>
              <a:gd name="connsiteY3" fmla="*/ 1199251 h 1199251"/>
              <a:gd name="connsiteX4" fmla="*/ 1616076 w 1616685"/>
              <a:gd name="connsiteY4" fmla="*/ 1199251 h 1199251"/>
              <a:gd name="connsiteX5" fmla="*/ 1616685 w 1616685"/>
              <a:gd name="connsiteY5" fmla="*/ 1199251 h 1199251"/>
              <a:gd name="connsiteX6" fmla="*/ 1616685 w 1616685"/>
              <a:gd name="connsiteY6" fmla="*/ 1182379 h 1199251"/>
              <a:gd name="connsiteX7" fmla="*/ 1616076 w 1616685"/>
              <a:gd name="connsiteY7" fmla="*/ 1181226 h 1199251"/>
              <a:gd name="connsiteX8" fmla="*/ 1616076 w 1616685"/>
              <a:gd name="connsiteY8" fmla="*/ 1029 h 1199251"/>
              <a:gd name="connsiteX9" fmla="*/ 992508 w 1616685"/>
              <a:gd name="connsiteY9" fmla="*/ 1029 h 1199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6685" h="1199251">
                <a:moveTo>
                  <a:pt x="991964" y="0"/>
                </a:moveTo>
                <a:lnTo>
                  <a:pt x="633636" y="0"/>
                </a:lnTo>
                <a:lnTo>
                  <a:pt x="0" y="1199251"/>
                </a:lnTo>
                <a:lnTo>
                  <a:pt x="948419" y="1199251"/>
                </a:lnTo>
                <a:lnTo>
                  <a:pt x="1616076" y="1199251"/>
                </a:lnTo>
                <a:lnTo>
                  <a:pt x="1616685" y="1199251"/>
                </a:lnTo>
                <a:lnTo>
                  <a:pt x="1616685" y="1182379"/>
                </a:lnTo>
                <a:lnTo>
                  <a:pt x="1616076" y="1181226"/>
                </a:lnTo>
                <a:lnTo>
                  <a:pt x="1616076" y="1029"/>
                </a:lnTo>
                <a:lnTo>
                  <a:pt x="992508" y="1029"/>
                </a:lnTo>
                <a:close/>
              </a:path>
            </a:pathLst>
          </a:custGeom>
          <a:solidFill>
            <a:srgbClr val="7030A0"/>
          </a:solidFill>
          <a:ln>
            <a:noFill/>
          </a:ln>
        </p:spPr>
        <p:style>
          <a:lnRef idx="2">
            <a:srgbClr val="1E6BC5">
              <a:shade val="50000"/>
            </a:srgbClr>
          </a:lnRef>
          <a:fillRef idx="1">
            <a:srgbClr val="1E6BC5"/>
          </a:fillRef>
          <a:effectRef idx="0">
            <a:srgbClr val="1E6BC5"/>
          </a:effectRef>
          <a:fontRef idx="minor">
            <a:srgbClr val="FFFFFF"/>
          </a:fontRef>
        </p:style>
        <p:txBody>
          <a:bodyPr wrap="square" rtlCol="0" anchor="ctr">
            <a:noAutofit/>
          </a:bodyPr>
          <a:lstStyle/>
          <a:p>
            <a:pPr algn="ctr"/>
            <a:endParaRPr kumimoji="1" lang="zh-CN" altLang="en-US" sz="1200" b="1" dirty="0">
              <a:solidFill>
                <a:srgbClr val="FFFFFF"/>
              </a:solidFill>
              <a:latin typeface="微软雅黑" panose="020B0503020204020204" pitchFamily="34" charset="-122"/>
            </a:endParaRPr>
          </a:p>
        </p:txBody>
      </p:sp>
      <p:sp>
        <p:nvSpPr>
          <p:cNvPr id="60" name="文本框 59"/>
          <p:cNvSpPr txBox="1"/>
          <p:nvPr>
            <p:custDataLst>
              <p:tags r:id="rId9"/>
            </p:custDataLst>
          </p:nvPr>
        </p:nvSpPr>
        <p:spPr>
          <a:xfrm flipH="1">
            <a:off x="1959293" y="1821656"/>
            <a:ext cx="6138863" cy="287655"/>
          </a:xfrm>
          <a:prstGeom prst="rect">
            <a:avLst/>
          </a:prstGeom>
          <a:noFill/>
        </p:spPr>
        <p:txBody>
          <a:bodyPr wrap="square" lIns="76200" tIns="28575" rIns="57150" bIns="28575" rtlCol="0">
            <a:noAutofit/>
          </a:bodyPr>
          <a:lstStyle>
            <a:defPPr>
              <a:defRPr lang="zh-CN"/>
            </a:defPPr>
            <a:lvl1pPr>
              <a:defRPr sz="2400" spc="200">
                <a:latin typeface="微软雅黑" panose="020B0503020204020204" pitchFamily="34" charset="-122"/>
                <a:ea typeface="微软雅黑" panose="020B0503020204020204" pitchFamily="34" charset="-122"/>
              </a:defRPr>
            </a:lvl1pPr>
          </a:lstStyle>
          <a:p>
            <a:r>
              <a:rPr lang="zh-CN" altLang="en-US" sz="1500" b="1" dirty="0">
                <a:solidFill>
                  <a:srgbClr val="000000">
                    <a:lumMod val="75000"/>
                    <a:lumOff val="25000"/>
                  </a:srgbClr>
                </a:solidFill>
                <a:uFillTx/>
                <a:latin typeface="Arial" panose="020B0604020202020204" pitchFamily="34" charset="0"/>
              </a:rPr>
              <a:t>系统备份：</a:t>
            </a:r>
          </a:p>
        </p:txBody>
      </p:sp>
      <p:sp>
        <p:nvSpPr>
          <p:cNvPr id="58" name="文本框 57"/>
          <p:cNvSpPr txBox="1"/>
          <p:nvPr>
            <p:custDataLst>
              <p:tags r:id="rId10"/>
            </p:custDataLst>
          </p:nvPr>
        </p:nvSpPr>
        <p:spPr>
          <a:xfrm flipH="1">
            <a:off x="637858" y="1779191"/>
            <a:ext cx="583565" cy="783590"/>
          </a:xfrm>
          <a:prstGeom prst="rect">
            <a:avLst/>
          </a:prstGeom>
          <a:noFill/>
        </p:spPr>
        <p:txBody>
          <a:bodyPr wrap="none" rtlCol="0" anchor="ctr">
            <a:spAutoFit/>
          </a:bodyPr>
          <a:lstStyle/>
          <a:p>
            <a:pPr algn="ctr"/>
            <a:r>
              <a:rPr lang="en-US" altLang="zh-CN" sz="4500" b="1" dirty="0">
                <a:solidFill>
                  <a:srgbClr val="FFFFFF"/>
                </a:solidFill>
                <a:latin typeface="Agency FB" panose="020B0503020202020204" pitchFamily="34" charset="0"/>
              </a:rPr>
              <a:t>01</a:t>
            </a:r>
            <a:endParaRPr lang="zh-CN" altLang="en-US" sz="4500" b="1" dirty="0">
              <a:solidFill>
                <a:srgbClr val="FFFFFF"/>
              </a:solidFill>
              <a:latin typeface="Agency FB" panose="020B0503020202020204" pitchFamily="34" charset="0"/>
            </a:endParaRPr>
          </a:p>
        </p:txBody>
      </p:sp>
      <p:sp>
        <p:nvSpPr>
          <p:cNvPr id="68" name="文本框 67"/>
          <p:cNvSpPr txBox="1"/>
          <p:nvPr>
            <p:custDataLst>
              <p:tags r:id="rId11"/>
            </p:custDataLst>
          </p:nvPr>
        </p:nvSpPr>
        <p:spPr>
          <a:xfrm>
            <a:off x="504825" y="390525"/>
            <a:ext cx="7573804" cy="472440"/>
          </a:xfrm>
          <a:prstGeom prst="rect">
            <a:avLst/>
          </a:prstGeom>
          <a:noFill/>
        </p:spPr>
        <p:txBody>
          <a:bodyPr wrap="square" lIns="76200" tIns="28575" rIns="47625" bIns="28575" rtlCol="0">
            <a:noAutofit/>
          </a:bodyPr>
          <a:lstStyle/>
          <a:p>
            <a:r>
              <a:rPr lang="zh-CN" altLang="en-US" sz="2700" b="1" spc="300" dirty="0">
                <a:solidFill>
                  <a:srgbClr val="000000">
                    <a:lumMod val="75000"/>
                    <a:lumOff val="25000"/>
                  </a:srgbClr>
                </a:solidFill>
                <a:latin typeface="Arial" panose="020B0604020202020204" pitchFamily="34" charset="0"/>
                <a:ea typeface="微软雅黑" panose="020B0503020204020204" pitchFamily="34" charset="-122"/>
              </a:rPr>
              <a:t>备份的作用</a:t>
            </a:r>
          </a:p>
        </p:txBody>
      </p:sp>
      <p:sp>
        <p:nvSpPr>
          <p:cNvPr id="70" name="任意多边形: 形状 69"/>
          <p:cNvSpPr/>
          <p:nvPr>
            <p:custDataLst>
              <p:tags r:id="rId12"/>
            </p:custDataLst>
          </p:nvPr>
        </p:nvSpPr>
        <p:spPr>
          <a:xfrm rot="10800000">
            <a:off x="8367713" y="468630"/>
            <a:ext cx="259080" cy="316706"/>
          </a:xfrm>
          <a:custGeom>
            <a:avLst/>
            <a:gdLst>
              <a:gd name="connsiteX0" fmla="*/ 174788 w 340237"/>
              <a:gd name="connsiteY0" fmla="*/ 0 h 415819"/>
              <a:gd name="connsiteX1" fmla="*/ 340237 w 340237"/>
              <a:gd name="connsiteY1" fmla="*/ 0 h 415819"/>
              <a:gd name="connsiteX2" fmla="*/ 241322 w 340237"/>
              <a:gd name="connsiteY2" fmla="*/ 415819 h 415819"/>
              <a:gd name="connsiteX3" fmla="*/ 0 w 340237"/>
              <a:gd name="connsiteY3" fmla="*/ 415819 h 415819"/>
            </a:gdLst>
            <a:ahLst/>
            <a:cxnLst>
              <a:cxn ang="0">
                <a:pos x="connsiteX0" y="connsiteY0"/>
              </a:cxn>
              <a:cxn ang="0">
                <a:pos x="connsiteX1" y="connsiteY1"/>
              </a:cxn>
              <a:cxn ang="0">
                <a:pos x="connsiteX2" y="connsiteY2"/>
              </a:cxn>
              <a:cxn ang="0">
                <a:pos x="connsiteX3" y="connsiteY3"/>
              </a:cxn>
            </a:cxnLst>
            <a:rect l="l" t="t" r="r" b="b"/>
            <a:pathLst>
              <a:path w="340237" h="415819">
                <a:moveTo>
                  <a:pt x="174788" y="0"/>
                </a:moveTo>
                <a:lnTo>
                  <a:pt x="340237" y="0"/>
                </a:lnTo>
                <a:lnTo>
                  <a:pt x="241322" y="415819"/>
                </a:lnTo>
                <a:lnTo>
                  <a:pt x="0" y="415819"/>
                </a:lnTo>
                <a:close/>
              </a:path>
            </a:pathLst>
          </a:custGeom>
          <a:solidFill>
            <a:srgbClr val="FFFFFF"/>
          </a:solidFill>
          <a:ln>
            <a:noFill/>
          </a:ln>
        </p:spPr>
        <p:style>
          <a:lnRef idx="2">
            <a:srgbClr val="1E6BC5">
              <a:shade val="50000"/>
            </a:srgbClr>
          </a:lnRef>
          <a:fillRef idx="1">
            <a:srgbClr val="1E6BC5"/>
          </a:fillRef>
          <a:effectRef idx="0">
            <a:srgbClr val="1E6BC5"/>
          </a:effectRef>
          <a:fontRef idx="minor">
            <a:srgbClr val="FFFFFF"/>
          </a:fontRef>
        </p:style>
        <p:txBody>
          <a:bodyPr wrap="square" rtlCol="0" anchor="ctr">
            <a:noAutofit/>
          </a:bodyPr>
          <a:lstStyle/>
          <a:p>
            <a:pPr algn="ctr"/>
            <a:endParaRPr lang="zh-CN" altLang="en-US" sz="1350"/>
          </a:p>
        </p:txBody>
      </p:sp>
      <p:sp>
        <p:nvSpPr>
          <p:cNvPr id="71" name="任意多边形: 形状 70"/>
          <p:cNvSpPr/>
          <p:nvPr>
            <p:custDataLst>
              <p:tags r:id="rId13"/>
            </p:custDataLst>
          </p:nvPr>
        </p:nvSpPr>
        <p:spPr>
          <a:xfrm rot="10800000">
            <a:off x="8078629" y="468630"/>
            <a:ext cx="259080" cy="316706"/>
          </a:xfrm>
          <a:custGeom>
            <a:avLst/>
            <a:gdLst>
              <a:gd name="connsiteX0" fmla="*/ 174788 w 340237"/>
              <a:gd name="connsiteY0" fmla="*/ 0 h 415819"/>
              <a:gd name="connsiteX1" fmla="*/ 340237 w 340237"/>
              <a:gd name="connsiteY1" fmla="*/ 0 h 415819"/>
              <a:gd name="connsiteX2" fmla="*/ 241322 w 340237"/>
              <a:gd name="connsiteY2" fmla="*/ 415819 h 415819"/>
              <a:gd name="connsiteX3" fmla="*/ 0 w 340237"/>
              <a:gd name="connsiteY3" fmla="*/ 415819 h 415819"/>
            </a:gdLst>
            <a:ahLst/>
            <a:cxnLst>
              <a:cxn ang="0">
                <a:pos x="connsiteX0" y="connsiteY0"/>
              </a:cxn>
              <a:cxn ang="0">
                <a:pos x="connsiteX1" y="connsiteY1"/>
              </a:cxn>
              <a:cxn ang="0">
                <a:pos x="connsiteX2" y="connsiteY2"/>
              </a:cxn>
              <a:cxn ang="0">
                <a:pos x="connsiteX3" y="connsiteY3"/>
              </a:cxn>
            </a:cxnLst>
            <a:rect l="l" t="t" r="r" b="b"/>
            <a:pathLst>
              <a:path w="340237" h="415819">
                <a:moveTo>
                  <a:pt x="174788" y="0"/>
                </a:moveTo>
                <a:lnTo>
                  <a:pt x="340237" y="0"/>
                </a:lnTo>
                <a:lnTo>
                  <a:pt x="241322" y="415819"/>
                </a:lnTo>
                <a:lnTo>
                  <a:pt x="0" y="415819"/>
                </a:lnTo>
                <a:close/>
              </a:path>
            </a:pathLst>
          </a:custGeom>
          <a:solidFill>
            <a:srgbClr val="FFFFFF"/>
          </a:solidFill>
          <a:ln>
            <a:noFill/>
          </a:ln>
        </p:spPr>
        <p:style>
          <a:lnRef idx="2">
            <a:srgbClr val="1E6BC5">
              <a:shade val="50000"/>
            </a:srgbClr>
          </a:lnRef>
          <a:fillRef idx="1">
            <a:srgbClr val="1E6BC5"/>
          </a:fillRef>
          <a:effectRef idx="0">
            <a:srgbClr val="1E6BC5"/>
          </a:effectRef>
          <a:fontRef idx="minor">
            <a:srgbClr val="FFFFFF"/>
          </a:fontRef>
        </p:style>
        <p:txBody>
          <a:bodyPr wrap="square" rtlCol="0" anchor="ctr">
            <a:noAutofit/>
          </a:bodyPr>
          <a:lstStyle/>
          <a:p>
            <a:pPr algn="ctr"/>
            <a:endParaRPr lang="zh-CN" altLang="en-US" sz="1350"/>
          </a:p>
        </p:txBody>
      </p:sp>
      <p:sp>
        <p:nvSpPr>
          <p:cNvPr id="2" name="文本框 1"/>
          <p:cNvSpPr txBox="1"/>
          <p:nvPr>
            <p:custDataLst>
              <p:tags r:id="rId14"/>
            </p:custDataLst>
          </p:nvPr>
        </p:nvSpPr>
        <p:spPr>
          <a:xfrm flipH="1">
            <a:off x="1221740" y="4282440"/>
            <a:ext cx="7116445" cy="239395"/>
          </a:xfrm>
          <a:prstGeom prst="rect">
            <a:avLst/>
          </a:prstGeom>
          <a:noFill/>
        </p:spPr>
        <p:txBody>
          <a:bodyPr wrap="square" lIns="76200" tIns="0" rIns="61912" bIns="0" rtlCol="0">
            <a:noAutofit/>
          </a:bodyPr>
          <a:lstStyle>
            <a:defPPr>
              <a:defRPr lang="zh-CN"/>
            </a:defPPr>
            <a:lvl1pPr fontAlgn="auto">
              <a:lnSpc>
                <a:spcPct val="130000"/>
              </a:lnSpc>
              <a:defRPr sz="1600" spc="150">
                <a:uFillTx/>
              </a:defRPr>
            </a:lvl1pPr>
          </a:lstStyle>
          <a:p>
            <a:pPr>
              <a:spcAft>
                <a:spcPts val="1000"/>
              </a:spcAft>
            </a:pPr>
            <a:r>
              <a:rPr lang="zh-CN" altLang="en-US" sz="1200" kern="0" spc="0" dirty="0">
                <a:solidFill>
                  <a:schemeClr val="tx1">
                    <a:lumMod val="85000"/>
                    <a:lumOff val="15000"/>
                  </a:schemeClr>
                </a:solidFill>
                <a:uFillTx/>
                <a:latin typeface="Arial" panose="020B0604020202020204" pitchFamily="34" charset="0"/>
                <a:ea typeface="微软雅黑" panose="020B0503020204020204" pitchFamily="34" charset="-122"/>
              </a:rPr>
              <a:t>一般备份工作用备份软件来处理。优秀的系统备份软件有Ghost 等，优秀的数据备份软件有国内的爱数备份软件等。</a:t>
            </a:r>
          </a:p>
        </p:txBody>
      </p:sp>
      <p:sp>
        <p:nvSpPr>
          <p:cNvPr id="3" name="文本框 2"/>
          <p:cNvSpPr txBox="1"/>
          <p:nvPr>
            <p:custDataLst>
              <p:tags r:id="rId15"/>
            </p:custDataLst>
          </p:nvPr>
        </p:nvSpPr>
        <p:spPr>
          <a:xfrm flipH="1">
            <a:off x="1221105" y="1133475"/>
            <a:ext cx="7146925" cy="239395"/>
          </a:xfrm>
          <a:prstGeom prst="rect">
            <a:avLst/>
          </a:prstGeom>
          <a:noFill/>
        </p:spPr>
        <p:txBody>
          <a:bodyPr wrap="square" lIns="76200" tIns="0" rIns="61912" bIns="0" rtlCol="0">
            <a:noAutofit/>
          </a:bodyPr>
          <a:lstStyle>
            <a:defPPr>
              <a:defRPr lang="zh-CN"/>
            </a:defPPr>
            <a:lvl1pPr fontAlgn="auto">
              <a:lnSpc>
                <a:spcPct val="130000"/>
              </a:lnSpc>
              <a:defRPr sz="1600" spc="150">
                <a:uFillTx/>
              </a:defRPr>
            </a:lvl1pPr>
          </a:lstStyle>
          <a:p>
            <a:pPr>
              <a:spcAft>
                <a:spcPts val="1000"/>
              </a:spcAft>
            </a:pPr>
            <a:r>
              <a:rPr lang="zh-CN" altLang="en-US" sz="1200" dirty="0">
                <a:solidFill>
                  <a:schemeClr val="tx1">
                    <a:lumMod val="85000"/>
                    <a:lumOff val="15000"/>
                  </a:schemeClr>
                </a:solidFill>
                <a:latin typeface="Arial" panose="020B0604020202020204" pitchFamily="34" charset="0"/>
                <a:ea typeface="微软雅黑" panose="020B0503020204020204" pitchFamily="34" charset="-122"/>
              </a:rPr>
              <a:t>备份包括系统备份和文件（数据）备份。</a:t>
            </a:r>
          </a:p>
        </p:txBody>
      </p:sp>
      <p:sp>
        <p:nvSpPr>
          <p:cNvPr id="4" name="文本框 3"/>
          <p:cNvSpPr txBox="1"/>
          <p:nvPr>
            <p:custDataLst>
              <p:tags r:id="rId16"/>
            </p:custDataLst>
          </p:nvPr>
        </p:nvSpPr>
        <p:spPr>
          <a:xfrm flipH="1">
            <a:off x="1958975" y="2109470"/>
            <a:ext cx="6378575" cy="239395"/>
          </a:xfrm>
          <a:prstGeom prst="rect">
            <a:avLst/>
          </a:prstGeom>
          <a:noFill/>
        </p:spPr>
        <p:txBody>
          <a:bodyPr wrap="square" lIns="76200" tIns="0" rIns="61912" bIns="0" rtlCol="0">
            <a:noAutofit/>
          </a:bodyPr>
          <a:lstStyle>
            <a:defPPr>
              <a:defRPr lang="zh-CN"/>
            </a:defPPr>
            <a:lvl1pPr fontAlgn="auto">
              <a:lnSpc>
                <a:spcPct val="130000"/>
              </a:lnSpc>
              <a:defRPr sz="1600" spc="150">
                <a:uFillTx/>
              </a:defRPr>
            </a:lvl1pPr>
          </a:lstStyle>
          <a:p>
            <a:pPr>
              <a:spcAft>
                <a:spcPts val="1000"/>
              </a:spcAft>
            </a:pPr>
            <a:r>
              <a:rPr lang="zh-CN" altLang="en-US" sz="1200" dirty="0">
                <a:solidFill>
                  <a:srgbClr val="000000">
                    <a:lumMod val="50000"/>
                    <a:lumOff val="50000"/>
                  </a:srgbClr>
                </a:solidFill>
                <a:latin typeface="Arial" panose="020B0604020202020204" pitchFamily="34" charset="0"/>
                <a:ea typeface="微软雅黑" panose="020B0503020204020204" pitchFamily="34" charset="-122"/>
              </a:rPr>
              <a:t>将操作系统文件备份生成文件保存下来，当系统出现问题时，可以将这个备份文件恢复到备份时的状态。</a:t>
            </a:r>
          </a:p>
        </p:txBody>
      </p:sp>
      <p:sp>
        <p:nvSpPr>
          <p:cNvPr id="5" name="文本框 4"/>
          <p:cNvSpPr txBox="1"/>
          <p:nvPr>
            <p:custDataLst>
              <p:tags r:id="rId17"/>
            </p:custDataLst>
          </p:nvPr>
        </p:nvSpPr>
        <p:spPr>
          <a:xfrm flipH="1">
            <a:off x="1958975" y="3463290"/>
            <a:ext cx="6409055" cy="239395"/>
          </a:xfrm>
          <a:prstGeom prst="rect">
            <a:avLst/>
          </a:prstGeom>
          <a:noFill/>
        </p:spPr>
        <p:txBody>
          <a:bodyPr wrap="square" lIns="76200" tIns="0" rIns="61912" bIns="0" rtlCol="0">
            <a:noAutofit/>
          </a:bodyPr>
          <a:lstStyle>
            <a:defPPr>
              <a:defRPr lang="zh-CN"/>
            </a:defPPr>
            <a:lvl1pPr fontAlgn="auto">
              <a:lnSpc>
                <a:spcPct val="130000"/>
              </a:lnSpc>
              <a:defRPr sz="1600" spc="150">
                <a:uFillTx/>
              </a:defRPr>
            </a:lvl1pPr>
          </a:lstStyle>
          <a:p>
            <a:pPr>
              <a:spcAft>
                <a:spcPts val="1000"/>
              </a:spcAft>
            </a:pPr>
            <a:r>
              <a:rPr lang="zh-CN" altLang="en-US" sz="1200" kern="0" spc="0" dirty="0">
                <a:solidFill>
                  <a:srgbClr val="000000">
                    <a:lumMod val="50000"/>
                    <a:lumOff val="50000"/>
                  </a:srgbClr>
                </a:solidFill>
                <a:uFillTx/>
                <a:latin typeface="Arial" panose="020B0604020202020204" pitchFamily="34" charset="0"/>
                <a:ea typeface="微软雅黑" panose="020B0503020204020204" pitchFamily="34" charset="-122"/>
              </a:rPr>
              <a:t>将重要数据资料（如文档、数据库、记录、进度等）备份下来，生成一个备份文件放在安全的存储空间内，当发生数据破坏或丢失时，可将原备份文件恢复到备份时的状态。</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6" name="矩形 15"/>
          <p:cNvSpPr/>
          <p:nvPr>
            <p:custDataLst>
              <p:tags r:id="rId2"/>
            </p:custDataLst>
          </p:nvPr>
        </p:nvSpPr>
        <p:spPr>
          <a:xfrm>
            <a:off x="412233" y="1374352"/>
            <a:ext cx="8522271" cy="3374908"/>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1200" b="1" dirty="0">
              <a:solidFill>
                <a:srgbClr val="FFFFFF"/>
              </a:solidFill>
              <a:latin typeface="微软雅黑" panose="020B0503020204020204" pitchFamily="34" charset="-122"/>
              <a:ea typeface="微软雅黑" panose="020B0503020204020204" pitchFamily="34" charset="-122"/>
            </a:endParaRPr>
          </a:p>
        </p:txBody>
      </p:sp>
      <p:sp>
        <p:nvSpPr>
          <p:cNvPr id="17" name="矩形 16"/>
          <p:cNvSpPr/>
          <p:nvPr>
            <p:custDataLst>
              <p:tags r:id="rId3"/>
            </p:custDataLst>
          </p:nvPr>
        </p:nvSpPr>
        <p:spPr>
          <a:xfrm>
            <a:off x="250372" y="1254400"/>
            <a:ext cx="8490857" cy="3306429"/>
          </a:xfrm>
          <a:prstGeom prst="rect">
            <a:avLst/>
          </a:prstGeom>
          <a:solidFill>
            <a:srgbClr val="FFFFFF"/>
          </a:solidFill>
          <a:ln w="50800">
            <a:solidFill>
              <a:srgbClr val="6969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1200" b="1" dirty="0">
              <a:solidFill>
                <a:srgbClr val="FFFFFF"/>
              </a:solidFill>
              <a:latin typeface="微软雅黑" panose="020B0503020204020204" pitchFamily="34" charset="-122"/>
              <a:ea typeface="微软雅黑" panose="020B0503020204020204" pitchFamily="34" charset="-122"/>
            </a:endParaRPr>
          </a:p>
        </p:txBody>
      </p:sp>
      <p:sp>
        <p:nvSpPr>
          <p:cNvPr id="80" name="椭圆 79"/>
          <p:cNvSpPr/>
          <p:nvPr>
            <p:custDataLst>
              <p:tags r:id="rId4"/>
            </p:custDataLst>
          </p:nvPr>
        </p:nvSpPr>
        <p:spPr>
          <a:xfrm>
            <a:off x="8064500" y="4344670"/>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81" name="椭圆 80"/>
          <p:cNvSpPr/>
          <p:nvPr>
            <p:custDataLst>
              <p:tags r:id="rId5"/>
            </p:custDataLst>
          </p:nvPr>
        </p:nvSpPr>
        <p:spPr>
          <a:xfrm>
            <a:off x="8154670" y="4344670"/>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82" name="椭圆 81"/>
          <p:cNvSpPr/>
          <p:nvPr>
            <p:custDataLst>
              <p:tags r:id="rId6"/>
            </p:custDataLst>
          </p:nvPr>
        </p:nvSpPr>
        <p:spPr>
          <a:xfrm>
            <a:off x="8245475" y="4344670"/>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83" name="椭圆 82"/>
          <p:cNvSpPr/>
          <p:nvPr>
            <p:custDataLst>
              <p:tags r:id="rId7"/>
            </p:custDataLst>
          </p:nvPr>
        </p:nvSpPr>
        <p:spPr>
          <a:xfrm>
            <a:off x="8335645" y="4344670"/>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84" name="椭圆 83"/>
          <p:cNvSpPr/>
          <p:nvPr>
            <p:custDataLst>
              <p:tags r:id="rId8"/>
            </p:custDataLst>
          </p:nvPr>
        </p:nvSpPr>
        <p:spPr>
          <a:xfrm>
            <a:off x="8425815" y="4344670"/>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85" name="椭圆 84"/>
          <p:cNvSpPr/>
          <p:nvPr>
            <p:custDataLst>
              <p:tags r:id="rId9"/>
            </p:custDataLst>
          </p:nvPr>
        </p:nvSpPr>
        <p:spPr>
          <a:xfrm>
            <a:off x="8515985" y="4344670"/>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86" name="椭圆 85"/>
          <p:cNvSpPr/>
          <p:nvPr>
            <p:custDataLst>
              <p:tags r:id="rId10"/>
            </p:custDataLst>
          </p:nvPr>
        </p:nvSpPr>
        <p:spPr>
          <a:xfrm>
            <a:off x="8606790" y="4344670"/>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87" name="椭圆 86"/>
          <p:cNvSpPr/>
          <p:nvPr>
            <p:custDataLst>
              <p:tags r:id="rId11"/>
            </p:custDataLst>
          </p:nvPr>
        </p:nvSpPr>
        <p:spPr>
          <a:xfrm>
            <a:off x="8696960" y="4344670"/>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88" name="椭圆 87"/>
          <p:cNvSpPr/>
          <p:nvPr>
            <p:custDataLst>
              <p:tags r:id="rId12"/>
            </p:custDataLst>
          </p:nvPr>
        </p:nvSpPr>
        <p:spPr>
          <a:xfrm>
            <a:off x="8787130" y="4344670"/>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89" name="椭圆 88"/>
          <p:cNvSpPr/>
          <p:nvPr>
            <p:custDataLst>
              <p:tags r:id="rId13"/>
            </p:custDataLst>
          </p:nvPr>
        </p:nvSpPr>
        <p:spPr>
          <a:xfrm>
            <a:off x="8877935" y="4344670"/>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90" name="椭圆 89"/>
          <p:cNvSpPr/>
          <p:nvPr>
            <p:custDataLst>
              <p:tags r:id="rId14"/>
            </p:custDataLst>
          </p:nvPr>
        </p:nvSpPr>
        <p:spPr>
          <a:xfrm>
            <a:off x="8968105" y="4344670"/>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69" name="椭圆 68"/>
          <p:cNvSpPr/>
          <p:nvPr>
            <p:custDataLst>
              <p:tags r:id="rId15"/>
            </p:custDataLst>
          </p:nvPr>
        </p:nvSpPr>
        <p:spPr>
          <a:xfrm>
            <a:off x="8064500" y="443547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70" name="椭圆 69"/>
          <p:cNvSpPr/>
          <p:nvPr>
            <p:custDataLst>
              <p:tags r:id="rId16"/>
            </p:custDataLst>
          </p:nvPr>
        </p:nvSpPr>
        <p:spPr>
          <a:xfrm>
            <a:off x="8154670" y="443547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71" name="椭圆 70"/>
          <p:cNvSpPr/>
          <p:nvPr>
            <p:custDataLst>
              <p:tags r:id="rId17"/>
            </p:custDataLst>
          </p:nvPr>
        </p:nvSpPr>
        <p:spPr>
          <a:xfrm>
            <a:off x="8245475" y="443547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72" name="椭圆 71"/>
          <p:cNvSpPr/>
          <p:nvPr>
            <p:custDataLst>
              <p:tags r:id="rId18"/>
            </p:custDataLst>
          </p:nvPr>
        </p:nvSpPr>
        <p:spPr>
          <a:xfrm>
            <a:off x="8335645" y="443547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73" name="椭圆 72"/>
          <p:cNvSpPr/>
          <p:nvPr>
            <p:custDataLst>
              <p:tags r:id="rId19"/>
            </p:custDataLst>
          </p:nvPr>
        </p:nvSpPr>
        <p:spPr>
          <a:xfrm>
            <a:off x="8425815" y="443547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74" name="椭圆 73"/>
          <p:cNvSpPr/>
          <p:nvPr>
            <p:custDataLst>
              <p:tags r:id="rId20"/>
            </p:custDataLst>
          </p:nvPr>
        </p:nvSpPr>
        <p:spPr>
          <a:xfrm>
            <a:off x="8515985" y="443547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75" name="椭圆 74"/>
          <p:cNvSpPr/>
          <p:nvPr>
            <p:custDataLst>
              <p:tags r:id="rId21"/>
            </p:custDataLst>
          </p:nvPr>
        </p:nvSpPr>
        <p:spPr>
          <a:xfrm>
            <a:off x="8606790" y="443547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76" name="椭圆 75"/>
          <p:cNvSpPr/>
          <p:nvPr>
            <p:custDataLst>
              <p:tags r:id="rId22"/>
            </p:custDataLst>
          </p:nvPr>
        </p:nvSpPr>
        <p:spPr>
          <a:xfrm>
            <a:off x="8696960" y="443547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77" name="椭圆 76"/>
          <p:cNvSpPr/>
          <p:nvPr>
            <p:custDataLst>
              <p:tags r:id="rId23"/>
            </p:custDataLst>
          </p:nvPr>
        </p:nvSpPr>
        <p:spPr>
          <a:xfrm>
            <a:off x="8787130" y="443547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78" name="椭圆 77"/>
          <p:cNvSpPr/>
          <p:nvPr>
            <p:custDataLst>
              <p:tags r:id="rId24"/>
            </p:custDataLst>
          </p:nvPr>
        </p:nvSpPr>
        <p:spPr>
          <a:xfrm>
            <a:off x="8877935" y="443547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79" name="椭圆 78"/>
          <p:cNvSpPr/>
          <p:nvPr>
            <p:custDataLst>
              <p:tags r:id="rId25"/>
            </p:custDataLst>
          </p:nvPr>
        </p:nvSpPr>
        <p:spPr>
          <a:xfrm>
            <a:off x="8968105" y="443547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58" name="椭圆 57"/>
          <p:cNvSpPr/>
          <p:nvPr>
            <p:custDataLst>
              <p:tags r:id="rId26"/>
            </p:custDataLst>
          </p:nvPr>
        </p:nvSpPr>
        <p:spPr>
          <a:xfrm>
            <a:off x="8064500" y="452564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59" name="椭圆 58"/>
          <p:cNvSpPr/>
          <p:nvPr>
            <p:custDataLst>
              <p:tags r:id="rId27"/>
            </p:custDataLst>
          </p:nvPr>
        </p:nvSpPr>
        <p:spPr>
          <a:xfrm>
            <a:off x="8154670" y="452564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60" name="椭圆 59"/>
          <p:cNvSpPr/>
          <p:nvPr>
            <p:custDataLst>
              <p:tags r:id="rId28"/>
            </p:custDataLst>
          </p:nvPr>
        </p:nvSpPr>
        <p:spPr>
          <a:xfrm>
            <a:off x="8245475" y="452564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61" name="椭圆 60"/>
          <p:cNvSpPr/>
          <p:nvPr>
            <p:custDataLst>
              <p:tags r:id="rId29"/>
            </p:custDataLst>
          </p:nvPr>
        </p:nvSpPr>
        <p:spPr>
          <a:xfrm>
            <a:off x="8335645" y="452564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62" name="椭圆 61"/>
          <p:cNvSpPr/>
          <p:nvPr>
            <p:custDataLst>
              <p:tags r:id="rId30"/>
            </p:custDataLst>
          </p:nvPr>
        </p:nvSpPr>
        <p:spPr>
          <a:xfrm>
            <a:off x="8425815" y="452564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63" name="椭圆 62"/>
          <p:cNvSpPr/>
          <p:nvPr>
            <p:custDataLst>
              <p:tags r:id="rId31"/>
            </p:custDataLst>
          </p:nvPr>
        </p:nvSpPr>
        <p:spPr>
          <a:xfrm>
            <a:off x="8515985" y="452564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64" name="椭圆 63"/>
          <p:cNvSpPr/>
          <p:nvPr>
            <p:custDataLst>
              <p:tags r:id="rId32"/>
            </p:custDataLst>
          </p:nvPr>
        </p:nvSpPr>
        <p:spPr>
          <a:xfrm>
            <a:off x="8606790" y="452564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65" name="椭圆 64"/>
          <p:cNvSpPr/>
          <p:nvPr>
            <p:custDataLst>
              <p:tags r:id="rId33"/>
            </p:custDataLst>
          </p:nvPr>
        </p:nvSpPr>
        <p:spPr>
          <a:xfrm>
            <a:off x="8696960" y="452564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66" name="椭圆 65"/>
          <p:cNvSpPr/>
          <p:nvPr>
            <p:custDataLst>
              <p:tags r:id="rId34"/>
            </p:custDataLst>
          </p:nvPr>
        </p:nvSpPr>
        <p:spPr>
          <a:xfrm>
            <a:off x="8787130" y="452564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67" name="椭圆 66"/>
          <p:cNvSpPr/>
          <p:nvPr>
            <p:custDataLst>
              <p:tags r:id="rId35"/>
            </p:custDataLst>
          </p:nvPr>
        </p:nvSpPr>
        <p:spPr>
          <a:xfrm>
            <a:off x="8877935" y="452564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68" name="椭圆 67"/>
          <p:cNvSpPr/>
          <p:nvPr>
            <p:custDataLst>
              <p:tags r:id="rId36"/>
            </p:custDataLst>
          </p:nvPr>
        </p:nvSpPr>
        <p:spPr>
          <a:xfrm>
            <a:off x="8968105" y="452564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47" name="椭圆 46"/>
          <p:cNvSpPr/>
          <p:nvPr>
            <p:custDataLst>
              <p:tags r:id="rId37"/>
            </p:custDataLst>
          </p:nvPr>
        </p:nvSpPr>
        <p:spPr>
          <a:xfrm>
            <a:off x="8064500" y="461581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48" name="椭圆 47"/>
          <p:cNvSpPr/>
          <p:nvPr>
            <p:custDataLst>
              <p:tags r:id="rId38"/>
            </p:custDataLst>
          </p:nvPr>
        </p:nvSpPr>
        <p:spPr>
          <a:xfrm>
            <a:off x="8154670" y="461581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49" name="椭圆 48"/>
          <p:cNvSpPr/>
          <p:nvPr>
            <p:custDataLst>
              <p:tags r:id="rId39"/>
            </p:custDataLst>
          </p:nvPr>
        </p:nvSpPr>
        <p:spPr>
          <a:xfrm>
            <a:off x="8245475" y="461581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50" name="椭圆 49"/>
          <p:cNvSpPr/>
          <p:nvPr>
            <p:custDataLst>
              <p:tags r:id="rId40"/>
            </p:custDataLst>
          </p:nvPr>
        </p:nvSpPr>
        <p:spPr>
          <a:xfrm>
            <a:off x="8335645" y="461581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51" name="椭圆 50"/>
          <p:cNvSpPr/>
          <p:nvPr>
            <p:custDataLst>
              <p:tags r:id="rId41"/>
            </p:custDataLst>
          </p:nvPr>
        </p:nvSpPr>
        <p:spPr>
          <a:xfrm>
            <a:off x="8425815" y="461581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52" name="椭圆 51"/>
          <p:cNvSpPr/>
          <p:nvPr>
            <p:custDataLst>
              <p:tags r:id="rId42"/>
            </p:custDataLst>
          </p:nvPr>
        </p:nvSpPr>
        <p:spPr>
          <a:xfrm>
            <a:off x="8515985" y="461581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53" name="椭圆 52"/>
          <p:cNvSpPr/>
          <p:nvPr>
            <p:custDataLst>
              <p:tags r:id="rId43"/>
            </p:custDataLst>
          </p:nvPr>
        </p:nvSpPr>
        <p:spPr>
          <a:xfrm>
            <a:off x="8606790" y="461581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54" name="椭圆 53"/>
          <p:cNvSpPr/>
          <p:nvPr>
            <p:custDataLst>
              <p:tags r:id="rId44"/>
            </p:custDataLst>
          </p:nvPr>
        </p:nvSpPr>
        <p:spPr>
          <a:xfrm>
            <a:off x="8696960" y="461581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55" name="椭圆 54"/>
          <p:cNvSpPr/>
          <p:nvPr>
            <p:custDataLst>
              <p:tags r:id="rId45"/>
            </p:custDataLst>
          </p:nvPr>
        </p:nvSpPr>
        <p:spPr>
          <a:xfrm>
            <a:off x="8787130" y="461581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56" name="椭圆 55"/>
          <p:cNvSpPr/>
          <p:nvPr>
            <p:custDataLst>
              <p:tags r:id="rId46"/>
            </p:custDataLst>
          </p:nvPr>
        </p:nvSpPr>
        <p:spPr>
          <a:xfrm>
            <a:off x="8877935" y="461581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57" name="椭圆 56"/>
          <p:cNvSpPr/>
          <p:nvPr>
            <p:custDataLst>
              <p:tags r:id="rId47"/>
            </p:custDataLst>
          </p:nvPr>
        </p:nvSpPr>
        <p:spPr>
          <a:xfrm>
            <a:off x="8968105" y="461581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36" name="椭圆 35"/>
          <p:cNvSpPr/>
          <p:nvPr>
            <p:custDataLst>
              <p:tags r:id="rId48"/>
            </p:custDataLst>
          </p:nvPr>
        </p:nvSpPr>
        <p:spPr>
          <a:xfrm>
            <a:off x="8064500" y="470598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37" name="椭圆 36"/>
          <p:cNvSpPr/>
          <p:nvPr>
            <p:custDataLst>
              <p:tags r:id="rId49"/>
            </p:custDataLst>
          </p:nvPr>
        </p:nvSpPr>
        <p:spPr>
          <a:xfrm>
            <a:off x="8154670" y="470598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38" name="椭圆 37"/>
          <p:cNvSpPr/>
          <p:nvPr>
            <p:custDataLst>
              <p:tags r:id="rId50"/>
            </p:custDataLst>
          </p:nvPr>
        </p:nvSpPr>
        <p:spPr>
          <a:xfrm>
            <a:off x="8245475" y="470598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39" name="椭圆 38"/>
          <p:cNvSpPr/>
          <p:nvPr>
            <p:custDataLst>
              <p:tags r:id="rId51"/>
            </p:custDataLst>
          </p:nvPr>
        </p:nvSpPr>
        <p:spPr>
          <a:xfrm>
            <a:off x="8335645" y="470598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40" name="椭圆 39"/>
          <p:cNvSpPr/>
          <p:nvPr>
            <p:custDataLst>
              <p:tags r:id="rId52"/>
            </p:custDataLst>
          </p:nvPr>
        </p:nvSpPr>
        <p:spPr>
          <a:xfrm>
            <a:off x="8425815" y="470598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41" name="椭圆 40"/>
          <p:cNvSpPr/>
          <p:nvPr>
            <p:custDataLst>
              <p:tags r:id="rId53"/>
            </p:custDataLst>
          </p:nvPr>
        </p:nvSpPr>
        <p:spPr>
          <a:xfrm>
            <a:off x="8515985" y="470598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42" name="椭圆 41"/>
          <p:cNvSpPr/>
          <p:nvPr>
            <p:custDataLst>
              <p:tags r:id="rId54"/>
            </p:custDataLst>
          </p:nvPr>
        </p:nvSpPr>
        <p:spPr>
          <a:xfrm>
            <a:off x="8606790" y="470598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43" name="椭圆 42"/>
          <p:cNvSpPr/>
          <p:nvPr>
            <p:custDataLst>
              <p:tags r:id="rId55"/>
            </p:custDataLst>
          </p:nvPr>
        </p:nvSpPr>
        <p:spPr>
          <a:xfrm>
            <a:off x="8696960" y="470598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44" name="椭圆 43"/>
          <p:cNvSpPr/>
          <p:nvPr>
            <p:custDataLst>
              <p:tags r:id="rId56"/>
            </p:custDataLst>
          </p:nvPr>
        </p:nvSpPr>
        <p:spPr>
          <a:xfrm>
            <a:off x="8787130" y="470598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45" name="椭圆 44"/>
          <p:cNvSpPr/>
          <p:nvPr>
            <p:custDataLst>
              <p:tags r:id="rId57"/>
            </p:custDataLst>
          </p:nvPr>
        </p:nvSpPr>
        <p:spPr>
          <a:xfrm>
            <a:off x="8877935" y="470598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46" name="椭圆 45"/>
          <p:cNvSpPr/>
          <p:nvPr>
            <p:custDataLst>
              <p:tags r:id="rId58"/>
            </p:custDataLst>
          </p:nvPr>
        </p:nvSpPr>
        <p:spPr>
          <a:xfrm>
            <a:off x="8968105" y="4705985"/>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25" name="椭圆 24"/>
          <p:cNvSpPr/>
          <p:nvPr>
            <p:custDataLst>
              <p:tags r:id="rId59"/>
            </p:custDataLst>
          </p:nvPr>
        </p:nvSpPr>
        <p:spPr>
          <a:xfrm>
            <a:off x="8064500" y="4796790"/>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26" name="椭圆 25"/>
          <p:cNvSpPr/>
          <p:nvPr>
            <p:custDataLst>
              <p:tags r:id="rId60"/>
            </p:custDataLst>
          </p:nvPr>
        </p:nvSpPr>
        <p:spPr>
          <a:xfrm>
            <a:off x="8154670" y="4796790"/>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27" name="椭圆 26"/>
          <p:cNvSpPr/>
          <p:nvPr>
            <p:custDataLst>
              <p:tags r:id="rId61"/>
            </p:custDataLst>
          </p:nvPr>
        </p:nvSpPr>
        <p:spPr>
          <a:xfrm>
            <a:off x="8245475" y="4796790"/>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28" name="椭圆 27"/>
          <p:cNvSpPr/>
          <p:nvPr>
            <p:custDataLst>
              <p:tags r:id="rId62"/>
            </p:custDataLst>
          </p:nvPr>
        </p:nvSpPr>
        <p:spPr>
          <a:xfrm>
            <a:off x="8335645" y="4796790"/>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29" name="椭圆 28"/>
          <p:cNvSpPr/>
          <p:nvPr>
            <p:custDataLst>
              <p:tags r:id="rId63"/>
            </p:custDataLst>
          </p:nvPr>
        </p:nvSpPr>
        <p:spPr>
          <a:xfrm>
            <a:off x="8425815" y="4796790"/>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30" name="椭圆 29"/>
          <p:cNvSpPr/>
          <p:nvPr>
            <p:custDataLst>
              <p:tags r:id="rId64"/>
            </p:custDataLst>
          </p:nvPr>
        </p:nvSpPr>
        <p:spPr>
          <a:xfrm>
            <a:off x="8515985" y="4796790"/>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31" name="椭圆 30"/>
          <p:cNvSpPr/>
          <p:nvPr>
            <p:custDataLst>
              <p:tags r:id="rId65"/>
            </p:custDataLst>
          </p:nvPr>
        </p:nvSpPr>
        <p:spPr>
          <a:xfrm>
            <a:off x="8606790" y="4796790"/>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32" name="椭圆 31"/>
          <p:cNvSpPr/>
          <p:nvPr>
            <p:custDataLst>
              <p:tags r:id="rId66"/>
            </p:custDataLst>
          </p:nvPr>
        </p:nvSpPr>
        <p:spPr>
          <a:xfrm>
            <a:off x="8696960" y="4796790"/>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33" name="椭圆 32"/>
          <p:cNvSpPr/>
          <p:nvPr>
            <p:custDataLst>
              <p:tags r:id="rId67"/>
            </p:custDataLst>
          </p:nvPr>
        </p:nvSpPr>
        <p:spPr>
          <a:xfrm>
            <a:off x="8787130" y="4796790"/>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34" name="椭圆 33"/>
          <p:cNvSpPr/>
          <p:nvPr>
            <p:custDataLst>
              <p:tags r:id="rId68"/>
            </p:custDataLst>
          </p:nvPr>
        </p:nvSpPr>
        <p:spPr>
          <a:xfrm>
            <a:off x="8877935" y="4796790"/>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35" name="椭圆 34"/>
          <p:cNvSpPr/>
          <p:nvPr>
            <p:custDataLst>
              <p:tags r:id="rId69"/>
            </p:custDataLst>
          </p:nvPr>
        </p:nvSpPr>
        <p:spPr>
          <a:xfrm>
            <a:off x="8968105" y="4796790"/>
            <a:ext cx="42545" cy="42545"/>
          </a:xfrm>
          <a:prstGeom prst="ellipse">
            <a:avLst/>
          </a:prstGeom>
          <a:solidFill>
            <a:srgbClr val="29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2" name="文本框 1"/>
          <p:cNvSpPr txBox="1"/>
          <p:nvPr>
            <p:custDataLst>
              <p:tags r:id="rId70"/>
            </p:custDataLst>
          </p:nvPr>
        </p:nvSpPr>
        <p:spPr>
          <a:xfrm>
            <a:off x="426244" y="1554004"/>
            <a:ext cx="8139113" cy="2707481"/>
          </a:xfrm>
          <a:prstGeom prst="rect">
            <a:avLst/>
          </a:prstGeom>
          <a:noFill/>
        </p:spPr>
        <p:txBody>
          <a:bodyPr wrap="square" lIns="67500" tIns="35100" rIns="67500" bIns="35100" rtlCol="0" anchor="ctr" anchorCtr="0">
            <a:normAutofit/>
          </a:bodyPr>
          <a:lstStyle>
            <a:defPPr>
              <a:defRPr lang="zh-CN"/>
            </a:defPPr>
            <a:lvl1pPr fontAlgn="auto">
              <a:lnSpc>
                <a:spcPct val="130000"/>
              </a:lnSpc>
              <a:spcAft>
                <a:spcPts val="1000"/>
              </a:spcAft>
              <a:defRPr sz="1600" spc="150"/>
            </a:lvl1pPr>
          </a:lstStyle>
          <a:p>
            <a:pPr marL="355600" lvl="0" indent="-355600" algn="l" fontAlgn="ctr">
              <a:lnSpc>
                <a:spcPct val="120000"/>
              </a:lnSpc>
              <a:spcBef>
                <a:spcPts val="1000"/>
              </a:spcBef>
              <a:spcAft>
                <a:spcPts val="0"/>
              </a:spcAft>
              <a:buClr>
                <a:schemeClr val="accent2"/>
              </a:buClr>
              <a:buSzPct val="100000"/>
              <a:buFont typeface="WPS-Bullets" pitchFamily="2" charset="0"/>
              <a:buChar char=""/>
            </a:pPr>
            <a:r>
              <a:rPr lang="zh-CN" altLang="en-US" sz="1200" b="1">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Metro 风格应用在设计、开发、分发以及内容上不同于传统桌面应用程序。在安装方式方面，不同于其他应用程序，对于Metro 风格的应用程序来说，只能够通过Windows 商店来购买安装。购买而来的Metro 风格应用程序与账户绑定，因此，无论身处何处，都可通过同一账户将Metro 风格应用程序安装于不同的设备中。</a:t>
            </a:r>
          </a:p>
          <a:p>
            <a:pPr marL="355600" lvl="0" indent="-355600" algn="l" fontAlgn="ctr">
              <a:lnSpc>
                <a:spcPct val="120000"/>
              </a:lnSpc>
              <a:spcBef>
                <a:spcPts val="1000"/>
              </a:spcBef>
              <a:spcAft>
                <a:spcPts val="0"/>
              </a:spcAft>
              <a:buClr>
                <a:schemeClr val="accent2"/>
              </a:buClr>
              <a:buSzPct val="100000"/>
              <a:buFont typeface="WPS-Bullets" pitchFamily="2" charset="0"/>
              <a:buChar char=""/>
            </a:pPr>
            <a:r>
              <a:rPr lang="zh-CN" altLang="en-US" sz="1200" b="1">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在安全性方面，一般的Windows 软件有使用和改变整个生态系统的能力。例如，当Windows 账户使用控制面板和杀毒软件前，系统会发出提醒并让用户干预应用行为，以免带来威胁。然而Metro 风格应用软件运行于沙盒中，无法改变Windows 操作系统的生态环境。它们需要权限才可访问硬件资源，比如网际录影机和麦克风，而且也仅能使用用户文档，比如我的文档。微软也会对Windows 应用商店的应用进行审核，如果发现存在安全和隐私问题则进行删除。</a:t>
            </a:r>
          </a:p>
        </p:txBody>
      </p:sp>
      <p:sp>
        <p:nvSpPr>
          <p:cNvPr id="5" name="文本框 4"/>
          <p:cNvSpPr txBox="1"/>
          <p:nvPr>
            <p:custDataLst>
              <p:tags r:id="rId71"/>
            </p:custDataLst>
          </p:nvPr>
        </p:nvSpPr>
        <p:spPr>
          <a:xfrm>
            <a:off x="412433" y="484346"/>
            <a:ext cx="7486650" cy="472440"/>
          </a:xfrm>
          <a:prstGeom prst="rect">
            <a:avLst/>
          </a:prstGeom>
          <a:noFill/>
        </p:spPr>
        <p:txBody>
          <a:bodyPr wrap="square" lIns="67500" tIns="35100" rIns="67500" bIns="35100" rtlCol="0">
            <a:normAutofit/>
          </a:bodyPr>
          <a:lstStyle/>
          <a:p>
            <a:pPr marL="0" indent="0" algn="l">
              <a:lnSpc>
                <a:spcPct val="120000"/>
              </a:lnSpc>
              <a:spcBef>
                <a:spcPts val="300"/>
              </a:spcBef>
              <a:spcAft>
                <a:spcPts val="300"/>
              </a:spcAft>
              <a:buSzPct val="100000"/>
              <a:buNone/>
            </a:pPr>
            <a:r>
              <a:rPr lang="zh-CN" altLang="en-US" sz="2200" b="1" spc="30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Metro 风格应用与传统桌面应用的不同</a:t>
            </a:r>
          </a:p>
        </p:txBody>
      </p:sp>
      <p:sp>
        <p:nvSpPr>
          <p:cNvPr id="14" name="任意多边形: 形状 13"/>
          <p:cNvSpPr>
            <a:spLocks noChangeAspect="1"/>
          </p:cNvSpPr>
          <p:nvPr>
            <p:custDataLst>
              <p:tags r:id="rId72"/>
            </p:custDataLst>
          </p:nvPr>
        </p:nvSpPr>
        <p:spPr>
          <a:xfrm rot="10800000">
            <a:off x="8528685" y="582930"/>
            <a:ext cx="211455" cy="42926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D9D9D9"/>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sz="1350" dirty="0">
              <a:solidFill>
                <a:srgbClr val="FFFFFF"/>
              </a:solidFill>
              <a:latin typeface="微软雅黑" panose="020B0503020204020204" pitchFamily="34" charset="-122"/>
              <a:ea typeface="微软雅黑" panose="020B0503020204020204" pitchFamily="34" charset="-122"/>
            </a:endParaRPr>
          </a:p>
        </p:txBody>
      </p:sp>
      <p:sp>
        <p:nvSpPr>
          <p:cNvPr id="15" name="任意多边形: 形状 14"/>
          <p:cNvSpPr>
            <a:spLocks noChangeAspect="1"/>
          </p:cNvSpPr>
          <p:nvPr>
            <p:custDataLst>
              <p:tags r:id="rId73"/>
            </p:custDataLst>
          </p:nvPr>
        </p:nvSpPr>
        <p:spPr>
          <a:xfrm rot="10800000">
            <a:off x="8248015" y="582930"/>
            <a:ext cx="211455" cy="42926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D9D9D9"/>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12" name="任意多边形: 形状 11"/>
          <p:cNvSpPr>
            <a:spLocks noChangeAspect="1"/>
          </p:cNvSpPr>
          <p:nvPr>
            <p:custDataLst>
              <p:tags r:id="rId74"/>
            </p:custDataLst>
          </p:nvPr>
        </p:nvSpPr>
        <p:spPr>
          <a:xfrm rot="10800000">
            <a:off x="8453120" y="506730"/>
            <a:ext cx="211455" cy="42926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noFill/>
          <a:ln w="38100" cap="rnd">
            <a:solidFill>
              <a:srgbClr val="404040"/>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
        <p:nvSpPr>
          <p:cNvPr id="13" name="任意多边形: 形状 12"/>
          <p:cNvSpPr>
            <a:spLocks noChangeAspect="1"/>
          </p:cNvSpPr>
          <p:nvPr>
            <p:custDataLst>
              <p:tags r:id="rId75"/>
            </p:custDataLst>
          </p:nvPr>
        </p:nvSpPr>
        <p:spPr>
          <a:xfrm rot="10800000">
            <a:off x="8172450" y="506730"/>
            <a:ext cx="211455" cy="42926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noFill/>
          <a:ln w="38100" cap="rnd">
            <a:solidFill>
              <a:srgbClr val="404040"/>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sz="1350">
              <a:solidFill>
                <a:srgbClr val="FFFFFF"/>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nvPr>
        </p:nvSpPr>
        <p:spPr/>
        <p:txBody>
          <a:bodyPr>
            <a:normAutofit fontScale="90000"/>
          </a:bodyPr>
          <a:lstStyle/>
          <a:p>
            <a:r>
              <a:rPr lang="en-US" altLang="zh-CN" dirty="0">
                <a:sym typeface="+mn-ea"/>
              </a:rPr>
              <a:t>Thanks</a:t>
            </a: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mc:Choice>
    <mc:Fallback xmlns="">
      <p:transition advTm="300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82ADB108-2F67-4B4E-A97E-19ABB6FAC58E"/>
  <p:tag name="ISPRING_SCORM_RATE_SLIDES" val="1"/>
  <p:tag name="ISPRINGONLINEFOLDERID" val="0"/>
  <p:tag name="ISPRINGONLINEFOLDERPATH" val="Content List"/>
  <p:tag name="ISPRINGCLOUDFOLDERID" val="0"/>
  <p:tag name="ISPRINGCLOUDFOLDERPATH" val="Repository"/>
  <p:tag name="ISPRING_PLAYERS_CUSTOMIZATION" val="UEsDBBQAAgAIAJCuo0gOaiROYgQAAAURAAAdAAAAdW5pdmVyc2FsL2NvbW1vbl9tZXNzYWdlcy5sbmetWG1v2zYQ/l6g/4EQUGADtrQd0KIYEge0xNhEZMmV6DjZMAiMxNhEKDHVi9vs037Nfth+yY6UncR9gaQkgG2YlO+54909d0cfHn/JFdqIspK6OHLeHrxxkChSnclideQs2MmvHxxU1bzIuNKFOHIK7aDj0csXh4oXq4avBHx/+QKhw1xUFSyrkVndr5HMjpz5OHHD2RwHF4kfTsJkTCfOyNX5DS9uka9X+qff3n/48vbd+58PX2/l+sDEM+z7+0DIIr170wMoYFHoJ4BG/CQg58wZmc9hcuGC+TQgzmj7ZZj0PCJnzsh8dsotoogELIl96pGExkkQMusLnzDiOaML3aA13whUa7SR4jOq1wLiWMtSoErJzD5INWwUjehS5oUzTIMkIjGLqMtoGDijWJfl7S8Wljf1WpegrkKZrPilEpnVCRljn9+UogLVvIaMQvCq1xJ+qXMui4NO1RFe0mCSsDD044QE3m7HGZEiQ17JjZqBKBGOSQQAJa9E+QjZxGaZFUdYqWEIUzqZ+vBmxoSpXK0VvOuhdswJxGAuii4pyBESQXbF8TKMPOM0UIU4uuFV9VmX2V5+PAxUFzAN3BBS0GUPwJnB2AFDjCXUjbIUad0FNiNxjCckGYfnkMjAu3CIRHgKdDsdInFBYqAIibtkAnxGJ9gkvKHYLv93/Eq5SWd1i3iagpxx30bqpoId41JggWVadTBMTUw+LiBsFPs/oHGLCt61q5XcCLCjzETZqQgqi0s8k0UfF/SP5ARTn3gJpJUXLhNmS57RmPNbVOga8WzDi1SgS5HyBnL9Fp5lMrPPTJyt/k+N/BvxeltVXm0LUuCR81dD7dmrYd8xq6nAproW+U3dpdo4bGv+Y6wwOf1DE/oc/XH6Y5cEOKLh80Smknmj2qr75PjcWTY0Rp1GPNFT/aP13JbEbW0dUyhYY6n7SxDopqZ/QANU/aVocAKK5m2JhhpOi6sBOoNwCxBo9FiMM3DVngln4MIB8ksyjimD2WgpLitZd44dlo1tgL4f2hTmPCVqcU/GS3GlYcJRgm/a6QO6kI10Z0AfDDd7rYJR5oPJAQCu2uQBSCVzsD/rgbmYkZ0H2gK/d5KlblRmyavktS3y4NsmF9+OTVelzu2u4tUuedsmc/wUK9rDRa3S+YD2f8e/3vF5QL/HRykmOHKniYsDl5hB33BV9RQCChhX+CxOfDw24sCFnNfpGprplW6KrCdQO6t75AQD2PbMseBluv7vn397YnxlSbuLtru/DwIBYpsqSO7A/gx0Laq/ukAYHu/L2UUfqe3dZifX86rDKGThs9wheNtacp3D1kG3XkjybdAwY9idzoAHsU173ZQwug1BmOHoFGqZncKd0YyX11AImdZqEIp1tUnAepj2++tlUytZiCGyT2sl5sCMzhPsefauDeRTMr1ue2YGN4p0e+lWcOnuC+ZOcQB19is8kcl6IKBtTbsqBERv1/c033zbqe5Wlf3D4vD1g/8v/gdQSwMEFAACAAgAkK6jSAh+CyMpAwAAhgwAACcAAAB1bml2ZXJzYWwvZmxhc2hfcHVibGlzaGluZ19zZXR0aW5ncy54bWzVV91u2jAUvucpLE+9LGk7unYooaoKaNVaQIVt7VVlYkOsOnYW21B6tafZg+1JdhwDBbXr0h+kTQgRn5/v/J+Y8Og2FWjCcs2VjPBudQcjJmNFuRxH+MugvX2IkTZEUiKUZBGWCqOjRiXM7FBwnfSZMSCqEcBIXc9MhBNjsnoQTKfTKtdZ7rhKWAP4uhqrNMhyppk0LA8yQWbwY2YZ03iOUAIAvqmSc7VGpYJQ6JHOFbWCIU7Bc8ldUES0BdEJDrzYkMQ341xZSU+UUDnKx8MIvzs8dp+FjIdq8pRJlxPdAKIjmzqhlDsviOjzO4YSxscJuHtQw2jKqUkivFdzKCAdPEQpsH3oxKGcKMiBNHP4lBlCiSH+6O0Zdmv0guBJdCZJyuMBcJCLP8LNwfWnq17r4uy08/l60O2eDU573olCJ1jHCYN1QyE4pGwes6WdkBhD4gT8Bp0REZqFwSppITZScs05d0ZDJSD3hRa0UTpktENStlKN/g2XbZDcxWgEgYhZhI9zTgRG3BDB46WytkNtuCmq3l6VRIAF7cnQeR/fm/fZiROSa7bq1oKjXc7jxjdlBUUzZZHgNwwZhSB+m8JTwtBqcdAoV2lBhfYxSAsOFiecTRk9KnI6B/yToSswkVrQhF7NBDPewnfL79CQjVQOuIxMoLOBzrXHrz4LOCNa34OShY9b/bPTZuv6tNNsXW65AAmdEBk/ExwKztLMbASfzJBUZqEH6YiJ1awoCuW04JWJrfryMmieWuHL/NbFWIHeYEk2Y+U5hfmrB6XNJmRSDKIbrgIaRpBDSTwmMGJYF1xaVhYwJhIpKWaIxLDWtBvrCVdWA8UPsIfWL/fQ6yMui9MYVhtYzCnLS0Hu7O69r+1/ODj8WK8Gv3783H5Sab7we4I4c37jnzy58pdr/+E2DAO3pR9f2ia3/+bO7l20vpbJa6d1OShV0la/FFy3jFT3cxmpC/+S6a28YEq5AEtp7IcM1pLgKTeMvmWLvaBNXvVu9z22mTbZYMyvGY3/JmR/Wl4T1+6FYfDoxdVxUi55ColwK3F5223s13bgpvkoq1IBtPX/Do3Kb1BLAwQUAAIACACQrqNItfwJZLoCAABVCgAAIQAAAHVuaXZlcnNhbC9mbGFzaF9za2luX3NldHRpbmdzLnhtbJVWbW/iMAz+fr8Ccd/p7pWd1CExxkmTdrfpNu172po2Ik2qJGXHv784TdYEKPSwJhH7eWzHsc1StaV88WEySXPBhHwGrSkvFWq8bkKLm2nWai34LBdcA9czLmRN2HTx8af9pIlFXmKJHcixnA3JoQ8zt58xFBfj2xxliJCLuiF8/yBKMctIvi2laHlxMbVq34BklG8N8urHfLUeDMCo0vca6iin9TXKOEojQSnAlL6vUS6yGMmA+UhX9jOS04c6f/sD2o4qqi1t+QlliNaQEuIiXy9RhvHceI9fZY5ynqDhrzbQL59RBqGM7EHGzu++ogwyRNM2/9MjjRQlFjTmnH/Edw4TpDDjh1ldoVwk4IUw0MVXcOWxd70LQO5rOPcpjqsU7AnrerAQ8NEzBgstW0gTf+psqhJvj6028wGLDWHKAEJVD3oyST+RVnk3sa7H/YE3yovQl9P0kFfB2hpWXcKBu1jf41erW7srQqfvuiBDCTunDFLslT3yt6nrETJQ9shnRgt45Gx/nMGhqSP5R74l7jnP199YgRNzLJzVn7wVIz3g6KogVafwmFoUsFCYzgutAd8tTayuSyk5yinlZEdLoqngvxCX7e1lVJocGFyvne6sVFPN4FTD2RzNmg7LZc9xPzpr3JDdz0J/ue480WaL30yJ1iSvavOzpKYTxzNjYgozTU4zcE8aOMh7vhEBx8YeItVEbkG+CMHGhuFCgxrrXnTDNQRPk6AGaXK6yqlzcqr8vK0zkGvzahSUr3Ks7IAVLStm/vQrhTcoDhgD1o6qK+OPE/rel4HCNQEQmVe+a7tDZ6lbpimDHfjhDxT2ykN3S5Xp0qGGW+oH2Oiw5ZxmVE+6XdH3SrxDAv0J/KtJK3J8YBnR9ppkyt4smny/hvtcosXs1xk2X7jJ7Nn1UuTY2I8raJT47+Q/UEsDBBQAAgAIAJCuo0gqlg9n/gIAAJcLAAAmAAAAdW5pdmVyc2FsL2h0bWxfcHVibGlzaGluZ19zZXR0aW5ncy54bWzNlm9PGjEYwN/zKZouvpRT56YjdxgjGIlOiLBNX5lyLVxjr721PfB8tU+zD7ZPsqdXQIiOnUaWhRDo0z6/51/7tOHRfSrQhGnDlYzwbn0HIyZjRbkcR/jL4HT7ECNjiaREKMkiLBVGR81amOVDwU3SZ9bCUoMAI00jsxFOrM0aQTCdTuvcZNrNKpFb4Jt6rNIg08wwaZkOMkEK+LFFxgyeESoA4JsqOVNr1moIhZ70WdFcMMQpeC65C4qIM5sKHPhVQxLfjbXKJT1RQmmkx8MIvzs8dp/5Gk9q8ZRJlxLTBKET2wahlDsniOjzB4YSxscJeHuwj9GUU5tEeG/fUWB18JRSsn3kxFFOFKRA2hk+ZZZQYokfenuW3VszF3gRLSRJeTyAGeTCj3BrcHt202tfXXQuz28H3e7FoNPzTpQ6wSonDFYNheCQynXMFnZCYi2JE/AbdEZEGBYGy6L5spGSK865MRoqAakvtTAagaeiiPCx5kRgxC0RPF7MWqLHzJ5yATE43d36SFr8CPTxxgnRhi0bms8Yl8W4+U3lgqJC5UjwO4asQhBRnsK/hKHldKORVmkpFcRYZASnDE04mzJ6VGZpBvyToRswkeagCZsvE8x6C99z/oCGbKQ0cBmZwFYFOTeeX38ROCPGPELJ3Met/kWn1b7tXLba11suQEInRMYvhEMJWZrZjfBJgaSycz1IR0xyw8qiUE7LuSqx1V9fBsPTXPgyv3UxltAbLMlmrLykMH/1oLLZhEzKg+gOV4mGI8ihJJ4JEzEcdy5zVhUYE4mUFAUiMTQq4471hKvcgMQfYI82r/fQ6yMuy9EYbg6wqCnTlZA7u3vv9z98PDj81KgHv3783F6rNGvhPUGcOd/DT9Y28UUjf9oNw8D1zufbsNX5v+rCvav21yqZumxfDyoVqd2vhOtWWdU9r7Lqyl8bvaUro5IL0GbG/thAoxE85ZbRt9w0ryj8+vvXb4s3KvwGo1i7ff/fIPxo8dxaeV+FwbMPwBrIVx/TzdpvUEsDBBQAAgAIAJCuo0hocVKRmgEAAB8GAAAfAAAAdW5pdmVyc2FsL2h0bWxfc2tpbl9zZXR0aW5ncy5qc42UTW/CMAyG7/wKlF0nxD5hu6HBpEkcJo3btEMoplSkSZWkHR3iv68OX03qjsUX8vLkdewq3na61WIR6z53t+6327/7e6cBalbncO3rokVPUWdGJAuYJSmIRAILkOJ49CTvzgRlzKQznZcfaGtqfkzhP0suTB3PCAtNaIY6XBDgN6FtqMM/J7FTq2tfU63R89xaJXuRkhak7UmlU+4YdvXqVr3EAFYF6AvokkfgmQ7caiPPjg8DjDoXqTTjspyqWPXmPFrHWuVy0ZZ/VWagq0++3gP9p8HLxLMTibFvFtIw8WSI0U5mGoyBQ97HCQYJCz4HUfPtu/UH6hk3CwroIjGJPdKjG4w6nfEYGl0ajjB8TFZejW4OMJqchY3dE3e3GB4heAm6YTW+x/BAleXZPz5gplWMHWmgzZ6fUKH4IpHxIXUfg+Twsmjb1r1zoe76Y+Y9IRU8oRX1/NK22RGChgCtN5aOeU2Qd0rZCUqURA5FaNS0Kug5YsM5gvvPLuPW8miVVuOhGo5VG7heg54pJarbf126Z5irs/sFUEsDBBQAAgAIAJCuo0g9PC/RwQAAAOUBAAAaAAAAdW5pdmVyc2FsL2kxOG5fcHJlc2V0cy54bWydkbEKwjAQhvc+RbjdxG6lJHUT3Bx0lpqmGmkvJZdaH9+UinSRgEMg//F9PyQnd6++Y0/jyTpUkPMtMIPaNRZvCs6n/aYARqHGpu4cGgXogO2qTNq8wKM3ZAKxWIGk4B7CUAoxTRO3NPjYQK4bQywmrl0v4ukditkUw6LC4pb2L/szgyrLGJPX0XbhgFW8x7QgjLxWMDsXjdxi60D8AhqTAEyqwVACaH0CeAwJwI8rQIrvm+ekRwrxo2KQYrWeKnsDUEsDBBQAAgAIAJCuo0izv7NQbQAAAHIAAAAcAAAAdW5pdmVyc2FsL2xvY2FsX3NldHRpbmdzLnhtbA3MPQ6DMAxA4Z1TWJ7K0L+NgcDGWFUqPYAVLITk2CixqnJ7sr3h0+vHfxL4cS6bacDn7YHAGm3ZdA34nadrh1CcdCEx5YBqCOPQ9GKR5MPuFRbYhQ7OM6cazi9KVb4zF1Ynr2e4RNuPFu9DcwJQSwMEFAACAAgARJRXRyO0Tvv7AgAAsAgAABQAAAB1bml2ZXJzYWwvcGxheWVyLnhtbK1V30/bMBB+LtL+h8jv2C0dA6oExJDQHsaE1LHtrTKJm3hN4sx2COWv39nO76VsSHtolZzv++58993Fv3rOUu+JScVFHqAFniOP5aGIeB4H6OHr7fE5urp8d+QXKd0z6fEoQGXODYCmyIuYCiUvNIDvqU4C1DNgYEZeIbmQXO+B+xS420gnS/TuaAYuuQpQonWxIqSqKswVIPJYibQ0JAqHIiOFZIrlmkni0kBeg13pv6Phl4mc6H3BVA9Z6LcHrklajmfFByTVEgsZk5P5fEF+3H1ehwnL6DHPlaZ5yJAHlZzZUj7ScHcnojJlythmvktyzbQ2SVjbzNcrvjjPPSXDADmHTcaUojFTOM1jRByWTID9bUpVUvOoAa3hVTte81q/jXnfNG62c6RzLsrHlKsEjvqQzjoJ9Mkwqp/Z61oFPTQKujVMyJPsV8kli+zrt1aM8wVyAVvF2TyxqkI4gKdbGmoh9zcAAxXVHcRt07BrGraglgO30dcdBWpuu2VUl5I1pZr5Tzxi4guVkhpZXGpZMp+MjDWWDME+cVeum9Q1xE90lp7+Q2+M36g1P9VrnbGA/9GYT0DU1oTnEXu+5eCjWQY11QyKbWxYFyk2MbucVPmY9XQ9MLkc66bARTxNZcxgDCOqKens5BCUSarAJSzlCNs7OAhOeJyk8NOTDOPTgzQZlbtJht7BQXAqwt0EtDW3ZSTjOo7E1CrIJxPrxA9LpUXGX6w8B3tGr6wOXxu55ui64O3B2fyPURzEaAZziyZWl3nq7avm8N7MqVadz6ZwloFaYR6YLgvn1cxCWYx8IralZapv+jk1+7AHHeU8NR3TXN9B76Ja8xfmVTwyX7rF0tQkYUYzAfpwvuwxQD9huwzCW9OhiFuRN3XAmNg3928r2mz5unWu64c67EMNnzirHMbN1EdQRyxFmUejHuKi+4ioFHbatWTUS9kWbrQ4AZGKIkDv4aG+88XpRXfls8VFg7V53bvALpc3rPQ64U5BpNZ1exG/3g3w+BtQSwMEFAACAAgAkK6jSIyYS/o+CAAAjyAAACkAAAB1bml2ZXJzYWwvc2tpbl9jdXN0b21pemF0aW9uX3NldHRpbmdzLnhtbLVa627iShL+v0/RYnWks9IqXMwtK4aVL01iDTEc7CQzu1qhBneCFdvNsRtmOOLHPs0+2D7JVrftYBMgdmYWT6JxddVX1XXrCxnEL16ob2LOAu8Pwj0W2pRzL3yOh39CaLBkPoumEY0pj+sHyqMXuuybGT4xQQNqzEnoksjVxWg8bKCR/KB+T+0bfXhra+0W6rVxC/eRgTs6jF0rxrWiw5jRauqD+hFEghvRJQ35adRBvTD6VsAMYxpxM3Tp96FS5M4PFWdwExHXA7542G2LZ59p3Rtt8aB2s9Pr4H1LVRSli/SO0TQa+17vuqc2EW60Ow1lr/VbSktBzU6ned3dN3utjgJvo+suoLTxdRe1e+12y9i3cAukkapqRkvf95TrZlMFbbh/re9HI63XaKBms6m0jX2nq4y0BgJuBTBUpS8cqBiKpnT3qqY2+woa6SNt1N5jA3f1Duq3cLfR2Lc1TWk0Ds49zC7vrgO19HQyd74DeDIEJ0dFbtVPJNdguYkiYHZosPYJpygkAf1UkzkZcpmx6NclW+/+UksTVCZzxp7ZVaQmRCALsOEJrEFdjmRs0q58YeTpyHM/1RYbzll4tWQhB6irkEUB8WvDPye5k86sjCTb0qiK3BNZ0oO6nvyUFUt1QT7Dc0loyYI1CXdj9syuFmT58hyxTeiWMnO1W9PI98IX4G5c93R8UZHvxdzkNCjYh/viKS+2hnjGVJjXxeIpJemTBfUzjQ35qSB3UPm+R45Et17scSmqNsVzSXRNnmkxAH1VPJdlQtBSjFpPPO8LcfqdA7siyr91kd0nOxoVlSTt8qIUW2/WVfNpHbFn4eyi3PuBfpXzGXSf8FlY2BBPKSExQaGwVJRSt8n5G0eM6etxLxkEoAWCm28uKUlCTrW5PrmbqtbX+XhyM5lr5k1tqCdViURZ/trq9r83O13oXKlcSST7Th2Pi1hIgnUa5bAsZzYZzwEQj+cW/uLUhuJ3ZdHJvTM2LVwbpv+pDDCd4YfaUPwuI3o/m2HLmdtj08Bz055bE0f6ZYwdbNSGX9kGrciWIs7Q1qPfEF9RBO3ZiyiKfc+VA6Jle+GGltBnTO5U05rPsO3MTN0xJ1ZtaLMo2v1VIpMNX0HyrEiMXC8mC5+6Ui2kiBxf51co+MdXHnCygHjhVRntM/XRtG7mzmQytufYMjJKbYhDFxkREZqqA81UG88AIyKwjn9MfC6zTyIg1fcrg9yaN7dj+HGEIbfe88qHH/4Ba6YYQjKlYQlBSBw8g6yz7cfJzBA+BIWIoDWJ428scgtJkw9dCWzT0ieQmrqTw3cETIYNgffCJaQOXfISeHfYttUbPNcmXyDHoTYnFYUmn6EkP1cU+optqCFslxCz1AfzRhUVIcowK5CsBpdE5Lu/Q2S5BDnhza3HNjFQhIehTGQ1xleVNdn4t3sIpKmOz1R7AgzOlm/P3paCKZELy1wJXdCGdGyI7Prt3vzHfKSaY2zMId2MyePckV1SKA3IDoWMI+JuSbikaEGXZAOVsIMx13PlmIi8NOH3jfcHIjztP7+krcsy8JdfPmBSoeGdsAz2y6AMtilr/p524bZ0Bh80ROT6WSvKOODDJtg6ttSZOfk5IYq9YOMnXfpnBOrVuKrBeteOH/dX+bD9H4yxkxasmdDRNI9VEsKwEoslBxZPv5KgaY1AXXpYhIYvTqiVAKxJimEx9AMwD+C5giEP4NFqEI9Ys00HNluPdCFOHyWEZa0mUTsdb3FG9Ckc0F9LdUGfGOyXfEq2yUYG1i4Z/jJRzm2VCkuLYzpjMNwCzOckqQDV9wJxhioHe3+HM1ckq0FhPo9s47uyun3vRa4I4OdNQN/uw54iFkiqT+Isr5NF6e8/aEgyxVmid1ptA/FaoKVjlavPH4qYjdWZfjvXVUvH4kQh6tkvLwfVIXwyduz5WNUEApRJQPhyBavwkzjnlcdKTgQGHqmAl07epiRarv777/+UhzmyJ6GilPq3qjhQ/KJr4le8f1qM0/hfJXAcVSuKypeSgumBKhMtf75yTEjQn3JkIcmyFLBAXHGVUg0lkIZRdRxVv72DKrFlUbBNBHvBiiB36uwzND65168N70j0Ao3TYcyvCiQ9L3KTV7bhcMTdcN8LaUXxH16JxOQdczpXDUOe/aFGfW/5kiy/Lhxg0ms+5LPnKnj6rWpBdz6CpK7Hq2PKxS3rWtASkvdDQ9ieXOteCYcLFZ9AD+eF+5mQR8yfiputt1e5wCAu4iCNhzwSR/rsLc8Rr9i3NHbDJ+LHwJYnHbNOwYap2CymkEXaMfdM1I6bx00px4wPzId1QU+mk4Mu0o+ldF2TN795Ba+0N5bDMSsdypl+IB7zW/Q7f8OfIx7z22JNmcC57q1Nx0N50ew6TiNRnl4mdsBDQ9mlUp7srcgjLBiLa9k4N5GUUOQMmEuHcm10vICm5SxoeYPrZywehK/blzshs9jJacfia4fCwCF965fzd8A97tPzyS3nASWYd7V8P1UBKc+pEki+Pjh2RkJFfLemn2pwECHLlej0cQ2lGJ9qwp3JNzTn5NZZPxPtLCcprbksGsh+Ltt5JZWh6OLVVLGk2C8LDepv/DSoX4rQIIU9H8BwEyxohCEHPOhyaYSKxDz7KrsKe5A70iO5M6N5AL4C7BDOSFkl5AiFxJLbqqxakpf8OOwtuefTLc1aVY6Qc87l+Q9iqI7Lya3yMX3i+fROKZWrIO11h1ws9sAc/ayUPJHllRyNVCw6ThaxnP2JbpUtPgcbTyxHWZsW6Z7v0IwfRb1+QhXwnvP+oJ5fZqFHvfmW9ZgGooB39m8O/gdQSwMEFAACAAgAkK6jSCqKN+aHEQAA8GEAABcAAAB1bml2ZXJzYWwvdW5pdmVyc2FsLnBuZ+3d+VeS2f8AcEszJ2eizcwsbZq0xQXUGjMXWmzSkXKd1FLR1GwzNTMUWVKnsUUldcpdmlzaJW3S3MAlJdSgCZXSlAqFEJUQkR0+9J2az4x+5g/4nvNwDni49znPva/73NUf3lzyOrDvm0WrF2lpaX3j7ubqo6WlA9PS0o7T09WkqHZb7tP8mRfvs2+3VhV1DVfzRSdq1/5dWlrVOH1F2ALN969i3QLjtbQWt396zyPH3I7Q0gq74O66yy8xZGIIfuVBpJIsUOajtJzPH9AGteV+tHya9SNk04+uznrL59ssmXgGKf/ouv5F2jL9+Xt0Lnl5KrRTkJWBFJlobZNiSH7uQT2fdujRUcI2JuOX/fUcWml9FaOnNIlP6yE+LlBIpume9vxm8TC7BDFcL5Gyi2Jk3K9XhZ6fp/v3j7c/rF6lLDvkti2bizvMgrpI3qYZS7uuuNw01P4a0qL194/7Nl7REYoneuamWEV1wM2Vtv/MhrTsTNbucxsjP6BB1U3KsPt3YCb7MiNmlXcjPeWEWd0Y72xQIk4fQZss+Gf2+ZRI7b4fTyuVfKwhDFY1p7rnU8Df+FnUV1ha5ZlFjWTMzv8QuRPivcTAVXd2Rr7REliTd2LZnPvNay1n/PwsogdtN0tz1fghxHvpT3Nv9RBCuZezjNMzt+yWNte9fkuNZpfR0lbuv9R355D97Batn6e/3MB7b8ScOunnNm3ZHEfNmG0P0bWE+bkaZM++XpOMNLBZ0AsgAASAABAAAkAACAABIAAEgAAQAAJAAAgAASAABIAAEAACQAAIAAEgAASAABAAAkAACAABIAAEgAAQAAJAAAgAASAABIAAEAACQAAIAAEgAASAABAAAkAACAABIAAEgAAQAAJAAAgAASAABIAAEAACQAAIAAEgAASAABAA4v8RIkXaNvKI5jIo+R/RAs+nqO1ju8MS0+bG0dM9bb8uP+BVwCqb2WEBW3rOh77PbDNeMCeioJ750YNHD85OhcT+e/v+W/I12ObIOXV9dh5MmWc+v2zn3RezylirKTr1Umib1uwq+QucYS7SkdznHuDm35OmKBvtcU5Tz9gpC0221+NFZ/q6/cFRzU1rx/IY3qP/LNDaHqJEzayA5gXLbfs4jSJhHUkZPe0Q06wSbWVxGSrMLUkiWVUMDclHSd6lF5mqJeSNhm7WjU3IJN7oTFa7qck/YynCtflE+SRFVaH+dtdNF84DRjTlnDO1Hu1CYgedgFSzRfAdeGk7K3TqTTyt5CdLo/TDYARy+0kT9QXDkFe9tG04ebupKlZIdeSjJuLgaFHfczBGcOUKnuYiH7/LecwWC7d3Y5c0CTqN4SVKPlYtH6RikGBRYiP10eSpN0yoWkobNAE3M4J/qHovDkAGmqCn/3geSeD8VlqFLDi6t3Zc/sJROE3N//L0c1JkHtO+ykWXtnmHcuNKk9gFHTQzXtz1Ulq9S9PkzN30ZXEQB8bqn8Din0jVjI3ViKEERsfG7pOl4mbxsPwx+d4rH1IIvphBi8EIiwzVjWxpUnG7WuveI4KXT5SqmY/mv1cz6g9KViG8QY3yyUZEZxWyAVmMHEA2xYFHb65/qgcWqfMmTxVlC2rWTiUHzdT08g4R9gS6XG8OB9PvP1uMPRxQw333V4Wpr3cqR4dYOCgmPLz14hoPxNkqm4iJ7mAE6hoz57vF5ifhL3xRTWZOlHbe8h7ZyBMVYj/kTiSl1jP/pDdEuSHhvlZOXgdrUpzO0PuWpTgR7J1drkrW+UXw8HJ4gr+IaVDfWZL51taE4JTR4b3gIvf9iDFT0tn/wbb0XF42GotDru28ya3JqwjhvJMGtI7suH6cfCg7ST7An+iud7D/3K+2m2mLmq08BfG99zAF16mKu1iSLwqTwPDgPJx5l0opZX6VhOK2DbR442NppJHwQbPA/CCmqSWrO6hS7BX2myrZpGbLhgzRvguEpXu3pMLwmMTbXjbwKxlmf1TZU4N/mFE6j4ktbnmAuy9u8QAzBxBbBk34n2oSkL12akfyAC/58Ll+auGXDm7nxRx8vwJaDe3s/n26NjaDKewt5QzwOTVnD4piWyNoobaLEdGQO6RWPBZ7RbqgbyM3vOMhe8qJGoaFnGpsXApjC0JXw2oXXK9Pj8aRVmw4Z2QEphNJ5IG8SO6o49PBhOblziOR07+nNzs7QDnkz2Ph1rEbRCeWOZaZIyW/9kDEBpvmMbnMW8StUVzLfqcgSH1laM1Esm+G/t2rPiBDjyoxqMBX37wxQ8+cp349tY0/7UQVEUscYjjPP98Q8bJlv8r81uDNpy8DmdyrcSUkrJJO8eBUT8e2jqxOdUdvplbx432qy4mGXYUxeg1nC0xKlWF+8IN2mX50fpgPyUXJwFUy2yOQVJGZHx0rPYYC5coeC5RenSz4jDPM2u7MB371TGQ1hKJITI4P+WsaPG6cOPGYMYDanBUja1CCA+FYpSjtJmWtvnnRa9zx4w3jYekr7oQ37TksNHPIU8Y/EF1KWpArIIz0qk/Lb6XjBDUIbGkC1cCmU1xWgHH368hpyFt06LsTmedtlZUE+q07HLvM9QY7Kj3tQJvoQritbduBqWQYicsrzBvtTaWYqj6mP8C29MnTg/kLG4pmZPiZhdGTZOXnKRetm6UkbDWZSuLa4M9RXtlg+b6o4XTVycJUSop+ruznxAbXV7pnGXmHMsAdd9I9sdbOpAr7+SC4OusJtYE4UoHJ2mlLJazvSAyw2tdJ8NQUe3EzS1CJsH//g/P93V2R6vnPX+ad6uu+rjJhFRH7u5vZkfWWA2tObEniBPJ7hzHyiSunGya4OrkiIqjZ3pN///NC9jbomzVTnnoM+JvnWNWYP0k2Fk6XPUmSfTSEo+KEvb6e0RiVEM+cEfBqOb6kGYWQBkddaJWohbgkXlJf+xg2F1fGi8ubtEBjRBKRZk7Yjh4Q2PbzvEkhBHoVo84khOMPwpeGK5HOTJlItiaUQecnr2SNOo/IC/TMF+rmml01mQQZ6bocVmYRhwUYGfcWPLOH3f1IFtP6dPDXus1/BdK11YxVi5mvtFnH2XABRJXsmibLT2Dg7Jko4T1mMoPVC1/cz9/mMlmivpLDJ6lVHblZq7KbrD1ijCnCQjx561u/p7dNWYxOeOLp5BKe1A9211S0A8eoe++uXMWpFnqpxeeDecLHBBqRSXOFLIWttBh5aVySLtc+SWmJ5D+zTiZvyn/4OKK73Sjs8/p3J6VuGMm7EWCrSj2NWgY9uITuOb4PUoBZBo9jaSY+otVZGP7oILkdq+TBwSbYhuHbHF/olsL7mfPo5MPI5FecpCwcgycy9iRZ5AfNKMj0Xl7wHxE6ZUmrVnMcm9PQIZNS+q+ZFcICaJCmPke2brbF8UHVe1IpAb/2qBGDwojMbX+F/a1LuSfxj6u9kFUtu43bVbcgVyaCqgS4ugfW1zXXB8NYbh25Mm/4+xrPDQFTJJqwWLWAc9FVrpMrayY7ZO3tqh19Vp3q/jpgh2mr67pL2eW3nTB8aHntECm07Wex/l9jLGHVq416Pfijlk5jy8Uyh91uVusrW8tduKZMRLhqe/idmuj9zpk64ddsiWqK3iIhmB4oR1qVCAY4dnAkg3cIfLikVaKyEDVYod2pKDPb9d7OE2erbZXKLAPYmPhT4Rv0zDUrN/R7kmIUDN4Jw/YT+tpfts9IVFc/nNgJCSPdQxPs5X9WJ4iQgk5tqQ2tsTqbEROww+U30+oyk7rdu9HqHG5eXgaccAyidAjGZbzwUTsS19wiRkQyGeGUQRcawjKykxdM4FRdoCgSHjBOypIPkFZEMfLe6JnDMazOzW1JrQOih2jrRKfny0oFHy9/e0GkkvOZTjOvwos2lia+r8WDoIqP7EamcrKDpbeRIV8cO7EW2URvMGwd+X2yfTBd/mWHVHTibfY+k9eO32fgAjn6uVLSQTt1TvFSEDsulOtxZkxchLHrFYxuF2LdzaVrErkhuZxtzril9p3iYCO4jx0839JZfdkqPNhWrbJiHccZwLo6X0oD8i0tYS6yD2XPxSS1cv/e7NQGHofuCUULtoueiLZyW5NRWLcE21g3SAGxzITeGUwj0AuQwc2gsC9bKeLpt9f8Q+pzQs+8tl8zpJlSO/Ne9qivFW9jPjnb4PdaFLnF49sjE26hE8LXM2YOopP0C89qwZT6cSmj5qhr+fFNher4HvIi88jv0EWC/fCoeRX9G0AukrcV1RGrvcfieMdfpoklqvO8iNAJR7Y3h9x2SpV1CCI4R+dOdPK6HP9cJeRGiZrdH+iyuUf31WD1j1TJqnP3rc9peoXTzYxId2cVqqJmhvWBt8hcJM/ALk48DCnAuh9QIhZky8YyZDUVAmevMWkGI1kFnr/2u/xfL6GHS3Vy3SFJrEx7a2Ivu0azkUgfiqc5F2meEaKIpJyIwZS+NlKw7Un1kpcWUAR+V3PaIKeke/p4DmJatPiMYnn4YGnVsM3h/HFxa/tv4g/cks8V/bo4LcVTs2U98lU26usd6DeyDeqaWG9TUwarR21WtEiLZdzaLxxcCeok7MeSLn/FYnDUT0/LdlgOecoUnTwbKE72snjpnrG4sXeNIcwdBNmVP5CSabxX1S1jWpQs0o2FAmXuYyVY6Uce4Z6qdQ6CFGiG5NEqkbMH27vcWuyJldE7aDK1MB06/WJPEV4xsvEIpaAjZ+mTpzmjob/THPPQaZR82UQheJG5i5djb9mtqIufu17M2wd1wwOO+ePLDQ6MHr9+Ct/VnVQCJvMIJKK/5Z1HTeGaXRHo2IQTV7MNbpREZVfuKl/0CuXgQ/oeXVwoRskHmSthOrnGjX6BSHLj9EceMhmOdHBSsLGxI1lDNp8b52ttcPO0T+OxmhF1g4s19BqTU88pHXS8rmf+iA8/w28WY6Kda3jdp9gWuTFo3mHNmWB9/riksoshWhzPBemBxPNWfNmSv+hu0Uyaw1sKLaXEKly35zvxHaxBFBPcYcQ5FmYr1fGEcKXOASh3KlfTS4j80DzV+Y8fQ0zX1ceIv2w9TDGSd7uYtAgmzoPfS7cqIPmCGSUSNBMtHkrrN1tp/oj0DfNTj9Y0rkWuVGwjMHPgrD2kk8tamLuHyO0fQFSJki2V8969czl25MtgkRnd5odVz4R3xWObzJgclewBWgpPnnhsIX3T0haxbP8YfuHwzH44HCMdJdx0V6qjmdOPVUlhmi6d9Mvy1hFJaznxXOyEYx3alP+C4Bkka+9ol6NjR6lDDn/W2Z7ckoByauCTq/2lZz2OEqbEO/o4Cdfwhk81z0dVKVm1kMSOwasVHCgcBbo8jTdQURHER1IRAWuVX/xODJF2w1Vnwkn8Zz9duGGqeLtwIeN1uOe3vIlGDK4Cuk7zvFAvWNZDZp9buVx3zEI7S1DPvuNEk5Wu9YjywcVvAfNtQrIaWBV2biYmC3PjreJPWtBxmOmy5+0gaNOOwl5WP31D+mRcczxfs1f85eMqrFufsOkywXM8cWNIFP/KlyUoNyVcbTZsM3/nlBMDRU2uwtMIDunhCrMTa2DUpYFnYj8Fy68k5lE+9WmPMsp/p6yS4T8Sg5WtXX8/KHKO3VDdnAginXhfc+zhTPxwvAKFibZ06ITf7GwtH96UJbLvOLl4PboYrZqpn++GhubKfH6WMaV5HxTjUdBGiW0WMj/gPehyvCKtrbvH6r/HPn9tzrR0vJCGpdOSGkmqS/LmVPcp42IhizjVZVG0zxR91lf95uN0lPKQ83gx3B7cCF03+8j/KnonpEBJb3uYmN4654Cr6eFHNrfPSbbTZNgvilkx5ywOAZmrZQzSmsv2X+vO/fEAj/8L1i9nqs+tG970b8H6RR2G8O1L/se9W1rydO9eezOg4Kdfu8RX8Rx32s25IsowsxwTpJlzBJo+ts/dZ/mcf3DceJBy4jsW2b+1HPNOs+Dw2UIaNCYZ8mNhYdfs3yeAavftvnsJhlWYFhB7mn9T60K1NC/3vQdcq3aHpv4HUEsDBBQAAgAIAJCuo0iV7pF+SwAAAGsAAAAbAAAAdW5pdmVyc2FsL3VuaXZlcnNhbC5wbmcueG1ss7GvyM1RKEstKs7Mz7NVMtQzULK34+WyKShKLctMLVeoAIoBBSFASaESyDVCcMszU0oygEIG5mYIwYzUzPSMElslCwNzuKA+0EwAUEsBAgAAFAACAAgAkK6jSA5qJE5iBAAABREAAB0AAAAAAAAAAQAAAAAAAAAAAHVuaXZlcnNhbC9jb21tb25fbWVzc2FnZXMubG5nUEsBAgAAFAACAAgAkK6jSAh+CyMpAwAAhgwAACcAAAAAAAAAAQAAAAAAnQQAAHVuaXZlcnNhbC9mbGFzaF9wdWJsaXNoaW5nX3NldHRpbmdzLnhtbFBLAQIAABQAAgAIAJCuo0i1/AlkugIAAFUKAAAhAAAAAAAAAAEAAAAAAAsIAAB1bml2ZXJzYWwvZmxhc2hfc2tpbl9zZXR0aW5ncy54bWxQSwECAAAUAAIACACQrqNIKpYPZ/4CAACXCwAAJgAAAAAAAAABAAAAAAAECwAAdW5pdmVyc2FsL2h0bWxfcHVibGlzaGluZ19zZXR0aW5ncy54bWxQSwECAAAUAAIACACQrqNIaHFSkZoBAAAfBgAAHwAAAAAAAAABAAAAAABGDgAAdW5pdmVyc2FsL2h0bWxfc2tpbl9zZXR0aW5ncy5qc1BLAQIAABQAAgAIAJCuo0g9PC/RwQAAAOUBAAAaAAAAAAAAAAEAAAAAAB0QAAB1bml2ZXJzYWwvaTE4bl9wcmVzZXRzLnhtbFBLAQIAABQAAgAIAJCuo0izv7NQbQAAAHIAAAAcAAAAAAAAAAEAAAAAABYRAAB1bml2ZXJzYWwvbG9jYWxfc2V0dGluZ3MueG1sUEsBAgAAFAACAAgARJRXRyO0Tvv7AgAAsAgAABQAAAAAAAAAAQAAAAAAvREAAHVuaXZlcnNhbC9wbGF5ZXIueG1sUEsBAgAAFAACAAgAkK6jSIyYS/o+CAAAjyAAACkAAAAAAAAAAQAAAAAA6hQAAHVuaXZlcnNhbC9za2luX2N1c3RvbWl6YXRpb25fc2V0dGluZ3MueG1sUEsBAgAAFAACAAgAkK6jSCqKN+aHEQAA8GEAABcAAAAAAAAAAAAAAAAAbx0AAHVuaXZlcnNhbC91bml2ZXJzYWwucG5nUEsBAgAAFAACAAgAkK6jSJXukX5LAAAAawAAABsAAAAAAAAAAQAAAAAAKy8AAHVuaXZlcnNhbC91bml2ZXJzYWwucG5nLnhtbFBLBQYAAAAACwALAEkDAACvLwAAAAA="/>
  <p:tag name="ISPRING_PRESENTATION_TITLE" val="1"/>
  <p:tag name="ISPRING_SCORM_PASSING_SCORE" val="100.000000"/>
  <p:tag name="ISPRING_FIRST_PUBLISH" val="1"/>
  <p:tag name="ISPRING_SCORM_RATE_QUIZZES" val="0"/>
  <p:tag name="ISPRING_SCORM_ENDPOINT" val="&lt;endpoint&gt;&lt;enable&gt;0&lt;/enable&gt;&lt;lrs&gt;http://&lt;/lrs&gt;&lt;auth&gt;0&lt;/auth&gt;&lt;login&gt;&lt;/login&gt;&lt;password&gt;&lt;/password&gt;&lt;key&gt;&lt;/key&gt;&lt;name&gt;&lt;/name&gt;&lt;email&gt;&lt;/email&gt;&lt;/endpoint&gt;&#10;"/>
  <p:tag name="ISPRING_OUTPUT_FOLDER" val="F:\2月份我图原创上传文件\780公司商务工作汇报PPT"/>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91296"/>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91296"/>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191296"/>
  <p:tag name="KSO_WM_TEMPLATE_THUMBS_INDEX" val="1、3、7、8、10、13、14、15、17、18、19"/>
  <p:tag name="KSO_WM_TEMPLATE_SUBCATEGORY" val="0"/>
  <p:tag name="KSO_WM_TEMPLATE_MASTER_TYPE" val="1"/>
  <p:tag name="KSO_WM_TEMPLATE_COLOR_TYPE" val="1"/>
  <p:tag name="KSO_WM_TEMPLATE_MASTER_THUMB_INDEX" val="18"/>
  <p:tag name="KSO_WM_UNIT_SHOW_EDIT_AREA_INDICATION" val="0"/>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45.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TYPE" val="i"/>
  <p:tag name="KSO_WM_UNIT_INDEX" val="1"/>
  <p:tag name="KSO_WM_UNIT_ID" val="_3*i*1"/>
  <p:tag name="KSO_WM_UNIT_LAYERLEVEL" val="1"/>
  <p:tag name="KSO_WM_TAG_VERSION" val="1.0"/>
  <p:tag name="KSO_WM_BEAUTIFY_FLAG" val="#wm#"/>
  <p:tag name="KSO_WM_UNIT_DIAGRAM_ISNUMVISUAL" val="0"/>
  <p:tag name="KSO_WM_UNIT_DIAGRAM_ISREFERUNIT" val="0"/>
</p:tagLst>
</file>

<file path=ppt/tags/tag2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9*i*1"/>
  <p:tag name="KSO_WM_UNIT_BK_DARK_LIGHT" val="2"/>
  <p:tag name="KSO_WM_UNIT_LAYERLEVEL" val="1"/>
  <p:tag name="KSO_WM_TAG_VERSION" val="1.0"/>
  <p:tag name="KSO_WM_BEAUTIFY_FLAG" val="#wm#"/>
</p:tagLst>
</file>

<file path=ppt/tags/tag4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0*i*1"/>
  <p:tag name="KSO_WM_UNIT_BK_DARK_LIGHT" val="2"/>
  <p:tag name="KSO_WM_UNIT_LAYERLEVEL" val="1"/>
  <p:tag name="KSO_WM_TAG_VERSION" val="1.0"/>
  <p:tag name="KSO_WM_BEAUTIFY_FLAG" val="#wm#"/>
</p:tagLst>
</file>

<file path=ppt/tags/tag4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2*i*1"/>
  <p:tag name="KSO_WM_UNIT_LAYERLEVEL" val="1"/>
  <p:tag name="KSO_WM_TAG_VERSION" val="1.0"/>
  <p:tag name="KSO_WM_BEAUTIFY_FLAG" val="#wm#"/>
  <p:tag name="KSO_WM_SLIDE_BACKGROUND_TYPE" val="general"/>
  <p:tag name="KSO_WM_SLIDE_BK_DARK_LIGHT" val="2"/>
</p:tagLst>
</file>

<file path=ppt/tags/tag5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i*2"/>
  <p:tag name="KSO_WM_UNIT_LAYERLEVEL" val="1"/>
  <p:tag name="KSO_WM_TAG_VERSION" val="1.0"/>
  <p:tag name="KSO_WM_BEAUTIFY_FLAG" val="#wm#"/>
  <p:tag name="KSO_WM_SLIDE_BACKGROUND_TYPE" val="general"/>
  <p:tag name="KSO_WM_SLIDE_BK_DARK_LIGHT" val="2"/>
  <p:tag name="KSO_WM_UNIT_TYPE" val="i"/>
  <p:tag name="KSO_WM_UNIT_INDEX" val="2"/>
</p:tagLst>
</file>

<file path=ppt/tags/tag5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5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5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567.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5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 name="KSO_WM_SLIDE_BACKGROUND_TYPE" val="bottomTop"/>
  <p:tag name="KSO_WM_SLIDE_BK_DARK_LIGHT" val="2"/>
</p:tagLst>
</file>

<file path=ppt/tags/tag5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2"/>
  <p:tag name="KSO_WM_UNIT_LAYERLEVEL" val="1"/>
  <p:tag name="KSO_WM_TAG_VERSION" val="1.0"/>
  <p:tag name="KSO_WM_BEAUTIFY_FLAG" val="#wm#"/>
  <p:tag name="KSO_WM_SLIDE_BACKGROUND_TYPE" val="bottomTop"/>
  <p:tag name="KSO_WM_SLIDE_BK_DARK_LIGHT" val="2"/>
  <p:tag name="KSO_WM_UNIT_TYPE" val="i"/>
  <p:tag name="KSO_WM_UNIT_INDEX" val="2"/>
</p:tagLst>
</file>

<file path=ppt/tags/tag5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3"/>
  <p:tag name="KSO_WM_UNIT_LAYERLEVEL" val="1"/>
  <p:tag name="KSO_WM_TAG_VERSION" val="1.0"/>
  <p:tag name="KSO_WM_BEAUTIFY_FLAG" val="#wm#"/>
  <p:tag name="KSO_WM_SLIDE_BACKGROUND_TYPE" val="bottomTop"/>
  <p:tag name="KSO_WM_SLIDE_BK_DARK_LIGHT" val="2"/>
  <p:tag name="KSO_WM_UNIT_TYPE" val="i"/>
  <p:tag name="KSO_WM_UNIT_INDEX" val="3"/>
</p:tagLst>
</file>

<file path=ppt/tags/tag5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5"/>
  <p:tag name="KSO_WM_UNIT_LAYERLEVEL" val="1"/>
  <p:tag name="KSO_WM_TAG_VERSION" val="1.0"/>
  <p:tag name="KSO_WM_BEAUTIFY_FLAG" val="#wm#"/>
  <p:tag name="KSO_WM_SLIDE_BACKGROUND_TYPE" val="bottomTop"/>
  <p:tag name="KSO_WM_SLIDE_BK_DARK_LIGHT" val="2"/>
  <p:tag name="KSO_WM_UNIT_TYPE" val="i"/>
  <p:tag name="KSO_WM_UNIT_INDEX" val="5"/>
</p:tagLst>
</file>

<file path=ppt/tags/tag5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4"/>
  <p:tag name="KSO_WM_UNIT_LAYERLEVEL" val="1"/>
  <p:tag name="KSO_WM_TAG_VERSION" val="1.0"/>
  <p:tag name="KSO_WM_BEAUTIFY_FLAG" val="#wm#"/>
  <p:tag name="KSO_WM_SLIDE_BACKGROUND_TYPE" val="bottomTop"/>
  <p:tag name="KSO_WM_SLIDE_BK_DARK_LIGHT" val="2"/>
  <p:tag name="KSO_WM_UNIT_TYPE" val="i"/>
  <p:tag name="KSO_WM_UNIT_INDEX" val="4"/>
</p:tagLst>
</file>

<file path=ppt/tags/tag5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6"/>
  <p:tag name="KSO_WM_UNIT_LAYERLEVEL" val="1"/>
  <p:tag name="KSO_WM_TAG_VERSION" val="1.0"/>
  <p:tag name="KSO_WM_BEAUTIFY_FLAG" val="#wm#"/>
  <p:tag name="KSO_WM_SLIDE_BACKGROUND_TYPE" val="bottomTop"/>
  <p:tag name="KSO_WM_SLIDE_BK_DARK_LIGHT" val="2"/>
  <p:tag name="KSO_WM_UNIT_TYPE" val="i"/>
  <p:tag name="KSO_WM_UNIT_INDEX" val="6"/>
</p:tagLst>
</file>

<file path=ppt/tags/tag5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7"/>
  <p:tag name="KSO_WM_UNIT_LAYERLEVEL" val="1"/>
  <p:tag name="KSO_WM_TAG_VERSION" val="1.0"/>
  <p:tag name="KSO_WM_BEAUTIFY_FLAG" val="#wm#"/>
  <p:tag name="KSO_WM_SLIDE_BACKGROUND_TYPE" val="bottomTop"/>
  <p:tag name="KSO_WM_SLIDE_BK_DARK_LIGHT" val="2"/>
  <p:tag name="KSO_WM_UNIT_TYPE" val="i"/>
  <p:tag name="KSO_WM_UNIT_INDEX" val="7"/>
</p:tagLst>
</file>

<file path=ppt/tags/tag5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2"/>
  <p:tag name="KSO_WM_UNIT_LAYERLEVEL" val="1"/>
  <p:tag name="KSO_WM_TAG_VERSION" val="1.0"/>
  <p:tag name="KSO_WM_BEAUTIFY_FLAG" val="#wm#"/>
  <p:tag name="KSO_WM_SLIDE_BACKGROUND_TYPE" val="leftRight"/>
  <p:tag name="KSO_WM_SLIDE_BK_DARK_LIGHT" val="2"/>
</p:tagLst>
</file>

<file path=ppt/tags/tag576.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5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5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5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5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5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5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583.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584.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5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2"/>
  <p:tag name="KSO_WM_UNIT_LAYERLEVEL" val="1"/>
  <p:tag name="KSO_WM_TAG_VERSION" val="1.0"/>
  <p:tag name="KSO_WM_BEAUTIFY_FLAG" val="#wm#"/>
  <p:tag name="KSO_WM_SLIDE_BACKGROUND_TYPE" val="topBottom"/>
  <p:tag name="KSO_WM_SLIDE_BK_DARK_LIGHT" val="2"/>
</p:tagLst>
</file>

<file path=ppt/tags/tag58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5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5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5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5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5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5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593.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594.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59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5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 name="KSO_WM_SLIDE_BACKGROUND_TYPE" val="bottomTop"/>
  <p:tag name="KSO_WM_SLIDE_BK_DARK_LIGHT" val="2"/>
</p:tagLst>
</file>

<file path=ppt/tags/tag5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2"/>
  <p:tag name="KSO_WM_UNIT_LAYERLEVEL" val="1"/>
  <p:tag name="KSO_WM_TAG_VERSION" val="1.0"/>
  <p:tag name="KSO_WM_BEAUTIFY_FLAG" val="#wm#"/>
  <p:tag name="KSO_WM_SLIDE_BACKGROUND_TYPE" val="bottomTop"/>
  <p:tag name="KSO_WM_SLIDE_BK_DARK_LIGHT" val="2"/>
  <p:tag name="KSO_WM_UNIT_TYPE" val="i"/>
  <p:tag name="KSO_WM_UNIT_INDEX" val="2"/>
</p:tagLst>
</file>

<file path=ppt/tags/tag5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3"/>
  <p:tag name="KSO_WM_UNIT_LAYERLEVEL" val="1"/>
  <p:tag name="KSO_WM_TAG_VERSION" val="1.0"/>
  <p:tag name="KSO_WM_BEAUTIFY_FLAG" val="#wm#"/>
  <p:tag name="KSO_WM_SLIDE_BACKGROUND_TYPE" val="bottomTop"/>
  <p:tag name="KSO_WM_SLIDE_BK_DARK_LIGHT" val="2"/>
  <p:tag name="KSO_WM_UNIT_TYPE" val="i"/>
  <p:tag name="KSO_WM_UNIT_INDEX" val="3"/>
</p:tagLst>
</file>

<file path=ppt/tags/tag5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5"/>
  <p:tag name="KSO_WM_UNIT_LAYERLEVEL" val="1"/>
  <p:tag name="KSO_WM_TAG_VERSION" val="1.0"/>
  <p:tag name="KSO_WM_BEAUTIFY_FLAG" val="#wm#"/>
  <p:tag name="KSO_WM_SLIDE_BACKGROUND_TYPE" val="bottomTop"/>
  <p:tag name="KSO_WM_SLIDE_BK_DARK_LIGHT" val="2"/>
  <p:tag name="KSO_WM_UNIT_TYPE" val="i"/>
  <p:tag name="KSO_WM_UNIT_INDEX" val="5"/>
</p:tagLst>
</file>

<file path=ppt/tags/tag6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4"/>
  <p:tag name="KSO_WM_UNIT_LAYERLEVEL" val="1"/>
  <p:tag name="KSO_WM_TAG_VERSION" val="1.0"/>
  <p:tag name="KSO_WM_BEAUTIFY_FLAG" val="#wm#"/>
  <p:tag name="KSO_WM_SLIDE_BACKGROUND_TYPE" val="bottomTop"/>
  <p:tag name="KSO_WM_SLIDE_BK_DARK_LIGHT" val="2"/>
  <p:tag name="KSO_WM_UNIT_TYPE" val="i"/>
  <p:tag name="KSO_WM_UNIT_INDEX" val="4"/>
</p:tagLst>
</file>

<file path=ppt/tags/tag6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6"/>
  <p:tag name="KSO_WM_UNIT_LAYERLEVEL" val="1"/>
  <p:tag name="KSO_WM_TAG_VERSION" val="1.0"/>
  <p:tag name="KSO_WM_BEAUTIFY_FLAG" val="#wm#"/>
  <p:tag name="KSO_WM_SLIDE_BACKGROUND_TYPE" val="bottomTop"/>
  <p:tag name="KSO_WM_SLIDE_BK_DARK_LIGHT" val="2"/>
  <p:tag name="KSO_WM_UNIT_TYPE" val="i"/>
  <p:tag name="KSO_WM_UNIT_INDEX" val="6"/>
</p:tagLst>
</file>

<file path=ppt/tags/tag6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7"/>
  <p:tag name="KSO_WM_UNIT_LAYERLEVEL" val="1"/>
  <p:tag name="KSO_WM_TAG_VERSION" val="1.0"/>
  <p:tag name="KSO_WM_BEAUTIFY_FLAG" val="#wm#"/>
  <p:tag name="KSO_WM_SLIDE_BACKGROUND_TYPE" val="bottomTop"/>
  <p:tag name="KSO_WM_SLIDE_BK_DARK_LIGHT" val="2"/>
  <p:tag name="KSO_WM_UNIT_TYPE" val="i"/>
  <p:tag name="KSO_WM_UNIT_INDEX" val="7"/>
</p:tagLst>
</file>

<file path=ppt/tags/tag6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SLIDE_BACKGROUND_TYPE" val="navigation"/>
  <p:tag name="KSO_WM_SLIDE_BK_DARK_LIGHT" val="2"/>
</p:tagLst>
</file>

<file path=ppt/tags/tag6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2"/>
  <p:tag name="KSO_WM_UNIT_LAYERLEVEL" val="1"/>
  <p:tag name="KSO_WM_TAG_VERSION" val="1.0"/>
  <p:tag name="KSO_WM_BEAUTIFY_FLAG" val="#wm#"/>
  <p:tag name="KSO_WM_SLIDE_BACKGROUND_TYPE" val="navigation"/>
  <p:tag name="KSO_WM_SLIDE_BK_DARK_LIGHT" val="2"/>
</p:tagLst>
</file>

<file path=ppt/tags/tag6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6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6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6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6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6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6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6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6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 name="KSO_WM_SLIDE_BACKGROUND_TYPE" val="belt"/>
  <p:tag name="KSO_WM_SLIDE_BK_DARK_LIGHT" val="2"/>
</p:tagLst>
</file>

<file path=ppt/tags/tag6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6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6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6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6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619.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620.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621.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6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2"/>
  <p:tag name="KSO_WM_UNIT_LAYERLEVEL" val="1"/>
  <p:tag name="KSO_WM_TAG_VERSION" val="1.0"/>
  <p:tag name="KSO_WM_BEAUTIFY_FLAG" val="#wm#"/>
  <p:tag name="KSO_WM_SLIDE_BACKGROUND_TYPE" val="belt"/>
  <p:tag name="KSO_WM_SLIDE_BK_DARK_LIGHT" val="2"/>
  <p:tag name="KSO_WM_UNIT_TYPE" val="i"/>
  <p:tag name="KSO_WM_UNIT_INDEX" val="2"/>
</p:tagLst>
</file>

<file path=ppt/tags/tag6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3"/>
  <p:tag name="KSO_WM_UNIT_LAYERLEVEL" val="1"/>
  <p:tag name="KSO_WM_TAG_VERSION" val="1.0"/>
  <p:tag name="KSO_WM_BEAUTIFY_FLAG" val="#wm#"/>
  <p:tag name="KSO_WM_SLIDE_BACKGROUND_TYPE" val="belt"/>
  <p:tag name="KSO_WM_SLIDE_BK_DARK_LIGHT" val="2"/>
  <p:tag name="KSO_WM_UNIT_TYPE" val="i"/>
  <p:tag name="KSO_WM_UNIT_INDEX" val="3"/>
</p:tagLst>
</file>

<file path=ppt/tags/tag6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5"/>
  <p:tag name="KSO_WM_UNIT_LAYERLEVEL" val="1"/>
  <p:tag name="KSO_WM_TAG_VERSION" val="1.0"/>
  <p:tag name="KSO_WM_BEAUTIFY_FLAG" val="#wm#"/>
  <p:tag name="KSO_WM_SLIDE_BACKGROUND_TYPE" val="belt"/>
  <p:tag name="KSO_WM_SLIDE_BK_DARK_LIGHT" val="2"/>
  <p:tag name="KSO_WM_UNIT_TYPE" val="i"/>
  <p:tag name="KSO_WM_UNIT_INDEX" val="5"/>
</p:tagLst>
</file>

<file path=ppt/tags/tag6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4"/>
  <p:tag name="KSO_WM_UNIT_LAYERLEVEL" val="1"/>
  <p:tag name="KSO_WM_TAG_VERSION" val="1.0"/>
  <p:tag name="KSO_WM_BEAUTIFY_FLAG" val="#wm#"/>
  <p:tag name="KSO_WM_SLIDE_BACKGROUND_TYPE" val="belt"/>
  <p:tag name="KSO_WM_SLIDE_BK_DARK_LIGHT" val="2"/>
  <p:tag name="KSO_WM_UNIT_TYPE" val="i"/>
  <p:tag name="KSO_WM_UNIT_INDEX" val="4"/>
</p:tagLst>
</file>

<file path=ppt/tags/tag6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6"/>
  <p:tag name="KSO_WM_UNIT_LAYERLEVEL" val="1"/>
  <p:tag name="KSO_WM_TAG_VERSION" val="1.0"/>
  <p:tag name="KSO_WM_BEAUTIFY_FLAG" val="#wm#"/>
  <p:tag name="KSO_WM_SLIDE_BACKGROUND_TYPE" val="belt"/>
  <p:tag name="KSO_WM_SLIDE_BK_DARK_LIGHT" val="2"/>
  <p:tag name="KSO_WM_UNIT_TYPE" val="i"/>
  <p:tag name="KSO_WM_UNIT_INDEX" val="6"/>
</p:tagLst>
</file>

<file path=ppt/tags/tag6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7"/>
  <p:tag name="KSO_WM_UNIT_LAYERLEVEL" val="1"/>
  <p:tag name="KSO_WM_TAG_VERSION" val="1.0"/>
  <p:tag name="KSO_WM_BEAUTIFY_FLAG" val="#wm#"/>
  <p:tag name="KSO_WM_SLIDE_BACKGROUND_TYPE" val="belt"/>
  <p:tag name="KSO_WM_SLIDE_BK_DARK_LIGHT" val="2"/>
  <p:tag name="KSO_WM_UNIT_TYPE" val="i"/>
  <p:tag name="KSO_WM_UNIT_INDEX" val="7"/>
</p:tagLst>
</file>

<file path=ppt/tags/tag62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204165"/>
</p:tagLst>
</file>

<file path=ppt/tags/tag62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204165"/>
</p:tagLst>
</file>

<file path=ppt/tags/tag6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33.xml><?xml version="1.0" encoding="utf-8"?>
<p:tagLst xmlns:a="http://schemas.openxmlformats.org/drawingml/2006/main" xmlns:r="http://schemas.openxmlformats.org/officeDocument/2006/relationships" xmlns:p="http://schemas.openxmlformats.org/presentationml/2006/main">
  <p:tag name="KSO_WM_TEMPLATE_SUBCATEGORY" val="0"/>
  <p:tag name="KSO_WM_TAG_VERSION" val="1.0"/>
  <p:tag name="KSO_WM_BEAUTIFY_FLAG" val="#wm#"/>
  <p:tag name="KSO_WM_TEMPLATE_CATEGORY" val="custom"/>
  <p:tag name="KSO_WM_TEMPLATE_INDEX" val="20204165"/>
  <p:tag name="KSO_WM_TEMPLATE_MASTER_TYPE" val="1"/>
  <p:tag name="KSO_WM_TEMPLATE_COLOR_TYPE" val="1"/>
  <p:tag name="KSO_WM_TEMPLATE_MASTER_THUMB_INDEX" val="12"/>
  <p:tag name="KSO_WM_TEMPLATE_THUMBS_INDEX" val="1、4、7、8、9、12、15、16、20、23、24、25、26、29、34、39、42、43"/>
</p:tagLst>
</file>

<file path=ppt/tags/tag6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INDEX" val="1"/>
  <p:tag name="KSO_WM_UNIT_TYPE" val="y"/>
  <p:tag name="KSO_WM_SLIDE_BACKGROUND_MASK_FLAG" val="1"/>
</p:tagLst>
</file>

<file path=ppt/tags/tag6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5.xml><?xml version="1.0" encoding="utf-8"?>
<p:tagLst xmlns:a="http://schemas.openxmlformats.org/drawingml/2006/main" xmlns:r="http://schemas.openxmlformats.org/officeDocument/2006/relationships" xmlns:p="http://schemas.openxmlformats.org/presentationml/2006/main">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06.xml><?xml version="1.0" encoding="utf-8"?>
<p:tagLst xmlns:a="http://schemas.openxmlformats.org/drawingml/2006/main" xmlns:r="http://schemas.openxmlformats.org/officeDocument/2006/relationships" xmlns:p="http://schemas.openxmlformats.org/presentationml/2006/main">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K_DARK_LIGHT" val="2"/>
  <p:tag name="KSO_WM_SLIDE_BACKGROUND_TYPE" val="general"/>
</p:tagLst>
</file>

<file path=ppt/tags/tag7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K_DARK_LIGHT" val="2"/>
  <p:tag name="KSO_WM_SLIDE_BACKGROUND_TYPE" val="general"/>
</p:tagLst>
</file>

<file path=ppt/tags/tag7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K_DARK_LIGHT" val="2"/>
  <p:tag name="KSO_WM_SLIDE_BACKGROUND_TYPE" val="general"/>
</p:tagLst>
</file>

<file path=ppt/tags/tag7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K_DARK_LIGHT" val="2"/>
  <p:tag name="KSO_WM_SLIDE_BACKGROUND_TYPE" val="general"/>
</p:tagLst>
</file>

<file path=ppt/tags/tag711.xml><?xml version="1.0" encoding="utf-8"?>
<p:tagLst xmlns:a="http://schemas.openxmlformats.org/drawingml/2006/main" xmlns:r="http://schemas.openxmlformats.org/officeDocument/2006/relationships" xmlns:p="http://schemas.openxmlformats.org/presentationml/2006/main">
  <p:tag name="KSO_WM_SLIDE_BK_DARK_LIGHT" val="2"/>
  <p:tag name="KSO_WM_UNIT_BK_DARK_LIGHT" val="2"/>
  <p:tag name="KSO_WM_UNIT_HIGHLIGHT" val="0"/>
  <p:tag name="KSO_WM_UNIT_COMPATIBLE" val="0"/>
  <p:tag name="KSO_WM_UNIT_DIAGRAM_ISNUMVISUAL" val="0"/>
  <p:tag name="KSO_WM_UNIT_DIAGRAM_ISREFERUNIT" val="0"/>
  <p:tag name="KSO_WM_UNIT_INDEX" val="1"/>
  <p:tag name="KSO_WM_UNIT_ID" val="_13*i*1"/>
  <p:tag name="KSO_WM_UNIT_LAYERLEVEL" val="1"/>
  <p:tag name="KSO_WM_TAG_VERSION" val="1.0"/>
  <p:tag name="KSO_WM_BEAUTIFY_FLAG" val="#wm#"/>
  <p:tag name="KSO_WM_UNIT_TYPE" val="i"/>
  <p:tag name="KSO_WM_UNIT_SUBTYPE" val="h"/>
  <p:tag name="KSO_WM_SLIDE_BACKGROUND_TYPE" val="frame"/>
</p:tagLst>
</file>

<file path=ppt/tags/tag712.xml><?xml version="1.0" encoding="utf-8"?>
<p:tagLst xmlns:a="http://schemas.openxmlformats.org/drawingml/2006/main" xmlns:r="http://schemas.openxmlformats.org/officeDocument/2006/relationships" xmlns:p="http://schemas.openxmlformats.org/presentationml/2006/main">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Lst>
</file>

<file path=ppt/tags/tag713.xml><?xml version="1.0" encoding="utf-8"?>
<p:tagLst xmlns:a="http://schemas.openxmlformats.org/drawingml/2006/main" xmlns:r="http://schemas.openxmlformats.org/officeDocument/2006/relationships" xmlns:p="http://schemas.openxmlformats.org/presentationml/2006/main">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Lst>
</file>

<file path=ppt/tags/tag7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K_DARK_LIGHT" val="2"/>
  <p:tag name="KSO_WM_SLIDE_BACKGROUND_TYPE" val="frame"/>
</p:tagLst>
</file>

<file path=ppt/tags/tag7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K_DARK_LIGHT" val="2"/>
  <p:tag name="KSO_WM_SLIDE_BACKGROUND_TYPE" val="frame"/>
</p:tagLst>
</file>

<file path=ppt/tags/tag7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K_DARK_LIGHT" val="2"/>
  <p:tag name="KSO_WM_SLIDE_BACKGROUND_TYPE" val="frame"/>
</p:tagLst>
</file>

<file path=ppt/tags/tag7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K_DARK_LIGHT" val="2"/>
  <p:tag name="KSO_WM_SLIDE_BACKGROUND_TYPE" val="frame"/>
</p:tagLst>
</file>

<file path=ppt/tags/tag7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K_DARK_LIGHT" val="2"/>
  <p:tag name="KSO_WM_SLIDE_BACKGROUND_TYPE" val="frame"/>
</p:tagLst>
</file>

<file path=ppt/tags/tag719.xml><?xml version="1.0" encoding="utf-8"?>
<p:tagLst xmlns:a="http://schemas.openxmlformats.org/drawingml/2006/main" xmlns:r="http://schemas.openxmlformats.org/officeDocument/2006/relationships" xmlns:p="http://schemas.openxmlformats.org/presentationml/2006/main">
  <p:tag name="KSO_WM_SLIDE_BK_DARK_LIGHT" val="2"/>
  <p:tag name="KSO_WM_UNIT_BK_DARK_LIGHT" val="2"/>
  <p:tag name="KSO_WM_UNIT_HIGHLIGHT" val="0"/>
  <p:tag name="KSO_WM_UNIT_COMPATIBLE" val="0"/>
  <p:tag name="KSO_WM_UNIT_DIAGRAM_ISNUMVISUAL" val="0"/>
  <p:tag name="KSO_WM_UNIT_DIAGRAM_ISREFERUNIT" val="0"/>
  <p:tag name="KSO_WM_UNIT_INDEX" val="1"/>
  <p:tag name="KSO_WM_UNIT_ID" val="_14*i*1"/>
  <p:tag name="KSO_WM_UNIT_LAYERLEVEL" val="1"/>
  <p:tag name="KSO_WM_TAG_VERSION" val="1.0"/>
  <p:tag name="KSO_WM_BEAUTIFY_FLAG" val="#wm#"/>
  <p:tag name="KSO_WM_UNIT_TYPE" val="i"/>
  <p:tag name="KSO_WM_UNIT_SUBTYPE" val="h"/>
  <p:tag name="KSO_WM_SLIDE_BACKGROUND_TYPE" val="leftRight"/>
</p:tagLst>
</file>

<file path=ppt/tags/tag720.xml><?xml version="1.0" encoding="utf-8"?>
<p:tagLst xmlns:a="http://schemas.openxmlformats.org/drawingml/2006/main" xmlns:r="http://schemas.openxmlformats.org/officeDocument/2006/relationships" xmlns:p="http://schemas.openxmlformats.org/presentationml/2006/main">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Lst>
</file>

<file path=ppt/tags/tag7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K_DARK_LIGHT" val="2"/>
  <p:tag name="KSO_WM_SLIDE_BACKGROUND_TYPE" val="leftRight"/>
</p:tagLst>
</file>

<file path=ppt/tags/tag7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K_DARK_LIGHT" val="2"/>
  <p:tag name="KSO_WM_SLIDE_BACKGROUND_TYPE" val="leftRight"/>
</p:tagLst>
</file>

<file path=ppt/tags/tag7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K_DARK_LIGHT" val="2"/>
  <p:tag name="KSO_WM_SLIDE_BACKGROUND_TYPE" val="leftRight"/>
</p:tagLst>
</file>

<file path=ppt/tags/tag7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K_DARK_LIGHT" val="2"/>
  <p:tag name="KSO_WM_SLIDE_BACKGROUND_TYPE" val="leftRight"/>
</p:tagLst>
</file>

<file path=ppt/tags/tag7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K_DARK_LIGHT" val="2"/>
  <p:tag name="KSO_WM_SLIDE_BACKGROUND_TYPE" val="leftRight"/>
</p:tagLst>
</file>

<file path=ppt/tags/tag7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K_DARK_LIGHT" val="2"/>
  <p:tag name="KSO_WM_SLIDE_BACKGROUND_TYPE" val="leftRight"/>
</p:tagLst>
</file>

<file path=ppt/tags/tag727.xml><?xml version="1.0" encoding="utf-8"?>
<p:tagLst xmlns:a="http://schemas.openxmlformats.org/drawingml/2006/main" xmlns:r="http://schemas.openxmlformats.org/officeDocument/2006/relationships" xmlns:p="http://schemas.openxmlformats.org/presentationml/2006/main">
  <p:tag name="KSO_WM_SLIDE_BK_DARK_LIGHT" val="2"/>
  <p:tag name="KSO_WM_UNIT_BK_DARK_LIGHT" val="2"/>
  <p:tag name="KSO_WM_UNIT_HIGHLIGHT" val="0"/>
  <p:tag name="KSO_WM_UNIT_COMPATIBLE" val="0"/>
  <p:tag name="KSO_WM_UNIT_DIAGRAM_ISNUMVISUAL" val="0"/>
  <p:tag name="KSO_WM_UNIT_DIAGRAM_ISREFERUNIT" val="0"/>
  <p:tag name="KSO_WM_UNIT_INDEX" val="1"/>
  <p:tag name="KSO_WM_UNIT_ID" val="_15*i*1"/>
  <p:tag name="KSO_WM_UNIT_LAYERLEVEL" val="1"/>
  <p:tag name="KSO_WM_TAG_VERSION" val="1.0"/>
  <p:tag name="KSO_WM_BEAUTIFY_FLAG" val="#wm#"/>
  <p:tag name="KSO_WM_UNIT_TYPE" val="i"/>
  <p:tag name="KSO_WM_UNIT_SUBTYPE" val="h"/>
  <p:tag name="KSO_WM_SLIDE_BACKGROUND_TYPE" val="topBottom"/>
</p:tagLst>
</file>

<file path=ppt/tags/tag728.xml><?xml version="1.0" encoding="utf-8"?>
<p:tagLst xmlns:a="http://schemas.openxmlformats.org/drawingml/2006/main" xmlns:r="http://schemas.openxmlformats.org/officeDocument/2006/relationships" xmlns:p="http://schemas.openxmlformats.org/presentationml/2006/main">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Lst>
</file>

<file path=ppt/tags/tag729.xml><?xml version="1.0" encoding="utf-8"?>
<p:tagLst xmlns:a="http://schemas.openxmlformats.org/drawingml/2006/main" xmlns:r="http://schemas.openxmlformats.org/officeDocument/2006/relationships" xmlns:p="http://schemas.openxmlformats.org/presentationml/2006/main">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Lst>
</file>

<file path=ppt/tags/tag7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K_DARK_LIGHT" val="2"/>
  <p:tag name="KSO_WM_SLIDE_BACKGROUND_TYPE" val="topBottom"/>
</p:tagLst>
</file>

<file path=ppt/tags/tag7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K_DARK_LIGHT" val="2"/>
  <p:tag name="KSO_WM_SLIDE_BACKGROUND_TYPE" val="topBottom"/>
</p:tagLst>
</file>

<file path=ppt/tags/tag7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K_DARK_LIGHT" val="2"/>
  <p:tag name="KSO_WM_SLIDE_BACKGROUND_TYPE" val="topBottom"/>
</p:tagLst>
</file>

<file path=ppt/tags/tag7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K_DARK_LIGHT" val="2"/>
  <p:tag name="KSO_WM_SLIDE_BACKGROUND_TYPE" val="topBottom"/>
</p:tagLst>
</file>

<file path=ppt/tags/tag7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K_DARK_LIGHT" val="2"/>
  <p:tag name="KSO_WM_SLIDE_BACKGROUND_TYPE" val="topBottom"/>
</p:tagLst>
</file>

<file path=ppt/tags/tag7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K_DARK_LIGHT" val="2"/>
  <p:tag name="KSO_WM_SLIDE_BACKGROUND_TYPE" val="topBottom"/>
</p:tagLst>
</file>

<file path=ppt/tags/tag736.xml><?xml version="1.0" encoding="utf-8"?>
<p:tagLst xmlns:a="http://schemas.openxmlformats.org/drawingml/2006/main" xmlns:r="http://schemas.openxmlformats.org/officeDocument/2006/relationships" xmlns:p="http://schemas.openxmlformats.org/presentationml/2006/main">
  <p:tag name="KSO_WM_SLIDE_BK_DARK_LIGHT" val="2"/>
  <p:tag name="KSO_WM_UNIT_BK_DARK_LIGHT" val="2"/>
  <p:tag name="KSO_WM_UNIT_HIGHLIGHT" val="0"/>
  <p:tag name="KSO_WM_UNIT_COMPATIBLE" val="0"/>
  <p:tag name="KSO_WM_UNIT_DIAGRAM_ISNUMVISUAL" val="0"/>
  <p:tag name="KSO_WM_UNIT_DIAGRAM_ISREFERUNIT" val="0"/>
  <p:tag name="KSO_WM_UNIT_INDEX" val="1"/>
  <p:tag name="KSO_WM_UNIT_ID" val="_16*i*1"/>
  <p:tag name="KSO_WM_UNIT_LAYERLEVEL" val="1"/>
  <p:tag name="KSO_WM_TAG_VERSION" val="1.0"/>
  <p:tag name="KSO_WM_BEAUTIFY_FLAG" val="#wm#"/>
  <p:tag name="KSO_WM_UNIT_TYPE" val="i"/>
  <p:tag name="KSO_WM_UNIT_SUBTYPE" val="h"/>
  <p:tag name="KSO_WM_SLIDE_BACKGROUND_TYPE" val="bottomTop"/>
</p:tagLst>
</file>

<file path=ppt/tags/tag737.xml><?xml version="1.0" encoding="utf-8"?>
<p:tagLst xmlns:a="http://schemas.openxmlformats.org/drawingml/2006/main" xmlns:r="http://schemas.openxmlformats.org/officeDocument/2006/relationships" xmlns:p="http://schemas.openxmlformats.org/presentationml/2006/main">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738.xml><?xml version="1.0" encoding="utf-8"?>
<p:tagLst xmlns:a="http://schemas.openxmlformats.org/drawingml/2006/main" xmlns:r="http://schemas.openxmlformats.org/officeDocument/2006/relationships" xmlns:p="http://schemas.openxmlformats.org/presentationml/2006/main">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7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K_DARK_LIGHT" val="2"/>
  <p:tag name="KSO_WM_SLIDE_BACKGROUND_TYPE" val="bottomTop"/>
</p:tagLst>
</file>

<file path=ppt/tags/tag7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K_DARK_LIGHT" val="2"/>
  <p:tag name="KSO_WM_SLIDE_BACKGROUND_TYPE" val="bottomTop"/>
</p:tagLst>
</file>

<file path=ppt/tags/tag7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K_DARK_LIGHT" val="2"/>
  <p:tag name="KSO_WM_SLIDE_BACKGROUND_TYPE" val="bottomTop"/>
</p:tagLst>
</file>

<file path=ppt/tags/tag7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K_DARK_LIGHT" val="2"/>
  <p:tag name="KSO_WM_SLIDE_BACKGROUND_TYPE" val="bottomTop"/>
</p:tagLst>
</file>

<file path=ppt/tags/tag7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K_DARK_LIGHT" val="2"/>
  <p:tag name="KSO_WM_SLIDE_BACKGROUND_TYPE" val="bottomTop"/>
</p:tagLst>
</file>

<file path=ppt/tags/tag7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K_DARK_LIGHT" val="2"/>
  <p:tag name="KSO_WM_SLIDE_BACKGROUND_TYPE" val="bottomTop"/>
</p:tagLst>
</file>

<file path=ppt/tags/tag745.xml><?xml version="1.0" encoding="utf-8"?>
<p:tagLst xmlns:a="http://schemas.openxmlformats.org/drawingml/2006/main" xmlns:r="http://schemas.openxmlformats.org/officeDocument/2006/relationships" xmlns:p="http://schemas.openxmlformats.org/presentationml/2006/main">
  <p:tag name="KSO_WM_SLIDE_BK_DARK_LIGHT" val="2"/>
  <p:tag name="KSO_WM_UNIT_BK_DARK_LIGHT" val="2"/>
  <p:tag name="KSO_WM_UNIT_HIGHLIGHT" val="0"/>
  <p:tag name="KSO_WM_UNIT_COMPATIBLE" val="0"/>
  <p:tag name="KSO_WM_UNIT_DIAGRAM_ISNUMVISUAL" val="0"/>
  <p:tag name="KSO_WM_UNIT_DIAGRAM_ISREFERUNIT" val="0"/>
  <p:tag name="KSO_WM_UNIT_INDEX" val="1"/>
  <p:tag name="KSO_WM_UNIT_ID" val="_17*i*1"/>
  <p:tag name="KSO_WM_UNIT_LAYERLEVEL" val="1"/>
  <p:tag name="KSO_WM_TAG_VERSION" val="1.0"/>
  <p:tag name="KSO_WM_BEAUTIFY_FLAG" val="#wm#"/>
  <p:tag name="KSO_WM_UNIT_TYPE" val="i"/>
  <p:tag name="KSO_WM_UNIT_SUBTYPE" val="h"/>
  <p:tag name="KSO_WM_SLIDE_BACKGROUND_TYPE" val="navigation"/>
</p:tagLst>
</file>

<file path=ppt/tags/tag746.xml><?xml version="1.0" encoding="utf-8"?>
<p:tagLst xmlns:a="http://schemas.openxmlformats.org/drawingml/2006/main" xmlns:r="http://schemas.openxmlformats.org/officeDocument/2006/relationships" xmlns:p="http://schemas.openxmlformats.org/presentationml/2006/mai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747.xml><?xml version="1.0" encoding="utf-8"?>
<p:tagLst xmlns:a="http://schemas.openxmlformats.org/drawingml/2006/main" xmlns:r="http://schemas.openxmlformats.org/officeDocument/2006/relationships" xmlns:p="http://schemas.openxmlformats.org/presentationml/2006/mai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7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K_DARK_LIGHT" val="2"/>
  <p:tag name="KSO_WM_SLIDE_BACKGROUND_TYPE" val="navigation"/>
</p:tagLst>
</file>

<file path=ppt/tags/tag7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K_DARK_LIGHT" val="2"/>
  <p:tag name="KSO_WM_SLIDE_BACKGROUND_TYPE" val="navigation"/>
</p:tagLst>
</file>

<file path=ppt/tags/tag7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K_DARK_LIGHT" val="2"/>
  <p:tag name="KSO_WM_SLIDE_BACKGROUND_TYPE" val="navigation"/>
</p:tagLst>
</file>

<file path=ppt/tags/tag7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K_DARK_LIGHT" val="2"/>
  <p:tag name="KSO_WM_SLIDE_BACKGROUND_TYPE" val="navigation"/>
</p:tagLst>
</file>

<file path=ppt/tags/tag7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K_DARK_LIGHT" val="2"/>
  <p:tag name="KSO_WM_SLIDE_BACKGROUND_TYPE" val="navigation"/>
</p:tagLst>
</file>

<file path=ppt/tags/tag7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K_DARK_LIGHT" val="2"/>
  <p:tag name="KSO_WM_SLIDE_BACKGROUND_TYPE" val="navigation"/>
</p:tagLst>
</file>

<file path=ppt/tags/tag7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K_DARK_LIGHT" val="2"/>
  <p:tag name="KSO_WM_SLIDE_BACKGROUND_TYPE" val="navigation"/>
</p:tagLst>
</file>

<file path=ppt/tags/tag7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K_DARK_LIGHT" val="2"/>
  <p:tag name="KSO_WM_SLIDE_BACKGROUND_TYPE" val="navigation"/>
</p:tagLst>
</file>

<file path=ppt/tags/tag756.xml><?xml version="1.0" encoding="utf-8"?>
<p:tagLst xmlns:a="http://schemas.openxmlformats.org/drawingml/2006/main" xmlns:r="http://schemas.openxmlformats.org/officeDocument/2006/relationships" xmlns:p="http://schemas.openxmlformats.org/presentationml/2006/main">
  <p:tag name="KSO_WM_SLIDE_BK_DARK_LIGHT" val="2"/>
  <p:tag name="KSO_WM_UNIT_BK_DARK_LIGHT" val="2"/>
  <p:tag name="KSO_WM_UNIT_HIGHLIGHT" val="0"/>
  <p:tag name="KSO_WM_UNIT_COMPATIBLE" val="0"/>
  <p:tag name="KSO_WM_UNIT_DIAGRAM_ISNUMVISUAL" val="0"/>
  <p:tag name="KSO_WM_UNIT_DIAGRAM_ISREFERUNIT" val="0"/>
  <p:tag name="KSO_WM_UNIT_INDEX" val="1"/>
  <p:tag name="KSO_WM_UNIT_ID" val="_18*i*1"/>
  <p:tag name="KSO_WM_UNIT_LAYERLEVEL" val="1"/>
  <p:tag name="KSO_WM_TAG_VERSION" val="1.0"/>
  <p:tag name="KSO_WM_BEAUTIFY_FLAG" val="#wm#"/>
  <p:tag name="KSO_WM_UNIT_TYPE" val="i"/>
  <p:tag name="KSO_WM_UNIT_SUBTYPE" val="h"/>
  <p:tag name="KSO_WM_SLIDE_BACKGROUND_TYPE" val="belt"/>
</p:tagLst>
</file>

<file path=ppt/tags/tag757.xml><?xml version="1.0" encoding="utf-8"?>
<p:tagLst xmlns:a="http://schemas.openxmlformats.org/drawingml/2006/main" xmlns:r="http://schemas.openxmlformats.org/officeDocument/2006/relationships" xmlns:p="http://schemas.openxmlformats.org/presentationml/2006/main">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Lst>
</file>

<file path=ppt/tags/tag758.xml><?xml version="1.0" encoding="utf-8"?>
<p:tagLst xmlns:a="http://schemas.openxmlformats.org/drawingml/2006/main" xmlns:r="http://schemas.openxmlformats.org/officeDocument/2006/relationships" xmlns:p="http://schemas.openxmlformats.org/presentationml/2006/main">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Lst>
</file>

<file path=ppt/tags/tag7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K_DARK_LIGHT" val="2"/>
  <p:tag name="KSO_WM_SLIDE_BACKGROUND_TYPE" val="belt"/>
</p:tagLst>
</file>

<file path=ppt/tags/tag7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K_DARK_LIGHT" val="2"/>
  <p:tag name="KSO_WM_SLIDE_BACKGROUND_TYPE" val="belt"/>
</p:tagLst>
</file>

<file path=ppt/tags/tag7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K_DARK_LIGHT" val="2"/>
  <p:tag name="KSO_WM_SLIDE_BACKGROUND_TYPE" val="belt"/>
</p:tagLst>
</file>

<file path=ppt/tags/tag7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K_DARK_LIGHT" val="2"/>
  <p:tag name="KSO_WM_SLIDE_BACKGROUND_TYPE" val="belt"/>
</p:tagLst>
</file>

<file path=ppt/tags/tag7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K_DARK_LIGHT" val="2"/>
  <p:tag name="KSO_WM_SLIDE_BACKGROUND_TYPE" val="belt"/>
</p:tagLst>
</file>

<file path=ppt/tags/tag764.xml><?xml version="1.0" encoding="utf-8"?>
<p:tagLst xmlns:a="http://schemas.openxmlformats.org/drawingml/2006/main" xmlns:r="http://schemas.openxmlformats.org/officeDocument/2006/relationships" xmlns:p="http://schemas.openxmlformats.org/presentationml/2006/main">
  <p:tag name="MH" val="20161022203400"/>
  <p:tag name="MH_LIBRARY" val="GRAPHIC"/>
  <p:tag name="MH_TYPE" val="Other"/>
  <p:tag name="MH_ORDER" val="1"/>
</p:tagLst>
</file>

<file path=ppt/tags/tag765.xml><?xml version="1.0" encoding="utf-8"?>
<p:tagLst xmlns:a="http://schemas.openxmlformats.org/drawingml/2006/main" xmlns:r="http://schemas.openxmlformats.org/officeDocument/2006/relationships" xmlns:p="http://schemas.openxmlformats.org/presentationml/2006/main">
  <p:tag name="MH" val="20161022192605"/>
  <p:tag name="MH_LIBRARY" val="GRAPHIC"/>
  <p:tag name="MH_TYPE" val="Text"/>
  <p:tag name="MH_ORDER" val="1"/>
</p:tagLst>
</file>

<file path=ppt/tags/tag766.xml><?xml version="1.0" encoding="utf-8"?>
<p:tagLst xmlns:a="http://schemas.openxmlformats.org/drawingml/2006/main" xmlns:r="http://schemas.openxmlformats.org/officeDocument/2006/relationships" xmlns:p="http://schemas.openxmlformats.org/presentationml/2006/main">
  <p:tag name="MH" val="20161022203400"/>
  <p:tag name="MH_LIBRARY" val="GRAPHIC"/>
  <p:tag name="MH_TYPE" val="Other"/>
  <p:tag name="MH_ORDER" val="1"/>
</p:tagLst>
</file>

<file path=ppt/tags/tag767.xml><?xml version="1.0" encoding="utf-8"?>
<p:tagLst xmlns:a="http://schemas.openxmlformats.org/drawingml/2006/main" xmlns:r="http://schemas.openxmlformats.org/officeDocument/2006/relationships" xmlns:p="http://schemas.openxmlformats.org/presentationml/2006/main">
  <p:tag name="MH" val="20161022192605"/>
  <p:tag name="MH_LIBRARY" val="GRAPHIC"/>
  <p:tag name="MH_TYPE" val="Text"/>
  <p:tag name="MH_ORDER" val="1"/>
</p:tagLst>
</file>

<file path=ppt/tags/tag768.xml><?xml version="1.0" encoding="utf-8"?>
<p:tagLst xmlns:a="http://schemas.openxmlformats.org/drawingml/2006/main" xmlns:r="http://schemas.openxmlformats.org/officeDocument/2006/relationships" xmlns:p="http://schemas.openxmlformats.org/presentationml/2006/main">
  <p:tag name="MH" val="20161022203400"/>
  <p:tag name="MH_LIBRARY" val="GRAPHIC"/>
  <p:tag name="MH_TYPE" val="Other"/>
  <p:tag name="MH_ORDER" val="1"/>
</p:tagLst>
</file>

<file path=ppt/tags/tag769.xml><?xml version="1.0" encoding="utf-8"?>
<p:tagLst xmlns:a="http://schemas.openxmlformats.org/drawingml/2006/main" xmlns:r="http://schemas.openxmlformats.org/officeDocument/2006/relationships" xmlns:p="http://schemas.openxmlformats.org/presentationml/2006/main">
  <p:tag name="MH" val="20161022192605"/>
  <p:tag name="MH_LIBRARY" val="GRAPHIC"/>
  <p:tag name="MH_TYPE" val="Text"/>
  <p:tag name="MH_ORDER" val="1"/>
</p:tagLst>
</file>

<file path=ppt/tags/tag770.xml><?xml version="1.0" encoding="utf-8"?>
<p:tagLst xmlns:a="http://schemas.openxmlformats.org/drawingml/2006/main" xmlns:r="http://schemas.openxmlformats.org/officeDocument/2006/relationships" xmlns:p="http://schemas.openxmlformats.org/presentationml/2006/main">
  <p:tag name="MH" val="20161022203400"/>
  <p:tag name="MH_LIBRARY" val="GRAPHIC"/>
  <p:tag name="MH_TYPE" val="Other"/>
  <p:tag name="MH_ORDER" val="1"/>
</p:tagLst>
</file>

<file path=ppt/tags/tag771.xml><?xml version="1.0" encoding="utf-8"?>
<p:tagLst xmlns:a="http://schemas.openxmlformats.org/drawingml/2006/main" xmlns:r="http://schemas.openxmlformats.org/officeDocument/2006/relationships" xmlns:p="http://schemas.openxmlformats.org/presentationml/2006/main">
  <p:tag name="MH" val="20161022192605"/>
  <p:tag name="MH_LIBRARY" val="GRAPHIC"/>
  <p:tag name="MH_TYPE" val="Text"/>
  <p:tag name="MH_ORDER" val="1"/>
</p:tagLst>
</file>

<file path=ppt/tags/tag772.xml><?xml version="1.0" encoding="utf-8"?>
<p:tagLst xmlns:a="http://schemas.openxmlformats.org/drawingml/2006/main" xmlns:r="http://schemas.openxmlformats.org/officeDocument/2006/relationships" xmlns:p="http://schemas.openxmlformats.org/presentationml/2006/main">
  <p:tag name="MH" val="20161022203400"/>
  <p:tag name="MH_LIBRARY" val="GRAPHIC"/>
  <p:tag name="MH_TYPE" val="Other"/>
  <p:tag name="MH_ORDER" val="1"/>
</p:tagLst>
</file>

<file path=ppt/tags/tag773.xml><?xml version="1.0" encoding="utf-8"?>
<p:tagLst xmlns:a="http://schemas.openxmlformats.org/drawingml/2006/main" xmlns:r="http://schemas.openxmlformats.org/officeDocument/2006/relationships" xmlns:p="http://schemas.openxmlformats.org/presentationml/2006/main">
  <p:tag name="MH" val="20161022192605"/>
  <p:tag name="MH_LIBRARY" val="GRAPHIC"/>
  <p:tag name="MH_TYPE" val="Text"/>
  <p:tag name="MH_ORDER" val="1"/>
</p:tagLst>
</file>

<file path=ppt/tags/tag774.xml><?xml version="1.0" encoding="utf-8"?>
<p:tagLst xmlns:a="http://schemas.openxmlformats.org/drawingml/2006/main" xmlns:r="http://schemas.openxmlformats.org/officeDocument/2006/relationships" xmlns:p="http://schemas.openxmlformats.org/presentationml/2006/main">
  <p:tag name="MH" val="20161022203400"/>
  <p:tag name="MH_LIBRARY" val="GRAPHIC"/>
  <p:tag name="MH_TYPE" val="Other"/>
  <p:tag name="MH_ORDER" val="1"/>
</p:tagLst>
</file>

<file path=ppt/tags/tag775.xml><?xml version="1.0" encoding="utf-8"?>
<p:tagLst xmlns:a="http://schemas.openxmlformats.org/drawingml/2006/main" xmlns:r="http://schemas.openxmlformats.org/officeDocument/2006/relationships" xmlns:p="http://schemas.openxmlformats.org/presentationml/2006/main">
  <p:tag name="MH" val="20161022192605"/>
  <p:tag name="MH_LIBRARY" val="GRAPHIC"/>
  <p:tag name="MH_TYPE" val="Text"/>
  <p:tag name="MH_ORDER" val="1"/>
</p:tagLst>
</file>

<file path=ppt/tags/tag776.xml><?xml version="1.0" encoding="utf-8"?>
<p:tagLst xmlns:a="http://schemas.openxmlformats.org/drawingml/2006/main" xmlns:r="http://schemas.openxmlformats.org/officeDocument/2006/relationships" xmlns:p="http://schemas.openxmlformats.org/presentationml/2006/main">
  <p:tag name="KSO_WM_SLIDE_ID" val="diagram20201331_1"/>
  <p:tag name="KSO_WM_TEMPLATE_SUBCATEGORY" val="0"/>
  <p:tag name="KSO_WM_SLIDE_TYPE" val="text"/>
  <p:tag name="KSO_WM_SLIDE_SUBTYPE" val="pureTxt"/>
  <p:tag name="KSO_WM_SLIDE_ITEM_CNT" val="0"/>
  <p:tag name="KSO_WM_SLIDE_INDEX" val="1"/>
  <p:tag name="KSO_WM_SLIDE_SIZE" val="960*539"/>
  <p:tag name="KSO_WM_SLIDE_POSITION" val="0*0"/>
  <p:tag name="KSO_WM_TAG_VERSION" val="1.0"/>
  <p:tag name="KSO_WM_BEAUTIFY_FLAG" val="#wm#"/>
  <p:tag name="KSO_WM_TEMPLATE_CATEGORY" val="diagram"/>
  <p:tag name="KSO_WM_TEMPLATE_INDEX" val="20201331"/>
  <p:tag name="KSO_WM_SLIDE_LAYOUT" val="a_f_y"/>
  <p:tag name="KSO_WM_SLIDE_LAYOUT_CNT" val="1_1_1"/>
</p:tagLst>
</file>

<file path=ppt/tags/tag7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1331_1*i*1"/>
  <p:tag name="KSO_WM_TEMPLATE_CATEGORY" val="diagram"/>
  <p:tag name="KSO_WM_TEMPLATE_INDEX" val="20201331"/>
  <p:tag name="KSO_WM_UNIT_LAYERLEVEL" val="1"/>
  <p:tag name="KSO_WM_TAG_VERSION" val="1.0"/>
  <p:tag name="KSO_WM_BEAUTIFY_FLAG" val="#wm#"/>
</p:tagLst>
</file>

<file path=ppt/tags/tag7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1"/>
  <p:tag name="KSO_WM_UNIT_ID" val="diagram20201331_1*y*1"/>
  <p:tag name="KSO_WM_TEMPLATE_CATEGORY" val="diagram"/>
  <p:tag name="KSO_WM_TEMPLATE_INDEX" val="20201331"/>
  <p:tag name="KSO_WM_UNIT_LAYERLEVEL" val="1"/>
  <p:tag name="KSO_WM_TAG_VERSION" val="1.0"/>
  <p:tag name="KSO_WM_BEAUTIFY_FLAG" val="#wm#"/>
</p:tagLst>
</file>

<file path=ppt/tags/tag7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1331_1*i*2"/>
  <p:tag name="KSO_WM_TEMPLATE_CATEGORY" val="diagram"/>
  <p:tag name="KSO_WM_TEMPLATE_INDEX" val="20201331"/>
  <p:tag name="KSO_WM_UNIT_LAYERLEVEL" val="1"/>
  <p:tag name="KSO_WM_TAG_VERSION" val="1.0"/>
  <p:tag name="KSO_WM_BEAUTIFY_FLAG" val="#wm#"/>
</p:tagLst>
</file>

<file path=ppt/tags/tag7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1331_1*i*3"/>
  <p:tag name="KSO_WM_TEMPLATE_CATEGORY" val="diagram"/>
  <p:tag name="KSO_WM_TEMPLATE_INDEX" val="20201331"/>
  <p:tag name="KSO_WM_UNIT_LAYERLEVEL" val="1"/>
  <p:tag name="KSO_WM_TAG_VERSION" val="1.0"/>
  <p:tag name="KSO_WM_BEAUTIFY_FLAG" val="#wm#"/>
</p:tagLst>
</file>

<file path=ppt/tags/tag781.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项目背景"/>
  <p:tag name="KSO_WM_UNIT_NOCLEAR" val="0"/>
  <p:tag name="KSO_WM_UNIT_VALUE" val="8"/>
  <p:tag name="KSO_WM_UNIT_HIGHLIGHT" val="0"/>
  <p:tag name="KSO_WM_UNIT_COMPATIBLE" val="0"/>
  <p:tag name="KSO_WM_UNIT_DIAGRAM_ISNUMVISUAL" val="0"/>
  <p:tag name="KSO_WM_UNIT_DIAGRAM_ISREFERUNIT" val="0"/>
  <p:tag name="KSO_WM_UNIT_TYPE" val="a"/>
  <p:tag name="KSO_WM_UNIT_INDEX" val="1"/>
  <p:tag name="KSO_WM_UNIT_ID" val="diagram20201331_1*a*1"/>
  <p:tag name="KSO_WM_TEMPLATE_CATEGORY" val="diagram"/>
  <p:tag name="KSO_WM_TEMPLATE_INDEX" val="20201331"/>
  <p:tag name="KSO_WM_UNIT_LAYERLEVEL" val="1"/>
  <p:tag name="KSO_WM_TAG_VERSION" val="1.0"/>
  <p:tag name="KSO_WM_BEAUTIFY_FLAG" val="#wm#"/>
</p:tagLst>
</file>

<file path=ppt/tags/tag782.xml><?xml version="1.0" encoding="utf-8"?>
<p:tagLst xmlns:a="http://schemas.openxmlformats.org/drawingml/2006/main" xmlns:r="http://schemas.openxmlformats.org/officeDocument/2006/relationships" xmlns:p="http://schemas.openxmlformats.org/presentationml/2006/main">
  <p:tag name="KSO_WM_UNIT_PRESET_TEXT" val="据全国道路交通事故统计显示：中国每年有28.5万的儿童在车祸中造成了伤残甚至死亡，相当于每70个家庭就有一个家庭遭遇过不幸。我国儿童因交通事故的死亡率是欧洲的2.5倍，美国的2.6倍，交通安全已经是14岁以下儿童的第一大死因"/>
  <p:tag name="KSO_WM_UNIT_NOCLEAR" val="0"/>
  <p:tag name="KSO_WM_UNIT_VALUE" val="144"/>
  <p:tag name="KSO_WM_UNIT_HIGHLIGHT" val="0"/>
  <p:tag name="KSO_WM_UNIT_COMPATIBLE" val="0"/>
  <p:tag name="KSO_WM_UNIT_DIAGRAM_ISNUMVISUAL" val="0"/>
  <p:tag name="KSO_WM_UNIT_DIAGRAM_ISREFERUNIT" val="0"/>
  <p:tag name="KSO_WM_UNIT_TYPE" val="f"/>
  <p:tag name="KSO_WM_UNIT_INDEX" val="1"/>
  <p:tag name="KSO_WM_UNIT_ID" val="diagram20201331_1*f*1"/>
  <p:tag name="KSO_WM_TEMPLATE_CATEGORY" val="diagram"/>
  <p:tag name="KSO_WM_TEMPLATE_INDEX" val="20201331"/>
  <p:tag name="KSO_WM_UNIT_LAYERLEVEL" val="1"/>
  <p:tag name="KSO_WM_TAG_VERSION" val="1.0"/>
  <p:tag name="KSO_WM_BEAUTIFY_FLAG" val="#wm#"/>
</p:tagLst>
</file>

<file path=ppt/tags/tag78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90634"/>
  <p:tag name="KSO_WM_SLIDE_ID" val="diagram20190634_5"/>
  <p:tag name="KSO_WM_SLIDE_ITEM_CNT" val="6"/>
  <p:tag name="KSO_WM_SLIDE_INDEX" val="5"/>
  <p:tag name="KSO_WM_TAG_VERSION" val="1.0"/>
  <p:tag name="KSO_WM_DIAGRAM_GROUP_CODE" val="l1-1"/>
  <p:tag name="KSO_WM_SLIDE_LAYOUT" val="l"/>
  <p:tag name="KSO_WM_SLIDE_LAYOUT_CNT" val="1"/>
  <p:tag name="KSO_WM_SLIDE_TYPE" val="text"/>
  <p:tag name="KSO_WM_SLIDE_SUBTYPE" val="diag"/>
  <p:tag name="KSO_WM_SLIDE_SIZE" val="455.679*369.692"/>
  <p:tag name="KSO_WM_SLIDE_POSITION" val="451.321*101.154"/>
  <p:tag name="KSO_WM_SLIDE_DIAGTYPE" val="l"/>
  <p:tag name="KSO_WM_TEMPLATE_SUBCATEGORY" val="0"/>
</p:tagLst>
</file>

<file path=ppt/tags/tag7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h_i"/>
  <p:tag name="KSO_WM_UNIT_INDEX" val="1_3_2"/>
  <p:tag name="KSO_WM_UNIT_ID" val="diagram20190634_5*l_h_i*1_3_2"/>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7"/>
  <p:tag name="KSO_WM_UNIT_FILL_TYPE" val="1"/>
  <p:tag name="KSO_WM_UNIT_TEXT_FILL_FORE_SCHEMECOLOR_INDEX" val="2"/>
  <p:tag name="KSO_WM_UNIT_TEXT_FILL_TYPE" val="1"/>
  <p:tag name="KSO_WM_UNIT_USESOURCEFORMAT_APPLY" val="1"/>
</p:tagLst>
</file>

<file path=ppt/tags/tag7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h_i"/>
  <p:tag name="KSO_WM_UNIT_INDEX" val="1_3_1"/>
  <p:tag name="KSO_WM_UNIT_ID" val="diagram20190634_5*l_h_i*1_3_1"/>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7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h_f"/>
  <p:tag name="KSO_WM_UNIT_INDEX" val="1_3_1"/>
  <p:tag name="KSO_WM_UNIT_ID" val="diagram20190634_5*l_h_f*1_3_1"/>
  <p:tag name="KSO_WM_TEMPLATE_CATEGORY" val="diagram"/>
  <p:tag name="KSO_WM_TEMPLATE_INDEX" val="20190634"/>
  <p:tag name="KSO_WM_UNIT_LAYERLEVEL" val="1_1_1"/>
  <p:tag name="KSO_WM_TAG_VERSION" val="1.0"/>
  <p:tag name="KSO_WM_BEAUTIFY_FLAG" val="#wm#"/>
  <p:tag name="KSO_WM_UNIT_PRESET_TEXT" val="单击此处添加文本具体内容"/>
  <p:tag name="KSO_WM_UNIT_VALUE" val="52"/>
  <p:tag name="KSO_WM_UNIT_NOCLEAR" val="0"/>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7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h_i"/>
  <p:tag name="KSO_WM_UNIT_INDEX" val="1_5_2"/>
  <p:tag name="KSO_WM_UNIT_ID" val="diagram20190634_5*l_h_i*1_5_2"/>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9"/>
  <p:tag name="KSO_WM_UNIT_FILL_TYPE" val="1"/>
  <p:tag name="KSO_WM_UNIT_TEXT_FILL_FORE_SCHEMECOLOR_INDEX" val="2"/>
  <p:tag name="KSO_WM_UNIT_TEXT_FILL_TYPE" val="1"/>
  <p:tag name="KSO_WM_UNIT_USESOURCEFORMAT_APPLY" val="1"/>
</p:tagLst>
</file>

<file path=ppt/tags/tag7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h_i"/>
  <p:tag name="KSO_WM_UNIT_INDEX" val="1_5_1"/>
  <p:tag name="KSO_WM_UNIT_ID" val="diagram20190634_5*l_h_i*1_5_1"/>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7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h_f"/>
  <p:tag name="KSO_WM_UNIT_INDEX" val="1_5_1"/>
  <p:tag name="KSO_WM_UNIT_ID" val="diagram20190634_5*l_h_f*1_5_1"/>
  <p:tag name="KSO_WM_TEMPLATE_CATEGORY" val="diagram"/>
  <p:tag name="KSO_WM_TEMPLATE_INDEX" val="20190634"/>
  <p:tag name="KSO_WM_UNIT_LAYERLEVEL" val="1_1_1"/>
  <p:tag name="KSO_WM_TAG_VERSION" val="1.0"/>
  <p:tag name="KSO_WM_BEAUTIFY_FLAG" val="#wm#"/>
  <p:tag name="KSO_WM_UNIT_PRESET_TEXT" val="单击此处添加文本具体内容"/>
  <p:tag name="KSO_WM_UNIT_VALUE" val="52"/>
  <p:tag name="KSO_WM_UNIT_NOCLEAR" val="0"/>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7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i"/>
  <p:tag name="KSO_WM_UNIT_INDEX" val="1_1"/>
  <p:tag name="KSO_WM_UNIT_ID" val="diagram20190634_5*l_i*1_1"/>
  <p:tag name="KSO_WM_TEMPLATE_CATEGORY" val="diagram"/>
  <p:tag name="KSO_WM_TEMPLATE_INDEX" val="20190634"/>
  <p:tag name="KSO_WM_UNIT_LAYERLEVEL" val="1_1"/>
  <p:tag name="KSO_WM_TAG_VERSION" val="1.0"/>
  <p:tag name="KSO_WM_BEAUTIFY_FLAG" val="#wm#"/>
  <p:tag name="KSO_WM_UNIT_DIAGRAM_ISNUMVISUAL" val="0"/>
  <p:tag name="KSO_WM_UNIT_DIAGRAM_ISREFERUNIT" val="0"/>
  <p:tag name="KSO_WM_UNIT_LINE_FORE_SCHEMECOLOR_INDEX" val="14"/>
  <p:tag name="KSO_WM_UNIT_LINE_FILL_TYPE" val="2"/>
  <p:tag name="KSO_WM_UNIT_USESOURCEFORMAT_APPLY" val="1"/>
</p:tagLst>
</file>

<file path=ppt/tags/tag7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i"/>
  <p:tag name="KSO_WM_UNIT_INDEX" val="1_2"/>
  <p:tag name="KSO_WM_UNIT_ID" val="diagram20190634_5*l_i*1_2"/>
  <p:tag name="KSO_WM_TEMPLATE_CATEGORY" val="diagram"/>
  <p:tag name="KSO_WM_TEMPLATE_INDEX" val="20190634"/>
  <p:tag name="KSO_WM_UNIT_LAYERLEVEL" val="1_1"/>
  <p:tag name="KSO_WM_TAG_VERSION" val="1.0"/>
  <p:tag name="KSO_WM_BEAUTIFY_FLAG" val="#wm#"/>
  <p:tag name="KSO_WM_UNIT_DIAGRAM_ISNUMVISUAL" val="0"/>
  <p:tag name="KSO_WM_UNIT_DIAGRAM_ISREFERUNIT" val="0"/>
  <p:tag name="KSO_WM_UNIT_LINE_FORE_SCHEMECOLOR_INDEX" val="14"/>
  <p:tag name="KSO_WM_UNIT_LINE_FILL_TYPE" val="2"/>
  <p:tag name="KSO_WM_UNIT_USESOURCEFORMAT_APPLY" val="1"/>
</p:tagLst>
</file>

<file path=ppt/tags/tag7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i"/>
  <p:tag name="KSO_WM_UNIT_INDEX" val="1_3"/>
  <p:tag name="KSO_WM_UNIT_ID" val="diagram20190634_5*l_i*1_3"/>
  <p:tag name="KSO_WM_TEMPLATE_CATEGORY" val="diagram"/>
  <p:tag name="KSO_WM_TEMPLATE_INDEX" val="20190634"/>
  <p:tag name="KSO_WM_UNIT_LAYERLEVEL" val="1_1"/>
  <p:tag name="KSO_WM_TAG_VERSION" val="1.0"/>
  <p:tag name="KSO_WM_BEAUTIFY_FLAG" val="#wm#"/>
  <p:tag name="KSO_WM_UNIT_DIAGRAM_ISNUMVISUAL" val="0"/>
  <p:tag name="KSO_WM_UNIT_DIAGRAM_ISREFERUNIT" val="0"/>
  <p:tag name="KSO_WM_UNIT_LINE_FORE_SCHEMECOLOR_INDEX" val="14"/>
  <p:tag name="KSO_WM_UNIT_LINE_FILL_TYPE" val="2"/>
  <p:tag name="KSO_WM_UNIT_USESOURCEFORMAT_APPLY" val="1"/>
</p:tagLst>
</file>

<file path=ppt/tags/tag7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i"/>
  <p:tag name="KSO_WM_UNIT_INDEX" val="1_4"/>
  <p:tag name="KSO_WM_UNIT_ID" val="diagram20190634_5*l_i*1_4"/>
  <p:tag name="KSO_WM_TEMPLATE_CATEGORY" val="diagram"/>
  <p:tag name="KSO_WM_TEMPLATE_INDEX" val="20190634"/>
  <p:tag name="KSO_WM_UNIT_LAYERLEVEL" val="1_1"/>
  <p:tag name="KSO_WM_TAG_VERSION" val="1.0"/>
  <p:tag name="KSO_WM_BEAUTIFY_FLAG" val="#wm#"/>
  <p:tag name="KSO_WM_UNIT_DIAGRAM_ISNUMVISUAL" val="0"/>
  <p:tag name="KSO_WM_UNIT_DIAGRAM_ISREFERUNIT" val="0"/>
  <p:tag name="KSO_WM_UNIT_LINE_FORE_SCHEMECOLOR_INDEX" val="14"/>
  <p:tag name="KSO_WM_UNIT_LINE_FILL_TYPE" val="2"/>
  <p:tag name="KSO_WM_UNIT_USESOURCEFORMAT_APPLY" val="1"/>
</p:tagLst>
</file>

<file path=ppt/tags/tag7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i"/>
  <p:tag name="KSO_WM_UNIT_INDEX" val="1_5"/>
  <p:tag name="KSO_WM_UNIT_ID" val="diagram20190634_5*l_i*1_5"/>
  <p:tag name="KSO_WM_TEMPLATE_CATEGORY" val="diagram"/>
  <p:tag name="KSO_WM_TEMPLATE_INDEX" val="20190634"/>
  <p:tag name="KSO_WM_UNIT_LAYERLEVEL" val="1_1"/>
  <p:tag name="KSO_WM_TAG_VERSION" val="1.0"/>
  <p:tag name="KSO_WM_BEAUTIFY_FLAG" val="#wm#"/>
  <p:tag name="KSO_WM_UNIT_DIAGRAM_ISNUMVISUAL" val="0"/>
  <p:tag name="KSO_WM_UNIT_DIAGRAM_ISREFERUNIT" val="0"/>
  <p:tag name="KSO_WM_UNIT_LINE_FORE_SCHEMECOLOR_INDEX" val="14"/>
  <p:tag name="KSO_WM_UNIT_LINE_FILL_TYPE" val="2"/>
  <p:tag name="KSO_WM_UNIT_USESOURCEFORMAT_APPLY" val="1"/>
</p:tagLst>
</file>

<file path=ppt/tags/tag7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h_f"/>
  <p:tag name="KSO_WM_UNIT_INDEX" val="1_6_1"/>
  <p:tag name="KSO_WM_UNIT_ID" val="diagram20190634_5*l_h_f*1_6_1"/>
  <p:tag name="KSO_WM_TEMPLATE_CATEGORY" val="diagram"/>
  <p:tag name="KSO_WM_TEMPLATE_INDEX" val="20190634"/>
  <p:tag name="KSO_WM_UNIT_LAYERLEVEL" val="1_1_1"/>
  <p:tag name="KSO_WM_TAG_VERSION" val="1.0"/>
  <p:tag name="KSO_WM_BEAUTIFY_FLAG" val="#wm#"/>
  <p:tag name="KSO_WM_UNIT_PRESET_TEXT" val="单击此处添加文本具体内容"/>
  <p:tag name="KSO_WM_UNIT_VALUE" val="52"/>
  <p:tag name="KSO_WM_UNIT_NOCLEAR" val="0"/>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7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h_i"/>
  <p:tag name="KSO_WM_UNIT_INDEX" val="1_6_2"/>
  <p:tag name="KSO_WM_UNIT_ID" val="diagram20190634_5*l_h_i*1_6_2"/>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10"/>
  <p:tag name="KSO_WM_UNIT_FILL_TYPE" val="1"/>
  <p:tag name="KSO_WM_UNIT_TEXT_FILL_FORE_SCHEMECOLOR_INDEX" val="2"/>
  <p:tag name="KSO_WM_UNIT_TEXT_FILL_TYPE" val="1"/>
  <p:tag name="KSO_WM_UNIT_USESOURCEFORMAT_APPLY" val="1"/>
</p:tagLst>
</file>

<file path=ppt/tags/tag7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h_i"/>
  <p:tag name="KSO_WM_UNIT_INDEX" val="1_6_1"/>
  <p:tag name="KSO_WM_UNIT_ID" val="diagram20190634_5*l_h_i*1_6_1"/>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7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h_f"/>
  <p:tag name="KSO_WM_UNIT_INDEX" val="1_2_1"/>
  <p:tag name="KSO_WM_UNIT_ID" val="diagram20190634_5*l_h_f*1_2_1"/>
  <p:tag name="KSO_WM_TEMPLATE_CATEGORY" val="diagram"/>
  <p:tag name="KSO_WM_TEMPLATE_INDEX" val="20190634"/>
  <p:tag name="KSO_WM_UNIT_LAYERLEVEL" val="1_1_1"/>
  <p:tag name="KSO_WM_TAG_VERSION" val="1.0"/>
  <p:tag name="KSO_WM_BEAUTIFY_FLAG" val="#wm#"/>
  <p:tag name="KSO_WM_UNIT_PRESET_TEXT" val="单击此处添加文本具体内容"/>
  <p:tag name="KSO_WM_UNIT_VALUE" val="52"/>
  <p:tag name="KSO_WM_UNIT_NOCLEAR" val="0"/>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7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h_i"/>
  <p:tag name="KSO_WM_UNIT_INDEX" val="1_2_2"/>
  <p:tag name="KSO_WM_UNIT_ID" val="diagram20190634_5*l_h_i*1_2_2"/>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6"/>
  <p:tag name="KSO_WM_UNIT_FILL_TYPE" val="1"/>
  <p:tag name="KSO_WM_UNIT_TEXT_FILL_FORE_SCHEMECOLOR_INDEX" val="2"/>
  <p:tag name="KSO_WM_UNIT_TEXT_FILL_TYPE" val="1"/>
  <p:tag name="KSO_WM_UNIT_USESOURCEFORMAT_APPLY" val="1"/>
</p:tagLst>
</file>

<file path=ppt/tags/tag8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h_i"/>
  <p:tag name="KSO_WM_UNIT_INDEX" val="1_2_1"/>
  <p:tag name="KSO_WM_UNIT_ID" val="diagram20190634_5*l_h_i*1_2_1"/>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8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h_f"/>
  <p:tag name="KSO_WM_UNIT_INDEX" val="1_4_1"/>
  <p:tag name="KSO_WM_UNIT_ID" val="diagram20190634_5*l_h_f*1_4_1"/>
  <p:tag name="KSO_WM_TEMPLATE_CATEGORY" val="diagram"/>
  <p:tag name="KSO_WM_TEMPLATE_INDEX" val="20190634"/>
  <p:tag name="KSO_WM_UNIT_LAYERLEVEL" val="1_1_1"/>
  <p:tag name="KSO_WM_TAG_VERSION" val="1.0"/>
  <p:tag name="KSO_WM_BEAUTIFY_FLAG" val="#wm#"/>
  <p:tag name="KSO_WM_UNIT_PRESET_TEXT" val="单击此处添加文本具体内容"/>
  <p:tag name="KSO_WM_UNIT_VALUE" val="52"/>
  <p:tag name="KSO_WM_UNIT_NOCLEAR" val="0"/>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8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h_i"/>
  <p:tag name="KSO_WM_UNIT_INDEX" val="1_4_2"/>
  <p:tag name="KSO_WM_UNIT_ID" val="diagram20190634_5*l_h_i*1_4_2"/>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8"/>
  <p:tag name="KSO_WM_UNIT_FILL_TYPE" val="1"/>
  <p:tag name="KSO_WM_UNIT_TEXT_FILL_FORE_SCHEMECOLOR_INDEX" val="2"/>
  <p:tag name="KSO_WM_UNIT_TEXT_FILL_TYPE" val="1"/>
  <p:tag name="KSO_WM_UNIT_USESOURCEFORMAT_APPLY" val="1"/>
</p:tagLst>
</file>

<file path=ppt/tags/tag8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h_i"/>
  <p:tag name="KSO_WM_UNIT_INDEX" val="1_4_1"/>
  <p:tag name="KSO_WM_UNIT_ID" val="diagram20190634_5*l_h_i*1_4_1"/>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8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h_f"/>
  <p:tag name="KSO_WM_UNIT_INDEX" val="1_1_1"/>
  <p:tag name="KSO_WM_UNIT_ID" val="diagram20190634_5*l_h_f*1_1_1"/>
  <p:tag name="KSO_WM_TEMPLATE_CATEGORY" val="diagram"/>
  <p:tag name="KSO_WM_TEMPLATE_INDEX" val="20190634"/>
  <p:tag name="KSO_WM_UNIT_LAYERLEVEL" val="1_1_1"/>
  <p:tag name="KSO_WM_TAG_VERSION" val="1.0"/>
  <p:tag name="KSO_WM_BEAUTIFY_FLAG" val="#wm#"/>
  <p:tag name="KSO_WM_UNIT_PRESET_TEXT" val="单击此处添加文本具体内容"/>
  <p:tag name="KSO_WM_UNIT_VALUE" val="52"/>
  <p:tag name="KSO_WM_UNIT_NOCLEAR" val="0"/>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8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h_i"/>
  <p:tag name="KSO_WM_UNIT_INDEX" val="1_1_2"/>
  <p:tag name="KSO_WM_UNIT_ID" val="diagram20190634_5*l_h_i*1_1_2"/>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5"/>
  <p:tag name="KSO_WM_UNIT_FILL_TYPE" val="1"/>
  <p:tag name="KSO_WM_UNIT_TEXT_FILL_FORE_SCHEMECOLOR_INDEX" val="2"/>
  <p:tag name="KSO_WM_UNIT_TEXT_FILL_TYPE" val="1"/>
  <p:tag name="KSO_WM_UNIT_USESOURCEFORMAT_APPLY" val="1"/>
</p:tagLst>
</file>

<file path=ppt/tags/tag8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h_i"/>
  <p:tag name="KSO_WM_UNIT_INDEX" val="1_1_1"/>
  <p:tag name="KSO_WM_UNIT_ID" val="diagram20190634_5*l_h_i*1_1_1"/>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8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l_i"/>
  <p:tag name="KSO_WM_UNIT_INDEX" val="1_5"/>
  <p:tag name="KSO_WM_UNIT_ID" val="diagram20190634_5*l_i*1_5"/>
  <p:tag name="KSO_WM_TEMPLATE_CATEGORY" val="diagram"/>
  <p:tag name="KSO_WM_TEMPLATE_INDEX" val="20190634"/>
  <p:tag name="KSO_WM_UNIT_LAYERLEVEL" val="1_1"/>
  <p:tag name="KSO_WM_TAG_VERSION" val="1.0"/>
  <p:tag name="KSO_WM_BEAUTIFY_FLAG" val="#wm#"/>
  <p:tag name="KSO_WM_UNIT_DIAGRAM_ISNUMVISUAL" val="0"/>
  <p:tag name="KSO_WM_UNIT_DIAGRAM_ISREFERUNIT" val="0"/>
  <p:tag name="KSO_WM_UNIT_LINE_FORE_SCHEMECOLOR_INDEX" val="14"/>
  <p:tag name="KSO_WM_UNIT_LINE_FILL_TYPE" val="2"/>
  <p:tag name="KSO_WM_UNIT_USESOURCEFORMAT_APPLY" val="1"/>
</p:tagLst>
</file>

<file path=ppt/tags/tag8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1"/>
  <p:tag name="KSO_WM_UNIT_ID" val="diagram20190634_5*i*1"/>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4"/>
  <p:tag name="KSO_WM_UNIT_ID" val="diagram20190634_5*i*4"/>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16"/>
  <p:tag name="KSO_WM_UNIT_ID" val="diagram20190634_5*i*16"/>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28"/>
  <p:tag name="KSO_WM_UNIT_ID" val="diagram20190634_5*i*28"/>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40"/>
  <p:tag name="KSO_WM_UNIT_ID" val="diagram20190634_5*i*40"/>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52"/>
  <p:tag name="KSO_WM_UNIT_ID" val="diagram20190634_5*i*52"/>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64"/>
  <p:tag name="KSO_WM_UNIT_ID" val="diagram20190634_5*i*64"/>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76"/>
  <p:tag name="KSO_WM_UNIT_ID" val="diagram20190634_5*i*76"/>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77"/>
  <p:tag name="KSO_WM_UNIT_ID" val="diagram20190634_5*i*77"/>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12"/>
  <p:tag name="KSO_WM_UNIT_ID" val="diagram20190634_5*i*12"/>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23"/>
  <p:tag name="KSO_WM_UNIT_ID" val="diagram20190634_5*i*23"/>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34"/>
  <p:tag name="KSO_WM_UNIT_ID" val="diagram20190634_5*i*34"/>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45"/>
  <p:tag name="KSO_WM_UNIT_ID" val="diagram20190634_5*i*45"/>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56"/>
  <p:tag name="KSO_WM_UNIT_ID" val="diagram20190634_5*i*56"/>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67"/>
  <p:tag name="KSO_WM_UNIT_ID" val="diagram20190634_5*i*67"/>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78"/>
  <p:tag name="KSO_WM_UNIT_ID" val="diagram20190634_5*i*78"/>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79"/>
  <p:tag name="KSO_WM_UNIT_ID" val="diagram20190634_5*i*79"/>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2"/>
  <p:tag name="KSO_WM_UNIT_ID" val="diagram20190634_5*i*2"/>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3"/>
  <p:tag name="KSO_WM_UNIT_ID" val="diagram20190634_5*i*3"/>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5"/>
  <p:tag name="KSO_WM_UNIT_ID" val="diagram20190634_5*i*5"/>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6"/>
  <p:tag name="KSO_WM_UNIT_ID" val="diagram20190634_5*i*6"/>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7"/>
  <p:tag name="KSO_WM_UNIT_ID" val="diagram20190634_5*i*7"/>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8"/>
  <p:tag name="KSO_WM_UNIT_ID" val="diagram20190634_5*i*8"/>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9"/>
  <p:tag name="KSO_WM_UNIT_ID" val="diagram20190634_5*i*9"/>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10"/>
  <p:tag name="KSO_WM_UNIT_ID" val="diagram20190634_5*i*10"/>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11"/>
  <p:tag name="KSO_WM_UNIT_ID" val="diagram20190634_5*i*11"/>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13"/>
  <p:tag name="KSO_WM_UNIT_ID" val="diagram20190634_5*i*13"/>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14"/>
  <p:tag name="KSO_WM_UNIT_ID" val="diagram20190634_5*i*14"/>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15"/>
  <p:tag name="KSO_WM_UNIT_ID" val="diagram20190634_5*i*15"/>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17"/>
  <p:tag name="KSO_WM_UNIT_ID" val="diagram20190634_5*i*17"/>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18"/>
  <p:tag name="KSO_WM_UNIT_ID" val="diagram20190634_5*i*18"/>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19"/>
  <p:tag name="KSO_WM_UNIT_ID" val="diagram20190634_5*i*19"/>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20"/>
  <p:tag name="KSO_WM_UNIT_ID" val="diagram20190634_5*i*20"/>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21"/>
  <p:tag name="KSO_WM_UNIT_ID" val="diagram20190634_5*i*21"/>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22"/>
  <p:tag name="KSO_WM_UNIT_ID" val="diagram20190634_5*i*22"/>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24"/>
  <p:tag name="KSO_WM_UNIT_ID" val="diagram20190634_5*i*24"/>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25"/>
  <p:tag name="KSO_WM_UNIT_ID" val="diagram20190634_5*i*25"/>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26"/>
  <p:tag name="KSO_WM_UNIT_ID" val="diagram20190634_5*i*26"/>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27"/>
  <p:tag name="KSO_WM_UNIT_ID" val="diagram20190634_5*i*27"/>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29"/>
  <p:tag name="KSO_WM_UNIT_ID" val="diagram20190634_5*i*29"/>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30"/>
  <p:tag name="KSO_WM_UNIT_ID" val="diagram20190634_5*i*30"/>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31"/>
  <p:tag name="KSO_WM_UNIT_ID" val="diagram20190634_5*i*31"/>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32"/>
  <p:tag name="KSO_WM_UNIT_ID" val="diagram20190634_5*i*32"/>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33"/>
  <p:tag name="KSO_WM_UNIT_ID" val="diagram20190634_5*i*33"/>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35"/>
  <p:tag name="KSO_WM_UNIT_ID" val="diagram20190634_5*i*35"/>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36"/>
  <p:tag name="KSO_WM_UNIT_ID" val="diagram20190634_5*i*36"/>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37"/>
  <p:tag name="KSO_WM_UNIT_ID" val="diagram20190634_5*i*37"/>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38"/>
  <p:tag name="KSO_WM_UNIT_ID" val="diagram20190634_5*i*38"/>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39"/>
  <p:tag name="KSO_WM_UNIT_ID" val="diagram20190634_5*i*39"/>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41"/>
  <p:tag name="KSO_WM_UNIT_ID" val="diagram20190634_5*i*41"/>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42"/>
  <p:tag name="KSO_WM_UNIT_ID" val="diagram20190634_5*i*42"/>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43"/>
  <p:tag name="KSO_WM_UNIT_ID" val="diagram20190634_5*i*43"/>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44"/>
  <p:tag name="KSO_WM_UNIT_ID" val="diagram20190634_5*i*44"/>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46"/>
  <p:tag name="KSO_WM_UNIT_ID" val="diagram20190634_5*i*46"/>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47"/>
  <p:tag name="KSO_WM_UNIT_ID" val="diagram20190634_5*i*47"/>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48"/>
  <p:tag name="KSO_WM_UNIT_ID" val="diagram20190634_5*i*48"/>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49"/>
  <p:tag name="KSO_WM_UNIT_ID" val="diagram20190634_5*i*49"/>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50"/>
  <p:tag name="KSO_WM_UNIT_ID" val="diagram20190634_5*i*50"/>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51"/>
  <p:tag name="KSO_WM_UNIT_ID" val="diagram20190634_5*i*51"/>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53"/>
  <p:tag name="KSO_WM_UNIT_ID" val="diagram20190634_5*i*53"/>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54"/>
  <p:tag name="KSO_WM_UNIT_ID" val="diagram20190634_5*i*54"/>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55"/>
  <p:tag name="KSO_WM_UNIT_ID" val="diagram20190634_5*i*55"/>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57"/>
  <p:tag name="KSO_WM_UNIT_ID" val="diagram20190634_5*i*57"/>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58"/>
  <p:tag name="KSO_WM_UNIT_ID" val="diagram20190634_5*i*58"/>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59"/>
  <p:tag name="KSO_WM_UNIT_ID" val="diagram20190634_5*i*59"/>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60"/>
  <p:tag name="KSO_WM_UNIT_ID" val="diagram20190634_5*i*60"/>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61"/>
  <p:tag name="KSO_WM_UNIT_ID" val="diagram20190634_5*i*61"/>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62"/>
  <p:tag name="KSO_WM_UNIT_ID" val="diagram20190634_5*i*62"/>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63"/>
  <p:tag name="KSO_WM_UNIT_ID" val="diagram20190634_5*i*63"/>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FILL_FORE_SCHEMECOLOR_INDEX" val="13"/>
  <p:tag name="KSO_WM_UNIT_FILL_TYPE" val="1"/>
  <p:tag name="KSO_WM_UNIT_TEXT_FILL_FORE_SCHEMECOLOR_INDEX" val="13"/>
  <p:tag name="KSO_WM_UNIT_TEXT_FILL_TYPE" val="1"/>
  <p:tag name="KSO_WM_UNIT_USESOURCEFORMAT_APPLY" val="1"/>
</p:tagLst>
</file>

<file path=ppt/tags/tag8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65"/>
  <p:tag name="KSO_WM_UNIT_ID" val="diagram20190634_5*i*65"/>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8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66"/>
  <p:tag name="KSO_WM_UNIT_ID" val="diagram20190634_5*i*66"/>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FILL_FORE_SCHEMECOLOR_INDEX" val="13"/>
  <p:tag name="KSO_WM_UNIT_FILL_TYPE" val="1"/>
  <p:tag name="KSO_WM_UNIT_TEXT_FILL_FORE_SCHEMECOLOR_INDEX" val="13"/>
  <p:tag name="KSO_WM_UNIT_TEXT_FILL_TYPE" val="1"/>
  <p:tag name="KSO_WM_UNIT_USESOURCEFORMAT_APPLY" val="1"/>
</p:tagLst>
</file>

<file path=ppt/tags/tag8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68"/>
  <p:tag name="KSO_WM_UNIT_ID" val="diagram20190634_5*i*68"/>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8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69"/>
  <p:tag name="KSO_WM_UNIT_ID" val="diagram20190634_5*i*69"/>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70"/>
  <p:tag name="KSO_WM_UNIT_ID" val="diagram20190634_5*i*70"/>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71"/>
  <p:tag name="KSO_WM_UNIT_ID" val="diagram20190634_5*i*71"/>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72"/>
  <p:tag name="KSO_WM_UNIT_ID" val="diagram20190634_5*i*72"/>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73"/>
  <p:tag name="KSO_WM_UNIT_ID" val="diagram20190634_5*i*73"/>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74"/>
  <p:tag name="KSO_WM_UNIT_ID" val="diagram20190634_5*i*74"/>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1"/>
  <p:tag name="KSO_WM_UNIT_TYPE" val="i"/>
  <p:tag name="KSO_WM_UNIT_INDEX" val="75"/>
  <p:tag name="KSO_WM_UNIT_ID" val="diagram20190634_5*i*75"/>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88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88024"/>
  <p:tag name="KSO_WM_SLIDE_COLORSCHEME_VERSION" val="3.2"/>
  <p:tag name="KSO_WM_SLIDE_ID" val="diagram20188024_5"/>
  <p:tag name="KSO_WM_TEMPLATE_SUBCATEGORY" val="0"/>
  <p:tag name="KSO_WM_TEMPLATE_MASTER_TYPE" val="0"/>
  <p:tag name="KSO_WM_TEMPLATE_COLOR_TYPE" val="1"/>
  <p:tag name="KSO_WM_SLIDE_TYPE" val="text"/>
  <p:tag name="KSO_WM_SLIDE_SUBTYPE" val="diag"/>
  <p:tag name="KSO_WM_SLIDE_ITEM_CNT" val="5"/>
  <p:tag name="KSO_WM_SLIDE_INDEX" val="5"/>
  <p:tag name="KSO_WM_SLIDE_SIZE" val="513.074*394.273"/>
  <p:tag name="KSO_WM_SLIDE_POSITION" val="0.61937*116.488"/>
  <p:tag name="KSO_WM_DIAGRAM_GROUP_CODE" val="l1-1"/>
  <p:tag name="KSO_WM_SLIDE_DIAGTYPE" val="l"/>
  <p:tag name="KSO_WM_TAG_VERSION" val="1.0"/>
  <p:tag name="KSO_WM_SLIDE_LAYOUT" val="a_f_l"/>
  <p:tag name="KSO_WM_SLIDE_LAYOUT_CNT" val="1_2_1"/>
</p:tagLst>
</file>

<file path=ppt/tags/tag88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TYPE" val="q_i"/>
  <p:tag name="KSO_WM_UNIT_INDEX" val="1_10"/>
  <p:tag name="KSO_WM_UNIT_ID" val="diagram20187900_6*q_i*1_10"/>
  <p:tag name="KSO_WM_UNIT_LAYERLEVEL" val="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FILL_FORE_SCHEMECOLOR_INDEX" val="15"/>
  <p:tag name="KSO_WM_UNIT_FILL_TYPE" val="1"/>
  <p:tag name="KSO_WM_UNIT_TEXT_FILL_FORE_SCHEMECOLOR_INDEX" val="2"/>
  <p:tag name="KSO_WM_UNIT_TEXT_FILL_TYPE" val="1"/>
  <p:tag name="KSO_WM_UNIT_USESOURCEFORMAT_APPLY" val="1"/>
</p:tagLst>
</file>

<file path=ppt/tags/tag889.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TYPE" val="q_i"/>
  <p:tag name="KSO_WM_UNIT_INDEX" val="1_4"/>
  <p:tag name="KSO_WM_UNIT_ID" val="diagram20187900_6*q_i*1_4"/>
  <p:tag name="KSO_WM_UNIT_LAYERLEVEL" val="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FILL_FORE_SCHEMECOLOR_INDEX" val="15"/>
  <p:tag name="KSO_WM_UNIT_FILL_TYPE" val="1"/>
  <p:tag name="KSO_WM_UNIT_TEXT_FILL_FORE_SCHEMECOLOR_INDEX" val="2"/>
  <p:tag name="KSO_WM_UNIT_TEXT_FILL_TYPE" val="1"/>
  <p:tag name="KSO_WM_UNIT_USESOURCEFORMAT_APPLY" val="1"/>
</p:tagLst>
</file>

<file path=ppt/tags/tag89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TYPE" val="q_i"/>
  <p:tag name="KSO_WM_UNIT_INDEX" val="1_3"/>
  <p:tag name="KSO_WM_UNIT_ID" val="diagram20187900_6*q_i*1_3"/>
  <p:tag name="KSO_WM_UNIT_LAYERLEVEL" val="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FILL_FORE_SCHEMECOLOR_INDEX" val="14"/>
  <p:tag name="KSO_WM_UNIT_FILL_TYPE" val="1"/>
  <p:tag name="KSO_WM_UNIT_LINE_FORE_SCHEMECOLOR_INDEX" val="15"/>
  <p:tag name="KSO_WM_UNIT_LINE_FILL_TYPE" val="2"/>
  <p:tag name="KSO_WM_UNIT_TEXT_FILL_FORE_SCHEMECOLOR_INDEX" val="2"/>
  <p:tag name="KSO_WM_UNIT_TEXT_FILL_TYPE" val="1"/>
  <p:tag name="KSO_WM_UNIT_USESOURCEFORMAT_APPLY" val="1"/>
</p:tagLst>
</file>

<file path=ppt/tags/tag89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TYPE" val="q_i"/>
  <p:tag name="KSO_WM_UNIT_INDEX" val="1_2"/>
  <p:tag name="KSO_WM_UNIT_ID" val="diagram20187900_6*q_i*1_2"/>
  <p:tag name="KSO_WM_UNIT_LAYERLEVEL" val="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FILL_FORE_SCHEMECOLOR_INDEX" val="14"/>
  <p:tag name="KSO_WM_UNIT_FILL_TYPE" val="1"/>
  <p:tag name="KSO_WM_UNIT_TEXT_FILL_FORE_SCHEMECOLOR_INDEX" val="2"/>
  <p:tag name="KSO_WM_UNIT_TEXT_FILL_TYPE" val="1"/>
  <p:tag name="KSO_WM_UNIT_USESOURCEFORMAT_APPLY" val="1"/>
</p:tagLst>
</file>

<file path=ppt/tags/tag89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TYPE" val="q_i"/>
  <p:tag name="KSO_WM_UNIT_INDEX" val="1_1"/>
  <p:tag name="KSO_WM_UNIT_ID" val="diagram20187900_6*q_i*1_1"/>
  <p:tag name="KSO_WM_UNIT_LAYERLEVEL" val="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TEXT_FILL_FORE_SCHEMECOLOR_INDEX" val="13"/>
  <p:tag name="KSO_WM_UNIT_TEXT_FILL_TYPE" val="1"/>
  <p:tag name="KSO_WM_UNIT_USESOURCEFORMAT_APPLY" val="1"/>
</p:tagLst>
</file>

<file path=ppt/tags/tag89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TYPE" val="q_i"/>
  <p:tag name="KSO_WM_UNIT_INDEX" val="1_7"/>
  <p:tag name="KSO_WM_UNIT_ID" val="diagram20187900_6*q_i*1_7"/>
  <p:tag name="KSO_WM_UNIT_LAYERLEVEL" val="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TEXT_FILL_FORE_SCHEMECOLOR_INDEX" val="13"/>
  <p:tag name="KSO_WM_UNIT_TEXT_FILL_TYPE" val="1"/>
  <p:tag name="KSO_WM_UNIT_USESOURCEFORMAT_APPLY" val="1"/>
</p:tagLst>
</file>

<file path=ppt/tags/tag89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TYPE" val="q_i"/>
  <p:tag name="KSO_WM_UNIT_INDEX" val="1_6"/>
  <p:tag name="KSO_WM_UNIT_ID" val="diagram20187900_6*q_i*1_6"/>
  <p:tag name="KSO_WM_UNIT_LAYERLEVEL" val="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TEXT_FILL_FORE_SCHEMECOLOR_INDEX" val="13"/>
  <p:tag name="KSO_WM_UNIT_TEXT_FILL_TYPE" val="1"/>
  <p:tag name="KSO_WM_UNIT_USESOURCEFORMAT_APPLY" val="1"/>
</p:tagLst>
</file>

<file path=ppt/tags/tag89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TYPE" val="q_i"/>
  <p:tag name="KSO_WM_UNIT_INDEX" val="1_5"/>
  <p:tag name="KSO_WM_UNIT_ID" val="diagram20187900_6*q_i*1_5"/>
  <p:tag name="KSO_WM_UNIT_LAYERLEVEL" val="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TEXT_FILL_FORE_SCHEMECOLOR_INDEX" val="13"/>
  <p:tag name="KSO_WM_UNIT_TEXT_FILL_TYPE" val="1"/>
  <p:tag name="KSO_WM_UNIT_USESOURCEFORMAT_APPLY" val="1"/>
</p:tagLst>
</file>

<file path=ppt/tags/tag89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TYPE" val="q_h_i"/>
  <p:tag name="KSO_WM_UNIT_INDEX" val="1_6_2"/>
  <p:tag name="KSO_WM_UNIT_ID" val="diagram20187900_6*q_h_i*1_6_2"/>
  <p:tag name="KSO_WM_UNIT_LAYERLEVEL" val="1_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FILL_FORE_SCHEMECOLOR_INDEX" val="7"/>
  <p:tag name="KSO_WM_UNIT_FILL_TYPE" val="1"/>
  <p:tag name="KSO_WM_UNIT_LINE_FORE_SCHEMECOLOR_INDEX" val="14"/>
  <p:tag name="KSO_WM_UNIT_LINE_FILL_TYPE" val="2"/>
  <p:tag name="KSO_WM_UNIT_TEXT_FILL_FORE_SCHEMECOLOR_INDEX" val="2"/>
  <p:tag name="KSO_WM_UNIT_TEXT_FILL_TYPE" val="1"/>
  <p:tag name="KSO_WM_UNIT_USESOURCEFORMAT_APPLY" val="1"/>
</p:tagLst>
</file>

<file path=ppt/tags/tag89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TYPE" val="q_h_i"/>
  <p:tag name="KSO_WM_UNIT_INDEX" val="1_6_1"/>
  <p:tag name="KSO_WM_UNIT_ID" val="diagram20187900_6*q_h_i*1_6_1"/>
  <p:tag name="KSO_WM_UNIT_LAYERLEVEL" val="1_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89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TYPE" val="q_h_f"/>
  <p:tag name="KSO_WM_UNIT_INDEX" val="1_6_1"/>
  <p:tag name="KSO_WM_UNIT_ID" val="diagram20187900_6*q_h_f*1_6_1"/>
  <p:tag name="KSO_WM_UNIT_LAYERLEVEL" val="1_1_1"/>
  <p:tag name="KSO_WM_UNIT_VALUE" val="115"/>
  <p:tag name="KSO_WM_UNIT_HIGHLIGHT" val="0"/>
  <p:tag name="KSO_WM_UNIT_COMPATIBLE" val="0"/>
  <p:tag name="KSO_WM_BEAUTIFY_FLAG" val="#wm#"/>
  <p:tag name="KSO_WM_TAG_VERSION" val="1.0"/>
  <p:tag name="KSO_WM_DIAGRAM_GROUP_CODE" val="q1-1"/>
  <p:tag name="KSO_WM_UNIT_PRESET_TEXT" val="单击此处添加文本具体内容，简明扼要的阐述您的观点。"/>
  <p:tag name="KSO_WM_UNIT_NOCLEAR" val="0"/>
  <p:tag name="KSO_WM_UNIT_DIAGRAM_ISNUMVISUAL" val="0"/>
  <p:tag name="KSO_WM_UNIT_DIAGRAM_ISREFERUNIT" val="0"/>
  <p:tag name="KSO_WM_UNIT_TEXT_FILL_FORE_SCHEMECOLOR_INDEX" val="13"/>
  <p:tag name="KSO_WM_UNIT_TEXT_FILL_TYPE" val="1"/>
  <p:tag name="KSO_WM_UNIT_USESOURCEFORMAT_APPLY" val="1"/>
</p:tagLst>
</file>

<file path=ppt/tags/tag899.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TYPE" val="q_h_i"/>
  <p:tag name="KSO_WM_UNIT_INDEX" val="1_5_2"/>
  <p:tag name="KSO_WM_UNIT_ID" val="diagram20187900_6*q_h_i*1_5_2"/>
  <p:tag name="KSO_WM_UNIT_LAYERLEVEL" val="1_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FILL_FORE_SCHEMECOLOR_INDEX" val="6"/>
  <p:tag name="KSO_WM_UNIT_FILL_TYPE" val="1"/>
  <p:tag name="KSO_WM_UNIT_LINE_FORE_SCHEMECOLOR_INDEX" val="14"/>
  <p:tag name="KSO_WM_UNIT_LINE_FILL_TYPE" val="2"/>
  <p:tag name="KSO_WM_UNIT_TEXT_FILL_FORE_SCHEMECOLOR_INDEX" val="2"/>
  <p:tag name="KSO_WM_UNIT_TEXT_FILL_TYPE" val="1"/>
  <p:tag name="KSO_WM_UNIT_USESOURCEFORMAT_APPLY" val="1"/>
</p:tagLst>
</file>

<file path=ppt/tags/tag90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TYPE" val="q_h_i"/>
  <p:tag name="KSO_WM_UNIT_INDEX" val="1_5_1"/>
  <p:tag name="KSO_WM_UNIT_ID" val="diagram20187900_6*q_h_i*1_5_1"/>
  <p:tag name="KSO_WM_UNIT_LAYERLEVEL" val="1_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90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TYPE" val="q_h_f"/>
  <p:tag name="KSO_WM_UNIT_INDEX" val="1_5_1"/>
  <p:tag name="KSO_WM_UNIT_ID" val="diagram20187900_6*q_h_f*1_5_1"/>
  <p:tag name="KSO_WM_UNIT_LAYERLEVEL" val="1_1_1"/>
  <p:tag name="KSO_WM_UNIT_VALUE" val="115"/>
  <p:tag name="KSO_WM_UNIT_HIGHLIGHT" val="0"/>
  <p:tag name="KSO_WM_UNIT_COMPATIBLE" val="0"/>
  <p:tag name="KSO_WM_BEAUTIFY_FLAG" val="#wm#"/>
  <p:tag name="KSO_WM_TAG_VERSION" val="1.0"/>
  <p:tag name="KSO_WM_DIAGRAM_GROUP_CODE" val="q1-1"/>
  <p:tag name="KSO_WM_UNIT_PRESET_TEXT" val="单击此处添加文本具体内容，简明扼要的阐述您的观点。"/>
  <p:tag name="KSO_WM_UNIT_NOCLEAR" val="0"/>
  <p:tag name="KSO_WM_UNIT_DIAGRAM_ISNUMVISUAL" val="0"/>
  <p:tag name="KSO_WM_UNIT_DIAGRAM_ISREFERUNIT" val="0"/>
  <p:tag name="KSO_WM_UNIT_TEXT_FILL_FORE_SCHEMECOLOR_INDEX" val="13"/>
  <p:tag name="KSO_WM_UNIT_TEXT_FILL_TYPE" val="1"/>
  <p:tag name="KSO_WM_UNIT_USESOURCEFORMAT_APPLY" val="1"/>
</p:tagLst>
</file>

<file path=ppt/tags/tag90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TYPE" val="q_h_i"/>
  <p:tag name="KSO_WM_UNIT_INDEX" val="1_4_2"/>
  <p:tag name="KSO_WM_UNIT_ID" val="diagram20187900_6*q_h_i*1_4_2"/>
  <p:tag name="KSO_WM_UNIT_LAYERLEVEL" val="1_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FILL_FORE_SCHEMECOLOR_INDEX" val="8"/>
  <p:tag name="KSO_WM_UNIT_FILL_TYPE" val="1"/>
  <p:tag name="KSO_WM_UNIT_LINE_FORE_SCHEMECOLOR_INDEX" val="14"/>
  <p:tag name="KSO_WM_UNIT_LINE_FILL_TYPE" val="2"/>
  <p:tag name="KSO_WM_UNIT_TEXT_FILL_FORE_SCHEMECOLOR_INDEX" val="2"/>
  <p:tag name="KSO_WM_UNIT_TEXT_FILL_TYPE" val="1"/>
  <p:tag name="KSO_WM_UNIT_USESOURCEFORMAT_APPLY" val="1"/>
</p:tagLst>
</file>

<file path=ppt/tags/tag90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TYPE" val="q_h_i"/>
  <p:tag name="KSO_WM_UNIT_INDEX" val="1_4_1"/>
  <p:tag name="KSO_WM_UNIT_ID" val="diagram20187900_6*q_h_i*1_4_1"/>
  <p:tag name="KSO_WM_UNIT_LAYERLEVEL" val="1_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90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TYPE" val="q_h_f"/>
  <p:tag name="KSO_WM_UNIT_INDEX" val="1_4_1"/>
  <p:tag name="KSO_WM_UNIT_ID" val="diagram20187900_6*q_h_f*1_4_1"/>
  <p:tag name="KSO_WM_UNIT_LAYERLEVEL" val="1_1_1"/>
  <p:tag name="KSO_WM_UNIT_VALUE" val="115"/>
  <p:tag name="KSO_WM_UNIT_HIGHLIGHT" val="0"/>
  <p:tag name="KSO_WM_UNIT_COMPATIBLE" val="0"/>
  <p:tag name="KSO_WM_BEAUTIFY_FLAG" val="#wm#"/>
  <p:tag name="KSO_WM_TAG_VERSION" val="1.0"/>
  <p:tag name="KSO_WM_DIAGRAM_GROUP_CODE" val="q1-1"/>
  <p:tag name="KSO_WM_UNIT_PRESET_TEXT" val="单击此处添加文本具体内容，简明扼要的阐述您的观点。"/>
  <p:tag name="KSO_WM_UNIT_NOCLEAR" val="0"/>
  <p:tag name="KSO_WM_UNIT_DIAGRAM_ISNUMVISUAL" val="0"/>
  <p:tag name="KSO_WM_UNIT_DIAGRAM_ISREFERUNIT" val="0"/>
  <p:tag name="KSO_WM_UNIT_TEXT_FILL_FORE_SCHEMECOLOR_INDEX" val="13"/>
  <p:tag name="KSO_WM_UNIT_TEXT_FILL_TYPE" val="1"/>
  <p:tag name="KSO_WM_UNIT_USESOURCEFORMAT_APPLY" val="1"/>
</p:tagLst>
</file>

<file path=ppt/tags/tag90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TYPE" val="q_h_i"/>
  <p:tag name="KSO_WM_UNIT_INDEX" val="1_3_2"/>
  <p:tag name="KSO_WM_UNIT_ID" val="diagram20187900_6*q_h_i*1_3_2"/>
  <p:tag name="KSO_WM_UNIT_LAYERLEVEL" val="1_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FILL_FORE_SCHEMECOLOR_INDEX" val="5"/>
  <p:tag name="KSO_WM_UNIT_FILL_TYPE" val="1"/>
  <p:tag name="KSO_WM_UNIT_LINE_FORE_SCHEMECOLOR_INDEX" val="14"/>
  <p:tag name="KSO_WM_UNIT_LINE_FILL_TYPE" val="2"/>
  <p:tag name="KSO_WM_UNIT_TEXT_FILL_FORE_SCHEMECOLOR_INDEX" val="2"/>
  <p:tag name="KSO_WM_UNIT_TEXT_FILL_TYPE" val="1"/>
  <p:tag name="KSO_WM_UNIT_USESOURCEFORMAT_APPLY" val="1"/>
</p:tagLst>
</file>

<file path=ppt/tags/tag90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TYPE" val="q_h_i"/>
  <p:tag name="KSO_WM_UNIT_INDEX" val="1_3_1"/>
  <p:tag name="KSO_WM_UNIT_ID" val="diagram20187900_6*q_h_i*1_3_1"/>
  <p:tag name="KSO_WM_UNIT_LAYERLEVEL" val="1_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90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TYPE" val="q_h_f"/>
  <p:tag name="KSO_WM_UNIT_INDEX" val="1_3_1"/>
  <p:tag name="KSO_WM_UNIT_ID" val="diagram20187900_6*q_h_f*1_3_1"/>
  <p:tag name="KSO_WM_UNIT_LAYERLEVEL" val="1_1_1"/>
  <p:tag name="KSO_WM_UNIT_VALUE" val="115"/>
  <p:tag name="KSO_WM_UNIT_HIGHLIGHT" val="0"/>
  <p:tag name="KSO_WM_UNIT_COMPATIBLE" val="0"/>
  <p:tag name="KSO_WM_BEAUTIFY_FLAG" val="#wm#"/>
  <p:tag name="KSO_WM_TAG_VERSION" val="1.0"/>
  <p:tag name="KSO_WM_DIAGRAM_GROUP_CODE" val="q1-1"/>
  <p:tag name="KSO_WM_UNIT_PRESET_TEXT" val="单击此处添加文本具体内容，简明扼要的阐述您的观点。"/>
  <p:tag name="KSO_WM_UNIT_NOCLEAR" val="0"/>
  <p:tag name="KSO_WM_UNIT_DIAGRAM_ISNUMVISUAL" val="0"/>
  <p:tag name="KSO_WM_UNIT_DIAGRAM_ISREFERUNIT" val="0"/>
  <p:tag name="KSO_WM_UNIT_TEXT_FILL_FORE_SCHEMECOLOR_INDEX" val="13"/>
  <p:tag name="KSO_WM_UNIT_TEXT_FILL_TYPE" val="1"/>
  <p:tag name="KSO_WM_UNIT_USESOURCEFORMAT_APPLY" val="1"/>
</p:tagLst>
</file>

<file path=ppt/tags/tag90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TYPE" val="q_h_i"/>
  <p:tag name="KSO_WM_UNIT_INDEX" val="1_2_2"/>
  <p:tag name="KSO_WM_UNIT_ID" val="diagram20187900_6*q_h_i*1_2_2"/>
  <p:tag name="KSO_WM_UNIT_LAYERLEVEL" val="1_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FILL_FORE_SCHEMECOLOR_INDEX" val="9"/>
  <p:tag name="KSO_WM_UNIT_FILL_TYPE" val="1"/>
  <p:tag name="KSO_WM_UNIT_LINE_FORE_SCHEMECOLOR_INDEX" val="14"/>
  <p:tag name="KSO_WM_UNIT_LINE_FILL_TYPE" val="2"/>
  <p:tag name="KSO_WM_UNIT_TEXT_FILL_FORE_SCHEMECOLOR_INDEX" val="2"/>
  <p:tag name="KSO_WM_UNIT_TEXT_FILL_TYPE" val="1"/>
  <p:tag name="KSO_WM_UNIT_USESOURCEFORMAT_APPLY" val="1"/>
</p:tagLst>
</file>

<file path=ppt/tags/tag909.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TYPE" val="q_h_i"/>
  <p:tag name="KSO_WM_UNIT_INDEX" val="1_2_1"/>
  <p:tag name="KSO_WM_UNIT_ID" val="diagram20187900_6*q_h_i*1_2_1"/>
  <p:tag name="KSO_WM_UNIT_LAYERLEVEL" val="1_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91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TYPE" val="q_h_f"/>
  <p:tag name="KSO_WM_UNIT_INDEX" val="1_2_1"/>
  <p:tag name="KSO_WM_UNIT_ID" val="diagram20187900_6*q_h_f*1_2_1"/>
  <p:tag name="KSO_WM_UNIT_LAYERLEVEL" val="1_1_1"/>
  <p:tag name="KSO_WM_UNIT_VALUE" val="115"/>
  <p:tag name="KSO_WM_UNIT_HIGHLIGHT" val="0"/>
  <p:tag name="KSO_WM_UNIT_COMPATIBLE" val="0"/>
  <p:tag name="KSO_WM_BEAUTIFY_FLAG" val="#wm#"/>
  <p:tag name="KSO_WM_TAG_VERSION" val="1.0"/>
  <p:tag name="KSO_WM_DIAGRAM_GROUP_CODE" val="q1-1"/>
  <p:tag name="KSO_WM_UNIT_PRESET_TEXT" val="单击此处添加文本具体内容，简明扼要的阐述您的观点。"/>
  <p:tag name="KSO_WM_UNIT_NOCLEAR" val="0"/>
  <p:tag name="KSO_WM_UNIT_DIAGRAM_ISNUMVISUAL" val="0"/>
  <p:tag name="KSO_WM_UNIT_DIAGRAM_ISREFERUNIT" val="0"/>
  <p:tag name="KSO_WM_UNIT_TEXT_FILL_FORE_SCHEMECOLOR_INDEX" val="13"/>
  <p:tag name="KSO_WM_UNIT_TEXT_FILL_TYPE" val="1"/>
  <p:tag name="KSO_WM_UNIT_USESOURCEFORMAT_APPLY" val="1"/>
</p:tagLst>
</file>

<file path=ppt/tags/tag91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TYPE" val="q_h_i"/>
  <p:tag name="KSO_WM_UNIT_INDEX" val="1_1_2"/>
  <p:tag name="KSO_WM_UNIT_ID" val="diagram20187900_6*q_h_i*1_1_2"/>
  <p:tag name="KSO_WM_UNIT_LAYERLEVEL" val="1_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FILL_FORE_SCHEMECOLOR_INDEX" val="10"/>
  <p:tag name="KSO_WM_UNIT_FILL_TYPE" val="1"/>
  <p:tag name="KSO_WM_UNIT_LINE_FORE_SCHEMECOLOR_INDEX" val="14"/>
  <p:tag name="KSO_WM_UNIT_LINE_FILL_TYPE" val="2"/>
  <p:tag name="KSO_WM_UNIT_TEXT_FILL_FORE_SCHEMECOLOR_INDEX" val="2"/>
  <p:tag name="KSO_WM_UNIT_TEXT_FILL_TYPE" val="1"/>
  <p:tag name="KSO_WM_UNIT_USESOURCEFORMAT_APPLY" val="1"/>
</p:tagLst>
</file>

<file path=ppt/tags/tag91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TYPE" val="q_h_i"/>
  <p:tag name="KSO_WM_UNIT_INDEX" val="1_1_1"/>
  <p:tag name="KSO_WM_UNIT_ID" val="diagram20187900_6*q_h_i*1_1_1"/>
  <p:tag name="KSO_WM_UNIT_LAYERLEVEL" val="1_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91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TYPE" val="q_h_f"/>
  <p:tag name="KSO_WM_UNIT_INDEX" val="1_1_1"/>
  <p:tag name="KSO_WM_UNIT_ID" val="diagram20187900_6*q_h_f*1_1_1"/>
  <p:tag name="KSO_WM_UNIT_LAYERLEVEL" val="1_1_1"/>
  <p:tag name="KSO_WM_UNIT_VALUE" val="115"/>
  <p:tag name="KSO_WM_UNIT_HIGHLIGHT" val="0"/>
  <p:tag name="KSO_WM_UNIT_COMPATIBLE" val="0"/>
  <p:tag name="KSO_WM_BEAUTIFY_FLAG" val="#wm#"/>
  <p:tag name="KSO_WM_TAG_VERSION" val="1.0"/>
  <p:tag name="KSO_WM_DIAGRAM_GROUP_CODE" val="q1-1"/>
  <p:tag name="KSO_WM_UNIT_PRESET_TEXT" val="单击此处添加文本具体内容，简明扼要的阐述您的观点。"/>
  <p:tag name="KSO_WM_UNIT_NOCLEAR" val="0"/>
  <p:tag name="KSO_WM_UNIT_DIAGRAM_ISNUMVISUAL" val="0"/>
  <p:tag name="KSO_WM_UNIT_DIAGRAM_ISREFERUNIT" val="0"/>
  <p:tag name="KSO_WM_UNIT_TEXT_FILL_FORE_SCHEMECOLOR_INDEX" val="13"/>
  <p:tag name="KSO_WM_UNIT_TEXT_FILL_TYPE" val="1"/>
  <p:tag name="KSO_WM_UNIT_USESOURCEFORMAT_APPLY" val="1"/>
</p:tagLst>
</file>

<file path=ppt/tags/tag914.xml><?xml version="1.0" encoding="utf-8"?>
<p:tagLst xmlns:a="http://schemas.openxmlformats.org/drawingml/2006/main" xmlns:r="http://schemas.openxmlformats.org/officeDocument/2006/relationships" xmlns:p="http://schemas.openxmlformats.org/presentationml/2006/main">
  <p:tag name="KSO_WM_UNIT_COLOR_SCHEME_SHAPE_ID" val="42"/>
  <p:tag name="KSO_WM_UNIT_COLOR_SCHEME_PARENT_PAGE" val="0_5"/>
  <p:tag name="KSO_WM_UNIT_NOCLEAR" val="0"/>
  <p:tag name="KSO_WM_UNIT_VALUE" val="20"/>
  <p:tag name="KSO_WM_UNIT_HIGHLIGHT" val="0"/>
  <p:tag name="KSO_WM_UNIT_COMPATIBLE" val="0"/>
  <p:tag name="KSO_WM_UNIT_DIAGRAM_ISNUMVISUAL" val="0"/>
  <p:tag name="KSO_WM_UNIT_DIAGRAM_ISREFERUNIT" val="0"/>
  <p:tag name="KSO_WM_DIAGRAM_GROUP_CODE" val="l1-1"/>
  <p:tag name="KSO_WM_UNIT_TYPE" val="f"/>
  <p:tag name="KSO_WM_UNIT_INDEX" val="1"/>
  <p:tag name="KSO_WM_UNIT_ID" val="diagram20188024_5*f*1"/>
  <p:tag name="KSO_WM_TEMPLATE_CATEGORY" val="diagram"/>
  <p:tag name="KSO_WM_TEMPLATE_INDEX" val="20188024"/>
  <p:tag name="KSO_WM_UNIT_LAYERLEVEL" val="1"/>
  <p:tag name="KSO_WM_TAG_VERSION" val="1.0"/>
  <p:tag name="KSO_WM_BEAUTIFY_FLAG" val="#wm#"/>
  <p:tag name="KSO_WM_UNIT_PRESET_TEXT" val="单击此处添加文本具体内容，简明扼要的阐述您的观点。根据需要可酌情增减文字，以便观者准确的理解您传达的思想。"/>
  <p:tag name="KSO_WM_UNIT_TEXT_FILL_FORE_SCHEMECOLOR_INDEX" val="13"/>
  <p:tag name="KSO_WM_UNIT_TEXT_FILL_TYPE" val="1"/>
  <p:tag name="KSO_WM_UNIT_USESOURCEFORMAT_APPLY" val="1"/>
</p:tagLst>
</file>

<file path=ppt/tags/tag915.xml><?xml version="1.0" encoding="utf-8"?>
<p:tagLst xmlns:a="http://schemas.openxmlformats.org/drawingml/2006/main" xmlns:r="http://schemas.openxmlformats.org/officeDocument/2006/relationships" xmlns:p="http://schemas.openxmlformats.org/presentationml/2006/main">
  <p:tag name="KSO_WM_UNIT_COLOR_SCHEME_SHAPE_ID" val="43"/>
  <p:tag name="KSO_WM_UNIT_COLOR_SCHEME_PARENT_PAGE" val="0_5"/>
  <p:tag name="KSO_WM_UNIT_ISCONTENTS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188024_5*a*1"/>
  <p:tag name="KSO_WM_TEMPLATE_CATEGORY" val="diagram"/>
  <p:tag name="KSO_WM_TEMPLATE_INDEX" val="20188024"/>
  <p:tag name="KSO_WM_UNIT_LAYERLEVEL" val="1"/>
  <p:tag name="KSO_WM_TAG_VERSION" val="1.0"/>
  <p:tag name="KSO_WM_BEAUTIFY_FLAG" val="#wm#"/>
  <p:tag name="KSO_WM_UNIT_PRESET_TEXT" val="单击此处添加标题"/>
  <p:tag name="KSO_WM_UNIT_TEXT_FILL_FORE_SCHEMECOLOR_INDEX" val="13"/>
  <p:tag name="KSO_WM_UNIT_TEXT_FILL_TYPE" val="1"/>
  <p:tag name="KSO_WM_UNIT_USESOURCEFORMAT_APPLY" val="1"/>
</p:tagLst>
</file>

<file path=ppt/tags/tag916.xml><?xml version="1.0" encoding="utf-8"?>
<p:tagLst xmlns:a="http://schemas.openxmlformats.org/drawingml/2006/main" xmlns:r="http://schemas.openxmlformats.org/officeDocument/2006/relationships" xmlns:p="http://schemas.openxmlformats.org/presentationml/2006/main">
  <p:tag name="KSO_WM_SLIDE_COLORSCHEME_VERSION" val="3.2"/>
  <p:tag name="KSO_WM_SLIDE_ID" val="diagram20203673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30*541"/>
  <p:tag name="KSO_WM_SLIDE_POSITION" val="-1*0"/>
  <p:tag name="KSO_WM_TAG_VERSION" val="1.0"/>
  <p:tag name="KSO_WM_BEAUTIFY_FLAG" val="#wm#"/>
  <p:tag name="KSO_WM_TEMPLATE_CATEGORY" val="diagram"/>
  <p:tag name="KSO_WM_TEMPLATE_INDEX" val="20203673"/>
  <p:tag name="KSO_WM_SLIDE_LAYOUT" val="a_f"/>
  <p:tag name="KSO_WM_SLIDE_LAYOUT_CNT" val="1_1"/>
</p:tagLst>
</file>

<file path=ppt/tags/tag9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3673_1*i*1"/>
  <p:tag name="KSO_WM_TEMPLATE_CATEGORY" val="diagram"/>
  <p:tag name="KSO_WM_TEMPLATE_INDEX" val="20203673"/>
  <p:tag name="KSO_WM_UNIT_LAYERLEVEL" val="1"/>
  <p:tag name="KSO_WM_TAG_VERSION" val="1.0"/>
  <p:tag name="KSO_WM_BEAUTIFY_FLAG" val="#wm#"/>
</p:tagLst>
</file>

<file path=ppt/tags/tag918.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2"/>
  <p:tag name="KSO_WM_UNIT_HIGHLIGHT" val="0"/>
  <p:tag name="KSO_WM_UNIT_COMPATIBLE" val="0"/>
  <p:tag name="KSO_WM_UNIT_DIAGRAM_ISNUMVISUAL" val="0"/>
  <p:tag name="KSO_WM_UNIT_DIAGRAM_ISREFERUNIT" val="0"/>
  <p:tag name="KSO_WM_UNIT_TYPE" val="a"/>
  <p:tag name="KSO_WM_UNIT_INDEX" val="1"/>
  <p:tag name="KSO_WM_UNIT_ID" val="diagram20203673_1*a*1"/>
  <p:tag name="KSO_WM_TEMPLATE_CATEGORY" val="diagram"/>
  <p:tag name="KSO_WM_TEMPLATE_INDEX" val="20203673"/>
  <p:tag name="KSO_WM_UNIT_LAYERLEVEL" val="1"/>
  <p:tag name="KSO_WM_TAG_VERSION" val="1.0"/>
  <p:tag name="KSO_WM_BEAUTIFY_FLAG" val="#wm#"/>
  <p:tag name="KSO_WM_UNIT_PRESET_TEXT" val="单击此处添加标题内容"/>
</p:tagLst>
</file>

<file path=ppt/tags/tag919.xml><?xml version="1.0" encoding="utf-8"?>
<p:tagLst xmlns:a="http://schemas.openxmlformats.org/drawingml/2006/main" xmlns:r="http://schemas.openxmlformats.org/officeDocument/2006/relationships" xmlns:p="http://schemas.openxmlformats.org/presentationml/2006/main">
  <p:tag name="KSO_WM_UNIT_NOCLEAR" val="0"/>
  <p:tag name="KSO_WM_UNIT_VALUE" val="1144"/>
  <p:tag name="KSO_WM_UNIT_HIGHLIGHT" val="0"/>
  <p:tag name="KSO_WM_UNIT_COMPATIBLE" val="0"/>
  <p:tag name="KSO_WM_UNIT_DIAGRAM_ISNUMVISUAL" val="0"/>
  <p:tag name="KSO_WM_UNIT_DIAGRAM_ISREFERUNIT" val="0"/>
  <p:tag name="KSO_WM_UNIT_TYPE" val="f"/>
  <p:tag name="KSO_WM_UNIT_INDEX" val="1"/>
  <p:tag name="KSO_WM_UNIT_ID" val="diagram20203673_1*f*1"/>
  <p:tag name="KSO_WM_TEMPLATE_CATEGORY" val="diagram"/>
  <p:tag name="KSO_WM_TEMPLATE_INDEX" val="20203673"/>
  <p:tag name="KSO_WM_UNIT_LAYERLEVEL" val="1"/>
  <p:tag name="KSO_WM_TAG_VERSION" val="1.0"/>
  <p:tag name="KSO_WM_BEAUTIFY_FLAG" val="#wm#"/>
  <p:tag name="KSO_WM_UNIT_PRESET_TEXT" val="点击此处添加正文，文字是您思想的提炼，为了演示发布的良好效果，请言简意赅的阐述您的观点。&#10;您的正文已经经简明扼要，字字珠玑，但信息却千丝万缕、错综复杂，需要用更多的文字来表述；但请您尽可能提炼思想的精髓，否则容易造成观者的阅读压力，适得其反。&#10;正如我们都希望改变世界，希望给别人带去光明，但更多时候我们只需要播下一颗种子，自然有微风吹拂，雨露滋养。恰如其分的表达观点，往往事半功倍。&#10;当您的正文内容到达这个限度时，或许已经不纯粹作用于演示，极大可能运用于阅读领域；无论是传播观点、知识分享还是汇报工作，内容的详尽固然重要，但请一定注意信息框架的清晰，这样才能使内容层次分明，页面简洁易读。&#10;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
</p:tagLst>
</file>

<file path=ppt/tags/tag9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3673_1*i*2"/>
  <p:tag name="KSO_WM_TEMPLATE_CATEGORY" val="diagram"/>
  <p:tag name="KSO_WM_TEMPLATE_INDEX" val="20203673"/>
  <p:tag name="KSO_WM_UNIT_LAYERLEVEL" val="1"/>
  <p:tag name="KSO_WM_TAG_VERSION" val="1.0"/>
  <p:tag name="KSO_WM_BEAUTIFY_FLAG" val="#wm#"/>
</p:tagLst>
</file>

<file path=ppt/tags/tag9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3673_1*i*3"/>
  <p:tag name="KSO_WM_TEMPLATE_CATEGORY" val="diagram"/>
  <p:tag name="KSO_WM_TEMPLATE_INDEX" val="20203673"/>
  <p:tag name="KSO_WM_UNIT_LAYERLEVEL" val="1"/>
  <p:tag name="KSO_WM_TAG_VERSION" val="1.0"/>
  <p:tag name="KSO_WM_BEAUTIFY_FLAG" val="#wm#"/>
</p:tagLst>
</file>

<file path=ppt/tags/tag9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3673_1*i*4"/>
  <p:tag name="KSO_WM_TEMPLATE_CATEGORY" val="diagram"/>
  <p:tag name="KSO_WM_TEMPLATE_INDEX" val="20203673"/>
  <p:tag name="KSO_WM_UNIT_LAYERLEVEL" val="1"/>
  <p:tag name="KSO_WM_TAG_VERSION" val="1.0"/>
  <p:tag name="KSO_WM_BEAUTIFY_FLAG" val="#wm#"/>
</p:tagLst>
</file>

<file path=ppt/tags/tag9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3673_1*i*5"/>
  <p:tag name="KSO_WM_TEMPLATE_CATEGORY" val="diagram"/>
  <p:tag name="KSO_WM_TEMPLATE_INDEX" val="20203673"/>
  <p:tag name="KSO_WM_UNIT_LAYERLEVEL" val="1"/>
  <p:tag name="KSO_WM_TAG_VERSION" val="1.0"/>
  <p:tag name="KSO_WM_BEAUTIFY_FLAG" val="#wm#"/>
</p:tagLst>
</file>

<file path=ppt/tags/tag92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98873"/>
  <p:tag name="KSO_WM_TEMPLATE_THUMBS_INDEX" val="1"/>
  <p:tag name="KSO_WM_SLIDE_ID" val="diagram20198873_3"/>
  <p:tag name="KSO_WM_TEMPLATE_SUBCATEGORY" val="0"/>
  <p:tag name="KSO_WM_TEMPLATE_MASTER_TYPE" val="0"/>
  <p:tag name="KSO_WM_TEMPLATE_COLOR_TYPE" val="1"/>
  <p:tag name="KSO_WM_SLIDE_TYPE" val="text"/>
  <p:tag name="KSO_WM_SLIDE_SUBTYPE" val="diag"/>
  <p:tag name="KSO_WM_SLIDE_ITEM_CNT" val="4"/>
  <p:tag name="KSO_WM_SLIDE_INDEX" val="3"/>
  <p:tag name="KSO_WM_SLIDE_SIZE" val="492.867*202.95"/>
  <p:tag name="KSO_WM_SLIDE_POSITION" val="420.797*304.611"/>
  <p:tag name="KSO_WM_DIAGRAM_GROUP_CODE" val="l1-1"/>
  <p:tag name="KSO_WM_SLIDE_DIAGTYPE" val="l"/>
  <p:tag name="KSO_WM_TAG_VERSION" val="1.0"/>
  <p:tag name="KSO_WM_SLIDE_LAYOUT" val="a_d_f_k_l"/>
  <p:tag name="KSO_WM_SLIDE_LAYOUT_CNT" val="1_1_1_1_1"/>
</p:tagLst>
</file>

<file path=ppt/tags/tag9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8"/>
  <p:tag name="KSO_WM_UNIT_ID" val="diagram20198873_3*i*8"/>
  <p:tag name="KSO_WM_TEMPLATE_CATEGORY" val="diagram"/>
  <p:tag name="KSO_WM_TEMPLATE_INDEX" val="20198873"/>
  <p:tag name="KSO_WM_UNIT_LAYERLEVEL" val="1"/>
  <p:tag name="KSO_WM_TAG_VERSION" val="1.0"/>
  <p:tag name="KSO_WM_BEAUTIFY_FLAG" val="#wm#"/>
  <p:tag name="KSO_WM_UNIT_FILL_FORE_SCHEMECOLOR_INDEX" val="14"/>
  <p:tag name="KSO_WM_UNIT_FILL_TYPE" val="1"/>
  <p:tag name="KSO_WM_UNIT_USESOURCEFORMAT_APPLY" val="1"/>
</p:tagLst>
</file>

<file path=ppt/tags/tag9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9"/>
  <p:tag name="KSO_WM_UNIT_ID" val="diagram20198873_3*i*9"/>
  <p:tag name="KSO_WM_TEMPLATE_CATEGORY" val="diagram"/>
  <p:tag name="KSO_WM_TEMPLATE_INDEX" val="20198873"/>
  <p:tag name="KSO_WM_UNIT_LAYERLEVEL" val="1"/>
  <p:tag name="KSO_WM_TAG_VERSION" val="1.0"/>
  <p:tag name="KSO_WM_BEAUTIFY_FLAG" val="#wm#"/>
  <p:tag name="KSO_WM_UNIT_FILL_FORE_SCHEMECOLOR_INDEX" val="14"/>
  <p:tag name="KSO_WM_UNIT_FILL_TYPE" val="1"/>
  <p:tag name="KSO_WM_UNIT_USESOURCEFORMAT_APPLY" val="1"/>
</p:tagLst>
</file>

<file path=ppt/tags/tag9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0"/>
  <p:tag name="KSO_WM_UNIT_ID" val="diagram20198873_3*i*10"/>
  <p:tag name="KSO_WM_TEMPLATE_CATEGORY" val="diagram"/>
  <p:tag name="KSO_WM_TEMPLATE_INDEX" val="20198873"/>
  <p:tag name="KSO_WM_UNIT_LAYERLEVEL" val="1"/>
  <p:tag name="KSO_WM_TAG_VERSION" val="1.0"/>
  <p:tag name="KSO_WM_BEAUTIFY_FLAG" val="#wm#"/>
  <p:tag name="KSO_WM_UNIT_FILL_FORE_SCHEMECOLOR_INDEX" val="14"/>
  <p:tag name="KSO_WM_UNIT_FILL_TYPE" val="1"/>
  <p:tag name="KSO_WM_UNIT_USESOURCEFORMAT_APPLY" val="1"/>
</p:tagLst>
</file>

<file path=ppt/tags/tag9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1"/>
  <p:tag name="KSO_WM_UNIT_ID" val="diagram20198873_3*i*11"/>
  <p:tag name="KSO_WM_TEMPLATE_CATEGORY" val="diagram"/>
  <p:tag name="KSO_WM_TEMPLATE_INDEX" val="20198873"/>
  <p:tag name="KSO_WM_UNIT_LAYERLEVEL" val="1"/>
  <p:tag name="KSO_WM_TAG_VERSION" val="1.0"/>
  <p:tag name="KSO_WM_BEAUTIFY_FLAG" val="#wm#"/>
  <p:tag name="KSO_WM_UNIT_FILL_FORE_SCHEMECOLOR_INDEX" val="14"/>
  <p:tag name="KSO_WM_UNIT_FILL_TYPE" val="1"/>
  <p:tag name="KSO_WM_UNIT_USESOURCEFORMAT_APPLY" val="1"/>
</p:tagLst>
</file>

<file path=ppt/tags/tag9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2"/>
  <p:tag name="KSO_WM_UNIT_ID" val="diagram20198873_3*i*12"/>
  <p:tag name="KSO_WM_TEMPLATE_CATEGORY" val="diagram"/>
  <p:tag name="KSO_WM_TEMPLATE_INDEX" val="20198873"/>
  <p:tag name="KSO_WM_UNIT_LAYERLEVEL" val="1"/>
  <p:tag name="KSO_WM_TAG_VERSION" val="1.0"/>
  <p:tag name="KSO_WM_BEAUTIFY_FLAG" val="#wm#"/>
  <p:tag name="KSO_WM_UNIT_FILL_FORE_SCHEMECOLOR_INDEX" val="14"/>
  <p:tag name="KSO_WM_UNIT_FILL_TYPE" val="1"/>
  <p:tag name="KSO_WM_UNIT_USESOURCEFORMAT_APPLY" val="1"/>
</p:tagLst>
</file>

<file path=ppt/tags/tag9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3"/>
  <p:tag name="KSO_WM_UNIT_ID" val="diagram20198873_3*i*13"/>
  <p:tag name="KSO_WM_TEMPLATE_CATEGORY" val="diagram"/>
  <p:tag name="KSO_WM_TEMPLATE_INDEX" val="20198873"/>
  <p:tag name="KSO_WM_UNIT_LAYERLEVEL" val="1"/>
  <p:tag name="KSO_WM_TAG_VERSION" val="1.0"/>
  <p:tag name="KSO_WM_BEAUTIFY_FLAG" val="#wm#"/>
  <p:tag name="KSO_WM_UNIT_FILL_FORE_SCHEMECOLOR_INDEX" val="14"/>
  <p:tag name="KSO_WM_UNIT_FILL_TYPE" val="1"/>
  <p:tag name="KSO_WM_UNIT_USESOURCEFORMAT_APPLY" val="1"/>
</p:tagLst>
</file>

<file path=ppt/tags/tag9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4"/>
  <p:tag name="KSO_WM_UNIT_ID" val="diagram20198873_3*i*14"/>
  <p:tag name="KSO_WM_TEMPLATE_CATEGORY" val="diagram"/>
  <p:tag name="KSO_WM_TEMPLATE_INDEX" val="20198873"/>
  <p:tag name="KSO_WM_UNIT_LAYERLEVEL" val="1"/>
  <p:tag name="KSO_WM_TAG_VERSION" val="1.0"/>
  <p:tag name="KSO_WM_BEAUTIFY_FLAG" val="#wm#"/>
  <p:tag name="KSO_WM_UNIT_FILL_FORE_SCHEMECOLOR_INDEX" val="5"/>
  <p:tag name="KSO_WM_UNIT_FILL_TYPE" val="1"/>
  <p:tag name="KSO_WM_UNIT_USESOURCEFORMAT_APPLY" val="1"/>
</p:tagLst>
</file>

<file path=ppt/tags/tag9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diagram20198873_3*i*2"/>
  <p:tag name="KSO_WM_TEMPLATE_CATEGORY" val="diagram"/>
  <p:tag name="KSO_WM_TEMPLATE_INDEX" val="20198873"/>
  <p:tag name="KSO_WM_UNIT_LAYERLEVEL" val="1"/>
  <p:tag name="KSO_WM_TAG_VERSION" val="1.0"/>
  <p:tag name="KSO_WM_BEAUTIFY_FLAG" val="#wm#"/>
  <p:tag name="KSO_WM_UNIT_FILL_FORE_SCHEMECOLOR_INDEX" val="7"/>
  <p:tag name="KSO_WM_UNIT_FILL_TYPE" val="1"/>
  <p:tag name="KSO_WM_UNIT_USESOURCEFORMAT_APPLY" val="1"/>
</p:tagLst>
</file>

<file path=ppt/tags/tag9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3"/>
  <p:tag name="KSO_WM_UNIT_ID" val="diagram20198873_3*i*3"/>
  <p:tag name="KSO_WM_TEMPLATE_CATEGORY" val="diagram"/>
  <p:tag name="KSO_WM_TEMPLATE_INDEX" val="20198873"/>
  <p:tag name="KSO_WM_UNIT_LAYERLEVEL" val="1"/>
  <p:tag name="KSO_WM_TAG_VERSION" val="1.0"/>
  <p:tag name="KSO_WM_BEAUTIFY_FLAG" val="#wm#"/>
  <p:tag name="KSO_WM_UNIT_FILL_FORE_SCHEMECOLOR_INDEX" val="5"/>
  <p:tag name="KSO_WM_UNIT_FILL_TYPE" val="1"/>
  <p:tag name="KSO_WM_UNIT_USESOURCEFORMAT_APPLY" val="1"/>
</p:tagLst>
</file>

<file path=ppt/tags/tag934.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NOCLEAR" val="0"/>
  <p:tag name="KSO_WM_UNIT_VALUE" val="2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198873_3*l_h_f*1_1_1"/>
  <p:tag name="KSO_WM_TEMPLATE_CATEGORY" val="diagram"/>
  <p:tag name="KSO_WM_TEMPLATE_INDEX" val="20198873"/>
  <p:tag name="KSO_WM_UNIT_LAYERLEVEL" val="1_1_1"/>
  <p:tag name="KSO_WM_TAG_VERSION" val="1.0"/>
  <p:tag name="KSO_WM_BEAUTIFY_FLAG" val="#wm#"/>
  <p:tag name="KSO_WM_UNIT_PRESET_TEXT" val="点击此处添加正文，文字是您思想的提炼。"/>
  <p:tag name="KSO_WM_UNIT_TEXT_FILL_FORE_SCHEMECOLOR_INDEX" val="13"/>
  <p:tag name="KSO_WM_UNIT_TEXT_FILL_TYPE" val="1"/>
  <p:tag name="KSO_WM_UNIT_USESOURCEFORMAT_APPLY" val="1"/>
</p:tagLst>
</file>

<file path=ppt/tags/tag935.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NOCLEAR" val="0"/>
  <p:tag name="KSO_WM_UNIT_VALUE" val="2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198873_3*l_h_f*1_2_1"/>
  <p:tag name="KSO_WM_TEMPLATE_CATEGORY" val="diagram"/>
  <p:tag name="KSO_WM_TEMPLATE_INDEX" val="20198873"/>
  <p:tag name="KSO_WM_UNIT_LAYERLEVEL" val="1_1_1"/>
  <p:tag name="KSO_WM_TAG_VERSION" val="1.0"/>
  <p:tag name="KSO_WM_BEAUTIFY_FLAG" val="#wm#"/>
  <p:tag name="KSO_WM_UNIT_PRESET_TEXT" val="点击此处添加正文，文字是您思想的提炼。"/>
  <p:tag name="KSO_WM_UNIT_TEXT_FILL_FORE_SCHEMECOLOR_INDEX" val="13"/>
  <p:tag name="KSO_WM_UNIT_TEXT_FILL_TYPE" val="1"/>
  <p:tag name="KSO_WM_UNIT_USESOURCEFORMAT_APPLY" val="1"/>
</p:tagLst>
</file>

<file path=ppt/tags/tag936.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198873_3*l_h_i*1_1_1"/>
  <p:tag name="KSO_WM_TEMPLATE_CATEGORY" val="diagram"/>
  <p:tag name="KSO_WM_TEMPLATE_INDEX" val="20198873"/>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937.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198873_3*l_h_i*1_2_1"/>
  <p:tag name="KSO_WM_TEMPLATE_CATEGORY" val="diagram"/>
  <p:tag name="KSO_WM_TEMPLATE_INDEX" val="20198873"/>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9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5"/>
  <p:tag name="KSO_WM_UNIT_ID" val="diagram20198873_3*i*5"/>
  <p:tag name="KSO_WM_TEMPLATE_CATEGORY" val="diagram"/>
  <p:tag name="KSO_WM_TEMPLATE_INDEX" val="20198873"/>
  <p:tag name="KSO_WM_UNIT_LAYERLEVEL" val="1"/>
  <p:tag name="KSO_WM_TAG_VERSION" val="1.0"/>
  <p:tag name="KSO_WM_BEAUTIFY_FLAG" val="#wm#"/>
  <p:tag name="KSO_WM_UNIT_FILL_FORE_SCHEMECOLOR_INDEX" val="14"/>
  <p:tag name="KSO_WM_UNIT_FILL_TYPE" val="1"/>
  <p:tag name="KSO_WM_UNIT_USESOURCEFORMAT_APPLY" val="1"/>
</p:tagLst>
</file>

<file path=ppt/tags/tag939.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NOCLEAR" val="0"/>
  <p:tag name="KSO_WM_UNIT_VALUE" val="2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198873_3*l_h_f*1_3_1"/>
  <p:tag name="KSO_WM_TEMPLATE_CATEGORY" val="diagram"/>
  <p:tag name="KSO_WM_TEMPLATE_INDEX" val="20198873"/>
  <p:tag name="KSO_WM_UNIT_LAYERLEVEL" val="1_1_1"/>
  <p:tag name="KSO_WM_TAG_VERSION" val="1.0"/>
  <p:tag name="KSO_WM_BEAUTIFY_FLAG" val="#wm#"/>
  <p:tag name="KSO_WM_UNIT_PRESET_TEXT" val="点击此处添加正文，文字是您思想的提炼。"/>
  <p:tag name="KSO_WM_UNIT_TEXT_FILL_FORE_SCHEMECOLOR_INDEX" val="13"/>
  <p:tag name="KSO_WM_UNIT_TEXT_FILL_TYPE" val="1"/>
  <p:tag name="KSO_WM_UNIT_USESOURCEFORMAT_APPLY" val="1"/>
</p:tagLst>
</file>

<file path=ppt/tags/tag940.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198873_3*l_h_i*1_3_1"/>
  <p:tag name="KSO_WM_TEMPLATE_CATEGORY" val="diagram"/>
  <p:tag name="KSO_WM_TEMPLATE_INDEX" val="20198873"/>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941.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198873_3*l_h_i*1_1_2"/>
  <p:tag name="KSO_WM_TEMPLATE_CATEGORY" val="diagram"/>
  <p:tag name="KSO_WM_TEMPLATE_INDEX" val="20198873"/>
  <p:tag name="KSO_WM_UNIT_LAYERLEVEL" val="1_1_1"/>
  <p:tag name="KSO_WM_TAG_VERSION" val="1.0"/>
  <p:tag name="KSO_WM_BEAUTIFY_FLAG" val="#wm#"/>
  <p:tag name="KSO_WM_UNIT_LINE_FORE_SCHEMECOLOR_INDEX" val="14"/>
  <p:tag name="KSO_WM_UNIT_LINE_FILL_TYPE" val="2"/>
  <p:tag name="KSO_WM_UNIT_TEXT_FILL_FORE_SCHEMECOLOR_INDEX" val="13"/>
  <p:tag name="KSO_WM_UNIT_TEXT_FILL_TYPE" val="1"/>
  <p:tag name="KSO_WM_UNIT_USESOURCEFORMAT_APPLY" val="1"/>
</p:tagLst>
</file>

<file path=ppt/tags/tag942.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198873_3*l_h_i*1_2_2"/>
  <p:tag name="KSO_WM_TEMPLATE_CATEGORY" val="diagram"/>
  <p:tag name="KSO_WM_TEMPLATE_INDEX" val="20198873"/>
  <p:tag name="KSO_WM_UNIT_LAYERLEVEL" val="1_1_1"/>
  <p:tag name="KSO_WM_TAG_VERSION" val="1.0"/>
  <p:tag name="KSO_WM_BEAUTIFY_FLAG" val="#wm#"/>
  <p:tag name="KSO_WM_UNIT_LINE_FORE_SCHEMECOLOR_INDEX" val="14"/>
  <p:tag name="KSO_WM_UNIT_LINE_FILL_TYPE" val="2"/>
  <p:tag name="KSO_WM_UNIT_TEXT_FILL_FORE_SCHEMECOLOR_INDEX" val="13"/>
  <p:tag name="KSO_WM_UNIT_TEXT_FILL_TYPE" val="1"/>
  <p:tag name="KSO_WM_UNIT_USESOURCEFORMAT_APPLY" val="1"/>
</p:tagLst>
</file>

<file path=ppt/tags/tag943.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198873_3*l_h_i*1_3_1"/>
  <p:tag name="KSO_WM_TEMPLATE_CATEGORY" val="diagram"/>
  <p:tag name="KSO_WM_TEMPLATE_INDEX" val="20198873"/>
  <p:tag name="KSO_WM_UNIT_LAYERLEVEL" val="1_1_1"/>
  <p:tag name="KSO_WM_TAG_VERSION" val="1.0"/>
  <p:tag name="KSO_WM_BEAUTIFY_FLAG" val="#wm#"/>
  <p:tag name="KSO_WM_UNIT_LINE_FORE_SCHEMECOLOR_INDEX" val="14"/>
  <p:tag name="KSO_WM_UNIT_LINE_FILL_TYPE" val="2"/>
  <p:tag name="KSO_WM_UNIT_TEXT_FILL_FORE_SCHEMECOLOR_INDEX" val="13"/>
  <p:tag name="KSO_WM_UNIT_TEXT_FILL_TYPE" val="1"/>
  <p:tag name="KSO_WM_UNIT_USESOURCEFORMAT_APPLY" val="1"/>
</p:tagLst>
</file>

<file path=ppt/tags/tag944.xml><?xml version="1.0" encoding="utf-8"?>
<p:tagLst xmlns:a="http://schemas.openxmlformats.org/drawingml/2006/main" xmlns:r="http://schemas.openxmlformats.org/officeDocument/2006/relationships" xmlns:p="http://schemas.openxmlformats.org/presentationml/2006/main">
  <p:tag name="KSO_WM_UNIT_NOCLEAR" val="0"/>
  <p:tag name="KSO_WM_UNIT_VALUE" val="3"/>
  <p:tag name="KSO_WM_UNIT_HIGHLIGHT" val="0"/>
  <p:tag name="KSO_WM_UNIT_COMPATIBLE" val="0"/>
  <p:tag name="KSO_WM_UNIT_DIAGRAM_ISNUMVISUAL" val="0"/>
  <p:tag name="KSO_WM_UNIT_DIAGRAM_ISREFERUNIT" val="0"/>
  <p:tag name="KSO_WM_DIAGRAM_GROUP_CODE" val="l1-1"/>
  <p:tag name="KSO_WM_UNIT_TYPE" val="k"/>
  <p:tag name="KSO_WM_UNIT_INDEX" val="1"/>
  <p:tag name="KSO_WM_UNIT_ID" val="diagram20198873_3*k*1"/>
  <p:tag name="KSO_WM_TEMPLATE_CATEGORY" val="diagram"/>
  <p:tag name="KSO_WM_TEMPLATE_INDEX" val="20198873"/>
  <p:tag name="KSO_WM_UNIT_LAYERLEVEL" val="1"/>
  <p:tag name="KSO_WM_TAG_VERSION" val="1.0"/>
  <p:tag name="KSO_WM_BEAUTIFY_FLAG" val="#wm#"/>
  <p:tag name="KSO_WM_UNIT_PRESET_TEXT" val="LOGO"/>
  <p:tag name="KSO_WM_UNIT_TEXT_FILL_FORE_SCHEMECOLOR_INDEX" val="14"/>
  <p:tag name="KSO_WM_UNIT_TEXT_FILL_TYPE" val="1"/>
  <p:tag name="KSO_WM_UNIT_USESOURCEFORMAT_APPLY" val="1"/>
</p:tagLst>
</file>

<file path=ppt/tags/tag945.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NOCLEAR" val="0"/>
  <p:tag name="KSO_WM_UNIT_VALUE" val="2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198873_3*l_h_f*1_4_1"/>
  <p:tag name="KSO_WM_TEMPLATE_CATEGORY" val="diagram"/>
  <p:tag name="KSO_WM_TEMPLATE_INDEX" val="20198873"/>
  <p:tag name="KSO_WM_UNIT_LAYERLEVEL" val="1_1_1"/>
  <p:tag name="KSO_WM_TAG_VERSION" val="1.0"/>
  <p:tag name="KSO_WM_BEAUTIFY_FLAG" val="#wm#"/>
  <p:tag name="KSO_WM_UNIT_PRESET_TEXT" val="点击此处添加正文，文字是您思想的提炼。"/>
  <p:tag name="KSO_WM_UNIT_TEXT_FILL_FORE_SCHEMECOLOR_INDEX" val="13"/>
  <p:tag name="KSO_WM_UNIT_TEXT_FILL_TYPE" val="1"/>
  <p:tag name="KSO_WM_UNIT_USESOURCEFORMAT_APPLY" val="1"/>
</p:tagLst>
</file>

<file path=ppt/tags/tag946.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diagram20198873_3*l_h_i*1_4_1"/>
  <p:tag name="KSO_WM_TEMPLATE_CATEGORY" val="diagram"/>
  <p:tag name="KSO_WM_TEMPLATE_INDEX" val="20198873"/>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947.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198873_3*l_h_i*1_4_1"/>
  <p:tag name="KSO_WM_TEMPLATE_CATEGORY" val="diagram"/>
  <p:tag name="KSO_WM_TEMPLATE_INDEX" val="20198873"/>
  <p:tag name="KSO_WM_UNIT_LAYERLEVEL" val="1_1_1"/>
  <p:tag name="KSO_WM_TAG_VERSION" val="1.0"/>
  <p:tag name="KSO_WM_BEAUTIFY_FLAG" val="#wm#"/>
  <p:tag name="KSO_WM_UNIT_LINE_FORE_SCHEMECOLOR_INDEX" val="14"/>
  <p:tag name="KSO_WM_UNIT_LINE_FILL_TYPE" val="2"/>
  <p:tag name="KSO_WM_UNIT_TEXT_FILL_FORE_SCHEMECOLOR_INDEX" val="13"/>
  <p:tag name="KSO_WM_UNIT_TEXT_FILL_TYPE" val="1"/>
  <p:tag name="KSO_WM_UNIT_USESOURCEFORMAT_APPLY" val="1"/>
</p:tagLst>
</file>

<file path=ppt/tags/tag948.xml><?xml version="1.0" encoding="utf-8"?>
<p:tagLst xmlns:a="http://schemas.openxmlformats.org/drawingml/2006/main" xmlns:r="http://schemas.openxmlformats.org/officeDocument/2006/relationships" xmlns:p="http://schemas.openxmlformats.org/presentationml/2006/main">
  <p:tag name="KSO_WM_UNIT_NOCLEAR" val="0"/>
  <p:tag name="KSO_WM_UNIT_VALUE" val="75"/>
  <p:tag name="KSO_WM_UNIT_HIGHLIGHT" val="0"/>
  <p:tag name="KSO_WM_UNIT_COMPATIBLE" val="0"/>
  <p:tag name="KSO_WM_UNIT_DIAGRAM_ISNUMVISUAL" val="0"/>
  <p:tag name="KSO_WM_UNIT_DIAGRAM_ISREFERUNIT" val="0"/>
  <p:tag name="KSO_WM_DIAGRAM_GROUP_CODE" val="l1-1"/>
  <p:tag name="KSO_WM_UNIT_TYPE" val="f"/>
  <p:tag name="KSO_WM_UNIT_INDEX" val="1"/>
  <p:tag name="KSO_WM_UNIT_ID" val="diagram20198873_3*f*1"/>
  <p:tag name="KSO_WM_TEMPLATE_CATEGORY" val="diagram"/>
  <p:tag name="KSO_WM_TEMPLATE_INDEX" val="20198873"/>
  <p:tag name="KSO_WM_UNIT_LAYERLEVEL" val="1"/>
  <p:tag name="KSO_WM_TAG_VERSION" val="1.0"/>
  <p:tag name="KSO_WM_BEAUTIFY_FLAG" val="#wm#"/>
  <p:tag name="KSO_WM_UNIT_PRESET_TEXT" val="点击此处添加正文，文字是您思想的提炼，为了最终呈现发布的良好效果，请尽量言简意赅的阐述观点；点击此处添加正文，文字是您思想的提炼。"/>
  <p:tag name="KSO_WM_UNIT_TEXT_FILL_FORE_SCHEMECOLOR_INDEX" val="14"/>
  <p:tag name="KSO_WM_UNIT_TEXT_FILL_TYPE" val="1"/>
  <p:tag name="KSO_WM_UNIT_USESOURCEFORMAT_APPLY" val="1"/>
</p:tagLst>
</file>

<file path=ppt/tags/tag94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98873"/>
  <p:tag name="KSO_WM_TEMPLATE_THUMBS_INDEX" val="1"/>
  <p:tag name="KSO_WM_SLIDE_ID" val="diagram20198873_3"/>
  <p:tag name="KSO_WM_TEMPLATE_SUBCATEGORY" val="0"/>
  <p:tag name="KSO_WM_TEMPLATE_MASTER_TYPE" val="0"/>
  <p:tag name="KSO_WM_TEMPLATE_COLOR_TYPE" val="1"/>
  <p:tag name="KSO_WM_SLIDE_TYPE" val="text"/>
  <p:tag name="KSO_WM_SLIDE_SUBTYPE" val="diag"/>
  <p:tag name="KSO_WM_SLIDE_ITEM_CNT" val="4"/>
  <p:tag name="KSO_WM_SLIDE_INDEX" val="3"/>
  <p:tag name="KSO_WM_SLIDE_SIZE" val="492.867*202.95"/>
  <p:tag name="KSO_WM_SLIDE_POSITION" val="420.797*304.611"/>
  <p:tag name="KSO_WM_DIAGRAM_GROUP_CODE" val="l1-1"/>
  <p:tag name="KSO_WM_SLIDE_DIAGTYPE" val="l"/>
  <p:tag name="KSO_WM_TAG_VERSION" val="1.0"/>
  <p:tag name="KSO_WM_SLIDE_LAYOUT" val="a_d_f_k_l"/>
  <p:tag name="KSO_WM_SLIDE_LAYOUT_CNT" val="1_1_1_1_1"/>
</p:tagLst>
</file>

<file path=ppt/tags/tag9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9"/>
  <p:tag name="KSO_WM_UNIT_ID" val="diagram20198873_3*i*9"/>
  <p:tag name="KSO_WM_TEMPLATE_CATEGORY" val="diagram"/>
  <p:tag name="KSO_WM_TEMPLATE_INDEX" val="20198873"/>
  <p:tag name="KSO_WM_UNIT_LAYERLEVEL" val="1"/>
  <p:tag name="KSO_WM_TAG_VERSION" val="1.0"/>
  <p:tag name="KSO_WM_BEAUTIFY_FLAG" val="#wm#"/>
  <p:tag name="KSO_WM_UNIT_FILL_FORE_SCHEMECOLOR_INDEX" val="14"/>
  <p:tag name="KSO_WM_UNIT_FILL_TYPE" val="1"/>
  <p:tag name="KSO_WM_UNIT_USESOURCEFORMAT_APPLY" val="1"/>
</p:tagLst>
</file>

<file path=ppt/tags/tag9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0"/>
  <p:tag name="KSO_WM_UNIT_ID" val="diagram20198873_3*i*10"/>
  <p:tag name="KSO_WM_TEMPLATE_CATEGORY" val="diagram"/>
  <p:tag name="KSO_WM_TEMPLATE_INDEX" val="20198873"/>
  <p:tag name="KSO_WM_UNIT_LAYERLEVEL" val="1"/>
  <p:tag name="KSO_WM_TAG_VERSION" val="1.0"/>
  <p:tag name="KSO_WM_BEAUTIFY_FLAG" val="#wm#"/>
  <p:tag name="KSO_WM_UNIT_FILL_FORE_SCHEMECOLOR_INDEX" val="14"/>
  <p:tag name="KSO_WM_UNIT_FILL_TYPE" val="1"/>
  <p:tag name="KSO_WM_UNIT_USESOURCEFORMAT_APPLY" val="1"/>
</p:tagLst>
</file>

<file path=ppt/tags/tag9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2"/>
  <p:tag name="KSO_WM_UNIT_ID" val="diagram20198873_3*i*12"/>
  <p:tag name="KSO_WM_TEMPLATE_CATEGORY" val="diagram"/>
  <p:tag name="KSO_WM_TEMPLATE_INDEX" val="20198873"/>
  <p:tag name="KSO_WM_UNIT_LAYERLEVEL" val="1"/>
  <p:tag name="KSO_WM_TAG_VERSION" val="1.0"/>
  <p:tag name="KSO_WM_BEAUTIFY_FLAG" val="#wm#"/>
  <p:tag name="KSO_WM_UNIT_FILL_FORE_SCHEMECOLOR_INDEX" val="14"/>
  <p:tag name="KSO_WM_UNIT_FILL_TYPE" val="1"/>
  <p:tag name="KSO_WM_UNIT_USESOURCEFORMAT_APPLY" val="1"/>
</p:tagLst>
</file>

<file path=ppt/tags/tag9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3"/>
  <p:tag name="KSO_WM_UNIT_ID" val="diagram20198873_3*i*13"/>
  <p:tag name="KSO_WM_TEMPLATE_CATEGORY" val="diagram"/>
  <p:tag name="KSO_WM_TEMPLATE_INDEX" val="20198873"/>
  <p:tag name="KSO_WM_UNIT_LAYERLEVEL" val="1"/>
  <p:tag name="KSO_WM_TAG_VERSION" val="1.0"/>
  <p:tag name="KSO_WM_BEAUTIFY_FLAG" val="#wm#"/>
  <p:tag name="KSO_WM_UNIT_FILL_FORE_SCHEMECOLOR_INDEX" val="14"/>
  <p:tag name="KSO_WM_UNIT_FILL_TYPE" val="1"/>
  <p:tag name="KSO_WM_UNIT_USESOURCEFORMAT_APPLY" val="1"/>
</p:tagLst>
</file>

<file path=ppt/tags/tag9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4"/>
  <p:tag name="KSO_WM_UNIT_ID" val="diagram20198873_3*i*14"/>
  <p:tag name="KSO_WM_TEMPLATE_CATEGORY" val="diagram"/>
  <p:tag name="KSO_WM_TEMPLATE_INDEX" val="20198873"/>
  <p:tag name="KSO_WM_UNIT_LAYERLEVEL" val="1"/>
  <p:tag name="KSO_WM_TAG_VERSION" val="1.0"/>
  <p:tag name="KSO_WM_BEAUTIFY_FLAG" val="#wm#"/>
  <p:tag name="KSO_WM_UNIT_FILL_FORE_SCHEMECOLOR_INDEX" val="5"/>
  <p:tag name="KSO_WM_UNIT_FILL_TYPE" val="1"/>
  <p:tag name="KSO_WM_UNIT_USESOURCEFORMAT_APPLY" val="1"/>
</p:tagLst>
</file>

<file path=ppt/tags/tag955.xml><?xml version="1.0" encoding="utf-8"?>
<p:tagLst xmlns:a="http://schemas.openxmlformats.org/drawingml/2006/main" xmlns:r="http://schemas.openxmlformats.org/officeDocument/2006/relationships" xmlns:p="http://schemas.openxmlformats.org/presentationml/2006/main">
  <p:tag name="KSO_WM_UNIT_NOCLEAR" val="0"/>
  <p:tag name="KSO_WM_UNIT_VALUE" val="3"/>
  <p:tag name="KSO_WM_UNIT_HIGHLIGHT" val="0"/>
  <p:tag name="KSO_WM_UNIT_COMPATIBLE" val="0"/>
  <p:tag name="KSO_WM_UNIT_DIAGRAM_ISNUMVISUAL" val="0"/>
  <p:tag name="KSO_WM_UNIT_DIAGRAM_ISREFERUNIT" val="0"/>
  <p:tag name="KSO_WM_DIAGRAM_GROUP_CODE" val="l1-1"/>
  <p:tag name="KSO_WM_UNIT_TYPE" val="k"/>
  <p:tag name="KSO_WM_UNIT_INDEX" val="1"/>
  <p:tag name="KSO_WM_UNIT_ID" val="diagram20198873_3*k*1"/>
  <p:tag name="KSO_WM_TEMPLATE_CATEGORY" val="diagram"/>
  <p:tag name="KSO_WM_TEMPLATE_INDEX" val="20198873"/>
  <p:tag name="KSO_WM_UNIT_LAYERLEVEL" val="1"/>
  <p:tag name="KSO_WM_TAG_VERSION" val="1.0"/>
  <p:tag name="KSO_WM_BEAUTIFY_FLAG" val="#wm#"/>
  <p:tag name="KSO_WM_UNIT_PRESET_TEXT" val="LOGO"/>
  <p:tag name="KSO_WM_UNIT_TEXT_FILL_FORE_SCHEMECOLOR_INDEX" val="14"/>
  <p:tag name="KSO_WM_UNIT_TEXT_FILL_TYPE" val="1"/>
  <p:tag name="KSO_WM_UNIT_USESOURCEFORMAT_APPLY" val="1"/>
</p:tagLst>
</file>

<file path=ppt/tags/tag956.xml><?xml version="1.0" encoding="utf-8"?>
<p:tagLst xmlns:a="http://schemas.openxmlformats.org/drawingml/2006/main" xmlns:r="http://schemas.openxmlformats.org/officeDocument/2006/relationships" xmlns:p="http://schemas.openxmlformats.org/presentationml/2006/main">
  <p:tag name="KSO_WM_UNIT_NOCLEAR" val="0"/>
  <p:tag name="KSO_WM_UNIT_VALUE" val="75"/>
  <p:tag name="KSO_WM_UNIT_HIGHLIGHT" val="0"/>
  <p:tag name="KSO_WM_UNIT_COMPATIBLE" val="0"/>
  <p:tag name="KSO_WM_UNIT_DIAGRAM_ISNUMVISUAL" val="0"/>
  <p:tag name="KSO_WM_UNIT_DIAGRAM_ISREFERUNIT" val="0"/>
  <p:tag name="KSO_WM_DIAGRAM_GROUP_CODE" val="l1-1"/>
  <p:tag name="KSO_WM_UNIT_TYPE" val="f"/>
  <p:tag name="KSO_WM_UNIT_INDEX" val="1"/>
  <p:tag name="KSO_WM_UNIT_ID" val="diagram20198873_3*f*1"/>
  <p:tag name="KSO_WM_TEMPLATE_CATEGORY" val="diagram"/>
  <p:tag name="KSO_WM_TEMPLATE_INDEX" val="20198873"/>
  <p:tag name="KSO_WM_UNIT_LAYERLEVEL" val="1"/>
  <p:tag name="KSO_WM_TAG_VERSION" val="1.0"/>
  <p:tag name="KSO_WM_BEAUTIFY_FLAG" val="#wm#"/>
  <p:tag name="KSO_WM_UNIT_PRESET_TEXT" val="点击此处添加正文，文字是您思想的提炼，为了最终呈现发布的良好效果，请尽量言简意赅的阐述观点；点击此处添加正文，文字是您思想的提炼。"/>
  <p:tag name="KSO_WM_UNIT_TEXT_FILL_FORE_SCHEMECOLOR_INDEX" val="14"/>
  <p:tag name="KSO_WM_UNIT_TEXT_FILL_TYPE" val="1"/>
  <p:tag name="KSO_WM_UNIT_USESOURCEFORMAT_APPLY" val="1"/>
</p:tagLst>
</file>

<file path=ppt/tags/tag957.xml><?xml version="1.0" encoding="utf-8"?>
<p:tagLst xmlns:a="http://schemas.openxmlformats.org/drawingml/2006/main" xmlns:r="http://schemas.openxmlformats.org/officeDocument/2006/relationships" xmlns:p="http://schemas.openxmlformats.org/presentationml/2006/main">
  <p:tag name="KSO_WM_SLIDE_ID" val="diagram20203895_1"/>
  <p:tag name="KSO_WM_TEMPLATE_SUBCATEGORY" val="11"/>
  <p:tag name="KSO_WM_TEMPLATE_MASTER_TYPE" val="0"/>
  <p:tag name="KSO_WM_TEMPLATE_COLOR_TYPE" val="1"/>
  <p:tag name="KSO_WM_SLIDE_TYPE" val="text"/>
  <p:tag name="KSO_WM_SLIDE_SUBTYPE" val="pureTxt"/>
  <p:tag name="KSO_WM_SLIDE_ITEM_CNT" val="0"/>
  <p:tag name="KSO_WM_SLIDE_INDEX" val="1"/>
  <p:tag name="KSO_WM_SLIDE_SIZE" val="960*508"/>
  <p:tag name="KSO_WM_SLIDE_POSITION" val="0*0"/>
  <p:tag name="KSO_WM_TAG_VERSION" val="1.0"/>
  <p:tag name="KSO_WM_BEAUTIFY_FLAG" val="#wm#"/>
  <p:tag name="KSO_WM_TEMPLATE_CATEGORY" val="diagram"/>
  <p:tag name="KSO_WM_TEMPLATE_INDEX" val="20203895"/>
  <p:tag name="KSO_WM_SLIDE_LAYOUT" val="a_f_i"/>
  <p:tag name="KSO_WM_SLIDE_LAYOUT_CNT" val="1_1_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id&quot;: &quot;2020-03-30T11:19:06&quot;,&#10;    &quot;maxSize&quot;: {&#10;        &quot;size1&quot;: 13.300000000000001&#10;    },&#10;    &quot;minSize&quot;: {&#10;        &quot;size1&quot;: 13.300000000000001&#10;    },&#10;    &quot;normalSize&quot;: {&#10;        &quot;size1&quot;: 13.300000000000001&#10;    },&#10;    &quot;subLayout&quot;: [&#10;        {&#10;            &quot;backgroundInfo&quot;: [&#10;                {&#10;                    &quot;bottom&quot;: 0,&#10;                    &quot;bottomAbs&quot;: false,&#10;                    &quot;left&quot;: 0,&#10;                    &quot;leftAbs&quot;: false,&#10;                    &quot;right&quot;: 0,&#10;                    &quot;rightAbs&quot;: false,&#10;                    &quot;top&quot;: 0,&#10;                    &quot;topAbs&quot;: false,&#10;                    &quot;type&quot;: &quot;navigation&quot;&#10;                }&#10;            ],&#10;            &quot;id&quot;: &quot;2020-03-30T11:19:06&quot;,&#10;            &quot;margin&quot;: {&#10;                &quot;bottom&quot;: 0.42500001192092896,&#10;                &quot;left&quot;: 1.690000057220459,&#10;                &quot;right&quot;: 1.6920000314712524,&#10;                &quot;top&quot;: 0.42500001192092896&#10;            },&#10;            &quot;type&quot;: 0&#10;        },&#10;        {&#10;            &quot;id&quot;: &quot;2020-03-30T11:19:06&quot;,&#10;            &quot;margin&quot;: {&#10;                &quot;bottom&quot;: 2.9600000381469727,&#10;                &quot;left&quot;: 2.119999885559082,&#10;                &quot;right&quot;: 2.119999885559082,&#10;                &quot;top&quot;: 1.690000057220459&#10;            },&#10;            &quot;type&quot;: 0&#10;        }&#10;    ],&#10;    &quot;type&quot;: 0&#10;}&#10;"/>
  <p:tag name="KSO_WM_SLIDE_CAN_ADD_NAVIGATION" val="1"/>
  <p:tag name="KSO_WM_SLIDE_BACKGROUND" val="[&quot;general&quot;,&quot;navigation&quot;]"/>
  <p:tag name="KSO_WM_SLIDE_RATIO" val="1.777778"/>
  <p:tag name="KSO_WM_SLIDE_BK_DARK_LIGHT" val="2"/>
  <p:tag name="KSO_WM_SLIDE_BACKGROUND_TYPE" val="navigation"/>
</p:tagLst>
</file>

<file path=ppt/tags/tag9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SLIDE_BACKGROUND_TYPE" val="navigation"/>
  <p:tag name="KSO_WM_SLIDE_BK_DARK_LIGHT" val="2"/>
</p:tagLst>
</file>

<file path=ppt/tags/tag9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2"/>
  <p:tag name="KSO_WM_UNIT_LAYERLEVEL" val="1"/>
  <p:tag name="KSO_WM_TAG_VERSION" val="1.0"/>
  <p:tag name="KSO_WM_BEAUTIFY_FLAG" val="#wm#"/>
  <p:tag name="KSO_WM_SLIDE_BACKGROUND_TYPE" val="navigation"/>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960.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HIGHLIGHT" val="0"/>
  <p:tag name="KSO_WM_UNIT_COMPATIBLE" val="0"/>
  <p:tag name="KSO_WM_UNIT_DIAGRAM_ISNUMVISUAL" val="0"/>
  <p:tag name="KSO_WM_UNIT_DIAGRAM_ISREFERUNIT" val="0"/>
  <p:tag name="KSO_WM_UNIT_ID" val="diagram20203895_1*a*1"/>
  <p:tag name="KSO_WM_TEMPLATE_CATEGORY" val="diagram"/>
  <p:tag name="KSO_WM_TEMPLATE_INDEX" val="20203895"/>
  <p:tag name="KSO_WM_UNIT_LAYERLEVEL" val="1"/>
  <p:tag name="KSO_WM_TAG_VERSION" val="1.0"/>
  <p:tag name="KSO_WM_BEAUTIFY_FLAG" val="#wm#"/>
  <p:tag name="KSO_WM_UNIT_PRESET_TEXT" val="单击输入大标题"/>
  <p:tag name="KSO_WM_UNIT_VALUE" val="26"/>
  <p:tag name="KSO_WM_UNIT_TYPE" val="a"/>
  <p:tag name="KSO_WM_UNIT_INDEX" val="1"/>
  <p:tag name="KSO_WM_UNIT_DEFAULT_FONT" val="28;32;4"/>
  <p:tag name="KSO_WM_UNIT_BLOCK" val="0"/>
  <p:tag name="KSO_WM_UNIT_SM_LIMIT_TYPE" val="1"/>
  <p:tag name="KSO_WM_UNIT_ISNUMDGMTITLE" val="0"/>
  <p:tag name="KSO_WM_UNIT_PLACING_PICTURE_MD4" val="0"/>
  <p:tag name="KSO_WM_UNIT_TEXT_FILL_FORE_SCHEMECOLOR_INDEX_BRIGHTNESS" val="0"/>
  <p:tag name="KSO_WM_UNIT_TEXT_FILL_FORE_SCHEMECOLOR_INDEX" val="14"/>
  <p:tag name="KSO_WM_UNIT_TEXT_FILL_TYPE" val="1"/>
</p:tagLst>
</file>

<file path=ppt/tags/tag9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3895_1*i*1"/>
  <p:tag name="KSO_WM_TEMPLATE_CATEGORY" val="diagram"/>
  <p:tag name="KSO_WM_TEMPLATE_INDEX" val="20203895"/>
  <p:tag name="KSO_WM_UNIT_LAYERLEVEL" val="1"/>
  <p:tag name="KSO_WM_TAG_VERSION" val="1.0"/>
  <p:tag name="KSO_WM_BEAUTIFY_FLAG" val="#wm#"/>
  <p:tag name="KSO_WM_UNIT_BLOCK" val="0"/>
  <p:tag name="KSO_WM_UNIT_SM_LIMIT_TYPE" val="2"/>
  <p:tag name="KSO_WM_UNIT_DECORATE_INFO" val="{&quot;DecorateInfoX&quot;:{&quot;IsLeft&quot;:true,&quot;IsRight&quot;:false,&quot;IsAbs&quot;:true},&quot;DecorateInfoY&quot;:{&quot;IsTop&quot;:true,&quot;IsBottom&quot;:false,&quot;IsAbs&quot;:true}}"/>
  <p:tag name="KSO_WM_UNIT_PLACING_PICTURE_MD4" val="0"/>
  <p:tag name="KSO_WM_UNIT_FILL_FORE_SCHEMECOLOR_INDEX_BRIGHTNESS" val="0"/>
  <p:tag name="KSO_WM_UNIT_FILL_FORE_SCHEMECOLOR_INDEX" val="16"/>
  <p:tag name="KSO_WM_UNIT_FILL_TYPE" val="1"/>
  <p:tag name="KSO_WM_UNIT_SHADOW_SCHEMECOLOR_INDEX_BRIGHTNESS" val="0"/>
  <p:tag name="KSO_WM_UNIT_SHADOW_SCHEMECOLOR_INDEX" val="13"/>
  <p:tag name="KSO_WM_UNIT_TEXT_FILL_TYPE" val="1"/>
</p:tagLst>
</file>

<file path=ppt/tags/tag9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203895_1*i*6"/>
  <p:tag name="KSO_WM_TEMPLATE_CATEGORY" val="diagram"/>
  <p:tag name="KSO_WM_TEMPLATE_INDEX" val="20203895"/>
  <p:tag name="KSO_WM_UNIT_LAYERLEVEL" val="1"/>
  <p:tag name="KSO_WM_TAG_VERSION" val="1.0"/>
  <p:tag name="KSO_WM_BEAUTIFY_FLAG" val="#wm#"/>
  <p:tag name="KSO_WM_UNIT_BLOCK" val="0"/>
  <p:tag name="KSO_WM_UNIT_SM_LIMIT_TYPE" val="1"/>
  <p:tag name="KSO_WM_UNIT_DECORATE_INFO" val="{&quot;DecorateInfoX&quot;:{&quot;IsLeft&quot;:true,&quot;IsRight&quot;:false,&quot;IsAbs&quot;:true},&quot;DecorateInfoY&quot;:{&quot;IsTop&quot;:true,&quot;IsBottom&quot;:false,&quot;IsAbs&quot;:true}}"/>
  <p:tag name="KSO_WM_UNIT_PLACING_PICTURE_MD4" val="0"/>
  <p:tag name="KSO_WM_UNIT_TEXT_FILL_TYPE" val="1"/>
</p:tagLst>
</file>

<file path=ppt/tags/tag9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3895_1*i*3"/>
  <p:tag name="KSO_WM_TEMPLATE_CATEGORY" val="diagram"/>
  <p:tag name="KSO_WM_TEMPLATE_INDEX" val="20203895"/>
  <p:tag name="KSO_WM_UNIT_LAYERLEVEL" val="1"/>
  <p:tag name="KSO_WM_TAG_VERSION" val="1.0"/>
  <p:tag name="KSO_WM_BEAUTIFY_FLAG" val="#wm#"/>
  <p:tag name="KSO_WM_UNIT_SM_LIMIT_TYPE" val="1"/>
  <p:tag name="KSO_WM_UNIT_PLACING_PICTURE_MD4" val="0"/>
  <p:tag name="KSO_WM_UNIT_FILL_FORE_SCHEMECOLOR_INDEX_BRIGHTNESS" val="-0.25"/>
  <p:tag name="KSO_WM_UNIT_FILL_FORE_SCHEMECOLOR_INDEX" val="8"/>
  <p:tag name="KSO_WM_UNIT_FILL_TYPE" val="1"/>
  <p:tag name="KSO_WM_UNIT_TEXT_FILL_TYPE" val="1"/>
</p:tagLst>
</file>

<file path=ppt/tags/tag9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3895_1*i*4"/>
  <p:tag name="KSO_WM_TEMPLATE_CATEGORY" val="diagram"/>
  <p:tag name="KSO_WM_TEMPLATE_INDEX" val="20203895"/>
  <p:tag name="KSO_WM_UNIT_LAYERLEVEL" val="1"/>
  <p:tag name="KSO_WM_TAG_VERSION" val="1.0"/>
  <p:tag name="KSO_WM_BEAUTIFY_FLAG" val="#wm#"/>
  <p:tag name="KSO_WM_UNIT_SM_LIMIT_TYPE" val="1"/>
  <p:tag name="KSO_WM_UNIT_PLACING_PICTURE_MD4" val="0"/>
  <p:tag name="KSO_WM_UNIT_FILL_FORE_SCHEMECOLOR_INDEX_BRIGHTNESS" val="-0.25"/>
  <p:tag name="KSO_WM_UNIT_FILL_FORE_SCHEMECOLOR_INDEX" val="8"/>
  <p:tag name="KSO_WM_UNIT_FILL_TYPE" val="1"/>
  <p:tag name="KSO_WM_UNIT_TEXT_FILL_TYPE" val="1"/>
</p:tagLst>
</file>

<file path=ppt/tags/tag9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3895_1*i*5"/>
  <p:tag name="KSO_WM_TEMPLATE_CATEGORY" val="diagram"/>
  <p:tag name="KSO_WM_TEMPLATE_INDEX" val="20203895"/>
  <p:tag name="KSO_WM_UNIT_LAYERLEVEL" val="1"/>
  <p:tag name="KSO_WM_TAG_VERSION" val="1.0"/>
  <p:tag name="KSO_WM_BEAUTIFY_FLAG" val="#wm#"/>
  <p:tag name="KSO_WM_UNIT_SM_LIMIT_TYPE" val="1"/>
  <p:tag name="KSO_WM_UNIT_PLACING_PICTURE_MD4" val="0"/>
  <p:tag name="KSO_WM_UNIT_FILL_FORE_SCHEMECOLOR_INDEX_BRIGHTNESS" val="-0.25"/>
  <p:tag name="KSO_WM_UNIT_FILL_FORE_SCHEMECOLOR_INDEX" val="8"/>
  <p:tag name="KSO_WM_UNIT_FILL_TYPE" val="1"/>
  <p:tag name="KSO_WM_UNIT_TEXT_FILL_TYPE" val="1"/>
</p:tagLst>
</file>

<file path=ppt/tags/tag966.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我们是致力于研究AI智能创作PPT的一个团队;&#10;我们潜心钻研幻灯片的演示规律与创作思路，希望通过人工智能解放用户双手，不仅高效，且精准。"/>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3895_1*f*1"/>
  <p:tag name="KSO_WM_TEMPLATE_CATEGORY" val="diagram"/>
  <p:tag name="KSO_WM_TEMPLATE_INDEX" val="20203895"/>
  <p:tag name="KSO_WM_UNIT_LAYERLEVEL" val="1"/>
  <p:tag name="KSO_WM_TAG_VERSION" val="1.0"/>
  <p:tag name="KSO_WM_BEAUTIFY_FLAG" val="#wm#"/>
  <p:tag name="KSO_WM_UNIT_VALUE" val="96"/>
  <p:tag name="KSO_WM_UNIT_DEFAULT_FONT" val="16;24;2"/>
  <p:tag name="KSO_WM_UNIT_BLOCK" val="0"/>
  <p:tag name="KSO_WM_UNIT_PLACING_PICTURE_MD4" val="0"/>
  <p:tag name="KSO_WM_UNIT_TEXT_FILL_FORE_SCHEMECOLOR_INDEX_BRIGHTNESS" val="0.25"/>
  <p:tag name="KSO_WM_UNIT_TEXT_FILL_FORE_SCHEMECOLOR_INDEX" val="13"/>
  <p:tag name="KSO_WM_UNIT_TEXT_FILL_TYPE" val="1"/>
</p:tagLst>
</file>

<file path=ppt/tags/tag967.xml><?xml version="1.0" encoding="utf-8"?>
<p:tagLst xmlns:a="http://schemas.openxmlformats.org/drawingml/2006/main" xmlns:r="http://schemas.openxmlformats.org/officeDocument/2006/relationships" xmlns:p="http://schemas.openxmlformats.org/presentationml/2006/main">
  <p:tag name="KSO_WM_SLIDE_ID" val="diagram20200316_1"/>
  <p:tag name="KSO_WM_TEMPLATE_SUBCATEGORY" val="11"/>
  <p:tag name="KSO_WM_SLIDE_TYPE" val="text"/>
  <p:tag name="KSO_WM_SLIDE_SUBTYPE" val="picTxt"/>
  <p:tag name="KSO_WM_SLIDE_ITEM_CNT" val="0"/>
  <p:tag name="KSO_WM_SLIDE_INDEX" val="1"/>
  <p:tag name="KSO_WM_UNIT_SHOW_EDIT_AREA_INDICATION" val="1"/>
  <p:tag name="KSO_WM_SLIDE_SIZE" val="864*444"/>
  <p:tag name="KSO_WM_SLIDE_POSITION" val="47*47"/>
  <p:tag name="KSO_WM_TAG_VERSION" val="1.0"/>
  <p:tag name="KSO_WM_BEAUTIFY_FLAG" val="#wm#"/>
  <p:tag name="KSO_WM_TEMPLATE_CATEGORY" val="diagram"/>
  <p:tag name="KSO_WM_TEMPLATE_INDEX" val="20200316"/>
  <p:tag name="KSO_WM_SLIDE_LAYOUT" val="a_d_f"/>
  <p:tag name="KSO_WM_SLIDE_LAYOUT_CNT" val="1_1_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id&quot;: &quot;2020-03-30T11:22:40&quot;,&#10;    &quot;maxSize&quot;: {&#10;        &quot;size1&quot;: 76&#10;    },&#10;    &quot;minSize&quot;: {&#10;        &quot;size1&quot;: 39.200000000000003&#10;    },&#10;    &quot;normalSize&quot;: {&#10;        &quot;size1&quot;: 49.716666666666676&#10;    },&#10;    &quot;subLayout&quot;: [&#10;        {&#10;            &quot;backgroundInfo&quot;: [&#10;                {&#10;                    &quot;bottom&quot;: 0.23751984500000001,&#10;                    &quot;bottomAbs&quot;: false,&#10;                    &quot;left&quot;: 0,&#10;                    &quot;leftAbs&quot;: false,&#10;                    &quot;right&quot;: 0,&#10;                    &quot;rightAbs&quot;: false,&#10;                    &quot;top&quot;: 0,&#10;                    &quot;topAbs&quot;: false,&#10;                    &quot;type&quot;: &quot;topBottom&quot;&#10;                }&#10;            ],&#10;            &quot;horizontalAlign&quot;: 0,&#10;            &quot;id&quot;: &quot;2020-03-30T11:22:40&quot;,&#10;            &quot;margin&quot;: {&#10;                &quot;bottom&quot;: 0.60399997234344482,&#10;                &quot;left&quot;: 1.690000057220459,&#10;                &quot;right&quot;: 1.6950000524520874,&#10;                &quot;top&quot;: 1.690000057220459&#10;            },&#10;            &quot;marginOverLayout&quot;: {&#10;                &quot;bottom&quot;: 0.60399997234344482,&#10;                &quot;left&quot;: 1.690000057220459,&#10;                &quot;right&quot;: 1.6950000524520874,&#10;                &quot;top&quot;: 1.690000057220459&#10;            },&#10;            &quot;type&quot;: 1,&#10;            &quot;verticalAlign&quot;: 2&#10;        },&#10;        {&#10;            &quot;horizontalAlign&quot;: 0,&#10;            &quot;id&quot;: &quot;2020-03-30T11:22:40&quot;,&#10;            &quot;margin&quot;: {&#10;                &quot;bottom&quot;: 1.7079999446868896,&#10;                &quot;left&quot;: 1.690000057220459,&#10;                &quot;right&quot;: 1.6950000524520874,&#10;                &quot;top&quot;: 0.026000002399086952&#10;            },&#10;            &quot;type&quot;: 0,&#10;            &quot;verticalAlign&quot;: 0&#10;        }&#10;    ],&#10;    &quot;type&quot;: 1&#10;}&#10;"/>
  <p:tag name="KSO_WM_SLIDE_CAN_ADD_NAVIGATION" val="1"/>
  <p:tag name="KSO_WM_SLIDE_BACKGROUND" val="[&quot;general&quot;,&quot;frame&quot;,&quot;topBottom&quot;]"/>
  <p:tag name="KSO_WM_SLIDE_RATIO" val="1.777778"/>
  <p:tag name="KSO_WM_TEMPLATE_MASTER_TYPE" val="0"/>
  <p:tag name="KSO_WM_TEMPLATE_COLOR_TYPE" val="1"/>
  <p:tag name="KSO_WM_SLIDE_BK_DARK_LIGHT" val="2"/>
  <p:tag name="KSO_WM_SLIDE_BACKGROUND_TYPE" val="topBottom"/>
</p:tagLst>
</file>

<file path=ppt/tags/tag968.xml><?xml version="1.0" encoding="utf-8"?>
<p:tagLst xmlns:a="http://schemas.openxmlformats.org/drawingml/2006/main" xmlns:r="http://schemas.openxmlformats.org/officeDocument/2006/relationships" xmlns:p="http://schemas.openxmlformats.org/presentationml/2006/main">
  <p:tag name="KSO_WM_SLIDE_BK_DARK_LIGHT" val="2"/>
  <p:tag name="KSO_WM_UNIT_BK_DARK_LIGHT" val="2"/>
  <p:tag name="KSO_WM_UNIT_HIGHLIGHT" val="0"/>
  <p:tag name="KSO_WM_UNIT_COMPATIBLE" val="0"/>
  <p:tag name="KSO_WM_UNIT_DIAGRAM_ISNUMVISUAL" val="0"/>
  <p:tag name="KSO_WM_UNIT_DIAGRAM_ISREFERUNIT" val="0"/>
  <p:tag name="KSO_WM_UNIT_INDEX" val="1"/>
  <p:tag name="KSO_WM_UNIT_ID" val="_15*i*1"/>
  <p:tag name="KSO_WM_UNIT_LAYERLEVEL" val="1"/>
  <p:tag name="KSO_WM_TAG_VERSION" val="1.0"/>
  <p:tag name="KSO_WM_BEAUTIFY_FLAG" val="#wm#"/>
  <p:tag name="KSO_WM_UNIT_TYPE" val="i"/>
  <p:tag name="KSO_WM_UNIT_SUBTYPE" val="h"/>
  <p:tag name="KSO_WM_SLIDE_BACKGROUND_TYPE" val="topBottom"/>
  <p:tag name="KSO_WM_UNIT_FILL_FORE_SCHEMECOLOR_INDEX_BRIGHTNESS" val="0"/>
  <p:tag name="KSO_WM_UNIT_FILL_FORE_SCHEMECOLOR_INDEX" val="15"/>
  <p:tag name="KSO_WM_UNIT_FILL_TYPE" val="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969.xml><?xml version="1.0" encoding="utf-8"?>
<p:tagLst xmlns:a="http://schemas.openxmlformats.org/drawingml/2006/main" xmlns:r="http://schemas.openxmlformats.org/officeDocument/2006/relationships" xmlns:p="http://schemas.openxmlformats.org/presentationml/2006/main">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UNIT_TYPE" val="i"/>
</p:tagLst>
</file>

<file path=ppt/tags/tag970.xml><?xml version="1.0" encoding="utf-8"?>
<p:tagLst xmlns:a="http://schemas.openxmlformats.org/drawingml/2006/main" xmlns:r="http://schemas.openxmlformats.org/officeDocument/2006/relationships" xmlns:p="http://schemas.openxmlformats.org/presentationml/2006/main">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UNIT_TYPE" val="i"/>
</p:tagLst>
</file>

<file path=ppt/tags/tag971.xml><?xml version="1.0" encoding="utf-8"?>
<p:tagLst xmlns:a="http://schemas.openxmlformats.org/drawingml/2006/main" xmlns:r="http://schemas.openxmlformats.org/officeDocument/2006/relationships" xmlns:p="http://schemas.openxmlformats.org/presentationml/2006/main">
  <p:tag name="KSO_WM_UNIT_VALUE" val="1012*3046"/>
  <p:tag name="KSO_WM_UNIT_HIGHLIGHT" val="0"/>
  <p:tag name="KSO_WM_UNIT_COMPATIBLE" val="0"/>
  <p:tag name="KSO_WM_UNIT_DIAGRAM_ISNUMVISUAL" val="0"/>
  <p:tag name="KSO_WM_UNIT_DIAGRAM_ISREFERUNIT" val="0"/>
  <p:tag name="KSO_WM_UNIT_TYPE" val="d"/>
  <p:tag name="KSO_WM_UNIT_INDEX" val="1"/>
  <p:tag name="KSO_WM_UNIT_ID" val="diagram20200316_1*d*1"/>
  <p:tag name="KSO_WM_TEMPLATE_CATEGORY" val="diagram"/>
  <p:tag name="KSO_WM_TEMPLATE_INDEX" val="20200316"/>
  <p:tag name="KSO_WM_UNIT_LAYERLEVEL" val="1"/>
  <p:tag name="KSO_WM_TAG_VERSION" val="1.0"/>
  <p:tag name="KSO_WM_BEAUTIFY_FLAG" val="#wm#"/>
  <p:tag name="KSO_WM_UNIT_PLACING_PICTURE_INFO" val="{&quot;full_picture&quot;:false,&quot;last_crop_picture&quot;:&quot;1-1&quot;,&quot;selected&quot;:&quot;1-1&quot;,&quot;spacing&quot;:6}"/>
  <p:tag name="KSO_WM_UNIT_BLOCK" val="0"/>
  <p:tag name="KSO_WM_UNIT_PLACING_PICTURE" val="43710.7110414005"/>
  <p:tag name="KSO_WM_UNIT_SUPPORT_UNIT_TYPE" val="[&quot;all&quot;]"/>
  <p:tag name="REFSHAPE" val="248955572"/>
</p:tagLst>
</file>

<file path=ppt/tags/tag972.xml><?xml version="1.0" encoding="utf-8"?>
<p:tagLst xmlns:a="http://schemas.openxmlformats.org/drawingml/2006/main" xmlns:r="http://schemas.openxmlformats.org/officeDocument/2006/relationships" xmlns:p="http://schemas.openxmlformats.org/presentationml/2006/main">
  <p:tag name="KSO_WM_UNIT_PRESET_TEXT" val="点击输入正文"/>
  <p:tag name="KSO_WM_UNIT_NOCLEAR" val="0"/>
  <p:tag name="KSO_WM_UNIT_VALUE" val="94"/>
  <p:tag name="KSO_WM_UNIT_HIGHLIGHT" val="0"/>
  <p:tag name="KSO_WM_UNIT_COMPATIBLE" val="0"/>
  <p:tag name="KSO_WM_UNIT_DIAGRAM_ISNUMVISUAL" val="0"/>
  <p:tag name="KSO_WM_UNIT_DIAGRAM_ISREFERUNIT" val="0"/>
  <p:tag name="KSO_WM_UNIT_TYPE" val="f"/>
  <p:tag name="KSO_WM_UNIT_INDEX" val="1"/>
  <p:tag name="KSO_WM_UNIT_ID" val="diagram20200316_1*f*1"/>
  <p:tag name="KSO_WM_TEMPLATE_CATEGORY" val="diagram"/>
  <p:tag name="KSO_WM_TEMPLATE_INDEX" val="20200316"/>
  <p:tag name="KSO_WM_UNIT_LAYERLEVEL" val="1"/>
  <p:tag name="KSO_WM_TAG_VERSION" val="1.0"/>
  <p:tag name="KSO_WM_BEAUTIFY_FLAG" val="#wm#"/>
  <p:tag name="KSO_WM_UNIT_SHOW_EDIT_AREA_INDICATION" val="1"/>
  <p:tag name="KSO_WM_UNIT_DEFAULT_FONT" val="14;18;2"/>
  <p:tag name="KSO_WM_UNIT_BLOCK" val="0"/>
  <p:tag name="KSO_WM_UNIT_TEXT_FILL_FORE_SCHEMECOLOR_INDEX_BRIGHTNESS" val="0.35"/>
  <p:tag name="KSO_WM_UNIT_TEXT_FILL_FORE_SCHEMECOLOR_INDEX" val="13"/>
  <p:tag name="KSO_WM_UNIT_TEXT_FILL_TYPE" val="1"/>
</p:tagLst>
</file>

<file path=ppt/tags/tag973.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点击输入大标题"/>
  <p:tag name="KSO_WM_UNIT_NOCLEAR" val="0"/>
  <p:tag name="KSO_WM_UNIT_VALUE" val="42"/>
  <p:tag name="KSO_WM_UNIT_HIGHLIGHT" val="0"/>
  <p:tag name="KSO_WM_UNIT_COMPATIBLE" val="0"/>
  <p:tag name="KSO_WM_UNIT_DIAGRAM_ISNUMVISUAL" val="0"/>
  <p:tag name="KSO_WM_UNIT_DIAGRAM_ISREFERUNIT" val="0"/>
  <p:tag name="KSO_WM_UNIT_TYPE" val="a"/>
  <p:tag name="KSO_WM_UNIT_INDEX" val="1"/>
  <p:tag name="KSO_WM_UNIT_ID" val="diagram20200316_1*a*1"/>
  <p:tag name="KSO_WM_TEMPLATE_CATEGORY" val="diagram"/>
  <p:tag name="KSO_WM_TEMPLATE_INDEX" val="20200316"/>
  <p:tag name="KSO_WM_UNIT_LAYERLEVEL" val="1"/>
  <p:tag name="KSO_WM_TAG_VERSION" val="1.0"/>
  <p:tag name="KSO_WM_BEAUTIFY_FLAG" val="#wm#"/>
  <p:tag name="KSO_WM_UNIT_SHOW_EDIT_AREA_INDICATION" val="1"/>
  <p:tag name="KSO_WM_UNIT_DEFAULT_FONT" val="28;36;4"/>
  <p:tag name="KSO_WM_UNIT_BLOCK" val="1"/>
  <p:tag name="KSO_WM_UNIT_TEXT_FILL_FORE_SCHEMECOLOR_INDEX_BRIGHTNESS" val="0.25"/>
  <p:tag name="KSO_WM_UNIT_TEXT_FILL_FORE_SCHEMECOLOR_INDEX" val="13"/>
  <p:tag name="KSO_WM_UNIT_TEXT_FILL_TYPE" val="1"/>
</p:tagLst>
</file>

<file path=ppt/tags/tag974.xml><?xml version="1.0" encoding="utf-8"?>
<p:tagLst xmlns:a="http://schemas.openxmlformats.org/drawingml/2006/main" xmlns:r="http://schemas.openxmlformats.org/officeDocument/2006/relationships" xmlns:p="http://schemas.openxmlformats.org/presentationml/2006/main">
  <p:tag name="KSO_WM_SLIDE_ID" val="diagram20193897_1"/>
  <p:tag name="KSO_WM_TEMPLATE_SUBCATEGORY" val="11"/>
  <p:tag name="KSO_WM_SLIDE_TYPE" val="text"/>
  <p:tag name="KSO_WM_SLIDE_SUBTYPE" val="picTxt"/>
  <p:tag name="KSO_WM_SLIDE_ITEM_CNT" val="0"/>
  <p:tag name="KSO_WM_SLIDE_INDEX" val="1"/>
  <p:tag name="KSO_WM_UNIT_SHOW_EDIT_AREA_INDICATION" val="1"/>
  <p:tag name="KSO_WM_SLIDE_SIZE" val="959*539"/>
  <p:tag name="KSO_WM_SLIDE_POSITION" val="0*0"/>
  <p:tag name="KSO_WM_TAG_VERSION" val="1.0"/>
  <p:tag name="KSO_WM_BEAUTIFY_FLAG" val="#wm#"/>
  <p:tag name="KSO_WM_TEMPLATE_CATEGORY" val="diagram"/>
  <p:tag name="KSO_WM_TEMPLATE_INDEX" val="20193897"/>
  <p:tag name="KSO_WM_SLIDE_LAYOUT" val="a_d_f"/>
  <p:tag name="KSO_WM_SLIDE_LAYOUT_CNT" val="1_1_2"/>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id&quot;: &quot;2020-03-30T11:22:40&quot;,&#10;    &quot;maxSize&quot;: {&#10;        &quot;size1&quot;: 76&#10;    },&#10;    &quot;minSize&quot;: {&#10;        &quot;size1&quot;: 39.200000000000003&#10;    },&#10;    &quot;normalSize&quot;: {&#10;        &quot;size1&quot;: 49.716666666666676&#10;    },&#10;    &quot;subLayout&quot;: [&#10;        {&#10;            &quot;backgroundInfo&quot;: [&#10;                {&#10;                    &quot;bottom&quot;: 0.23751984500000001,&#10;                    &quot;bottomAbs&quot;: false,&#10;                    &quot;left&quot;: 0,&#10;                    &quot;leftAbs&quot;: false,&#10;                    &quot;right&quot;: 0,&#10;                    &quot;rightAbs&quot;: false,&#10;                    &quot;top&quot;: 0,&#10;                    &quot;topAbs&quot;: false,&#10;                    &quot;type&quot;: &quot;topBottom&quot;&#10;                }&#10;            ],&#10;            &quot;horizontalAlign&quot;: 0,&#10;            &quot;id&quot;: &quot;2020-03-30T11:22:40&quot;,&#10;            &quot;margin&quot;: {&#10;                &quot;bottom&quot;: 0.60399997234344482,&#10;                &quot;left&quot;: 1.690000057220459,&#10;                &quot;right&quot;: 1.6950000524520874,&#10;                &quot;top&quot;: 1.690000057220459&#10;            },&#10;            &quot;marginOverLayout&quot;: {&#10;                &quot;bottom&quot;: 0.60399997234344482,&#10;                &quot;left&quot;: 1.690000057220459,&#10;                &quot;right&quot;: 1.6950000524520874,&#10;                &quot;top&quot;: 1.690000057220459&#10;            },&#10;            &quot;type&quot;: 1,&#10;            &quot;verticalAlign&quot;: 2&#10;        },&#10;        {&#10;            &quot;horizontalAlign&quot;: 0,&#10;            &quot;id&quot;: &quot;2020-03-30T11:22:40&quot;,&#10;            &quot;margin&quot;: {&#10;                &quot;bottom&quot;: 1.7079999446868896,&#10;                &quot;left&quot;: 1.690000057220459,&#10;                &quot;right&quot;: 1.6950000524520874,&#10;                &quot;top&quot;: 0.026000002399086952&#10;            },&#10;            &quot;type&quot;: 0,&#10;            &quot;verticalAlign&quot;: 0&#10;        }&#10;    ],&#10;    &quot;type&quot;: 1&#10;}&#10;"/>
  <p:tag name="KSO_WM_SLIDE_CAN_ADD_NAVIGATION" val="1"/>
  <p:tag name="KSO_WM_SLIDE_BACKGROUND" val="[&quot;general&quot;,&quot;frame&quot;,&quot;topBottom&quot;]"/>
  <p:tag name="KSO_WM_SLIDE_RATIO" val="1.777778"/>
  <p:tag name="KSO_WM_TEMPLATE_MASTER_TYPE" val="0"/>
  <p:tag name="KSO_WM_TEMPLATE_COLOR_TYPE" val="1"/>
  <p:tag name="KSO_WM_SLIDE_BK_DARK_LIGHT" val="2"/>
  <p:tag name="KSO_WM_SLIDE_BACKGROUND_TYPE" val="general"/>
  <p:tag name="KSO_WM_SLIDE_MODEL_TYPE" val="cover"/>
  <p:tag name="KSO_WM_SLIDE_CONSTRAINT" val="%7b%22slideConstraint%22%3a%7b%22seriesAreas%22%3a%5b%5d%2c%22singleAreas%22%3a%5b%7b%22shapes%22%3a%5b8%5d%2c%22serialConstraintIndex%22%3a-1%2c%22areatextmark%22%3a0%2c%22pictureprocessmark%22%3a0%7d%5d%7d%7d"/>
  <p:tag name="KSO_WM_SLIDE_COLORSCHEME_VERSION" val="3.2"/>
</p:tagLst>
</file>

<file path=ppt/tags/tag975.xml><?xml version="1.0" encoding="utf-8"?>
<p:tagLst xmlns:a="http://schemas.openxmlformats.org/drawingml/2006/main" xmlns:r="http://schemas.openxmlformats.org/officeDocument/2006/relationships" xmlns:p="http://schemas.openxmlformats.org/presentationml/2006/main">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Lst>
</file>

<file path=ppt/tags/tag976.xml><?xml version="1.0" encoding="utf-8"?>
<p:tagLst xmlns:a="http://schemas.openxmlformats.org/drawingml/2006/main" xmlns:r="http://schemas.openxmlformats.org/officeDocument/2006/relationships" xmlns:p="http://schemas.openxmlformats.org/presentationml/2006/main">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Lst>
</file>

<file path=ppt/tags/tag9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3897_1*i*1"/>
  <p:tag name="KSO_WM_TEMPLATE_CATEGORY" val="diagram"/>
  <p:tag name="KSO_WM_TEMPLATE_INDEX" val="20193897"/>
  <p:tag name="KSO_WM_UNIT_LAYERLEVEL" val="1"/>
  <p:tag name="KSO_WM_TAG_VERSION" val="1.0"/>
  <p:tag name="KSO_WM_BEAUTIFY_FLAG" val="#wm#"/>
  <p:tag name="KSO_WM_UNIT_ADJUSTLAYOUT_ID" val="27"/>
  <p:tag name="KSO_WM_UNIT_COLOR_SCHEME_SHAPE_ID" val="27"/>
  <p:tag name="KSO_WM_UNIT_COLOR_SCHEME_PARENT_PAGE" val="0_1"/>
  <p:tag name="KSO_WM_UNIT_FOIL_COLOR" val="1"/>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14"/>
  <p:tag name="KSO_WM_UNIT_TEXT_FILL_TYPE" val="1"/>
</p:tagLst>
</file>

<file path=ppt/tags/tag9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3897_1*i*2"/>
  <p:tag name="KSO_WM_TEMPLATE_CATEGORY" val="diagram"/>
  <p:tag name="KSO_WM_TEMPLATE_INDEX" val="20193897"/>
  <p:tag name="KSO_WM_UNIT_LAYERLEVEL" val="1"/>
  <p:tag name="KSO_WM_TAG_VERSION" val="1.0"/>
  <p:tag name="KSO_WM_BEAUTIFY_FLAG" val="#wm#"/>
  <p:tag name="KSO_WM_UNIT_ADJUSTLAYOUT_ID" val="32"/>
  <p:tag name="KSO_WM_UNIT_COLOR_SCHEME_SHAPE_ID" val="32"/>
  <p:tag name="KSO_WM_UNIT_COLOR_SCHEME_PARENT_PAGE" val="0_1"/>
  <p:tag name="KSO_WM_UNIT_FOIL_COLOR" val="1"/>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14"/>
  <p:tag name="KSO_WM_UNIT_TEXT_FILL_TYPE" val="1"/>
</p:tagLst>
</file>

<file path=ppt/tags/tag9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3897_1*i*3"/>
  <p:tag name="KSO_WM_TEMPLATE_CATEGORY" val="diagram"/>
  <p:tag name="KSO_WM_TEMPLATE_INDEX" val="20193897"/>
  <p:tag name="KSO_WM_UNIT_LAYERLEVEL" val="1"/>
  <p:tag name="KSO_WM_TAG_VERSION" val="1.0"/>
  <p:tag name="KSO_WM_BEAUTIFY_FLAG" val="#wm#"/>
  <p:tag name="KSO_WM_UNIT_ADJUSTLAYOUT_ID" val="23"/>
  <p:tag name="KSO_WM_UNIT_COLOR_SCHEME_SHAPE_ID" val="23"/>
  <p:tag name="KSO_WM_UNIT_COLOR_SCHEME_PARENT_PAGE" val="0_1"/>
  <p:tag name="KSO_WM_UNIT_FILL_FORE_SCHEMECOLOR_INDEX_BRIGHTNESS" val="-0.25"/>
  <p:tag name="KSO_WM_UNIT_FILL_FORE_SCHEMECOLOR_INDEX" val="9"/>
  <p:tag name="KSO_WM_UNIT_FILL_BACK_SCHEMECOLOR_INDEX_BRIGHTNESS" val="-0.25"/>
  <p:tag name="KSO_WM_UNIT_FILL_BACK_SCHEMECOLOR_INDEX" val="9"/>
  <p:tag name="KSO_WM_UNIT_FILL_TYPE" val="2"/>
  <p:tag name="KSO_WM_UNIT_TEXT_FILL_FORE_SCHEMECOLOR_INDEX_BRIGHTNESS" val="0"/>
  <p:tag name="KSO_WM_UNIT_TEXT_FILL_FORE_SCHEMECOLOR_INDEX" val="14"/>
  <p:tag name="KSO_WM_UNIT_TEXT_FILL_TYPE" val="1"/>
</p:tagLst>
</file>

<file path=ppt/tags/tag9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193897_1*i*4"/>
  <p:tag name="KSO_WM_TEMPLATE_CATEGORY" val="diagram"/>
  <p:tag name="KSO_WM_TEMPLATE_INDEX" val="20193897"/>
  <p:tag name="KSO_WM_UNIT_LAYERLEVEL" val="1"/>
  <p:tag name="KSO_WM_TAG_VERSION" val="1.0"/>
  <p:tag name="KSO_WM_BEAUTIFY_FLAG" val="#wm#"/>
  <p:tag name="KSO_WM_UNIT_ADJUSTLAYOUT_ID" val="28"/>
  <p:tag name="KSO_WM_UNIT_COLOR_SCHEME_SHAPE_ID" val="28"/>
  <p:tag name="KSO_WM_UNIT_COLOR_SCHEME_PARENT_PAGE" val="0_1"/>
  <p:tag name="KSO_WM_UNIT_FILL_FORE_SCHEMECOLOR_INDEX_BRIGHTNESS" val="-0.5"/>
  <p:tag name="KSO_WM_UNIT_FILL_FORE_SCHEMECOLOR_INDEX" val="9"/>
  <p:tag name="KSO_WM_UNIT_FILL_TYPE" val="1"/>
  <p:tag name="KSO_WM_UNIT_TEXT_FILL_FORE_SCHEMECOLOR_INDEX_BRIGHTNESS" val="0"/>
  <p:tag name="KSO_WM_UNIT_TEXT_FILL_FORE_SCHEMECOLOR_INDEX" val="14"/>
  <p:tag name="KSO_WM_UNIT_TEXT_FILL_TYPE" val="1"/>
</p:tagLst>
</file>

<file path=ppt/tags/tag981.xml><?xml version="1.0" encoding="utf-8"?>
<p:tagLst xmlns:a="http://schemas.openxmlformats.org/drawingml/2006/main" xmlns:r="http://schemas.openxmlformats.org/officeDocument/2006/relationships"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3897_1*f*2"/>
  <p:tag name="KSO_WM_TEMPLATE_CATEGORY" val="diagram"/>
  <p:tag name="KSO_WM_TEMPLATE_INDEX" val="20193897"/>
  <p:tag name="KSO_WM_UNIT_LAYERLEVEL" val="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f"/>
  <p:tag name="KSO_WM_UNIT_INDEX" val="2"/>
  <p:tag name="KSO_WM_UNIT_ADJUSTLAYOUT_ID" val="4"/>
  <p:tag name="KSO_WM_UNIT_COLOR_SCHEME_SHAPE_ID" val="4"/>
  <p:tag name="KSO_WM_UNIT_COLOR_SCHEME_PARENT_PAGE" val="0_1"/>
  <p:tag name="KSO_WM_UNIT_TEXT_PART_ID_V2" val="d-4-1"/>
  <p:tag name="KSO_WM_UNIT_TEXT_FILL_FORE_SCHEMECOLOR_INDEX_BRIGHTNESS" val="0"/>
  <p:tag name="KSO_WM_UNIT_TEXT_FILL_FORE_SCHEMECOLOR_INDEX" val="14"/>
  <p:tag name="KSO_WM_UNIT_TEXT_FILL_TYPE" val="1"/>
</p:tagLst>
</file>

<file path=ppt/tags/tag982.xml><?xml version="1.0" encoding="utf-8"?>
<p:tagLst xmlns:a="http://schemas.openxmlformats.org/drawingml/2006/main" xmlns:r="http://schemas.openxmlformats.org/officeDocument/2006/relationships" xmlns:p="http://schemas.openxmlformats.org/presentationml/2006/main">
  <p:tag name="KSO_WM_UNIT_PRESET_TEXT" val="点击此处添加正文，文字是您思想的提炼，为了最终呈现发布的良好效果，请尽量言简意赅的阐述观点，并根据需要酌情增减文字。&#10;您的正文已经字字珠玑，但信息却错综复杂，需要更多的文字来表述；但请您尽量提炼思想的精髓，否则容易造成观者的阅读压力，适得其反。&#10;正如我们都希望改变世界，希望给别人带去光明，但更多的时候我们只需要播下一颗种子，自然有微风吹拂，阳光普照，雨露滋养。恰如其分的表达观点，往往可以事半功倍。&#10;为了能让您有更直观的字数感受，并进一步方便使用，我们为您标注了最适合的位置。您输入的文字到这里时，就是最佳视觉效果，请您务必注意。"/>
  <p:tag name="KSO_WM_UNIT_TEXT_PART_ID" val="3-d"/>
  <p:tag name="KSO_WM_UNIT_TEXT_PART_SIZE" val="254.64*644.5"/>
  <p:tag name="KSO_WM_UNIT_VALUE" val="390"/>
  <p:tag name="KSO_WM_UNIT_HIGHLIGHT" val="0"/>
  <p:tag name="KSO_WM_UNIT_COMPATIBLE" val="0"/>
  <p:tag name="KSO_WM_UNIT_DIAGRAM_ISNUMVISUAL" val="0"/>
  <p:tag name="KSO_WM_UNIT_DIAGRAM_ISREFERUNIT" val="0"/>
  <p:tag name="KSO_WM_UNIT_TYPE" val="f"/>
  <p:tag name="KSO_WM_UNIT_INDEX" val="1"/>
  <p:tag name="KSO_WM_UNIT_ID" val="diagram20193897_1*f*1"/>
  <p:tag name="KSO_WM_TEMPLATE_CATEGORY" val="diagram"/>
  <p:tag name="KSO_WM_TEMPLATE_INDEX" val="20193897"/>
  <p:tag name="KSO_WM_UNIT_LAYERLEVEL" val="1"/>
  <p:tag name="KSO_WM_TAG_VERSION" val="1.0"/>
  <p:tag name="KSO_WM_BEAUTIFY_FLAG" val="#wm#"/>
  <p:tag name="KSO_WM_UNIT_ADJUSTLAYOUT_ID" val="5"/>
  <p:tag name="KSO_WM_UNIT_COLOR_SCHEME_SHAPE_ID" val="5"/>
  <p:tag name="KSO_WM_UNIT_COLOR_SCHEME_PARENT_PAGE" val="0_1"/>
  <p:tag name="KSO_WM_UNIT_TEXT_PART_ID_V2" val="d-3-1"/>
  <p:tag name="KSO_WM_UNIT_TEXT_FILL_FORE_SCHEMECOLOR_INDEX_BRIGHTNESS" val="0.15"/>
  <p:tag name="KSO_WM_UNIT_TEXT_FILL_FORE_SCHEMECOLOR_INDEX" val="13"/>
  <p:tag name="KSO_WM_UNIT_TEXT_FILL_TYPE" val="1"/>
</p:tagLst>
</file>

<file path=ppt/tags/tag983.xml><?xml version="1.0" encoding="utf-8"?>
<p:tagLst xmlns:a="http://schemas.openxmlformats.org/drawingml/2006/main" xmlns:r="http://schemas.openxmlformats.org/officeDocument/2006/relationships" xmlns:p="http://schemas.openxmlformats.org/presentationml/2006/main">
  <p:tag name="KSO_WM_UNIT_VALUE" val="923*692"/>
  <p:tag name="KSO_WM_UNIT_HIGHLIGHT" val="0"/>
  <p:tag name="KSO_WM_UNIT_COMPATIBLE" val="0"/>
  <p:tag name="KSO_WM_UNIT_DIAGRAM_ISNUMVISUAL" val="0"/>
  <p:tag name="KSO_WM_UNIT_DIAGRAM_ISREFERUNIT" val="0"/>
  <p:tag name="KSO_WM_UNIT_TYPE" val="d"/>
  <p:tag name="KSO_WM_UNIT_INDEX" val="1"/>
  <p:tag name="KSO_WM_UNIT_ID" val="diagram20193897_1*d*1"/>
  <p:tag name="KSO_WM_TEMPLATE_CATEGORY" val="diagram"/>
  <p:tag name="KSO_WM_TEMPLATE_INDEX" val="20193897"/>
  <p:tag name="KSO_WM_UNIT_LAYERLEVEL" val="1"/>
  <p:tag name="KSO_WM_TAG_VERSION" val="1.0"/>
  <p:tag name="KSO_WM_BEAUTIFY_FLAG" val="#wm#"/>
  <p:tag name="KSO_WM_UNIT_ADJUSTLAYOUT_ID" val="8"/>
  <p:tag name="KSO_WM_UNIT_PICTURE_CLIP_FLAG" val="1"/>
  <p:tag name="KSO_WM_UNIT_COLOR_SCHEME_SHAPE_ID" val="8"/>
  <p:tag name="KSO_WM_UNIT_COLOR_SCHEME_PARENT_PAGE" val="0_1"/>
  <p:tag name="REFSHAPE" val="948184684"/>
</p:tagLst>
</file>

<file path=ppt/tags/tag984.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添加大标题"/>
  <p:tag name="KSO_WM_UNIT_TEXT_PART_ID" val="3-X"/>
  <p:tag name="KSO_WM_UNIT_TEXT_PART_SIZE" val="49.2*832"/>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193897_1*a*1"/>
  <p:tag name="KSO_WM_TEMPLATE_CATEGORY" val="diagram"/>
  <p:tag name="KSO_WM_TEMPLATE_INDEX" val="20193897"/>
  <p:tag name="KSO_WM_UNIT_LAYERLEVEL" val="1"/>
  <p:tag name="KSO_WM_TAG_VERSION" val="1.0"/>
  <p:tag name="KSO_WM_BEAUTIFY_FLAG" val="#wm#"/>
  <p:tag name="KSO_WM_UNIT_ADJUSTLAYOUT_ID" val="2"/>
  <p:tag name="KSO_WM_UNIT_COLOR_SCHEME_SHAPE_ID" val="2"/>
  <p:tag name="KSO_WM_UNIT_COLOR_SCHEME_PARENT_PAGE" val="0_1"/>
  <p:tag name="KSO_WM_UNIT_TEXT_FILL_FORE_SCHEMECOLOR_INDEX_BRIGHTNESS" val="0.25"/>
  <p:tag name="KSO_WM_UNIT_TEXT_FILL_FORE_SCHEMECOLOR_INDEX" val="13"/>
  <p:tag name="KSO_WM_UNIT_TEXT_FILL_TYPE" val="1"/>
</p:tagLst>
</file>

<file path=ppt/tags/tag98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0481"/>
  <p:tag name="KSO_WM_SLIDE_ID" val="diagram20200481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841*391"/>
  <p:tag name="KSO_WM_SLIDE_POSITION" val="41*74"/>
  <p:tag name="KSO_WM_TAG_VERSION" val="1.0"/>
  <p:tag name="KSO_WM_SLIDE_LAYOUT" val="a_f"/>
  <p:tag name="KSO_WM_SLIDE_LAYOUT_CNT" val="1_1"/>
  <p:tag name="KSO_WM_SLIDE_BK_DARK_LIGHT" val="2"/>
  <p:tag name="KSO_WM_SLIDE_BACKGROUND_TYPE" val="general"/>
</p:tagLst>
</file>

<file path=ppt/tags/tag986.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70"/>
  <p:tag name="KSO_WM_UNIT_HIGHLIGHT" val="0"/>
  <p:tag name="KSO_WM_UNIT_COMPATIBLE" val="0"/>
  <p:tag name="KSO_WM_UNIT_DIAGRAM_ISNUMVISUAL" val="0"/>
  <p:tag name="KSO_WM_UNIT_DIAGRAM_ISREFERUNIT" val="0"/>
  <p:tag name="KSO_WM_UNIT_TYPE" val="f"/>
  <p:tag name="KSO_WM_UNIT_INDEX" val="1"/>
  <p:tag name="KSO_WM_UNIT_ID" val="diagram20200481_1*f*1"/>
  <p:tag name="KSO_WM_TEMPLATE_CATEGORY" val="diagram"/>
  <p:tag name="KSO_WM_TEMPLATE_INDEX" val="20200481"/>
  <p:tag name="KSO_WM_UNIT_LAYERLEVEL" val="1"/>
  <p:tag name="KSO_WM_TAG_VERSION" val="1.0"/>
  <p:tag name="KSO_WM_BEAUTIFY_FLAG" val="#wm#"/>
  <p:tag name="KSO_WM_UNIT_PRESET_TEXT" val="户外拓展训练通常利用崇山峻岭、翰海大川等自然环境，通过精心设计的活动达到“磨练意志、陶冶情操、完善人格、熔炼团队”的拓展培训目的。"/>
  <p:tag name="KSO_WM_UNIT_TEXT_FILL_FORE_SCHEMECOLOR_INDEX_BRIGHTNESS" val="0.25"/>
  <p:tag name="KSO_WM_UNIT_TEXT_FILL_FORE_SCHEMECOLOR_INDEX" val="13"/>
  <p:tag name="KSO_WM_UNIT_TEXT_FILL_TYPE" val="1"/>
</p:tagLst>
</file>

<file path=ppt/tags/tag987.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diagram20200481_1*a*1"/>
  <p:tag name="KSO_WM_TEMPLATE_CATEGORY" val="diagram"/>
  <p:tag name="KSO_WM_TEMPLATE_INDEX" val="20200481"/>
  <p:tag name="KSO_WM_UNIT_LAYERLEVEL" val="1"/>
  <p:tag name="KSO_WM_TAG_VERSION" val="1.0"/>
  <p:tag name="KSO_WM_BEAUTIFY_FLAG" val="#wm#"/>
  <p:tag name="KSO_WM_UNIT_PRESET_TEXT" val="户外拓展&#10;训练目的"/>
  <p:tag name="KSO_WM_UNIT_TEXT_FILL_FORE_SCHEMECOLOR_INDEX_BRIGHTNESS" val="0.25"/>
  <p:tag name="KSO_WM_UNIT_TEXT_FILL_FORE_SCHEMECOLOR_INDEX" val="13"/>
  <p:tag name="KSO_WM_UNIT_TEXT_FILL_TYPE" val="1"/>
</p:tagLst>
</file>

<file path=ppt/tags/tag9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0481_1*i*2"/>
  <p:tag name="KSO_WM_TEMPLATE_CATEGORY" val="diagram"/>
  <p:tag name="KSO_WM_TEMPLATE_INDEX" val="20200481"/>
  <p:tag name="KSO_WM_UNIT_LAYERLEVEL" val="1"/>
  <p:tag name="KSO_WM_TAG_VERSION" val="1.0"/>
  <p:tag name="KSO_WM_BEAUTIFY_FLAG" val="#wm#"/>
  <p:tag name="KSO_WM_UNIT_TYPE" val="i"/>
  <p:tag name="KSO_WM_UNIT_INDEX"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9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0481_1*i*3"/>
  <p:tag name="KSO_WM_TEMPLATE_CATEGORY" val="diagram"/>
  <p:tag name="KSO_WM_TEMPLATE_INDEX" val="20200481"/>
  <p:tag name="KSO_WM_UNIT_LAYERLEVEL" val="1"/>
  <p:tag name="KSO_WM_TAG_VERSION" val="1.0"/>
  <p:tag name="KSO_WM_BEAUTIFY_FLAG" val="#wm#"/>
  <p:tag name="KSO_WM_UNIT_TYPE" val="i"/>
  <p:tag name="KSO_WM_UNIT_INDEX" val="3"/>
  <p:tag name="KSO_WM_UNIT_LINE_FORE_SCHEMECOLOR_INDEX_BRIGHTNESS" val="-0.15"/>
  <p:tag name="KSO_WM_UNIT_LINE_FORE_SCHEMECOLOR_INDEX" val="14"/>
  <p:tag name="KSO_WM_UNIT_LINE_FILL_TYPE" val="2"/>
  <p:tag name="KSO_WM_UNIT_TEXT_FILL_FORE_SCHEMECOLOR_INDEX_BRIGHTNESS" val="0"/>
  <p:tag name="KSO_WM_UNIT_TEXT_FILL_FORE_SCHEMECOLOR_INDEX" val="2"/>
  <p:tag name="KSO_WM_UNIT_TEXT_FILL_TYPE" val="1"/>
</p:tagLst>
</file>

<file path=ppt/tags/tag99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90946"/>
  <p:tag name="KSO_WM_SLIDE_ID" val="diagram20190946_1"/>
  <p:tag name="KSO_WM_TEMPLATE_SUBCATEGORY" val="0"/>
  <p:tag name="KSO_WM_TEMPLATE_MASTER_TYPE" val="0"/>
  <p:tag name="KSO_WM_TEMPLATE_COLOR_TYPE" val="1"/>
  <p:tag name="KSO_WM_SLIDE_TYPE" val="text"/>
  <p:tag name="KSO_WM_SLIDE_SUBTYPE" val="picTxt"/>
  <p:tag name="KSO_WM_SLIDE_ITEM_CNT" val="0"/>
  <p:tag name="KSO_WM_SLIDE_INDEX" val="1"/>
  <p:tag name="KSO_WM_SLIDE_SIZE" val="854.5*254.64"/>
  <p:tag name="KSO_WM_SLIDE_POSITION" val="57.65*282.35"/>
  <p:tag name="KSO_WM_DIAGRAM_GROUP_CODE" val="l1-1"/>
  <p:tag name="KSO_WM_SLIDE_DIAGTYPE" val="l"/>
  <p:tag name="KSO_WM_TAG_VERSION" val="1.0"/>
  <p:tag name="KSO_WM_SLIDE_LAYOUT" val="a_d_f_h"/>
  <p:tag name="KSO_WM_SLIDE_LAYOUT_CNT" val="1_1_1_1"/>
  <p:tag name="KSO_WM_TEMPLATE_TOPIC_DEFAULT" val="1"/>
  <p:tag name="KSO_WM_TEMPLATE_JOB_ID" val="2"/>
  <p:tag name="KSO_WM_TEMPLATE_SCENE_ID" val="1"/>
  <p:tag name="KSO_WM_TEMPLATE_OUTLINE_ID" val="15"/>
  <p:tag name="KSO_WM_TEMPLATE_TOPIC_ID" val="2869567"/>
  <p:tag name="KSO_WM_TEMPLATE_THUMBS_INDEX" val="1、6、10、14、20、26、27、28、29、31"/>
  <p:tag name="KSO_WM_SLIDE_COLORSCHEME_VERSION" val="3.2"/>
  <p:tag name="KSO_WM_SLIDE_CONSTRAINT" val="%7b%22slideConstraint%22%3a%7b%22seriesAreas%22%3a%5b%5d%2c%22singleAreas%22%3a%5b%7b%22shapes%22%3a%5b7%5d%2c%22serialConstraintIndex%22%3a-1%2c%22areatextmark%22%3a0%2c%22pictureprocessmark%22%3a0%7d%5d%7d%7d"/>
</p:tagLst>
</file>

<file path=ppt/tags/tag9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0946_1*i*2"/>
  <p:tag name="KSO_WM_TEMPLATE_CATEGORY" val="diagram"/>
  <p:tag name="KSO_WM_TEMPLATE_INDEX" val="20190946"/>
  <p:tag name="KSO_WM_UNIT_LAYERLEVEL" val="1"/>
  <p:tag name="KSO_WM_TAG_VERSION" val="1.0"/>
  <p:tag name="KSO_WM_BEAUTIFY_FLAG" val="#wm#"/>
  <p:tag name="KSO_WM_UNIT_TYPE" val="i"/>
  <p:tag name="KSO_WM_UNIT_INDEX" val="2"/>
  <p:tag name="KSO_WM_UNIT_COLOR_SCHEME_SHAPE_ID" val="5"/>
  <p:tag name="KSO_WM_UNIT_COLOR_SCHEME_PARENT_PAGE" val="0_1"/>
  <p:tag name="KSO_WM_UNIT_FOIL_COLOR" val="1"/>
  <p:tag name="KSO_WM_UNIT_ADJUSTLAYOUT_ID" val="5"/>
</p:tagLst>
</file>

<file path=ppt/tags/tag992.xml><?xml version="1.0" encoding="utf-8"?>
<p:tagLst xmlns:a="http://schemas.openxmlformats.org/drawingml/2006/main" xmlns:r="http://schemas.openxmlformats.org/officeDocument/2006/relationships" xmlns:p="http://schemas.openxmlformats.org/presentationml/2006/main">
  <p:tag name="KSO_WM_UNIT_PRESET_TEXT" val="点击此处添加正文，文字是您思想的提炼，为了最终演示发布的良好效果，请尽量言简意赅的阐述观点。"/>
  <p:tag name="KSO_WM_UNIT_TEXT_PART_ID" val="4-a"/>
  <p:tag name="KSO_WM_UNIT_TEXT_PART_SIZE" val="24.96*854.5"/>
  <p:tag name="KSO_WM_UNIT_VALUE" val="52"/>
  <p:tag name="KSO_WM_UNIT_HIGHLIGHT" val="0"/>
  <p:tag name="KSO_WM_UNIT_COMPATIBLE" val="0"/>
  <p:tag name="KSO_WM_UNIT_DIAGRAM_ISNUMVISUAL" val="0"/>
  <p:tag name="KSO_WM_UNIT_DIAGRAM_ISREFERUNIT" val="0"/>
  <p:tag name="KSO_WM_UNIT_TYPE" val="f"/>
  <p:tag name="KSO_WM_UNIT_INDEX" val="1"/>
  <p:tag name="KSO_WM_UNIT_ID" val="diagram20190946_1*f*1"/>
  <p:tag name="KSO_WM_TEMPLATE_CATEGORY" val="diagram"/>
  <p:tag name="KSO_WM_TEMPLATE_INDEX" val="20190946"/>
  <p:tag name="KSO_WM_UNIT_LAYERLEVEL" val="1"/>
  <p:tag name="KSO_WM_TAG_VERSION" val="1.0"/>
  <p:tag name="KSO_WM_BEAUTIFY_FLAG" val="#wm#"/>
  <p:tag name="KSO_WM_UNIT_COLOR_SCHEME_SHAPE_ID" val="4"/>
  <p:tag name="KSO_WM_UNIT_COLOR_SCHEME_PARENT_PAGE" val="0_1"/>
  <p:tag name="KSO_WM_UNIT_ADJUSTLAYOUT_ID" val="4"/>
  <p:tag name="KSO_WM_UNIT_TEXT_PART_ID_V2" val="d-4-1"/>
</p:tagLst>
</file>

<file path=ppt/tags/tag9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0946_1*i*3"/>
  <p:tag name="KSO_WM_TEMPLATE_CATEGORY" val="diagram"/>
  <p:tag name="KSO_WM_TEMPLATE_INDEX" val="20190946"/>
  <p:tag name="KSO_WM_UNIT_LAYERLEVEL" val="1"/>
  <p:tag name="KSO_WM_TAG_VERSION" val="1.0"/>
  <p:tag name="KSO_WM_BEAUTIFY_FLAG" val="#wm#"/>
  <p:tag name="KSO_WM_UNIT_TYPE" val="i"/>
  <p:tag name="KSO_WM_UNIT_INDEX" val="3"/>
  <p:tag name="KSO_WM_UNIT_COLOR_SCHEME_SHAPE_ID" val="48"/>
  <p:tag name="KSO_WM_UNIT_COLOR_SCHEME_PARENT_PAGE" val="0_1"/>
  <p:tag name="KSO_WM_UNIT_ADJUSTLAYOUT_ID" val="48"/>
</p:tagLst>
</file>

<file path=ppt/tags/tag9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0946_1*i*4"/>
  <p:tag name="KSO_WM_TEMPLATE_CATEGORY" val="diagram"/>
  <p:tag name="KSO_WM_TEMPLATE_INDEX" val="20190946"/>
  <p:tag name="KSO_WM_UNIT_LAYERLEVEL" val="1"/>
  <p:tag name="KSO_WM_TAG_VERSION" val="1.0"/>
  <p:tag name="KSO_WM_BEAUTIFY_FLAG" val="#wm#"/>
  <p:tag name="KSO_WM_UNIT_TYPE" val="i"/>
  <p:tag name="KSO_WM_UNIT_INDEX" val="4"/>
  <p:tag name="KSO_WM_UNIT_COLOR_SCHEME_SHAPE_ID" val="23"/>
  <p:tag name="KSO_WM_UNIT_COLOR_SCHEME_PARENT_PAGE" val="0_1"/>
  <p:tag name="KSO_WM_UNIT_DECOLORIZATION" val="1"/>
  <p:tag name="KSO_WM_UNIT_ADJUSTLAYOUT_ID" val="23"/>
</p:tagLst>
</file>

<file path=ppt/tags/tag995.xml><?xml version="1.0" encoding="utf-8"?>
<p:tagLst xmlns:a="http://schemas.openxmlformats.org/drawingml/2006/main" xmlns:r="http://schemas.openxmlformats.org/officeDocument/2006/relationships" xmlns:p="http://schemas.openxmlformats.org/presentationml/2006/main">
  <p:tag name="KSO_WM_UNIT_PRESET_TEXT" val="点击此处添加正文，文字是您思想的提炼，为了演示发布的良好效果，请言简意赅的阐述您的观点。&#10;您的正文已经经简明扼要，字字珠玑，但信息却千丝万缕、错综复杂，需要用更多的文字来表述；但请您尽可能提炼思想的精髓，否则容易造成观者的阅读压力，适得其反。&#10;正如我们都希望改变世界，希望给别人带去光明，但更多时候我们只需要播下一颗种子，自然有微风吹拂，雨露滋养。恰如其分的表达观点，往往事半功倍。&#10;为了能让您有更直观的字数感受，并进一步方便使用，我们为您标注了最适合的位置。您输入的文字到这里时，就是最佳视觉效果，请您务必注意。"/>
  <p:tag name="KSO_WM_UNIT_TEXT_PART_ID" val="4-d"/>
  <p:tag name="KSO_WM_UNIT_TEXT_PART_SIZE" val="254.64*854.5"/>
  <p:tag name="KSO_WM_UNIT_VALUE" val="520"/>
  <p:tag name="KSO_WM_UNIT_HIGHLIGHT" val="0"/>
  <p:tag name="KSO_WM_UNIT_COMPATIBLE" val="0"/>
  <p:tag name="KSO_WM_UNIT_DIAGRAM_ISNUMVISUAL" val="0"/>
  <p:tag name="KSO_WM_UNIT_DIAGRAM_ISREFERUNIT" val="0"/>
  <p:tag name="KSO_WM_UNIT_TYPE" val="h_f"/>
  <p:tag name="KSO_WM_UNIT_INDEX" val="1_1"/>
  <p:tag name="KSO_WM_UNIT_ID" val="diagram20190946_1*h_f*1_1"/>
  <p:tag name="KSO_WM_TEMPLATE_CATEGORY" val="diagram"/>
  <p:tag name="KSO_WM_TEMPLATE_INDEX" val="20190946"/>
  <p:tag name="KSO_WM_UNIT_LAYERLEVEL" val="1_1"/>
  <p:tag name="KSO_WM_TAG_VERSION" val="1.0"/>
  <p:tag name="KSO_WM_BEAUTIFY_FLAG" val="#wm#"/>
  <p:tag name="KSO_WM_UNIT_COLOR_SCHEME_SHAPE_ID" val="6"/>
  <p:tag name="KSO_WM_UNIT_COLOR_SCHEME_PARENT_PAGE" val="0_1"/>
  <p:tag name="KSO_WM_UNIT_ADJUSTLAYOUT_ID" val="6"/>
  <p:tag name="KSO_WM_UNIT_TEXT_PART_ID_V2" val="d-4-1"/>
</p:tagLst>
</file>

<file path=ppt/tags/tag9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190946_1*d*1"/>
  <p:tag name="KSO_WM_TEMPLATE_CATEGORY" val="diagram"/>
  <p:tag name="KSO_WM_TEMPLATE_INDEX" val="20190946"/>
  <p:tag name="KSO_WM_UNIT_LAYERLEVEL" val="1"/>
  <p:tag name="KSO_WM_TAG_VERSION" val="1.0"/>
  <p:tag name="KSO_WM_BEAUTIFY_FLAG" val="#wm#"/>
  <p:tag name="KSO_WM_UNIT_VALUE" val="608*810"/>
  <p:tag name="KSO_WM_UNIT_TYPE" val="d"/>
  <p:tag name="KSO_WM_UNIT_INDEX" val="1"/>
  <p:tag name="KSO_WM_UNIT_COLOR_SCHEME_SHAPE_ID" val="7"/>
  <p:tag name="KSO_WM_UNIT_COLOR_SCHEME_PARENT_PAGE" val="0_1"/>
  <p:tag name="KSO_WM_UNIT_ADJUSTLAYOUT_ID" val="7"/>
  <p:tag name="KSO_WM_UNIT_PICTURE_CLIP_FLAG" val="1"/>
  <p:tag name="REFSHAPE" val="948178564"/>
</p:tagLst>
</file>

<file path=ppt/tags/tag997.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此处可添加您的大标题内容"/>
  <p:tag name="KSO_WM_UNIT_TEXT_PART_ID" val="2-X"/>
  <p:tag name="KSO_WM_UNIT_TEXT_PART_SIZE" val="49.2*559"/>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190946_1*a*1"/>
  <p:tag name="KSO_WM_TEMPLATE_CATEGORY" val="diagram"/>
  <p:tag name="KSO_WM_TEMPLATE_INDEX" val="20190946"/>
  <p:tag name="KSO_WM_UNIT_LAYERLEVEL" val="1"/>
  <p:tag name="KSO_WM_TAG_VERSION" val="1.0"/>
  <p:tag name="KSO_WM_BEAUTIFY_FLAG" val="#wm#"/>
  <p:tag name="KSO_WM_UNIT_COLOR_SCHEME_SHAPE_ID" val="3"/>
  <p:tag name="KSO_WM_UNIT_COLOR_SCHEME_PARENT_PAGE" val="0_1"/>
  <p:tag name="KSO_WM_UNIT_ADJUSTLAYOUT_ID" val="3"/>
  <p:tag name="KSO_WM_UNIT_TEXT_PART_ID_V2" val="a-3-1"/>
</p:tagLst>
</file>

<file path=ppt/tags/tag998.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此处添加小标题"/>
  <p:tag name="KSO_WM_UNIT_TEXT_PART_ID" val="4-Z"/>
  <p:tag name="KSO_WM_UNIT_TEXT_PART_SIZE" val="30*854.5"/>
  <p:tag name="KSO_WM_UNIT_VALUE" val="46"/>
  <p:tag name="KSO_WM_UNIT_HIGHLIGHT" val="0"/>
  <p:tag name="KSO_WM_UNIT_COMPATIBLE" val="0"/>
  <p:tag name="KSO_WM_UNIT_DIAGRAM_ISNUMVISUAL" val="0"/>
  <p:tag name="KSO_WM_UNIT_DIAGRAM_ISREFERUNIT" val="0"/>
  <p:tag name="KSO_WM_UNIT_TYPE" val="h_a"/>
  <p:tag name="KSO_WM_UNIT_INDEX" val="1_1"/>
  <p:tag name="KSO_WM_UNIT_ID" val="diagram20190946_1*h_a*1_1"/>
  <p:tag name="KSO_WM_TEMPLATE_CATEGORY" val="diagram"/>
  <p:tag name="KSO_WM_TEMPLATE_INDEX" val="20190946"/>
  <p:tag name="KSO_WM_UNIT_LAYERLEVEL" val="1_1"/>
  <p:tag name="KSO_WM_TAG_VERSION" val="1.0"/>
  <p:tag name="KSO_WM_BEAUTIFY_FLAG" val="#wm#"/>
  <p:tag name="KSO_WM_UNIT_COLOR_SCHEME_SHAPE_ID" val="2"/>
  <p:tag name="KSO_WM_UNIT_COLOR_SCHEME_PARENT_PAGE" val="0_1"/>
  <p:tag name="KSO_WM_UNIT_ADJUSTLAYOUT_ID" val="2"/>
  <p:tag name="KSO_WM_UNIT_TEXT_PART_ID_V2" val="c-4-1"/>
</p:tagLst>
</file>

<file path=ppt/tags/tag99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94756"/>
  <p:tag name="KSO_WM_SLIDE_ID" val="diagram20194756_1"/>
  <p:tag name="KSO_WM_SLIDE_ITEM_CNT" val="0"/>
  <p:tag name="KSO_WM_SLIDE_INDEX" val="1"/>
  <p:tag name="KSO_WM_TAG_VERSION" val="1.0"/>
  <p:tag name="KSO_WM_SLIDE_LAYOUT" val="a_f"/>
  <p:tag name="KSO_WM_SLIDE_LAYOUT_CNT" val="1_1"/>
  <p:tag name="KSO_WM_SLIDE_TYPE" val="text"/>
  <p:tag name="KSO_WM_SLIDE_SUBTYPE" val="pureTxt"/>
  <p:tag name="KSO_WM_SLIDE_SIZE" val="960*540"/>
  <p:tag name="KSO_WM_SLIDE_POSITION" val="0*0"/>
  <p:tag name="KSO_WM_SLIDE_COLORSCHEME_VERSION" val="3.2"/>
  <p:tag name="KSO_WM_TEMPLATE_SUBCATEGORY" val="0"/>
  <p:tag name="KSO_WM_TEMPLATE_MASTER_TYPE" val="0"/>
  <p:tag name="KSO_WM_TEMPLATE_COLOR_TYPE" val="1"/>
</p:tagLst>
</file>

<file path=ppt/tags/tag1000.xml><?xml version="1.0" encoding="utf-8"?>
<p:tagLst xmlns:a="http://schemas.openxmlformats.org/drawingml/2006/main" xmlns:r="http://schemas.openxmlformats.org/officeDocument/2006/relationships" xmlns:p="http://schemas.openxmlformats.org/presentationml/2006/main">
  <p:tag name="KSO_WM_UNIT_LARGE_SHAPE" val="1"/>
  <p:tag name="KSO_WM_UNIT_HIGHLIGHT" val="0"/>
  <p:tag name="KSO_WM_UNIT_COMPATIBLE" val="0"/>
  <p:tag name="KSO_WM_UNIT_DIAGRAM_ISNUMVISUAL" val="0"/>
  <p:tag name="KSO_WM_UNIT_DIAGRAM_ISREFERUNIT" val="0"/>
  <p:tag name="KSO_WM_UNIT_TYPE" val="i"/>
  <p:tag name="KSO_WM_UNIT_INDEX" val="1"/>
  <p:tag name="KSO_WM_UNIT_ID" val="diagram20194756_1*i*1"/>
  <p:tag name="KSO_WM_TEMPLATE_CATEGORY" val="diagram"/>
  <p:tag name="KSO_WM_TEMPLATE_INDEX" val="20194756"/>
  <p:tag name="KSO_WM_UNIT_LAYERLEVEL" val="1"/>
  <p:tag name="KSO_WM_TAG_VERSION" val="1.0"/>
  <p:tag name="KSO_WM_BEAUTIFY_FLAG" val="#wm#"/>
  <p:tag name="KSO_WM_UNIT_COLOR_SCHEME_SHAPE_ID" val="7"/>
  <p:tag name="KSO_WM_UNIT_COLOR_SCHEME_PARENT_PAGE" val="0_1"/>
</p:tagLst>
</file>

<file path=ppt/tags/tag10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756_1*i*2"/>
  <p:tag name="KSO_WM_TEMPLATE_CATEGORY" val="diagram"/>
  <p:tag name="KSO_WM_TEMPLATE_INDEX" val="20194756"/>
  <p:tag name="KSO_WM_UNIT_LAYERLEVEL" val="1"/>
  <p:tag name="KSO_WM_TAG_VERSION" val="1.0"/>
  <p:tag name="KSO_WM_BEAUTIFY_FLAG" val="#wm#"/>
  <p:tag name="KSO_WM_UNIT_COLOR_SCHEME_SHAPE_ID" val="15"/>
  <p:tag name="KSO_WM_UNIT_COLOR_SCHEME_PARENT_PAGE" val="0_1"/>
</p:tagLst>
</file>

<file path=ppt/tags/tag10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756_1*i*3"/>
  <p:tag name="KSO_WM_TEMPLATE_CATEGORY" val="diagram"/>
  <p:tag name="KSO_WM_TEMPLATE_INDEX" val="20194756"/>
  <p:tag name="KSO_WM_UNIT_LAYERLEVEL" val="1"/>
  <p:tag name="KSO_WM_TAG_VERSION" val="1.0"/>
  <p:tag name="KSO_WM_BEAUTIFY_FLAG" val="#wm#"/>
  <p:tag name="KSO_WM_UNIT_COLOR_SCHEME_SHAPE_ID" val="14"/>
  <p:tag name="KSO_WM_UNIT_COLOR_SCHEME_PARENT_PAGE" val="0_1"/>
</p:tagLst>
</file>

<file path=ppt/tags/tag10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194756_1*i*4"/>
  <p:tag name="KSO_WM_TEMPLATE_CATEGORY" val="diagram"/>
  <p:tag name="KSO_WM_TEMPLATE_INDEX" val="20194756"/>
  <p:tag name="KSO_WM_UNIT_LAYERLEVEL" val="1"/>
  <p:tag name="KSO_WM_TAG_VERSION" val="1.0"/>
  <p:tag name="KSO_WM_BEAUTIFY_FLAG" val="#wm#"/>
  <p:tag name="KSO_WM_UNIT_COLOR_SCHEME_SHAPE_ID" val="11"/>
  <p:tag name="KSO_WM_UNIT_COLOR_SCHEME_PARENT_PAGE" val="0_1"/>
</p:tagLst>
</file>

<file path=ppt/tags/tag10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194756_1*i*5"/>
  <p:tag name="KSO_WM_TEMPLATE_CATEGORY" val="diagram"/>
  <p:tag name="KSO_WM_TEMPLATE_INDEX" val="20194756"/>
  <p:tag name="KSO_WM_UNIT_LAYERLEVEL" val="1"/>
  <p:tag name="KSO_WM_TAG_VERSION" val="1.0"/>
  <p:tag name="KSO_WM_BEAUTIFY_FLAG" val="#wm#"/>
  <p:tag name="KSO_WM_UNIT_COLOR_SCHEME_SHAPE_ID" val="8"/>
  <p:tag name="KSO_WM_UNIT_COLOR_SCHEME_PARENT_PAGE" val="0_1"/>
</p:tagLst>
</file>

<file path=ppt/tags/tag1005.xml><?xml version="1.0" encoding="utf-8"?>
<p:tagLst xmlns:a="http://schemas.openxmlformats.org/drawingml/2006/main" xmlns:r="http://schemas.openxmlformats.org/officeDocument/2006/relationships" xmlns:p="http://schemas.openxmlformats.org/presentationml/2006/main">
  <p:tag name="KSO_WM_UNIT_TEXT_PART_ID_V2" val="d-4-2"/>
  <p:tag name="KSO_WM_UNIT_PRESET_TEXT" val="单击此处添加小标题：&#10;点击此处添加正文，文字是您思想的提炼，为了最终演示发布的良好效果，请尽量言简意赅的阐述观点；根据需要可酌情增减文字，以便观者可以准确理解您所传达的信息。您的正文已经简明扼要，字字珠玑，但信息却千丝万缕、错综复杂，需要用更多的文字来表述；但请您尽可能提炼思想的精髓，恰如其分的表达观点，往往可以事半功倍。为了能让您有更直观的字数感受，并进一步方便使用。&#10;我们为您标注了最适合的位置。您输入的文字到这里时，就是最佳视觉效果。"/>
  <p:tag name="KSO_WM_UNIT_NOCLEAR" val="1"/>
  <p:tag name="KSO_WM_UNIT_VALUE" val="364"/>
  <p:tag name="KSO_WM_UNIT_HIGHLIGHT" val="0"/>
  <p:tag name="KSO_WM_UNIT_COMPATIBLE" val="0"/>
  <p:tag name="KSO_WM_UNIT_DIAGRAM_ISNUMVISUAL" val="0"/>
  <p:tag name="KSO_WM_UNIT_DIAGRAM_ISREFERUNIT" val="0"/>
  <p:tag name="KSO_WM_UNIT_TYPE" val="f"/>
  <p:tag name="KSO_WM_UNIT_INDEX" val="1"/>
  <p:tag name="KSO_WM_UNIT_ID" val="diagram20194756_1*f*1"/>
  <p:tag name="KSO_WM_TEMPLATE_CATEGORY" val="diagram"/>
  <p:tag name="KSO_WM_TEMPLATE_INDEX" val="20194756"/>
  <p:tag name="KSO_WM_UNIT_LAYERLEVEL" val="1"/>
  <p:tag name="KSO_WM_TAG_VERSION" val="1.0"/>
  <p:tag name="KSO_WM_BEAUTIFY_FLAG" val="#wm#"/>
  <p:tag name="KSO_WM_UNIT_COLOR_SCHEME_SHAPE_ID" val="3"/>
  <p:tag name="KSO_WM_UNIT_COLOR_SCHEME_PARENT_PAGE" val="0_1"/>
</p:tagLst>
</file>

<file path=ppt/tags/tag1006.xml><?xml version="1.0" encoding="utf-8"?>
<p:tagLst xmlns:a="http://schemas.openxmlformats.org/drawingml/2006/main" xmlns:r="http://schemas.openxmlformats.org/officeDocument/2006/relationships" xmlns:p="http://schemas.openxmlformats.org/presentationml/2006/main">
  <p:tag name="KSO_WM_UNIT_TEXT_PART_ID_V2" val="a-4-2"/>
  <p:tag name="KSO_WM_UNIT_ISCONTENTSTITLE" val="0"/>
  <p:tag name="KSO_WM_UNIT_PRESET_TEXT" val="单击此处可添加您的大标题内容"/>
  <p:tag name="KSO_WM_UNIT_NOCLEAR" val="0"/>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194756_1*a*1"/>
  <p:tag name="KSO_WM_TEMPLATE_CATEGORY" val="diagram"/>
  <p:tag name="KSO_WM_TEMPLATE_INDEX" val="20194756"/>
  <p:tag name="KSO_WM_UNIT_LAYERLEVEL" val="1"/>
  <p:tag name="KSO_WM_TAG_VERSION" val="1.0"/>
  <p:tag name="KSO_WM_BEAUTIFY_FLAG" val="#wm#"/>
  <p:tag name="KSO_WM_UNIT_COLOR_SCHEME_SHAPE_ID" val="9"/>
  <p:tag name="KSO_WM_UNIT_COLOR_SCHEME_PARENT_PAGE" val="0_1"/>
</p:tagLst>
</file>

<file path=ppt/tags/tag10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194756_1*i*6"/>
  <p:tag name="KSO_WM_TEMPLATE_CATEGORY" val="diagram"/>
  <p:tag name="KSO_WM_TEMPLATE_INDEX" val="20194756"/>
  <p:tag name="KSO_WM_UNIT_LAYERLEVEL" val="1"/>
  <p:tag name="KSO_WM_TAG_VERSION" val="1.0"/>
  <p:tag name="KSO_WM_BEAUTIFY_FLAG" val="#wm#"/>
  <p:tag name="KSO_WM_UNIT_COLOR_SCHEME_SHAPE_ID" val="16"/>
  <p:tag name="KSO_WM_UNIT_COLOR_SCHEME_PARENT_PAGE" val="0_1"/>
</p:tagLst>
</file>

<file path=ppt/tags/tag100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2320"/>
  <p:tag name="KSO_WM_SLIDE_ID" val="diagram20202320_1"/>
  <p:tag name="KSO_WM_TEMPLATE_SUBCATEGORY" val="11"/>
  <p:tag name="KSO_WM_SLIDE_TYPE" val="text"/>
  <p:tag name="KSO_WM_SLIDE_SUBTYPE" val="picTxt"/>
  <p:tag name="KSO_WM_SLIDE_ITEM_CNT" val="0"/>
  <p:tag name="KSO_WM_SLIDE_INDEX" val="1"/>
  <p:tag name="KSO_WM_SLIDE_SIZE" val="960*484"/>
  <p:tag name="KSO_WM_SLIDE_POSITION" val="0*21"/>
  <p:tag name="KSO_WM_TAG_VERSION" val="1.0"/>
  <p:tag name="KSO_WM_SLIDE_LAYOUT" val="a_d_f_i"/>
  <p:tag name="KSO_WM_SLIDE_LAYOUT_CNT" val="1_1_1_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bottom&quot;: 0.10026247100000001,&#10;            &quot;bottomAbs&quot;: false,&#10;            &quot;left&quot;: 0,&#10;            &quot;leftAbs&quot;: false,&#10;            &quot;right&quot;: 0,&#10;            &quot;rightAbs&quot;: false,&#10;            &quot;top&quot;: 0.10026247100000001,&#10;            &quot;topAbs&quot;: false,&#10;            &quot;type&quot;: &quot;belt&quot;&#10;        }&#10;    ],&#10;    &quot;direction&quot;: 1,&#10;    &quot;id&quot;: &quot;2020-03-30T13:56:39&quot;,&#10;    &quot;maxSize&quot;: {&#10;        &quot;size1&quot;: 31.899999999999999&#10;    },&#10;    &quot;minSize&quot;: {&#10;        &quot;size1&quot;: 31.899999999999999&#10;    },&#10;    &quot;normalSize&quot;: {&#10;        &quot;size1&quot;: 31.899999999999999&#10;    },&#10;    &quot;subLayout&quot;: [&#10;        {&#10;            &quot;id&quot;: &quot;2020-03-30T13:56:39&quot;,&#10;            &quot;margin&quot;: {&#10;                &quot;bottom&quot;: 2.9100000858306885,&#10;                &quot;left&quot;: 1.690000057220459,&#10;                &quot;right&quot;: 0.026000002399086952,&#10;                &quot;top&quot;: 2.9100000858306885&#10;            },&#10;            &quot;type&quot;: 0&#10;        },&#10;        {&#10;            &quot;id&quot;: &quot;2020-03-30T13:56:39&quot;,&#10;            &quot;margin&quot;: {&#10;                &quot;bottom&quot;: 4.3600001335144043,&#10;                &quot;left&quot;: 2.3579998016357422,&#10;                &quot;right&quot;: 3.440000057220459,&#10;                &quot;top&quot;: 3.929999828338623&#10;            },&#10;            &quot;type&quot;: 0&#10;        }&#10;    ],&#10;    &quot;type&quot;: 0&#10;}&#10;"/>
  <p:tag name="KSO_WM_SLIDE_CAN_ADD_NAVIGATION" val="1"/>
  <p:tag name="KSO_WM_SLIDE_BACKGROUND" val="[&quot;general&quot;,&quot;frame&quot;,&quot;belt&quot;]"/>
  <p:tag name="KSO_WM_SLIDE_RATIO" val="1.777778"/>
  <p:tag name="KSO_WM_TEMPLATE_MASTER_TYPE" val="0"/>
  <p:tag name="KSO_WM_TEMPLATE_COLOR_TYPE" val="1"/>
  <p:tag name="KSO_WM_SLIDE_BK_DARK_LIGHT" val="2"/>
  <p:tag name="KSO_WM_SLIDE_BACKGROUND_TYPE" val="belt"/>
</p:tagLst>
</file>

<file path=ppt/tags/tag10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 name="KSO_WM_SLIDE_BACKGROUND_TYPE" val="belt"/>
  <p:tag name="KSO_WM_SLIDE_BK_DARK_LIGHT" val="2"/>
  <p:tag name="KSO_WM_UNIT_FILL_FORE_SCHEMECOLOR_INDEX_BRIGHTNESS" val="0"/>
  <p:tag name="KSO_WM_UNIT_FILL_FORE_SCHEMECOLOR_INDEX" val="16"/>
  <p:tag name="KSO_WM_UNIT_FILL_TYPE" val="1"/>
  <p:tag name="KSO_WM_UNIT_TEXT_FILL_FORE_SCHEMECOLOR_INDEX_BRIGHTNESS" val="0"/>
  <p:tag name="KSO_WM_UNIT_TEXT_FILL_FORE_SCHEMECOLOR_INDEX" val="2"/>
  <p:tag name="KSO_WM_UNIT_TEXT_FILL_TYPE" val="1"/>
</p:tagLst>
</file>

<file path=ppt/tags/tag1010.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UNIT_TYPE" val="i"/>
</p:tagLst>
</file>

<file path=ppt/tags/tag10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2320_1*i*1"/>
  <p:tag name="KSO_WM_TEMPLATE_CATEGORY" val="diagram"/>
  <p:tag name="KSO_WM_TEMPLATE_INDEX" val="20202320"/>
  <p:tag name="KSO_WM_UNIT_LAYERLEVEL" val="1"/>
  <p:tag name="KSO_WM_TAG_VERSION" val="1.0"/>
  <p:tag name="KSO_WM_BEAUTIFY_FLAG" val="#wm#"/>
  <p:tag name="KSO_WM_UNIT_BLOCK" val="0"/>
  <p:tag name="KSO_WM_UNIT_PLACING_PICTURE_MD4" val="0"/>
</p:tagLst>
</file>

<file path=ppt/tags/tag1012.xml><?xml version="1.0" encoding="utf-8"?>
<p:tagLst xmlns:a="http://schemas.openxmlformats.org/drawingml/2006/main" xmlns:r="http://schemas.openxmlformats.org/officeDocument/2006/relationships" xmlns:p="http://schemas.openxmlformats.org/presentationml/2006/main">
  <p:tag name="KSO_WM_UNIT_PLACING_PICTURE_INFO" val="{&quot;full_picture&quot;:false,&quot;last_crop_picture&quot;:&quot;1-1&quot;,&quot;selected&quot;:&quot;1-1&quot;,&quot;spacing&quot;:2}"/>
  <p:tag name="KSO_WM_UNIT_VALUE" val="1075*1727"/>
  <p:tag name="KSO_WM_UNIT_HIGHLIGHT" val="0"/>
  <p:tag name="KSO_WM_UNIT_COMPATIBLE" val="0"/>
  <p:tag name="KSO_WM_UNIT_DIAGRAM_ISNUMVISUAL" val="0"/>
  <p:tag name="KSO_WM_UNIT_DIAGRAM_ISREFERUNIT" val="0"/>
  <p:tag name="KSO_WM_UNIT_TYPE" val="d"/>
  <p:tag name="KSO_WM_UNIT_INDEX" val="1"/>
  <p:tag name="KSO_WM_UNIT_ID" val="diagram20202320_1*d*1"/>
  <p:tag name="KSO_WM_TEMPLATE_CATEGORY" val="diagram"/>
  <p:tag name="KSO_WM_TEMPLATE_INDEX" val="20202320"/>
  <p:tag name="KSO_WM_UNIT_SUPPORT_UNIT_TYPE" val="[&quot;d&quot;,&quot;α&quot;,&quot;β&quot;,&quot;η&quot;,&quot;θ&quot;]"/>
  <p:tag name="KSO_WM_UNIT_LAYERLEVEL" val="1"/>
  <p:tag name="KSO_WM_TAG_VERSION" val="1.0"/>
  <p:tag name="KSO_WM_BEAUTIFY_FLAG" val="#wm#"/>
  <p:tag name="KSO_WM_UNIT_BLOCK" val="0"/>
  <p:tag name="KSO_WM_UNIT_SM_LIMIT_TYPE" val="1"/>
  <p:tag name="KSO_WM_UNIT_PLACING_PICTURE_MD4" val="0"/>
  <p:tag name="REFSHAPE" val="1814162236"/>
</p:tagLst>
</file>

<file path=ppt/tags/tag10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202320_1*i*6"/>
  <p:tag name="KSO_WM_TEMPLATE_CATEGORY" val="diagram"/>
  <p:tag name="KSO_WM_TEMPLATE_INDEX" val="20202320"/>
  <p:tag name="KSO_WM_UNIT_LAYERLEVEL" val="1"/>
  <p:tag name="KSO_WM_TAG_VERSION" val="1.0"/>
  <p:tag name="KSO_WM_BEAUTIFY_FLAG" val="#wm#"/>
  <p:tag name="KSO_WM_UNIT_SM_LIMIT_TYPE" val="1"/>
  <p:tag name="KSO_WM_UNIT_PLACING_PICTURE_MD4" val="0"/>
  <p:tag name="KSO_WM_UNIT_LINE_FORE_SCHEMECOLOR_INDEX_BRIGHTNESS" val="0.35"/>
  <p:tag name="KSO_WM_UNIT_LINE_FORE_SCHEMECOLOR_INDEX" val="13"/>
  <p:tag name="KSO_WM_UNIT_LINE_FILL_TYPE" val="2"/>
</p:tagLst>
</file>

<file path=ppt/tags/tag10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202320_1*i*7"/>
  <p:tag name="KSO_WM_TEMPLATE_CATEGORY" val="diagram"/>
  <p:tag name="KSO_WM_TEMPLATE_INDEX" val="20202320"/>
  <p:tag name="KSO_WM_UNIT_LAYERLEVEL" val="1"/>
  <p:tag name="KSO_WM_TAG_VERSION" val="1.0"/>
  <p:tag name="KSO_WM_BEAUTIFY_FLAG" val="#wm#"/>
  <p:tag name="KSO_WM_UNIT_SM_LIMIT_TYPE" val="1"/>
  <p:tag name="KSO_WM_UNIT_PLACING_PICTURE_MD4" val="0"/>
  <p:tag name="KSO_WM_UNIT_LINE_FORE_SCHEMECOLOR_INDEX_BRIGHTNESS" val="0.35"/>
  <p:tag name="KSO_WM_UNIT_LINE_FORE_SCHEMECOLOR_INDEX" val="13"/>
  <p:tag name="KSO_WM_UNIT_LINE_FILL_TYPE" val="2"/>
</p:tagLst>
</file>

<file path=ppt/tags/tag10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2320_1*i*4"/>
  <p:tag name="KSO_WM_TEMPLATE_CATEGORY" val="diagram"/>
  <p:tag name="KSO_WM_TEMPLATE_INDEX" val="20202320"/>
  <p:tag name="KSO_WM_UNIT_LAYERLEVEL" val="1"/>
  <p:tag name="KSO_WM_TAG_VERSION" val="1.0"/>
  <p:tag name="KSO_WM_BEAUTIFY_FLAG" val="#wm#"/>
  <p:tag name="KSO_WM_UNIT_BLOCK" val="0"/>
  <p:tag name="KSO_WM_UNIT_SM_LIMIT_TYPE" val="1"/>
  <p:tag name="KSO_WM_UNIT_PLACING_PICTURE_MD4" val="0"/>
  <p:tag name="KSO_WM_UNIT_FILL_FORE_SCHEMECOLOR_INDEX_1_BRIGHTNESS" val="0"/>
  <p:tag name="KSO_WM_UNIT_FILL_FORE_SCHEMECOLOR_INDEX_1" val="14"/>
  <p:tag name="KSO_WM_UNIT_FILL_FORE_SCHEMECOLOR_INDEX_1_POS" val="0"/>
  <p:tag name="KSO_WM_UNIT_FILL_FORE_SCHEMECOLOR_INDEX_1_TRANS" val="0.61"/>
  <p:tag name="KSO_WM_UNIT_FILL_FORE_SCHEMECOLOR_INDEX_2_BRIGHTNESS" val="0"/>
  <p:tag name="KSO_WM_UNIT_FILL_FORE_SCHEMECOLOR_INDEX_2" val="14"/>
  <p:tag name="KSO_WM_UNIT_FILL_FORE_SCHEMECOLOR_INDEX_2_POS" val="1"/>
  <p:tag name="KSO_WM_UNIT_FILL_FORE_SCHEMECOLOR_INDEX_2_TRANS" val="1"/>
  <p:tag name="KSO_WM_UNIT_FILL_GRADIENT_TYPE" val="0"/>
  <p:tag name="KSO_WM_UNIT_FILL_GRADIENT_ANGLE" val="90"/>
  <p:tag name="KSO_WM_UNIT_FILL_GRADIENT_DIRECTION" val="1"/>
  <p:tag name="KSO_WM_UNIT_FILL_TYPE" val="3"/>
  <p:tag name="KSO_WM_UNIT_TEXT_FILL_TYPE" val="1"/>
</p:tagLst>
</file>

<file path=ppt/tags/tag1016.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点击输入标题"/>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02320_1*a*1"/>
  <p:tag name="KSO_WM_TEMPLATE_CATEGORY" val="diagram"/>
  <p:tag name="KSO_WM_TEMPLATE_INDEX" val="20202320"/>
  <p:tag name="KSO_WM_UNIT_LAYERLEVEL" val="1"/>
  <p:tag name="KSO_WM_TAG_VERSION" val="1.0"/>
  <p:tag name="KSO_WM_BEAUTIFY_FLAG" val="#wm#"/>
  <p:tag name="KSO_WM_UNIT_DEFAULT_FONT" val="28;36;2"/>
  <p:tag name="KSO_WM_UNIT_BLOCK" val="0"/>
  <p:tag name="KSO_WM_UNIT_ISNUMDGMTITLE" val="0"/>
  <p:tag name="KSO_WM_UNIT_PLACING_PICTURE_MD4" val="0"/>
  <p:tag name="KSO_WM_UNIT_SMARTLAYOUT_COMPRESS_INFO" val="{&#10;    &quot;id&quot;: &quot;2020-03-30T13:56:39&quot;,&#10;    &quot;max&quot;: 2.0858267716535508,&#10;    &quot;topChanged&quot;: 0.84330750963606071&#10;}&#10;"/>
  <p:tag name="KSO_WM_UNIT_TEXT_FILL_FORE_SCHEMECOLOR_INDEX_BRIGHTNESS" val="0.25"/>
  <p:tag name="KSO_WM_UNIT_TEXT_FILL_FORE_SCHEMECOLOR_INDEX" val="13"/>
  <p:tag name="KSO_WM_UNIT_TEXT_FILL_TYPE" val="1"/>
</p:tagLst>
</file>

<file path=ppt/tags/tag1017.xml><?xml version="1.0" encoding="utf-8"?>
<p:tagLst xmlns:a="http://schemas.openxmlformats.org/drawingml/2006/main" xmlns:r="http://schemas.openxmlformats.org/officeDocument/2006/relationships" xmlns:p="http://schemas.openxmlformats.org/presentationml/2006/main">
  <p:tag name="KSO_WM_UNIT_PRESET_TEXT" val="单击此处输入你的正文，文字是您思想的提炼……"/>
  <p:tag name="KSO_WM_UNIT_NOCLEAR" val="0"/>
  <p:tag name="KSO_WM_UNIT_VALUE" val="260"/>
  <p:tag name="KSO_WM_UNIT_HIGHLIGHT" val="0"/>
  <p:tag name="KSO_WM_UNIT_COMPATIBLE" val="0"/>
  <p:tag name="KSO_WM_UNIT_DIAGRAM_ISNUMVISUAL" val="0"/>
  <p:tag name="KSO_WM_UNIT_DIAGRAM_ISREFERUNIT" val="0"/>
  <p:tag name="KSO_WM_UNIT_TYPE" val="f"/>
  <p:tag name="KSO_WM_UNIT_INDEX" val="1"/>
  <p:tag name="KSO_WM_UNIT_ID" val="diagram20202320_1*f*1"/>
  <p:tag name="KSO_WM_TEMPLATE_CATEGORY" val="diagram"/>
  <p:tag name="KSO_WM_TEMPLATE_INDEX" val="20202320"/>
  <p:tag name="KSO_WM_UNIT_LAYERLEVEL" val="1"/>
  <p:tag name="KSO_WM_TAG_VERSION" val="1.0"/>
  <p:tag name="KSO_WM_BEAUTIFY_FLAG" val="#wm#"/>
  <p:tag name="KSO_WM_UNIT_DEFAULT_FONT" val="14;16;2"/>
  <p:tag name="KSO_WM_UNIT_BLOCK" val="0"/>
  <p:tag name="KSO_WM_UNIT_PLACING_PICTURE_MD4" val="0"/>
  <p:tag name="KSO_WM_UNIT_TEXT_FILL_FORE_SCHEMECOLOR_INDEX_BRIGHTNESS" val="0.35"/>
  <p:tag name="KSO_WM_UNIT_TEXT_FILL_FORE_SCHEMECOLOR_INDEX" val="13"/>
  <p:tag name="KSO_WM_UNIT_TEXT_FILL_TYPE" val="1"/>
</p:tagLst>
</file>

<file path=ppt/tags/tag1018.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0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2"/>
  <p:tag name="KSO_WM_UNIT_LAYERLEVEL" val="1"/>
  <p:tag name="KSO_WM_TAG_VERSION" val="1.0"/>
  <p:tag name="KSO_WM_BEAUTIFY_FLAG" val="#wm#"/>
  <p:tag name="KSO_WM_SLIDE_BACKGROUND_TYPE" val="belt"/>
  <p:tag name="KSO_WM_SLIDE_BK_DARK_LIGHT" val="2"/>
  <p:tag name="KSO_WM_UNIT_TYPE" val="i"/>
  <p:tag name="KSO_WM_UNIT_INDEX" val="2"/>
  <p:tag name="KSO_WM_UNIT_FILL_TYPE" val="1"/>
  <p:tag name="KSO_WM_UNIT_TEXT_FILL_FORE_SCHEMECOLOR_INDEX_BRIGHTNESS" val="0"/>
  <p:tag name="KSO_WM_UNIT_TEXT_FILL_FORE_SCHEMECOLOR_INDEX" val="13"/>
  <p:tag name="KSO_WM_UNIT_TEXT_FILL_TYPE" val="1"/>
</p:tagLst>
</file>

<file path=ppt/tags/tag10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3"/>
  <p:tag name="KSO_WM_UNIT_LAYERLEVEL" val="1"/>
  <p:tag name="KSO_WM_TAG_VERSION" val="1.0"/>
  <p:tag name="KSO_WM_BEAUTIFY_FLAG" val="#wm#"/>
  <p:tag name="KSO_WM_SLIDE_BACKGROUND_TYPE" val="belt"/>
  <p:tag name="KSO_WM_SLIDE_BK_DARK_LIGHT" val="2"/>
  <p:tag name="KSO_WM_UNIT_TYPE" val="i"/>
  <p:tag name="KSO_WM_UNIT_INDEX" val="3"/>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0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5"/>
  <p:tag name="KSO_WM_UNIT_LAYERLEVEL" val="1"/>
  <p:tag name="KSO_WM_TAG_VERSION" val="1.0"/>
  <p:tag name="KSO_WM_BEAUTIFY_FLAG" val="#wm#"/>
  <p:tag name="KSO_WM_SLIDE_BACKGROUND_TYPE" val="belt"/>
  <p:tag name="KSO_WM_SLIDE_BK_DARK_LIGHT" val="2"/>
  <p:tag name="KSO_WM_UNIT_TYPE" val="i"/>
  <p:tag name="KSO_WM_UNIT_INDEX" val="5"/>
  <p:tag name="KSO_WM_UNIT_FILL_TYPE" val="1"/>
  <p:tag name="KSO_WM_UNIT_TEXT_FILL_FORE_SCHEMECOLOR_INDEX_BRIGHTNESS" val="0"/>
  <p:tag name="KSO_WM_UNIT_TEXT_FILL_FORE_SCHEMECOLOR_INDEX" val="13"/>
  <p:tag name="KSO_WM_UNIT_TEXT_FILL_TYPE" val="1"/>
</p:tagLst>
</file>

<file path=ppt/tags/tag10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4"/>
  <p:tag name="KSO_WM_UNIT_LAYERLEVEL" val="1"/>
  <p:tag name="KSO_WM_TAG_VERSION" val="1.0"/>
  <p:tag name="KSO_WM_BEAUTIFY_FLAG" val="#wm#"/>
  <p:tag name="KSO_WM_SLIDE_BACKGROUND_TYPE" val="belt"/>
  <p:tag name="KSO_WM_SLIDE_BK_DARK_LIGHT" val="2"/>
  <p:tag name="KSO_WM_UNIT_TYPE" val="i"/>
  <p:tag name="KSO_WM_UNIT_INDEX" val="4"/>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0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6"/>
  <p:tag name="KSO_WM_UNIT_LAYERLEVEL" val="1"/>
  <p:tag name="KSO_WM_TAG_VERSION" val="1.0"/>
  <p:tag name="KSO_WM_BEAUTIFY_FLAG" val="#wm#"/>
  <p:tag name="KSO_WM_SLIDE_BACKGROUND_TYPE" val="belt"/>
  <p:tag name="KSO_WM_SLIDE_BK_DARK_LIGHT" val="2"/>
  <p:tag name="KSO_WM_UNIT_TYPE" val="i"/>
  <p:tag name="KSO_WM_UNIT_INDEX" val="6"/>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Lst>
</file>

<file path=ppt/tags/tag10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7"/>
  <p:tag name="KSO_WM_UNIT_LAYERLEVEL" val="1"/>
  <p:tag name="KSO_WM_TAG_VERSION" val="1.0"/>
  <p:tag name="KSO_WM_BEAUTIFY_FLAG" val="#wm#"/>
  <p:tag name="KSO_WM_SLIDE_BACKGROUND_TYPE" val="belt"/>
  <p:tag name="KSO_WM_SLIDE_BK_DARK_LIGHT" val="2"/>
  <p:tag name="KSO_WM_UNIT_TYPE" val="i"/>
  <p:tag name="KSO_WM_UNIT_INDEX" val="7"/>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13"/>
  <p:tag name="KSO_WM_UNIT_TEXT_FILL_TYPE" val="1"/>
</p:tagLst>
</file>

<file path=ppt/tags/tag102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70323"/>
  <p:tag name="KSO_WM_SLIDE_ID" val="diagram20170323_2"/>
  <p:tag name="KSO_WM_TEMPLATE_SUBCATEGORY" val="0"/>
  <p:tag name="KSO_WM_TEMPLATE_MASTER_TYPE" val="0"/>
  <p:tag name="KSO_WM_TEMPLATE_COLOR_TYPE" val="1"/>
  <p:tag name="KSO_WM_SLIDE_TYPE" val="text"/>
  <p:tag name="KSO_WM_SLIDE_SUBTYPE" val="diag"/>
  <p:tag name="KSO_WM_SLIDE_ITEM_CNT" val="3"/>
  <p:tag name="KSO_WM_SLIDE_INDEX" val="2"/>
  <p:tag name="KSO_WM_SLIDE_SIZE" val="965.049*509.567"/>
  <p:tag name="KSO_WM_SLIDE_POSITION" val="-75.7991*107.353"/>
  <p:tag name="KSO_WM_DIAGRAM_GROUP_CODE" val="l1-1"/>
  <p:tag name="KSO_WM_SLIDE_DIAGTYPE" val="l"/>
  <p:tag name="KSO_WM_TAG_VERSION" val="1.0"/>
  <p:tag name="KSO_WM_SLIDE_LAYOUT" val="a_l"/>
  <p:tag name="KSO_WM_SLIDE_LAYOUT_CNT" val="1_1"/>
  <p:tag name="KSO_WM_SLIDE_BK_DARK_LIGHT" val="2"/>
  <p:tag name="KSO_WM_SLIDE_BACKGROUND_TYPE" val="general"/>
</p:tagLst>
</file>

<file path=ppt/tags/tag10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2*i*1"/>
  <p:tag name="KSO_WM_UNIT_LAYERLEVEL" val="1"/>
  <p:tag name="KSO_WM_TAG_VERSION" val="1.0"/>
  <p:tag name="KSO_WM_BEAUTIFY_FLAG" val="#wm#"/>
  <p:tag name="KSO_WM_SLIDE_BACKGROUND_TYPE" val="general"/>
  <p:tag name="KSO_WM_SLIDE_BK_DARK_LIGHT" val="2"/>
</p:tagLst>
</file>

<file path=ppt/tags/tag1027.xml><?xml version="1.0" encoding="utf-8"?>
<p:tagLst xmlns:a="http://schemas.openxmlformats.org/drawingml/2006/main" xmlns:r="http://schemas.openxmlformats.org/officeDocument/2006/relationships" xmlns:p="http://schemas.openxmlformats.org/presentationml/2006/main">
  <p:tag name="KSO_WM_UNIT_PRESET_TEXT" val="单击此处添加文本具体内容，简明扼要地阐述你的观点。"/>
  <p:tag name="KSO_WM_UNIT_NOCLEAR" val="0"/>
  <p:tag name="KSO_WM_UNIT_VALUE" val="68"/>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170323_2*l_h_f*1_3_1"/>
  <p:tag name="KSO_WM_TEMPLATE_CATEGORY" val="diagram"/>
  <p:tag name="KSO_WM_TEMPLATE_INDEX" val="20170323"/>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028.xml><?xml version="1.0" encoding="utf-8"?>
<p:tagLst xmlns:a="http://schemas.openxmlformats.org/drawingml/2006/main" xmlns:r="http://schemas.openxmlformats.org/officeDocument/2006/relationships" xmlns:p="http://schemas.openxmlformats.org/presentationml/2006/main">
  <p:tag name="KSO_WM_UNIT_PRESET_TEXT" val="单击此处添加文本具体内容，简明扼要地阐述你的观点。"/>
  <p:tag name="KSO_WM_UNIT_NOCLEAR" val="0"/>
  <p:tag name="KSO_WM_UNIT_VALUE" val="68"/>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170323_2*l_h_f*1_2_1"/>
  <p:tag name="KSO_WM_TEMPLATE_CATEGORY" val="diagram"/>
  <p:tag name="KSO_WM_TEMPLATE_INDEX" val="20170323"/>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029.xml><?xml version="1.0" encoding="utf-8"?>
<p:tagLst xmlns:a="http://schemas.openxmlformats.org/drawingml/2006/main" xmlns:r="http://schemas.openxmlformats.org/officeDocument/2006/relationships" xmlns:p="http://schemas.openxmlformats.org/presentationml/2006/main">
  <p:tag name="KSO_WM_UNIT_PRESET_TEXT" val="单击此处添加文本具体内容，简明扼要地阐述你的观点。"/>
  <p:tag name="KSO_WM_UNIT_NOCLEAR" val="0"/>
  <p:tag name="KSO_WM_UNIT_VALUE" val="68"/>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170323_2*l_h_f*1_1_1"/>
  <p:tag name="KSO_WM_TEMPLATE_CATEGORY" val="diagram"/>
  <p:tag name="KSO_WM_TEMPLATE_INDEX" val="20170323"/>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0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170323_2*l_i*1_1"/>
  <p:tag name="KSO_WM_TEMPLATE_CATEGORY" val="diagram"/>
  <p:tag name="KSO_WM_TEMPLATE_INDEX" val="20170323"/>
  <p:tag name="KSO_WM_UNIT_LAYERLEVEL" val="1_1"/>
  <p:tag name="KSO_WM_TAG_VERSION" val="1.0"/>
  <p:tag name="KSO_WM_BEAUTIFY_FLAG" val="#wm#"/>
  <p:tag name="KSO_WM_UNIT_FILL_FORE_SCHEMECOLOR_INDEX" val="8"/>
  <p:tag name="KSO_WM_UNIT_FILL_TYPE" val="1"/>
  <p:tag name="KSO_WM_UNIT_TEXT_FILL_FORE_SCHEMECOLOR_INDEX" val="13"/>
  <p:tag name="KSO_WM_UNIT_TEXT_FILL_TYPE" val="1"/>
  <p:tag name="KSO_WM_UNIT_USESOURCEFORMAT_APPLY" val="1"/>
</p:tagLst>
</file>

<file path=ppt/tags/tag10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3"/>
  <p:tag name="KSO_WM_UNIT_ID" val="diagram20170323_2*l_i*1_3"/>
  <p:tag name="KSO_WM_TEMPLATE_CATEGORY" val="diagram"/>
  <p:tag name="KSO_WM_TEMPLATE_INDEX" val="20170323"/>
  <p:tag name="KSO_WM_UNIT_LAYERLEVEL" val="1_1"/>
  <p:tag name="KSO_WM_TAG_VERSION" val="1.0"/>
  <p:tag name="KSO_WM_BEAUTIFY_FLAG" val="#wm#"/>
  <p:tag name="KSO_WM_UNIT_FILL_FORE_SCHEMECOLOR_INDEX" val="8"/>
  <p:tag name="KSO_WM_UNIT_FILL_TYPE" val="1"/>
  <p:tag name="KSO_WM_UNIT_TEXT_FILL_FORE_SCHEMECOLOR_INDEX" val="13"/>
  <p:tag name="KSO_WM_UNIT_TEXT_FILL_TYPE" val="1"/>
  <p:tag name="KSO_WM_UNIT_USESOURCEFORMAT_APPLY" val="1"/>
</p:tagLst>
</file>

<file path=ppt/tags/tag10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5"/>
  <p:tag name="KSO_WM_UNIT_ID" val="diagram20170323_2*l_i*1_5"/>
  <p:tag name="KSO_WM_TEMPLATE_CATEGORY" val="diagram"/>
  <p:tag name="KSO_WM_TEMPLATE_INDEX" val="20170323"/>
  <p:tag name="KSO_WM_UNIT_LAYERLEVEL" val="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10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6"/>
  <p:tag name="KSO_WM_UNIT_ID" val="diagram20170323_2*l_i*1_6"/>
  <p:tag name="KSO_WM_TEMPLATE_CATEGORY" val="diagram"/>
  <p:tag name="KSO_WM_TEMPLATE_INDEX" val="20170323"/>
  <p:tag name="KSO_WM_UNIT_LAYERLEVEL" val="1_1"/>
  <p:tag name="KSO_WM_TAG_VERSION" val="1.0"/>
  <p:tag name="KSO_WM_BEAUTIFY_FLAG" val="#wm#"/>
  <p:tag name="KSO_WM_UNIT_FILL_FORE_SCHEMECOLOR_INDEX" val="8"/>
  <p:tag name="KSO_WM_UNIT_FILL_TYPE" val="1"/>
  <p:tag name="KSO_WM_UNIT_TEXT_FILL_FORE_SCHEMECOLOR_INDEX" val="13"/>
  <p:tag name="KSO_WM_UNIT_TEXT_FILL_TYPE" val="1"/>
  <p:tag name="KSO_WM_UNIT_USESOURCEFORMAT_APPLY" val="1"/>
</p:tagLst>
</file>

<file path=ppt/tags/tag10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7"/>
  <p:tag name="KSO_WM_UNIT_ID" val="diagram20170323_2*l_i*1_7"/>
  <p:tag name="KSO_WM_TEMPLATE_CATEGORY" val="diagram"/>
  <p:tag name="KSO_WM_TEMPLATE_INDEX" val="20170323"/>
  <p:tag name="KSO_WM_UNIT_LAYERLEVEL" val="1_1"/>
  <p:tag name="KSO_WM_TAG_VERSION" val="1.0"/>
  <p:tag name="KSO_WM_BEAUTIFY_FLAG" val="#wm#"/>
  <p:tag name="KSO_WM_UNIT_FILL_FORE_SCHEMECOLOR_INDEX" val="8"/>
  <p:tag name="KSO_WM_UNIT_FILL_TYPE" val="1"/>
  <p:tag name="KSO_WM_UNIT_TEXT_FILL_FORE_SCHEMECOLOR_INDEX" val="13"/>
  <p:tag name="KSO_WM_UNIT_TEXT_FILL_TYPE" val="1"/>
  <p:tag name="KSO_WM_UNIT_USESOURCEFORMAT_APPLY" val="1"/>
</p:tagLst>
</file>

<file path=ppt/tags/tag10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8"/>
  <p:tag name="KSO_WM_UNIT_ID" val="diagram20170323_2*l_i*1_8"/>
  <p:tag name="KSO_WM_TEMPLATE_CATEGORY" val="diagram"/>
  <p:tag name="KSO_WM_TEMPLATE_INDEX" val="20170323"/>
  <p:tag name="KSO_WM_UNIT_LAYERLEVEL" val="1_1"/>
  <p:tag name="KSO_WM_TAG_VERSION" val="1.0"/>
  <p:tag name="KSO_WM_BEAUTIFY_FLAG" val="#wm#"/>
  <p:tag name="KSO_WM_UNIT_FILL_FORE_SCHEMECOLOR_INDEX" val="8"/>
  <p:tag name="KSO_WM_UNIT_FILL_TYPE" val="1"/>
  <p:tag name="KSO_WM_UNIT_TEXT_FILL_FORE_SCHEMECOLOR_INDEX" val="13"/>
  <p:tag name="KSO_WM_UNIT_TEXT_FILL_TYPE" val="1"/>
  <p:tag name="KSO_WM_UNIT_USESOURCEFORMAT_APPLY" val="1"/>
</p:tagLst>
</file>

<file path=ppt/tags/tag10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2"/>
  <p:tag name="KSO_WM_UNIT_ID" val="diagram20170323_2*l_i*1_2"/>
  <p:tag name="KSO_WM_TEMPLATE_CATEGORY" val="diagram"/>
  <p:tag name="KSO_WM_TEMPLATE_INDEX" val="20170323"/>
  <p:tag name="KSO_WM_UNIT_LAYERLEVEL" val="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10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4"/>
  <p:tag name="KSO_WM_UNIT_ID" val="diagram20170323_2*l_i*1_4"/>
  <p:tag name="KSO_WM_TEMPLATE_CATEGORY" val="diagram"/>
  <p:tag name="KSO_WM_TEMPLATE_INDEX" val="20170323"/>
  <p:tag name="KSO_WM_UNIT_LAYERLEVEL" val="1_1"/>
  <p:tag name="KSO_WM_TAG_VERSION" val="1.0"/>
  <p:tag name="KSO_WM_BEAUTIFY_FLAG" val="#wm#"/>
  <p:tag name="KSO_WM_UNIT_FILL_FORE_SCHEMECOLOR_INDEX" val="8"/>
  <p:tag name="KSO_WM_UNIT_FILL_TYPE" val="1"/>
  <p:tag name="KSO_WM_UNIT_TEXT_FILL_FORE_SCHEMECOLOR_INDEX" val="13"/>
  <p:tag name="KSO_WM_UNIT_TEXT_FILL_TYPE" val="1"/>
  <p:tag name="KSO_WM_UNIT_USESOURCEFORMAT_APPLY" val="1"/>
</p:tagLst>
</file>

<file path=ppt/tags/tag10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170323_2*l_h_i*1_3_1"/>
  <p:tag name="KSO_WM_TEMPLATE_CATEGORY" val="diagram"/>
  <p:tag name="KSO_WM_TEMPLATE_INDEX" val="20170323"/>
  <p:tag name="KSO_WM_UNIT_LAYERLEVEL" val="1_1_1"/>
  <p:tag name="KSO_WM_TAG_VERSION" val="1.0"/>
  <p:tag name="KSO_WM_BEAUTIFY_FLAG" val="#wm#"/>
  <p:tag name="KSO_WM_UNIT_FILL_FORE_SCHEMECOLOR_INDEX" val="8"/>
  <p:tag name="KSO_WM_UNIT_FILL_TYPE" val="1"/>
  <p:tag name="KSO_WM_UNIT_TEXT_FILL_FORE_SCHEMECOLOR_INDEX" val="14"/>
  <p:tag name="KSO_WM_UNIT_TEXT_FILL_TYPE" val="1"/>
  <p:tag name="KSO_WM_UNIT_USESOURCEFORMAT_APPLY" val="1"/>
</p:tagLst>
</file>

<file path=ppt/tags/tag10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170323_2*l_h_i*1_2_1"/>
  <p:tag name="KSO_WM_TEMPLATE_CATEGORY" val="diagram"/>
  <p:tag name="KSO_WM_TEMPLATE_INDEX" val="20170323"/>
  <p:tag name="KSO_WM_UNIT_LAYERLEVEL" val="1_1_1"/>
  <p:tag name="KSO_WM_TAG_VERSION" val="1.0"/>
  <p:tag name="KSO_WM_BEAUTIFY_FLAG" val="#wm#"/>
  <p:tag name="KSO_WM_UNIT_FILL_FORE_SCHEMECOLOR_INDEX" val="5"/>
  <p:tag name="KSO_WM_UNIT_FILL_TYPE" val="1"/>
  <p:tag name="KSO_WM_UNIT_TEXT_FILL_FORE_SCHEMECOLOR_INDEX" val="14"/>
  <p:tag name="KSO_WM_UNIT_TEXT_FILL_TYPE" val="1"/>
  <p:tag name="KSO_WM_UNIT_USESOURCEFORMAT_APPLY" val="1"/>
</p:tagLst>
</file>

<file path=ppt/tags/tag10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170323_2*l_h_i*1_1_1"/>
  <p:tag name="KSO_WM_TEMPLATE_CATEGORY" val="diagram"/>
  <p:tag name="KSO_WM_TEMPLATE_INDEX" val="20170323"/>
  <p:tag name="KSO_WM_UNIT_LAYERLEVEL" val="1_1_1"/>
  <p:tag name="KSO_WM_TAG_VERSION" val="1.0"/>
  <p:tag name="KSO_WM_BEAUTIFY_FLAG" val="#wm#"/>
  <p:tag name="KSO_WM_UNIT_FILL_FORE_SCHEMECOLOR_INDEX" val="8"/>
  <p:tag name="KSO_WM_UNIT_FILL_TYPE" val="1"/>
  <p:tag name="KSO_WM_UNIT_TEXT_FILL_FORE_SCHEMECOLOR_INDEX" val="14"/>
  <p:tag name="KSO_WM_UNIT_TEXT_FILL_TYPE" val="1"/>
  <p:tag name="KSO_WM_UNIT_USESOURCEFORMAT_APPLY" val="1"/>
</p:tagLst>
</file>

<file path=ppt/tags/tag1041.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此处添加大标题"/>
  <p:tag name="KSO_WM_UNIT_NOCLEAR" val="0"/>
  <p:tag name="KSO_WM_UNIT_VALUE" val="17"/>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170323_2*a*1"/>
  <p:tag name="KSO_WM_TEMPLATE_CATEGORY" val="diagram"/>
  <p:tag name="KSO_WM_TEMPLATE_INDEX" val="20170323"/>
  <p:tag name="KSO_WM_UNIT_LAYERLEVEL" val="1"/>
  <p:tag name="KSO_WM_TAG_VERSION" val="1.0"/>
  <p:tag name="KSO_WM_BEAUTIFY_FLAG" val="#wm#"/>
  <p:tag name="KSO_WM_UNIT_TEXT_FILL_FORE_SCHEMECOLOR_INDEX" val="13"/>
  <p:tag name="KSO_WM_UNIT_TEXT_FILL_TYPE" val="1"/>
  <p:tag name="KSO_WM_UNIT_USESOURCEFORMAT_APPLY" val="1"/>
</p:tagLst>
</file>

<file path=ppt/tags/tag1042.xml><?xml version="1.0" encoding="utf-8"?>
<p:tagLst xmlns:a="http://schemas.openxmlformats.org/drawingml/2006/main" xmlns:r="http://schemas.openxmlformats.org/officeDocument/2006/relationships" xmlns:p="http://schemas.openxmlformats.org/presentationml/2006/main">
  <p:tag name="KSO_WM_UNIT_VALUE" val="179*238"/>
  <p:tag name="KSO_WM_UNIT_HIGHLIGHT" val="0"/>
  <p:tag name="KSO_WM_UNIT_COMPATIBLE" val="0"/>
  <p:tag name="KSO_WM_UNIT_DIAGRAM_ISNUMVISUAL" val="0"/>
  <p:tag name="KSO_WM_UNIT_DIAGRAM_ISREFERUNIT" val="0"/>
  <p:tag name="KSO_WM_DIAGRAM_GROUP_CODE" val="l1-1"/>
  <p:tag name="KSO_WM_UNIT_TYPE" val="l_x"/>
  <p:tag name="KSO_WM_UNIT_INDEX" val="1_1"/>
  <p:tag name="KSO_WM_UNIT_ID" val="diagram20170323_2*l_x*1_1"/>
  <p:tag name="KSO_WM_TEMPLATE_CATEGORY" val="diagram"/>
  <p:tag name="KSO_WM_TEMPLATE_INDEX" val="20170323"/>
  <p:tag name="KSO_WM_UNIT_LAYERLEVEL" val="1_1"/>
  <p:tag name="KSO_WM_TAG_VERSION" val="1.0"/>
  <p:tag name="KSO_WM_BEAUTIFY_FLAG" val="#wm#"/>
  <p:tag name="KSO_WM_UNIT_FILL_FORE_SCHEMECOLOR_INDEX" val="14"/>
  <p:tag name="KSO_WM_UNIT_FILL_TYPE" val="1"/>
  <p:tag name="KSO_WM_UNIT_TEXT_FILL_FORE_SCHEMECOLOR_INDEX" val="13"/>
  <p:tag name="KSO_WM_UNIT_TEXT_FILL_TYPE" val="1"/>
  <p:tag name="KSO_WM_UNIT_ICON_FILEID" val="3103088"/>
  <p:tag name="KSO_WM_UNIT_ICON_STYLE" val="2"/>
  <p:tag name="KSO_WM_UNIT_USESOURCEFORMAT_APPLY" val="1"/>
</p:tagLst>
</file>

<file path=ppt/tags/tag1043.xml><?xml version="1.0" encoding="utf-8"?>
<p:tagLst xmlns:a="http://schemas.openxmlformats.org/drawingml/2006/main" xmlns:r="http://schemas.openxmlformats.org/officeDocument/2006/relationships" xmlns:p="http://schemas.openxmlformats.org/presentationml/2006/main">
  <p:tag name="KSO_WM_UNIT_VALUE" val="182*116"/>
  <p:tag name="KSO_WM_UNIT_HIGHLIGHT" val="0"/>
  <p:tag name="KSO_WM_UNIT_COMPATIBLE" val="0"/>
  <p:tag name="KSO_WM_UNIT_DIAGRAM_ISNUMVISUAL" val="0"/>
  <p:tag name="KSO_WM_UNIT_DIAGRAM_ISREFERUNIT" val="0"/>
  <p:tag name="KSO_WM_DIAGRAM_GROUP_CODE" val="l1-1"/>
  <p:tag name="KSO_WM_UNIT_TYPE" val="l_x"/>
  <p:tag name="KSO_WM_UNIT_INDEX" val="1_2"/>
  <p:tag name="KSO_WM_UNIT_ID" val="diagram20170323_2*l_x*1_2"/>
  <p:tag name="KSO_WM_TEMPLATE_CATEGORY" val="diagram"/>
  <p:tag name="KSO_WM_TEMPLATE_INDEX" val="20170323"/>
  <p:tag name="KSO_WM_UNIT_LAYERLEVEL" val="1_1"/>
  <p:tag name="KSO_WM_TAG_VERSION" val="1.0"/>
  <p:tag name="KSO_WM_BEAUTIFY_FLAG" val="#wm#"/>
  <p:tag name="KSO_WM_UNIT_ICON_FILEID" val="3103088"/>
  <p:tag name="KSO_WM_UNIT_ICON_STYLE" val="2"/>
  <p:tag name="KSO_WM_UNIT_USESOURCEFORMAT_APPLY" val="1"/>
  <p:tag name="KSO_WM_UNIT_FILL_FORE_SCHEMECOLOR_INDEX_BRIGHTNESS" val="0"/>
  <p:tag name="KSO_WM_UNIT_FILL_FORE_SCHEMECOLOR_INDEX" val="5"/>
  <p:tag name="KSO_WM_UNIT_FILL_TYPE" val="1"/>
</p:tagLst>
</file>

<file path=ppt/tags/tag1044.xml><?xml version="1.0" encoding="utf-8"?>
<p:tagLst xmlns:a="http://schemas.openxmlformats.org/drawingml/2006/main" xmlns:r="http://schemas.openxmlformats.org/officeDocument/2006/relationships" xmlns:p="http://schemas.openxmlformats.org/presentationml/2006/main">
  <p:tag name="KSO_WM_UNIT_VALUE" val="148*159"/>
  <p:tag name="KSO_WM_UNIT_HIGHLIGHT" val="0"/>
  <p:tag name="KSO_WM_UNIT_COMPATIBLE" val="0"/>
  <p:tag name="KSO_WM_UNIT_DIAGRAM_ISNUMVISUAL" val="0"/>
  <p:tag name="KSO_WM_UNIT_DIAGRAM_ISREFERUNIT" val="0"/>
  <p:tag name="KSO_WM_DIAGRAM_GROUP_CODE" val="l1-1"/>
  <p:tag name="KSO_WM_UNIT_TYPE" val="l_x"/>
  <p:tag name="KSO_WM_UNIT_INDEX" val="1_3"/>
  <p:tag name="KSO_WM_UNIT_ID" val="diagram20170323_2*l_x*1_3"/>
  <p:tag name="KSO_WM_TEMPLATE_CATEGORY" val="diagram"/>
  <p:tag name="KSO_WM_TEMPLATE_INDEX" val="20170323"/>
  <p:tag name="KSO_WM_UNIT_LAYERLEVEL" val="1_1"/>
  <p:tag name="KSO_WM_TAG_VERSION" val="1.0"/>
  <p:tag name="KSO_WM_BEAUTIFY_FLAG" val="#wm#"/>
  <p:tag name="KSO_WM_UNIT_ICON_FILEID" val="3103088"/>
  <p:tag name="KSO_WM_UNIT_ICON_STYLE" val="2"/>
  <p:tag name="KSO_WM_UNIT_USESOURCEFORMAT_APPLY" val="1"/>
  <p:tag name="KSO_WM_UNIT_FILL_FORE_SCHEMECOLOR_INDEX_BRIGHTNESS" val="0"/>
  <p:tag name="KSO_WM_UNIT_FILL_FORE_SCHEMECOLOR_INDEX" val="5"/>
  <p:tag name="KSO_WM_UNIT_FILL_TYPE" val="1"/>
</p:tagLst>
</file>

<file path=ppt/tags/tag104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70323"/>
</p:tagLst>
</file>

<file path=ppt/tags/tag104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70323"/>
</p:tagLst>
</file>

<file path=ppt/tags/tag104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2320"/>
  <p:tag name="KSO_WM_SLIDE_ID" val="diagram20202320_1"/>
  <p:tag name="KSO_WM_TEMPLATE_SUBCATEGORY" val="11"/>
  <p:tag name="KSO_WM_TEMPLATE_MASTER_TYPE" val="0"/>
  <p:tag name="KSO_WM_TEMPLATE_COLOR_TYPE" val="1"/>
  <p:tag name="KSO_WM_SLIDE_TYPE" val="text"/>
  <p:tag name="KSO_WM_SLIDE_SUBTYPE" val="picTxt"/>
  <p:tag name="KSO_WM_SLIDE_ITEM_CNT" val="0"/>
  <p:tag name="KSO_WM_SLIDE_INDEX" val="1"/>
  <p:tag name="KSO_WM_SLIDE_SIZE" val="960*484"/>
  <p:tag name="KSO_WM_SLIDE_POSITION" val="0*21"/>
  <p:tag name="KSO_WM_TAG_VERSION" val="1.0"/>
  <p:tag name="KSO_WM_SLIDE_LAYOUT" val="a_d_f_i"/>
  <p:tag name="KSO_WM_SLIDE_LAYOUT_CNT" val="1_1_1_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bottom&quot;: 0.10026247100000001,&#10;            &quot;bottomAbs&quot;: false,&#10;            &quot;left&quot;: 0,&#10;            &quot;leftAbs&quot;: false,&#10;            &quot;right&quot;: 0,&#10;            &quot;rightAbs&quot;: false,&#10;            &quot;top&quot;: 0.10026247100000001,&#10;            &quot;topAbs&quot;: false,&#10;            &quot;type&quot;: &quot;belt&quot;&#10;        }&#10;    ],&#10;    &quot;direction&quot;: 1,&#10;    &quot;id&quot;: &quot;2020-03-30T13:18:39&quot;,&#10;    &quot;maxSize&quot;: {&#10;        &quot;size1&quot;: 31.899999999999999&#10;    },&#10;    &quot;minSize&quot;: {&#10;        &quot;size1&quot;: 31.899999999999999&#10;    },&#10;    &quot;normalSize&quot;: {&#10;        &quot;size1&quot;: 31.899999999999999&#10;    },&#10;    &quot;subLayout&quot;: [&#10;        {&#10;            &quot;id&quot;: &quot;2020-03-30T13:18:39&quot;,&#10;            &quot;margin&quot;: {&#10;                &quot;bottom&quot;: 2.9100000858306885,&#10;                &quot;left&quot;: 1.690000057220459,&#10;                &quot;right&quot;: 0.026000002399086952,&#10;                &quot;top&quot;: 2.9100000858306885&#10;            },&#10;            &quot;type&quot;: 0&#10;        },&#10;        {&#10;            &quot;id&quot;: &quot;2020-03-30T13:18:39&quot;,&#10;            &quot;margin&quot;: {&#10;                &quot;bottom&quot;: 4.3600001335144043,&#10;                &quot;left&quot;: 2.3579998016357422,&#10;                &quot;right&quot;: 3.440000057220459,&#10;                &quot;top&quot;: 3.929999828338623&#10;            },&#10;            &quot;type&quot;: 0&#10;        }&#10;    ],&#10;    &quot;type&quot;: 0&#10;}&#10;"/>
  <p:tag name="KSO_WM_SLIDE_CAN_ADD_NAVIGATION" val="1"/>
  <p:tag name="KSO_WM_SLIDE_BACKGROUND" val="[&quot;general&quot;,&quot;frame&quot;,&quot;belt&quot;]"/>
  <p:tag name="KSO_WM_SLIDE_RATIO" val="1.777778"/>
  <p:tag name="KSO_WM_SLIDE_BK_DARK_LIGHT" val="2"/>
  <p:tag name="KSO_WM_SLIDE_BACKGROUND_TYPE" val="belt"/>
</p:tagLst>
</file>

<file path=ppt/tags/tag10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2320_1*i*1"/>
  <p:tag name="KSO_WM_TEMPLATE_CATEGORY" val="diagram"/>
  <p:tag name="KSO_WM_TEMPLATE_INDEX" val="20202320"/>
  <p:tag name="KSO_WM_UNIT_LAYERLEVEL" val="1"/>
  <p:tag name="KSO_WM_TAG_VERSION" val="1.0"/>
  <p:tag name="KSO_WM_BEAUTIFY_FLAG" val="#wm#"/>
  <p:tag name="KSO_WM_UNIT_BLOCK" val="0"/>
  <p:tag name="KSO_WM_UNIT_PLACING_PICTURE_MD4" val="0"/>
</p:tagLst>
</file>

<file path=ppt/tags/tag1049.xml><?xml version="1.0" encoding="utf-8"?>
<p:tagLst xmlns:a="http://schemas.openxmlformats.org/drawingml/2006/main" xmlns:r="http://schemas.openxmlformats.org/officeDocument/2006/relationships" xmlns:p="http://schemas.openxmlformats.org/presentationml/2006/main">
  <p:tag name="KSO_WM_UNIT_PLACING_PICTURE_INFO" val="{&quot;full_picture&quot;:false,&quot;last_crop_picture&quot;:&quot;1-1&quot;,&quot;selected&quot;:&quot;1-1&quot;,&quot;spacing&quot;:2}"/>
  <p:tag name="KSO_WM_UNIT_VALUE" val="1075*1727"/>
  <p:tag name="KSO_WM_UNIT_HIGHLIGHT" val="0"/>
  <p:tag name="KSO_WM_UNIT_COMPATIBLE" val="0"/>
  <p:tag name="KSO_WM_UNIT_DIAGRAM_ISNUMVISUAL" val="0"/>
  <p:tag name="KSO_WM_UNIT_DIAGRAM_ISREFERUNIT" val="0"/>
  <p:tag name="KSO_WM_UNIT_TYPE" val="d"/>
  <p:tag name="KSO_WM_UNIT_INDEX" val="1"/>
  <p:tag name="KSO_WM_UNIT_ID" val="diagram20202320_1*d*1"/>
  <p:tag name="KSO_WM_TEMPLATE_CATEGORY" val="diagram"/>
  <p:tag name="KSO_WM_TEMPLATE_INDEX" val="20202320"/>
  <p:tag name="KSO_WM_UNIT_SUPPORT_UNIT_TYPE" val="[&quot;d&quot;,&quot;α&quot;,&quot;β&quot;,&quot;η&quot;,&quot;θ&quot;]"/>
  <p:tag name="KSO_WM_UNIT_LAYERLEVEL" val="1"/>
  <p:tag name="KSO_WM_TAG_VERSION" val="1.0"/>
  <p:tag name="KSO_WM_BEAUTIFY_FLAG" val="#wm#"/>
  <p:tag name="KSO_WM_UNIT_BLOCK" val="0"/>
  <p:tag name="KSO_WM_UNIT_SM_LIMIT_TYPE" val="1"/>
  <p:tag name="KSO_WM_UNIT_PLACING_PICTURE_MD4" val="0"/>
  <p:tag name="REFSHAPE" val="1271021428"/>
</p:tagLst>
</file>

<file path=ppt/tags/tag10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2320_1*i*4"/>
  <p:tag name="KSO_WM_TEMPLATE_CATEGORY" val="diagram"/>
  <p:tag name="KSO_WM_TEMPLATE_INDEX" val="20202320"/>
  <p:tag name="KSO_WM_UNIT_LAYERLEVEL" val="1"/>
  <p:tag name="KSO_WM_TAG_VERSION" val="1.0"/>
  <p:tag name="KSO_WM_BEAUTIFY_FLAG" val="#wm#"/>
  <p:tag name="KSO_WM_UNIT_BLOCK" val="0"/>
  <p:tag name="KSO_WM_UNIT_SM_LIMIT_TYPE" val="1"/>
  <p:tag name="KSO_WM_UNIT_PLACING_PICTURE_MD4" val="0"/>
  <p:tag name="KSO_WM_UNIT_FILL_FORE_SCHEMECOLOR_INDEX_1_BRIGHTNESS" val="0"/>
  <p:tag name="KSO_WM_UNIT_FILL_FORE_SCHEMECOLOR_INDEX_1" val="14"/>
  <p:tag name="KSO_WM_UNIT_FILL_FORE_SCHEMECOLOR_INDEX_1_POS" val="0"/>
  <p:tag name="KSO_WM_UNIT_FILL_FORE_SCHEMECOLOR_INDEX_1_TRANS" val="0.61"/>
  <p:tag name="KSO_WM_UNIT_FILL_FORE_SCHEMECOLOR_INDEX_2_BRIGHTNESS" val="0"/>
  <p:tag name="KSO_WM_UNIT_FILL_FORE_SCHEMECOLOR_INDEX_2" val="14"/>
  <p:tag name="KSO_WM_UNIT_FILL_FORE_SCHEMECOLOR_INDEX_2_POS" val="1"/>
  <p:tag name="KSO_WM_UNIT_FILL_FORE_SCHEMECOLOR_INDEX_2_TRANS" val="1"/>
  <p:tag name="KSO_WM_UNIT_FILL_GRADIENT_TYPE" val="0"/>
  <p:tag name="KSO_WM_UNIT_FILL_GRADIENT_ANGLE" val="90"/>
  <p:tag name="KSO_WM_UNIT_FILL_GRADIENT_DIRECTION" val="1"/>
  <p:tag name="KSO_WM_UNIT_FILL_TYPE" val="3"/>
  <p:tag name="KSO_WM_UNIT_TEXT_FILL_TYPE" val="1"/>
</p:tagLst>
</file>

<file path=ppt/tags/tag1051.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点击输入标题"/>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02320_1*a*1"/>
  <p:tag name="KSO_WM_TEMPLATE_CATEGORY" val="diagram"/>
  <p:tag name="KSO_WM_TEMPLATE_INDEX" val="20202320"/>
  <p:tag name="KSO_WM_UNIT_LAYERLEVEL" val="1"/>
  <p:tag name="KSO_WM_TAG_VERSION" val="1.0"/>
  <p:tag name="KSO_WM_BEAUTIFY_FLAG" val="#wm#"/>
  <p:tag name="KSO_WM_UNIT_DEFAULT_FONT" val="28;36;2"/>
  <p:tag name="KSO_WM_UNIT_BLOCK" val="0"/>
  <p:tag name="KSO_WM_UNIT_ISNUMDGMTITLE" val="0"/>
  <p:tag name="KSO_WM_UNIT_PLACING_PICTURE_MD4" val="0"/>
  <p:tag name="KSO_WM_UNIT_SMARTLAYOUT_COMPRESS_INFO" val="{&#10;    &quot;id&quot;: &quot;2020-03-30T13:18:39&quot;,&#10;    &quot;max&quot;: 2.0858267716535508,&#10;    &quot;topChanged&quot;: 0&#10;}&#10;"/>
  <p:tag name="KSO_WM_UNIT_TEXT_FILL_FORE_SCHEMECOLOR_INDEX_BRIGHTNESS" val="0.25"/>
  <p:tag name="KSO_WM_UNIT_TEXT_FILL_FORE_SCHEMECOLOR_INDEX" val="13"/>
  <p:tag name="KSO_WM_UNIT_TEXT_FILL_TYPE" val="1"/>
</p:tagLst>
</file>

<file path=ppt/tags/tag1052.xml><?xml version="1.0" encoding="utf-8"?>
<p:tagLst xmlns:a="http://schemas.openxmlformats.org/drawingml/2006/main" xmlns:r="http://schemas.openxmlformats.org/officeDocument/2006/relationships" xmlns:p="http://schemas.openxmlformats.org/presentationml/2006/main">
  <p:tag name="KSO_WM_UNIT_PRESET_TEXT" val="单击此处输入你的正文，文字是您思想的提炼……"/>
  <p:tag name="KSO_WM_UNIT_NOCLEAR" val="0"/>
  <p:tag name="KSO_WM_UNIT_VALUE" val="260"/>
  <p:tag name="KSO_WM_UNIT_HIGHLIGHT" val="0"/>
  <p:tag name="KSO_WM_UNIT_COMPATIBLE" val="0"/>
  <p:tag name="KSO_WM_UNIT_DIAGRAM_ISNUMVISUAL" val="0"/>
  <p:tag name="KSO_WM_UNIT_DIAGRAM_ISREFERUNIT" val="0"/>
  <p:tag name="KSO_WM_UNIT_TYPE" val="f"/>
  <p:tag name="KSO_WM_UNIT_INDEX" val="1"/>
  <p:tag name="KSO_WM_UNIT_ID" val="diagram20202320_1*f*1"/>
  <p:tag name="KSO_WM_TEMPLATE_CATEGORY" val="diagram"/>
  <p:tag name="KSO_WM_TEMPLATE_INDEX" val="20202320"/>
  <p:tag name="KSO_WM_UNIT_LAYERLEVEL" val="1"/>
  <p:tag name="KSO_WM_TAG_VERSION" val="1.0"/>
  <p:tag name="KSO_WM_BEAUTIFY_FLAG" val="#wm#"/>
  <p:tag name="KSO_WM_UNIT_DEFAULT_FONT" val="14;16;2"/>
  <p:tag name="KSO_WM_UNIT_BLOCK" val="0"/>
  <p:tag name="KSO_WM_UNIT_PLACING_PICTURE_MD4" val="0"/>
  <p:tag name="KSO_WM_UNIT_TEXT_FILL_FORE_SCHEMECOLOR_INDEX_BRIGHTNESS" val="0.35"/>
  <p:tag name="KSO_WM_UNIT_TEXT_FILL_FORE_SCHEMECOLOR_INDEX" val="13"/>
  <p:tag name="KSO_WM_UNIT_TEXT_FILL_TYPE" val="1"/>
</p:tagLst>
</file>

<file path=ppt/tags/tag105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3405"/>
  <p:tag name="KSO_WM_SLIDE_ID" val="diagram20203405_1"/>
  <p:tag name="KSO_WM_TEMPLATE_SUBCATEGORY" val="11"/>
  <p:tag name="KSO_WM_TEMPLATE_MASTER_TYPE" val="0"/>
  <p:tag name="KSO_WM_TEMPLATE_COLOR_TYPE" val="1"/>
  <p:tag name="KSO_WM_SLIDE_TYPE" val="text"/>
  <p:tag name="KSO_WM_SLIDE_SUBTYPE" val="picTxt"/>
  <p:tag name="KSO_WM_SLIDE_ITEM_CNT" val="0"/>
  <p:tag name="KSO_WM_SLIDE_INDEX" val="1"/>
  <p:tag name="KSO_WM_SLIDE_SIZE" val="898*540"/>
  <p:tag name="KSO_WM_SLIDE_POSITION" val="0*0"/>
  <p:tag name="KSO_WM_TAG_VERSION" val="1.0"/>
  <p:tag name="KSO_WM_SLIDE_LAYOUT" val="a_d_f_i"/>
  <p:tag name="KSO_WM_SLIDE_LAYOUT_CNT" val="1_1_2_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direction&quot;: 1,&#10;    &quot;id&quot;: &quot;2020-03-30T13:31:35&quot;,&#10;    &quot;maxSize&quot;: {&#10;        &quot;size1&quot;: 33.399999999999999&#10;    },&#10;    &quot;minSize&quot;: {&#10;        &quot;size1&quot;: 33.399999999999999&#10;    },&#10;    &quot;normalSize&quot;: {&#10;        &quot;size1&quot;: 33.399999999999999&#10;    },&#10;    &quot;subLayout&quot;: [&#10;        {&#10;            &quot;backgroundInfo&quot;: [&#10;                {&#10;                    &quot;bottom&quot;: 0,&#10;                    &quot;bottomAbs&quot;: false,&#10;                    &quot;left&quot;: 0,&#10;                    &quot;leftAbs&quot;: false,&#10;                    &quot;right&quot;: 0,&#10;                    &quot;rightAbs&quot;: false,&#10;                    &quot;top&quot;: 0,&#10;                    &quot;topAbs&quot;: false,&#10;                    &quot;type&quot;: &quot;leftRight&quot;&#10;                }&#10;            ],&#10;            &quot;id&quot;: &quot;2020-03-30T13:31:35&quot;,&#10;            &quot;margin&quot;: {&#10;                &quot;bottom&quot;: 2.9300000667572021,&#10;                &quot;left&quot;: 2.119999885559082,&#10;                &quot;right&quot;: 1.690000057220459,&#10;                &quot;top&quot;: 3.2699997425079346&#10;            },&#10;            &quot;maxSize&quot;: {&#10;                &quot;size1&quot;: 65.599999999999994&#10;            },&#10;            &quot;minSize&quot;: {&#10;                &quot;size1&quot;: 39.299999999999997&#10;            },&#10;            &quot;normalSize&quot;: {&#10;                &quot;size1&quot;: 39.300000000000004&#10;            },&#10;            &quot;subLayout&quot;: [&#10;                {&#10;                    &quot;id&quot;: &quot;2020-03-30T13:31:35&quot;,&#10;                    &quot;margin&quot;: {&#10;                        &quot;bottom&quot;: 0.39399999380111694,&#10;                        &quot;left&quot;: 2.119999885559082,&#10;                        &quot;right&quot;: 1.690000057220459,&#10;                        &quot;top&quot;: 3.2799999713897705&#10;                    },&#10;                    &quot;type&quot;: 0&#10;                },&#10;                {&#10;                    &quot;id&quot;: &quot;2020-03-30T13:31:35&quot;,&#10;                    &quot;margin&quot;: {&#10;                        &quot;bottom&quot;: 2.9300000667572021,&#10;                        &quot;left&quot;: 2.119999885559082,&#10;                        &quot;right&quot;: 1.690000057220459,&#10;                        &quot;top&quot;: 0.026000002399086952&#10;                    },&#10;                    &quot;type&quot;: 0&#10;                }&#10;            ],&#10;            &quot;type&quot;: 0&#10;        },&#10;        {&#10;            &quot;id&quot;: &quot;2020-03-30T13:31:35&quot;,&#10;            &quot;maxSize&quot;: {&#10;                &quot;size1&quot;: 83.299999999999997&#10;            },&#10;            &quot;minSize&quot;: {&#10;                &quot;size1&quot;: 53.799999999999997&#10;            },&#10;            &quot;normalSize&quot;: {&#10;                &quot;size1&quot;: 72.400000000000006&#10;            },&#10;            &quot;subLayout&quot;: [&#10;                {&#10;                    &quot;horizontalAlign&quot;: 0,&#10;                    &quot;id&quot;: &quot;2020-03-30T13:31:35&quot;,&#10;                    &quot;margin&quot;: {&#10;                        &quot;bottom&quot;: 1.0199999809265137,&#10;                        &quot;left&quot;: 2.1099998950958252,&#10;                        &quot;right&quot;: 2.5399999618530273,&#10;                        &quot;top&quot;: 2.5399999618530273&#10;                    },&#10;                    &quot;type&quot;: 0,&#10;                    &quot;verticalAlign&quot;: 2&#10;                },&#10;                {&#10;                    &quot;horizontalAlign&quot;: 0,&#10;                    &quot;id&quot;: &quot;2020-03-30T13:31:35&quot;,&#10;                    &quot;margin&quot;: {&#10;                        &quot;bottom&quot;: 2.119999885559082,&#10;                        &quot;left&quot;: 1.7300000190734863,&#10;                        &quot;right&quot;: 2.119999885559082,&#10;                        &quot;top&quot;: 0.026000002399086952&#10;                    },&#10;                    &quot;type&quot;: 0,&#10;                    &quot;verticalAlign&quot;: 0&#10;                }&#10;            ],&#10;            &quot;type&quot;: 0&#10;        }&#10;    ],&#10;    &quot;type&quot;: 0&#10;}&#10;"/>
  <p:tag name="KSO_WM_SLIDE_CAN_ADD_NAVIGATION" val="1"/>
  <p:tag name="KSO_WM_SLIDE_BACKGROUND" val="[&quot;general&quot;,&quot;frame&quot;,&quot;leftRight&quot;]"/>
  <p:tag name="KSO_WM_SLIDE_RATIO" val="1.777778"/>
  <p:tag name="KSO_WM_SLIDE_BK_DARK_LIGHT" val="2"/>
  <p:tag name="KSO_WM_SLIDE_BACKGROUND_TYPE" val="leftRight"/>
</p:tagLst>
</file>

<file path=ppt/tags/tag10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2"/>
  <p:tag name="KSO_WM_UNIT_LAYERLEVEL" val="1"/>
  <p:tag name="KSO_WM_TAG_VERSION" val="1.0"/>
  <p:tag name="KSO_WM_BEAUTIFY_FLAG" val="#wm#"/>
  <p:tag name="KSO_WM_SLIDE_BACKGROUND_TYPE" val="leftRight"/>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055.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UNIT_TYPE" val="i"/>
</p:tagLst>
</file>

<file path=ppt/tags/tag1056.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我们是致力于研究AI智能创作PPT的一个团队;&#10;我们潜心钻研幻灯片的演示规律与创作思路，希望通过人工智能解放用户双手，不仅高效，且精准。…"/>
  <p:tag name="KSO_WM_UNIT_NOCLEAR" val="0"/>
  <p:tag name="KSO_WM_UNIT_HIGHLIGHT" val="0"/>
  <p:tag name="KSO_WM_UNIT_COMPATIBLE" val="0"/>
  <p:tag name="KSO_WM_UNIT_DIAGRAM_ISNUMVISUAL" val="0"/>
  <p:tag name="KSO_WM_UNIT_DIAGRAM_ISREFERUNIT" val="0"/>
  <p:tag name="KSO_WM_UNIT_TYPE" val="f"/>
  <p:tag name="KSO_WM_UNIT_INDEX" val="2"/>
  <p:tag name="KSO_WM_UNIT_ID" val="diagram20203405_1*f*2"/>
  <p:tag name="KSO_WM_TEMPLATE_CATEGORY" val="diagram"/>
  <p:tag name="KSO_WM_TEMPLATE_INDEX" val="20203405"/>
  <p:tag name="KSO_WM_UNIT_LAYERLEVEL" val="1"/>
  <p:tag name="KSO_WM_TAG_VERSION" val="1.0"/>
  <p:tag name="KSO_WM_BEAUTIFY_FLAG" val="#wm#"/>
  <p:tag name="KSO_WM_UNIT_VALUE" val="96"/>
  <p:tag name="KSO_WM_UNIT_DEFAULT_FONT" val="14;16;2"/>
  <p:tag name="KSO_WM_UNIT_BLOCK" val="0"/>
  <p:tag name="KSO_WM_UNIT_TEXT_FILL_FORE_SCHEMECOLOR_INDEX_BRIGHTNESS" val="0.25"/>
  <p:tag name="KSO_WM_UNIT_TEXT_FILL_FORE_SCHEMECOLOR_INDEX" val="13"/>
  <p:tag name="KSO_WM_UNIT_TEXT_FILL_TYPE" val="1"/>
</p:tagLst>
</file>

<file path=ppt/tags/tag10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3405_1*i*3"/>
  <p:tag name="KSO_WM_TEMPLATE_CATEGORY" val="diagram"/>
  <p:tag name="KSO_WM_TEMPLATE_INDEX" val="20203405"/>
  <p:tag name="KSO_WM_UNIT_LAYERLEVEL" val="1"/>
  <p:tag name="KSO_WM_TAG_VERSION" val="1.0"/>
  <p:tag name="KSO_WM_BEAUTIFY_FLAG" val="#wm#"/>
  <p:tag name="KSO_WM_UNIT_BLOCK" val="0"/>
  <p:tag name="KSO_WM_UNIT_SM_LIMIT_TYPE" val="1"/>
  <p:tag name="KSO_WM_UNIT_FILL_FORE_SCHEMECOLOR_INDEX_BRIGHTNESS" val="0"/>
  <p:tag name="KSO_WM_UNIT_FILL_FORE_SCHEMECOLOR_INDEX" val="5"/>
  <p:tag name="KSO_WM_UNIT_FILL_TYPE" val="1"/>
  <p:tag name="KSO_WM_UNIT_TEXT_FILL_TYPE" val="1"/>
</p:tagLst>
</file>

<file path=ppt/tags/tag1058.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i"/>
  <p:tag name="KSO_WM_UNIT_INDEX" val="5"/>
  <p:tag name="KSO_WM_UNIT_ID" val="diagram20203405_1*i*5"/>
  <p:tag name="KSO_WM_TEMPLATE_CATEGORY" val="diagram"/>
  <p:tag name="KSO_WM_TEMPLATE_INDEX" val="20203405"/>
  <p:tag name="KSO_WM_UNIT_LAYERLEVEL" val="1"/>
  <p:tag name="KSO_WM_TAG_VERSION" val="1.0"/>
  <p:tag name="KSO_WM_BEAUTIFY_FLAG" val="#wm#"/>
  <p:tag name="KSO_WM_UNIT_BLOCK" val="0"/>
  <p:tag name="KSO_WM_UNIT_SM_LIMIT_TYPE" val="1"/>
  <p:tag name="KSO_WM_UNIT_TEXT_FILL_FORE_SCHEMECOLOR_INDEX_BRIGHTNESS" val="0"/>
  <p:tag name="KSO_WM_UNIT_TEXT_FILL_FORE_SCHEMECOLOR_INDEX" val="14"/>
  <p:tag name="KSO_WM_UNIT_TEXT_FILL_TYPE" val="1"/>
</p:tagLst>
</file>

<file path=ppt/tags/tag10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3405_1*i*4"/>
  <p:tag name="KSO_WM_TEMPLATE_CATEGORY" val="diagram"/>
  <p:tag name="KSO_WM_TEMPLATE_INDEX" val="20203405"/>
  <p:tag name="KSO_WM_UNIT_LAYERLEVEL" val="1"/>
  <p:tag name="KSO_WM_TAG_VERSION" val="1.0"/>
  <p:tag name="KSO_WM_BEAUTIFY_FLAG" val="#wm#"/>
  <p:tag name="KSO_WM_UNIT_BLOCK" val="0"/>
  <p:tag name="KSO_WM_UNIT_SM_LIMIT_TYPE" val="1"/>
  <p:tag name="KSO_WM_UNIT_DECORATE_INFO" val="{&quot;DecorateInfoX&quot;:{&quot;IsLeft&quot;:true,&quot;IsRight&quot;:false,&quot;IsAbs&quot;:true},&quot;DecorateInfoY&quot;:{&quot;IsTop&quot;:true,&quot;IsBottom&quot;:false,&quot;IsAbs&quot;:true}}"/>
  <p:tag name="KSO_WM_UNIT_TEXT_FILL_FORE_SCHEMECOLOR_INDEX_BRIGHTNESS" val="0"/>
  <p:tag name="KSO_WM_UNIT_TEXT_FILL_FORE_SCHEMECOLOR_INDEX" val="5"/>
  <p:tag name="KSO_WM_UNIT_TEXT_FILL_TYPE" val="1"/>
</p:tagLst>
</file>

<file path=ppt/tags/tag10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3405_1*i*2"/>
  <p:tag name="KSO_WM_TEMPLATE_CATEGORY" val="diagram"/>
  <p:tag name="KSO_WM_TEMPLATE_INDEX" val="20203405"/>
  <p:tag name="KSO_WM_UNIT_LAYERLEVEL" val="1"/>
  <p:tag name="KSO_WM_TAG_VERSION" val="1.0"/>
  <p:tag name="KSO_WM_BEAUTIFY_FLAG" val="#wm#"/>
  <p:tag name="KSO_WM_UNIT_BLOCK" val="0"/>
  <p:tag name="KSO_WM_UNIT_SM_LIMIT_TYPE" val="2"/>
  <p:tag name="KSO_WM_UNIT_DECORATE_INFO" val="{&quot;DecorateInfoX&quot;:{&quot;IsLeft&quot;:true,&quot;IsRight&quot;:false,&quot;IsAbs&quot;:true},&quot;DecorateInfoY&quot;:{&quot;IsTop&quot;:false,&quot;IsBottom&quot;:true,&quot;IsAbs&quot;:true}}"/>
  <p:tag name="KSO_WM_UNIT_FILL_FORE_SCHEMECOLOR_INDEX_BRIGHTNESS" val="0"/>
  <p:tag name="KSO_WM_UNIT_FILL_FORE_SCHEMECOLOR_INDEX" val="16"/>
  <p:tag name="KSO_WM_UNIT_FILL_TYPE" val="1"/>
  <p:tag name="KSO_WM_UNIT_SHADOW_SCHEMECOLOR_INDEX_BRIGHTNESS" val="0.05"/>
  <p:tag name="KSO_WM_UNIT_SHADOW_SCHEMECOLOR_INDEX" val="13"/>
  <p:tag name="KSO_WM_UNIT_TEXT_FILL_TYPE" val="1"/>
</p:tagLst>
</file>

<file path=ppt/tags/tag1061.xml><?xml version="1.0" encoding="utf-8"?>
<p:tagLst xmlns:a="http://schemas.openxmlformats.org/drawingml/2006/main" xmlns:r="http://schemas.openxmlformats.org/officeDocument/2006/relationships" xmlns:p="http://schemas.openxmlformats.org/presentationml/2006/main">
  <p:tag name="KSO_WM_UNIT_VALUE" val="1021*1795"/>
  <p:tag name="KSO_WM_UNIT_HIGHLIGHT" val="0"/>
  <p:tag name="KSO_WM_UNIT_COMPATIBLE" val="0"/>
  <p:tag name="KSO_WM_UNIT_DIAGRAM_ISNUMVISUAL" val="0"/>
  <p:tag name="KSO_WM_UNIT_DIAGRAM_ISREFERUNIT" val="0"/>
  <p:tag name="KSO_WM_UNIT_TYPE" val="d"/>
  <p:tag name="KSO_WM_UNIT_INDEX" val="1"/>
  <p:tag name="KSO_WM_UNIT_ID" val="diagram20203405_1*d*1"/>
  <p:tag name="KSO_WM_TEMPLATE_CATEGORY" val="diagram"/>
  <p:tag name="KSO_WM_TEMPLATE_INDEX" val="20203405"/>
  <p:tag name="KSO_WM_UNIT_SUPPORT_UNIT_TYPE" val="[&quot;all&quot;]"/>
  <p:tag name="KSO_WM_UNIT_LAYERLEVEL" val="1"/>
  <p:tag name="KSO_WM_TAG_VERSION" val="1.0"/>
  <p:tag name="KSO_WM_BEAUTIFY_FLAG" val="#wm#"/>
  <p:tag name="KSO_WM_UNIT_BLOCK" val="0"/>
  <p:tag name="KSO_WM_UNIT_SM_LIMIT_TYPE" val="1"/>
  <p:tag name="KSO_WM_UNIT_PLACING_PICTURE_USER_VIEWPORT" val="{&quot;height&quot;:4344.0913385826771,&quot;width&quot;:7639.9732283464564}"/>
  <p:tag name="KSO_WM_UNIT_PLACING_PICTURE_USER_RELATIVERECTANGLE" val="{&quot;bottom&quot;:0.061609999999999998,&quot;left&quot;:0,&quot;right&quot;:0,&quot;top&quot;:0.061609999999999998}"/>
  <p:tag name="KSO_WM_UNIT_PLACING_PICTURE_COLLAGE_RELATIVERECTANGLE" val="{&quot;bottom&quot;:0.061609999999999984,&quot;left&quot;:0,&quot;right&quot;:0,&quot;top&quot;:0.061609999999999984}"/>
  <p:tag name="KSO_WM_UNIT_PLACING_PICTURE_COLLAGE_VIEWPORT" val="{&quot;height&quot;:5792.12125984252,&quot;width&quot;:10186.629921259842}"/>
  <p:tag name="KSO_WM_UNIT_PLACING_PICTURE_INFO" val="{&quot;code&quot;:&quot;[1]&quot;,&quot;full_picture&quot;:false,&quot;last_crop_picture&quot;:&quot;[1]&quot;,&quot;scheme&quot;:&quot;1-1&quot;,&quot;spacing&quot;:5}"/>
  <p:tag name="KSO_WM_UNIT_PLACING_PICTURE" val="145446.839"/>
  <p:tag name="REFSHAPE" val="915601476"/>
</p:tagLst>
</file>

<file path=ppt/tags/tag1062.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点击此处添加大标题"/>
  <p:tag name="KSO_WM_UNIT_NOCLEAR" val="0"/>
  <p:tag name="KSO_WM_UNIT_VALUE" val="16"/>
  <p:tag name="KSO_WM_UNIT_HIGHLIGHT" val="0"/>
  <p:tag name="KSO_WM_UNIT_COMPATIBLE" val="0"/>
  <p:tag name="KSO_WM_UNIT_DIAGRAM_ISNUMVISUAL" val="0"/>
  <p:tag name="KSO_WM_UNIT_DIAGRAM_ISREFERUNIT" val="0"/>
  <p:tag name="KSO_WM_UNIT_TYPE" val="a"/>
  <p:tag name="KSO_WM_UNIT_INDEX" val="1"/>
  <p:tag name="KSO_WM_UNIT_ID" val="diagram20203405_1*a*1"/>
  <p:tag name="KSO_WM_TEMPLATE_CATEGORY" val="diagram"/>
  <p:tag name="KSO_WM_TEMPLATE_INDEX" val="20203405"/>
  <p:tag name="KSO_WM_UNIT_LAYERLEVEL" val="1"/>
  <p:tag name="KSO_WM_TAG_VERSION" val="1.0"/>
  <p:tag name="KSO_WM_BEAUTIFY_FLAG" val="#wm#"/>
  <p:tag name="KSO_WM_UNIT_DEFAULT_FONT" val="36;44;4"/>
  <p:tag name="KSO_WM_UNIT_BLOCK" val="0"/>
  <p:tag name="KSO_WM_UNIT_TEXT_FILL_FORE_SCHEMECOLOR_INDEX_BRIGHTNESS" val="0"/>
  <p:tag name="KSO_WM_UNIT_TEXT_FILL_FORE_SCHEMECOLOR_INDEX" val="14"/>
  <p:tag name="KSO_WM_UNIT_TEXT_FILL_TYPE" val="1"/>
</p:tagLst>
</file>

<file path=ppt/tags/tag1063.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此处输入你的正文，文字是您思想的提炼，为了最终演示发布的良好效果…"/>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3405_1*f*1"/>
  <p:tag name="KSO_WM_TEMPLATE_CATEGORY" val="diagram"/>
  <p:tag name="KSO_WM_TEMPLATE_INDEX" val="20203405"/>
  <p:tag name="KSO_WM_UNIT_LAYERLEVEL" val="1"/>
  <p:tag name="KSO_WM_TAG_VERSION" val="1.0"/>
  <p:tag name="KSO_WM_BEAUTIFY_FLAG" val="#wm#"/>
  <p:tag name="KSO_WM_UNIT_VALUE" val="60"/>
  <p:tag name="KSO_WM_UNIT_DEFAULT_FONT" val="14;16;2"/>
  <p:tag name="KSO_WM_UNIT_BLOCK" val="0"/>
  <p:tag name="KSO_WM_UNIT_TEXT_FILL_FORE_SCHEMECOLOR_INDEX_BRIGHTNESS" val="-0.05"/>
  <p:tag name="KSO_WM_UNIT_TEXT_FILL_FORE_SCHEMECOLOR_INDEX" val="14"/>
  <p:tag name="KSO_WM_UNIT_TEXT_FILL_TYPE" val="1"/>
</p:tagLst>
</file>

<file path=ppt/tags/tag1064.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65.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6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0481"/>
  <p:tag name="KSO_WM_SLIDE_ID" val="diagram20200481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841*391"/>
  <p:tag name="KSO_WM_SLIDE_POSITION" val="41*74"/>
  <p:tag name="KSO_WM_TAG_VERSION" val="1.0"/>
  <p:tag name="KSO_WM_SLIDE_LAYOUT" val="a_f"/>
  <p:tag name="KSO_WM_SLIDE_LAYOUT_CNT" val="1_1"/>
  <p:tag name="KSO_WM_SLIDE_BK_DARK_LIGHT" val="2"/>
  <p:tag name="KSO_WM_SLIDE_BACKGROUND_TYPE" val="general"/>
</p:tagLst>
</file>

<file path=ppt/tags/tag1067.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70"/>
  <p:tag name="KSO_WM_UNIT_HIGHLIGHT" val="0"/>
  <p:tag name="KSO_WM_UNIT_COMPATIBLE" val="0"/>
  <p:tag name="KSO_WM_UNIT_DIAGRAM_ISNUMVISUAL" val="0"/>
  <p:tag name="KSO_WM_UNIT_DIAGRAM_ISREFERUNIT" val="0"/>
  <p:tag name="KSO_WM_UNIT_TYPE" val="f"/>
  <p:tag name="KSO_WM_UNIT_INDEX" val="1"/>
  <p:tag name="KSO_WM_UNIT_ID" val="diagram20200481_1*f*1"/>
  <p:tag name="KSO_WM_TEMPLATE_CATEGORY" val="diagram"/>
  <p:tag name="KSO_WM_TEMPLATE_INDEX" val="20200481"/>
  <p:tag name="KSO_WM_UNIT_LAYERLEVEL" val="1"/>
  <p:tag name="KSO_WM_TAG_VERSION" val="1.0"/>
  <p:tag name="KSO_WM_BEAUTIFY_FLAG" val="#wm#"/>
  <p:tag name="KSO_WM_UNIT_PRESET_TEXT" val="户外拓展训练通常利用崇山峻岭、翰海大川等自然环境，通过精心设计的活动达到“磨练意志、陶冶情操、完善人格、熔炼团队”的拓展培训目的。"/>
  <p:tag name="KSO_WM_UNIT_TEXT_FILL_FORE_SCHEMECOLOR_INDEX_BRIGHTNESS" val="0.25"/>
  <p:tag name="KSO_WM_UNIT_TEXT_FILL_FORE_SCHEMECOLOR_INDEX" val="13"/>
  <p:tag name="KSO_WM_UNIT_TEXT_FILL_TYPE" val="1"/>
</p:tagLst>
</file>

<file path=ppt/tags/tag1068.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diagram20200481_1*a*1"/>
  <p:tag name="KSO_WM_TEMPLATE_CATEGORY" val="diagram"/>
  <p:tag name="KSO_WM_TEMPLATE_INDEX" val="20200481"/>
  <p:tag name="KSO_WM_UNIT_LAYERLEVEL" val="1"/>
  <p:tag name="KSO_WM_TAG_VERSION" val="1.0"/>
  <p:tag name="KSO_WM_BEAUTIFY_FLAG" val="#wm#"/>
  <p:tag name="KSO_WM_UNIT_PRESET_TEXT" val="户外拓展&#10;训练目的"/>
  <p:tag name="KSO_WM_UNIT_TEXT_FILL_FORE_SCHEMECOLOR_INDEX_BRIGHTNESS" val="0.25"/>
  <p:tag name="KSO_WM_UNIT_TEXT_FILL_FORE_SCHEMECOLOR_INDEX" val="13"/>
  <p:tag name="KSO_WM_UNIT_TEXT_FILL_TYPE" val="1"/>
</p:tagLst>
</file>

<file path=ppt/tags/tag10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0481_1*i*2"/>
  <p:tag name="KSO_WM_TEMPLATE_CATEGORY" val="diagram"/>
  <p:tag name="KSO_WM_TEMPLATE_INDEX" val="20200481"/>
  <p:tag name="KSO_WM_UNIT_LAYERLEVEL" val="1"/>
  <p:tag name="KSO_WM_TAG_VERSION" val="1.0"/>
  <p:tag name="KSO_WM_BEAUTIFY_FLAG" val="#wm#"/>
  <p:tag name="KSO_WM_UNIT_TYPE" val="i"/>
  <p:tag name="KSO_WM_UNIT_INDEX"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0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0481_1*i*3"/>
  <p:tag name="KSO_WM_TEMPLATE_CATEGORY" val="diagram"/>
  <p:tag name="KSO_WM_TEMPLATE_INDEX" val="20200481"/>
  <p:tag name="KSO_WM_UNIT_LAYERLEVEL" val="1"/>
  <p:tag name="KSO_WM_TAG_VERSION" val="1.0"/>
  <p:tag name="KSO_WM_BEAUTIFY_FLAG" val="#wm#"/>
  <p:tag name="KSO_WM_UNIT_TYPE" val="i"/>
  <p:tag name="KSO_WM_UNIT_INDEX" val="3"/>
  <p:tag name="KSO_WM_UNIT_LINE_FORE_SCHEMECOLOR_INDEX_BRIGHTNESS" val="-0.15"/>
  <p:tag name="KSO_WM_UNIT_LINE_FORE_SCHEMECOLOR_INDEX" val="14"/>
  <p:tag name="KSO_WM_UNIT_LINE_FILL_TYPE" val="2"/>
  <p:tag name="KSO_WM_UNIT_TEXT_FILL_FORE_SCHEMECOLOR_INDEX_BRIGHTNESS" val="0"/>
  <p:tag name="KSO_WM_UNIT_TEXT_FILL_FORE_SCHEMECOLOR_INDEX" val="2"/>
  <p:tag name="KSO_WM_UNIT_TEXT_FILL_TYPE" val="1"/>
</p:tagLst>
</file>

<file path=ppt/tags/tag107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2092"/>
  <p:tag name="KSO_WM_SLIDE_ID" val="diagram20202092_1"/>
  <p:tag name="KSO_WM_TEMPLATE_SUBCATEGORY" val="11"/>
  <p:tag name="KSO_WM_SLIDE_ITEM_CNT" val="0"/>
  <p:tag name="KSO_WM_SLIDE_INDEX" val="1"/>
  <p:tag name="KSO_WM_TAG_VERSION" val="1.0"/>
  <p:tag name="KSO_WM_SLIDE_LAYOUT" val="a_d_i"/>
  <p:tag name="KSO_WM_SLIDE_LAYOUT_CNT" val="1_1_1"/>
  <p:tag name="KSO_WM_SLIDE_TYPE" val="text"/>
  <p:tag name="KSO_WM_SLIDE_SUBTYPE" val="picTxt"/>
  <p:tag name="KSO_WM_SLIDE_SIZE" val="960*520"/>
  <p:tag name="KSO_WM_SLIDE_POSITION" val="0*20"/>
  <p:tag name="KSO_WM_TEMPLATE_MASTER_TYPE" val="0"/>
  <p:tag name="KSO_WM_TEMPLATE_COLOR_TYPE" val="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horizontalAlign&quot;: 1,&#10;    &quot;id&quot;: &quot;2020-03-30T13:39:24&quot;,&#10;    &quot;maxSize&quot;: {&#10;        &quot;size1&quot;: 32.100000000000001&#10;    },&#10;    &quot;minSize&quot;: {&#10;        &quot;size1&quot;: 22.399999999999999&#10;    },&#10;    &quot;normalSize&quot;: {&#10;        &quot;size1&quot;: 22.399999999999999&#10;    },&#10;    &quot;subLayout&quot;: [&#10;        {&#10;            &quot;id&quot;: &quot;2020-03-30T13:39:24&quot;,&#10;            &quot;margin&quot;: {&#10;                &quot;bottom&quot;: 0.80299997329711914,&#10;                &quot;left&quot;: 1.690000057220459,&#10;                &quot;right&quot;: 1.690000057220459,&#10;                &quot;top&quot;: 1.690000057220459&#10;            },&#10;            &quot;type&quot;: 0&#10;        },&#10;        {&#10;            &quot;backgroundInfo&quot;: [&#10;                {&#10;                    &quot;bottom&quot;: 0,&#10;                    &quot;bottomAbs&quot;: false,&#10;                    &quot;left&quot;: 0,&#10;                    &quot;leftAbs&quot;: false,&#10;                    &quot;right&quot;: 0,&#10;                    &quot;rightAbs&quot;: false,&#10;                    &quot;top&quot;: 0.15544898800000001,&#10;                    &quot;topAbs&quot;: false,&#10;                    &quot;type&quot;: &quot;bottomTop&quot;&#10;                }&#10;            ],&#10;            &quot;id&quot;: &quot;2020-03-30T13:39:24&quot;,&#10;            &quot;margin&quot;: {&#10;                &quot;bottom&quot;: 2.3299999237060547,&#10;                &quot;left&quot;: 2.3299999237060547,&#10;                &quot;right&quot;: 2.3299999237060547,&#10;                &quot;top&quot;: 0.026000002399086952&#10;            },&#10;            &quot;type&quot;: 1&#10;        }&#10;    ],&#10;    &quot;type&quot;: 1,&#10;    &quot;verticalAlign&quot;: 1&#10;}&#10;"/>
  <p:tag name="KSO_WM_SLIDE_CAN_ADD_NAVIGATION" val="1"/>
  <p:tag name="KSO_WM_SLIDE_BACKGROUND" val="[&quot;general&quot;,&quot;frame&quot;,&quot;bottomTop&quot;]"/>
  <p:tag name="KSO_WM_SLIDE_RATIO" val="1.777778"/>
  <p:tag name="KSO_WM_SLIDE_BK_DARK_LIGHT" val="2"/>
  <p:tag name="KSO_WM_SLIDE_BACKGROUND_TYPE" val="bottomTop"/>
</p:tagLst>
</file>

<file path=ppt/tags/tag1072.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UNIT_TYPE" val="i"/>
</p:tagLst>
</file>

<file path=ppt/tags/tag10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 name="KSO_WM_SLIDE_BACKGROUND_TYPE" val="bottomTop"/>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0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202092_1*i*7"/>
  <p:tag name="KSO_WM_TEMPLATE_CATEGORY" val="diagram"/>
  <p:tag name="KSO_WM_TEMPLATE_INDEX" val="20202092"/>
  <p:tag name="KSO_WM_UNIT_LAYERLEVEL" val="1"/>
  <p:tag name="KSO_WM_TAG_VERSION" val="1.0"/>
  <p:tag name="KSO_WM_BEAUTIFY_FLAG" val="#wm#"/>
  <p:tag name="KSO_WM_UNIT_BLOCK" val="0"/>
  <p:tag name="KSO_WM_UNIT_SM_LIMIT_TYPE" val="2"/>
  <p:tag name="KSO_WM_UNIT_DECORATE_INFO" val="{&quot;DecorateInfoX&quot;:{&quot;IsLeft&quot;:true,&quot;IsRight&quot;:false,&quot;IsAbs&quot;:true},&quot;DecorateInfoY&quot;:{&quot;IsTop&quot;:true,&quot;IsBottom&quot;:false,&quot;IsAbs&quot;:true}}"/>
  <p:tag name="KSO_WM_UNIT_PLACING_PICTURE_MD4" val="0"/>
  <p:tag name="KSO_WM_UNIT_FILL_FORE_SCHEMECOLOR_INDEX_BRIGHTNESS" val="0"/>
  <p:tag name="KSO_WM_UNIT_FILL_FORE_SCHEMECOLOR_INDEX" val="14"/>
  <p:tag name="KSO_WM_UNIT_FILL_TYPE" val="1"/>
  <p:tag name="KSO_WM_UNIT_SHADOW_SCHEMECOLOR_INDEX_BRIGHTNESS" val="0.05"/>
  <p:tag name="KSO_WM_UNIT_SHADOW_SCHEMECOLOR_INDEX" val="13"/>
  <p:tag name="KSO_WM_UNIT_TEXT_FILL_FORE_SCHEMECOLOR_INDEX_BRIGHTNESS" val="0"/>
  <p:tag name="KSO_WM_UNIT_TEXT_FILL_FORE_SCHEMECOLOR_INDEX" val="14"/>
  <p:tag name="KSO_WM_UNIT_TEXT_FILL_TYPE" val="1"/>
</p:tagLst>
</file>

<file path=ppt/tags/tag10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790_2*l_h_i*1_1_1"/>
  <p:tag name="KSO_WM_TEMPLATE_CATEGORY" val="diagram"/>
  <p:tag name="KSO_WM_TEMPLATE_INDEX" val="790"/>
  <p:tag name="KSO_WM_UNIT_LAYERLEVEL" val="1_1_1"/>
  <p:tag name="KSO_WM_TAG_VERSION" val="1.0"/>
  <p:tag name="KSO_WM_BEAUTIFY_FLAG" val="#wm#"/>
  <p:tag name="KSO_WM_UNIT_FILL_FORE_SCHEMECOLOR_INDEX" val="14"/>
  <p:tag name="KSO_WM_UNIT_FILL_TYPE" val="1"/>
  <p:tag name="KSO_WM_UNIT_TEXT_FILL_FORE_SCHEMECOLOR_INDEX" val="5"/>
  <p:tag name="KSO_WM_UNIT_TEXT_FILL_TYPE" val="1"/>
  <p:tag name="KSO_WM_UNIT_USESOURCEFORMAT_APPLY" val="1"/>
</p:tagLst>
</file>

<file path=ppt/tags/tag10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790_2*l_h_i*1_1_2"/>
  <p:tag name="KSO_WM_TEMPLATE_CATEGORY" val="diagram"/>
  <p:tag name="KSO_WM_TEMPLATE_INDEX" val="790"/>
  <p:tag name="KSO_WM_UNIT_LAYERLEVEL" val="1_1_1"/>
  <p:tag name="KSO_WM_TAG_VERSION" val="1.0"/>
  <p:tag name="KSO_WM_BEAUTIFY_FLAG" val="#wm#"/>
  <p:tag name="KSO_WM_UNIT_FILL_FORE_SCHEMECOLOR_INDEX" val="5"/>
  <p:tag name="KSO_WM_UNIT_FILL_TYPE" val="1"/>
  <p:tag name="KSO_WM_UNIT_TEXT_FILL_FORE_SCHEMECOLOR_INDEX" val="14"/>
  <p:tag name="KSO_WM_UNIT_TEXT_FILL_TYPE" val="1"/>
  <p:tag name="KSO_WM_UNIT_USESOURCEFORMAT_APPLY" val="1"/>
</p:tagLst>
</file>

<file path=ppt/tags/tag1077.xml><?xml version="1.0" encoding="utf-8"?>
<p:tagLst xmlns:a="http://schemas.openxmlformats.org/drawingml/2006/main" xmlns:r="http://schemas.openxmlformats.org/officeDocument/2006/relationships" xmlns:p="http://schemas.openxmlformats.org/presentationml/2006/main">
  <p:tag name="KSO_WM_UNIT_NOCLEAR" val="0"/>
  <p:tag name="KSO_WM_UNIT_VALUE" val="42"/>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790_2*l_h_f*1_1_1"/>
  <p:tag name="KSO_WM_TEMPLATE_CATEGORY" val="diagram"/>
  <p:tag name="KSO_WM_TEMPLATE_INDEX" val="790"/>
  <p:tag name="KSO_WM_UNIT_LAYERLEVEL" val="1_1_1"/>
  <p:tag name="KSO_WM_TAG_VERSION" val="1.0"/>
  <p:tag name="KSO_WM_BEAUTIFY_FLAG" val="#wm#"/>
  <p:tag name="KSO_WM_UNIT_PRESET_TEXT" val="单击此处添加文本具体内容"/>
  <p:tag name="KSO_WM_UNIT_TEXT_FILL_FORE_SCHEMECOLOR_INDEX" val="14"/>
  <p:tag name="KSO_WM_UNIT_TEXT_FILL_TYPE" val="1"/>
  <p:tag name="KSO_WM_UNIT_USESOURCEFORMAT_APPLY" val="1"/>
</p:tagLst>
</file>

<file path=ppt/tags/tag10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790_2*l_h_i*1_2_1"/>
  <p:tag name="KSO_WM_TEMPLATE_CATEGORY" val="diagram"/>
  <p:tag name="KSO_WM_TEMPLATE_INDEX" val="790"/>
  <p:tag name="KSO_WM_UNIT_LAYERLEVEL" val="1_1_1"/>
  <p:tag name="KSO_WM_TAG_VERSION" val="1.0"/>
  <p:tag name="KSO_WM_BEAUTIFY_FLAG" val="#wm#"/>
  <p:tag name="KSO_WM_UNIT_FILL_FORE_SCHEMECOLOR_INDEX" val="14"/>
  <p:tag name="KSO_WM_UNIT_FILL_TYPE" val="1"/>
  <p:tag name="KSO_WM_UNIT_TEXT_FILL_FORE_SCHEMECOLOR_INDEX" val="6"/>
  <p:tag name="KSO_WM_UNIT_TEXT_FILL_TYPE" val="1"/>
  <p:tag name="KSO_WM_UNIT_USESOURCEFORMAT_APPLY" val="1"/>
</p:tagLst>
</file>

<file path=ppt/tags/tag10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790_2*l_h_i*1_2_2"/>
  <p:tag name="KSO_WM_TEMPLATE_CATEGORY" val="diagram"/>
  <p:tag name="KSO_WM_TEMPLATE_INDEX" val="790"/>
  <p:tag name="KSO_WM_UNIT_LAYERLEVEL" val="1_1_1"/>
  <p:tag name="KSO_WM_TAG_VERSION" val="1.0"/>
  <p:tag name="KSO_WM_BEAUTIFY_FLAG" val="#wm#"/>
  <p:tag name="KSO_WM_UNIT_FILL_FORE_SCHEMECOLOR_INDEX" val="6"/>
  <p:tag name="KSO_WM_UNIT_FILL_TYPE" val="1"/>
  <p:tag name="KSO_WM_UNIT_TEXT_FILL_FORE_SCHEMECOLOR_INDEX" val="14"/>
  <p:tag name="KSO_WM_UNIT_TEXT_FILL_TYPE" val="1"/>
  <p:tag name="KSO_WM_UNIT_USESOURCEFORMAT_APPLY" val="1"/>
</p:tagLst>
</file>

<file path=ppt/tags/tag1080.xml><?xml version="1.0" encoding="utf-8"?>
<p:tagLst xmlns:a="http://schemas.openxmlformats.org/drawingml/2006/main" xmlns:r="http://schemas.openxmlformats.org/officeDocument/2006/relationships" xmlns:p="http://schemas.openxmlformats.org/presentationml/2006/main">
  <p:tag name="KSO_WM_UNIT_NOCLEAR" val="0"/>
  <p:tag name="KSO_WM_UNIT_VALUE" val="42"/>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790_2*l_h_f*1_2_1"/>
  <p:tag name="KSO_WM_TEMPLATE_CATEGORY" val="diagram"/>
  <p:tag name="KSO_WM_TEMPLATE_INDEX" val="790"/>
  <p:tag name="KSO_WM_UNIT_LAYERLEVEL" val="1_1_1"/>
  <p:tag name="KSO_WM_TAG_VERSION" val="1.0"/>
  <p:tag name="KSO_WM_BEAUTIFY_FLAG" val="#wm#"/>
  <p:tag name="KSO_WM_UNIT_PRESET_TEXT" val="单击此处添加文本具体内容"/>
  <p:tag name="KSO_WM_UNIT_TEXT_FILL_FORE_SCHEMECOLOR_INDEX" val="14"/>
  <p:tag name="KSO_WM_UNIT_TEXT_FILL_TYPE" val="1"/>
  <p:tag name="KSO_WM_UNIT_USESOURCEFORMAT_APPLY" val="1"/>
</p:tagLst>
</file>

<file path=ppt/tags/tag10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790_2*l_h_i*1_3_1"/>
  <p:tag name="KSO_WM_TEMPLATE_CATEGORY" val="diagram"/>
  <p:tag name="KSO_WM_TEMPLATE_INDEX" val="790"/>
  <p:tag name="KSO_WM_UNIT_LAYERLEVEL" val="1_1_1"/>
  <p:tag name="KSO_WM_TAG_VERSION" val="1.0"/>
  <p:tag name="KSO_WM_BEAUTIFY_FLAG" val="#wm#"/>
  <p:tag name="KSO_WM_UNIT_FILL_FORE_SCHEMECOLOR_INDEX" val="14"/>
  <p:tag name="KSO_WM_UNIT_FILL_TYPE" val="1"/>
  <p:tag name="KSO_WM_UNIT_TEXT_FILL_FORE_SCHEMECOLOR_INDEX" val="7"/>
  <p:tag name="KSO_WM_UNIT_TEXT_FILL_TYPE" val="1"/>
  <p:tag name="KSO_WM_UNIT_USESOURCEFORMAT_APPLY" val="1"/>
</p:tagLst>
</file>

<file path=ppt/tags/tag10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790_2*l_h_i*1_3_2"/>
  <p:tag name="KSO_WM_TEMPLATE_CATEGORY" val="diagram"/>
  <p:tag name="KSO_WM_TEMPLATE_INDEX" val="790"/>
  <p:tag name="KSO_WM_UNIT_LAYERLEVEL" val="1_1_1"/>
  <p:tag name="KSO_WM_TAG_VERSION" val="1.0"/>
  <p:tag name="KSO_WM_BEAUTIFY_FLAG" val="#wm#"/>
  <p:tag name="KSO_WM_UNIT_FILL_FORE_SCHEMECOLOR_INDEX" val="7"/>
  <p:tag name="KSO_WM_UNIT_FILL_TYPE" val="1"/>
  <p:tag name="KSO_WM_UNIT_TEXT_FILL_FORE_SCHEMECOLOR_INDEX" val="14"/>
  <p:tag name="KSO_WM_UNIT_TEXT_FILL_TYPE" val="1"/>
  <p:tag name="KSO_WM_UNIT_USESOURCEFORMAT_APPLY" val="1"/>
</p:tagLst>
</file>

<file path=ppt/tags/tag1083.xml><?xml version="1.0" encoding="utf-8"?>
<p:tagLst xmlns:a="http://schemas.openxmlformats.org/drawingml/2006/main" xmlns:r="http://schemas.openxmlformats.org/officeDocument/2006/relationships" xmlns:p="http://schemas.openxmlformats.org/presentationml/2006/main">
  <p:tag name="KSO_WM_UNIT_NOCLEAR" val="0"/>
  <p:tag name="KSO_WM_UNIT_VALUE" val="42"/>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790_2*l_h_f*1_3_1"/>
  <p:tag name="KSO_WM_TEMPLATE_CATEGORY" val="diagram"/>
  <p:tag name="KSO_WM_TEMPLATE_INDEX" val="790"/>
  <p:tag name="KSO_WM_UNIT_LAYERLEVEL" val="1_1_1"/>
  <p:tag name="KSO_WM_TAG_VERSION" val="1.0"/>
  <p:tag name="KSO_WM_BEAUTIFY_FLAG" val="#wm#"/>
  <p:tag name="KSO_WM_UNIT_PRESET_TEXT" val="单击此处添加文本具体内容"/>
  <p:tag name="KSO_WM_UNIT_TEXT_FILL_FORE_SCHEMECOLOR_INDEX" val="14"/>
  <p:tag name="KSO_WM_UNIT_TEXT_FILL_TYPE" val="1"/>
  <p:tag name="KSO_WM_UNIT_USESOURCEFORMAT_APPLY" val="1"/>
</p:tagLst>
</file>

<file path=ppt/tags/tag10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790_2*l_h_i*1_3_1"/>
  <p:tag name="KSO_WM_TEMPLATE_CATEGORY" val="diagram"/>
  <p:tag name="KSO_WM_TEMPLATE_INDEX" val="790"/>
  <p:tag name="KSO_WM_UNIT_LAYERLEVEL" val="1_1_1"/>
  <p:tag name="KSO_WM_TAG_VERSION" val="1.0"/>
  <p:tag name="KSO_WM_BEAUTIFY_FLAG" val="#wm#"/>
  <p:tag name="KSO_WM_UNIT_TEXT_FILL_FORE_SCHEMECOLOR_INDEX" val="7"/>
  <p:tag name="KSO_WM_UNIT_TEXT_FILL_TYPE" val="1"/>
  <p:tag name="KSO_WM_UNIT_USESOURCEFORMAT_APPLY" val="1"/>
</p:tagLst>
</file>

<file path=ppt/tags/tag10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790_2*l_h_i*1_1_1"/>
  <p:tag name="KSO_WM_TEMPLATE_CATEGORY" val="diagram"/>
  <p:tag name="KSO_WM_TEMPLATE_INDEX" val="790"/>
  <p:tag name="KSO_WM_UNIT_LAYERLEVEL" val="1_1_1"/>
  <p:tag name="KSO_WM_TAG_VERSION" val="1.0"/>
  <p:tag name="KSO_WM_BEAUTIFY_FLAG" val="#wm#"/>
  <p:tag name="KSO_WM_UNIT_TEXT_FILL_FORE_SCHEMECOLOR_INDEX" val="5"/>
  <p:tag name="KSO_WM_UNIT_TEXT_FILL_TYPE" val="1"/>
  <p:tag name="KSO_WM_UNIT_USESOURCEFORMAT_APPLY" val="1"/>
</p:tagLst>
</file>

<file path=ppt/tags/tag10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790_2*l_h_i*1_2_1"/>
  <p:tag name="KSO_WM_TEMPLATE_CATEGORY" val="diagram"/>
  <p:tag name="KSO_WM_TEMPLATE_INDEX" val="790"/>
  <p:tag name="KSO_WM_UNIT_LAYERLEVEL" val="1_1_1"/>
  <p:tag name="KSO_WM_TAG_VERSION" val="1.0"/>
  <p:tag name="KSO_WM_BEAUTIFY_FLAG" val="#wm#"/>
  <p:tag name="KSO_WM_UNIT_TEXT_FILL_FORE_SCHEMECOLOR_INDEX" val="6"/>
  <p:tag name="KSO_WM_UNIT_TEXT_FILL_TYPE" val="1"/>
  <p:tag name="KSO_WM_UNIT_USESOURCEFORMAT_APPLY" val="1"/>
</p:tagLst>
</file>

<file path=ppt/tags/tag1087.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点击输入大标题"/>
  <p:tag name="KSO_WM_UNIT_NOCLEAR" val="0"/>
  <p:tag name="KSO_WM_UNIT_VALUE" val="13"/>
  <p:tag name="KSO_WM_UNIT_HIGHLIGHT" val="0"/>
  <p:tag name="KSO_WM_UNIT_COMPATIBLE" val="0"/>
  <p:tag name="KSO_WM_UNIT_DIAGRAM_ISNUMVISUAL" val="0"/>
  <p:tag name="KSO_WM_UNIT_DIAGRAM_ISREFERUNIT" val="0"/>
  <p:tag name="KSO_WM_UNIT_TYPE" val="a"/>
  <p:tag name="KSO_WM_UNIT_INDEX" val="1"/>
  <p:tag name="KSO_WM_UNIT_ID" val="diagram20202092_1*a*1"/>
  <p:tag name="KSO_WM_TEMPLATE_CATEGORY" val="diagram"/>
  <p:tag name="KSO_WM_TEMPLATE_INDEX" val="20202092"/>
  <p:tag name="KSO_WM_UNIT_LAYERLEVEL" val="1"/>
  <p:tag name="KSO_WM_TAG_VERSION" val="1.0"/>
  <p:tag name="KSO_WM_BEAUTIFY_FLAG" val="#wm#"/>
  <p:tag name="KSO_WM_UNIT_DEFAULT_FONT" val="32;40;4"/>
  <p:tag name="KSO_WM_UNIT_BLOCK" val="0"/>
  <p:tag name="KSO_WM_UNIT_ISNUMDGMTITLE" val="0"/>
  <p:tag name="KSO_WM_UNIT_PLACING_PICTURE_MD4" val="0"/>
  <p:tag name="KSO_WM_UNIT_SMARTLAYOUT_COMPRESS_INFO" val="{&#10;    &quot;id&quot;: &quot;2020-03-30T13:39:24&quot;,&#10;    &quot;max&quot;: 0,&#10;    &quot;topChanged&quot;: 0&#10;}&#10;"/>
  <p:tag name="KSO_WM_UNIT_TEXT_FILL_FORE_SCHEMECOLOR_INDEX_BRIGHTNESS" val="0.25"/>
  <p:tag name="KSO_WM_UNIT_TEXT_FILL_FORE_SCHEMECOLOR_INDEX" val="13"/>
  <p:tag name="KSO_WM_UNIT_TEXT_FILL_TYPE" val="1"/>
</p:tagLst>
</file>

<file path=ppt/tags/tag10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2092_1*i*5"/>
  <p:tag name="KSO_WM_TEMPLATE_CATEGORY" val="diagram"/>
  <p:tag name="KSO_WM_TEMPLATE_INDEX" val="20202092"/>
  <p:tag name="KSO_WM_UNIT_LAYERLEVEL" val="1"/>
  <p:tag name="KSO_WM_TAG_VERSION" val="1.0"/>
  <p:tag name="KSO_WM_BEAUTIFY_FLAG" val="#wm#"/>
  <p:tag name="KSO_WM_UNIT_SM_LIMIT_TYPE" val="1"/>
  <p:tag name="KSO_WM_UNIT_PLACING_PICTURE_MD4" val="0"/>
  <p:tag name="KSO_WM_UNIT_LINE_FORE_SCHEMECOLOR_INDEX_BRIGHTNESS" val="0.25"/>
  <p:tag name="KSO_WM_UNIT_LINE_FORE_SCHEMECOLOR_INDEX" val="13"/>
  <p:tag name="KSO_WM_UNIT_LINE_FILL_TYPE" val="2"/>
</p:tagLst>
</file>

<file path=ppt/tags/tag10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202092_1*i*6"/>
  <p:tag name="KSO_WM_TEMPLATE_CATEGORY" val="diagram"/>
  <p:tag name="KSO_WM_TEMPLATE_INDEX" val="20202092"/>
  <p:tag name="KSO_WM_UNIT_LAYERLEVEL" val="1"/>
  <p:tag name="KSO_WM_TAG_VERSION" val="1.0"/>
  <p:tag name="KSO_WM_BEAUTIFY_FLAG" val="#wm#"/>
  <p:tag name="KSO_WM_UNIT_SM_LIMIT_TYPE" val="1"/>
  <p:tag name="KSO_WM_UNIT_PLACING_PICTURE_MD4" val="0"/>
  <p:tag name="KSO_WM_UNIT_LINE_FORE_SCHEMECOLOR_INDEX_BRIGHTNESS" val="0.25"/>
  <p:tag name="KSO_WM_UNIT_LINE_FORE_SCHEMECOLOR_INDEX" val="13"/>
  <p:tag name="KSO_WM_UNIT_LINE_FILL_TYPE" val="2"/>
</p:tagLst>
</file>

<file path=ppt/tags/tag10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2"/>
  <p:tag name="KSO_WM_UNIT_LAYERLEVEL" val="1"/>
  <p:tag name="KSO_WM_TAG_VERSION" val="1.0"/>
  <p:tag name="KSO_WM_BEAUTIFY_FLAG" val="#wm#"/>
  <p:tag name="KSO_WM_SLIDE_BACKGROUND_TYPE" val="bottomTop"/>
  <p:tag name="KSO_WM_SLIDE_BK_DARK_LIGHT" val="2"/>
  <p:tag name="KSO_WM_UNIT_TYPE" val="i"/>
  <p:tag name="KSO_WM_UNIT_INDEX" val="2"/>
  <p:tag name="KSO_WM_UNIT_FILL_TYPE" val="1"/>
  <p:tag name="KSO_WM_UNIT_TEXT_FILL_FORE_SCHEMECOLOR_INDEX_BRIGHTNESS" val="0"/>
  <p:tag name="KSO_WM_UNIT_TEXT_FILL_FORE_SCHEMECOLOR_INDEX" val="13"/>
  <p:tag name="KSO_WM_UNIT_TEXT_FILL_TYPE" val="1"/>
</p:tagLst>
</file>

<file path=ppt/tags/tag10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3"/>
  <p:tag name="KSO_WM_UNIT_LAYERLEVEL" val="1"/>
  <p:tag name="KSO_WM_TAG_VERSION" val="1.0"/>
  <p:tag name="KSO_WM_BEAUTIFY_FLAG" val="#wm#"/>
  <p:tag name="KSO_WM_SLIDE_BACKGROUND_TYPE" val="bottomTop"/>
  <p:tag name="KSO_WM_SLIDE_BK_DARK_LIGHT" val="2"/>
  <p:tag name="KSO_WM_UNIT_TYPE" val="i"/>
  <p:tag name="KSO_WM_UNIT_INDEX" val="3"/>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0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5"/>
  <p:tag name="KSO_WM_UNIT_LAYERLEVEL" val="1"/>
  <p:tag name="KSO_WM_TAG_VERSION" val="1.0"/>
  <p:tag name="KSO_WM_BEAUTIFY_FLAG" val="#wm#"/>
  <p:tag name="KSO_WM_SLIDE_BACKGROUND_TYPE" val="bottomTop"/>
  <p:tag name="KSO_WM_SLIDE_BK_DARK_LIGHT" val="2"/>
  <p:tag name="KSO_WM_UNIT_TYPE" val="i"/>
  <p:tag name="KSO_WM_UNIT_INDEX" val="5"/>
  <p:tag name="KSO_WM_UNIT_FILL_TYPE" val="1"/>
  <p:tag name="KSO_WM_UNIT_TEXT_FILL_FORE_SCHEMECOLOR_INDEX_BRIGHTNESS" val="0"/>
  <p:tag name="KSO_WM_UNIT_TEXT_FILL_FORE_SCHEMECOLOR_INDEX" val="13"/>
  <p:tag name="KSO_WM_UNIT_TEXT_FILL_TYPE" val="1"/>
</p:tagLst>
</file>

<file path=ppt/tags/tag10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4"/>
  <p:tag name="KSO_WM_UNIT_LAYERLEVEL" val="1"/>
  <p:tag name="KSO_WM_TAG_VERSION" val="1.0"/>
  <p:tag name="KSO_WM_BEAUTIFY_FLAG" val="#wm#"/>
  <p:tag name="KSO_WM_SLIDE_BACKGROUND_TYPE" val="bottomTop"/>
  <p:tag name="KSO_WM_SLIDE_BK_DARK_LIGHT" val="2"/>
  <p:tag name="KSO_WM_UNIT_TYPE" val="i"/>
  <p:tag name="KSO_WM_UNIT_INDEX" val="4"/>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0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6"/>
  <p:tag name="KSO_WM_UNIT_LAYERLEVEL" val="1"/>
  <p:tag name="KSO_WM_TAG_VERSION" val="1.0"/>
  <p:tag name="KSO_WM_BEAUTIFY_FLAG" val="#wm#"/>
  <p:tag name="KSO_WM_SLIDE_BACKGROUND_TYPE" val="bottomTop"/>
  <p:tag name="KSO_WM_SLIDE_BK_DARK_LIGHT" val="2"/>
  <p:tag name="KSO_WM_UNIT_TYPE" val="i"/>
  <p:tag name="KSO_WM_UNIT_INDEX" val="6"/>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Lst>
</file>

<file path=ppt/tags/tag10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7"/>
  <p:tag name="KSO_WM_UNIT_LAYERLEVEL" val="1"/>
  <p:tag name="KSO_WM_TAG_VERSION" val="1.0"/>
  <p:tag name="KSO_WM_BEAUTIFY_FLAG" val="#wm#"/>
  <p:tag name="KSO_WM_SLIDE_BACKGROUND_TYPE" val="bottomTop"/>
  <p:tag name="KSO_WM_SLIDE_BK_DARK_LIGHT" val="2"/>
  <p:tag name="KSO_WM_UNIT_TYPE" val="i"/>
  <p:tag name="KSO_WM_UNIT_INDEX" val="7"/>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13"/>
  <p:tag name="KSO_WM_UNIT_TEXT_FILL_TYPE" val="1"/>
</p:tagLst>
</file>

<file path=ppt/tags/tag109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0321"/>
  <p:tag name="KSO_WM_SLIDE_ID" val="diagram20200321_1"/>
  <p:tag name="KSO_WM_TEMPLATE_SUBCATEGORY" val="11"/>
  <p:tag name="KSO_WM_TEMPLATE_MASTER_TYPE" val="0"/>
  <p:tag name="KSO_WM_TEMPLATE_COLOR_TYPE" val="1"/>
  <p:tag name="KSO_WM_SLIDE_TYPE" val="text"/>
  <p:tag name="KSO_WM_SLIDE_SUBTYPE" val="picTxt"/>
  <p:tag name="KSO_WM_SLIDE_ITEM_CNT" val="0"/>
  <p:tag name="KSO_WM_SLIDE_INDEX" val="1"/>
  <p:tag name="KSO_WM_SLIDE_SIZE" val="866*458"/>
  <p:tag name="KSO_WM_SLIDE_POSITION" val="47*34"/>
  <p:tag name="KSO_WM_TAG_VERSION" val="1.0"/>
  <p:tag name="KSO_WM_SLIDE_LAYOUT" val="a_d_f"/>
  <p:tag name="KSO_WM_SLIDE_LAYOUT_CNT" val="1_1_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id&quot;: &quot;2020-03-30T13:50:50&quot;,&#10;    &quot;maxSize&quot;: {&#10;        &quot;size1&quot;: 32.799999999999997&#10;    },&#10;    &quot;minSize&quot;: {&#10;        &quot;size1&quot;: 24.600000000000001&#10;    },&#10;    &quot;normalSize&quot;: {&#10;        &quot;size1&quot;: 25.054320987654322&#10;    },&#10;    &quot;subLayout&quot;: [&#10;        {&#10;            &quot;horizontalAlign&quot;: 0,&#10;            &quot;id&quot;: &quot;2020-03-30T13:50:50&quot;,&#10;            &quot;margin&quot;: {&#10;                &quot;bottom&quot;: 1.2439998388290405,&#10;                &quot;left&quot;: 1.690000057220459,&#10;                &quot;right&quot;: 1.690000057220459,&#10;                &quot;top&quot;: 1.690000057220459&#10;            },&#10;            &quot;type&quot;: 0,&#10;            &quot;verticalAlign&quot;: 1&#10;        },&#10;        {&#10;            &quot;backgroundInfo&quot;: [&#10;                {&#10;                    &quot;bottom&quot;: 0.058357569999999998,&#10;                    &quot;bottomAbs&quot;: false,&#10;                    &quot;left&quot;: 0,&#10;                    &quot;leftAbs&quot;: false,&#10;                    &quot;right&quot;: 0,&#10;                    &quot;rightAbs&quot;: false,&#10;                    &quot;top&quot;: -0.058357569999999998,&#10;                    &quot;topAbs&quot;: false,&#10;                    &quot;type&quot;: &quot;bottomTop&quot;&#10;                }&#10;            ],&#10;            &quot;direction&quot;: 1,&#10;            &quot;id&quot;: &quot;2020-03-30T13:50:50&quot;,&#10;            &quot;maxSize&quot;: {&#10;                &quot;size1&quot;: 68.099999999999994&#10;            },&#10;            &quot;minSize&quot;: {&#10;                &quot;size1&quot;: 36.200000000000003&#10;            },&#10;            &quot;normalSize&quot;: {&#10;                &quot;size1&quot;: 36.20000000000001&#10;            },&#10;            &quot;subLayout&quot;: [&#10;                {&#10;                    &quot;horizontalAlign&quot;: 0,&#10;                    &quot;id&quot;: &quot;2020-03-30T13:50:50&quot;,&#10;                    &quot;margin&quot;: {&#10;                        &quot;bottom&quot;: 1.690000057220459,&#10;                        &quot;left&quot;: 1.7029999494552612,&#10;                        &quot;right&quot;: 1.034000039100647,&#10;                        &quot;top&quot;: 0.026000002399086952&#10;                    },&#10;                    &quot;marginOverLayout&quot;: {&#10;                        &quot;bottom&quot;: 1.690000057220459,&#10;                        &quot;left&quot;: 1.7029999494552612,&#10;                        &quot;right&quot;: 1.034000039100647,&#10;                        &quot;top&quot;: 0.026000002399086952&#10;                    },&#10;                    &quot;type&quot;: 1,&#10;                    &quot;verticalAlign&quot;: 1&#10;                },&#10;                {&#10;                    &quot;horizontalAlign&quot;: 0,&#10;                    &quot;id&quot;: &quot;2020-03-30T13:50:50&quot;,&#10;                    &quot;margin&quot;: {&#10;                        &quot;bottom&quot;: 1.690000057220459,&#10;                        &quot;left&quot;: 0.026000002399086952,&#10;                        &quot;right&quot;: 1.690000057220459,&#10;                        &quot;top&quot;: 0.026000002399086952&#10;                    },&#10;                    &quot;type&quot;: 0,&#10;                    &quot;verticalAlign&quot;: 1&#10;                }&#10;            ],&#10;            &quot;type&quot;: 0&#10;        }&#10;    ],&#10;    &quot;type&quot;: 1&#10;}&#10;"/>
  <p:tag name="KSO_WM_SLIDE_CAN_ADD_NAVIGATION" val="1"/>
  <p:tag name="KSO_WM_SLIDE_BACKGROUND" val="[&quot;general&quot;,&quot;frame&quot;,&quot;bottomTop&quot;]"/>
  <p:tag name="KSO_WM_SLIDE_RATIO" val="1.777778"/>
  <p:tag name="KSO_WM_SLIDE_BK_DARK_LIGHT" val="2"/>
  <p:tag name="KSO_WM_SLIDE_BACKGROUND_TYPE" val="bottomTop"/>
  <p:tag name="KSO_WM_UNIT_SHOW_EDIT_AREA_INDICATION" val="1"/>
</p:tagLst>
</file>

<file path=ppt/tags/tag1097.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UNIT_TYPE" val="i"/>
</p:tagLst>
</file>

<file path=ppt/tags/tag10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 name="KSO_WM_SLIDE_BACKGROUND_TYPE" val="bottomTop"/>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099.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点击输入大标题"/>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200321_1*a*1"/>
  <p:tag name="KSO_WM_TEMPLATE_CATEGORY" val="diagram"/>
  <p:tag name="KSO_WM_TEMPLATE_INDEX" val="20200321"/>
  <p:tag name="KSO_WM_UNIT_LAYERLEVEL" val="1"/>
  <p:tag name="KSO_WM_TAG_VERSION" val="1.0"/>
  <p:tag name="KSO_WM_BEAUTIFY_FLAG" val="#wm#"/>
  <p:tag name="KSO_WM_UNIT_ISNUMDGMTITLE" val="0"/>
  <p:tag name="KSO_WM_UNIT_SHOW_EDIT_AREA_INDICATION" val="1"/>
  <p:tag name="KSO_WM_UNIT_PLACING_PICTURE_MD4" val="0"/>
  <p:tag name="KSO_WM_UNIT_DEFAULT_FONT" val="32;36;4"/>
  <p:tag name="KSO_WM_UNIT_BLOCK" val="0"/>
  <p:tag name="KSO_WM_UNIT_SM_LIMIT_TYPE" val="1"/>
  <p:tag name="KSO_WM_UNIT_SMARTLAYOUT_COMPRESS_INFO" val="{&#10;    &quot;id&quot;: &quot;2020-03-30T13:50:50&quot;,&#10;    &quot;max&quot;: 0,&#10;    &quot;parentMax&quot;: {&#10;        &quot;max&quot;: 1.8399999999999963&#10;    },&#10;    &quot;topChanged&quot;: 0&#10;}&#10;"/>
  <p:tag name="KSO_WM_UNIT_TEXT_FILL_FORE_SCHEMECOLOR_INDEX_BRIGHTNESS" val="0.25"/>
  <p:tag name="KSO_WM_UNIT_TEXT_FILL_FORE_SCHEMECOLOR_INDEX" val="13"/>
  <p:tag name="KSO_WM_UNIT_TEXT_FILL_TYPE" val="1"/>
</p:tagLst>
</file>

<file path=ppt/tags/tag1100.xml><?xml version="1.0" encoding="utf-8"?>
<p:tagLst xmlns:a="http://schemas.openxmlformats.org/drawingml/2006/main" xmlns:r="http://schemas.openxmlformats.org/officeDocument/2006/relationships" xmlns:p="http://schemas.openxmlformats.org/presentationml/2006/main">
  <p:tag name="KSO_WM_UNIT_VALUE" val="1266*2031"/>
  <p:tag name="KSO_WM_UNIT_HIGHLIGHT" val="0"/>
  <p:tag name="KSO_WM_UNIT_COMPATIBLE" val="0"/>
  <p:tag name="KSO_WM_UNIT_DIAGRAM_ISNUMVISUAL" val="0"/>
  <p:tag name="KSO_WM_UNIT_DIAGRAM_ISREFERUNIT" val="0"/>
  <p:tag name="KSO_WM_UNIT_TYPE" val="d"/>
  <p:tag name="KSO_WM_UNIT_INDEX" val="1"/>
  <p:tag name="KSO_WM_UNIT_ID" val="diagram20200321_1*d*1"/>
  <p:tag name="KSO_WM_TEMPLATE_CATEGORY" val="diagram"/>
  <p:tag name="KSO_WM_TEMPLATE_INDEX" val="20200321"/>
  <p:tag name="KSO_WM_UNIT_LAYERLEVEL" val="1"/>
  <p:tag name="KSO_WM_TAG_VERSION" val="1.0"/>
  <p:tag name="KSO_WM_BEAUTIFY_FLAG" val="#wm#"/>
  <p:tag name="KSO_WM_UNIT_PLACING_PICTURE_INFO" val="{&quot;code&quot;:&quot;[1]&quot;,&quot;full_picture&quot;:false,&quot;last_crop_picture&quot;:&quot;[1]&quot;,&quot;scheme&quot;:&quot;1-1&quot;,&quot;spacing&quot;:6}"/>
  <p:tag name="KSO_WM_UNIT_SUPPORT_UNIT_TYPE" val="[&quot;all&quot;]"/>
  <p:tag name="KSO_WM_UNIT_PLACING_PICTURE_USER_VIEWPORT" val="{&quot;height&quot;:7185.3102362204727,&quot;width&quot;:11522.322834645669}"/>
  <p:tag name="KSO_WM_UNIT_PLACING_PICTURE_USER_RELATIVERECTANGLE" val="{&quot;bottom&quot;:0.00017000000000000001,&quot;left&quot;:0,&quot;right&quot;:0,&quot;top&quot;:0.00017000000000000001}"/>
  <p:tag name="KSO_WM_UNIT_PLACING_PICTURE_COLLAGE_RELATIVERECTANGLE" val="{&quot;bottom&quot;:0.00016999999999998112,&quot;left&quot;:0,&quot;right&quot;:0,&quot;top&quot;:0.00016999999999998112}"/>
  <p:tag name="KSO_WM_UNIT_PLACING_PICTURE_COLLAGE_VIEWPORT" val="{&quot;height&quot;:7185.3102362204736,&quot;width&quot;:11522.322834645671}"/>
  <p:tag name="KSO_WM_UNIT_PLACING_PICTURE_MD4" val="0"/>
  <p:tag name="KSO_WM_UNIT_BLOCK" val="0"/>
  <p:tag name="KSO_WM_UNIT_PLACING_PICTURE" val="43839.6939084144"/>
  <p:tag name="REFSHAPE" val="1811626996"/>
</p:tagLst>
</file>

<file path=ppt/tags/tag1101.xml><?xml version="1.0" encoding="utf-8"?>
<p:tagLst xmlns:a="http://schemas.openxmlformats.org/drawingml/2006/main" xmlns:r="http://schemas.openxmlformats.org/officeDocument/2006/relationships" xmlns:p="http://schemas.openxmlformats.org/presentationml/2006/main">
  <p:tag name="KSO_WM_UNIT_PRESET_TEXT" val="点击输入正文"/>
  <p:tag name="KSO_WM_UNIT_NOCLEAR" val="0"/>
  <p:tag name="KSO_WM_UNIT_VALUE" val="154"/>
  <p:tag name="KSO_WM_UNIT_HIGHLIGHT" val="0"/>
  <p:tag name="KSO_WM_UNIT_COMPATIBLE" val="0"/>
  <p:tag name="KSO_WM_UNIT_DIAGRAM_ISNUMVISUAL" val="0"/>
  <p:tag name="KSO_WM_UNIT_DIAGRAM_ISREFERUNIT" val="0"/>
  <p:tag name="KSO_WM_UNIT_TYPE" val="f"/>
  <p:tag name="KSO_WM_UNIT_INDEX" val="1"/>
  <p:tag name="KSO_WM_UNIT_ID" val="diagram20200321_1*f*1"/>
  <p:tag name="KSO_WM_TEMPLATE_CATEGORY" val="diagram"/>
  <p:tag name="KSO_WM_TEMPLATE_INDEX" val="20200321"/>
  <p:tag name="KSO_WM_UNIT_LAYERLEVEL" val="1"/>
  <p:tag name="KSO_WM_TAG_VERSION" val="1.0"/>
  <p:tag name="KSO_WM_BEAUTIFY_FLAG" val="#wm#"/>
  <p:tag name="KSO_WM_UNIT_SHOW_EDIT_AREA_INDICATION" val="1"/>
  <p:tag name="KSO_WM_UNIT_PLACING_PICTURE_MD4" val="0"/>
  <p:tag name="KSO_WM_UNIT_DEFAULT_FONT" val="14;18;2"/>
  <p:tag name="KSO_WM_UNIT_BLOCK" val="0"/>
  <p:tag name="KSO_WM_UNIT_TEXT_FILL_FORE_SCHEMECOLOR_INDEX_BRIGHTNESS" val="0.35"/>
  <p:tag name="KSO_WM_UNIT_TEXT_FILL_FORE_SCHEMECOLOR_INDEX" val="13"/>
  <p:tag name="KSO_WM_UNIT_TEXT_FILL_TYPE" val="1"/>
</p:tagLst>
</file>

<file path=ppt/tags/tag1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0321_1*i*2"/>
  <p:tag name="KSO_WM_TEMPLATE_CATEGORY" val="diagram"/>
  <p:tag name="KSO_WM_TEMPLATE_INDEX" val="20200321"/>
  <p:tag name="KSO_WM_UNIT_LAYERLEVEL" val="1"/>
  <p:tag name="KSO_WM_TAG_VERSION" val="1.0"/>
  <p:tag name="KSO_WM_BEAUTIFY_FLAG" val="#wm#"/>
  <p:tag name="KSO_WM_UNIT_PLACING_PICTURE_MD4" val="0"/>
  <p:tag name="KSO_WM_UNIT_SM_LIMIT_TYPE" val="1"/>
  <p:tag name="KSO_WM_UNIT_LINE_FORE_SCHEMECOLOR_INDEX_BRIGHTNESS" val="0.25"/>
  <p:tag name="KSO_WM_UNIT_LINE_FORE_SCHEMECOLOR_INDEX" val="13"/>
  <p:tag name="KSO_WM_UNIT_LINE_FILL_TYPE" val="2"/>
</p:tagLst>
</file>

<file path=ppt/tags/tag1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0321_1*i*3"/>
  <p:tag name="KSO_WM_TEMPLATE_CATEGORY" val="diagram"/>
  <p:tag name="KSO_WM_TEMPLATE_INDEX" val="20200321"/>
  <p:tag name="KSO_WM_UNIT_LAYERLEVEL" val="1"/>
  <p:tag name="KSO_WM_TAG_VERSION" val="1.0"/>
  <p:tag name="KSO_WM_BEAUTIFY_FLAG" val="#wm#"/>
  <p:tag name="KSO_WM_UNIT_PLACING_PICTURE_MD4" val="0"/>
  <p:tag name="KSO_WM_UNIT_SM_LIMIT_TYPE" val="1"/>
  <p:tag name="KSO_WM_UNIT_LINE_FORE_SCHEMECOLOR_INDEX_BRIGHTNESS" val="0.25"/>
  <p:tag name="KSO_WM_UNIT_LINE_FORE_SCHEMECOLOR_INDEX" val="13"/>
  <p:tag name="KSO_WM_UNIT_LINE_FILL_TYPE" val="2"/>
</p:tagLst>
</file>

<file path=ppt/tags/tag1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2"/>
  <p:tag name="KSO_WM_UNIT_LAYERLEVEL" val="1"/>
  <p:tag name="KSO_WM_TAG_VERSION" val="1.0"/>
  <p:tag name="KSO_WM_BEAUTIFY_FLAG" val="#wm#"/>
  <p:tag name="KSO_WM_SLIDE_BACKGROUND_TYPE" val="bottomTop"/>
  <p:tag name="KSO_WM_SLIDE_BK_DARK_LIGHT" val="2"/>
  <p:tag name="KSO_WM_UNIT_TYPE" val="i"/>
  <p:tag name="KSO_WM_UNIT_INDEX" val="2"/>
  <p:tag name="KSO_WM_UNIT_FILL_TYPE" val="1"/>
  <p:tag name="KSO_WM_UNIT_TEXT_FILL_FORE_SCHEMECOLOR_INDEX_BRIGHTNESS" val="0"/>
  <p:tag name="KSO_WM_UNIT_TEXT_FILL_FORE_SCHEMECOLOR_INDEX" val="13"/>
  <p:tag name="KSO_WM_UNIT_TEXT_FILL_TYPE" val="1"/>
</p:tagLst>
</file>

<file path=ppt/tags/tag1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3"/>
  <p:tag name="KSO_WM_UNIT_LAYERLEVEL" val="1"/>
  <p:tag name="KSO_WM_TAG_VERSION" val="1.0"/>
  <p:tag name="KSO_WM_BEAUTIFY_FLAG" val="#wm#"/>
  <p:tag name="KSO_WM_SLIDE_BACKGROUND_TYPE" val="bottomTop"/>
  <p:tag name="KSO_WM_SLIDE_BK_DARK_LIGHT" val="2"/>
  <p:tag name="KSO_WM_UNIT_TYPE" val="i"/>
  <p:tag name="KSO_WM_UNIT_INDEX" val="3"/>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5"/>
  <p:tag name="KSO_WM_UNIT_LAYERLEVEL" val="1"/>
  <p:tag name="KSO_WM_TAG_VERSION" val="1.0"/>
  <p:tag name="KSO_WM_BEAUTIFY_FLAG" val="#wm#"/>
  <p:tag name="KSO_WM_SLIDE_BACKGROUND_TYPE" val="bottomTop"/>
  <p:tag name="KSO_WM_SLIDE_BK_DARK_LIGHT" val="2"/>
  <p:tag name="KSO_WM_UNIT_TYPE" val="i"/>
  <p:tag name="KSO_WM_UNIT_INDEX" val="5"/>
  <p:tag name="KSO_WM_UNIT_FILL_TYPE" val="1"/>
  <p:tag name="KSO_WM_UNIT_TEXT_FILL_FORE_SCHEMECOLOR_INDEX_BRIGHTNESS" val="0"/>
  <p:tag name="KSO_WM_UNIT_TEXT_FILL_FORE_SCHEMECOLOR_INDEX" val="13"/>
  <p:tag name="KSO_WM_UNIT_TEXT_FILL_TYPE" val="1"/>
</p:tagLst>
</file>

<file path=ppt/tags/tag1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4"/>
  <p:tag name="KSO_WM_UNIT_LAYERLEVEL" val="1"/>
  <p:tag name="KSO_WM_TAG_VERSION" val="1.0"/>
  <p:tag name="KSO_WM_BEAUTIFY_FLAG" val="#wm#"/>
  <p:tag name="KSO_WM_SLIDE_BACKGROUND_TYPE" val="bottomTop"/>
  <p:tag name="KSO_WM_SLIDE_BK_DARK_LIGHT" val="2"/>
  <p:tag name="KSO_WM_UNIT_TYPE" val="i"/>
  <p:tag name="KSO_WM_UNIT_INDEX" val="4"/>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6"/>
  <p:tag name="KSO_WM_UNIT_LAYERLEVEL" val="1"/>
  <p:tag name="KSO_WM_TAG_VERSION" val="1.0"/>
  <p:tag name="KSO_WM_BEAUTIFY_FLAG" val="#wm#"/>
  <p:tag name="KSO_WM_SLIDE_BACKGROUND_TYPE" val="bottomTop"/>
  <p:tag name="KSO_WM_SLIDE_BK_DARK_LIGHT" val="2"/>
  <p:tag name="KSO_WM_UNIT_TYPE" val="i"/>
  <p:tag name="KSO_WM_UNIT_INDEX" val="6"/>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Lst>
</file>

<file path=ppt/tags/tag1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7"/>
  <p:tag name="KSO_WM_UNIT_LAYERLEVEL" val="1"/>
  <p:tag name="KSO_WM_TAG_VERSION" val="1.0"/>
  <p:tag name="KSO_WM_BEAUTIFY_FLAG" val="#wm#"/>
  <p:tag name="KSO_WM_SLIDE_BACKGROUND_TYPE" val="bottomTop"/>
  <p:tag name="KSO_WM_SLIDE_BK_DARK_LIGHT" val="2"/>
  <p:tag name="KSO_WM_UNIT_TYPE" val="i"/>
  <p:tag name="KSO_WM_UNIT_INDEX" val="7"/>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13"/>
  <p:tag name="KSO_WM_UNIT_TEXT_FILL_TYPE" val="1"/>
</p:tagLst>
</file>

<file path=ppt/tags/tag111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0321"/>
  <p:tag name="KSO_WM_SLIDE_ID" val="diagram20200321_1"/>
  <p:tag name="KSO_WM_TEMPLATE_SUBCATEGORY" val="11"/>
  <p:tag name="KSO_WM_SLIDE_ITEM_CNT" val="0"/>
  <p:tag name="KSO_WM_SLIDE_INDEX" val="1"/>
  <p:tag name="KSO_WM_TAG_VERSION" val="1.0"/>
  <p:tag name="KSO_WM_SLIDE_LAYOUT" val="a_d_f"/>
  <p:tag name="KSO_WM_SLIDE_LAYOUT_CNT" val="1_1_1"/>
  <p:tag name="KSO_WM_SLIDE_TYPE" val="text"/>
  <p:tag name="KSO_WM_SLIDE_SUBTYPE" val="picTxt"/>
  <p:tag name="KSO_WM_SLIDE_SIZE" val="866*458"/>
  <p:tag name="KSO_WM_SLIDE_POSITION" val="47*34"/>
  <p:tag name="KSO_WM_TEMPLATE_MASTER_TYPE" val="0"/>
  <p:tag name="KSO_WM_TEMPLATE_COLOR_TYPE" val="1"/>
  <p:tag name="KSO_WM_UNIT_SHOW_EDIT_AREA_INDICATION" val="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id&quot;: &quot;2020-03-30T13:46:53&quot;,&#10;    &quot;maxSize&quot;: {&#10;        &quot;size1&quot;: 32.799999999999997&#10;    },&#10;    &quot;minSize&quot;: {&#10;        &quot;size1&quot;: 24.600000000000001&#10;    },&#10;    &quot;normalSize&quot;: {&#10;        &quot;size1&quot;: 25.054320987654322&#10;    },&#10;    &quot;subLayout&quot;: [&#10;        {&#10;            &quot;horizontalAlign&quot;: 0,&#10;            &quot;id&quot;: &quot;2020-03-30T13:46:53&quot;,&#10;            &quot;margin&quot;: {&#10;                &quot;bottom&quot;: 1.2439998388290405,&#10;                &quot;left&quot;: 1.690000057220459,&#10;                &quot;right&quot;: 1.690000057220459,&#10;                &quot;top&quot;: 1.690000057220459&#10;            },&#10;            &quot;type&quot;: 0,&#10;            &quot;verticalAlign&quot;: 1&#10;        },&#10;        {&#10;            &quot;backgroundInfo&quot;: [&#10;                {&#10;                    &quot;bottom&quot;: 0.058357569999999998,&#10;                    &quot;bottomAbs&quot;: false,&#10;                    &quot;left&quot;: 0,&#10;                    &quot;leftAbs&quot;: false,&#10;                    &quot;right&quot;: 0,&#10;                    &quot;rightAbs&quot;: false,&#10;                    &quot;top&quot;: -0.058357569999999998,&#10;                    &quot;topAbs&quot;: false,&#10;                    &quot;type&quot;: &quot;bottomTop&quot;&#10;                }&#10;            ],&#10;            &quot;direction&quot;: 1,&#10;            &quot;id&quot;: &quot;2020-03-30T13:46:53&quot;,&#10;            &quot;maxSize&quot;: {&#10;                &quot;size1&quot;: 68.099999999999994&#10;            },&#10;            &quot;minSize&quot;: {&#10;                &quot;size1&quot;: 36.200000000000003&#10;            },&#10;            &quot;normalSize&quot;: {&#10;                &quot;size1&quot;: 36.20000000000001&#10;            },&#10;            &quot;subLayout&quot;: [&#10;                {&#10;                    &quot;horizontalAlign&quot;: 0,&#10;                    &quot;id&quot;: &quot;2020-03-30T13:46:53&quot;,&#10;                    &quot;margin&quot;: {&#10;                        &quot;bottom&quot;: 1.690000057220459,&#10;                        &quot;left&quot;: 1.7029999494552612,&#10;                        &quot;right&quot;: 1.034000039100647,&#10;                        &quot;top&quot;: 0.026000002399086952&#10;                    },&#10;                    &quot;marginOverLayout&quot;: {&#10;                        &quot;bottom&quot;: 1.690000057220459,&#10;                        &quot;left&quot;: 1.7029999494552612,&#10;                        &quot;right&quot;: 1.034000039100647,&#10;                        &quot;top&quot;: 0.026000002399086952&#10;                    },&#10;                    &quot;type&quot;: 1,&#10;                    &quot;verticalAlign&quot;: 1&#10;                },&#10;                {&#10;                    &quot;horizontalAlign&quot;: 0,&#10;                    &quot;id&quot;: &quot;2020-03-30T13:46:53&quot;,&#10;                    &quot;margin&quot;: {&#10;                        &quot;bottom&quot;: 1.690000057220459,&#10;                        &quot;left&quot;: 0.026000002399086952,&#10;                        &quot;right&quot;: 1.690000057220459,&#10;                        &quot;top&quot;: 0.026000002399086952&#10;                    },&#10;                    &quot;type&quot;: 0,&#10;                    &quot;verticalAlign&quot;: 1&#10;                }&#10;            ],&#10;            &quot;type&quot;: 0&#10;        }&#10;    ],&#10;    &quot;type&quot;: 1&#10;}&#10;"/>
  <p:tag name="KSO_WM_SLIDE_CAN_ADD_NAVIGATION" val="1"/>
  <p:tag name="KSO_WM_SLIDE_BACKGROUND" val="[&quot;general&quot;,&quot;frame&quot;,&quot;bottomTop&quot;]"/>
  <p:tag name="KSO_WM_SLIDE_RATIO" val="1.777778"/>
  <p:tag name="KSO_WM_SLIDE_BK_DARK_LIGHT" val="2"/>
  <p:tag name="KSO_WM_SLIDE_BACKGROUND_TYPE" val="bottomTop"/>
</p:tagLst>
</file>

<file path=ppt/tags/tag1111.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UNIT_TYPE" val="i"/>
</p:tagLst>
</file>

<file path=ppt/tags/tag1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 name="KSO_WM_SLIDE_BACKGROUND_TYPE" val="bottomTop"/>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113.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点击输入大标题"/>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200321_1*a*1"/>
  <p:tag name="KSO_WM_TEMPLATE_CATEGORY" val="diagram"/>
  <p:tag name="KSO_WM_TEMPLATE_INDEX" val="20200321"/>
  <p:tag name="KSO_WM_UNIT_LAYERLEVEL" val="1"/>
  <p:tag name="KSO_WM_TAG_VERSION" val="1.0"/>
  <p:tag name="KSO_WM_BEAUTIFY_FLAG" val="#wm#"/>
  <p:tag name="KSO_WM_UNIT_ISNUMDGMTITLE" val="0"/>
  <p:tag name="KSO_WM_UNIT_SHOW_EDIT_AREA_INDICATION" val="1"/>
  <p:tag name="KSO_WM_UNIT_PLACING_PICTURE_MD4" val="0"/>
  <p:tag name="KSO_WM_UNIT_DEFAULT_FONT" val="32;36;4"/>
  <p:tag name="KSO_WM_UNIT_BLOCK" val="0"/>
  <p:tag name="KSO_WM_UNIT_SM_LIMIT_TYPE" val="1"/>
  <p:tag name="KSO_WM_UNIT_SMARTLAYOUT_COMPRESS_INFO" val="{&#10;    &quot;id&quot;: &quot;2020-03-30T13:46:53&quot;,&#10;    &quot;max&quot;: 0,&#10;    &quot;parentMax&quot;: {&#10;        &quot;max&quot;: 1.8399999999999963&#10;    },&#10;    &quot;topChanged&quot;: 0&#10;}&#10;"/>
  <p:tag name="KSO_WM_UNIT_TEXT_FILL_FORE_SCHEMECOLOR_INDEX_BRIGHTNESS" val="0.25"/>
  <p:tag name="KSO_WM_UNIT_TEXT_FILL_FORE_SCHEMECOLOR_INDEX" val="13"/>
  <p:tag name="KSO_WM_UNIT_TEXT_FILL_TYPE" val="1"/>
</p:tagLst>
</file>

<file path=ppt/tags/tag1114.xml><?xml version="1.0" encoding="utf-8"?>
<p:tagLst xmlns:a="http://schemas.openxmlformats.org/drawingml/2006/main" xmlns:r="http://schemas.openxmlformats.org/officeDocument/2006/relationships" xmlns:p="http://schemas.openxmlformats.org/presentationml/2006/main">
  <p:tag name="KSO_WM_UNIT_VALUE" val="1266*2031"/>
  <p:tag name="KSO_WM_UNIT_HIGHLIGHT" val="0"/>
  <p:tag name="KSO_WM_UNIT_COMPATIBLE" val="0"/>
  <p:tag name="KSO_WM_UNIT_DIAGRAM_ISNUMVISUAL" val="0"/>
  <p:tag name="KSO_WM_UNIT_DIAGRAM_ISREFERUNIT" val="0"/>
  <p:tag name="KSO_WM_UNIT_TYPE" val="d"/>
  <p:tag name="KSO_WM_UNIT_INDEX" val="1"/>
  <p:tag name="KSO_WM_UNIT_ID" val="diagram20200321_1*d*1"/>
  <p:tag name="KSO_WM_TEMPLATE_CATEGORY" val="diagram"/>
  <p:tag name="KSO_WM_TEMPLATE_INDEX" val="20200321"/>
  <p:tag name="KSO_WM_UNIT_LAYERLEVEL" val="1"/>
  <p:tag name="KSO_WM_TAG_VERSION" val="1.0"/>
  <p:tag name="KSO_WM_BEAUTIFY_FLAG" val="#wm#"/>
  <p:tag name="KSO_WM_UNIT_PLACING_PICTURE_INFO" val="{&quot;code&quot;:&quot;[1]&quot;,&quot;full_picture&quot;:false,&quot;last_crop_picture&quot;:&quot;[1]&quot;,&quot;scheme&quot;:&quot;1-1&quot;,&quot;spacing&quot;:6}"/>
  <p:tag name="KSO_WM_UNIT_SUPPORT_UNIT_TYPE" val="[&quot;all&quot;]"/>
  <p:tag name="KSO_WM_UNIT_PLACING_PICTURE_USER_VIEWPORT" val="{&quot;height&quot;:7185.3102362204727,&quot;width&quot;:11522.322834645669}"/>
  <p:tag name="KSO_WM_UNIT_PLACING_PICTURE_USER_RELATIVERECTANGLE" val="{&quot;bottom&quot;:0.00017000000000000001,&quot;left&quot;:0,&quot;right&quot;:0,&quot;top&quot;:0.00017000000000000001}"/>
  <p:tag name="KSO_WM_UNIT_PLACING_PICTURE_COLLAGE_RELATIVERECTANGLE" val="{&quot;bottom&quot;:0.00016999999999998112,&quot;left&quot;:0,&quot;right&quot;:0,&quot;top&quot;:0.00016999999999998112}"/>
  <p:tag name="KSO_WM_UNIT_PLACING_PICTURE_COLLAGE_VIEWPORT" val="{&quot;height&quot;:7185.3102362204736,&quot;width&quot;:11522.322834645671}"/>
  <p:tag name="KSO_WM_UNIT_PLACING_PICTURE_MD4" val="0"/>
  <p:tag name="KSO_WM_UNIT_BLOCK" val="0"/>
  <p:tag name="KSO_WM_UNIT_PLACING_PICTURE" val="43839.6939084144"/>
  <p:tag name="REFSHAPE" val="974504068"/>
</p:tagLst>
</file>

<file path=ppt/tags/tag1115.xml><?xml version="1.0" encoding="utf-8"?>
<p:tagLst xmlns:a="http://schemas.openxmlformats.org/drawingml/2006/main" xmlns:r="http://schemas.openxmlformats.org/officeDocument/2006/relationships" xmlns:p="http://schemas.openxmlformats.org/presentationml/2006/main">
  <p:tag name="KSO_WM_UNIT_PRESET_TEXT" val="点击输入正文"/>
  <p:tag name="KSO_WM_UNIT_NOCLEAR" val="0"/>
  <p:tag name="KSO_WM_UNIT_VALUE" val="154"/>
  <p:tag name="KSO_WM_UNIT_HIGHLIGHT" val="0"/>
  <p:tag name="KSO_WM_UNIT_COMPATIBLE" val="0"/>
  <p:tag name="KSO_WM_UNIT_DIAGRAM_ISNUMVISUAL" val="0"/>
  <p:tag name="KSO_WM_UNIT_DIAGRAM_ISREFERUNIT" val="0"/>
  <p:tag name="KSO_WM_UNIT_TYPE" val="f"/>
  <p:tag name="KSO_WM_UNIT_INDEX" val="1"/>
  <p:tag name="KSO_WM_UNIT_ID" val="diagram20200321_1*f*1"/>
  <p:tag name="KSO_WM_TEMPLATE_CATEGORY" val="diagram"/>
  <p:tag name="KSO_WM_TEMPLATE_INDEX" val="20200321"/>
  <p:tag name="KSO_WM_UNIT_LAYERLEVEL" val="1"/>
  <p:tag name="KSO_WM_TAG_VERSION" val="1.0"/>
  <p:tag name="KSO_WM_BEAUTIFY_FLAG" val="#wm#"/>
  <p:tag name="KSO_WM_UNIT_SHOW_EDIT_AREA_INDICATION" val="1"/>
  <p:tag name="KSO_WM_UNIT_PLACING_PICTURE_MD4" val="0"/>
  <p:tag name="KSO_WM_UNIT_DEFAULT_FONT" val="14;18;2"/>
  <p:tag name="KSO_WM_UNIT_BLOCK" val="0"/>
  <p:tag name="KSO_WM_UNIT_TEXT_FILL_FORE_SCHEMECOLOR_INDEX_BRIGHTNESS" val="0.35"/>
  <p:tag name="KSO_WM_UNIT_TEXT_FILL_FORE_SCHEMECOLOR_INDEX" val="13"/>
  <p:tag name="KSO_WM_UNIT_TEXT_FILL_TYPE" val="1"/>
</p:tagLst>
</file>

<file path=ppt/tags/tag1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0321_1*i*2"/>
  <p:tag name="KSO_WM_TEMPLATE_CATEGORY" val="diagram"/>
  <p:tag name="KSO_WM_TEMPLATE_INDEX" val="20200321"/>
  <p:tag name="KSO_WM_UNIT_LAYERLEVEL" val="1"/>
  <p:tag name="KSO_WM_TAG_VERSION" val="1.0"/>
  <p:tag name="KSO_WM_BEAUTIFY_FLAG" val="#wm#"/>
  <p:tag name="KSO_WM_UNIT_PLACING_PICTURE_MD4" val="0"/>
  <p:tag name="KSO_WM_UNIT_SM_LIMIT_TYPE" val="1"/>
  <p:tag name="KSO_WM_UNIT_LINE_FORE_SCHEMECOLOR_INDEX_BRIGHTNESS" val="0.25"/>
  <p:tag name="KSO_WM_UNIT_LINE_FORE_SCHEMECOLOR_INDEX" val="13"/>
  <p:tag name="KSO_WM_UNIT_LINE_FILL_TYPE" val="2"/>
</p:tagLst>
</file>

<file path=ppt/tags/tag1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0321_1*i*3"/>
  <p:tag name="KSO_WM_TEMPLATE_CATEGORY" val="diagram"/>
  <p:tag name="KSO_WM_TEMPLATE_INDEX" val="20200321"/>
  <p:tag name="KSO_WM_UNIT_LAYERLEVEL" val="1"/>
  <p:tag name="KSO_WM_TAG_VERSION" val="1.0"/>
  <p:tag name="KSO_WM_BEAUTIFY_FLAG" val="#wm#"/>
  <p:tag name="KSO_WM_UNIT_PLACING_PICTURE_MD4" val="0"/>
  <p:tag name="KSO_WM_UNIT_SM_LIMIT_TYPE" val="1"/>
  <p:tag name="KSO_WM_UNIT_LINE_FORE_SCHEMECOLOR_INDEX_BRIGHTNESS" val="0.25"/>
  <p:tag name="KSO_WM_UNIT_LINE_FORE_SCHEMECOLOR_INDEX" val="13"/>
  <p:tag name="KSO_WM_UNIT_LINE_FILL_TYPE" val="2"/>
</p:tagLst>
</file>

<file path=ppt/tags/tag1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2"/>
  <p:tag name="KSO_WM_UNIT_LAYERLEVEL" val="1"/>
  <p:tag name="KSO_WM_TAG_VERSION" val="1.0"/>
  <p:tag name="KSO_WM_BEAUTIFY_FLAG" val="#wm#"/>
  <p:tag name="KSO_WM_SLIDE_BACKGROUND_TYPE" val="bottomTop"/>
  <p:tag name="KSO_WM_SLIDE_BK_DARK_LIGHT" val="2"/>
  <p:tag name="KSO_WM_UNIT_TYPE" val="i"/>
  <p:tag name="KSO_WM_UNIT_INDEX" val="2"/>
  <p:tag name="KSO_WM_UNIT_FILL_TYPE" val="1"/>
  <p:tag name="KSO_WM_UNIT_TEXT_FILL_FORE_SCHEMECOLOR_INDEX_BRIGHTNESS" val="0"/>
  <p:tag name="KSO_WM_UNIT_TEXT_FILL_FORE_SCHEMECOLOR_INDEX" val="13"/>
  <p:tag name="KSO_WM_UNIT_TEXT_FILL_TYPE" val="1"/>
</p:tagLst>
</file>

<file path=ppt/tags/tag1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3"/>
  <p:tag name="KSO_WM_UNIT_LAYERLEVEL" val="1"/>
  <p:tag name="KSO_WM_TAG_VERSION" val="1.0"/>
  <p:tag name="KSO_WM_BEAUTIFY_FLAG" val="#wm#"/>
  <p:tag name="KSO_WM_SLIDE_BACKGROUND_TYPE" val="bottomTop"/>
  <p:tag name="KSO_WM_SLIDE_BK_DARK_LIGHT" val="2"/>
  <p:tag name="KSO_WM_UNIT_TYPE" val="i"/>
  <p:tag name="KSO_WM_UNIT_INDEX" val="3"/>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5"/>
  <p:tag name="KSO_WM_UNIT_LAYERLEVEL" val="1"/>
  <p:tag name="KSO_WM_TAG_VERSION" val="1.0"/>
  <p:tag name="KSO_WM_BEAUTIFY_FLAG" val="#wm#"/>
  <p:tag name="KSO_WM_SLIDE_BACKGROUND_TYPE" val="bottomTop"/>
  <p:tag name="KSO_WM_SLIDE_BK_DARK_LIGHT" val="2"/>
  <p:tag name="KSO_WM_UNIT_TYPE" val="i"/>
  <p:tag name="KSO_WM_UNIT_INDEX" val="5"/>
  <p:tag name="KSO_WM_UNIT_FILL_TYPE" val="1"/>
  <p:tag name="KSO_WM_UNIT_TEXT_FILL_FORE_SCHEMECOLOR_INDEX_BRIGHTNESS" val="0"/>
  <p:tag name="KSO_WM_UNIT_TEXT_FILL_FORE_SCHEMECOLOR_INDEX" val="13"/>
  <p:tag name="KSO_WM_UNIT_TEXT_FILL_TYPE" val="1"/>
</p:tagLst>
</file>

<file path=ppt/tags/tag1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4"/>
  <p:tag name="KSO_WM_UNIT_LAYERLEVEL" val="1"/>
  <p:tag name="KSO_WM_TAG_VERSION" val="1.0"/>
  <p:tag name="KSO_WM_BEAUTIFY_FLAG" val="#wm#"/>
  <p:tag name="KSO_WM_SLIDE_BACKGROUND_TYPE" val="bottomTop"/>
  <p:tag name="KSO_WM_SLIDE_BK_DARK_LIGHT" val="2"/>
  <p:tag name="KSO_WM_UNIT_TYPE" val="i"/>
  <p:tag name="KSO_WM_UNIT_INDEX" val="4"/>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6"/>
  <p:tag name="KSO_WM_UNIT_LAYERLEVEL" val="1"/>
  <p:tag name="KSO_WM_TAG_VERSION" val="1.0"/>
  <p:tag name="KSO_WM_BEAUTIFY_FLAG" val="#wm#"/>
  <p:tag name="KSO_WM_SLIDE_BACKGROUND_TYPE" val="bottomTop"/>
  <p:tag name="KSO_WM_SLIDE_BK_DARK_LIGHT" val="2"/>
  <p:tag name="KSO_WM_UNIT_TYPE" val="i"/>
  <p:tag name="KSO_WM_UNIT_INDEX" val="6"/>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Lst>
</file>

<file path=ppt/tags/tag1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7"/>
  <p:tag name="KSO_WM_UNIT_LAYERLEVEL" val="1"/>
  <p:tag name="KSO_WM_TAG_VERSION" val="1.0"/>
  <p:tag name="KSO_WM_BEAUTIFY_FLAG" val="#wm#"/>
  <p:tag name="KSO_WM_SLIDE_BACKGROUND_TYPE" val="bottomTop"/>
  <p:tag name="KSO_WM_SLIDE_BK_DARK_LIGHT" val="2"/>
  <p:tag name="KSO_WM_UNIT_TYPE" val="i"/>
  <p:tag name="KSO_WM_UNIT_INDEX" val="7"/>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13"/>
  <p:tag name="KSO_WM_UNIT_TEXT_FILL_TYPE" val="1"/>
</p:tagLst>
</file>

<file path=ppt/tags/tag112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0321"/>
</p:tagLst>
</file>

<file path=ppt/tags/tag112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3891"/>
  <p:tag name="KSO_WM_SLIDE_ID" val="diagram20203891_1"/>
  <p:tag name="KSO_WM_TEMPLATE_SUBCATEGORY" val="11"/>
  <p:tag name="KSO_WM_TEMPLATE_MASTER_TYPE" val="0"/>
  <p:tag name="KSO_WM_TEMPLATE_COLOR_TYPE" val="1"/>
  <p:tag name="KSO_WM_SLIDE_TYPE" val="text"/>
  <p:tag name="KSO_WM_SLIDE_SUBTYPE" val="picTxt"/>
  <p:tag name="KSO_WM_SLIDE_ITEM_CNT" val="0"/>
  <p:tag name="KSO_WM_SLIDE_INDEX" val="1"/>
  <p:tag name="KSO_WM_SLIDE_SIZE" val="960*508"/>
  <p:tag name="KSO_WM_SLIDE_POSITION" val="0*0"/>
  <p:tag name="KSO_WM_TAG_VERSION" val="1.0"/>
  <p:tag name="KSO_WM_SLIDE_LAYOUT" val="a_d_f_i"/>
  <p:tag name="KSO_WM_SLIDE_LAYOUT_CNT" val="1_1_1_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id&quot;: &quot;2020-03-30T14:17:44&quot;,&#10;    &quot;maxSize&quot;: {&#10;        &quot;size1&quot;: 13.5&#10;    },&#10;    &quot;minSize&quot;: {&#10;        &quot;size1&quot;: 13.5&#10;    },&#10;    &quot;normalSize&quot;: {&#10;        &quot;size1&quot;: 13.5&#10;    },&#10;    &quot;subLayout&quot;: [&#10;        {&#10;            &quot;backgroundInfo&quot;: [&#10;                {&#10;                    &quot;bottom&quot;: 0,&#10;                    &quot;bottomAbs&quot;: false,&#10;                    &quot;left&quot;: 0,&#10;                    &quot;leftAbs&quot;: false,&#10;                    &quot;right&quot;: 0,&#10;                    &quot;rightAbs&quot;: false,&#10;                    &quot;top&quot;: 0,&#10;                    &quot;topAbs&quot;: false,&#10;                    &quot;type&quot;: &quot;navigation&quot;&#10;                }&#10;            ],&#10;            &quot;id&quot;: &quot;2020-03-30T14:17:44&quot;,&#10;            &quot;margin&quot;: {&#10;                &quot;bottom&quot;: 0.026000002399086952,&#10;                &quot;left&quot;: 1.690000057220459,&#10;                &quot;right&quot;: 1.690000057220459,&#10;                &quot;top&quot;: 0&#10;            },&#10;            &quot;type&quot;: 0&#10;        },&#10;        {&#10;            &quot;direction&quot;: 1,&#10;            &quot;id&quot;: &quot;2020-03-30T14:17:44&quot;,&#10;            &quot;maxSize&quot;: {&#10;                &quot;size1&quot;: 70&#10;            },&#10;            &quot;minSize&quot;: {&#10;                &quot;size1&quot;: 35&#10;            },&#10;            &quot;normalSize&quot;: {&#10;                &quot;size1&quot;: 65.212500000000006&#10;            },&#10;            &quot;subLayout&quot;: [&#10;                {&#10;                    &quot;id&quot;: &quot;2020-03-30T14:17:44&quot;,&#10;                    &quot;margin&quot;: {&#10;                        &quot;bottom&quot;: 4.0399999618530273,&#10;                        &quot;left&quot;: 2.1099998950958252,&#10;                        &quot;right&quot;: 2.0999999046325684,&#10;                        &quot;top&quot;: 2.2999999523162842&#10;                    },&#10;                    &quot;type&quot;: 0&#10;                },&#10;                {&#10;                    &quot;direction&quot;: 1,&#10;                    &quot;id&quot;: &quot;2020-03-30T14:17:44&quot;,&#10;                    &quot;margin&quot;: {&#10;                        &quot;bottom&quot;: 4.4800000190734863,&#10;                        &quot;left&quot;: 0.85000002384185791,&#10;                        &quot;right&quot;: 2.570000171661377,&#10;                        &quot;top&quot;: 2.7300000190734863&#10;                    },&#10;                    &quot;type&quot;: 0&#10;                }&#10;            ],&#10;            &quot;type&quot;: 0&#10;        }&#10;    ],&#10;    &quot;type&quot;: 0&#10;}&#10;"/>
  <p:tag name="KSO_WM_SLIDE_CAN_ADD_NAVIGATION" val="1"/>
  <p:tag name="KSO_WM_SLIDE_BACKGROUND" val="[&quot;general&quot;,&quot;navigation&quot;]"/>
  <p:tag name="KSO_WM_SLIDE_RATIO" val="1.777778"/>
  <p:tag name="KSO_WM_SLIDE_BK_DARK_LIGHT" val="2"/>
  <p:tag name="KSO_WM_SLIDE_BACKGROUND_TYPE" val="navigation"/>
</p:tagLst>
</file>

<file path=ppt/tags/tag1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SLIDE_BACKGROUND_TYPE" val="navigation"/>
  <p:tag name="KSO_WM_SLIDE_BK_DARK_LIGHT" val="2"/>
</p:tagLst>
</file>

<file path=ppt/tags/tag1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2"/>
  <p:tag name="KSO_WM_UNIT_LAYERLEVEL" val="1"/>
  <p:tag name="KSO_WM_TAG_VERSION" val="1.0"/>
  <p:tag name="KSO_WM_BEAUTIFY_FLAG" val="#wm#"/>
  <p:tag name="KSO_WM_SLIDE_BACKGROUND_TYPE" val="navigation"/>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128.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HIGHLIGHT" val="0"/>
  <p:tag name="KSO_WM_UNIT_COMPATIBLE" val="0"/>
  <p:tag name="KSO_WM_UNIT_DIAGRAM_ISNUMVISUAL" val="0"/>
  <p:tag name="KSO_WM_UNIT_DIAGRAM_ISREFERUNIT" val="0"/>
  <p:tag name="KSO_WM_UNIT_ID" val="diagram20203891_1*a*1"/>
  <p:tag name="KSO_WM_TEMPLATE_CATEGORY" val="diagram"/>
  <p:tag name="KSO_WM_TEMPLATE_INDEX" val="20203891"/>
  <p:tag name="KSO_WM_UNIT_LAYERLEVEL" val="1"/>
  <p:tag name="KSO_WM_TAG_VERSION" val="1.0"/>
  <p:tag name="KSO_WM_BEAUTIFY_FLAG" val="#wm#"/>
  <p:tag name="KSO_WM_UNIT_PRESET_TEXT" val="单击输入大标题"/>
  <p:tag name="KSO_WM_UNIT_VALUE" val="26"/>
  <p:tag name="KSO_WM_UNIT_TYPE" val="a"/>
  <p:tag name="KSO_WM_UNIT_INDEX" val="1"/>
  <p:tag name="KSO_WM_UNIT_DEFAULT_FONT" val="28;32;4"/>
  <p:tag name="KSO_WM_UNIT_BLOCK" val="0"/>
  <p:tag name="KSO_WM_UNIT_ISNUMDGMTITLE" val="0"/>
  <p:tag name="KSO_WM_UNIT_PLACING_PICTURE_MD4" val="0"/>
  <p:tag name="KSO_WM_UNIT_TEXT_FILL_FORE_SCHEMECOLOR_INDEX_BRIGHTNESS" val="0"/>
  <p:tag name="KSO_WM_UNIT_TEXT_FILL_FORE_SCHEMECOLOR_INDEX" val="14"/>
  <p:tag name="KSO_WM_UNIT_TEXT_FILL_TYPE" val="1"/>
</p:tagLst>
</file>

<file path=ppt/tags/tag1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3891_1*i*1"/>
  <p:tag name="KSO_WM_TEMPLATE_CATEGORY" val="diagram"/>
  <p:tag name="KSO_WM_TEMPLATE_INDEX" val="20203891"/>
  <p:tag name="KSO_WM_UNIT_LAYERLEVEL" val="1"/>
  <p:tag name="KSO_WM_TAG_VERSION" val="1.0"/>
  <p:tag name="KSO_WM_BEAUTIFY_FLAG" val="#wm#"/>
  <p:tag name="KSO_WM_UNIT_BLOCK" val="0"/>
  <p:tag name="KSO_WM_UNIT_SM_LIMIT_TYPE" val="2"/>
  <p:tag name="KSO_WM_UNIT_DECORATE_INFO" val="{&quot;DecorateInfoX&quot;:{&quot;IsLeft&quot;:false,&quot;IsRight&quot;:true,&quot;IsAbs&quot;:true},&quot;DecorateInfoY&quot;:{&quot;IsTop&quot;:true,&quot;IsBottom&quot;:false,&quot;IsAbs&quot;:true}}"/>
  <p:tag name="KSO_WM_UNIT_PLACING_PICTURE_MD4" val="0"/>
  <p:tag name="KSO_WM_UNIT_FILL_FORE_SCHEMECOLOR_INDEX_BRIGHTNESS" val="0"/>
  <p:tag name="KSO_WM_UNIT_FILL_FORE_SCHEMECOLOR_INDEX" val="16"/>
  <p:tag name="KSO_WM_UNIT_FILL_TYPE" val="1"/>
  <p:tag name="KSO_WM_UNIT_SHADOW_SCHEMECOLOR_INDEX_BRIGHTNESS" val="0"/>
  <p:tag name="KSO_WM_UNIT_SHADOW_SCHEMECOLOR_INDEX" val="13"/>
  <p:tag name="KSO_WM_UNIT_TEXT_FILL_TYPE" val="1"/>
</p:tagLst>
</file>

<file path=ppt/tags/tag1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3891_1*i*2"/>
  <p:tag name="KSO_WM_TEMPLATE_CATEGORY" val="diagram"/>
  <p:tag name="KSO_WM_TEMPLATE_INDEX" val="20203891"/>
  <p:tag name="KSO_WM_UNIT_LAYERLEVEL" val="1"/>
  <p:tag name="KSO_WM_TAG_VERSION" val="1.0"/>
  <p:tag name="KSO_WM_BEAUTIFY_FLAG" val="#wm#"/>
  <p:tag name="KSO_WM_UNIT_BLOCK" val="0"/>
  <p:tag name="KSO_WM_UNIT_SM_LIMIT_TYPE" val="2"/>
  <p:tag name="KSO_WM_UNIT_DECORATE_INFO" val="{&quot;DecorateInfoX&quot;:{&quot;IsLeft&quot;:true,&quot;IsRight&quot;:false,&quot;IsAbs&quot;:true},&quot;DecorateInfoY&quot;:{&quot;IsTop&quot;:true,&quot;IsBottom&quot;:false,&quot;IsAbs&quot;:true}}"/>
  <p:tag name="KSO_WM_UNIT_PLACING_PICTURE_MD4" val="0"/>
  <p:tag name="KSO_WM_UNIT_FILL_FORE_SCHEMECOLOR_INDEX_BRIGHTNESS" val="0"/>
  <p:tag name="KSO_WM_UNIT_FILL_FORE_SCHEMECOLOR_INDEX" val="16"/>
  <p:tag name="KSO_WM_UNIT_FILL_TYPE" val="1"/>
  <p:tag name="KSO_WM_UNIT_TEXT_FILL_TYPE" val="1"/>
</p:tagLst>
</file>

<file path=ppt/tags/tag1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203891_1*i*7"/>
  <p:tag name="KSO_WM_TEMPLATE_CATEGORY" val="diagram"/>
  <p:tag name="KSO_WM_TEMPLATE_INDEX" val="20203891"/>
  <p:tag name="KSO_WM_UNIT_LAYERLEVEL" val="1"/>
  <p:tag name="KSO_WM_TAG_VERSION" val="1.0"/>
  <p:tag name="KSO_WM_BEAUTIFY_FLAG" val="#wm#"/>
  <p:tag name="KSO_WM_UNIT_BLOCK" val="0"/>
  <p:tag name="KSO_WM_UNIT_SM_LIMIT_TYPE" val="1"/>
  <p:tag name="KSO_WM_UNIT_DECORATE_INFO" val="{&quot;DecorateInfoX&quot;:{&quot;IsLeft&quot;:true,&quot;IsRight&quot;:false,&quot;IsAbs&quot;:true},&quot;DecorateInfoY&quot;:{&quot;IsTop&quot;:true,&quot;IsBottom&quot;:false,&quot;IsAbs&quot;:true}}"/>
  <p:tag name="KSO_WM_UNIT_PLACING_PICTURE_MD4" val="0"/>
  <p:tag name="KSO_WM_UNIT_TEXT_FILL_TYPE" val="1"/>
</p:tagLst>
</file>

<file path=ppt/tags/tag1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3891_1*i*4"/>
  <p:tag name="KSO_WM_TEMPLATE_CATEGORY" val="diagram"/>
  <p:tag name="KSO_WM_TEMPLATE_INDEX" val="20203891"/>
  <p:tag name="KSO_WM_UNIT_LAYERLEVEL" val="1"/>
  <p:tag name="KSO_WM_TAG_VERSION" val="1.0"/>
  <p:tag name="KSO_WM_BEAUTIFY_FLAG" val="#wm#"/>
  <p:tag name="KSO_WM_UNIT_SM_LIMIT_TYPE" val="1"/>
  <p:tag name="KSO_WM_UNIT_PLACING_PICTURE_MD4" val="0"/>
  <p:tag name="KSO_WM_UNIT_FILL_FORE_SCHEMECOLOR_INDEX_BRIGHTNESS" val="-0.25"/>
  <p:tag name="KSO_WM_UNIT_FILL_FORE_SCHEMECOLOR_INDEX" val="8"/>
  <p:tag name="KSO_WM_UNIT_FILL_TYPE" val="1"/>
  <p:tag name="KSO_WM_UNIT_TEXT_FILL_TYPE" val="1"/>
</p:tagLst>
</file>

<file path=ppt/tags/tag1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3891_1*i*5"/>
  <p:tag name="KSO_WM_TEMPLATE_CATEGORY" val="diagram"/>
  <p:tag name="KSO_WM_TEMPLATE_INDEX" val="20203891"/>
  <p:tag name="KSO_WM_UNIT_LAYERLEVEL" val="1"/>
  <p:tag name="KSO_WM_TAG_VERSION" val="1.0"/>
  <p:tag name="KSO_WM_BEAUTIFY_FLAG" val="#wm#"/>
  <p:tag name="KSO_WM_UNIT_SM_LIMIT_TYPE" val="1"/>
  <p:tag name="KSO_WM_UNIT_PLACING_PICTURE_MD4" val="0"/>
  <p:tag name="KSO_WM_UNIT_FILL_FORE_SCHEMECOLOR_INDEX_BRIGHTNESS" val="-0.25"/>
  <p:tag name="KSO_WM_UNIT_FILL_FORE_SCHEMECOLOR_INDEX" val="8"/>
  <p:tag name="KSO_WM_UNIT_FILL_TYPE" val="1"/>
  <p:tag name="KSO_WM_UNIT_TEXT_FILL_TYPE" val="1"/>
</p:tagLst>
</file>

<file path=ppt/tags/tag1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203891_1*i*6"/>
  <p:tag name="KSO_WM_TEMPLATE_CATEGORY" val="diagram"/>
  <p:tag name="KSO_WM_TEMPLATE_INDEX" val="20203891"/>
  <p:tag name="KSO_WM_UNIT_LAYERLEVEL" val="1"/>
  <p:tag name="KSO_WM_TAG_VERSION" val="1.0"/>
  <p:tag name="KSO_WM_BEAUTIFY_FLAG" val="#wm#"/>
  <p:tag name="KSO_WM_UNIT_SM_LIMIT_TYPE" val="1"/>
  <p:tag name="KSO_WM_UNIT_PLACING_PICTURE_MD4" val="0"/>
  <p:tag name="KSO_WM_UNIT_FILL_FORE_SCHEMECOLOR_INDEX_BRIGHTNESS" val="-0.25"/>
  <p:tag name="KSO_WM_UNIT_FILL_FORE_SCHEMECOLOR_INDEX" val="8"/>
  <p:tag name="KSO_WM_UNIT_FILL_TYPE" val="1"/>
  <p:tag name="KSO_WM_UNIT_TEXT_FILL_TYPE" val="1"/>
</p:tagLst>
</file>

<file path=ppt/tags/tag1135.xml><?xml version="1.0" encoding="utf-8"?>
<p:tagLst xmlns:a="http://schemas.openxmlformats.org/drawingml/2006/main" xmlns:r="http://schemas.openxmlformats.org/officeDocument/2006/relationships" xmlns:p="http://schemas.openxmlformats.org/presentationml/2006/main">
  <p:tag name="KSO_WM_UNIT_PRESET_TEXT" val="我们是致力于研究AI智能创作PPT的一个团队;我们潜心钻研幻灯片的演示规律与创作思路，希望通过人工智能解放用户双手，不仅高效，而且精准。&#10;我们拥有金山办公软件30年的技术积累，WPS的300,000,000个忠实用户；以及一支富有研究精神，匠心做事的团队。"/>
  <p:tag name="KSO_WM_UNIT_NOCLEAR" val="0"/>
  <p:tag name="KSO_WM_UNIT_VALUE" val="40"/>
  <p:tag name="KSO_WM_UNIT_HIGHLIGHT" val="0"/>
  <p:tag name="KSO_WM_UNIT_COMPATIBLE" val="0"/>
  <p:tag name="KSO_WM_UNIT_DIAGRAM_ISNUMVISUAL" val="0"/>
  <p:tag name="KSO_WM_UNIT_DIAGRAM_ISREFERUNIT" val="0"/>
  <p:tag name="KSO_WM_UNIT_TYPE" val="f"/>
  <p:tag name="KSO_WM_UNIT_INDEX" val="1"/>
  <p:tag name="KSO_WM_UNIT_ID" val="diagram20203891_1*f*1"/>
  <p:tag name="KSO_WM_TEMPLATE_CATEGORY" val="diagram"/>
  <p:tag name="KSO_WM_TEMPLATE_INDEX" val="20203891"/>
  <p:tag name="KSO_WM_UNIT_LAYERLEVEL" val="1"/>
  <p:tag name="KSO_WM_TAG_VERSION" val="1.0"/>
  <p:tag name="KSO_WM_BEAUTIFY_FLAG" val="#wm#"/>
  <p:tag name="KSO_WM_UNIT_DEFAULT_FONT" val="14;16;2"/>
  <p:tag name="KSO_WM_UNIT_BLOCK" val="0"/>
  <p:tag name="KSO_WM_UNIT_SM_LIMIT_TYPE" val="1"/>
  <p:tag name="KSO_WM_UNIT_PLACING_PICTURE_MD4" val="0"/>
  <p:tag name="KSO_WM_UNIT_TEXT_FILL_FORE_SCHEMECOLOR_INDEX_BRIGHTNESS" val="0.35"/>
  <p:tag name="KSO_WM_UNIT_TEXT_FILL_FORE_SCHEMECOLOR_INDEX" val="13"/>
  <p:tag name="KSO_WM_UNIT_TEXT_FILL_TYPE" val="1"/>
</p:tagLst>
</file>

<file path=ppt/tags/tag11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3891_1*d*1"/>
  <p:tag name="KSO_WM_TEMPLATE_CATEGORY" val="diagram"/>
  <p:tag name="KSO_WM_TEMPLATE_INDEX" val="20203891"/>
  <p:tag name="KSO_WM_UNIT_LAYERLEVEL" val="1"/>
  <p:tag name="KSO_WM_TAG_VERSION" val="1.0"/>
  <p:tag name="KSO_WM_BEAUTIFY_FLAG" val="#wm#"/>
  <p:tag name="KSO_WM_UNIT_PLACING_PICTURE_INFO" val="{&quot;full_picture&quot;:false,&quot;last_crop_picture&quot;:&quot;1-1&quot;,&quot;selected&quot;:&quot;1-1&quot;,&quot;spacing&quot;:6}"/>
  <p:tag name="KSO_WM_UNIT_VALUE" val="1016*1355"/>
  <p:tag name="KSO_WM_UNIT_TYPE" val="d"/>
  <p:tag name="KSO_WM_UNIT_INDEX" val="1"/>
  <p:tag name="KSO_WM_UNIT_SUPPORT_UNIT_TYPE" val="[&quot;all&quot;]"/>
  <p:tag name="KSO_WM_UNIT_BLOCK" val="0"/>
  <p:tag name="KSO_WM_UNIT_SM_LIMIT_TYPE" val="1"/>
  <p:tag name="KSO_WM_UNIT_PLACING_PICTURE_MD4" val="0"/>
  <p:tag name="REFSHAPE" val="1998851300"/>
</p:tagLst>
</file>

<file path=ppt/tags/tag113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94589"/>
  <p:tag name="KSO_WM_SLIDE_COLORSCHEME_VERSION" val="3.2"/>
  <p:tag name="KSO_WM_SLIDE_ID" val="diagram20194589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877*504"/>
  <p:tag name="KSO_WM_SLIDE_POSITION" val="0*0"/>
  <p:tag name="KSO_WM_TAG_VERSION" val="1.0"/>
  <p:tag name="KSO_WM_SLIDE_LAYOUT" val="a_f"/>
  <p:tag name="KSO_WM_SLIDE_LAYOUT_CNT" val="1_1"/>
  <p:tag name="KSO_WM_SLIDE_BK_DARK_LIGHT" val="2"/>
  <p:tag name="KSO_WM_SLIDE_BACKGROUND_TYPE" val="general"/>
</p:tagLst>
</file>

<file path=ppt/tags/tag1138.xml><?xml version="1.0" encoding="utf-8"?>
<p:tagLst xmlns:a="http://schemas.openxmlformats.org/drawingml/2006/main" xmlns:r="http://schemas.openxmlformats.org/officeDocument/2006/relationships" xmlns:p="http://schemas.openxmlformats.org/presentationml/2006/main">
  <p:tag name="KSO_WM_UNIT_COLOR_SCHEME_SHAPE_ID" val="17"/>
  <p:tag name="KSO_WM_UNIT_COLOR_SCHEME_PARENT_PAGE" val="0_1"/>
  <p:tag name="KSO_WM_UNIT_FOIL_COLOR" val="1"/>
  <p:tag name="KSO_WM_UNIT_HIGHLIGHT" val="0"/>
  <p:tag name="KSO_WM_UNIT_COMPATIBLE" val="0"/>
  <p:tag name="KSO_WM_UNIT_DIAGRAM_ISNUMVISUAL" val="0"/>
  <p:tag name="KSO_WM_UNIT_DIAGRAM_ISREFERUNIT" val="0"/>
  <p:tag name="KSO_WM_UNIT_TYPE" val="i"/>
  <p:tag name="KSO_WM_UNIT_INDEX" val="2"/>
  <p:tag name="KSO_WM_UNIT_ID" val="diagram20194589_1*i*2"/>
  <p:tag name="KSO_WM_TEMPLATE_CATEGORY" val="diagram"/>
  <p:tag name="KSO_WM_TEMPLATE_INDEX" val="20194589"/>
  <p:tag name="KSO_WM_UNIT_LAYERLEVEL" val="1"/>
  <p:tag name="KSO_WM_TAG_VERSION" val="1.0"/>
  <p:tag name="KSO_WM_BEAUTIFY_FLAG" val="#wm#"/>
  <p:tag name="KSO_WM_UNIT_FILL_FORE_SCHEMECOLOR_INDEX_BRIGHTNESS" val="0"/>
  <p:tag name="KSO_WM_UNIT_FILL_FORE_SCHEMECOLOR_INDEX" val="14"/>
  <p:tag name="KSO_WM_UNIT_FILL_TYPE" val="1"/>
  <p:tag name="KSO_WM_UNIT_SHADOW_SCHEMECOLOR_INDEX_BRIGHTNESS" val="0"/>
  <p:tag name="KSO_WM_UNIT_SHADOW_SCHEMECOLOR_INDEX" val="5"/>
  <p:tag name="KSO_WM_UNIT_TEXT_FILL_FORE_SCHEMECOLOR_INDEX_BRIGHTNESS" val="0"/>
  <p:tag name="KSO_WM_UNIT_TEXT_FILL_FORE_SCHEMECOLOR_INDEX" val="14"/>
  <p:tag name="KSO_WM_UNIT_TEXT_FILL_TYPE" val="1"/>
</p:tagLst>
</file>

<file path=ppt/tags/tag1139.xml><?xml version="1.0" encoding="utf-8"?>
<p:tagLst xmlns:a="http://schemas.openxmlformats.org/drawingml/2006/main" xmlns:r="http://schemas.openxmlformats.org/officeDocument/2006/relationships" xmlns:p="http://schemas.openxmlformats.org/presentationml/2006/main">
  <p:tag name="KSO_WM_UNIT_COLOR_SCHEME_SHAPE_ID" val="12"/>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3"/>
  <p:tag name="KSO_WM_UNIT_ID" val="diagram20194589_1*i*3"/>
  <p:tag name="KSO_WM_TEMPLATE_CATEGORY" val="diagram"/>
  <p:tag name="KSO_WM_TEMPLATE_INDEX" val="20194589"/>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14"/>
  <p:tag name="KSO_WM_UNIT_TEXT_FILL_TYPE" val="1"/>
</p:tagLst>
</file>

<file path=ppt/tags/tag1140.xml><?xml version="1.0" encoding="utf-8"?>
<p:tagLst xmlns:a="http://schemas.openxmlformats.org/drawingml/2006/main" xmlns:r="http://schemas.openxmlformats.org/officeDocument/2006/relationships" xmlns:p="http://schemas.openxmlformats.org/presentationml/2006/main">
  <p:tag name="KSO_WM_UNIT_COLOR_SCHEME_SHAPE_ID" val="13"/>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4"/>
  <p:tag name="KSO_WM_UNIT_ID" val="diagram20194589_1*i*4"/>
  <p:tag name="KSO_WM_TEMPLATE_CATEGORY" val="diagram"/>
  <p:tag name="KSO_WM_TEMPLATE_INDEX" val="20194589"/>
  <p:tag name="KSO_WM_UNIT_LAYERLEVEL" val="1"/>
  <p:tag name="KSO_WM_TAG_VERSION" val="1.0"/>
  <p:tag name="KSO_WM_BEAUTIFY_FLAG" val="#wm#"/>
  <p:tag name="KSO_WM_UNIT_FILL_FORE_SCHEMECOLOR_INDEX_BRIGHTNESS" val="0.4"/>
  <p:tag name="KSO_WM_UNIT_FILL_FORE_SCHEMECOLOR_INDEX" val="6"/>
  <p:tag name="KSO_WM_UNIT_FILL_TYPE" val="1"/>
  <p:tag name="KSO_WM_UNIT_TEXT_FILL_FORE_SCHEMECOLOR_INDEX_BRIGHTNESS" val="0"/>
  <p:tag name="KSO_WM_UNIT_TEXT_FILL_FORE_SCHEMECOLOR_INDEX" val="14"/>
  <p:tag name="KSO_WM_UNIT_TEXT_FILL_TYPE" val="1"/>
</p:tagLst>
</file>

<file path=ppt/tags/tag1141.xml><?xml version="1.0" encoding="utf-8"?>
<p:tagLst xmlns:a="http://schemas.openxmlformats.org/drawingml/2006/main" xmlns:r="http://schemas.openxmlformats.org/officeDocument/2006/relationships" xmlns:p="http://schemas.openxmlformats.org/presentationml/2006/main">
  <p:tag name="KSO_WM_UNIT_TEXT_PART_ID_V2" val="a-3-2"/>
  <p:tag name="KSO_WM_UNIT_COLOR_SCHEME_SHAPE_ID" val="19"/>
  <p:tag name="KSO_WM_UNIT_COLOR_SCHEME_PARENT_PAGE" val="0_1"/>
  <p:tag name="KSO_WM_UNIT_ISCONTENTSTITLE" val="0"/>
  <p:tag name="KSO_WM_UNIT_NOCLEAR" val="0"/>
  <p:tag name="KSO_WM_UNIT_VALUE" val="17"/>
  <p:tag name="KSO_WM_UNIT_HIGHLIGHT" val="0"/>
  <p:tag name="KSO_WM_UNIT_COMPATIBLE" val="0"/>
  <p:tag name="KSO_WM_UNIT_DIAGRAM_ISNUMVISUAL" val="0"/>
  <p:tag name="KSO_WM_UNIT_DIAGRAM_ISREFERUNIT" val="0"/>
  <p:tag name="KSO_WM_UNIT_TYPE" val="a"/>
  <p:tag name="KSO_WM_UNIT_INDEX" val="1"/>
  <p:tag name="KSO_WM_UNIT_ID" val="diagram20194589_1*a*1"/>
  <p:tag name="KSO_WM_TEMPLATE_CATEGORY" val="diagram"/>
  <p:tag name="KSO_WM_TEMPLATE_INDEX" val="20194589"/>
  <p:tag name="KSO_WM_UNIT_LAYERLEVEL" val="1"/>
  <p:tag name="KSO_WM_TAG_VERSION" val="1.0"/>
  <p:tag name="KSO_WM_BEAUTIFY_FLAG" val="#wm#"/>
  <p:tag name="KSO_WM_UNIT_PRESET_TEXT" val="户外拓展训练目的"/>
  <p:tag name="KSO_WM_UNIT_TEXT_FILL_FORE_SCHEMECOLOR_INDEX_BRIGHTNESS" val="0.25"/>
  <p:tag name="KSO_WM_UNIT_TEXT_FILL_FORE_SCHEMECOLOR_INDEX" val="13"/>
  <p:tag name="KSO_WM_UNIT_TEXT_FILL_TYPE" val="1"/>
</p:tagLst>
</file>

<file path=ppt/tags/tag1142.xml><?xml version="1.0" encoding="utf-8"?>
<p:tagLst xmlns:a="http://schemas.openxmlformats.org/drawingml/2006/main" xmlns:r="http://schemas.openxmlformats.org/officeDocument/2006/relationships" xmlns:p="http://schemas.openxmlformats.org/presentationml/2006/main">
  <p:tag name="KSO_WM_UNIT_TEXT_PART_ID_V2" val="d-1-2"/>
  <p:tag name="KSO_WM_UNIT_COLOR_SCHEME_SHAPE_ID" val="2"/>
  <p:tag name="KSO_WM_UNIT_COLOR_SCHEME_PARENT_PAGE" val="0_1"/>
  <p:tag name="KSO_WM_UNIT_PRESET_TEXT" val="户外拓展训练通常利用崇山峻岭、翰海大川等自然环境，通过精心设计的活动达到&quot;磨练意志、陶冶情操、完善人格、熔炼团队&quot;的拓展培训目的。"/>
  <p:tag name="KSO_WM_UNIT_NOCLEAR" val="1"/>
  <p:tag name="KSO_WM_UNIT_VALUE" val="130"/>
  <p:tag name="KSO_WM_UNIT_HIGHLIGHT" val="0"/>
  <p:tag name="KSO_WM_UNIT_COMPATIBLE" val="0"/>
  <p:tag name="KSO_WM_UNIT_DIAGRAM_ISNUMVISUAL" val="0"/>
  <p:tag name="KSO_WM_UNIT_DIAGRAM_ISREFERUNIT" val="0"/>
  <p:tag name="KSO_WM_UNIT_TYPE" val="f"/>
  <p:tag name="KSO_WM_UNIT_INDEX" val="1"/>
  <p:tag name="KSO_WM_UNIT_ID" val="diagram20194589_1*f*1"/>
  <p:tag name="KSO_WM_TEMPLATE_CATEGORY" val="diagram"/>
  <p:tag name="KSO_WM_TEMPLATE_INDEX" val="20194589"/>
  <p:tag name="KSO_WM_UNIT_LAYERLEVEL" val="1"/>
  <p:tag name="KSO_WM_TAG_VERSION" val="1.0"/>
  <p:tag name="KSO_WM_BEAUTIFY_FLAG" val="#wm#"/>
  <p:tag name="KSO_WM_UNIT_TEXT_FILL_FORE_SCHEMECOLOR_INDEX_BRIGHTNESS" val="0.25"/>
  <p:tag name="KSO_WM_UNIT_TEXT_FILL_FORE_SCHEMECOLOR_INDEX" val="13"/>
  <p:tag name="KSO_WM_UNIT_TEXT_FILL_TYPE" val="1"/>
</p:tagLst>
</file>

<file path=ppt/tags/tag1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2*i*1"/>
  <p:tag name="KSO_WM_UNIT_LAYERLEVEL" val="1"/>
  <p:tag name="KSO_WM_TAG_VERSION" val="1.0"/>
  <p:tag name="KSO_WM_BEAUTIFY_FLAG" val="#wm#"/>
  <p:tag name="KSO_WM_SLIDE_BACKGROUND_TYPE" val="general"/>
  <p:tag name="KSO_WM_SLIDE_BK_DARK_LIGHT" val="2"/>
</p:tagLst>
</file>

<file path=ppt/tags/tag114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0321"/>
  <p:tag name="KSO_WM_SLIDE_ID" val="diagram20200321_1"/>
  <p:tag name="KSO_WM_TEMPLATE_SUBCATEGORY" val="11"/>
  <p:tag name="KSO_WM_SLIDE_ITEM_CNT" val="0"/>
  <p:tag name="KSO_WM_SLIDE_INDEX" val="1"/>
  <p:tag name="KSO_WM_TAG_VERSION" val="1.0"/>
  <p:tag name="KSO_WM_SLIDE_LAYOUT" val="a_d_f"/>
  <p:tag name="KSO_WM_SLIDE_LAYOUT_CNT" val="1_1_1"/>
  <p:tag name="KSO_WM_SLIDE_TYPE" val="text"/>
  <p:tag name="KSO_WM_SLIDE_SUBTYPE" val="picTxt"/>
  <p:tag name="KSO_WM_SLIDE_SIZE" val="866*458"/>
  <p:tag name="KSO_WM_SLIDE_POSITION" val="47*34"/>
  <p:tag name="KSO_WM_TEMPLATE_MASTER_TYPE" val="0"/>
  <p:tag name="KSO_WM_TEMPLATE_COLOR_TYPE" val="1"/>
  <p:tag name="KSO_WM_UNIT_SHOW_EDIT_AREA_INDICATION" val="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id&quot;: &quot;2020-03-30T14:31:51&quot;,&#10;    &quot;maxSize&quot;: {&#10;        &quot;size1&quot;: 32.799999999999997&#10;    },&#10;    &quot;minSize&quot;: {&#10;        &quot;size1&quot;: 24.600000000000001&#10;    },&#10;    &quot;normalSize&quot;: {&#10;        &quot;size1&quot;: 25.054320987654325&#10;    },&#10;    &quot;subLayout&quot;: [&#10;        {&#10;            &quot;horizontalAlign&quot;: 0,&#10;            &quot;id&quot;: &quot;2020-03-30T14:31:51&quot;,&#10;            &quot;margin&quot;: {&#10;                &quot;bottom&quot;: 1.2439998388290405,&#10;                &quot;left&quot;: 1.690000057220459,&#10;                &quot;right&quot;: 1.690000057220459,&#10;                &quot;top&quot;: 1.690000057220459&#10;            },&#10;            &quot;type&quot;: 0,&#10;            &quot;verticalAlign&quot;: 1&#10;        },&#10;        {&#10;            &quot;backgroundInfo&quot;: [&#10;                {&#10;                    &quot;bottom&quot;: 0.058357569999999998,&#10;                    &quot;bottomAbs&quot;: false,&#10;                    &quot;left&quot;: 0,&#10;                    &quot;leftAbs&quot;: false,&#10;                    &quot;right&quot;: 0,&#10;                    &quot;rightAbs&quot;: false,&#10;                    &quot;top&quot;: -0.058357569999999998,&#10;                    &quot;topAbs&quot;: false,&#10;                    &quot;type&quot;: &quot;bottomTop&quot;&#10;                }&#10;            ],&#10;            &quot;direction&quot;: 1,&#10;            &quot;id&quot;: &quot;2020-03-30T14:31:51&quot;,&#10;            &quot;maxSize&quot;: {&#10;                &quot;size1&quot;: 68.099999999999994&#10;            },&#10;            &quot;minSize&quot;: {&#10;                &quot;size1&quot;: 36.200000000000003&#10;            },&#10;            &quot;normalSize&quot;: {&#10;                &quot;size1&quot;: 64.245833333333337&#10;            },&#10;            &quot;subLayout&quot;: [&#10;                {&#10;                    &quot;horizontalAlign&quot;: 0,&#10;                    &quot;id&quot;: &quot;2020-03-30T14:31:51&quot;,&#10;                    &quot;margin&quot;: {&#10;                        &quot;bottom&quot;: 1.690000057220459,&#10;                        &quot;left&quot;: 1.7029999494552612,&#10;                        &quot;right&quot;: 1.034000039100647,&#10;                        &quot;top&quot;: 0.026000002399086952&#10;                    },&#10;                    &quot;marginOverLayout&quot;: {&#10;                        &quot;bottom&quot;: 1.690000057220459,&#10;                        &quot;left&quot;: 1.7029999494552612,&#10;                        &quot;right&quot;: 1.034000039100647,&#10;                        &quot;top&quot;: 0.026000002399086952&#10;                    },&#10;                    &quot;type&quot;: 1,&#10;                    &quot;verticalAlign&quot;: 1&#10;                },&#10;                {&#10;                    &quot;horizontalAlign&quot;: 0,&#10;                    &quot;id&quot;: &quot;2020-03-30T14:31:51&quot;,&#10;                    &quot;margin&quot;: {&#10;                        &quot;bottom&quot;: 1.690000057220459,&#10;                        &quot;left&quot;: 0.026000002399086952,&#10;                        &quot;right&quot;: 1.690000057220459,&#10;                        &quot;top&quot;: 0.026000002399086952&#10;                    },&#10;                    &quot;type&quot;: 0,&#10;                    &quot;verticalAlign&quot;: 1&#10;                }&#10;            ],&#10;            &quot;type&quot;: 0&#10;        }&#10;    ],&#10;    &quot;type&quot;: 1&#10;}&#10;"/>
  <p:tag name="KSO_WM_SLIDE_CAN_ADD_NAVIGATION" val="1"/>
  <p:tag name="KSO_WM_SLIDE_BACKGROUND" val="[&quot;general&quot;,&quot;frame&quot;,&quot;bottomTop&quot;]"/>
  <p:tag name="KSO_WM_SLIDE_RATIO" val="1.777778"/>
  <p:tag name="KSO_WM_SLIDE_BK_DARK_LIGHT" val="2"/>
  <p:tag name="KSO_WM_SLIDE_BACKGROUND_TYPE" val="bottomTop"/>
</p:tagLst>
</file>

<file path=ppt/tags/tag114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UNIT_TYPE" val="i"/>
</p:tagLst>
</file>

<file path=ppt/tags/tag11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 name="KSO_WM_SLIDE_BACKGROUND_TYPE" val="bottomTop"/>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147.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点击输入大标题"/>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200321_1*a*1"/>
  <p:tag name="KSO_WM_TEMPLATE_CATEGORY" val="diagram"/>
  <p:tag name="KSO_WM_TEMPLATE_INDEX" val="20200321"/>
  <p:tag name="KSO_WM_UNIT_LAYERLEVEL" val="1"/>
  <p:tag name="KSO_WM_TAG_VERSION" val="1.0"/>
  <p:tag name="KSO_WM_BEAUTIFY_FLAG" val="#wm#"/>
  <p:tag name="KSO_WM_UNIT_ISNUMDGMTITLE" val="0"/>
  <p:tag name="KSO_WM_UNIT_SHOW_EDIT_AREA_INDICATION" val="1"/>
  <p:tag name="KSO_WM_UNIT_PLACING_PICTURE_MD4" val="0"/>
  <p:tag name="KSO_WM_UNIT_DEFAULT_FONT" val="32;36;4"/>
  <p:tag name="KSO_WM_UNIT_BLOCK" val="0"/>
  <p:tag name="KSO_WM_UNIT_SM_LIMIT_TYPE" val="1"/>
  <p:tag name="KSO_WM_UNIT_SMARTLAYOUT_COMPRESS_INFO" val="{&#10;    &quot;id&quot;: &quot;2020-03-30T14:31:51&quot;,&#10;    &quot;max&quot;: 0,&#10;    &quot;parentMax&quot;: {&#10;        &quot;max&quot;: 1.8399999999999965&#10;    },&#10;    &quot;topChanged&quot;: 0&#10;}&#10;"/>
  <p:tag name="KSO_WM_UNIT_TEXT_FILL_FORE_SCHEMECOLOR_INDEX_BRIGHTNESS" val="0.25"/>
  <p:tag name="KSO_WM_UNIT_TEXT_FILL_FORE_SCHEMECOLOR_INDEX" val="13"/>
  <p:tag name="KSO_WM_UNIT_TEXT_FILL_TYPE" val="1"/>
</p:tagLst>
</file>

<file path=ppt/tags/tag1148.xml><?xml version="1.0" encoding="utf-8"?>
<p:tagLst xmlns:a="http://schemas.openxmlformats.org/drawingml/2006/main" xmlns:r="http://schemas.openxmlformats.org/officeDocument/2006/relationships" xmlns:p="http://schemas.openxmlformats.org/presentationml/2006/main">
  <p:tag name="KSO_WM_UNIT_PRESET_TEXT" val="点击输入正文"/>
  <p:tag name="KSO_WM_UNIT_NOCLEAR" val="0"/>
  <p:tag name="KSO_WM_UNIT_VALUE" val="154"/>
  <p:tag name="KSO_WM_UNIT_HIGHLIGHT" val="0"/>
  <p:tag name="KSO_WM_UNIT_COMPATIBLE" val="0"/>
  <p:tag name="KSO_WM_UNIT_DIAGRAM_ISNUMVISUAL" val="0"/>
  <p:tag name="KSO_WM_UNIT_DIAGRAM_ISREFERUNIT" val="0"/>
  <p:tag name="KSO_WM_UNIT_TYPE" val="f"/>
  <p:tag name="KSO_WM_UNIT_INDEX" val="1"/>
  <p:tag name="KSO_WM_UNIT_ID" val="diagram20200321_1*f*1"/>
  <p:tag name="KSO_WM_TEMPLATE_CATEGORY" val="diagram"/>
  <p:tag name="KSO_WM_TEMPLATE_INDEX" val="20200321"/>
  <p:tag name="KSO_WM_UNIT_LAYERLEVEL" val="1"/>
  <p:tag name="KSO_WM_TAG_VERSION" val="1.0"/>
  <p:tag name="KSO_WM_BEAUTIFY_FLAG" val="#wm#"/>
  <p:tag name="KSO_WM_UNIT_SHOW_EDIT_AREA_INDICATION" val="1"/>
  <p:tag name="KSO_WM_UNIT_PLACING_PICTURE_MD4" val="0"/>
  <p:tag name="KSO_WM_UNIT_DEFAULT_FONT" val="14;18;2"/>
  <p:tag name="KSO_WM_UNIT_BLOCK" val="0"/>
  <p:tag name="KSO_WM_UNIT_TEXT_FILL_FORE_SCHEMECOLOR_INDEX_BRIGHTNESS" val="0.35"/>
  <p:tag name="KSO_WM_UNIT_TEXT_FILL_FORE_SCHEMECOLOR_INDEX" val="13"/>
  <p:tag name="KSO_WM_UNIT_TEXT_FILL_TYPE" val="1"/>
</p:tagLst>
</file>

<file path=ppt/tags/tag11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0321_1*i*2"/>
  <p:tag name="KSO_WM_TEMPLATE_CATEGORY" val="diagram"/>
  <p:tag name="KSO_WM_TEMPLATE_INDEX" val="20200321"/>
  <p:tag name="KSO_WM_UNIT_LAYERLEVEL" val="1"/>
  <p:tag name="KSO_WM_TAG_VERSION" val="1.0"/>
  <p:tag name="KSO_WM_BEAUTIFY_FLAG" val="#wm#"/>
  <p:tag name="KSO_WM_UNIT_PLACING_PICTURE_MD4" val="0"/>
  <p:tag name="KSO_WM_UNIT_SM_LIMIT_TYPE" val="1"/>
  <p:tag name="KSO_WM_UNIT_LINE_FORE_SCHEMECOLOR_INDEX_BRIGHTNESS" val="0.25"/>
  <p:tag name="KSO_WM_UNIT_LINE_FORE_SCHEMECOLOR_INDEX" val="13"/>
  <p:tag name="KSO_WM_UNIT_LINE_FILL_TYPE" val="2"/>
</p:tagLst>
</file>

<file path=ppt/tags/tag11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0321_1*i*3"/>
  <p:tag name="KSO_WM_TEMPLATE_CATEGORY" val="diagram"/>
  <p:tag name="KSO_WM_TEMPLATE_INDEX" val="20200321"/>
  <p:tag name="KSO_WM_UNIT_LAYERLEVEL" val="1"/>
  <p:tag name="KSO_WM_TAG_VERSION" val="1.0"/>
  <p:tag name="KSO_WM_BEAUTIFY_FLAG" val="#wm#"/>
  <p:tag name="KSO_WM_UNIT_PLACING_PICTURE_MD4" val="0"/>
  <p:tag name="KSO_WM_UNIT_SM_LIMIT_TYPE" val="1"/>
  <p:tag name="KSO_WM_UNIT_LINE_FORE_SCHEMECOLOR_INDEX_BRIGHTNESS" val="0.25"/>
  <p:tag name="KSO_WM_UNIT_LINE_FORE_SCHEMECOLOR_INDEX" val="13"/>
  <p:tag name="KSO_WM_UNIT_LINE_FILL_TYPE" val="2"/>
</p:tagLst>
</file>

<file path=ppt/tags/tag115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2619.4912719726562,&quot;width&quot;:4963.2480604147067}"/>
  <p:tag name="REFSHAPE" val="974621300"/>
  <p:tag name="FEATURENAME" val="collage"/>
  <p:tag name="KSO_WM_UNIT_VALUE" val="1266*2031"/>
  <p:tag name="KSO_WM_UNIT_HIGHLIGHT" val="0"/>
  <p:tag name="KSO_WM_UNIT_COMPATIBLE" val="0"/>
  <p:tag name="KSO_WM_UNIT_DIAGRAM_ISNUMVISUAL" val="0"/>
  <p:tag name="KSO_WM_UNIT_DIAGRAM_ISREFERUNIT" val="0"/>
  <p:tag name="KSO_WM_UNIT_TYPE" val="d"/>
  <p:tag name="KSO_WM_UNIT_INDEX" val="1"/>
  <p:tag name="KSO_WM_UNIT_ID" val="diagram20200321_1*d*1"/>
  <p:tag name="KSO_WM_TEMPLATE_CATEGORY" val="diagram"/>
  <p:tag name="KSO_WM_TEMPLATE_INDEX" val="20200321"/>
  <p:tag name="KSO_WM_UNIT_LAYERLEVEL" val="1"/>
  <p:tag name="KSO_WM_TAG_VERSION" val="1.0"/>
  <p:tag name="KSO_WM_BEAUTIFY_FLAG" val="#wm#"/>
  <p:tag name="KSO_WM_UNIT_PLACING_PICTURE_INFO" val="{&quot;code&quot;:&quot;A&quot;,&quot;full_picture&quot;:true,&quot;last_crop_picture&quot;:&quot;[1]&quot;,&quot;last_full_picture&quot;:&quot;A&quot;,&quot;margin&quot;:{&quot;left&quot;:76.391153635031884,&quot;right&quot;:77.222451316796509},&quot;scheme&quot;:&quot;2-1&quot;,&quot;spacing&quot;:5}"/>
  <p:tag name="KSO_WM_UNIT_SUPPORT_UNIT_TYPE" val="[&quot;all&quot;]"/>
  <p:tag name="KSO_WM_UNIT_PLACING_PICTURE_USER_RELATIVERECTANGLE" val="{&quot;bottom&quot;:0,&quot;left&quot;:0,&quot;right&quot;:0,&quot;top&quot;:0}"/>
  <p:tag name="KSO_WM_UNIT_PLACING_PICTURE_COLLAGE_RELATIVERECTANGLE" val="{&quot;bottom&quot;:0,&quot;left&quot;:-0.012391069353023774,&quot;right&quot;:-0.012391069353023774,&quot;top&quot;:0}"/>
  <p:tag name="KSO_WM_UNIT_PLACING_PICTURE_COLLAGE_VIEWPORT" val="{&quot;height&quot;:2601.0913385826761,&quot;width&quot;:5014.541403586989}"/>
  <p:tag name="KSO_WM_UNIT_PLACING_PICTURE_MD4" val="0"/>
  <p:tag name="KSO_WM_UNIT_BLOCK" val="0"/>
  <p:tag name="KSO_WM_UNIT_PLACING_PICTURE" val="43839.6939084144"/>
</p:tagLst>
</file>

<file path=ppt/tags/tag115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2619.4912719726562,&quot;width&quot;:4963.2480604147067}"/>
  <p:tag name="REFSHAPE" val="1813878836"/>
  <p:tag name="FEATURENAME" val="collage"/>
  <p:tag name="KSO_WM_UNIT_VALUE" val="1266*2031"/>
  <p:tag name="KSO_WM_UNIT_HIGHLIGHT" val="0"/>
  <p:tag name="KSO_WM_UNIT_COMPATIBLE" val="0"/>
  <p:tag name="KSO_WM_UNIT_DIAGRAM_ISNUMVISUAL" val="0"/>
  <p:tag name="KSO_WM_UNIT_DIAGRAM_ISREFERUNIT" val="0"/>
  <p:tag name="KSO_WM_UNIT_TYPE" val="d"/>
  <p:tag name="KSO_WM_UNIT_INDEX" val="1"/>
  <p:tag name="KSO_WM_UNIT_ID" val="diagram20200321_1*d*1"/>
  <p:tag name="KSO_WM_TEMPLATE_CATEGORY" val="diagram"/>
  <p:tag name="KSO_WM_TEMPLATE_INDEX" val="20200321"/>
  <p:tag name="KSO_WM_UNIT_LAYERLEVEL" val="1"/>
  <p:tag name="KSO_WM_TAG_VERSION" val="1.0"/>
  <p:tag name="KSO_WM_BEAUTIFY_FLAG" val="#wm#"/>
  <p:tag name="KSO_WM_UNIT_PLACING_PICTURE_INFO" val="{&quot;code&quot;:&quot;A&quot;,&quot;full_picture&quot;:true,&quot;last_crop_picture&quot;:&quot;[1]&quot;,&quot;last_full_picture&quot;:&quot;A&quot;,&quot;margin&quot;:{&quot;left&quot;:76.391153635031884,&quot;right&quot;:77.222451316796509},&quot;scheme&quot;:&quot;2-1&quot;,&quot;spacing&quot;:5}"/>
  <p:tag name="KSO_WM_UNIT_SUPPORT_UNIT_TYPE" val="[&quot;all&quot;]"/>
  <p:tag name="KSO_WM_UNIT_PLACING_PICTURE_USER_RELATIVERECTANGLE" val="{&quot;bottom&quot;:0,&quot;left&quot;:0,&quot;right&quot;:0,&quot;top&quot;:0}"/>
  <p:tag name="KSO_WM_UNIT_PLACING_PICTURE_COLLAGE_RELATIVERECTANGLE" val="{&quot;bottom&quot;:0,&quot;left&quot;:-0.011779577648908076,&quot;right&quot;:-0.01177957764890817,&quot;top&quot;:0}"/>
  <p:tag name="KSO_WM_UNIT_PLACING_PICTURE_COLLAGE_VIEWPORT" val="{&quot;height&quot;:2601.0913385826761,&quot;width&quot;:5014.541403586989}"/>
  <p:tag name="KSO_WM_UNIT_PLACING_PICTURE_MD4" val="0"/>
  <p:tag name="KSO_WM_UNIT_BLOCK" val="0"/>
  <p:tag name="KSO_WM_UNIT_PLACING_PICTURE" val="43839.6939084144"/>
</p:tagLst>
</file>

<file path=ppt/tags/tag11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2"/>
  <p:tag name="KSO_WM_UNIT_LAYERLEVEL" val="1"/>
  <p:tag name="KSO_WM_TAG_VERSION" val="1.0"/>
  <p:tag name="KSO_WM_BEAUTIFY_FLAG" val="#wm#"/>
  <p:tag name="KSO_WM_SLIDE_BACKGROUND_TYPE" val="bottomTop"/>
  <p:tag name="KSO_WM_SLIDE_BK_DARK_LIGHT" val="2"/>
  <p:tag name="KSO_WM_UNIT_TYPE" val="i"/>
  <p:tag name="KSO_WM_UNIT_INDEX" val="2"/>
  <p:tag name="KSO_WM_UNIT_FILL_TYPE" val="1"/>
  <p:tag name="KSO_WM_UNIT_TEXT_FILL_FORE_SCHEMECOLOR_INDEX_BRIGHTNESS" val="0"/>
  <p:tag name="KSO_WM_UNIT_TEXT_FILL_FORE_SCHEMECOLOR_INDEX" val="13"/>
  <p:tag name="KSO_WM_UNIT_TEXT_FILL_TYPE" val="1"/>
</p:tagLst>
</file>

<file path=ppt/tags/tag11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3"/>
  <p:tag name="KSO_WM_UNIT_LAYERLEVEL" val="1"/>
  <p:tag name="KSO_WM_TAG_VERSION" val="1.0"/>
  <p:tag name="KSO_WM_BEAUTIFY_FLAG" val="#wm#"/>
  <p:tag name="KSO_WM_SLIDE_BACKGROUND_TYPE" val="bottomTop"/>
  <p:tag name="KSO_WM_SLIDE_BK_DARK_LIGHT" val="2"/>
  <p:tag name="KSO_WM_UNIT_TYPE" val="i"/>
  <p:tag name="KSO_WM_UNIT_INDEX" val="3"/>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1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5"/>
  <p:tag name="KSO_WM_UNIT_LAYERLEVEL" val="1"/>
  <p:tag name="KSO_WM_TAG_VERSION" val="1.0"/>
  <p:tag name="KSO_WM_BEAUTIFY_FLAG" val="#wm#"/>
  <p:tag name="KSO_WM_SLIDE_BACKGROUND_TYPE" val="bottomTop"/>
  <p:tag name="KSO_WM_SLIDE_BK_DARK_LIGHT" val="2"/>
  <p:tag name="KSO_WM_UNIT_TYPE" val="i"/>
  <p:tag name="KSO_WM_UNIT_INDEX" val="5"/>
  <p:tag name="KSO_WM_UNIT_FILL_TYPE" val="1"/>
  <p:tag name="KSO_WM_UNIT_TEXT_FILL_FORE_SCHEMECOLOR_INDEX_BRIGHTNESS" val="0"/>
  <p:tag name="KSO_WM_UNIT_TEXT_FILL_FORE_SCHEMECOLOR_INDEX" val="13"/>
  <p:tag name="KSO_WM_UNIT_TEXT_FILL_TYPE" val="1"/>
</p:tagLst>
</file>

<file path=ppt/tags/tag11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4"/>
  <p:tag name="KSO_WM_UNIT_LAYERLEVEL" val="1"/>
  <p:tag name="KSO_WM_TAG_VERSION" val="1.0"/>
  <p:tag name="KSO_WM_BEAUTIFY_FLAG" val="#wm#"/>
  <p:tag name="KSO_WM_SLIDE_BACKGROUND_TYPE" val="bottomTop"/>
  <p:tag name="KSO_WM_SLIDE_BK_DARK_LIGHT" val="2"/>
  <p:tag name="KSO_WM_UNIT_TYPE" val="i"/>
  <p:tag name="KSO_WM_UNIT_INDEX" val="4"/>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1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6"/>
  <p:tag name="KSO_WM_UNIT_LAYERLEVEL" val="1"/>
  <p:tag name="KSO_WM_TAG_VERSION" val="1.0"/>
  <p:tag name="KSO_WM_BEAUTIFY_FLAG" val="#wm#"/>
  <p:tag name="KSO_WM_SLIDE_BACKGROUND_TYPE" val="bottomTop"/>
  <p:tag name="KSO_WM_SLIDE_BK_DARK_LIGHT" val="2"/>
  <p:tag name="KSO_WM_UNIT_TYPE" val="i"/>
  <p:tag name="KSO_WM_UNIT_INDEX" val="6"/>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Lst>
</file>

<file path=ppt/tags/tag11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7"/>
  <p:tag name="KSO_WM_UNIT_LAYERLEVEL" val="1"/>
  <p:tag name="KSO_WM_TAG_VERSION" val="1.0"/>
  <p:tag name="KSO_WM_BEAUTIFY_FLAG" val="#wm#"/>
  <p:tag name="KSO_WM_SLIDE_BACKGROUND_TYPE" val="bottomTop"/>
  <p:tag name="KSO_WM_SLIDE_BK_DARK_LIGHT" val="2"/>
  <p:tag name="KSO_WM_UNIT_TYPE" val="i"/>
  <p:tag name="KSO_WM_UNIT_INDEX" val="7"/>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13"/>
  <p:tag name="KSO_WM_UNIT_TEXT_FILL_TYPE" val="1"/>
</p:tagLst>
</file>

<file path=ppt/tags/tag115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0481"/>
  <p:tag name="KSO_WM_SLIDE_ID" val="diagram20200481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841*391"/>
  <p:tag name="KSO_WM_SLIDE_POSITION" val="41*74"/>
  <p:tag name="KSO_WM_TAG_VERSION" val="1.0"/>
  <p:tag name="KSO_WM_SLIDE_LAYOUT" val="a_f"/>
  <p:tag name="KSO_WM_SLIDE_LAYOUT_CNT" val="1_1"/>
  <p:tag name="KSO_WM_SLIDE_BK_DARK_LIGHT" val="2"/>
  <p:tag name="KSO_WM_SLIDE_BACKGROUND_TYPE" val="general"/>
</p:tagLst>
</file>

<file path=ppt/tags/tag1160.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70"/>
  <p:tag name="KSO_WM_UNIT_HIGHLIGHT" val="0"/>
  <p:tag name="KSO_WM_UNIT_COMPATIBLE" val="0"/>
  <p:tag name="KSO_WM_UNIT_DIAGRAM_ISNUMVISUAL" val="0"/>
  <p:tag name="KSO_WM_UNIT_DIAGRAM_ISREFERUNIT" val="0"/>
  <p:tag name="KSO_WM_UNIT_TYPE" val="f"/>
  <p:tag name="KSO_WM_UNIT_INDEX" val="1"/>
  <p:tag name="KSO_WM_UNIT_ID" val="diagram20200481_1*f*1"/>
  <p:tag name="KSO_WM_TEMPLATE_CATEGORY" val="diagram"/>
  <p:tag name="KSO_WM_TEMPLATE_INDEX" val="20200481"/>
  <p:tag name="KSO_WM_UNIT_LAYERLEVEL" val="1"/>
  <p:tag name="KSO_WM_TAG_VERSION" val="1.0"/>
  <p:tag name="KSO_WM_BEAUTIFY_FLAG" val="#wm#"/>
  <p:tag name="KSO_WM_UNIT_PRESET_TEXT" val="户外拓展训练通常利用崇山峻岭、翰海大川等自然环境，通过精心设计的活动达到“磨练意志、陶冶情操、完善人格、熔炼团队”的拓展培训目的。"/>
  <p:tag name="KSO_WM_UNIT_TEXT_FILL_FORE_SCHEMECOLOR_INDEX_BRIGHTNESS" val="0.25"/>
  <p:tag name="KSO_WM_UNIT_TEXT_FILL_FORE_SCHEMECOLOR_INDEX" val="13"/>
  <p:tag name="KSO_WM_UNIT_TEXT_FILL_TYPE" val="1"/>
</p:tagLst>
</file>

<file path=ppt/tags/tag1161.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diagram20200481_1*a*1"/>
  <p:tag name="KSO_WM_TEMPLATE_CATEGORY" val="diagram"/>
  <p:tag name="KSO_WM_TEMPLATE_INDEX" val="20200481"/>
  <p:tag name="KSO_WM_UNIT_LAYERLEVEL" val="1"/>
  <p:tag name="KSO_WM_TAG_VERSION" val="1.0"/>
  <p:tag name="KSO_WM_BEAUTIFY_FLAG" val="#wm#"/>
  <p:tag name="KSO_WM_UNIT_PRESET_TEXT" val="户外拓展&#10;训练目的"/>
  <p:tag name="KSO_WM_UNIT_TEXT_FILL_FORE_SCHEMECOLOR_INDEX_BRIGHTNESS" val="0.25"/>
  <p:tag name="KSO_WM_UNIT_TEXT_FILL_FORE_SCHEMECOLOR_INDEX" val="13"/>
  <p:tag name="KSO_WM_UNIT_TEXT_FILL_TYPE" val="1"/>
</p:tagLst>
</file>

<file path=ppt/tags/tag11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0481_1*i*2"/>
  <p:tag name="KSO_WM_TEMPLATE_CATEGORY" val="diagram"/>
  <p:tag name="KSO_WM_TEMPLATE_INDEX" val="20200481"/>
  <p:tag name="KSO_WM_UNIT_LAYERLEVEL" val="1"/>
  <p:tag name="KSO_WM_TAG_VERSION" val="1.0"/>
  <p:tag name="KSO_WM_BEAUTIFY_FLAG" val="#wm#"/>
  <p:tag name="KSO_WM_UNIT_TYPE" val="i"/>
  <p:tag name="KSO_WM_UNIT_INDEX"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1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0481_1*i*3"/>
  <p:tag name="KSO_WM_TEMPLATE_CATEGORY" val="diagram"/>
  <p:tag name="KSO_WM_TEMPLATE_INDEX" val="20200481"/>
  <p:tag name="KSO_WM_UNIT_LAYERLEVEL" val="1"/>
  <p:tag name="KSO_WM_TAG_VERSION" val="1.0"/>
  <p:tag name="KSO_WM_BEAUTIFY_FLAG" val="#wm#"/>
  <p:tag name="KSO_WM_UNIT_TYPE" val="i"/>
  <p:tag name="KSO_WM_UNIT_INDEX" val="3"/>
  <p:tag name="KSO_WM_UNIT_LINE_FORE_SCHEMECOLOR_INDEX_BRIGHTNESS" val="-0.15"/>
  <p:tag name="KSO_WM_UNIT_LINE_FORE_SCHEMECOLOR_INDEX" val="14"/>
  <p:tag name="KSO_WM_UNIT_LINE_FILL_TYPE" val="2"/>
  <p:tag name="KSO_WM_UNIT_TEXT_FILL_FORE_SCHEMECOLOR_INDEX_BRIGHTNESS" val="0"/>
  <p:tag name="KSO_WM_UNIT_TEXT_FILL_FORE_SCHEMECOLOR_INDEX" val="2"/>
  <p:tag name="KSO_WM_UNIT_TEXT_FILL_TYPE" val="1"/>
</p:tagLst>
</file>

<file path=ppt/tags/tag116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0321"/>
  <p:tag name="KSO_WM_SLIDE_ID" val="diagram20200321_1"/>
  <p:tag name="KSO_WM_TEMPLATE_SUBCATEGORY" val="11"/>
  <p:tag name="KSO_WM_SLIDE_ITEM_CNT" val="0"/>
  <p:tag name="KSO_WM_SLIDE_INDEX" val="1"/>
  <p:tag name="KSO_WM_TAG_VERSION" val="1.0"/>
  <p:tag name="KSO_WM_SLIDE_LAYOUT" val="a_d_f"/>
  <p:tag name="KSO_WM_SLIDE_LAYOUT_CNT" val="1_1_1"/>
  <p:tag name="KSO_WM_SLIDE_TYPE" val="text"/>
  <p:tag name="KSO_WM_SLIDE_SUBTYPE" val="picTxt"/>
  <p:tag name="KSO_WM_SLIDE_SIZE" val="866*458"/>
  <p:tag name="KSO_WM_SLIDE_POSITION" val="47*34"/>
  <p:tag name="KSO_WM_TEMPLATE_MASTER_TYPE" val="0"/>
  <p:tag name="KSO_WM_TEMPLATE_COLOR_TYPE" val="1"/>
  <p:tag name="KSO_WM_UNIT_SHOW_EDIT_AREA_INDICATION" val="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id&quot;: &quot;2020-03-30T14:43:43&quot;,&#10;    &quot;maxSize&quot;: {&#10;        &quot;size1&quot;: 32.799999999999997&#10;    },&#10;    &quot;minSize&quot;: {&#10;        &quot;size1&quot;: 24.600000000000001&#10;    },&#10;    &quot;normalSize&quot;: {&#10;        &quot;size1&quot;: 25.054320987654322&#10;    },&#10;    &quot;subLayout&quot;: [&#10;        {&#10;            &quot;horizontalAlign&quot;: 0,&#10;            &quot;id&quot;: &quot;2020-03-30T14:43:43&quot;,&#10;            &quot;margin&quot;: {&#10;                &quot;bottom&quot;: 1.2439998388290405,&#10;                &quot;left&quot;: 1.690000057220459,&#10;                &quot;right&quot;: 1.690000057220459,&#10;                &quot;top&quot;: 1.690000057220459&#10;            },&#10;            &quot;type&quot;: 0,&#10;            &quot;verticalAlign&quot;: 1&#10;        },&#10;        {&#10;            &quot;backgroundInfo&quot;: [&#10;                {&#10;                    &quot;bottom&quot;: 0.058357569999999998,&#10;                    &quot;bottomAbs&quot;: false,&#10;                    &quot;left&quot;: 0,&#10;                    &quot;leftAbs&quot;: false,&#10;                    &quot;right&quot;: 0,&#10;                    &quot;rightAbs&quot;: false,&#10;                    &quot;top&quot;: -0.058357569999999998,&#10;                    &quot;topAbs&quot;: false,&#10;                    &quot;type&quot;: &quot;bottomTop&quot;&#10;                }&#10;            ],&#10;            &quot;direction&quot;: 1,&#10;            &quot;id&quot;: &quot;2020-03-30T14:43:43&quot;,&#10;            &quot;maxSize&quot;: {&#10;                &quot;size1&quot;: 68.099999999999994&#10;            },&#10;            &quot;minSize&quot;: {&#10;                &quot;size1&quot;: 36.200000000000003&#10;            },&#10;            &quot;normalSize&quot;: {&#10;                &quot;size1&quot;: 66.172916666666666&#10;            },&#10;            &quot;subLayout&quot;: [&#10;                {&#10;                    &quot;horizontalAlign&quot;: 0,&#10;                    &quot;id&quot;: &quot;2020-03-30T14:43:43&quot;,&#10;                    &quot;margin&quot;: {&#10;                        &quot;bottom&quot;: 1.690000057220459,&#10;                        &quot;left&quot;: 1.7029999494552612,&#10;                        &quot;right&quot;: 1.034000039100647,&#10;                        &quot;top&quot;: 0.026000002399086952&#10;                    },&#10;                    &quot;marginOverLayout&quot;: {&#10;                        &quot;bottom&quot;: 1.690000057220459,&#10;                        &quot;left&quot;: 1.7029999494552612,&#10;                        &quot;right&quot;: 1.034000039100647,&#10;                        &quot;top&quot;: 0.026000002399086952&#10;                    },&#10;                    &quot;type&quot;: 1,&#10;                    &quot;verticalAlign&quot;: 1&#10;                },&#10;                {&#10;                    &quot;horizontalAlign&quot;: 0,&#10;                    &quot;id&quot;: &quot;2020-03-30T14:43:43&quot;,&#10;                    &quot;margin&quot;: {&#10;                        &quot;bottom&quot;: 1.690000057220459,&#10;                        &quot;left&quot;: 0.026000002399086952,&#10;                        &quot;right&quot;: 1.690000057220459,&#10;                        &quot;top&quot;: 0.026000002399086952&#10;                    },&#10;                    &quot;type&quot;: 0,&#10;                    &quot;verticalAlign&quot;: 1&#10;                }&#10;            ],&#10;            &quot;type&quot;: 0&#10;        }&#10;    ],&#10;    &quot;type&quot;: 1&#10;}&#10;"/>
  <p:tag name="KSO_WM_SLIDE_CAN_ADD_NAVIGATION" val="1"/>
  <p:tag name="KSO_WM_SLIDE_BACKGROUND" val="[&quot;general&quot;,&quot;frame&quot;,&quot;bottomTop&quot;]"/>
  <p:tag name="KSO_WM_SLIDE_RATIO" val="1.777778"/>
  <p:tag name="KSO_WM_SLIDE_BK_DARK_LIGHT" val="2"/>
  <p:tag name="KSO_WM_SLIDE_BACKGROUND_TYPE" val="bottomTop"/>
</p:tagLst>
</file>

<file path=ppt/tags/tag116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UNIT_TYPE" val="i"/>
</p:tagLst>
</file>

<file path=ppt/tags/tag11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 name="KSO_WM_SLIDE_BACKGROUND_TYPE" val="bottomTop"/>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167.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点击输入大标题"/>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200321_1*a*1"/>
  <p:tag name="KSO_WM_TEMPLATE_CATEGORY" val="diagram"/>
  <p:tag name="KSO_WM_TEMPLATE_INDEX" val="20200321"/>
  <p:tag name="KSO_WM_UNIT_LAYERLEVEL" val="1"/>
  <p:tag name="KSO_WM_TAG_VERSION" val="1.0"/>
  <p:tag name="KSO_WM_BEAUTIFY_FLAG" val="#wm#"/>
  <p:tag name="KSO_WM_UNIT_ISNUMDGMTITLE" val="0"/>
  <p:tag name="KSO_WM_UNIT_SHOW_EDIT_AREA_INDICATION" val="1"/>
  <p:tag name="KSO_WM_UNIT_PLACING_PICTURE_MD4" val="0"/>
  <p:tag name="KSO_WM_UNIT_DEFAULT_FONT" val="32;36;4"/>
  <p:tag name="KSO_WM_UNIT_BLOCK" val="0"/>
  <p:tag name="KSO_WM_UNIT_SM_LIMIT_TYPE" val="1"/>
  <p:tag name="KSO_WM_UNIT_SMARTLAYOUT_COMPRESS_INFO" val="{&#10;    &quot;id&quot;: &quot;2020-03-30T14:43:43&quot;,&#10;    &quot;max&quot;: 0,&#10;    &quot;parentMax&quot;: {&#10;        &quot;max&quot;: 1.8399999999999963&#10;    },&#10;    &quot;topChanged&quot;: 0&#10;}&#10;"/>
  <p:tag name="KSO_WM_UNIT_TEXT_FILL_FORE_SCHEMECOLOR_INDEX_BRIGHTNESS" val="0.25"/>
  <p:tag name="KSO_WM_UNIT_TEXT_FILL_FORE_SCHEMECOLOR_INDEX" val="13"/>
  <p:tag name="KSO_WM_UNIT_TEXT_FILL_TYPE" val="1"/>
</p:tagLst>
</file>

<file path=ppt/tags/tag1168.xml><?xml version="1.0" encoding="utf-8"?>
<p:tagLst xmlns:a="http://schemas.openxmlformats.org/drawingml/2006/main" xmlns:r="http://schemas.openxmlformats.org/officeDocument/2006/relationships" xmlns:p="http://schemas.openxmlformats.org/presentationml/2006/main">
  <p:tag name="KSO_WM_UNIT_PRESET_TEXT" val="点击输入正文"/>
  <p:tag name="KSO_WM_UNIT_NOCLEAR" val="0"/>
  <p:tag name="KSO_WM_UNIT_VALUE" val="154"/>
  <p:tag name="KSO_WM_UNIT_HIGHLIGHT" val="0"/>
  <p:tag name="KSO_WM_UNIT_COMPATIBLE" val="0"/>
  <p:tag name="KSO_WM_UNIT_DIAGRAM_ISNUMVISUAL" val="0"/>
  <p:tag name="KSO_WM_UNIT_DIAGRAM_ISREFERUNIT" val="0"/>
  <p:tag name="KSO_WM_UNIT_TYPE" val="f"/>
  <p:tag name="KSO_WM_UNIT_INDEX" val="1"/>
  <p:tag name="KSO_WM_UNIT_ID" val="diagram20200321_1*f*1"/>
  <p:tag name="KSO_WM_TEMPLATE_CATEGORY" val="diagram"/>
  <p:tag name="KSO_WM_TEMPLATE_INDEX" val="20200321"/>
  <p:tag name="KSO_WM_UNIT_LAYERLEVEL" val="1"/>
  <p:tag name="KSO_WM_TAG_VERSION" val="1.0"/>
  <p:tag name="KSO_WM_BEAUTIFY_FLAG" val="#wm#"/>
  <p:tag name="KSO_WM_UNIT_SHOW_EDIT_AREA_INDICATION" val="1"/>
  <p:tag name="KSO_WM_UNIT_PLACING_PICTURE_MD4" val="0"/>
  <p:tag name="KSO_WM_UNIT_DEFAULT_FONT" val="14;18;2"/>
  <p:tag name="KSO_WM_UNIT_BLOCK" val="0"/>
  <p:tag name="KSO_WM_UNIT_TEXT_FILL_FORE_SCHEMECOLOR_INDEX_BRIGHTNESS" val="0.35"/>
  <p:tag name="KSO_WM_UNIT_TEXT_FILL_FORE_SCHEMECOLOR_INDEX" val="13"/>
  <p:tag name="KSO_WM_UNIT_TEXT_FILL_TYPE" val="1"/>
</p:tagLst>
</file>

<file path=ppt/tags/tag11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0321_1*i*2"/>
  <p:tag name="KSO_WM_TEMPLATE_CATEGORY" val="diagram"/>
  <p:tag name="KSO_WM_TEMPLATE_INDEX" val="20200321"/>
  <p:tag name="KSO_WM_UNIT_LAYERLEVEL" val="1"/>
  <p:tag name="KSO_WM_TAG_VERSION" val="1.0"/>
  <p:tag name="KSO_WM_BEAUTIFY_FLAG" val="#wm#"/>
  <p:tag name="KSO_WM_UNIT_PLACING_PICTURE_MD4" val="0"/>
  <p:tag name="KSO_WM_UNIT_SM_LIMIT_TYPE" val="1"/>
  <p:tag name="KSO_WM_UNIT_LINE_FORE_SCHEMECOLOR_INDEX_BRIGHTNESS" val="0.25"/>
  <p:tag name="KSO_WM_UNIT_LINE_FORE_SCHEMECOLOR_INDEX" val="13"/>
  <p:tag name="KSO_WM_UNIT_LINE_FILL_TYPE" val="2"/>
</p:tagLst>
</file>

<file path=ppt/tags/tag11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0321_1*i*3"/>
  <p:tag name="KSO_WM_TEMPLATE_CATEGORY" val="diagram"/>
  <p:tag name="KSO_WM_TEMPLATE_INDEX" val="20200321"/>
  <p:tag name="KSO_WM_UNIT_LAYERLEVEL" val="1"/>
  <p:tag name="KSO_WM_TAG_VERSION" val="1.0"/>
  <p:tag name="KSO_WM_BEAUTIFY_FLAG" val="#wm#"/>
  <p:tag name="KSO_WM_UNIT_PLACING_PICTURE_MD4" val="0"/>
  <p:tag name="KSO_WM_UNIT_SM_LIMIT_TYPE" val="1"/>
  <p:tag name="KSO_WM_UNIT_LINE_FORE_SCHEMECOLOR_INDEX_BRIGHTNESS" val="0.25"/>
  <p:tag name="KSO_WM_UNIT_LINE_FORE_SCHEMECOLOR_INDEX" val="13"/>
  <p:tag name="KSO_WM_UNIT_LINE_FILL_TYPE" val="2"/>
</p:tagLst>
</file>

<file path=ppt/tags/tag1171.xml><?xml version="1.0" encoding="utf-8"?>
<p:tagLst xmlns:a="http://schemas.openxmlformats.org/drawingml/2006/main" xmlns:r="http://schemas.openxmlformats.org/officeDocument/2006/relationships" xmlns:p="http://schemas.openxmlformats.org/presentationml/2006/main">
  <p:tag name="KSO_WM_UNIT_VALUE" val="1266*2031"/>
  <p:tag name="KSO_WM_UNIT_HIGHLIGHT" val="0"/>
  <p:tag name="KSO_WM_UNIT_COMPATIBLE" val="0"/>
  <p:tag name="KSO_WM_UNIT_DIAGRAM_ISNUMVISUAL" val="0"/>
  <p:tag name="KSO_WM_UNIT_DIAGRAM_ISREFERUNIT" val="0"/>
  <p:tag name="KSO_WM_UNIT_TYPE" val="d"/>
  <p:tag name="KSO_WM_UNIT_INDEX" val="1"/>
  <p:tag name="KSO_WM_UNIT_ID" val="diagram20200321_1*d*1"/>
  <p:tag name="KSO_WM_TEMPLATE_CATEGORY" val="diagram"/>
  <p:tag name="KSO_WM_TEMPLATE_INDEX" val="20200321"/>
  <p:tag name="KSO_WM_UNIT_LAYERLEVEL" val="1"/>
  <p:tag name="KSO_WM_TAG_VERSION" val="1.0"/>
  <p:tag name="KSO_WM_BEAUTIFY_FLAG" val="#wm#"/>
  <p:tag name="KSO_WM_UNIT_PLACING_PICTURE_INFO" val="{&quot;code&quot;:&quot;[1]&quot;,&quot;full_picture&quot;:false,&quot;last_crop_picture&quot;:&quot;[1]&quot;,&quot;scheme&quot;:&quot;1-1&quot;,&quot;spacing&quot;:6}"/>
  <p:tag name="KSO_WM_UNIT_SUPPORT_UNIT_TYPE" val="[&quot;all&quot;]"/>
  <p:tag name="KSO_WM_UNIT_PLACING_PICTURE_USER_VIEWPORT" val="{&quot;height&quot;:7185.3102362204727,&quot;width&quot;:11522.322834645669}"/>
  <p:tag name="KSO_WM_UNIT_PLACING_PICTURE_USER_RELATIVERECTANGLE" val="{&quot;bottom&quot;:0.00017000000000000001,&quot;left&quot;:0,&quot;right&quot;:0,&quot;top&quot;:0.00017000000000000001}"/>
  <p:tag name="KSO_WM_UNIT_PLACING_PICTURE_COLLAGE_RELATIVERECTANGLE" val="{&quot;bottom&quot;:0.00016999999999998112,&quot;left&quot;:0,&quot;right&quot;:0,&quot;top&quot;:0.00016999999999998112}"/>
  <p:tag name="KSO_WM_UNIT_PLACING_PICTURE_COLLAGE_VIEWPORT" val="{&quot;height&quot;:7185.3102362204736,&quot;width&quot;:11522.322834645671}"/>
  <p:tag name="KSO_WM_UNIT_PLACING_PICTURE_MD4" val="0"/>
  <p:tag name="KSO_WM_UNIT_BLOCK" val="0"/>
  <p:tag name="KSO_WM_UNIT_PLACING_PICTURE" val="43839.6939084144"/>
  <p:tag name="REFSHAPE" val="966089204"/>
</p:tagLst>
</file>

<file path=ppt/tags/tag11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2"/>
  <p:tag name="KSO_WM_UNIT_LAYERLEVEL" val="1"/>
  <p:tag name="KSO_WM_TAG_VERSION" val="1.0"/>
  <p:tag name="KSO_WM_BEAUTIFY_FLAG" val="#wm#"/>
  <p:tag name="KSO_WM_SLIDE_BACKGROUND_TYPE" val="bottomTop"/>
  <p:tag name="KSO_WM_SLIDE_BK_DARK_LIGHT" val="2"/>
  <p:tag name="KSO_WM_UNIT_TYPE" val="i"/>
  <p:tag name="KSO_WM_UNIT_INDEX" val="2"/>
  <p:tag name="KSO_WM_UNIT_FILL_TYPE" val="1"/>
  <p:tag name="KSO_WM_UNIT_TEXT_FILL_FORE_SCHEMECOLOR_INDEX_BRIGHTNESS" val="0"/>
  <p:tag name="KSO_WM_UNIT_TEXT_FILL_FORE_SCHEMECOLOR_INDEX" val="13"/>
  <p:tag name="KSO_WM_UNIT_TEXT_FILL_TYPE" val="1"/>
</p:tagLst>
</file>

<file path=ppt/tags/tag11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3"/>
  <p:tag name="KSO_WM_UNIT_LAYERLEVEL" val="1"/>
  <p:tag name="KSO_WM_TAG_VERSION" val="1.0"/>
  <p:tag name="KSO_WM_BEAUTIFY_FLAG" val="#wm#"/>
  <p:tag name="KSO_WM_SLIDE_BACKGROUND_TYPE" val="bottomTop"/>
  <p:tag name="KSO_WM_SLIDE_BK_DARK_LIGHT" val="2"/>
  <p:tag name="KSO_WM_UNIT_TYPE" val="i"/>
  <p:tag name="KSO_WM_UNIT_INDEX" val="3"/>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1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5"/>
  <p:tag name="KSO_WM_UNIT_LAYERLEVEL" val="1"/>
  <p:tag name="KSO_WM_TAG_VERSION" val="1.0"/>
  <p:tag name="KSO_WM_BEAUTIFY_FLAG" val="#wm#"/>
  <p:tag name="KSO_WM_SLIDE_BACKGROUND_TYPE" val="bottomTop"/>
  <p:tag name="KSO_WM_SLIDE_BK_DARK_LIGHT" val="2"/>
  <p:tag name="KSO_WM_UNIT_TYPE" val="i"/>
  <p:tag name="KSO_WM_UNIT_INDEX" val="5"/>
  <p:tag name="KSO_WM_UNIT_FILL_TYPE" val="1"/>
  <p:tag name="KSO_WM_UNIT_TEXT_FILL_FORE_SCHEMECOLOR_INDEX_BRIGHTNESS" val="0"/>
  <p:tag name="KSO_WM_UNIT_TEXT_FILL_FORE_SCHEMECOLOR_INDEX" val="13"/>
  <p:tag name="KSO_WM_UNIT_TEXT_FILL_TYPE" val="1"/>
</p:tagLst>
</file>

<file path=ppt/tags/tag11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4"/>
  <p:tag name="KSO_WM_UNIT_LAYERLEVEL" val="1"/>
  <p:tag name="KSO_WM_TAG_VERSION" val="1.0"/>
  <p:tag name="KSO_WM_BEAUTIFY_FLAG" val="#wm#"/>
  <p:tag name="KSO_WM_SLIDE_BACKGROUND_TYPE" val="bottomTop"/>
  <p:tag name="KSO_WM_SLIDE_BK_DARK_LIGHT" val="2"/>
  <p:tag name="KSO_WM_UNIT_TYPE" val="i"/>
  <p:tag name="KSO_WM_UNIT_INDEX" val="4"/>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1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6"/>
  <p:tag name="KSO_WM_UNIT_LAYERLEVEL" val="1"/>
  <p:tag name="KSO_WM_TAG_VERSION" val="1.0"/>
  <p:tag name="KSO_WM_BEAUTIFY_FLAG" val="#wm#"/>
  <p:tag name="KSO_WM_SLIDE_BACKGROUND_TYPE" val="bottomTop"/>
  <p:tag name="KSO_WM_SLIDE_BK_DARK_LIGHT" val="2"/>
  <p:tag name="KSO_WM_UNIT_TYPE" val="i"/>
  <p:tag name="KSO_WM_UNIT_INDEX" val="6"/>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Lst>
</file>

<file path=ppt/tags/tag11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7"/>
  <p:tag name="KSO_WM_UNIT_LAYERLEVEL" val="1"/>
  <p:tag name="KSO_WM_TAG_VERSION" val="1.0"/>
  <p:tag name="KSO_WM_BEAUTIFY_FLAG" val="#wm#"/>
  <p:tag name="KSO_WM_SLIDE_BACKGROUND_TYPE" val="bottomTop"/>
  <p:tag name="KSO_WM_SLIDE_BK_DARK_LIGHT" val="2"/>
  <p:tag name="KSO_WM_UNIT_TYPE" val="i"/>
  <p:tag name="KSO_WM_UNIT_INDEX" val="7"/>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13"/>
  <p:tag name="KSO_WM_UNIT_TEXT_FILL_TYPE" val="1"/>
</p:tagLst>
</file>

<file path=ppt/tags/tag117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2918"/>
  <p:tag name="KSO_WM_SLIDE_ID" val="diagram20202918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864*383"/>
  <p:tag name="KSO_WM_SLIDE_POSITION" val="95*87"/>
  <p:tag name="KSO_WM_TAG_VERSION" val="1.0"/>
  <p:tag name="KSO_WM_SLIDE_LAYOUT" val="a_f"/>
  <p:tag name="KSO_WM_SLIDE_LAYOUT_CNT" val="1_1"/>
  <p:tag name="KSO_WM_SLIDE_BK_DARK_LIGHT" val="2"/>
  <p:tag name="KSO_WM_SLIDE_BACKGROUND_TYPE" val="general"/>
</p:tagLst>
</file>

<file path=ppt/tags/tag1179.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此处添加文本具体内容，简明扼要的阐述您的观点。根据需要可酌情增减文字，以便观者准确的理解您传达的思想。"/>
  <p:tag name="KSO_WM_UNIT_NOCLEAR" val="0"/>
  <p:tag name="KSO_WM_UNIT_VALUE" val="66"/>
  <p:tag name="KSO_WM_UNIT_HIGHLIGHT" val="0"/>
  <p:tag name="KSO_WM_UNIT_COMPATIBLE" val="0"/>
  <p:tag name="KSO_WM_UNIT_DIAGRAM_ISNUMVISUAL" val="0"/>
  <p:tag name="KSO_WM_UNIT_DIAGRAM_ISREFERUNIT" val="0"/>
  <p:tag name="KSO_WM_UNIT_TYPE" val="f"/>
  <p:tag name="KSO_WM_UNIT_INDEX" val="1"/>
  <p:tag name="KSO_WM_UNIT_ID" val="diagram20202918_1*f*1"/>
  <p:tag name="KSO_WM_TEMPLATE_CATEGORY" val="diagram"/>
  <p:tag name="KSO_WM_TEMPLATE_INDEX" val="20202918"/>
  <p:tag name="KSO_WM_UNIT_LAYERLEVEL" val="1"/>
  <p:tag name="KSO_WM_TAG_VERSION" val="1.0"/>
  <p:tag name="KSO_WM_BEAUTIFY_FLAG" val="#wm#"/>
  <p:tag name="KSO_WM_UNIT_TEXT_FILL_FORE_SCHEMECOLOR_INDEX_BRIGHTNESS" val="0.35"/>
  <p:tag name="KSO_WM_UNIT_TEXT_FILL_FORE_SCHEMECOLOR_INDEX" val="13"/>
  <p:tag name="KSO_WM_UNIT_TEXT_FILL_TYPE" val="1"/>
</p:tagLst>
</file>

<file path=ppt/tags/tag11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2918_1*i*1"/>
  <p:tag name="KSO_WM_TEMPLATE_CATEGORY" val="diagram"/>
  <p:tag name="KSO_WM_TEMPLATE_INDEX" val="20202918"/>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1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2918_1*i*3"/>
  <p:tag name="KSO_WM_TEMPLATE_CATEGORY" val="diagram"/>
  <p:tag name="KSO_WM_TEMPLATE_INDEX" val="20202918"/>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1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2918_1*i*4"/>
  <p:tag name="KSO_WM_TEMPLATE_CATEGORY" val="diagram"/>
  <p:tag name="KSO_WM_TEMPLATE_INDEX" val="20202918"/>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183.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此处添加标题"/>
  <p:tag name="KSO_WM_UNIT_NOCLEAR" val="0"/>
  <p:tag name="KSO_WM_UNIT_VALUE" val="16"/>
  <p:tag name="KSO_WM_UNIT_HIGHLIGHT" val="0"/>
  <p:tag name="KSO_WM_UNIT_COMPATIBLE" val="0"/>
  <p:tag name="KSO_WM_UNIT_DIAGRAM_ISNUMVISUAL" val="0"/>
  <p:tag name="KSO_WM_UNIT_DIAGRAM_ISREFERUNIT" val="0"/>
  <p:tag name="KSO_WM_UNIT_TYPE" val="a"/>
  <p:tag name="KSO_WM_UNIT_INDEX" val="1"/>
  <p:tag name="KSO_WM_UNIT_ID" val="diagram20202918_1*a*1"/>
  <p:tag name="KSO_WM_TEMPLATE_CATEGORY" val="diagram"/>
  <p:tag name="KSO_WM_TEMPLATE_INDEX" val="20202918"/>
  <p:tag name="KSO_WM_UNIT_LAYERLEVEL" val="1"/>
  <p:tag name="KSO_WM_TAG_VERSION" val="1.0"/>
  <p:tag name="KSO_WM_BEAUTIFY_FLAG" val="#wm#"/>
  <p:tag name="KSO_WM_UNIT_TEXT_FILL_FORE_SCHEMECOLOR_INDEX_BRIGHTNESS" val="0"/>
  <p:tag name="KSO_WM_UNIT_TEXT_FILL_FORE_SCHEMECOLOR_INDEX" val="5"/>
  <p:tag name="KSO_WM_UNIT_TEXT_FILL_TYPE" val="1"/>
</p:tagLst>
</file>

<file path=ppt/tags/tag11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2918_1*i*4"/>
  <p:tag name="KSO_WM_TEMPLATE_CATEGORY" val="diagram"/>
  <p:tag name="KSO_WM_TEMPLATE_INDEX" val="20202918"/>
  <p:tag name="KSO_WM_UNIT_LAYERLEVEL" val="1"/>
  <p:tag name="KSO_WM_TAG_VERSION" val="1.0"/>
  <p:tag name="KSO_WM_BEAUTIFY_FLAG" val="#wm#"/>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118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2305"/>
  <p:tag name="KSO_WM_SLIDE_ID" val="diagram20202305_1"/>
  <p:tag name="KSO_WM_TEMPLATE_SUBCATEGORY" val="11"/>
  <p:tag name="KSO_WM_SLIDE_TYPE" val="text"/>
  <p:tag name="KSO_WM_SLIDE_SUBTYPE" val="pureTxt"/>
  <p:tag name="KSO_WM_SLIDE_ITEM_CNT" val="0"/>
  <p:tag name="KSO_WM_SLIDE_INDEX" val="1"/>
  <p:tag name="KSO_WM_SLIDE_SIZE" val="960*494"/>
  <p:tag name="KSO_WM_SLIDE_POSITION" val="0*47"/>
  <p:tag name="KSO_WM_TAG_VERSION" val="1.0"/>
  <p:tag name="KSO_WM_SLIDE_LAYOUT" val="a_f_i"/>
  <p:tag name="KSO_WM_SLIDE_LAYOUT_CNT" val="1_1_1"/>
  <p:tag name="KSO_WM_TEMPLATE_MASTER_TYPE" val="0"/>
  <p:tag name="KSO_WM_TEMPLATE_COLOR_TYPE" val="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id&quot;: &quot;2020-03-30T14:50:23&quot;,&#10;    &quot;maxSize&quot;: {&#10;        &quot;size1&quot;: 22.600000000000001&#10;    },&#10;    &quot;minSize&quot;: {&#10;        &quot;size1&quot;: 22.600000000000001&#10;    },&#10;    &quot;normalSize&quot;: {&#10;        &quot;size1&quot;: 22.600000000000001&#10;    },&#10;    &quot;subLayout&quot;: [&#10;        {&#10;            &quot;id&quot;: &quot;2020-03-30T14:50:23&quot;,&#10;            &quot;margin&quot;: {&#10;                &quot;bottom&quot;: 0.82400000095367432,&#10;                &quot;left&quot;: 1.2699999809265137,&#10;                &quot;right&quot;: 1.2699999809265137,&#10;                &quot;top&quot;: 1.690000057220459&#10;            },&#10;            &quot;type&quot;: 0&#10;        },&#10;        {&#10;            &quot;backgroundInfo&quot;: [&#10;                {&#10;                    &quot;bottom&quot;: 0,&#10;                    &quot;bottomAbs&quot;: false,&#10;                    &quot;left&quot;: 0,&#10;                    &quot;leftAbs&quot;: false,&#10;                    &quot;right&quot;: 0,&#10;                    &quot;rightAbs&quot;: false,&#10;                    &quot;top&quot;: 0.30275765100000002,&#10;                    &quot;topAbs&quot;: false,&#10;                    &quot;type&quot;: &quot;topBottom&quot;&#10;                }&#10;            ],&#10;            &quot;id&quot;: &quot;2020-03-30T14:50:23&quot;,&#10;            &quot;margin&quot;: {&#10;                &quot;bottom&quot;: 2.5399999618530273,&#10;                &quot;left&quot;: 2.119999885559082,&#10;                &quot;right&quot;: 2.119999885559082,&#10;                &quot;top&quot;: 0.87599998712539673&#10;            },&#10;            &quot;type&quot;: 0&#10;        }&#10;    ],&#10;    &quot;type&quot;: 0&#10;}&#10;"/>
  <p:tag name="KSO_WM_SLIDE_CAN_ADD_NAVIGATION" val="1"/>
  <p:tag name="KSO_WM_SLIDE_BACKGROUND" val="[&quot;general&quot;,&quot;topBottom&quot;]"/>
  <p:tag name="KSO_WM_SLIDE_RATIO" val="1.777778"/>
  <p:tag name="KSO_WM_SLIDE_BK_DARK_LIGHT" val="2"/>
  <p:tag name="KSO_WM_SLIDE_BACKGROUND_TYPE" val="topBottom"/>
</p:tagLst>
</file>

<file path=ppt/tags/tag11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2"/>
  <p:tag name="KSO_WM_UNIT_LAYERLEVEL" val="1"/>
  <p:tag name="KSO_WM_TAG_VERSION" val="1.0"/>
  <p:tag name="KSO_WM_BEAUTIFY_FLAG" val="#wm#"/>
  <p:tag name="KSO_WM_SLIDE_BACKGROUND_TYPE" val="topBottom"/>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187.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UNIT_TYPE" val="i"/>
</p:tagLst>
</file>

<file path=ppt/tags/tag11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2305_1*i*4"/>
  <p:tag name="KSO_WM_TEMPLATE_CATEGORY" val="diagram"/>
  <p:tag name="KSO_WM_TEMPLATE_INDEX" val="20202305"/>
  <p:tag name="KSO_WM_UNIT_LAYERLEVEL" val="1"/>
  <p:tag name="KSO_WM_TAG_VERSION" val="1.0"/>
  <p:tag name="KSO_WM_BEAUTIFY_FLAG" val="#wm#"/>
  <p:tag name="KSO_WM_UNIT_BLOCK" val="0"/>
  <p:tag name="KSO_WM_UNIT_SM_LIMIT_TYPE" val="2"/>
  <p:tag name="KSO_WM_UNIT_DECORATE_INFO" val="{&quot;DecorateInfoX&quot;:{&quot;IsLeft&quot;:true,&quot;IsRight&quot;:false,&quot;IsAbs&quot;:true},&quot;DecorateInfoY&quot;:{&quot;IsTop&quot;:true,&quot;IsBottom&quot;:false,&quot;IsAbs&quot;:true}}"/>
  <p:tag name="KSO_WM_UNIT_PLACING_PICTURE_MD4" val="0"/>
  <p:tag name="KSO_WM_UNIT_FILL_FORE_SCHEMECOLOR_INDEX_BRIGHTNESS" val="0"/>
  <p:tag name="KSO_WM_UNIT_FILL_FORE_SCHEMECOLOR_INDEX" val="14"/>
  <p:tag name="KSO_WM_UNIT_FILL_TYPE" val="1"/>
  <p:tag name="KSO_WM_UNIT_SHADOW_SCHEMECOLOR_INDEX_BRIGHTNESS" val="0"/>
  <p:tag name="KSO_WM_UNIT_SHADOW_SCHEMECOLOR_INDEX" val="13"/>
  <p:tag name="KSO_WM_UNIT_TEXT_FILL_TYPE" val="1"/>
</p:tagLst>
</file>

<file path=ppt/tags/tag1189.xml><?xml version="1.0" encoding="utf-8"?>
<p:tagLst xmlns:a="http://schemas.openxmlformats.org/drawingml/2006/main" xmlns:r="http://schemas.openxmlformats.org/officeDocument/2006/relationships" xmlns:p="http://schemas.openxmlformats.org/presentationml/2006/main">
  <p:tag name="KSO_WM_UNIT_PRESET_TEXT" val="我们是致力于研究AI智能创作PPT的一个团队;我们潜心钻研幻灯片的演示规律与创作思路，希望通过人工智能解放用户双手，不仅高效，且精准。&#10;我们拥有金山办公软件30年的技术积累，以及一支富有研究精神，匠心做事的团队。"/>
  <p:tag name="KSO_WM_UNIT_NOCLEAR" val="0"/>
  <p:tag name="KSO_WM_UNIT_VALUE" val="564"/>
  <p:tag name="KSO_WM_UNIT_HIGHLIGHT" val="0"/>
  <p:tag name="KSO_WM_UNIT_COMPATIBLE" val="0"/>
  <p:tag name="KSO_WM_UNIT_DIAGRAM_ISNUMVISUAL" val="0"/>
  <p:tag name="KSO_WM_UNIT_DIAGRAM_ISREFERUNIT" val="0"/>
  <p:tag name="KSO_WM_UNIT_TYPE" val="f"/>
  <p:tag name="KSO_WM_UNIT_INDEX" val="1"/>
  <p:tag name="KSO_WM_UNIT_ID" val="diagram20202305_1*f*1"/>
  <p:tag name="KSO_WM_TEMPLATE_CATEGORY" val="diagram"/>
  <p:tag name="KSO_WM_TEMPLATE_INDEX" val="20202305"/>
  <p:tag name="KSO_WM_UNIT_LAYERLEVEL" val="1"/>
  <p:tag name="KSO_WM_TAG_VERSION" val="1.0"/>
  <p:tag name="KSO_WM_BEAUTIFY_FLAG" val="#wm#"/>
  <p:tag name="KSO_WM_UNIT_DEFAULT_FONT" val="16;24;2"/>
  <p:tag name="KSO_WM_UNIT_BLOCK" val="0"/>
  <p:tag name="KSO_WM_UNIT_SM_LIMIT_TYPE" val="1"/>
  <p:tag name="KSO_WM_UNIT_PLACING_PICTURE_MD4" val="0"/>
  <p:tag name="KSO_WM_UNIT_TEXT_FILL_FORE_SCHEMECOLOR_INDEX_BRIGHTNESS" val="0.35"/>
  <p:tag name="KSO_WM_UNIT_TEXT_FILL_FORE_SCHEMECOLOR_INDEX" val="13"/>
  <p:tag name="KSO_WM_UNIT_TEXT_FILL_TYPE" val="1"/>
</p:tagLst>
</file>

<file path=ppt/tags/tag11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2305_1*i*3"/>
  <p:tag name="KSO_WM_TEMPLATE_CATEGORY" val="diagram"/>
  <p:tag name="KSO_WM_TEMPLATE_INDEX" val="20202305"/>
  <p:tag name="KSO_WM_UNIT_LAYERLEVEL" val="1"/>
  <p:tag name="KSO_WM_TAG_VERSION" val="1.0"/>
  <p:tag name="KSO_WM_BEAUTIFY_FLAG" val="#wm#"/>
  <p:tag name="KSO_WM_UNIT_SM_LIMIT_TYPE" val="1"/>
  <p:tag name="KSO_WM_UNIT_PLACING_PICTURE_MD4" val="0"/>
  <p:tag name="KSO_WM_UNIT_FILL_FORE_SCHEMECOLOR_INDEX_BRIGHTNESS" val="0"/>
  <p:tag name="KSO_WM_UNIT_FILL_FORE_SCHEMECOLOR_INDEX" val="5"/>
  <p:tag name="KSO_WM_UNIT_FILL_TYPE" val="1"/>
  <p:tag name="KSO_WM_UNIT_TEXT_FILL_TYPE" val="1"/>
</p:tagLst>
</file>

<file path=ppt/tags/tag11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2305_1*i*1"/>
  <p:tag name="KSO_WM_TEMPLATE_CATEGORY" val="diagram"/>
  <p:tag name="KSO_WM_TEMPLATE_INDEX" val="20202305"/>
  <p:tag name="KSO_WM_UNIT_LAYERLEVEL" val="1"/>
  <p:tag name="KSO_WM_TAG_VERSION" val="1.0"/>
  <p:tag name="KSO_WM_BEAUTIFY_FLAG" val="#wm#"/>
  <p:tag name="KSO_WM_UNIT_TYPE" val="i"/>
  <p:tag name="KSO_WM_UNIT_INDEX" val="1"/>
  <p:tag name="KSO_WM_UNIT_BLOCK" val="0"/>
  <p:tag name="KSO_WM_UNIT_SM_LIMIT_TYPE" val="1"/>
  <p:tag name="KSO_WM_UNIT_PLACING_PICTURE_MD4" val="0"/>
  <p:tag name="KSO_WM_UNIT_FILL_FORE_SCHEMECOLOR_INDEX_BRIGHTNESS" val="0"/>
  <p:tag name="KSO_WM_UNIT_FILL_FORE_SCHEMECOLOR_INDEX" val="5"/>
  <p:tag name="KSO_WM_UNIT_FILL_TYPE" val="1"/>
  <p:tag name="KSO_WM_UNIT_TEXT_FILL_TYPE" val="1"/>
</p:tagLst>
</file>

<file path=ppt/tags/tag11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2305_1*a*1"/>
  <p:tag name="KSO_WM_TEMPLATE_CATEGORY" val="diagram"/>
  <p:tag name="KSO_WM_TEMPLATE_INDEX" val="20202305"/>
  <p:tag name="KSO_WM_UNIT_LAYERLEVEL" val="1"/>
  <p:tag name="KSO_WM_TAG_VERSION" val="1.0"/>
  <p:tag name="KSO_WM_BEAUTIFY_FLAG" val="#wm#"/>
  <p:tag name="KSO_WM_UNIT_ISCONTENTSTITLE" val="0"/>
  <p:tag name="KSO_WM_UNIT_PRESET_TEXT" val="WPS-极墨产品部"/>
  <p:tag name="KSO_WM_UNIT_NOCLEAR" val="0"/>
  <p:tag name="KSO_WM_UNIT_VALUE" val="26"/>
  <p:tag name="KSO_WM_UNIT_TYPE" val="a"/>
  <p:tag name="KSO_WM_UNIT_INDEX" val="1"/>
  <p:tag name="KSO_WM_UNIT_DEFAULT_FONT" val="32;36;4"/>
  <p:tag name="KSO_WM_UNIT_BLOCK" val="1"/>
  <p:tag name="KSO_WM_UNIT_SM_LIMIT_TYPE" val="1"/>
  <p:tag name="KSO_WM_UNIT_ISNUMDGMTITLE" val="0"/>
  <p:tag name="KSO_WM_UNIT_PLACING_PICTURE_MD4" val="0"/>
  <p:tag name="KSO_WM_UNIT_TEXT_FILL_FORE_SCHEMECOLOR_INDEX_BRIGHTNESS" val="0.25"/>
  <p:tag name="KSO_WM_UNIT_TEXT_FILL_FORE_SCHEMECOLOR_INDEX" val="13"/>
  <p:tag name="KSO_WM_UNIT_TEXT_FILL_TYPE" val="1"/>
</p:tagLst>
</file>

<file path=ppt/tags/tag1193.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94.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9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3405"/>
  <p:tag name="KSO_WM_SLIDE_ID" val="diagram20203405_1"/>
  <p:tag name="KSO_WM_TEMPLATE_SUBCATEGORY" val="11"/>
  <p:tag name="KSO_WM_TEMPLATE_MASTER_TYPE" val="0"/>
  <p:tag name="KSO_WM_TEMPLATE_COLOR_TYPE" val="1"/>
  <p:tag name="KSO_WM_SLIDE_TYPE" val="text"/>
  <p:tag name="KSO_WM_SLIDE_SUBTYPE" val="picTxt"/>
  <p:tag name="KSO_WM_SLIDE_ITEM_CNT" val="0"/>
  <p:tag name="KSO_WM_SLIDE_INDEX" val="1"/>
  <p:tag name="KSO_WM_SLIDE_SIZE" val="898*540"/>
  <p:tag name="KSO_WM_SLIDE_POSITION" val="0*0"/>
  <p:tag name="KSO_WM_TAG_VERSION" val="1.0"/>
  <p:tag name="KSO_WM_SLIDE_LAYOUT" val="a_d_f_i"/>
  <p:tag name="KSO_WM_SLIDE_LAYOUT_CNT" val="1_1_2_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direction&quot;: 1,&#10;    &quot;id&quot;: &quot;2020-03-30T15:11:48&quot;,&#10;    &quot;maxSize&quot;: {&#10;        &quot;size1&quot;: 33.399999999999999&#10;    },&#10;    &quot;minSize&quot;: {&#10;        &quot;size1&quot;: 33.399999999999999&#10;    },&#10;    &quot;normalSize&quot;: {&#10;        &quot;size1&quot;: 33.399999999999999&#10;    },&#10;    &quot;subLayout&quot;: [&#10;        {&#10;            &quot;backgroundInfo&quot;: [&#10;                {&#10;                    &quot;bottom&quot;: 0,&#10;                    &quot;bottomAbs&quot;: false,&#10;                    &quot;left&quot;: 0,&#10;                    &quot;leftAbs&quot;: false,&#10;                    &quot;right&quot;: 0,&#10;                    &quot;rightAbs&quot;: false,&#10;                    &quot;top&quot;: 0,&#10;                    &quot;topAbs&quot;: false,&#10;                    &quot;type&quot;: &quot;leftRight&quot;&#10;                }&#10;            ],&#10;            &quot;id&quot;: &quot;2020-03-30T15:11:48&quot;,&#10;            &quot;margin&quot;: {&#10;                &quot;bottom&quot;: 2.9300000667572021,&#10;                &quot;left&quot;: 2.119999885559082,&#10;                &quot;right&quot;: 1.690000057220459,&#10;                &quot;top&quot;: 3.2699997425079346&#10;            },&#10;            &quot;maxSize&quot;: {&#10;                &quot;size1&quot;: 65.599999999999994&#10;            },&#10;            &quot;minSize&quot;: {&#10;                &quot;size1&quot;: 39.299999999999997&#10;            },&#10;            &quot;normalSize&quot;: {&#10;                &quot;size1&quot;: 42.513123359580057&#10;            },&#10;            &quot;subLayout&quot;: [&#10;                {&#10;                    &quot;id&quot;: &quot;2020-03-30T15:11:48&quot;,&#10;                    &quot;margin&quot;: {&#10;                        &quot;bottom&quot;: 0.39399999380111694,&#10;                        &quot;left&quot;: 2.119999885559082,&#10;                        &quot;right&quot;: 1.690000057220459,&#10;                        &quot;top&quot;: 3.2799999713897705&#10;                    },&#10;                    &quot;type&quot;: 0&#10;                },&#10;                {&#10;                    &quot;id&quot;: &quot;2020-03-30T15:11:48&quot;,&#10;                    &quot;margin&quot;: {&#10;                        &quot;bottom&quot;: 2.9300000667572021,&#10;                        &quot;left&quot;: 2.119999885559082,&#10;                        &quot;right&quot;: 1.690000057220459,&#10;                        &quot;top&quot;: 0.026000002399086952&#10;                    },&#10;                    &quot;type&quot;: 0&#10;                }&#10;            ],&#10;            &quot;type&quot;: 0&#10;        },&#10;        {&#10;            &quot;id&quot;: &quot;2020-03-30T15:11:48&quot;,&#10;            &quot;maxSize&quot;: {&#10;                &quot;size1&quot;: 83.299999999999997&#10;            },&#10;            &quot;minSize&quot;: {&#10;                &quot;size1&quot;: 53.799999999999997&#10;            },&#10;            &quot;normalSize&quot;: {&#10;                &quot;size1&quot;: 72.400000000000006&#10;            },&#10;            &quot;subLayout&quot;: [&#10;                {&#10;                    &quot;horizontalAlign&quot;: 0,&#10;                    &quot;id&quot;: &quot;2020-03-30T15:11:48&quot;,&#10;                    &quot;margin&quot;: {&#10;                        &quot;bottom&quot;: 1.0199999809265137,&#10;                        &quot;left&quot;: 2.1099998950958252,&#10;                        &quot;right&quot;: 2.5399999618530273,&#10;                        &quot;top&quot;: 2.5399999618530273&#10;                    },&#10;                    &quot;type&quot;: 0,&#10;                    &quot;verticalAlign&quot;: 2&#10;                },&#10;                {&#10;                    &quot;horizontalAlign&quot;: 0,&#10;                    &quot;id&quot;: &quot;2020-03-30T15:11:48&quot;,&#10;                    &quot;margin&quot;: {&#10;                        &quot;bottom&quot;: 2.119999885559082,&#10;                        &quot;left&quot;: 1.7300000190734863,&#10;                        &quot;right&quot;: 2.119999885559082,&#10;                        &quot;top&quot;: 0.026000002399086952&#10;                    },&#10;                    &quot;type&quot;: 0,&#10;                    &quot;verticalAlign&quot;: 0&#10;                }&#10;            ],&#10;            &quot;type&quot;: 0&#10;        }&#10;    ],&#10;    &quot;type&quot;: 0&#10;}&#10;"/>
  <p:tag name="KSO_WM_SLIDE_CAN_ADD_NAVIGATION" val="1"/>
  <p:tag name="KSO_WM_SLIDE_BACKGROUND" val="[&quot;general&quot;,&quot;frame&quot;,&quot;leftRight&quot;]"/>
  <p:tag name="KSO_WM_SLIDE_RATIO" val="1.777778"/>
  <p:tag name="KSO_WM_SLIDE_BK_DARK_LIGHT" val="2"/>
  <p:tag name="KSO_WM_SLIDE_BACKGROUND_TYPE" val="leftRight"/>
</p:tagLst>
</file>

<file path=ppt/tags/tag11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2"/>
  <p:tag name="KSO_WM_UNIT_LAYERLEVEL" val="1"/>
  <p:tag name="KSO_WM_TAG_VERSION" val="1.0"/>
  <p:tag name="KSO_WM_BEAUTIFY_FLAG" val="#wm#"/>
  <p:tag name="KSO_WM_SLIDE_BACKGROUND_TYPE" val="leftRight"/>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197.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UNIT_TYPE" val="i"/>
</p:tagLst>
</file>

<file path=ppt/tags/tag1198.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我们是致力于研究AI智能创作PPT的一个团队;&#10;我们潜心钻研幻灯片的演示规律与创作思路，希望通过人工智能解放用户双手，不仅高效，且精准。…"/>
  <p:tag name="KSO_WM_UNIT_NOCLEAR" val="0"/>
  <p:tag name="KSO_WM_UNIT_HIGHLIGHT" val="0"/>
  <p:tag name="KSO_WM_UNIT_COMPATIBLE" val="0"/>
  <p:tag name="KSO_WM_UNIT_DIAGRAM_ISNUMVISUAL" val="0"/>
  <p:tag name="KSO_WM_UNIT_DIAGRAM_ISREFERUNIT" val="0"/>
  <p:tag name="KSO_WM_UNIT_TYPE" val="f"/>
  <p:tag name="KSO_WM_UNIT_INDEX" val="2"/>
  <p:tag name="KSO_WM_UNIT_ID" val="diagram20203405_1*f*2"/>
  <p:tag name="KSO_WM_TEMPLATE_CATEGORY" val="diagram"/>
  <p:tag name="KSO_WM_TEMPLATE_INDEX" val="20203405"/>
  <p:tag name="KSO_WM_UNIT_LAYERLEVEL" val="1"/>
  <p:tag name="KSO_WM_TAG_VERSION" val="1.0"/>
  <p:tag name="KSO_WM_BEAUTIFY_FLAG" val="#wm#"/>
  <p:tag name="KSO_WM_UNIT_VALUE" val="96"/>
  <p:tag name="KSO_WM_UNIT_DEFAULT_FONT" val="14;16;2"/>
  <p:tag name="KSO_WM_UNIT_BLOCK" val="0"/>
  <p:tag name="KSO_WM_UNIT_TEXT_FILL_FORE_SCHEMECOLOR_INDEX_BRIGHTNESS" val="0.25"/>
  <p:tag name="KSO_WM_UNIT_TEXT_FILL_FORE_SCHEMECOLOR_INDEX" val="13"/>
  <p:tag name="KSO_WM_UNIT_TEXT_FILL_TYPE" val="1"/>
</p:tagLst>
</file>

<file path=ppt/tags/tag11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3405_1*i*3"/>
  <p:tag name="KSO_WM_TEMPLATE_CATEGORY" val="diagram"/>
  <p:tag name="KSO_WM_TEMPLATE_INDEX" val="20203405"/>
  <p:tag name="KSO_WM_UNIT_LAYERLEVEL" val="1"/>
  <p:tag name="KSO_WM_TAG_VERSION" val="1.0"/>
  <p:tag name="KSO_WM_BEAUTIFY_FLAG" val="#wm#"/>
  <p:tag name="KSO_WM_UNIT_BLOCK" val="0"/>
  <p:tag name="KSO_WM_UNIT_SM_LIMIT_TYPE" val="1"/>
  <p:tag name="KSO_WM_UNIT_FILL_FORE_SCHEMECOLOR_INDEX_BRIGHTNESS" val="0"/>
  <p:tag name="KSO_WM_UNIT_FILL_FORE_SCHEMECOLOR_INDEX" val="5"/>
  <p:tag name="KSO_WM_UNIT_FILL_TYPE" val="1"/>
  <p:tag name="KSO_WM_UNIT_TEXT_FILL_TYPE" val="1"/>
</p:tagLst>
</file>

<file path=ppt/tags/tag12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3405_1*i*4"/>
  <p:tag name="KSO_WM_TEMPLATE_CATEGORY" val="diagram"/>
  <p:tag name="KSO_WM_TEMPLATE_INDEX" val="20203405"/>
  <p:tag name="KSO_WM_UNIT_LAYERLEVEL" val="1"/>
  <p:tag name="KSO_WM_TAG_VERSION" val="1.0"/>
  <p:tag name="KSO_WM_BEAUTIFY_FLAG" val="#wm#"/>
  <p:tag name="KSO_WM_UNIT_BLOCK" val="0"/>
  <p:tag name="KSO_WM_UNIT_SM_LIMIT_TYPE" val="1"/>
  <p:tag name="KSO_WM_UNIT_DECORATE_INFO" val="{&quot;DecorateInfoX&quot;:{&quot;IsLeft&quot;:true,&quot;IsRight&quot;:false,&quot;IsAbs&quot;:true},&quot;DecorateInfoY&quot;:{&quot;IsTop&quot;:true,&quot;IsBottom&quot;:false,&quot;IsAbs&quot;:true}}"/>
  <p:tag name="KSO_WM_UNIT_TEXT_FILL_FORE_SCHEMECOLOR_INDEX_BRIGHTNESS" val="0"/>
  <p:tag name="KSO_WM_UNIT_TEXT_FILL_FORE_SCHEMECOLOR_INDEX" val="5"/>
  <p:tag name="KSO_WM_UNIT_TEXT_FILL_TYPE" val="1"/>
</p:tagLst>
</file>

<file path=ppt/tags/tag12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3405_1*i*2"/>
  <p:tag name="KSO_WM_TEMPLATE_CATEGORY" val="diagram"/>
  <p:tag name="KSO_WM_TEMPLATE_INDEX" val="20203405"/>
  <p:tag name="KSO_WM_UNIT_LAYERLEVEL" val="1"/>
  <p:tag name="KSO_WM_TAG_VERSION" val="1.0"/>
  <p:tag name="KSO_WM_BEAUTIFY_FLAG" val="#wm#"/>
  <p:tag name="KSO_WM_UNIT_BLOCK" val="0"/>
  <p:tag name="KSO_WM_UNIT_SM_LIMIT_TYPE" val="2"/>
  <p:tag name="KSO_WM_UNIT_DECORATE_INFO" val="{&quot;DecorateInfoX&quot;:{&quot;IsLeft&quot;:true,&quot;IsRight&quot;:false,&quot;IsAbs&quot;:true},&quot;DecorateInfoY&quot;:{&quot;IsTop&quot;:false,&quot;IsBottom&quot;:true,&quot;IsAbs&quot;:true}}"/>
  <p:tag name="KSO_WM_UNIT_FILL_FORE_SCHEMECOLOR_INDEX_BRIGHTNESS" val="0"/>
  <p:tag name="KSO_WM_UNIT_FILL_FORE_SCHEMECOLOR_INDEX" val="16"/>
  <p:tag name="KSO_WM_UNIT_FILL_TYPE" val="1"/>
  <p:tag name="KSO_WM_UNIT_SHADOW_SCHEMECOLOR_INDEX_BRIGHTNESS" val="0.05"/>
  <p:tag name="KSO_WM_UNIT_SHADOW_SCHEMECOLOR_INDEX" val="13"/>
  <p:tag name="KSO_WM_UNIT_TEXT_FILL_TYPE" val="1"/>
</p:tagLst>
</file>

<file path=ppt/tags/tag1202.xml><?xml version="1.0" encoding="utf-8"?>
<p:tagLst xmlns:a="http://schemas.openxmlformats.org/drawingml/2006/main" xmlns:r="http://schemas.openxmlformats.org/officeDocument/2006/relationships" xmlns:p="http://schemas.openxmlformats.org/presentationml/2006/main">
  <p:tag name="KSO_WM_UNIT_VALUE" val="1021*1795"/>
  <p:tag name="KSO_WM_UNIT_HIGHLIGHT" val="0"/>
  <p:tag name="KSO_WM_UNIT_COMPATIBLE" val="0"/>
  <p:tag name="KSO_WM_UNIT_DIAGRAM_ISNUMVISUAL" val="0"/>
  <p:tag name="KSO_WM_UNIT_DIAGRAM_ISREFERUNIT" val="0"/>
  <p:tag name="KSO_WM_UNIT_TYPE" val="d"/>
  <p:tag name="KSO_WM_UNIT_INDEX" val="1"/>
  <p:tag name="KSO_WM_UNIT_ID" val="diagram20203405_1*d*1"/>
  <p:tag name="KSO_WM_TEMPLATE_CATEGORY" val="diagram"/>
  <p:tag name="KSO_WM_TEMPLATE_INDEX" val="20203405"/>
  <p:tag name="KSO_WM_UNIT_SUPPORT_UNIT_TYPE" val="[&quot;all&quot;]"/>
  <p:tag name="KSO_WM_UNIT_LAYERLEVEL" val="1"/>
  <p:tag name="KSO_WM_TAG_VERSION" val="1.0"/>
  <p:tag name="KSO_WM_BEAUTIFY_FLAG" val="#wm#"/>
  <p:tag name="KSO_WM_UNIT_BLOCK" val="0"/>
  <p:tag name="KSO_WM_UNIT_SM_LIMIT_TYPE" val="1"/>
  <p:tag name="KSO_WM_UNIT_PLACING_PICTURE_USER_VIEWPORT" val="{&quot;height&quot;:5792.12125984252,&quot;width&quot;:10186.629921259842}"/>
  <p:tag name="KSO_WM_UNIT_PLACING_PICTURE_USER_RELATIVERECTANGLE" val="{&quot;bottom&quot;:0.061609999999999998,&quot;left&quot;:0,&quot;right&quot;:0,&quot;top&quot;:0.061609999999999998}"/>
  <p:tag name="KSO_WM_UNIT_PLACING_PICTURE_COLLAGE_RELATIVERECTANGLE" val="{&quot;bottom&quot;:0.061609999999999984,&quot;left&quot;:0,&quot;right&quot;:0,&quot;top&quot;:0.061609999999999984}"/>
  <p:tag name="KSO_WM_UNIT_PLACING_PICTURE_COLLAGE_VIEWPORT" val="{&quot;height&quot;:5792.12125984252,&quot;width&quot;:10186.629921259842}"/>
  <p:tag name="KSO_WM_UNIT_PLACING_PICTURE_INFO" val="{&quot;code&quot;:&quot;[1]&quot;,&quot;full_picture&quot;:false,&quot;last_crop_picture&quot;:&quot;[1]&quot;,&quot;scheme&quot;:&quot;1-1&quot;,&quot;spacing&quot;:5}"/>
  <p:tag name="KSO_WM_UNIT_PLACING_PICTURE" val="145446.839"/>
  <p:tag name="REFSHAPE" val="1268282716"/>
</p:tagLst>
</file>

<file path=ppt/tags/tag1203.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点击此处添加大标题"/>
  <p:tag name="KSO_WM_UNIT_NOCLEAR" val="0"/>
  <p:tag name="KSO_WM_UNIT_VALUE" val="16"/>
  <p:tag name="KSO_WM_UNIT_HIGHLIGHT" val="0"/>
  <p:tag name="KSO_WM_UNIT_COMPATIBLE" val="0"/>
  <p:tag name="KSO_WM_UNIT_DIAGRAM_ISNUMVISUAL" val="0"/>
  <p:tag name="KSO_WM_UNIT_DIAGRAM_ISREFERUNIT" val="0"/>
  <p:tag name="KSO_WM_UNIT_TYPE" val="a"/>
  <p:tag name="KSO_WM_UNIT_INDEX" val="1"/>
  <p:tag name="KSO_WM_UNIT_ID" val="diagram20203405_1*a*1"/>
  <p:tag name="KSO_WM_TEMPLATE_CATEGORY" val="diagram"/>
  <p:tag name="KSO_WM_TEMPLATE_INDEX" val="20203405"/>
  <p:tag name="KSO_WM_UNIT_LAYERLEVEL" val="1"/>
  <p:tag name="KSO_WM_TAG_VERSION" val="1.0"/>
  <p:tag name="KSO_WM_BEAUTIFY_FLAG" val="#wm#"/>
  <p:tag name="KSO_WM_UNIT_DEFAULT_FONT" val="36;44;4"/>
  <p:tag name="KSO_WM_UNIT_BLOCK" val="0"/>
  <p:tag name="KSO_WM_UNIT_SMARTLAYOUT_COMPRESS_INFO" val="{&#10;    &quot;id&quot;: &quot;2020-03-30T15:11:48&quot;,&#10;    &quot;max&quot;: 0,&#10;    &quot;parentMax&quot;: {&#10;        &quot;max&quot;: 13.013149606299208&#10;    },&#10;    &quot;topChanged&quot;: 0&#10;}&#10;"/>
  <p:tag name="KSO_WM_UNIT_TEXT_FILL_FORE_SCHEMECOLOR_INDEX_BRIGHTNESS" val="0"/>
  <p:tag name="KSO_WM_UNIT_TEXT_FILL_FORE_SCHEMECOLOR_INDEX" val="14"/>
  <p:tag name="KSO_WM_UNIT_TEXT_FILL_TYPE" val="1"/>
</p:tagLst>
</file>

<file path=ppt/tags/tag1204.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此处输入你的正文，文字是您思想的提炼，为了最终演示发布的良好效果…"/>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3405_1*f*1"/>
  <p:tag name="KSO_WM_TEMPLATE_CATEGORY" val="diagram"/>
  <p:tag name="KSO_WM_TEMPLATE_INDEX" val="20203405"/>
  <p:tag name="KSO_WM_UNIT_LAYERLEVEL" val="1"/>
  <p:tag name="KSO_WM_TAG_VERSION" val="1.0"/>
  <p:tag name="KSO_WM_BEAUTIFY_FLAG" val="#wm#"/>
  <p:tag name="KSO_WM_UNIT_VALUE" val="60"/>
  <p:tag name="KSO_WM_UNIT_DEFAULT_FONT" val="14;16;2"/>
  <p:tag name="KSO_WM_UNIT_BLOCK" val="0"/>
  <p:tag name="KSO_WM_UNIT_TEXT_FILL_FORE_SCHEMECOLOR_INDEX_BRIGHTNESS" val="-0.05"/>
  <p:tag name="KSO_WM_UNIT_TEXT_FILL_FORE_SCHEMECOLOR_INDEX" val="14"/>
  <p:tag name="KSO_WM_UNIT_TEXT_FILL_TYPE" val="1"/>
</p:tagLst>
</file>

<file path=ppt/tags/tag1205.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206.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20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2306"/>
  <p:tag name="KSO_WM_SLIDE_ID" val="diagram20202306_1"/>
  <p:tag name="KSO_WM_TEMPLATE_SUBCATEGORY" val="11"/>
  <p:tag name="KSO_WM_SLIDE_TYPE" val="text"/>
  <p:tag name="KSO_WM_SLIDE_SUBTYPE" val="picTxt"/>
  <p:tag name="KSO_WM_SLIDE_ITEM_CNT" val="0"/>
  <p:tag name="KSO_WM_SLIDE_INDEX" val="1"/>
  <p:tag name="KSO_WM_SLIDE_SIZE" val="960*491"/>
  <p:tag name="KSO_WM_SLIDE_POSITION" val="0*0"/>
  <p:tag name="KSO_WM_TAG_VERSION" val="1.0"/>
  <p:tag name="KSO_WM_SLIDE_LAYOUT" val="a_d_f_i"/>
  <p:tag name="KSO_WM_SLIDE_LAYOUT_CNT" val="1_1_1_1"/>
  <p:tag name="KSO_WM_TEMPLATE_MASTER_TYPE" val="0"/>
  <p:tag name="KSO_WM_TEMPLATE_COLOR_TYPE" val="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id&quot;: &quot;2020-03-30T15:17:35&quot;,&#10;    &quot;maxSize&quot;: {&#10;        &quot;size1&quot;: 22.399999999999999&#10;    },&#10;    &quot;minSize&quot;: {&#10;        &quot;size1&quot;: 22.399999999999999&#10;    },&#10;    &quot;normalSize&quot;: {&#10;        &quot;size1&quot;: 22.399999999999999&#10;    },&#10;    &quot;subLayout&quot;: [&#10;        {&#10;            &quot;id&quot;: &quot;2020-03-30T15:17:35&quot;,&#10;            &quot;margin&quot;: {&#10;                &quot;bottom&quot;: 0.82400000095367432,&#10;                &quot;left&quot;: 1.690000057220459,&#10;                &quot;right&quot;: 1.690000057220459,&#10;                &quot;top&quot;: 1.690000057220459&#10;            },&#10;            &quot;type&quot;: 0,&#10;            &quot;verticalAlign&quot;: 1&#10;        },&#10;        {&#10;            &quot;id&quot;: &quot;2020-03-30T15:17:35&quot;,&#10;            &quot;maxSize&quot;: {&#10;                &quot;size1&quot;: 81.599999999999994&#10;            },&#10;            &quot;minSize&quot;: {&#10;                &quot;size1&quot;: 45.600000000000001&#10;            },&#10;            &quot;normalSize&quot;: {&#10;                &quot;size1&quot;: 75.303417986268329&#10;            },&#10;            &quot;subLayout&quot;: [&#10;                {&#10;                    &quot;backgroundInfo&quot;: [&#10;                        {&#10;                            &quot;bottom&quot;: 0.3001876,&#10;                            &quot;bottomAbs&quot;: false,&#10;                            &quot;left&quot;: 0,&#10;                            &quot;leftAbs&quot;: false,&#10;                            &quot;right&quot;: 0,&#10;                            &quot;rightAbs&quot;: false,&#10;                            &quot;top&quot;: -4.2800000000000002,&#10;                            &quot;topAbs&quot;: true,&#10;                            &quot;type&quot;: &quot;topBottom&quot;&#10;                        }&#10;                    ],&#10;                    &quot;horizontalAlign&quot;: 1,&#10;                    &quot;id&quot;: &quot;2020-03-30T15:17:35&quot;,&#10;                    &quot;margin&quot;: {&#10;                        &quot;bottom&quot;: 0.39399999380111694,&#10;                        &quot;left&quot;: 1.690000057220459,&#10;                        &quot;right&quot;: 1.690000057220459,&#10;                        &quot;top&quot;: 0.026000002399086952&#10;                    },&#10;                    &quot;type&quot;: 0,&#10;                    &quot;verticalAlign&quot;: 1&#10;                },&#10;                {&#10;                    &quot;horizontalAlign&quot;: 0,&#10;                    &quot;id&quot;: &quot;2020-03-30T15:17:35&quot;,&#10;                    &quot;margin&quot;: {&#10;                        &quot;bottom&quot;: 1.690000057220459,&#10;                        &quot;left&quot;: 1.690000057220459,&#10;                        &quot;right&quot;: 1.690000057220459,&#10;                        &quot;top&quot;: 0.026000002399086952&#10;                    },&#10;                    &quot;type&quot;: 0,&#10;                    &quot;verticalAlign&quot;: 0&#10;                }&#10;            ],&#10;            &quot;type&quot;: 0&#10;        }&#10;    ],&#10;    &quot;type&quot;: 0&#10;}&#10;"/>
  <p:tag name="KSO_WM_SLIDE_CAN_ADD_NAVIGATION" val="1"/>
  <p:tag name="KSO_WM_SLIDE_BACKGROUND" val="[&quot;general&quot;,&quot;frame&quot;,&quot;topBottom&quot;]"/>
  <p:tag name="KSO_WM_SLIDE_RATIO" val="1.777778"/>
  <p:tag name="KSO_WM_SLIDE_BK_DARK_LIGHT" val="2"/>
  <p:tag name="KSO_WM_SLIDE_BACKGROUND_TYPE" val="topBottom"/>
</p:tagLst>
</file>

<file path=ppt/tags/tag12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2"/>
  <p:tag name="KSO_WM_UNIT_LAYERLEVEL" val="1"/>
  <p:tag name="KSO_WM_TAG_VERSION" val="1.0"/>
  <p:tag name="KSO_WM_BEAUTIFY_FLAG" val="#wm#"/>
  <p:tag name="KSO_WM_SLIDE_BACKGROUND_TYPE" val="topBottom"/>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209.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UNIT_TYPE" val="i"/>
</p:tagLst>
</file>

<file path=ppt/tags/tag12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2306_1*i*3"/>
  <p:tag name="KSO_WM_TEMPLATE_CATEGORY" val="diagram"/>
  <p:tag name="KSO_WM_TEMPLATE_INDEX" val="20202306"/>
  <p:tag name="KSO_WM_UNIT_LAYERLEVEL" val="1"/>
  <p:tag name="KSO_WM_TAG_VERSION" val="1.0"/>
  <p:tag name="KSO_WM_BEAUTIFY_FLAG" val="#wm#"/>
  <p:tag name="KSO_WM_UNIT_BLOCK" val="0"/>
  <p:tag name="KSO_WM_UNIT_SM_LIMIT_TYPE" val="2"/>
  <p:tag name="KSO_WM_UNIT_DECORATE_INFO" val="{&quot;DecorateInfoX&quot;:{&quot;IsLeft&quot;:true,&quot;IsRight&quot;:false,&quot;IsAbs&quot;:false},&quot;DecorateInfoY&quot;:{&quot;IsTop&quot;:true,&quot;IsBottom&quot;:false,&quot;IsAbs&quot;:false}}"/>
  <p:tag name="KSO_WM_UNIT_PLACING_PICTURE_MD4" val="0"/>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4"/>
  <p:tag name="KSO_WM_UNIT_TEXT_FILL_TYPE" val="1"/>
</p:tagLst>
</file>

<file path=ppt/tags/tag1211.xml><?xml version="1.0" encoding="utf-8"?>
<p:tagLst xmlns:a="http://schemas.openxmlformats.org/drawingml/2006/main" xmlns:r="http://schemas.openxmlformats.org/officeDocument/2006/relationships" xmlns:p="http://schemas.openxmlformats.org/presentationml/2006/main">
  <p:tag name="KSO_WM_UNIT_PRESET_TEXT" val="我们是致力于研究AI智能创作PPT的一个团队;我们潜心钻研幻灯片的演示规律与创作思路，希望通过人工智能解放用户双手，不仅高效，且精准。我们拥有金山办公软件30年的技术积累……"/>
  <p:tag name="KSO_WM_UNIT_NOCLEAR" val="0"/>
  <p:tag name="KSO_WM_UNIT_VALUE" val="159"/>
  <p:tag name="KSO_WM_UNIT_HIGHLIGHT" val="0"/>
  <p:tag name="KSO_WM_UNIT_COMPATIBLE" val="0"/>
  <p:tag name="KSO_WM_UNIT_DIAGRAM_ISNUMVISUAL" val="0"/>
  <p:tag name="KSO_WM_UNIT_DIAGRAM_ISREFERUNIT" val="0"/>
  <p:tag name="KSO_WM_UNIT_TYPE" val="f"/>
  <p:tag name="KSO_WM_UNIT_INDEX" val="1"/>
  <p:tag name="KSO_WM_UNIT_ID" val="diagram20202306_1*f*1"/>
  <p:tag name="KSO_WM_TEMPLATE_CATEGORY" val="diagram"/>
  <p:tag name="KSO_WM_TEMPLATE_INDEX" val="20202306"/>
  <p:tag name="KSO_WM_UNIT_LAYERLEVEL" val="1"/>
  <p:tag name="KSO_WM_TAG_VERSION" val="1.0"/>
  <p:tag name="KSO_WM_BEAUTIFY_FLAG" val="#wm#"/>
  <p:tag name="KSO_WM_UNIT_DEFAULT_FONT" val="14;16;2"/>
  <p:tag name="KSO_WM_UNIT_BLOCK" val="0"/>
  <p:tag name="KSO_WM_UNIT_DECORATE_INFO" val="{&quot;DecorateInfoX&quot;:{&quot;IsLeft&quot;:true,&quot;IsRight&quot;:false,&quot;IsAbs&quot;:false},&quot;DecorateInfoY&quot;:{&quot;IsTop&quot;:true,&quot;IsBottom&quot;:false,&quot;IsAbs&quot;:false}}"/>
  <p:tag name="KSO_WM_UNIT_PLACING_PICTURE_MD4" val="0"/>
  <p:tag name="KSO_WM_UNIT_SMARTLAYOUT_COMPRESS_INFO" val="{&#10;    &quot;id&quot;: &quot;2020-03-30T15:17:35&quot;,&#10;    &quot;max&quot;: 0,&#10;    &quot;parentMax&quot;: {&#10;        &quot;max&quot;: 1.2463779527558998&#10;    },&#10;    &quot;topChanged&quot;: 0&#10;}&#10;"/>
  <p:tag name="KSO_WM_UNIT_TEXT_FILL_FORE_SCHEMECOLOR_INDEX_BRIGHTNESS" val="0.35"/>
  <p:tag name="KSO_WM_UNIT_TEXT_FILL_FORE_SCHEMECOLOR_INDEX" val="13"/>
  <p:tag name="KSO_WM_UNIT_TEXT_FILL_TYPE" val="1"/>
</p:tagLst>
</file>

<file path=ppt/tags/tag1212.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WPS/极墨产品部"/>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02306_1*a*1"/>
  <p:tag name="KSO_WM_TEMPLATE_CATEGORY" val="diagram"/>
  <p:tag name="KSO_WM_TEMPLATE_INDEX" val="20202306"/>
  <p:tag name="KSO_WM_UNIT_LAYERLEVEL" val="1"/>
  <p:tag name="KSO_WM_TAG_VERSION" val="1.0"/>
  <p:tag name="KSO_WM_BEAUTIFY_FLAG" val="#wm#"/>
  <p:tag name="KSO_WM_UNIT_DEFAULT_FONT" val="32;36;4"/>
  <p:tag name="KSO_WM_UNIT_BLOCK" val="0"/>
  <p:tag name="KSO_WM_UNIT_DECORATE_INFO" val="{&quot;DecorateInfoX&quot;:{&quot;IsLeft&quot;:true,&quot;IsRight&quot;:false,&quot;IsAbs&quot;:false},&quot;DecorateInfoY&quot;:{&quot;IsTop&quot;:true,&quot;IsBottom&quot;:false,&quot;IsAbs&quot;:false}}"/>
  <p:tag name="KSO_WM_UNIT_ISNUMDGMTITLE" val="0"/>
  <p:tag name="KSO_WM_UNIT_PLACING_PICTURE_MD4" val="0"/>
  <p:tag name="KSO_WM_UNIT_SMARTLAYOUT_COMPRESS_INFO" val="{&#10;    &quot;id&quot;: &quot;2020-03-30T15:17:35&quot;,&#10;    &quot;max&quot;: 0,&#10;    &quot;topChanged&quot;: 0&#10;}&#10;"/>
  <p:tag name="KSO_WM_UNIT_TEXT_FILL_FORE_SCHEMECOLOR_INDEX_BRIGHTNESS" val="0.25"/>
  <p:tag name="KSO_WM_UNIT_TEXT_FILL_FORE_SCHEMECOLOR_INDEX" val="13"/>
  <p:tag name="KSO_WM_UNIT_TEXT_FILL_TYPE" val="1"/>
</p:tagLst>
</file>

<file path=ppt/tags/tag1213.xml><?xml version="1.0" encoding="utf-8"?>
<p:tagLst xmlns:a="http://schemas.openxmlformats.org/drawingml/2006/main" xmlns:r="http://schemas.openxmlformats.org/officeDocument/2006/relationships" xmlns:p="http://schemas.openxmlformats.org/presentationml/2006/main">
  <p:tag name="KSO_WM_UNIT_VALUE" val="991*1978"/>
  <p:tag name="KSO_WM_UNIT_HIGHLIGHT" val="0"/>
  <p:tag name="KSO_WM_UNIT_COMPATIBLE" val="0"/>
  <p:tag name="KSO_WM_UNIT_DIAGRAM_ISNUMVISUAL" val="0"/>
  <p:tag name="KSO_WM_UNIT_DIAGRAM_ISREFERUNIT" val="0"/>
  <p:tag name="KSO_WM_UNIT_TYPE" val="d"/>
  <p:tag name="KSO_WM_UNIT_INDEX" val="1"/>
  <p:tag name="KSO_WM_UNIT_ID" val="diagram20202306_1*d*1"/>
  <p:tag name="KSO_WM_TEMPLATE_CATEGORY" val="diagram"/>
  <p:tag name="KSO_WM_TEMPLATE_INDEX" val="20202306"/>
  <p:tag name="KSO_WM_UNIT_LAYERLEVEL" val="1"/>
  <p:tag name="KSO_WM_TAG_VERSION" val="1.0"/>
  <p:tag name="KSO_WM_BEAUTIFY_FLAG" val="#wm#"/>
  <p:tag name="KSO_WM_UNIT_PLACING_PICTURE_INFO" val="{&quot;full_picture&quot;:false,&quot;last_crop_picture&quot;:&quot;1-1&quot;,&quot;selected&quot;:&quot;1-1&quot;,&quot;spacing&quot;:6}"/>
  <p:tag name="KSO_WM_UNIT_SUPPORT_UNIT_TYPE" val="[&quot;all&quot;]"/>
  <p:tag name="KSO_WM_UNIT_BLOCK" val="0"/>
  <p:tag name="KSO_WM_UNIT_DECORATE_INFO" val="{&quot;DecorateInfoX&quot;:{&quot;IsLeft&quot;:true,&quot;IsRight&quot;:false,&quot;IsAbs&quot;:false},&quot;DecorateInfoY&quot;:{&quot;IsTop&quot;:true,&quot;IsBottom&quot;:false,&quot;IsAbs&quot;:false}}"/>
  <p:tag name="KSO_WM_UNIT_PLACING_PICTURE_MD4" val="0"/>
  <p:tag name="REFSHAPE" val="-1952834500"/>
</p:tagLst>
</file>

<file path=ppt/tags/tag12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2306_1*i*2"/>
  <p:tag name="KSO_WM_TEMPLATE_CATEGORY" val="diagram"/>
  <p:tag name="KSO_WM_TEMPLATE_INDEX" val="20202306"/>
  <p:tag name="KSO_WM_UNIT_LAYERLEVEL" val="1"/>
  <p:tag name="KSO_WM_TAG_VERSION" val="1.0"/>
  <p:tag name="KSO_WM_BEAUTIFY_FLAG" val="#wm#"/>
  <p:tag name="KSO_WM_UNIT_SM_LIMIT_TYPE" val="1"/>
  <p:tag name="KSO_WM_UNIT_PLACING_PICTURE_MD4" val="0"/>
  <p:tag name="KSO_WM_UNIT_LINE_FORE_SCHEMECOLOR_INDEX_BRIGHTNESS" val="0.25"/>
  <p:tag name="KSO_WM_UNIT_LINE_FORE_SCHEMECOLOR_INDEX" val="13"/>
  <p:tag name="KSO_WM_UNIT_LINE_FILL_TYPE" val="2"/>
</p:tagLst>
</file>

<file path=ppt/tags/tag12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2306_1*i*4"/>
  <p:tag name="KSO_WM_TEMPLATE_CATEGORY" val="diagram"/>
  <p:tag name="KSO_WM_TEMPLATE_INDEX" val="20202306"/>
  <p:tag name="KSO_WM_UNIT_LAYERLEVEL" val="1"/>
  <p:tag name="KSO_WM_TAG_VERSION" val="1.0"/>
  <p:tag name="KSO_WM_BEAUTIFY_FLAG" val="#wm#"/>
  <p:tag name="KSO_WM_UNIT_SM_LIMIT_TYPE" val="1"/>
  <p:tag name="KSO_WM_UNIT_PLACING_PICTURE_MD4" val="0"/>
  <p:tag name="KSO_WM_UNIT_LINE_FORE_SCHEMECOLOR_INDEX_BRIGHTNESS" val="0.25"/>
  <p:tag name="KSO_WM_UNIT_LINE_FORE_SCHEMECOLOR_INDEX" val="13"/>
  <p:tag name="KSO_WM_UNIT_LINE_FILL_TYPE" val="2"/>
</p:tagLst>
</file>

<file path=ppt/tags/tag12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2306_1*i*5"/>
  <p:tag name="KSO_WM_TEMPLATE_CATEGORY" val="diagram"/>
  <p:tag name="KSO_WM_TEMPLATE_INDEX" val="20202306"/>
  <p:tag name="KSO_WM_UNIT_LAYERLEVEL" val="1"/>
  <p:tag name="KSO_WM_TAG_VERSION" val="1.0"/>
  <p:tag name="KSO_WM_BEAUTIFY_FLAG" val="#wm#"/>
  <p:tag name="KSO_WM_UNIT_BLOCK" val="0"/>
  <p:tag name="KSO_WM_UNIT_SM_LIMIT_TYPE" val="1"/>
  <p:tag name="KSO_WM_UNIT_DECORATE_INFO" val="{&quot;DecorateInfoX&quot;:{&quot;IsLeft&quot;:true,&quot;IsRight&quot;:false,&quot;IsAbs&quot;:false},&quot;DecorateInfoY&quot;:{&quot;IsTop&quot;:true,&quot;IsBottom&quot;:false,&quot;IsAbs&quot;:false}}"/>
  <p:tag name="KSO_WM_UNIT_PLACING_PICTURE_MD4" val="0"/>
  <p:tag name="KSO_WM_UNIT_TEXT_FILL_FORE_SCHEMECOLOR_INDEX_BRIGHTNESS" val="0.35"/>
  <p:tag name="KSO_WM_UNIT_TEXT_FILL_FORE_SCHEMECOLOR_INDEX" val="13"/>
  <p:tag name="KSO_WM_UNIT_TEXT_FILL_TYPE" val="1"/>
</p:tagLst>
</file>

<file path=ppt/tags/tag1217.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218.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21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4027"/>
  <p:tag name="KSO_WM_SLIDE_ID" val="diagram20204027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59*487"/>
  <p:tag name="KSO_WM_SLIDE_POSITION" val="0*18"/>
  <p:tag name="KSO_WM_TAG_VERSION" val="1.0"/>
  <p:tag name="KSO_WM_SLIDE_LAYOUT" val="a_f_y"/>
  <p:tag name="KSO_WM_SLIDE_LAYOUT_CNT" val="1_1_1"/>
  <p:tag name="KSO_WM_SLIDE_BK_DARK_LIGHT" val="2"/>
  <p:tag name="KSO_WM_SLIDE_BACKGROUND_TYPE" val="general"/>
</p:tagLst>
</file>

<file path=ppt/tags/tag12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2*i*1"/>
  <p:tag name="KSO_WM_UNIT_LAYERLEVEL" val="1"/>
  <p:tag name="KSO_WM_TAG_VERSION" val="1.0"/>
  <p:tag name="KSO_WM_BEAUTIFY_FLAG" val="#wm#"/>
  <p:tag name="KSO_WM_SLIDE_BACKGROUND_TYPE" val="general"/>
  <p:tag name="KSO_WM_SLIDE_BK_DARK_LIGHT" val="2"/>
</p:tagLst>
</file>

<file path=ppt/tags/tag12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1"/>
  <p:tag name="KSO_WM_UNIT_ID" val="diagram20204027_1*y*1"/>
  <p:tag name="KSO_WM_TEMPLATE_CATEGORY" val="diagram"/>
  <p:tag name="KSO_WM_TEMPLATE_INDEX" val="20204027"/>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222.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diagram20204027_1*a*1"/>
  <p:tag name="KSO_WM_TEMPLATE_CATEGORY" val="diagram"/>
  <p:tag name="KSO_WM_TEMPLATE_INDEX" val="20204027"/>
  <p:tag name="KSO_WM_UNIT_LAYERLEVEL" val="1"/>
  <p:tag name="KSO_WM_TAG_VERSION" val="1.0"/>
  <p:tag name="KSO_WM_BEAUTIFY_FLAG" val="#wm#"/>
  <p:tag name="KSO_WM_UNIT_PRESET_TEXT" val="单击此处添加标题"/>
  <p:tag name="KSO_WM_UNIT_TEXT_FILL_FORE_SCHEMECOLOR_INDEX_BRIGHTNESS" val="0.25"/>
  <p:tag name="KSO_WM_UNIT_TEXT_FILL_FORE_SCHEMECOLOR_INDEX" val="13"/>
  <p:tag name="KSO_WM_UNIT_TEXT_FILL_TYPE" val="1"/>
</p:tagLst>
</file>

<file path=ppt/tags/tag1223.xml><?xml version="1.0" encoding="utf-8"?>
<p:tagLst xmlns:a="http://schemas.openxmlformats.org/drawingml/2006/main" xmlns:r="http://schemas.openxmlformats.org/officeDocument/2006/relationships" xmlns:p="http://schemas.openxmlformats.org/presentationml/2006/main">
  <p:tag name="KSO_WM_UNIT_NOCLEAR" val="0"/>
  <p:tag name="KSO_WM_UNIT_VALUE" val="75"/>
  <p:tag name="KSO_WM_UNIT_HIGHLIGHT" val="0"/>
  <p:tag name="KSO_WM_UNIT_COMPATIBLE" val="0"/>
  <p:tag name="KSO_WM_UNIT_DIAGRAM_ISNUMVISUAL" val="0"/>
  <p:tag name="KSO_WM_UNIT_DIAGRAM_ISREFERUNIT" val="0"/>
  <p:tag name="KSO_WM_UNIT_TYPE" val="f"/>
  <p:tag name="KSO_WM_UNIT_INDEX" val="1"/>
  <p:tag name="KSO_WM_UNIT_ID" val="diagram20204027_1*f*1"/>
  <p:tag name="KSO_WM_TEMPLATE_CATEGORY" val="diagram"/>
  <p:tag name="KSO_WM_TEMPLATE_INDEX" val="20204027"/>
  <p:tag name="KSO_WM_UNIT_LAYERLEVEL" val="1"/>
  <p:tag name="KSO_WM_TAG_VERSION" val="1.0"/>
  <p:tag name="KSO_WM_BEAUTIFY_FLAG" val="#wm#"/>
  <p:tag name="KSO_WM_UNIT_PRESET_TEXT" val="点击此处添加正文，文字是您思想的提炼，为了演示发布的良好效果，请言简意赅的阐述您的观点。"/>
  <p:tag name="KSO_WM_UNIT_TEXT_FILL_FORE_SCHEMECOLOR_INDEX_BRIGHTNESS" val="0"/>
  <p:tag name="KSO_WM_UNIT_TEXT_FILL_FORE_SCHEMECOLOR_INDEX" val="14"/>
  <p:tag name="KSO_WM_UNIT_TEXT_FILL_TYPE" val="1"/>
</p:tagLst>
</file>

<file path=ppt/tags/tag12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4027_1*i*1"/>
  <p:tag name="KSO_WM_TEMPLATE_CATEGORY" val="diagram"/>
  <p:tag name="KSO_WM_TEMPLATE_INDEX" val="20204027"/>
  <p:tag name="KSO_WM_UNIT_LAYERLEVEL" val="1"/>
  <p:tag name="KSO_WM_TAG_VERSION" val="1.0"/>
  <p:tag name="KSO_WM_BEAUTIFY_FLAG" val="#wm#"/>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2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4027_1*i*2"/>
  <p:tag name="KSO_WM_TEMPLATE_CATEGORY" val="diagram"/>
  <p:tag name="KSO_WM_TEMPLATE_INDEX" val="20204027"/>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2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4027_1*i*3"/>
  <p:tag name="KSO_WM_TEMPLATE_CATEGORY" val="diagram"/>
  <p:tag name="KSO_WM_TEMPLATE_INDEX" val="20204027"/>
  <p:tag name="KSO_WM_UNIT_LAYERLEVEL" val="1"/>
  <p:tag name="KSO_WM_TAG_VERSION" val="1.0"/>
  <p:tag name="KSO_WM_BEAUTIFY_FLAG" val="#wm#"/>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2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4027_1*i*4"/>
  <p:tag name="KSO_WM_TEMPLATE_CATEGORY" val="diagram"/>
  <p:tag name="KSO_WM_TEMPLATE_INDEX" val="20204027"/>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2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4027_1*i*5"/>
  <p:tag name="KSO_WM_TEMPLATE_CATEGORY" val="diagram"/>
  <p:tag name="KSO_WM_TEMPLATE_INDEX" val="20204027"/>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2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204027_1*i*6"/>
  <p:tag name="KSO_WM_TEMPLATE_CATEGORY" val="diagram"/>
  <p:tag name="KSO_WM_TEMPLATE_INDEX" val="20204027"/>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2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204027_1*i*7"/>
  <p:tag name="KSO_WM_TEMPLATE_CATEGORY" val="diagram"/>
  <p:tag name="KSO_WM_TEMPLATE_INDEX" val="20204027"/>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2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204027_1*i*8"/>
  <p:tag name="KSO_WM_TEMPLATE_CATEGORY" val="diagram"/>
  <p:tag name="KSO_WM_TEMPLATE_INDEX" val="20204027"/>
  <p:tag name="KSO_WM_UNIT_LAYERLEVEL" val="1"/>
  <p:tag name="KSO_WM_TAG_VERSION" val="1.0"/>
  <p:tag name="KSO_WM_BEAUTIFY_FLAG" val="#wm#"/>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23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5126"/>
  <p:tag name="KSO_WM_SLIDE_ID" val="diagram20205126_1"/>
  <p:tag name="KSO_WM_TEMPLATE_SUBCATEGORY" val="0"/>
  <p:tag name="KSO_WM_TEMPLATE_MASTER_TYPE" val="0"/>
  <p:tag name="KSO_WM_TEMPLATE_COLOR_TYPE" val="1"/>
  <p:tag name="KSO_WM_SLIDE_TYPE" val="text"/>
  <p:tag name="KSO_WM_SLIDE_SUBTYPE" val="diag"/>
  <p:tag name="KSO_WM_SLIDE_ITEM_CNT" val="3"/>
  <p:tag name="KSO_WM_SLIDE_INDEX" val="1"/>
  <p:tag name="KSO_WM_SLIDE_SIZE" val="852.464*362.574"/>
  <p:tag name="KSO_WM_SLIDE_POSITION" val="53.7679*136.468"/>
  <p:tag name="KSO_WM_DIAGRAM_GROUP_CODE" val="l1-1"/>
  <p:tag name="KSO_WM_SLIDE_DIAGTYPE" val="l"/>
  <p:tag name="KSO_WM_TAG_VERSION" val="1.0"/>
  <p:tag name="KSO_WM_SLIDE_LAYOUT" val="a_l"/>
  <p:tag name="KSO_WM_SLIDE_LAYOUT_CNT" val="1_1"/>
  <p:tag name="KSO_WM_SLIDE_BK_DARK_LIGHT" val="2"/>
  <p:tag name="KSO_WM_SLIDE_BACKGROUND_TYPE" val="general"/>
</p:tagLst>
</file>

<file path=ppt/tags/tag1233.xml><?xml version="1.0" encoding="utf-8"?>
<p:tagLst xmlns:a="http://schemas.openxmlformats.org/drawingml/2006/main" xmlns:r="http://schemas.openxmlformats.org/officeDocument/2006/relationships" xmlns:p="http://schemas.openxmlformats.org/presentationml/2006/main">
  <p:tag name="KSO_WM_UNIT_TEXT_PART_ID_V2" val="a-1-1"/>
  <p:tag name="KSO_WM_UNIT_ISCONTENTSTITLE" val="0"/>
  <p:tag name="KSO_WM_UNIT_ISNUMDGMTITLE" val="0"/>
  <p:tag name="KSO_WM_UNIT_NOCLEAR" val="0"/>
  <p:tag name="KSO_WM_UNIT_VALUE" val="8"/>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05126_1*a*1"/>
  <p:tag name="KSO_WM_TEMPLATE_CATEGORY" val="diagram"/>
  <p:tag name="KSO_WM_TEMPLATE_INDEX" val="20205126"/>
  <p:tag name="KSO_WM_UNIT_LAYERLEVEL" val="1"/>
  <p:tag name="KSO_WM_TAG_VERSION" val="1.0"/>
  <p:tag name="KSO_WM_BEAUTIFY_FLAG" val="#wm#"/>
  <p:tag name="KSO_WM_UNIT_PRESET_TEXT" val="单击此处添加大标题"/>
  <p:tag name="KSO_WM_UNIT_TEXT_FILL_FORE_SCHEMECOLOR_INDEX" val="14"/>
  <p:tag name="KSO_WM_UNIT_TEXT_FILL_TYPE" val="1"/>
  <p:tag name="KSO_WM_UNIT_USESOURCEFORMAT_APPLY" val="1"/>
</p:tagLst>
</file>

<file path=ppt/tags/tag12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05126_1*l_h_i*1_1_2"/>
  <p:tag name="KSO_WM_TEMPLATE_CATEGORY" val="diagram"/>
  <p:tag name="KSO_WM_TEMPLATE_INDEX" val="20205126"/>
  <p:tag name="KSO_WM_UNIT_LAYERLEVEL" val="1_1_1"/>
  <p:tag name="KSO_WM_TAG_VERSION" val="1.0"/>
  <p:tag name="KSO_WM_BEAUTIFY_FLAG" val="#wm#"/>
  <p:tag name="KSO_WM_UNIT_FILL_FORE_SCHEMECOLOR_INDEX" val="16"/>
  <p:tag name="KSO_WM_UNIT_FILL_TYPE" val="1"/>
  <p:tag name="KSO_WM_UNIT_TEXT_FILL_FORE_SCHEMECOLOR_INDEX" val="2"/>
  <p:tag name="KSO_WM_UNIT_TEXT_FILL_TYPE" val="1"/>
  <p:tag name="KSO_WM_UNIT_USESOURCEFORMAT_APPLY" val="1"/>
</p:tagLst>
</file>

<file path=ppt/tags/tag1235.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05126_1*l_h_f*1_1_1"/>
  <p:tag name="KSO_WM_TEMPLATE_CATEGORY" val="diagram"/>
  <p:tag name="KSO_WM_TEMPLATE_INDEX" val="20205126"/>
  <p:tag name="KSO_WM_UNIT_LAYERLEVEL" val="1_1_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
  <p:tag name="KSO_WM_UNIT_TEXT_FILL_FORE_SCHEMECOLOR_INDEX" val="13"/>
  <p:tag name="KSO_WM_UNIT_TEXT_FILL_TYPE" val="1"/>
  <p:tag name="KSO_WM_UNIT_USESOURCEFORMAT_APPLY" val="1"/>
</p:tagLst>
</file>

<file path=ppt/tags/tag12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05126_1*l_h_i*1_1_1"/>
  <p:tag name="KSO_WM_TEMPLATE_CATEGORY" val="diagram"/>
  <p:tag name="KSO_WM_TEMPLATE_INDEX" val="20205126"/>
  <p:tag name="KSO_WM_UNIT_LAYERLEVEL" val="1_1_1"/>
  <p:tag name="KSO_WM_TAG_VERSION" val="1.0"/>
  <p:tag name="KSO_WM_BEAUTIFY_FLAG" val="#wm#"/>
  <p:tag name="KSO_WM_UNIT_TEXT_FILL_FORE_SCHEMECOLOR_INDEX" val="5"/>
  <p:tag name="KSO_WM_UNIT_TEXT_FILL_TYPE" val="1"/>
  <p:tag name="KSO_WM_UNIT_USESOURCEFORMAT_APPLY" val="1"/>
</p:tagLst>
</file>

<file path=ppt/tags/tag12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05126_1*l_h_i*1_2_2"/>
  <p:tag name="KSO_WM_TEMPLATE_CATEGORY" val="diagram"/>
  <p:tag name="KSO_WM_TEMPLATE_INDEX" val="20205126"/>
  <p:tag name="KSO_WM_UNIT_LAYERLEVEL" val="1_1_1"/>
  <p:tag name="KSO_WM_TAG_VERSION" val="1.0"/>
  <p:tag name="KSO_WM_BEAUTIFY_FLAG" val="#wm#"/>
  <p:tag name="KSO_WM_UNIT_FILL_FORE_SCHEMECOLOR_INDEX" val="16"/>
  <p:tag name="KSO_WM_UNIT_FILL_TYPE" val="1"/>
  <p:tag name="KSO_WM_UNIT_TEXT_FILL_FORE_SCHEMECOLOR_INDEX" val="2"/>
  <p:tag name="KSO_WM_UNIT_TEXT_FILL_TYPE" val="1"/>
  <p:tag name="KSO_WM_UNIT_USESOURCEFORMAT_APPLY" val="1"/>
</p:tagLst>
</file>

<file path=ppt/tags/tag1238.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05126_1*l_h_f*1_2_1"/>
  <p:tag name="KSO_WM_TEMPLATE_CATEGORY" val="diagram"/>
  <p:tag name="KSO_WM_TEMPLATE_INDEX" val="20205126"/>
  <p:tag name="KSO_WM_UNIT_LAYERLEVEL" val="1_1_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
  <p:tag name="KSO_WM_UNIT_TEXT_FILL_FORE_SCHEMECOLOR_INDEX" val="13"/>
  <p:tag name="KSO_WM_UNIT_TEXT_FILL_TYPE" val="1"/>
  <p:tag name="KSO_WM_UNIT_USESOURCEFORMAT_APPLY" val="1"/>
</p:tagLst>
</file>

<file path=ppt/tags/tag12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05126_1*l_h_i*1_2_1"/>
  <p:tag name="KSO_WM_TEMPLATE_CATEGORY" val="diagram"/>
  <p:tag name="KSO_WM_TEMPLATE_INDEX" val="20205126"/>
  <p:tag name="KSO_WM_UNIT_LAYERLEVEL" val="1_1_1"/>
  <p:tag name="KSO_WM_TAG_VERSION" val="1.0"/>
  <p:tag name="KSO_WM_BEAUTIFY_FLAG" val="#wm#"/>
  <p:tag name="KSO_WM_UNIT_TEXT_FILL_FORE_SCHEMECOLOR_INDEX" val="5"/>
  <p:tag name="KSO_WM_UNIT_TEXT_FILL_TYPE" val="1"/>
  <p:tag name="KSO_WM_UNIT_USESOURCEFORMAT_APPLY" val="1"/>
</p:tagLst>
</file>

<file path=ppt/tags/tag12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05126_1*l_h_i*1_3_2"/>
  <p:tag name="KSO_WM_TEMPLATE_CATEGORY" val="diagram"/>
  <p:tag name="KSO_WM_TEMPLATE_INDEX" val="20205126"/>
  <p:tag name="KSO_WM_UNIT_LAYERLEVEL" val="1_1_1"/>
  <p:tag name="KSO_WM_TAG_VERSION" val="1.0"/>
  <p:tag name="KSO_WM_BEAUTIFY_FLAG" val="#wm#"/>
  <p:tag name="KSO_WM_UNIT_FILL_FORE_SCHEMECOLOR_INDEX" val="16"/>
  <p:tag name="KSO_WM_UNIT_FILL_TYPE" val="1"/>
  <p:tag name="KSO_WM_UNIT_TEXT_FILL_FORE_SCHEMECOLOR_INDEX" val="2"/>
  <p:tag name="KSO_WM_UNIT_TEXT_FILL_TYPE" val="1"/>
  <p:tag name="KSO_WM_UNIT_USESOURCEFORMAT_APPLY" val="1"/>
</p:tagLst>
</file>

<file path=ppt/tags/tag1241.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05126_1*l_h_f*1_3_1"/>
  <p:tag name="KSO_WM_TEMPLATE_CATEGORY" val="diagram"/>
  <p:tag name="KSO_WM_TEMPLATE_INDEX" val="20205126"/>
  <p:tag name="KSO_WM_UNIT_LAYERLEVEL" val="1_1_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
  <p:tag name="KSO_WM_UNIT_TEXT_FILL_FORE_SCHEMECOLOR_INDEX" val="13"/>
  <p:tag name="KSO_WM_UNIT_TEXT_FILL_TYPE" val="1"/>
  <p:tag name="KSO_WM_UNIT_USESOURCEFORMAT_APPLY" val="1"/>
</p:tagLst>
</file>

<file path=ppt/tags/tag12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05126_1*l_h_i*1_3_1"/>
  <p:tag name="KSO_WM_TEMPLATE_CATEGORY" val="diagram"/>
  <p:tag name="KSO_WM_TEMPLATE_INDEX" val="20205126"/>
  <p:tag name="KSO_WM_UNIT_LAYERLEVEL" val="1_1_1"/>
  <p:tag name="KSO_WM_TAG_VERSION" val="1.0"/>
  <p:tag name="KSO_WM_BEAUTIFY_FLAG" val="#wm#"/>
  <p:tag name="KSO_WM_UNIT_TEXT_FILL_FORE_SCHEMECOLOR_INDEX" val="5"/>
  <p:tag name="KSO_WM_UNIT_TEXT_FILL_TYPE" val="1"/>
  <p:tag name="KSO_WM_UNIT_USESOURCEFORMAT_APPLY" val="1"/>
</p:tagLst>
</file>

<file path=ppt/tags/tag12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diagram20205126_1*i*1"/>
  <p:tag name="KSO_WM_TEMPLATE_CATEGORY" val="diagram"/>
  <p:tag name="KSO_WM_TEMPLATE_INDEX" val="20205126"/>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2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diagram20205126_1*i*2"/>
  <p:tag name="KSO_WM_TEMPLATE_CATEGORY" val="diagram"/>
  <p:tag name="KSO_WM_TEMPLATE_INDEX" val="20205126"/>
  <p:tag name="KSO_WM_UNIT_LAYERLEVEL" val="1"/>
  <p:tag name="KSO_WM_TAG_VERSION" val="1.0"/>
  <p:tag name="KSO_WM_BEAUTIFY_FLAG" val="#wm#"/>
  <p:tag name="KSO_WM_UNIT_FILL_FORE_SCHEMECOLOR_INDEX" val="5"/>
  <p:tag name="KSO_WM_UNIT_FILL_TYPE" val="1"/>
  <p:tag name="KSO_WM_UNIT_TEXT_FILL_FORE_SCHEMECOLOR_INDEX" val="14"/>
  <p:tag name="KSO_WM_UNIT_TEXT_FILL_TYPE" val="1"/>
  <p:tag name="KSO_WM_UNIT_USESOURCEFORMAT_APPLY" val="1"/>
</p:tagLst>
</file>

<file path=ppt/tags/tag124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98657"/>
  <p:tag name="KSO_WM_SLIDE_ID" val="diagram20198657_1"/>
  <p:tag name="KSO_WM_TEMPLATE_SUBCATEGORY" val="8"/>
  <p:tag name="KSO_WM_TEMPLATE_MASTER_TYPE" val="0"/>
  <p:tag name="KSO_WM_TEMPLATE_COLOR_TYPE" val="1"/>
  <p:tag name="KSO_WM_SLIDE_TYPE" val="text"/>
  <p:tag name="KSO_WM_SLIDE_SUBTYPE" val="pureTxt"/>
  <p:tag name="KSO_WM_SLIDE_ITEM_CNT" val="0"/>
  <p:tag name="KSO_WM_SLIDE_INDEX" val="1"/>
  <p:tag name="KSO_WM_SLIDE_SIZE" val="979*508"/>
  <p:tag name="KSO_WM_SLIDE_POSITION" val="-19*0"/>
  <p:tag name="KSO_WM_TAG_VERSION" val="1.0"/>
  <p:tag name="KSO_WM_SLIDE_LAYOUT" val="a_f_y"/>
  <p:tag name="KSO_WM_SLIDE_LAYOUT_CNT" val="1_1_1"/>
  <p:tag name="KSO_WM_SLIDE_BK_DARK_LIGHT" val="2"/>
  <p:tag name="KSO_WM_SLIDE_BACKGROUND_TYPE" val="general"/>
</p:tagLst>
</file>

<file path=ppt/tags/tag12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198657_1*i*5"/>
  <p:tag name="KSO_WM_TEMPLATE_CATEGORY" val="diagram"/>
  <p:tag name="KSO_WM_TEMPLATE_INDEX" val="20198657"/>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2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198657_1*i*6"/>
  <p:tag name="KSO_WM_TEMPLATE_CATEGORY" val="diagram"/>
  <p:tag name="KSO_WM_TEMPLATE_INDEX" val="20198657"/>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2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8657_1*i*1"/>
  <p:tag name="KSO_WM_TEMPLATE_CATEGORY" val="diagram"/>
  <p:tag name="KSO_WM_TEMPLATE_INDEX" val="20198657"/>
  <p:tag name="KSO_WM_UNIT_LAYERLEVEL" val="1"/>
  <p:tag name="KSO_WM_TAG_VERSION" val="1.0"/>
  <p:tag name="KSO_WM_BEAUTIFY_FLAG" val="#wm#"/>
  <p:tag name="KSO_WM_UNIT_LINE_FORE_SCHEMECOLOR_INDEX_BRIGHTNESS" val="-0.25"/>
  <p:tag name="KSO_WM_UNIT_LINE_FORE_SCHEMECOLOR_INDEX" val="14"/>
  <p:tag name="KSO_WM_UNIT_LINE_FILL_TYPE" val="2"/>
</p:tagLst>
</file>

<file path=ppt/tags/tag12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8657_1*i*10"/>
  <p:tag name="KSO_WM_TEMPLATE_CATEGORY" val="diagram"/>
  <p:tag name="KSO_WM_TEMPLATE_INDEX" val="20198657"/>
  <p:tag name="KSO_WM_UNIT_LAYERLEVEL" val="1"/>
  <p:tag name="KSO_WM_TAG_VERSION" val="1.0"/>
  <p:tag name="KSO_WM_BEAUTIFY_FLAG" val="#wm#"/>
  <p:tag name="KSO_WM_UNIT_LINE_FORE_SCHEMECOLOR_INDEX_BRIGHTNESS" val="-0.25"/>
  <p:tag name="KSO_WM_UNIT_LINE_FORE_SCHEMECOLOR_INDEX" val="14"/>
  <p:tag name="KSO_WM_UNIT_LINE_FILL_TYPE" val="2"/>
</p:tagLst>
</file>

<file path=ppt/tags/tag12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8657_1*i*11"/>
  <p:tag name="KSO_WM_TEMPLATE_CATEGORY" val="diagram"/>
  <p:tag name="KSO_WM_TEMPLATE_INDEX" val="20198657"/>
  <p:tag name="KSO_WM_UNIT_LAYERLEVEL" val="1"/>
  <p:tag name="KSO_WM_TAG_VERSION" val="1.0"/>
  <p:tag name="KSO_WM_BEAUTIFY_FLAG" val="#wm#"/>
  <p:tag name="KSO_WM_UNIT_LINE_FORE_SCHEMECOLOR_INDEX_BRIGHTNESS" val="-0.25"/>
  <p:tag name="KSO_WM_UNIT_LINE_FORE_SCHEMECOLOR_INDEX" val="14"/>
  <p:tag name="KSO_WM_UNIT_LINE_FILL_TYPE" val="2"/>
</p:tagLst>
</file>

<file path=ppt/tags/tag12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8657_1*i*12"/>
  <p:tag name="KSO_WM_TEMPLATE_CATEGORY" val="diagram"/>
  <p:tag name="KSO_WM_TEMPLATE_INDEX" val="20198657"/>
  <p:tag name="KSO_WM_UNIT_LAYERLEVEL" val="1"/>
  <p:tag name="KSO_WM_TAG_VERSION" val="1.0"/>
  <p:tag name="KSO_WM_BEAUTIFY_FLAG" val="#wm#"/>
  <p:tag name="KSO_WM_UNIT_LINE_FORE_SCHEMECOLOR_INDEX_BRIGHTNESS" val="-0.25"/>
  <p:tag name="KSO_WM_UNIT_LINE_FORE_SCHEMECOLOR_INDEX" val="14"/>
  <p:tag name="KSO_WM_UNIT_LINE_FILL_TYPE" val="2"/>
</p:tagLst>
</file>

<file path=ppt/tags/tag12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8657_1*i*13"/>
  <p:tag name="KSO_WM_TEMPLATE_CATEGORY" val="diagram"/>
  <p:tag name="KSO_WM_TEMPLATE_INDEX" val="20198657"/>
  <p:tag name="KSO_WM_UNIT_LAYERLEVEL" val="1"/>
  <p:tag name="KSO_WM_TAG_VERSION" val="1.0"/>
  <p:tag name="KSO_WM_BEAUTIFY_FLAG" val="#wm#"/>
  <p:tag name="KSO_WM_UNIT_LINE_FORE_SCHEMECOLOR_INDEX_BRIGHTNESS" val="-0.25"/>
  <p:tag name="KSO_WM_UNIT_LINE_FORE_SCHEMECOLOR_INDEX" val="14"/>
  <p:tag name="KSO_WM_UNIT_LINE_FILL_TYPE" val="2"/>
</p:tagLst>
</file>

<file path=ppt/tags/tag12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8657_1*i*2"/>
  <p:tag name="KSO_WM_TEMPLATE_CATEGORY" val="diagram"/>
  <p:tag name="KSO_WM_TEMPLATE_INDEX" val="20198657"/>
  <p:tag name="KSO_WM_UNIT_LAYERLEVEL" val="1"/>
  <p:tag name="KSO_WM_TAG_VERSION" val="1.0"/>
  <p:tag name="KSO_WM_BEAUTIFY_FLAG" val="#wm#"/>
  <p:tag name="KSO_WM_UNIT_LINE_FORE_SCHEMECOLOR_INDEX_BRIGHTNESS" val="-0.25"/>
  <p:tag name="KSO_WM_UNIT_LINE_FORE_SCHEMECOLOR_INDEX" val="14"/>
  <p:tag name="KSO_WM_UNIT_LINE_FILL_TYPE" val="2"/>
</p:tagLst>
</file>

<file path=ppt/tags/tag12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8657_1*i*3"/>
  <p:tag name="KSO_WM_TEMPLATE_CATEGORY" val="diagram"/>
  <p:tag name="KSO_WM_TEMPLATE_INDEX" val="20198657"/>
  <p:tag name="KSO_WM_UNIT_LAYERLEVEL" val="1"/>
  <p:tag name="KSO_WM_TAG_VERSION" val="1.0"/>
  <p:tag name="KSO_WM_BEAUTIFY_FLAG" val="#wm#"/>
  <p:tag name="KSO_WM_UNIT_LINE_FORE_SCHEMECOLOR_INDEX_BRIGHTNESS" val="-0.25"/>
  <p:tag name="KSO_WM_UNIT_LINE_FORE_SCHEMECOLOR_INDEX" val="14"/>
  <p:tag name="KSO_WM_UNIT_LINE_FILL_TYPE" val="2"/>
</p:tagLst>
</file>

<file path=ppt/tags/tag12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1"/>
  <p:tag name="KSO_WM_UNIT_ID" val="diagram20198657_1*y*1"/>
  <p:tag name="KSO_WM_TEMPLATE_CATEGORY" val="diagram"/>
  <p:tag name="KSO_WM_TEMPLATE_INDEX" val="20198657"/>
  <p:tag name="KSO_WM_UNIT_LAYERLEVEL" val="1"/>
  <p:tag name="KSO_WM_TAG_VERSION" val="1.0"/>
  <p:tag name="KSO_WM_BEAUTIFY_FLAG" val="#wm#"/>
  <p:tag name="KSO_WM_UNIT_FILL_FORE_SCHEMECOLOR_INDEX_BRIGHTNESS" val="0"/>
  <p:tag name="KSO_WM_UNIT_FILL_FORE_SCHEMECOLOR_INDEX" val="14"/>
  <p:tag name="KSO_WM_UNIT_FILL_TYPE" val="1"/>
  <p:tag name="KSO_WM_UNIT_LINE_FORE_SCHEMECOLOR_INDEX_BRIGHTNESS" val="-0.25"/>
  <p:tag name="KSO_WM_UNIT_LINE_FORE_SCHEMECOLOR_INDEX" val="15"/>
  <p:tag name="KSO_WM_UNIT_LINE_FILL_TYPE" val="2"/>
  <p:tag name="KSO_WM_UNIT_TEXT_FILL_FORE_SCHEMECOLOR_INDEX_BRIGHTNESS" val="0"/>
  <p:tag name="KSO_WM_UNIT_TEXT_FILL_FORE_SCHEMECOLOR_INDEX" val="2"/>
  <p:tag name="KSO_WM_UNIT_TEXT_FILL_TYPE" val="1"/>
</p:tagLst>
</file>

<file path=ppt/tags/tag12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8657_1*i*7"/>
  <p:tag name="KSO_WM_TEMPLATE_CATEGORY" val="diagram"/>
  <p:tag name="KSO_WM_TEMPLATE_INDEX" val="20198657"/>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LINE_FORE_SCHEMECOLOR_INDEX_BRIGHTNESS" val="0"/>
  <p:tag name="KSO_WM_UNIT_LINE_FORE_SCHEMECOLOR_INDEX" val="14"/>
  <p:tag name="KSO_WM_UNIT_LINE_FILL_TYPE" val="2"/>
  <p:tag name="KSO_WM_UNIT_TEXT_FILL_FORE_SCHEMECOLOR_INDEX_BRIGHTNESS" val="0"/>
  <p:tag name="KSO_WM_UNIT_TEXT_FILL_FORE_SCHEMECOLOR_INDEX" val="13"/>
  <p:tag name="KSO_WM_UNIT_TEXT_FILL_TYPE" val="1"/>
</p:tagLst>
</file>

<file path=ppt/tags/tag12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8657_1*i*8"/>
  <p:tag name="KSO_WM_TEMPLATE_CATEGORY" val="diagram"/>
  <p:tag name="KSO_WM_TEMPLATE_INDEX" val="20198657"/>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LINE_FORE_SCHEMECOLOR_INDEX_BRIGHTNESS" val="0"/>
  <p:tag name="KSO_WM_UNIT_LINE_FORE_SCHEMECOLOR_INDEX" val="14"/>
  <p:tag name="KSO_WM_UNIT_LINE_FILL_TYPE" val="2"/>
  <p:tag name="KSO_WM_UNIT_TEXT_FILL_FORE_SCHEMECOLOR_INDEX_BRIGHTNESS" val="0"/>
  <p:tag name="KSO_WM_UNIT_TEXT_FILL_FORE_SCHEMECOLOR_INDEX" val="13"/>
  <p:tag name="KSO_WM_UNIT_TEXT_FILL_TYPE" val="1"/>
</p:tagLst>
</file>

<file path=ppt/tags/tag1258.xml><?xml version="1.0" encoding="utf-8"?>
<p:tagLst xmlns:a="http://schemas.openxmlformats.org/drawingml/2006/main" xmlns:r="http://schemas.openxmlformats.org/officeDocument/2006/relationships" xmlns:p="http://schemas.openxmlformats.org/presentationml/2006/main">
  <p:tag name="KSO_WM_UNIT_TEXT_PART_ID_V2" val="b-3-1"/>
  <p:tag name="KSO_WM_UNIT_ISCONTENTSTITLE" val="0"/>
  <p:tag name="KSO_WM_UNIT_NOCLEAR" val="0"/>
  <p:tag name="KSO_WM_UNIT_VALUE" val="29"/>
  <p:tag name="KSO_WM_UNIT_HIGHLIGHT" val="0"/>
  <p:tag name="KSO_WM_UNIT_COMPATIBLE" val="0"/>
  <p:tag name="KSO_WM_UNIT_DIAGRAM_ISNUMVISUAL" val="0"/>
  <p:tag name="KSO_WM_UNIT_DIAGRAM_ISREFERUNIT" val="0"/>
  <p:tag name="KSO_WM_UNIT_TYPE" val="a"/>
  <p:tag name="KSO_WM_UNIT_INDEX" val="1"/>
  <p:tag name="KSO_WM_UNIT_ID" val="diagram20198657_1*a*1"/>
  <p:tag name="KSO_WM_TEMPLATE_CATEGORY" val="diagram"/>
  <p:tag name="KSO_WM_TEMPLATE_INDEX" val="20198657"/>
  <p:tag name="KSO_WM_UNIT_LAYERLEVEL" val="1"/>
  <p:tag name="KSO_WM_TAG_VERSION" val="1.0"/>
  <p:tag name="KSO_WM_BEAUTIFY_FLAG" val="#wm#"/>
  <p:tag name="KSO_WM_UNIT_PRESET_TEXT" val="单击此处添加您的大标题"/>
  <p:tag name="KSO_WM_UNIT_TEXT_FILL_FORE_SCHEMECOLOR_INDEX_BRIGHTNESS" val="0.15"/>
  <p:tag name="KSO_WM_UNIT_TEXT_FILL_FORE_SCHEMECOLOR_INDEX" val="13"/>
  <p:tag name="KSO_WM_UNIT_TEXT_FILL_TYPE" val="1"/>
</p:tagLst>
</file>

<file path=ppt/tags/tag12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8657_1*i*9"/>
  <p:tag name="KSO_WM_TEMPLATE_CATEGORY" val="diagram"/>
  <p:tag name="KSO_WM_TEMPLATE_INDEX" val="20198657"/>
  <p:tag name="KSO_WM_UNIT_LAYERLEVEL" val="1"/>
  <p:tag name="KSO_WM_TAG_VERSION" val="1.0"/>
  <p:tag name="KSO_WM_BEAUTIFY_FLAG" val="#wm#"/>
  <p:tag name="KSO_WM_UNIT_FILL_FORE_SCHEMECOLOR_INDEX_BRIGHTNESS" val="0.8"/>
  <p:tag name="KSO_WM_UNIT_FILL_FORE_SCHEMECOLOR_INDEX" val="15"/>
  <p:tag name="KSO_WM_UNIT_FILL_TYPE" val="1"/>
  <p:tag name="KSO_WM_UNIT_TEXT_FILL_FORE_SCHEMECOLOR_INDEX_BRIGHTNESS" val="0"/>
  <p:tag name="KSO_WM_UNIT_TEXT_FILL_FORE_SCHEMECOLOR_INDEX" val="13"/>
  <p:tag name="KSO_WM_UNIT_TEXT_FILL_TYPE" val="1"/>
</p:tagLst>
</file>

<file path=ppt/tags/tag1260.xml><?xml version="1.0" encoding="utf-8"?>
<p:tagLst xmlns:a="http://schemas.openxmlformats.org/drawingml/2006/main" xmlns:r="http://schemas.openxmlformats.org/officeDocument/2006/relationships" xmlns:p="http://schemas.openxmlformats.org/presentationml/2006/main">
  <p:tag name="KSO_WM_UNIT_TEXT_PART_ID_V2" val="b-3-1"/>
  <p:tag name="KSO_WM_UNIT_NOCLEAR" val="0"/>
  <p:tag name="KSO_WM_UNIT_VALUE" val="51"/>
  <p:tag name="KSO_WM_UNIT_HIGHLIGHT" val="0"/>
  <p:tag name="KSO_WM_UNIT_COMPATIBLE" val="0"/>
  <p:tag name="KSO_WM_UNIT_DIAGRAM_ISNUMVISUAL" val="0"/>
  <p:tag name="KSO_WM_UNIT_DIAGRAM_ISREFERUNIT" val="0"/>
  <p:tag name="KSO_WM_UNIT_TYPE" val="f"/>
  <p:tag name="KSO_WM_UNIT_INDEX" val="1"/>
  <p:tag name="KSO_WM_UNIT_ID" val="diagram20198657_1*f*1"/>
  <p:tag name="KSO_WM_TEMPLATE_CATEGORY" val="diagram"/>
  <p:tag name="KSO_WM_TEMPLATE_INDEX" val="20198657"/>
  <p:tag name="KSO_WM_UNIT_LAYERLEVEL" val="1"/>
  <p:tag name="KSO_WM_TAG_VERSION" val="1.0"/>
  <p:tag name="KSO_WM_BEAUTIFY_FLAG" val="#wm#"/>
  <p:tag name="KSO_WM_UNIT_PRESET_TEXT" val="点击此处添加正文，文字是您思想的提炼，请言简意赅的阐述观点。"/>
  <p:tag name="KSO_WM_UNIT_TEXT_FILL_FORE_SCHEMECOLOR_INDEX_BRIGHTNESS" val="0"/>
  <p:tag name="KSO_WM_UNIT_TEXT_FILL_FORE_SCHEMECOLOR_INDEX" val="13"/>
  <p:tag name="KSO_WM_UNIT_TEXT_FILL_TYPE" val="1"/>
</p:tagLst>
</file>

<file path=ppt/tags/tag12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2*i*1"/>
  <p:tag name="KSO_WM_UNIT_LAYERLEVEL" val="1"/>
  <p:tag name="KSO_WM_TAG_VERSION" val="1.0"/>
  <p:tag name="KSO_WM_BEAUTIFY_FLAG" val="#wm#"/>
  <p:tag name="KSO_WM_SLIDE_BACKGROUND_TYPE" val="general"/>
  <p:tag name="KSO_WM_SLIDE_BK_DARK_LIGHT" val="2"/>
</p:tagLst>
</file>

<file path=ppt/tags/tag126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0321"/>
  <p:tag name="KSO_WM_SLIDE_ID" val="diagram20200321_1"/>
  <p:tag name="KSO_WM_TEMPLATE_SUBCATEGORY" val="11"/>
  <p:tag name="KSO_WM_SLIDE_ITEM_CNT" val="0"/>
  <p:tag name="KSO_WM_SLIDE_INDEX" val="1"/>
  <p:tag name="KSO_WM_TAG_VERSION" val="1.0"/>
  <p:tag name="KSO_WM_SLIDE_LAYOUT" val="a_d_f"/>
  <p:tag name="KSO_WM_SLIDE_LAYOUT_CNT" val="1_1_1"/>
  <p:tag name="KSO_WM_SLIDE_TYPE" val="text"/>
  <p:tag name="KSO_WM_SLIDE_SUBTYPE" val="picTxt"/>
  <p:tag name="KSO_WM_SLIDE_SIZE" val="866*458"/>
  <p:tag name="KSO_WM_SLIDE_POSITION" val="47*34"/>
  <p:tag name="KSO_WM_TEMPLATE_MASTER_TYPE" val="0"/>
  <p:tag name="KSO_WM_TEMPLATE_COLOR_TYPE" val="1"/>
  <p:tag name="KSO_WM_UNIT_SHOW_EDIT_AREA_INDICATION" val="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id&quot;: &quot;2020-03-30T15:39:35&quot;,&#10;    &quot;maxSize&quot;: {&#10;        &quot;size1&quot;: 32.799999999999997&#10;    },&#10;    &quot;minSize&quot;: {&#10;        &quot;size1&quot;: 24.600000000000001&#10;    },&#10;    &quot;normalSize&quot;: {&#10;        &quot;size1&quot;: 25.054320987654325&#10;    },&#10;    &quot;subLayout&quot;: [&#10;        {&#10;            &quot;horizontalAlign&quot;: 0,&#10;            &quot;id&quot;: &quot;2020-03-30T15:39:35&quot;,&#10;            &quot;margin&quot;: {&#10;                &quot;bottom&quot;: 1.2439998388290405,&#10;                &quot;left&quot;: 1.690000057220459,&#10;                &quot;right&quot;: 1.690000057220459,&#10;                &quot;top&quot;: 1.690000057220459&#10;            },&#10;            &quot;type&quot;: 0,&#10;            &quot;verticalAlign&quot;: 1&#10;        },&#10;        {&#10;            &quot;backgroundInfo&quot;: [&#10;                {&#10;                    &quot;bottom&quot;: 0.058357569999999998,&#10;                    &quot;bottomAbs&quot;: false,&#10;                    &quot;left&quot;: 0,&#10;                    &quot;leftAbs&quot;: false,&#10;                    &quot;right&quot;: 0,&#10;                    &quot;rightAbs&quot;: false,&#10;                    &quot;top&quot;: -0.058357569999999998,&#10;                    &quot;topAbs&quot;: false,&#10;                    &quot;type&quot;: &quot;bottomTop&quot;&#10;                }&#10;            ],&#10;            &quot;direction&quot;: 1,&#10;            &quot;id&quot;: &quot;2020-03-30T15:39:35&quot;,&#10;            &quot;maxSize&quot;: {&#10;                &quot;size1&quot;: 68.099999999999994&#10;            },&#10;            &quot;minSize&quot;: {&#10;                &quot;size1&quot;: 36.200000000000003&#10;            },&#10;            &quot;normalSize&quot;: {&#10;                &quot;size1&quot;: 64.245833333333337&#10;            },&#10;            &quot;subLayout&quot;: [&#10;                {&#10;                    &quot;horizontalAlign&quot;: 0,&#10;                    &quot;id&quot;: &quot;2020-03-30T15:39:35&quot;,&#10;                    &quot;margin&quot;: {&#10;                        &quot;bottom&quot;: 1.690000057220459,&#10;                        &quot;left&quot;: 1.7029999494552612,&#10;                        &quot;right&quot;: 1.034000039100647,&#10;                        &quot;top&quot;: 0.026000002399086952&#10;                    },&#10;                    &quot;marginOverLayout&quot;: {&#10;                        &quot;bottom&quot;: 1.690000057220459,&#10;                        &quot;left&quot;: 1.7029999494552612,&#10;                        &quot;right&quot;: 1.034000039100647,&#10;                        &quot;top&quot;: 0.026000002399086952&#10;                    },&#10;                    &quot;type&quot;: 1,&#10;                    &quot;verticalAlign&quot;: 1&#10;                },&#10;                {&#10;                    &quot;horizontalAlign&quot;: 0,&#10;                    &quot;id&quot;: &quot;2020-03-30T15:39:35&quot;,&#10;                    &quot;margin&quot;: {&#10;                        &quot;bottom&quot;: 1.690000057220459,&#10;                        &quot;left&quot;: 0.026000002399086952,&#10;                        &quot;right&quot;: 1.690000057220459,&#10;                        &quot;top&quot;: 0.026000002399086952&#10;                    },&#10;                    &quot;type&quot;: 0,&#10;                    &quot;verticalAlign&quot;: 1&#10;                }&#10;            ],&#10;            &quot;type&quot;: 0&#10;        }&#10;    ],&#10;    &quot;type&quot;: 1&#10;}&#10;"/>
  <p:tag name="KSO_WM_SLIDE_CAN_ADD_NAVIGATION" val="1"/>
  <p:tag name="KSO_WM_SLIDE_BACKGROUND" val="[&quot;general&quot;,&quot;frame&quot;,&quot;bottomTop&quot;]"/>
  <p:tag name="KSO_WM_SLIDE_RATIO" val="1.777778"/>
  <p:tag name="KSO_WM_SLIDE_BK_DARK_LIGHT" val="2"/>
  <p:tag name="KSO_WM_SLIDE_BACKGROUND_TYPE" val="bottomTop"/>
</p:tagLst>
</file>

<file path=ppt/tags/tag1263.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UNIT_TYPE" val="i"/>
</p:tagLst>
</file>

<file path=ppt/tags/tag12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 name="KSO_WM_SLIDE_BACKGROUND_TYPE" val="bottomTop"/>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265.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点击输入大标题"/>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200321_1*a*1"/>
  <p:tag name="KSO_WM_TEMPLATE_CATEGORY" val="diagram"/>
  <p:tag name="KSO_WM_TEMPLATE_INDEX" val="20200321"/>
  <p:tag name="KSO_WM_UNIT_LAYERLEVEL" val="1"/>
  <p:tag name="KSO_WM_TAG_VERSION" val="1.0"/>
  <p:tag name="KSO_WM_BEAUTIFY_FLAG" val="#wm#"/>
  <p:tag name="KSO_WM_UNIT_ISNUMDGMTITLE" val="0"/>
  <p:tag name="KSO_WM_UNIT_SHOW_EDIT_AREA_INDICATION" val="1"/>
  <p:tag name="KSO_WM_UNIT_PLACING_PICTURE_MD4" val="0"/>
  <p:tag name="KSO_WM_UNIT_DEFAULT_FONT" val="32;36;4"/>
  <p:tag name="KSO_WM_UNIT_BLOCK" val="0"/>
  <p:tag name="KSO_WM_UNIT_SM_LIMIT_TYPE" val="1"/>
  <p:tag name="KSO_WM_UNIT_SMARTLAYOUT_COMPRESS_INFO" val="{&#10;    &quot;id&quot;: &quot;2020-03-30T15:39:35&quot;,&#10;    &quot;max&quot;: 0,&#10;    &quot;parentMax&quot;: {&#10;        &quot;max&quot;: 1.8399999999999965&#10;    },&#10;    &quot;topChanged&quot;: 0&#10;}&#10;"/>
  <p:tag name="KSO_WM_UNIT_TEXT_FILL_FORE_SCHEMECOLOR_INDEX_BRIGHTNESS" val="0.25"/>
  <p:tag name="KSO_WM_UNIT_TEXT_FILL_FORE_SCHEMECOLOR_INDEX" val="13"/>
  <p:tag name="KSO_WM_UNIT_TEXT_FILL_TYPE" val="1"/>
</p:tagLst>
</file>

<file path=ppt/tags/tag1266.xml><?xml version="1.0" encoding="utf-8"?>
<p:tagLst xmlns:a="http://schemas.openxmlformats.org/drawingml/2006/main" xmlns:r="http://schemas.openxmlformats.org/officeDocument/2006/relationships" xmlns:p="http://schemas.openxmlformats.org/presentationml/2006/main">
  <p:tag name="KSO_WM_UNIT_VALUE" val="1266*2031"/>
  <p:tag name="KSO_WM_UNIT_HIGHLIGHT" val="0"/>
  <p:tag name="KSO_WM_UNIT_COMPATIBLE" val="0"/>
  <p:tag name="KSO_WM_UNIT_DIAGRAM_ISNUMVISUAL" val="0"/>
  <p:tag name="KSO_WM_UNIT_DIAGRAM_ISREFERUNIT" val="0"/>
  <p:tag name="KSO_WM_UNIT_TYPE" val="d"/>
  <p:tag name="KSO_WM_UNIT_INDEX" val="1"/>
  <p:tag name="KSO_WM_UNIT_ID" val="diagram20200321_1*d*1"/>
  <p:tag name="KSO_WM_TEMPLATE_CATEGORY" val="diagram"/>
  <p:tag name="KSO_WM_TEMPLATE_INDEX" val="20200321"/>
  <p:tag name="KSO_WM_UNIT_LAYERLEVEL" val="1"/>
  <p:tag name="KSO_WM_TAG_VERSION" val="1.0"/>
  <p:tag name="KSO_WM_BEAUTIFY_FLAG" val="#wm#"/>
  <p:tag name="KSO_WM_UNIT_PLACING_PICTURE_INFO" val="{&quot;code&quot;:&quot;[1]&quot;,&quot;full_picture&quot;:false,&quot;last_crop_picture&quot;:&quot;[1]&quot;,&quot;scheme&quot;:&quot;1-1&quot;,&quot;spacing&quot;:6}"/>
  <p:tag name="KSO_WM_UNIT_SUPPORT_UNIT_TYPE" val="[&quot;all&quot;]"/>
  <p:tag name="KSO_WM_UNIT_PLACING_PICTURE_USER_VIEWPORT" val="{&quot;height&quot;:7185.3102362204727,&quot;width&quot;:11522.322834645669}"/>
  <p:tag name="KSO_WM_UNIT_PLACING_PICTURE_USER_RELATIVERECTANGLE" val="{&quot;bottom&quot;:0.00017000000000000001,&quot;left&quot;:0,&quot;right&quot;:0,&quot;top&quot;:0.00017000000000000001}"/>
  <p:tag name="KSO_WM_UNIT_PLACING_PICTURE_COLLAGE_RELATIVERECTANGLE" val="{&quot;bottom&quot;:0.00016999999999998112,&quot;left&quot;:0,&quot;right&quot;:0,&quot;top&quot;:0.00016999999999998112}"/>
  <p:tag name="KSO_WM_UNIT_PLACING_PICTURE_COLLAGE_VIEWPORT" val="{&quot;height&quot;:7185.3102362204736,&quot;width&quot;:11522.322834645671}"/>
  <p:tag name="KSO_WM_UNIT_PLACING_PICTURE_MD4" val="0"/>
  <p:tag name="KSO_WM_UNIT_BLOCK" val="0"/>
  <p:tag name="KSO_WM_UNIT_PLACING_PICTURE" val="43839.6939084144"/>
  <p:tag name="REFSHAPE" val="-1785120132"/>
</p:tagLst>
</file>

<file path=ppt/tags/tag1267.xml><?xml version="1.0" encoding="utf-8"?>
<p:tagLst xmlns:a="http://schemas.openxmlformats.org/drawingml/2006/main" xmlns:r="http://schemas.openxmlformats.org/officeDocument/2006/relationships" xmlns:p="http://schemas.openxmlformats.org/presentationml/2006/main">
  <p:tag name="KSO_WM_UNIT_PRESET_TEXT" val="点击输入正文"/>
  <p:tag name="KSO_WM_UNIT_NOCLEAR" val="0"/>
  <p:tag name="KSO_WM_UNIT_VALUE" val="154"/>
  <p:tag name="KSO_WM_UNIT_HIGHLIGHT" val="0"/>
  <p:tag name="KSO_WM_UNIT_COMPATIBLE" val="0"/>
  <p:tag name="KSO_WM_UNIT_DIAGRAM_ISNUMVISUAL" val="0"/>
  <p:tag name="KSO_WM_UNIT_DIAGRAM_ISREFERUNIT" val="0"/>
  <p:tag name="KSO_WM_UNIT_TYPE" val="f"/>
  <p:tag name="KSO_WM_UNIT_INDEX" val="1"/>
  <p:tag name="KSO_WM_UNIT_ID" val="diagram20200321_1*f*1"/>
  <p:tag name="KSO_WM_TEMPLATE_CATEGORY" val="diagram"/>
  <p:tag name="KSO_WM_TEMPLATE_INDEX" val="20200321"/>
  <p:tag name="KSO_WM_UNIT_LAYERLEVEL" val="1"/>
  <p:tag name="KSO_WM_TAG_VERSION" val="1.0"/>
  <p:tag name="KSO_WM_BEAUTIFY_FLAG" val="#wm#"/>
  <p:tag name="KSO_WM_UNIT_SHOW_EDIT_AREA_INDICATION" val="1"/>
  <p:tag name="KSO_WM_UNIT_PLACING_PICTURE_MD4" val="0"/>
  <p:tag name="KSO_WM_UNIT_DEFAULT_FONT" val="14;18;2"/>
  <p:tag name="KSO_WM_UNIT_BLOCK" val="0"/>
  <p:tag name="KSO_WM_UNIT_TEXT_FILL_FORE_SCHEMECOLOR_INDEX_BRIGHTNESS" val="0.35"/>
  <p:tag name="KSO_WM_UNIT_TEXT_FILL_FORE_SCHEMECOLOR_INDEX" val="13"/>
  <p:tag name="KSO_WM_UNIT_TEXT_FILL_TYPE" val="1"/>
</p:tagLst>
</file>

<file path=ppt/tags/tag12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0321_1*i*2"/>
  <p:tag name="KSO_WM_TEMPLATE_CATEGORY" val="diagram"/>
  <p:tag name="KSO_WM_TEMPLATE_INDEX" val="20200321"/>
  <p:tag name="KSO_WM_UNIT_LAYERLEVEL" val="1"/>
  <p:tag name="KSO_WM_TAG_VERSION" val="1.0"/>
  <p:tag name="KSO_WM_BEAUTIFY_FLAG" val="#wm#"/>
  <p:tag name="KSO_WM_UNIT_PLACING_PICTURE_MD4" val="0"/>
  <p:tag name="KSO_WM_UNIT_SM_LIMIT_TYPE" val="1"/>
  <p:tag name="KSO_WM_UNIT_LINE_FORE_SCHEMECOLOR_INDEX_BRIGHTNESS" val="0.25"/>
  <p:tag name="KSO_WM_UNIT_LINE_FORE_SCHEMECOLOR_INDEX" val="13"/>
  <p:tag name="KSO_WM_UNIT_LINE_FILL_TYPE" val="2"/>
</p:tagLst>
</file>

<file path=ppt/tags/tag12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0321_1*i*3"/>
  <p:tag name="KSO_WM_TEMPLATE_CATEGORY" val="diagram"/>
  <p:tag name="KSO_WM_TEMPLATE_INDEX" val="20200321"/>
  <p:tag name="KSO_WM_UNIT_LAYERLEVEL" val="1"/>
  <p:tag name="KSO_WM_TAG_VERSION" val="1.0"/>
  <p:tag name="KSO_WM_BEAUTIFY_FLAG" val="#wm#"/>
  <p:tag name="KSO_WM_UNIT_PLACING_PICTURE_MD4" val="0"/>
  <p:tag name="KSO_WM_UNIT_SM_LIMIT_TYPE" val="1"/>
  <p:tag name="KSO_WM_UNIT_LINE_FORE_SCHEMECOLOR_INDEX_BRIGHTNESS" val="0.25"/>
  <p:tag name="KSO_WM_UNIT_LINE_FORE_SCHEMECOLOR_INDEX" val="13"/>
  <p:tag name="KSO_WM_UNIT_LINE_FILL_TYPE" val="2"/>
</p:tagLst>
</file>

<file path=ppt/tags/tag12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2"/>
  <p:tag name="KSO_WM_UNIT_LAYERLEVEL" val="1"/>
  <p:tag name="KSO_WM_TAG_VERSION" val="1.0"/>
  <p:tag name="KSO_WM_BEAUTIFY_FLAG" val="#wm#"/>
  <p:tag name="KSO_WM_SLIDE_BACKGROUND_TYPE" val="bottomTop"/>
  <p:tag name="KSO_WM_SLIDE_BK_DARK_LIGHT" val="2"/>
  <p:tag name="KSO_WM_UNIT_TYPE" val="i"/>
  <p:tag name="KSO_WM_UNIT_INDEX" val="2"/>
  <p:tag name="KSO_WM_UNIT_FILL_TYPE" val="1"/>
  <p:tag name="KSO_WM_UNIT_TEXT_FILL_FORE_SCHEMECOLOR_INDEX_BRIGHTNESS" val="0"/>
  <p:tag name="KSO_WM_UNIT_TEXT_FILL_FORE_SCHEMECOLOR_INDEX" val="13"/>
  <p:tag name="KSO_WM_UNIT_TEXT_FILL_TYPE" val="1"/>
</p:tagLst>
</file>

<file path=ppt/tags/tag12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3"/>
  <p:tag name="KSO_WM_UNIT_LAYERLEVEL" val="1"/>
  <p:tag name="KSO_WM_TAG_VERSION" val="1.0"/>
  <p:tag name="KSO_WM_BEAUTIFY_FLAG" val="#wm#"/>
  <p:tag name="KSO_WM_SLIDE_BACKGROUND_TYPE" val="bottomTop"/>
  <p:tag name="KSO_WM_SLIDE_BK_DARK_LIGHT" val="2"/>
  <p:tag name="KSO_WM_UNIT_TYPE" val="i"/>
  <p:tag name="KSO_WM_UNIT_INDEX" val="3"/>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2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5"/>
  <p:tag name="KSO_WM_UNIT_LAYERLEVEL" val="1"/>
  <p:tag name="KSO_WM_TAG_VERSION" val="1.0"/>
  <p:tag name="KSO_WM_BEAUTIFY_FLAG" val="#wm#"/>
  <p:tag name="KSO_WM_SLIDE_BACKGROUND_TYPE" val="bottomTop"/>
  <p:tag name="KSO_WM_SLIDE_BK_DARK_LIGHT" val="2"/>
  <p:tag name="KSO_WM_UNIT_TYPE" val="i"/>
  <p:tag name="KSO_WM_UNIT_INDEX" val="5"/>
  <p:tag name="KSO_WM_UNIT_FILL_TYPE" val="1"/>
  <p:tag name="KSO_WM_UNIT_TEXT_FILL_FORE_SCHEMECOLOR_INDEX_BRIGHTNESS" val="0"/>
  <p:tag name="KSO_WM_UNIT_TEXT_FILL_FORE_SCHEMECOLOR_INDEX" val="13"/>
  <p:tag name="KSO_WM_UNIT_TEXT_FILL_TYPE" val="1"/>
</p:tagLst>
</file>

<file path=ppt/tags/tag12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4"/>
  <p:tag name="KSO_WM_UNIT_LAYERLEVEL" val="1"/>
  <p:tag name="KSO_WM_TAG_VERSION" val="1.0"/>
  <p:tag name="KSO_WM_BEAUTIFY_FLAG" val="#wm#"/>
  <p:tag name="KSO_WM_SLIDE_BACKGROUND_TYPE" val="bottomTop"/>
  <p:tag name="KSO_WM_SLIDE_BK_DARK_LIGHT" val="2"/>
  <p:tag name="KSO_WM_UNIT_TYPE" val="i"/>
  <p:tag name="KSO_WM_UNIT_INDEX" val="4"/>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2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6"/>
  <p:tag name="KSO_WM_UNIT_LAYERLEVEL" val="1"/>
  <p:tag name="KSO_WM_TAG_VERSION" val="1.0"/>
  <p:tag name="KSO_WM_BEAUTIFY_FLAG" val="#wm#"/>
  <p:tag name="KSO_WM_SLIDE_BACKGROUND_TYPE" val="bottomTop"/>
  <p:tag name="KSO_WM_SLIDE_BK_DARK_LIGHT" val="2"/>
  <p:tag name="KSO_WM_UNIT_TYPE" val="i"/>
  <p:tag name="KSO_WM_UNIT_INDEX" val="6"/>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Lst>
</file>

<file path=ppt/tags/tag12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7"/>
  <p:tag name="KSO_WM_UNIT_LAYERLEVEL" val="1"/>
  <p:tag name="KSO_WM_TAG_VERSION" val="1.0"/>
  <p:tag name="KSO_WM_BEAUTIFY_FLAG" val="#wm#"/>
  <p:tag name="KSO_WM_SLIDE_BACKGROUND_TYPE" val="bottomTop"/>
  <p:tag name="KSO_WM_SLIDE_BK_DARK_LIGHT" val="2"/>
  <p:tag name="KSO_WM_UNIT_TYPE" val="i"/>
  <p:tag name="KSO_WM_UNIT_INDEX" val="7"/>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13"/>
  <p:tag name="KSO_WM_UNIT_TEXT_FILL_TYPE" val="1"/>
</p:tagLst>
</file>

<file path=ppt/tags/tag127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90857"/>
  <p:tag name="KSO_WM_SLIDE_ID" val="diagram20190857_1"/>
  <p:tag name="KSO_WM_TEMPLATE_SUBCATEGORY" val="0"/>
  <p:tag name="KSO_WM_TEMPLATE_MASTER_TYPE" val="0"/>
  <p:tag name="KSO_WM_TEMPLATE_COLOR_TYPE" val="1"/>
  <p:tag name="KSO_WM_SLIDE_TYPE" val="text"/>
  <p:tag name="KSO_WM_SLIDE_SUBTYPE" val="diag"/>
  <p:tag name="KSO_WM_SLIDE_ITEM_CNT" val="2"/>
  <p:tag name="KSO_WM_SLIDE_INDEX" val="1"/>
  <p:tag name="KSO_WM_SLIDE_SIZE" val="855*162.57"/>
  <p:tag name="KSO_WM_SLIDE_POSITION" val="51.9999*320.43"/>
  <p:tag name="KSO_WM_DIAGRAM_GROUP_CODE" val="l1-1"/>
  <p:tag name="KSO_WM_SLIDE_DIAGTYPE" val="l"/>
  <p:tag name="KSO_WM_TAG_VERSION" val="1.0"/>
  <p:tag name="KSO_WM_SLIDE_LAYOUT" val="a_b_l"/>
  <p:tag name="KSO_WM_SLIDE_LAYOUT_CNT" val="1_1_1"/>
  <p:tag name="KSO_WM_SLIDE_BK_DARK_LIGHT" val="2"/>
  <p:tag name="KSO_WM_SLIDE_BACKGROUND_TYPE" val="general"/>
</p:tagLst>
</file>

<file path=ppt/tags/tag12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diagram20190857_1*i*1"/>
  <p:tag name="KSO_WM_TEMPLATE_CATEGORY" val="diagram"/>
  <p:tag name="KSO_WM_TEMPLATE_INDEX" val="20190857"/>
  <p:tag name="KSO_WM_UNIT_LAYERLEVEL" val="1"/>
  <p:tag name="KSO_WM_TAG_VERSION" val="1.0"/>
  <p:tag name="KSO_WM_BEAUTIFY_FLAG" val="#wm#"/>
  <p:tag name="KSO_WM_UNIT_USESOURCEFORMAT_APPLY" val="1"/>
</p:tagLst>
</file>

<file path=ppt/tags/tag1278.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60"/>
  <p:tag name="KSO_WM_UNIT_HIGHLIGHT" val="0"/>
  <p:tag name="KSO_WM_UNIT_COMPATIBLE" val="0"/>
  <p:tag name="KSO_WM_UNIT_DIAGRAM_ISNUMVISUAL" val="0"/>
  <p:tag name="KSO_WM_UNIT_DIAGRAM_ISREFERUNIT" val="0"/>
  <p:tag name="KSO_WM_DIAGRAM_GROUP_CODE" val="l1-1"/>
  <p:tag name="KSO_WM_UNIT_TYPE" val="b"/>
  <p:tag name="KSO_WM_UNIT_INDEX" val="1"/>
  <p:tag name="KSO_WM_UNIT_ID" val="diagram20190857_1*b*1"/>
  <p:tag name="KSO_WM_TEMPLATE_CATEGORY" val="diagram"/>
  <p:tag name="KSO_WM_TEMPLATE_INDEX" val="20190857"/>
  <p:tag name="KSO_WM_UNIT_LAYERLEVEL" val="1"/>
  <p:tag name="KSO_WM_TAG_VERSION" val="1.0"/>
  <p:tag name="KSO_WM_BEAUTIFY_FLAG" val="#wm#"/>
  <p:tag name="KSO_WM_UNIT_PRESET_TEXT" val="单击此处添加副标题"/>
  <p:tag name="KSO_WM_UNIT_FILL_FORE_SCHEMECOLOR_INDEX" val="14"/>
  <p:tag name="KSO_WM_UNIT_FILL_TYPE" val="1"/>
  <p:tag name="KSO_WM_UNIT_TEXT_FILL_FORE_SCHEMECOLOR_INDEX" val="13"/>
  <p:tag name="KSO_WM_UNIT_TEXT_FILL_TYPE" val="1"/>
  <p:tag name="KSO_WM_UNIT_USESOURCEFORMAT_APPLY" val="1"/>
</p:tagLst>
</file>

<file path=ppt/tags/tag12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190857_1*l_h_i*1_1_1"/>
  <p:tag name="KSO_WM_TEMPLATE_CATEGORY" val="diagram"/>
  <p:tag name="KSO_WM_TEMPLATE_INDEX" val="20190857"/>
  <p:tag name="KSO_WM_UNIT_LAYERLEVEL" val="1_1_1"/>
  <p:tag name="KSO_WM_TAG_VERSION" val="1.0"/>
  <p:tag name="KSO_WM_BEAUTIFY_FLAG" val="#wm#"/>
  <p:tag name="KSO_WM_UNIT_FILL_FORE_SCHEMECOLOR_INDEX" val="14"/>
  <p:tag name="KSO_WM_UNIT_FILL_TYPE" val="1"/>
  <p:tag name="KSO_WM_UNIT_LINE_FORE_SCHEMECOLOR_INDEX" val="14"/>
  <p:tag name="KSO_WM_UNIT_LINE_FILL_TYPE" val="2"/>
  <p:tag name="KSO_WM_UNIT_TEXT_FILL_FORE_SCHEMECOLOR_INDEX" val="2"/>
  <p:tag name="KSO_WM_UNIT_TEXT_FILL_TYPE" val="1"/>
  <p:tag name="KSO_WM_UNIT_USESOURCEFORMAT_APPLY" val="1"/>
</p:tagLst>
</file>

<file path=ppt/tags/tag12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190857_1*l_h_i*1_1_2"/>
  <p:tag name="KSO_WM_TEMPLATE_CATEGORY" val="diagram"/>
  <p:tag name="KSO_WM_TEMPLATE_INDEX" val="20190857"/>
  <p:tag name="KSO_WM_UNIT_LAYERLEVEL" val="1_1_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281.xml><?xml version="1.0" encoding="utf-8"?>
<p:tagLst xmlns:a="http://schemas.openxmlformats.org/drawingml/2006/main" xmlns:r="http://schemas.openxmlformats.org/officeDocument/2006/relationships" xmlns:p="http://schemas.openxmlformats.org/presentationml/2006/main">
  <p:tag name="KSO_WM_UNIT_NOCLEAR" val="0"/>
  <p:tag name="KSO_WM_UNIT_VALUE" val="93"/>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190857_1*l_h_f*1_1_1"/>
  <p:tag name="KSO_WM_TEMPLATE_CATEGORY" val="diagram"/>
  <p:tag name="KSO_WM_TEMPLATE_INDEX" val="20190857"/>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 name="KSO_WM_UNIT_USESOURCEFORMAT_APPLY" val="1"/>
</p:tagLst>
</file>

<file path=ppt/tags/tag12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190857_1*l_h_i*1_2_1"/>
  <p:tag name="KSO_WM_TEMPLATE_CATEGORY" val="diagram"/>
  <p:tag name="KSO_WM_TEMPLATE_INDEX" val="20190857"/>
  <p:tag name="KSO_WM_UNIT_LAYERLEVEL" val="1_1_1"/>
  <p:tag name="KSO_WM_TAG_VERSION" val="1.0"/>
  <p:tag name="KSO_WM_BEAUTIFY_FLAG" val="#wm#"/>
  <p:tag name="KSO_WM_UNIT_FILL_FORE_SCHEMECOLOR_INDEX" val="14"/>
  <p:tag name="KSO_WM_UNIT_FILL_TYPE" val="1"/>
  <p:tag name="KSO_WM_UNIT_LINE_FORE_SCHEMECOLOR_INDEX" val="5"/>
  <p:tag name="KSO_WM_UNIT_LINE_FILL_TYPE" val="2"/>
  <p:tag name="KSO_WM_UNIT_TEXT_FILL_FORE_SCHEMECOLOR_INDEX" val="2"/>
  <p:tag name="KSO_WM_UNIT_TEXT_FILL_TYPE" val="1"/>
  <p:tag name="KSO_WM_UNIT_USESOURCEFORMAT_APPLY" val="1"/>
</p:tagLst>
</file>

<file path=ppt/tags/tag12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190857_1*l_h_i*1_2_2"/>
  <p:tag name="KSO_WM_TEMPLATE_CATEGORY" val="diagram"/>
  <p:tag name="KSO_WM_TEMPLATE_INDEX" val="20190857"/>
  <p:tag name="KSO_WM_UNIT_LAYERLEVEL" val="1_1_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284.xml><?xml version="1.0" encoding="utf-8"?>
<p:tagLst xmlns:a="http://schemas.openxmlformats.org/drawingml/2006/main" xmlns:r="http://schemas.openxmlformats.org/officeDocument/2006/relationships" xmlns:p="http://schemas.openxmlformats.org/presentationml/2006/main">
  <p:tag name="KSO_WM_UNIT_NOCLEAR" val="0"/>
  <p:tag name="KSO_WM_UNIT_VALUE" val="93"/>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190857_1*l_h_f*1_2_1"/>
  <p:tag name="KSO_WM_TEMPLATE_CATEGORY" val="diagram"/>
  <p:tag name="KSO_WM_TEMPLATE_INDEX" val="20190857"/>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 name="KSO_WM_UNIT_USESOURCEFORMAT_APPLY" val="1"/>
</p:tagLst>
</file>

<file path=ppt/tags/tag1285.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52"/>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190857_1*a*1"/>
  <p:tag name="KSO_WM_TEMPLATE_CATEGORY" val="diagram"/>
  <p:tag name="KSO_WM_TEMPLATE_INDEX" val="20190857"/>
  <p:tag name="KSO_WM_UNIT_LAYERLEVEL" val="1"/>
  <p:tag name="KSO_WM_TAG_VERSION" val="1.0"/>
  <p:tag name="KSO_WM_BEAUTIFY_FLAG" val="#wm#"/>
  <p:tag name="KSO_WM_UNIT_PRESET_TEXT" val="单击此处添加标题"/>
  <p:tag name="KSO_WM_UNIT_FILL_FORE_SCHEMECOLOR_INDEX" val="13"/>
  <p:tag name="KSO_WM_UNIT_FILL_TYPE" val="1"/>
  <p:tag name="KSO_WM_UNIT_TEXT_FILL_FORE_SCHEMECOLOR_INDEX" val="14"/>
  <p:tag name="KSO_WM_UNIT_TEXT_FILL_TYPE" val="1"/>
  <p:tag name="KSO_WM_UNIT_USESOURCEFORMAT_APPLY" val="1"/>
</p:tagLst>
</file>

<file path=ppt/tags/tag12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2*i*1"/>
  <p:tag name="KSO_WM_UNIT_LAYERLEVEL" val="1"/>
  <p:tag name="KSO_WM_TAG_VERSION" val="1.0"/>
  <p:tag name="KSO_WM_BEAUTIFY_FLAG" val="#wm#"/>
  <p:tag name="KSO_WM_SLIDE_BACKGROUND_TYPE" val="general"/>
  <p:tag name="KSO_WM_SLIDE_BK_DARK_LIGHT" val="2"/>
</p:tagLst>
</file>

<file path=ppt/tags/tag128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2386"/>
  <p:tag name="KSO_WM_SLIDE_ID" val="diagram20202386_1"/>
  <p:tag name="KSO_WM_TEMPLATE_SUBCATEGORY" val="11"/>
  <p:tag name="KSO_WM_TEMPLATE_MASTER_TYPE" val="0"/>
  <p:tag name="KSO_WM_TEMPLATE_COLOR_TYPE" val="1"/>
  <p:tag name="KSO_WM_SLIDE_ITEM_CNT" val="0"/>
  <p:tag name="KSO_WM_SLIDE_INDEX" val="1"/>
  <p:tag name="KSO_WM_TAG_VERSION" val="1.0"/>
  <p:tag name="KSO_WM_SLIDE_LAYOUT" val="a_d"/>
  <p:tag name="KSO_WM_SLIDE_LAYOUT_CNT" val="1_1"/>
  <p:tag name="KSO_WM_SLIDE_TYPE" val="text"/>
  <p:tag name="KSO_WM_SLIDE_SUBTYPE" val="picTxt"/>
  <p:tag name="KSO_WM_SLIDE_SIZE" val="960*457"/>
  <p:tag name="KSO_WM_SLIDE_POSITION" val="0*34"/>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horizontalAlign&quot;: 1,&#10;    &quot;id&quot;: &quot;2020-03-30T15:47:36&quot;,&#10;    &quot;maxSize&quot;: {&#10;        &quot;size1&quot;: 23.600000000000001&#10;    },&#10;    &quot;minSize&quot;: {&#10;        &quot;size1&quot;: 23.600000000000001&#10;    },&#10;    &quot;normalSize&quot;: {&#10;        &quot;size1&quot;: 23.600000000000001&#10;    },&#10;    &quot;subLayout&quot;: [&#10;        {&#10;            &quot;id&quot;: &quot;2020-03-30T15:47:36&quot;,&#10;            &quot;margin&quot;: {&#10;                &quot;bottom&quot;: 1.2350000143051147,&#10;                &quot;left&quot;: 1.690000057220459,&#10;                &quot;right&quot;: 1.6970000267028809,&#10;                &quot;top&quot;: 1.690000057220459&#10;            },&#10;            &quot;type&quot;: 0&#10;        },&#10;        {&#10;            &quot;horizontalAlign&quot;: 0,&#10;            &quot;id&quot;: &quot;2020-03-30T15:47:36&quot;,&#10;            &quot;margin&quot;: {&#10;                &quot;bottom&quot;: 2.5399999618530273,&#10;                &quot;left&quot;: 1.690000057220459,&#10;                &quot;right&quot;: 1.690000057220459,&#10;                &quot;top&quot;: 0.026000002399086952&#10;            },&#10;            &quot;type&quot;: 1,&#10;            &quot;verticalAlign&quot;: 0&#10;        }&#10;    ],&#10;    &quot;type&quot;: 1,&#10;    &quot;verticalAlign&quot;: 1&#10;}&#10;"/>
  <p:tag name="KSO_WM_SLIDE_CAN_ADD_NAVIGATION" val="1"/>
  <p:tag name="KSO_WM_SLIDE_BACKGROUND" val="[&quot;general&quot;,&quot;frame&quot;]"/>
  <p:tag name="KSO_WM_SLIDE_RATIO" val="1.777778"/>
  <p:tag name="KSO_WM_SLIDE_BK_DARK_LIGHT" val="2"/>
  <p:tag name="KSO_WM_SLIDE_BACKGROUND_TYPE" val="frame"/>
</p:tagLst>
</file>

<file path=ppt/tags/tag1288.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UNIT_TYPE" val="i"/>
</p:tagLst>
</file>

<file path=ppt/tags/tag1289.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WPS/极墨产品部"/>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02386_1*a*1"/>
  <p:tag name="KSO_WM_TEMPLATE_CATEGORY" val="diagram"/>
  <p:tag name="KSO_WM_TEMPLATE_INDEX" val="20202386"/>
  <p:tag name="KSO_WM_UNIT_LAYERLEVEL" val="1"/>
  <p:tag name="KSO_WM_TAG_VERSION" val="1.0"/>
  <p:tag name="KSO_WM_BEAUTIFY_FLAG" val="#wm#"/>
  <p:tag name="KSO_WM_UNIT_DEFAULT_FONT" val="28;32;4"/>
  <p:tag name="KSO_WM_UNIT_BLOCK" val="0"/>
  <p:tag name="KSO_WM_UNIT_ISNUMDGMTITLE" val="0"/>
  <p:tag name="KSO_WM_UNIT_PLACING_PICTURE_MD4" val="0"/>
  <p:tag name="KSO_WM_UNIT_SMARTLAYOUT_COMPRESS_INFO" val="{&#10;    &quot;id&quot;: &quot;2020-03-30T15:47:36&quot;,&#10;    &quot;max&quot;: 0,&#10;    &quot;topChanged&quot;: 0&#10;}&#10;"/>
  <p:tag name="KSO_WM_UNIT_TEXT_FILL_FORE_SCHEMECOLOR_INDEX_BRIGHTNESS" val="0.25"/>
  <p:tag name="KSO_WM_UNIT_TEXT_FILL_FORE_SCHEMECOLOR_INDEX" val="13"/>
  <p:tag name="KSO_WM_UNIT_TEXT_FILL_TYPE" val="1"/>
</p:tagLst>
</file>

<file path=ppt/tags/tag12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2386_1*i*2"/>
  <p:tag name="KSO_WM_TEMPLATE_CATEGORY" val="diagram"/>
  <p:tag name="KSO_WM_TEMPLATE_INDEX" val="20202386"/>
  <p:tag name="KSO_WM_UNIT_LAYERLEVEL" val="1"/>
  <p:tag name="KSO_WM_TAG_VERSION" val="1.0"/>
  <p:tag name="KSO_WM_BEAUTIFY_FLAG" val="#wm#"/>
  <p:tag name="KSO_WM_UNIT_TYPE" val="i"/>
  <p:tag name="KSO_WM_UNIT_INDEX" val="2"/>
  <p:tag name="KSO_WM_UNIT_SM_LIMIT_TYPE" val="1"/>
  <p:tag name="KSO_WM_UNIT_PLACING_PICTURE_MD4" val="0"/>
  <p:tag name="KSO_WM_UNIT_LINE_FORE_SCHEMECOLOR_INDEX_BRIGHTNESS" val="0.25"/>
  <p:tag name="KSO_WM_UNIT_LINE_FORE_SCHEMECOLOR_INDEX" val="13"/>
  <p:tag name="KSO_WM_UNIT_LINE_FILL_TYPE" val="2"/>
</p:tagLst>
</file>

<file path=ppt/tags/tag12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2386_1*i*3"/>
  <p:tag name="KSO_WM_TEMPLATE_CATEGORY" val="diagram"/>
  <p:tag name="KSO_WM_TEMPLATE_INDEX" val="20202386"/>
  <p:tag name="KSO_WM_UNIT_LAYERLEVEL" val="1"/>
  <p:tag name="KSO_WM_TAG_VERSION" val="1.0"/>
  <p:tag name="KSO_WM_BEAUTIFY_FLAG" val="#wm#"/>
  <p:tag name="KSO_WM_UNIT_TYPE" val="i"/>
  <p:tag name="KSO_WM_UNIT_INDEX" val="3"/>
  <p:tag name="KSO_WM_UNIT_SM_LIMIT_TYPE" val="1"/>
  <p:tag name="KSO_WM_UNIT_PLACING_PICTURE_MD4" val="0"/>
  <p:tag name="KSO_WM_UNIT_LINE_FORE_SCHEMECOLOR_INDEX_BRIGHTNESS" val="0.25"/>
  <p:tag name="KSO_WM_UNIT_LINE_FORE_SCHEMECOLOR_INDEX" val="13"/>
  <p:tag name="KSO_WM_UNIT_LINE_FILL_TYPE" val="2"/>
</p:tagLst>
</file>

<file path=ppt/tags/tag12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02344_1*l_h_i*1_1_2"/>
  <p:tag name="KSO_WM_TEMPLATE_CATEGORY" val="diagram"/>
  <p:tag name="KSO_WM_TEMPLATE_INDEX" val="2020234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1293.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02344_1*l_h_f*1_1_1"/>
  <p:tag name="KSO_WM_TEMPLATE_CATEGORY" val="diagram"/>
  <p:tag name="KSO_WM_TEMPLATE_INDEX" val="20202344"/>
  <p:tag name="KSO_WM_UNIT_LAYERLEVEL" val="1_1_1"/>
  <p:tag name="KSO_WM_TAG_VERSION" val="1.0"/>
  <p:tag name="KSO_WM_BEAUTIFY_FLAG" val="#wm#"/>
  <p:tag name="KSO_WM_UNIT_PRESET_TEXT" val="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明了。&#10;您的正文已经经简明扼要，字字珠玑，但信息却千丝万缕、错综复杂，需要用更多的文字来表述；但请您尽可能提炼思想的精髓，否则容易造成观者的阅读压力，适得其反。当您的正文内容到达这个限度时，或许已经不纯粹作用于演示，极大可能运用于阅读领域。无论是传播观点、知识分享还是汇报工作，内容的详尽固然重要，但请一定注意信息框架的清晰，这样才能使内容层次分明，页面简洁易读。&#10;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
  <p:tag name="KSO_WM_UNIT_TEXT_FILL_FORE_SCHEMECOLOR_INDEX" val="13"/>
  <p:tag name="KSO_WM_UNIT_TEXT_FILL_TYPE" val="1"/>
  <p:tag name="KSO_WM_UNIT_USESOURCEFORMAT_APPLY" val="1"/>
</p:tagLst>
</file>

<file path=ppt/tags/tag1294.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02344_1*l_h_a*1_1_1"/>
  <p:tag name="KSO_WM_TEMPLATE_CATEGORY" val="diagram"/>
  <p:tag name="KSO_WM_TEMPLATE_INDEX" val="20202344"/>
  <p:tag name="KSO_WM_UNIT_LAYERLEVEL" val="1_1_1"/>
  <p:tag name="KSO_WM_TAG_VERSION" val="1.0"/>
  <p:tag name="KSO_WM_BEAUTIFY_FLAG" val="#wm#"/>
  <p:tag name="KSO_WM_UNIT_PRESET_TEXT" val="添加标题"/>
  <p:tag name="KSO_WM_UNIT_TEXT_FILL_FORE_SCHEMECOLOR_INDEX" val="13"/>
  <p:tag name="KSO_WM_UNIT_TEXT_FILL_TYPE" val="1"/>
  <p:tag name="KSO_WM_UNIT_USESOURCEFORMAT_APPLY" val="1"/>
</p:tagLst>
</file>

<file path=ppt/tags/tag12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02344_1*l_h_i*1_2_2"/>
  <p:tag name="KSO_WM_TEMPLATE_CATEGORY" val="diagram"/>
  <p:tag name="KSO_WM_TEMPLATE_INDEX" val="2020234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1296.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02344_1*l_h_f*1_2_1"/>
  <p:tag name="KSO_WM_TEMPLATE_CATEGORY" val="diagram"/>
  <p:tag name="KSO_WM_TEMPLATE_INDEX" val="20202344"/>
  <p:tag name="KSO_WM_UNIT_LAYERLEVEL" val="1_1_1"/>
  <p:tag name="KSO_WM_TAG_VERSION" val="1.0"/>
  <p:tag name="KSO_WM_BEAUTIFY_FLAG" val="#wm#"/>
  <p:tag name="KSO_WM_UNIT_PRESET_TEXT" val="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明了。&#10;您的正文已经经简明扼要，字字珠玑，但信息却千丝万缕、错综复杂，需要用更多的文字来表述；但请您尽可能提炼思想的精髓，否则容易造成观者的阅读压力，适得其反。当您的正文内容到达这个限度时，或许已经不纯粹作用于演示，极大可能运用于阅读领域。无论是传播观点、知识分享还是汇报工作，内容的详尽固然重要，但请一定注意信息框架的清晰，这样才能使内容层次分明，页面简洁易读。&#10;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
  <p:tag name="KSO_WM_UNIT_TEXT_FILL_FORE_SCHEMECOLOR_INDEX" val="13"/>
  <p:tag name="KSO_WM_UNIT_TEXT_FILL_TYPE" val="1"/>
  <p:tag name="KSO_WM_UNIT_USESOURCEFORMAT_APPLY" val="1"/>
</p:tagLst>
</file>

<file path=ppt/tags/tag1297.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02344_1*l_h_a*1_2_1"/>
  <p:tag name="KSO_WM_TEMPLATE_CATEGORY" val="diagram"/>
  <p:tag name="KSO_WM_TEMPLATE_INDEX" val="20202344"/>
  <p:tag name="KSO_WM_UNIT_LAYERLEVEL" val="1_1_1"/>
  <p:tag name="KSO_WM_TAG_VERSION" val="1.0"/>
  <p:tag name="KSO_WM_BEAUTIFY_FLAG" val="#wm#"/>
  <p:tag name="KSO_WM_UNIT_PRESET_TEXT" val="添加标题"/>
  <p:tag name="KSO_WM_UNIT_TEXT_FILL_FORE_SCHEMECOLOR_INDEX" val="13"/>
  <p:tag name="KSO_WM_UNIT_TEXT_FILL_TYPE" val="1"/>
  <p:tag name="KSO_WM_UNIT_USESOURCEFORMAT_APPLY" val="1"/>
</p:tagLst>
</file>

<file path=ppt/tags/tag1298.xml><?xml version="1.0" encoding="utf-8"?>
<p:tagLst xmlns:a="http://schemas.openxmlformats.org/drawingml/2006/main" xmlns:r="http://schemas.openxmlformats.org/officeDocument/2006/relationships" xmlns:p="http://schemas.openxmlformats.org/presentationml/2006/main">
  <p:tag name="PA" val="v5.2.7"/>
  <p:tag name="PAMAINTYPE" val="4"/>
  <p:tag name="PATYPE" val="159"/>
  <p:tag name="PASUBTYPE" val="162"/>
  <p:tag name="RESOURCELIBID_SHAPE" val="521475"/>
  <p:tag name="RESOURCELIB_SHAPETYPE" val="4"/>
  <p:tag name="KSO_WM_UNIT_ICON_FILEID" val="3140008"/>
  <p:tag name="KSO_WM_UNIT_ICON_STYLE" val="2"/>
  <p:tag name="KSO_WM_UNIT_VALUE" val="52*52"/>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02344_1*l_h_x*1_1_1"/>
  <p:tag name="KSO_WM_TEMPLATE_CATEGORY" val="diagram"/>
  <p:tag name="KSO_WM_TEMPLATE_INDEX" val="20202344"/>
  <p:tag name="KSO_WM_UNIT_LAYERLEVEL" val="1_1_1"/>
  <p:tag name="KSO_WM_TAG_VERSION" val="1.0"/>
  <p:tag name="KSO_WM_BEAUTIFY_FLAG" val="#wm#"/>
  <p:tag name="KSO_WM_UNIT_FILL_FORE_SCHEMECOLOR_INDEX" val="14"/>
  <p:tag name="KSO_WM_UNIT_FILL_TYPE" val="1"/>
  <p:tag name="KSO_WM_UNIT_TEXT_FILL_FORE_SCHEMECOLOR_INDEX" val="13"/>
  <p:tag name="KSO_WM_UNIT_TEXT_FILL_TYPE" val="1"/>
  <p:tag name="KSO_WM_UNIT_USESOURCEFORMAT_APPLY" val="1"/>
</p:tagLst>
</file>

<file path=ppt/tags/tag1299.xml><?xml version="1.0" encoding="utf-8"?>
<p:tagLst xmlns:a="http://schemas.openxmlformats.org/drawingml/2006/main" xmlns:r="http://schemas.openxmlformats.org/officeDocument/2006/relationships" xmlns:p="http://schemas.openxmlformats.org/presentationml/2006/main">
  <p:tag name="KSO_WM_UNIT_ICON_FILEID" val="3101758"/>
  <p:tag name="KSO_WM_UNIT_ICON_STYLE" val="2"/>
  <p:tag name="KSO_WM_UNIT_VALUE" val="52*45"/>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202344_1*l_h_x*1_2_1"/>
  <p:tag name="KSO_WM_TEMPLATE_CATEGORY" val="diagram"/>
  <p:tag name="KSO_WM_TEMPLATE_INDEX" val="20202344"/>
  <p:tag name="KSO_WM_UNIT_LAYERLEVEL" val="1_1_1"/>
  <p:tag name="KSO_WM_TAG_VERSION" val="1.0"/>
  <p:tag name="KSO_WM_BEAUTIFY_FLAG" val="#wm#"/>
  <p:tag name="KSO_WM_UNIT_FILL_FORE_SCHEMECOLOR_INDEX" val="14"/>
  <p:tag name="KSO_WM_UNIT_FILL_TYPE" val="1"/>
  <p:tag name="KSO_WM_UNIT_TEXT_FILL_FORE_SCHEMECOLOR_INDEX" val="13"/>
  <p:tag name="KSO_WM_UNIT_TEXT_FILL_TYPE" val="1"/>
  <p:tag name="KSO_WM_UNIT_USESOURCEFORMAT_APPLY" val="1"/>
</p:tagLst>
</file>

<file path=ppt/tags/tag1300.xml><?xml version="1.0" encoding="utf-8"?>
<p:tagLst xmlns:a="http://schemas.openxmlformats.org/drawingml/2006/main" xmlns:r="http://schemas.openxmlformats.org/officeDocument/2006/relationships" xmlns:p="http://schemas.openxmlformats.org/presentationml/2006/main">
  <p:tag name="PA" val="v5.2.7"/>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301.xml><?xml version="1.0" encoding="utf-8"?>
<p:tagLst xmlns:a="http://schemas.openxmlformats.org/drawingml/2006/main" xmlns:r="http://schemas.openxmlformats.org/officeDocument/2006/relationships" xmlns:p="http://schemas.openxmlformats.org/presentationml/2006/main">
  <p:tag name="PA" val="v5.2.7"/>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302.xml><?xml version="1.0" encoding="utf-8"?>
<p:tagLst xmlns:a="http://schemas.openxmlformats.org/drawingml/2006/main" xmlns:r="http://schemas.openxmlformats.org/officeDocument/2006/relationships" xmlns:p="http://schemas.openxmlformats.org/presentationml/2006/main">
  <p:tag name="PA" val="v5.2.7"/>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303.xml><?xml version="1.0" encoding="utf-8"?>
<p:tagLst xmlns:a="http://schemas.openxmlformats.org/drawingml/2006/main" xmlns:r="http://schemas.openxmlformats.org/officeDocument/2006/relationships" xmlns:p="http://schemas.openxmlformats.org/presentationml/2006/main">
  <p:tag name="PA" val="v5.2.7"/>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304.xml><?xml version="1.0" encoding="utf-8"?>
<p:tagLst xmlns:a="http://schemas.openxmlformats.org/drawingml/2006/main" xmlns:r="http://schemas.openxmlformats.org/officeDocument/2006/relationships" xmlns:p="http://schemas.openxmlformats.org/presentationml/2006/main">
  <p:tag name="PA" val="v5.2.7"/>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305.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3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i*2"/>
  <p:tag name="KSO_WM_UNIT_LAYERLEVEL" val="1"/>
  <p:tag name="KSO_WM_TAG_VERSION" val="1.0"/>
  <p:tag name="KSO_WM_BEAUTIFY_FLAG" val="#wm#"/>
  <p:tag name="KSO_WM_UNIT_TYPE" val="i"/>
  <p:tag name="KSO_WM_UNIT_INDEX" val="2"/>
  <p:tag name="KSO_WM_SLIDE_BACKGROUND_TYPE" val="frame"/>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3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 name="KSO_WM_SLIDE_BACKGROUND_TYPE" val="frame"/>
  <p:tag name="KSO_WM_SLIDE_BK_DARK_LIGHT" val="2"/>
  <p:tag name="KSO_WM_UNIT_FILL_FORE_SCHEMECOLOR_INDEX_BRIGHTNESS" val="0"/>
  <p:tag name="KSO_WM_UNIT_FILL_FORE_SCHEMECOLOR_INDEX" val="16"/>
  <p:tag name="KSO_WM_UNIT_FILL_TYPE" val="1"/>
  <p:tag name="KSO_WM_UNIT_TEXT_FILL_FORE_SCHEMECOLOR_INDEX_BRIGHTNESS" val="0"/>
  <p:tag name="KSO_WM_UNIT_TEXT_FILL_FORE_SCHEMECOLOR_INDEX" val="2"/>
  <p:tag name="KSO_WM_UNIT_TEXT_FILL_TYPE" val="1"/>
</p:tagLst>
</file>

<file path=ppt/tags/tag130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2092"/>
  <p:tag name="KSO_WM_SLIDE_ID" val="diagram20202092_1"/>
  <p:tag name="KSO_WM_TEMPLATE_SUBCATEGORY" val="11"/>
  <p:tag name="KSO_WM_SLIDE_ITEM_CNT" val="0"/>
  <p:tag name="KSO_WM_SLIDE_INDEX" val="1"/>
  <p:tag name="KSO_WM_TAG_VERSION" val="1.0"/>
  <p:tag name="KSO_WM_SLIDE_LAYOUT" val="a_d_i"/>
  <p:tag name="KSO_WM_SLIDE_LAYOUT_CNT" val="1_1_1"/>
  <p:tag name="KSO_WM_SLIDE_TYPE" val="text"/>
  <p:tag name="KSO_WM_SLIDE_SUBTYPE" val="picTxt"/>
  <p:tag name="KSO_WM_SLIDE_SIZE" val="960*520"/>
  <p:tag name="KSO_WM_SLIDE_POSITION" val="0*20"/>
  <p:tag name="KSO_WM_TEMPLATE_MASTER_TYPE" val="0"/>
  <p:tag name="KSO_WM_TEMPLATE_COLOR_TYPE" val="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horizontalAlign&quot;: 1,&#10;    &quot;id&quot;: &quot;2020-03-30T16:02:42&quot;,&#10;    &quot;maxSize&quot;: {&#10;        &quot;size1&quot;: 32.100000000000001&#10;    },&#10;    &quot;minSize&quot;: {&#10;        &quot;size1&quot;: 22.399999999999999&#10;    },&#10;    &quot;normalSize&quot;: {&#10;        &quot;size1&quot;: 22.399999999999999&#10;    },&#10;    &quot;subLayout&quot;: [&#10;        {&#10;            &quot;id&quot;: &quot;2020-03-30T16:02:42&quot;,&#10;            &quot;margin&quot;: {&#10;                &quot;bottom&quot;: 0.80299997329711914,&#10;                &quot;left&quot;: 1.690000057220459,&#10;                &quot;right&quot;: 1.690000057220459,&#10;                &quot;top&quot;: 1.690000057220459&#10;            },&#10;            &quot;type&quot;: 0&#10;        },&#10;        {&#10;            &quot;backgroundInfo&quot;: [&#10;                {&#10;                    &quot;bottom&quot;: 0,&#10;                    &quot;bottomAbs&quot;: false,&#10;                    &quot;left&quot;: 0,&#10;                    &quot;leftAbs&quot;: false,&#10;                    &quot;right&quot;: 0,&#10;                    &quot;rightAbs&quot;: false,&#10;                    &quot;top&quot;: 0.15544898800000001,&#10;                    &quot;topAbs&quot;: false,&#10;                    &quot;type&quot;: &quot;bottomTop&quot;&#10;                }&#10;            ],&#10;            &quot;id&quot;: &quot;2020-03-30T16:02:42&quot;,&#10;            &quot;margin&quot;: {&#10;                &quot;bottom&quot;: 2.3299999237060547,&#10;                &quot;left&quot;: 2.3299999237060547,&#10;                &quot;right&quot;: 2.3299999237060547,&#10;                &quot;top&quot;: 0.026000002399086952&#10;            },&#10;            &quot;type&quot;: 1&#10;        }&#10;    ],&#10;    &quot;type&quot;: 1,&#10;    &quot;verticalAlign&quot;: 1&#10;}&#10;"/>
  <p:tag name="KSO_WM_SLIDE_CAN_ADD_NAVIGATION" val="1"/>
  <p:tag name="KSO_WM_SLIDE_BACKGROUND" val="[&quot;general&quot;,&quot;frame&quot;,&quot;bottomTop&quot;]"/>
  <p:tag name="KSO_WM_SLIDE_RATIO" val="1.777778"/>
  <p:tag name="KSO_WM_SLIDE_BK_DARK_LIGHT" val="2"/>
  <p:tag name="KSO_WM_SLIDE_BACKGROUND_TYPE" val="bottomTop"/>
</p:tagLst>
</file>

<file path=ppt/tags/tag1309.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UNIT_TYPE" val="i"/>
</p:tagLst>
</file>

<file path=ppt/tags/tag13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 name="KSO_WM_SLIDE_BACKGROUND_TYPE" val="bottomTop"/>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3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2092_1*i*2"/>
  <p:tag name="KSO_WM_TEMPLATE_CATEGORY" val="diagram"/>
  <p:tag name="KSO_WM_TEMPLATE_INDEX" val="20202092"/>
  <p:tag name="KSO_WM_UNIT_LAYERLEVEL" val="1"/>
  <p:tag name="KSO_WM_TAG_VERSION" val="1.0"/>
  <p:tag name="KSO_WM_BEAUTIFY_FLAG" val="#wm#"/>
  <p:tag name="KSO_WM_UNIT_SM_LIMIT_TYPE" val="1"/>
  <p:tag name="KSO_WM_UNIT_PLACING_PICTURE_MD4" val="0"/>
  <p:tag name="KSO_WM_UNIT_FILL_FORE_SCHEMECOLOR_INDEX_BRIGHTNESS" val="-0.15"/>
  <p:tag name="KSO_WM_UNIT_FILL_FORE_SCHEMECOLOR_INDEX" val="14"/>
  <p:tag name="KSO_WM_UNIT_FILL_TYPE" val="1"/>
  <p:tag name="KSO_WM_UNIT_TEXT_FILL_TYPE" val="1"/>
</p:tagLst>
</file>

<file path=ppt/tags/tag13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2092_1*i*4"/>
  <p:tag name="KSO_WM_TEMPLATE_CATEGORY" val="diagram"/>
  <p:tag name="KSO_WM_TEMPLATE_INDEX" val="20202092"/>
  <p:tag name="KSO_WM_UNIT_LAYERLEVEL" val="1"/>
  <p:tag name="KSO_WM_TAG_VERSION" val="1.0"/>
  <p:tag name="KSO_WM_BEAUTIFY_FLAG" val="#wm#"/>
  <p:tag name="KSO_WM_UNIT_SM_LIMIT_TYPE" val="1"/>
  <p:tag name="KSO_WM_UNIT_PLACING_PICTURE_MD4" val="0"/>
  <p:tag name="KSO_WM_UNIT_FILL_FORE_SCHEMECOLOR_INDEX_BRIGHTNESS" val="-0.15"/>
  <p:tag name="KSO_WM_UNIT_FILL_FORE_SCHEMECOLOR_INDEX" val="14"/>
  <p:tag name="KSO_WM_UNIT_FILL_TYPE" val="1"/>
  <p:tag name="KSO_WM_UNIT_TEXT_FILL_TYPE" val="1"/>
</p:tagLst>
</file>

<file path=ppt/tags/tag13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202092_1*i*7"/>
  <p:tag name="KSO_WM_TEMPLATE_CATEGORY" val="diagram"/>
  <p:tag name="KSO_WM_TEMPLATE_INDEX" val="20202092"/>
  <p:tag name="KSO_WM_UNIT_LAYERLEVEL" val="1"/>
  <p:tag name="KSO_WM_TAG_VERSION" val="1.0"/>
  <p:tag name="KSO_WM_BEAUTIFY_FLAG" val="#wm#"/>
  <p:tag name="KSO_WM_UNIT_BLOCK" val="0"/>
  <p:tag name="KSO_WM_UNIT_SM_LIMIT_TYPE" val="2"/>
  <p:tag name="KSO_WM_UNIT_DECORATE_INFO" val="{&quot;DecorateInfoX&quot;:{&quot;IsLeft&quot;:true,&quot;IsRight&quot;:false,&quot;IsAbs&quot;:true},&quot;DecorateInfoY&quot;:{&quot;IsTop&quot;:true,&quot;IsBottom&quot;:false,&quot;IsAbs&quot;:true}}"/>
  <p:tag name="KSO_WM_UNIT_PLACING_PICTURE_MD4" val="0"/>
  <p:tag name="KSO_WM_UNIT_FILL_FORE_SCHEMECOLOR_INDEX_BRIGHTNESS" val="0"/>
  <p:tag name="KSO_WM_UNIT_FILL_FORE_SCHEMECOLOR_INDEX" val="14"/>
  <p:tag name="KSO_WM_UNIT_FILL_TYPE" val="1"/>
  <p:tag name="KSO_WM_UNIT_SHADOW_SCHEMECOLOR_INDEX_BRIGHTNESS" val="0.05"/>
  <p:tag name="KSO_WM_UNIT_SHADOW_SCHEMECOLOR_INDEX" val="13"/>
  <p:tag name="KSO_WM_UNIT_TEXT_FILL_FORE_SCHEMECOLOR_INDEX_BRIGHTNESS" val="0"/>
  <p:tag name="KSO_WM_UNIT_TEXT_FILL_FORE_SCHEMECOLOR_INDEX" val="14"/>
  <p:tag name="KSO_WM_UNIT_TEXT_FILL_TYPE" val="1"/>
</p:tagLst>
</file>

<file path=ppt/tags/tag13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790_2*l_h_i*1_1_1"/>
  <p:tag name="KSO_WM_TEMPLATE_CATEGORY" val="diagram"/>
  <p:tag name="KSO_WM_TEMPLATE_INDEX" val="790"/>
  <p:tag name="KSO_WM_UNIT_LAYERLEVEL" val="1_1_1"/>
  <p:tag name="KSO_WM_TAG_VERSION" val="1.0"/>
  <p:tag name="KSO_WM_BEAUTIFY_FLAG" val="#wm#"/>
  <p:tag name="KSO_WM_UNIT_FILL_FORE_SCHEMECOLOR_INDEX" val="14"/>
  <p:tag name="KSO_WM_UNIT_FILL_TYPE" val="1"/>
  <p:tag name="KSO_WM_UNIT_TEXT_FILL_FORE_SCHEMECOLOR_INDEX" val="5"/>
  <p:tag name="KSO_WM_UNIT_TEXT_FILL_TYPE" val="1"/>
  <p:tag name="KSO_WM_UNIT_USESOURCEFORMAT_APPLY" val="1"/>
</p:tagLst>
</file>

<file path=ppt/tags/tag13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790_2*l_h_i*1_1_2"/>
  <p:tag name="KSO_WM_TEMPLATE_CATEGORY" val="diagram"/>
  <p:tag name="KSO_WM_TEMPLATE_INDEX" val="790"/>
  <p:tag name="KSO_WM_UNIT_LAYERLEVEL" val="1_1_1"/>
  <p:tag name="KSO_WM_TAG_VERSION" val="1.0"/>
  <p:tag name="KSO_WM_BEAUTIFY_FLAG" val="#wm#"/>
  <p:tag name="KSO_WM_UNIT_FILL_FORE_SCHEMECOLOR_INDEX" val="5"/>
  <p:tag name="KSO_WM_UNIT_FILL_TYPE" val="1"/>
  <p:tag name="KSO_WM_UNIT_TEXT_FILL_FORE_SCHEMECOLOR_INDEX" val="14"/>
  <p:tag name="KSO_WM_UNIT_TEXT_FILL_TYPE" val="1"/>
  <p:tag name="KSO_WM_UNIT_USESOURCEFORMAT_APPLY" val="1"/>
</p:tagLst>
</file>

<file path=ppt/tags/tag1316.xml><?xml version="1.0" encoding="utf-8"?>
<p:tagLst xmlns:a="http://schemas.openxmlformats.org/drawingml/2006/main" xmlns:r="http://schemas.openxmlformats.org/officeDocument/2006/relationships" xmlns:p="http://schemas.openxmlformats.org/presentationml/2006/main">
  <p:tag name="KSO_WM_UNIT_NOCLEAR" val="0"/>
  <p:tag name="KSO_WM_UNIT_VALUE" val="42"/>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790_2*l_h_f*1_1_1"/>
  <p:tag name="KSO_WM_TEMPLATE_CATEGORY" val="diagram"/>
  <p:tag name="KSO_WM_TEMPLATE_INDEX" val="790"/>
  <p:tag name="KSO_WM_UNIT_LAYERLEVEL" val="1_1_1"/>
  <p:tag name="KSO_WM_TAG_VERSION" val="1.0"/>
  <p:tag name="KSO_WM_BEAUTIFY_FLAG" val="#wm#"/>
  <p:tag name="KSO_WM_UNIT_PRESET_TEXT" val="单击此处添加文本具体内容"/>
  <p:tag name="KSO_WM_UNIT_TEXT_FILL_FORE_SCHEMECOLOR_INDEX" val="14"/>
  <p:tag name="KSO_WM_UNIT_TEXT_FILL_TYPE" val="1"/>
  <p:tag name="KSO_WM_UNIT_USESOURCEFORMAT_APPLY" val="1"/>
</p:tagLst>
</file>

<file path=ppt/tags/tag13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790_2*l_h_i*1_2_1"/>
  <p:tag name="KSO_WM_TEMPLATE_CATEGORY" val="diagram"/>
  <p:tag name="KSO_WM_TEMPLATE_INDEX" val="790"/>
  <p:tag name="KSO_WM_UNIT_LAYERLEVEL" val="1_1_1"/>
  <p:tag name="KSO_WM_TAG_VERSION" val="1.0"/>
  <p:tag name="KSO_WM_BEAUTIFY_FLAG" val="#wm#"/>
  <p:tag name="KSO_WM_UNIT_FILL_FORE_SCHEMECOLOR_INDEX" val="14"/>
  <p:tag name="KSO_WM_UNIT_FILL_TYPE" val="1"/>
  <p:tag name="KSO_WM_UNIT_TEXT_FILL_FORE_SCHEMECOLOR_INDEX" val="6"/>
  <p:tag name="KSO_WM_UNIT_TEXT_FILL_TYPE" val="1"/>
  <p:tag name="KSO_WM_UNIT_USESOURCEFORMAT_APPLY" val="1"/>
</p:tagLst>
</file>

<file path=ppt/tags/tag13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790_2*l_h_i*1_2_2"/>
  <p:tag name="KSO_WM_TEMPLATE_CATEGORY" val="diagram"/>
  <p:tag name="KSO_WM_TEMPLATE_INDEX" val="790"/>
  <p:tag name="KSO_WM_UNIT_LAYERLEVEL" val="1_1_1"/>
  <p:tag name="KSO_WM_TAG_VERSION" val="1.0"/>
  <p:tag name="KSO_WM_BEAUTIFY_FLAG" val="#wm#"/>
  <p:tag name="KSO_WM_UNIT_FILL_FORE_SCHEMECOLOR_INDEX" val="6"/>
  <p:tag name="KSO_WM_UNIT_FILL_TYPE" val="1"/>
  <p:tag name="KSO_WM_UNIT_TEXT_FILL_FORE_SCHEMECOLOR_INDEX" val="14"/>
  <p:tag name="KSO_WM_UNIT_TEXT_FILL_TYPE" val="1"/>
  <p:tag name="KSO_WM_UNIT_USESOURCEFORMAT_APPLY" val="1"/>
</p:tagLst>
</file>

<file path=ppt/tags/tag1319.xml><?xml version="1.0" encoding="utf-8"?>
<p:tagLst xmlns:a="http://schemas.openxmlformats.org/drawingml/2006/main" xmlns:r="http://schemas.openxmlformats.org/officeDocument/2006/relationships" xmlns:p="http://schemas.openxmlformats.org/presentationml/2006/main">
  <p:tag name="KSO_WM_UNIT_NOCLEAR" val="0"/>
  <p:tag name="KSO_WM_UNIT_VALUE" val="42"/>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790_2*l_h_f*1_2_1"/>
  <p:tag name="KSO_WM_TEMPLATE_CATEGORY" val="diagram"/>
  <p:tag name="KSO_WM_TEMPLATE_INDEX" val="790"/>
  <p:tag name="KSO_WM_UNIT_LAYERLEVEL" val="1_1_1"/>
  <p:tag name="KSO_WM_TAG_VERSION" val="1.0"/>
  <p:tag name="KSO_WM_BEAUTIFY_FLAG" val="#wm#"/>
  <p:tag name="KSO_WM_UNIT_PRESET_TEXT" val="单击此处添加文本具体内容"/>
  <p:tag name="KSO_WM_UNIT_TEXT_FILL_FORE_SCHEMECOLOR_INDEX" val="14"/>
  <p:tag name="KSO_WM_UNIT_TEXT_FILL_TYPE" val="1"/>
  <p:tag name="KSO_WM_UNIT_USESOURCEFORMAT_APPLY" val="1"/>
</p:tagLst>
</file>

<file path=ppt/tags/tag13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790_2*l_h_i*1_3_1"/>
  <p:tag name="KSO_WM_TEMPLATE_CATEGORY" val="diagram"/>
  <p:tag name="KSO_WM_TEMPLATE_INDEX" val="790"/>
  <p:tag name="KSO_WM_UNIT_LAYERLEVEL" val="1_1_1"/>
  <p:tag name="KSO_WM_TAG_VERSION" val="1.0"/>
  <p:tag name="KSO_WM_BEAUTIFY_FLAG" val="#wm#"/>
  <p:tag name="KSO_WM_UNIT_FILL_FORE_SCHEMECOLOR_INDEX" val="14"/>
  <p:tag name="KSO_WM_UNIT_FILL_TYPE" val="1"/>
  <p:tag name="KSO_WM_UNIT_TEXT_FILL_FORE_SCHEMECOLOR_INDEX" val="7"/>
  <p:tag name="KSO_WM_UNIT_TEXT_FILL_TYPE" val="1"/>
  <p:tag name="KSO_WM_UNIT_USESOURCEFORMAT_APPLY" val="1"/>
</p:tagLst>
</file>

<file path=ppt/tags/tag13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790_2*l_h_i*1_3_2"/>
  <p:tag name="KSO_WM_TEMPLATE_CATEGORY" val="diagram"/>
  <p:tag name="KSO_WM_TEMPLATE_INDEX" val="790"/>
  <p:tag name="KSO_WM_UNIT_LAYERLEVEL" val="1_1_1"/>
  <p:tag name="KSO_WM_TAG_VERSION" val="1.0"/>
  <p:tag name="KSO_WM_BEAUTIFY_FLAG" val="#wm#"/>
  <p:tag name="KSO_WM_UNIT_FILL_FORE_SCHEMECOLOR_INDEX" val="7"/>
  <p:tag name="KSO_WM_UNIT_FILL_TYPE" val="1"/>
  <p:tag name="KSO_WM_UNIT_TEXT_FILL_FORE_SCHEMECOLOR_INDEX" val="14"/>
  <p:tag name="KSO_WM_UNIT_TEXT_FILL_TYPE" val="1"/>
  <p:tag name="KSO_WM_UNIT_USESOURCEFORMAT_APPLY" val="1"/>
</p:tagLst>
</file>

<file path=ppt/tags/tag1322.xml><?xml version="1.0" encoding="utf-8"?>
<p:tagLst xmlns:a="http://schemas.openxmlformats.org/drawingml/2006/main" xmlns:r="http://schemas.openxmlformats.org/officeDocument/2006/relationships" xmlns:p="http://schemas.openxmlformats.org/presentationml/2006/main">
  <p:tag name="KSO_WM_UNIT_NOCLEAR" val="0"/>
  <p:tag name="KSO_WM_UNIT_VALUE" val="42"/>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790_2*l_h_f*1_3_1"/>
  <p:tag name="KSO_WM_TEMPLATE_CATEGORY" val="diagram"/>
  <p:tag name="KSO_WM_TEMPLATE_INDEX" val="790"/>
  <p:tag name="KSO_WM_UNIT_LAYERLEVEL" val="1_1_1"/>
  <p:tag name="KSO_WM_TAG_VERSION" val="1.0"/>
  <p:tag name="KSO_WM_BEAUTIFY_FLAG" val="#wm#"/>
  <p:tag name="KSO_WM_UNIT_PRESET_TEXT" val="单击此处添加文本具体内容"/>
  <p:tag name="KSO_WM_UNIT_TEXT_FILL_FORE_SCHEMECOLOR_INDEX" val="14"/>
  <p:tag name="KSO_WM_UNIT_TEXT_FILL_TYPE" val="1"/>
  <p:tag name="KSO_WM_UNIT_USESOURCEFORMAT_APPLY" val="1"/>
</p:tagLst>
</file>

<file path=ppt/tags/tag13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790_2*l_h_i*1_3_1"/>
  <p:tag name="KSO_WM_TEMPLATE_CATEGORY" val="diagram"/>
  <p:tag name="KSO_WM_TEMPLATE_INDEX" val="790"/>
  <p:tag name="KSO_WM_UNIT_LAYERLEVEL" val="1_1_1"/>
  <p:tag name="KSO_WM_TAG_VERSION" val="1.0"/>
  <p:tag name="KSO_WM_BEAUTIFY_FLAG" val="#wm#"/>
  <p:tag name="KSO_WM_UNIT_TEXT_FILL_FORE_SCHEMECOLOR_INDEX" val="7"/>
  <p:tag name="KSO_WM_UNIT_TEXT_FILL_TYPE" val="1"/>
  <p:tag name="KSO_WM_UNIT_USESOURCEFORMAT_APPLY" val="1"/>
</p:tagLst>
</file>

<file path=ppt/tags/tag13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790_2*l_h_i*1_1_1"/>
  <p:tag name="KSO_WM_TEMPLATE_CATEGORY" val="diagram"/>
  <p:tag name="KSO_WM_TEMPLATE_INDEX" val="790"/>
  <p:tag name="KSO_WM_UNIT_LAYERLEVEL" val="1_1_1"/>
  <p:tag name="KSO_WM_TAG_VERSION" val="1.0"/>
  <p:tag name="KSO_WM_BEAUTIFY_FLAG" val="#wm#"/>
  <p:tag name="KSO_WM_UNIT_TEXT_FILL_FORE_SCHEMECOLOR_INDEX" val="5"/>
  <p:tag name="KSO_WM_UNIT_TEXT_FILL_TYPE" val="1"/>
  <p:tag name="KSO_WM_UNIT_USESOURCEFORMAT_APPLY" val="1"/>
</p:tagLst>
</file>

<file path=ppt/tags/tag13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790_2*l_h_i*1_2_1"/>
  <p:tag name="KSO_WM_TEMPLATE_CATEGORY" val="diagram"/>
  <p:tag name="KSO_WM_TEMPLATE_INDEX" val="790"/>
  <p:tag name="KSO_WM_UNIT_LAYERLEVEL" val="1_1_1"/>
  <p:tag name="KSO_WM_TAG_VERSION" val="1.0"/>
  <p:tag name="KSO_WM_BEAUTIFY_FLAG" val="#wm#"/>
  <p:tag name="KSO_WM_UNIT_TEXT_FILL_FORE_SCHEMECOLOR_INDEX" val="6"/>
  <p:tag name="KSO_WM_UNIT_TEXT_FILL_TYPE" val="1"/>
  <p:tag name="KSO_WM_UNIT_USESOURCEFORMAT_APPLY" val="1"/>
</p:tagLst>
</file>

<file path=ppt/tags/tag1326.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点击输入大标题"/>
  <p:tag name="KSO_WM_UNIT_NOCLEAR" val="0"/>
  <p:tag name="KSO_WM_UNIT_VALUE" val="13"/>
  <p:tag name="KSO_WM_UNIT_HIGHLIGHT" val="0"/>
  <p:tag name="KSO_WM_UNIT_COMPATIBLE" val="0"/>
  <p:tag name="KSO_WM_UNIT_DIAGRAM_ISNUMVISUAL" val="0"/>
  <p:tag name="KSO_WM_UNIT_DIAGRAM_ISREFERUNIT" val="0"/>
  <p:tag name="KSO_WM_UNIT_TYPE" val="a"/>
  <p:tag name="KSO_WM_UNIT_INDEX" val="1"/>
  <p:tag name="KSO_WM_UNIT_ID" val="diagram20202092_1*a*1"/>
  <p:tag name="KSO_WM_TEMPLATE_CATEGORY" val="diagram"/>
  <p:tag name="KSO_WM_TEMPLATE_INDEX" val="20202092"/>
  <p:tag name="KSO_WM_UNIT_LAYERLEVEL" val="1"/>
  <p:tag name="KSO_WM_TAG_VERSION" val="1.0"/>
  <p:tag name="KSO_WM_BEAUTIFY_FLAG" val="#wm#"/>
  <p:tag name="KSO_WM_UNIT_DEFAULT_FONT" val="32;40;4"/>
  <p:tag name="KSO_WM_UNIT_BLOCK" val="0"/>
  <p:tag name="KSO_WM_UNIT_ISNUMDGMTITLE" val="0"/>
  <p:tag name="KSO_WM_UNIT_PLACING_PICTURE_MD4" val="0"/>
  <p:tag name="KSO_WM_UNIT_SMARTLAYOUT_COMPRESS_INFO" val="{&#10;    &quot;id&quot;: &quot;2020-03-30T16:02:42&quot;,&#10;    &quot;max&quot;: 0,&#10;    &quot;topChanged&quot;: 0&#10;}&#10;"/>
  <p:tag name="KSO_WM_UNIT_TEXT_FILL_FORE_SCHEMECOLOR_INDEX_BRIGHTNESS" val="0.25"/>
  <p:tag name="KSO_WM_UNIT_TEXT_FILL_FORE_SCHEMECOLOR_INDEX" val="13"/>
  <p:tag name="KSO_WM_UNIT_TEXT_FILL_TYPE" val="1"/>
</p:tagLst>
</file>

<file path=ppt/tags/tag13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2"/>
  <p:tag name="KSO_WM_UNIT_LAYERLEVEL" val="1"/>
  <p:tag name="KSO_WM_TAG_VERSION" val="1.0"/>
  <p:tag name="KSO_WM_BEAUTIFY_FLAG" val="#wm#"/>
  <p:tag name="KSO_WM_SLIDE_BACKGROUND_TYPE" val="bottomTop"/>
  <p:tag name="KSO_WM_SLIDE_BK_DARK_LIGHT" val="2"/>
  <p:tag name="KSO_WM_UNIT_TYPE" val="i"/>
  <p:tag name="KSO_WM_UNIT_INDEX" val="2"/>
  <p:tag name="KSO_WM_UNIT_FILL_TYPE" val="1"/>
  <p:tag name="KSO_WM_UNIT_TEXT_FILL_FORE_SCHEMECOLOR_INDEX_BRIGHTNESS" val="0"/>
  <p:tag name="KSO_WM_UNIT_TEXT_FILL_FORE_SCHEMECOLOR_INDEX" val="13"/>
  <p:tag name="KSO_WM_UNIT_TEXT_FILL_TYPE" val="1"/>
</p:tagLst>
</file>

<file path=ppt/tags/tag13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3"/>
  <p:tag name="KSO_WM_UNIT_LAYERLEVEL" val="1"/>
  <p:tag name="KSO_WM_TAG_VERSION" val="1.0"/>
  <p:tag name="KSO_WM_BEAUTIFY_FLAG" val="#wm#"/>
  <p:tag name="KSO_WM_SLIDE_BACKGROUND_TYPE" val="bottomTop"/>
  <p:tag name="KSO_WM_SLIDE_BK_DARK_LIGHT" val="2"/>
  <p:tag name="KSO_WM_UNIT_TYPE" val="i"/>
  <p:tag name="KSO_WM_UNIT_INDEX" val="3"/>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3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5"/>
  <p:tag name="KSO_WM_UNIT_LAYERLEVEL" val="1"/>
  <p:tag name="KSO_WM_TAG_VERSION" val="1.0"/>
  <p:tag name="KSO_WM_BEAUTIFY_FLAG" val="#wm#"/>
  <p:tag name="KSO_WM_SLIDE_BACKGROUND_TYPE" val="bottomTop"/>
  <p:tag name="KSO_WM_SLIDE_BK_DARK_LIGHT" val="2"/>
  <p:tag name="KSO_WM_UNIT_TYPE" val="i"/>
  <p:tag name="KSO_WM_UNIT_INDEX" val="5"/>
  <p:tag name="KSO_WM_UNIT_FILL_TYPE" val="1"/>
  <p:tag name="KSO_WM_UNIT_TEXT_FILL_FORE_SCHEMECOLOR_INDEX_BRIGHTNESS" val="0"/>
  <p:tag name="KSO_WM_UNIT_TEXT_FILL_FORE_SCHEMECOLOR_INDEX" val="13"/>
  <p:tag name="KSO_WM_UNIT_TEXT_FILL_TYPE" val="1"/>
</p:tagLst>
</file>

<file path=ppt/tags/tag13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4"/>
  <p:tag name="KSO_WM_UNIT_LAYERLEVEL" val="1"/>
  <p:tag name="KSO_WM_TAG_VERSION" val="1.0"/>
  <p:tag name="KSO_WM_BEAUTIFY_FLAG" val="#wm#"/>
  <p:tag name="KSO_WM_SLIDE_BACKGROUND_TYPE" val="bottomTop"/>
  <p:tag name="KSO_WM_SLIDE_BK_DARK_LIGHT" val="2"/>
  <p:tag name="KSO_WM_UNIT_TYPE" val="i"/>
  <p:tag name="KSO_WM_UNIT_INDEX" val="4"/>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3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6"/>
  <p:tag name="KSO_WM_UNIT_LAYERLEVEL" val="1"/>
  <p:tag name="KSO_WM_TAG_VERSION" val="1.0"/>
  <p:tag name="KSO_WM_BEAUTIFY_FLAG" val="#wm#"/>
  <p:tag name="KSO_WM_SLIDE_BACKGROUND_TYPE" val="bottomTop"/>
  <p:tag name="KSO_WM_SLIDE_BK_DARK_LIGHT" val="2"/>
  <p:tag name="KSO_WM_UNIT_TYPE" val="i"/>
  <p:tag name="KSO_WM_UNIT_INDEX" val="6"/>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Lst>
</file>

<file path=ppt/tags/tag13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7"/>
  <p:tag name="KSO_WM_UNIT_LAYERLEVEL" val="1"/>
  <p:tag name="KSO_WM_TAG_VERSION" val="1.0"/>
  <p:tag name="KSO_WM_BEAUTIFY_FLAG" val="#wm#"/>
  <p:tag name="KSO_WM_SLIDE_BACKGROUND_TYPE" val="bottomTop"/>
  <p:tag name="KSO_WM_SLIDE_BK_DARK_LIGHT" val="2"/>
  <p:tag name="KSO_WM_UNIT_TYPE" val="i"/>
  <p:tag name="KSO_WM_UNIT_INDEX" val="7"/>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13"/>
  <p:tag name="KSO_WM_UNIT_TEXT_FILL_TYPE" val="1"/>
</p:tagLst>
</file>

<file path=ppt/tags/tag133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2305"/>
  <p:tag name="KSO_WM_SLIDE_ID" val="diagram20202305_1"/>
  <p:tag name="KSO_WM_TEMPLATE_SUBCATEGORY" val="11"/>
  <p:tag name="KSO_WM_SLIDE_TYPE" val="text"/>
  <p:tag name="KSO_WM_SLIDE_SUBTYPE" val="pureTxt"/>
  <p:tag name="KSO_WM_SLIDE_ITEM_CNT" val="0"/>
  <p:tag name="KSO_WM_SLIDE_INDEX" val="1"/>
  <p:tag name="KSO_WM_SLIDE_SIZE" val="960*494"/>
  <p:tag name="KSO_WM_SLIDE_POSITION" val="0*47"/>
  <p:tag name="KSO_WM_TAG_VERSION" val="1.0"/>
  <p:tag name="KSO_WM_SLIDE_LAYOUT" val="a_f_i"/>
  <p:tag name="KSO_WM_SLIDE_LAYOUT_CNT" val="1_1_1"/>
  <p:tag name="KSO_WM_TEMPLATE_MASTER_TYPE" val="0"/>
  <p:tag name="KSO_WM_TEMPLATE_COLOR_TYPE" val="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id&quot;: &quot;2020-03-30T16:07:07&quot;,&#10;    &quot;maxSize&quot;: {&#10;        &quot;size1&quot;: 22.600000000000001&#10;    },&#10;    &quot;minSize&quot;: {&#10;        &quot;size1&quot;: 22.600000000000001&#10;    },&#10;    &quot;normalSize&quot;: {&#10;        &quot;size1&quot;: 22.600000000000001&#10;    },&#10;    &quot;subLayout&quot;: [&#10;        {&#10;            &quot;id&quot;: &quot;2020-03-30T16:07:07&quot;,&#10;            &quot;margin&quot;: {&#10;                &quot;bottom&quot;: 0.82400000095367432,&#10;                &quot;left&quot;: 1.2699999809265137,&#10;                &quot;right&quot;: 1.2699999809265137,&#10;                &quot;top&quot;: 1.690000057220459&#10;            },&#10;            &quot;type&quot;: 0&#10;        },&#10;        {&#10;            &quot;backgroundInfo&quot;: [&#10;                {&#10;                    &quot;bottom&quot;: 0,&#10;                    &quot;bottomAbs&quot;: false,&#10;                    &quot;left&quot;: 0,&#10;                    &quot;leftAbs&quot;: false,&#10;                    &quot;right&quot;: 0,&#10;                    &quot;rightAbs&quot;: false,&#10;                    &quot;top&quot;: 0.30275765100000002,&#10;                    &quot;topAbs&quot;: false,&#10;                    &quot;type&quot;: &quot;topBottom&quot;&#10;                }&#10;            ],&#10;            &quot;id&quot;: &quot;2020-03-30T16:07:07&quot;,&#10;            &quot;margin&quot;: {&#10;                &quot;bottom&quot;: 2.5399999618530273,&#10;                &quot;left&quot;: 2.119999885559082,&#10;                &quot;right&quot;: 2.119999885559082,&#10;                &quot;top&quot;: 0.87599998712539673&#10;            },&#10;            &quot;type&quot;: 0&#10;        }&#10;    ],&#10;    &quot;type&quot;: 0&#10;}&#10;"/>
  <p:tag name="KSO_WM_SLIDE_CAN_ADD_NAVIGATION" val="1"/>
  <p:tag name="KSO_WM_SLIDE_BACKGROUND" val="[&quot;general&quot;,&quot;topBottom&quot;]"/>
  <p:tag name="KSO_WM_SLIDE_RATIO" val="1.777778"/>
  <p:tag name="KSO_WM_SLIDE_BK_DARK_LIGHT" val="2"/>
  <p:tag name="KSO_WM_SLIDE_BACKGROUND_TYPE" val="topBottom"/>
</p:tagLst>
</file>

<file path=ppt/tags/tag13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2"/>
  <p:tag name="KSO_WM_UNIT_LAYERLEVEL" val="1"/>
  <p:tag name="KSO_WM_TAG_VERSION" val="1.0"/>
  <p:tag name="KSO_WM_BEAUTIFY_FLAG" val="#wm#"/>
  <p:tag name="KSO_WM_SLIDE_BACKGROUND_TYPE" val="topBottom"/>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335.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UNIT_TYPE" val="i"/>
</p:tagLst>
</file>

<file path=ppt/tags/tag13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2305_1*i*4"/>
  <p:tag name="KSO_WM_TEMPLATE_CATEGORY" val="diagram"/>
  <p:tag name="KSO_WM_TEMPLATE_INDEX" val="20202305"/>
  <p:tag name="KSO_WM_UNIT_LAYERLEVEL" val="1"/>
  <p:tag name="KSO_WM_TAG_VERSION" val="1.0"/>
  <p:tag name="KSO_WM_BEAUTIFY_FLAG" val="#wm#"/>
  <p:tag name="KSO_WM_UNIT_BLOCK" val="0"/>
  <p:tag name="KSO_WM_UNIT_SM_LIMIT_TYPE" val="2"/>
  <p:tag name="KSO_WM_UNIT_DECORATE_INFO" val="{&quot;DecorateInfoX&quot;:{&quot;IsLeft&quot;:true,&quot;IsRight&quot;:false,&quot;IsAbs&quot;:true},&quot;DecorateInfoY&quot;:{&quot;IsTop&quot;:true,&quot;IsBottom&quot;:false,&quot;IsAbs&quot;:true}}"/>
  <p:tag name="KSO_WM_UNIT_PLACING_PICTURE_MD4" val="0"/>
  <p:tag name="KSO_WM_UNIT_FILL_FORE_SCHEMECOLOR_INDEX_BRIGHTNESS" val="0"/>
  <p:tag name="KSO_WM_UNIT_FILL_FORE_SCHEMECOLOR_INDEX" val="14"/>
  <p:tag name="KSO_WM_UNIT_FILL_TYPE" val="1"/>
  <p:tag name="KSO_WM_UNIT_SHADOW_SCHEMECOLOR_INDEX_BRIGHTNESS" val="0"/>
  <p:tag name="KSO_WM_UNIT_SHADOW_SCHEMECOLOR_INDEX" val="13"/>
  <p:tag name="KSO_WM_UNIT_TEXT_FILL_TYPE" val="1"/>
</p:tagLst>
</file>

<file path=ppt/tags/tag1337.xml><?xml version="1.0" encoding="utf-8"?>
<p:tagLst xmlns:a="http://schemas.openxmlformats.org/drawingml/2006/main" xmlns:r="http://schemas.openxmlformats.org/officeDocument/2006/relationships" xmlns:p="http://schemas.openxmlformats.org/presentationml/2006/main">
  <p:tag name="KSO_WM_UNIT_PRESET_TEXT" val="我们是致力于研究AI智能创作PPT的一个团队;我们潜心钻研幻灯片的演示规律与创作思路，希望通过人工智能解放用户双手，不仅高效，且精准。&#10;我们拥有金山办公软件30年的技术积累，以及一支富有研究精神，匠心做事的团队。"/>
  <p:tag name="KSO_WM_UNIT_NOCLEAR" val="0"/>
  <p:tag name="KSO_WM_UNIT_VALUE" val="564"/>
  <p:tag name="KSO_WM_UNIT_HIGHLIGHT" val="0"/>
  <p:tag name="KSO_WM_UNIT_COMPATIBLE" val="0"/>
  <p:tag name="KSO_WM_UNIT_DIAGRAM_ISNUMVISUAL" val="0"/>
  <p:tag name="KSO_WM_UNIT_DIAGRAM_ISREFERUNIT" val="0"/>
  <p:tag name="KSO_WM_UNIT_TYPE" val="f"/>
  <p:tag name="KSO_WM_UNIT_INDEX" val="1"/>
  <p:tag name="KSO_WM_UNIT_ID" val="diagram20202305_1*f*1"/>
  <p:tag name="KSO_WM_TEMPLATE_CATEGORY" val="diagram"/>
  <p:tag name="KSO_WM_TEMPLATE_INDEX" val="20202305"/>
  <p:tag name="KSO_WM_UNIT_LAYERLEVEL" val="1"/>
  <p:tag name="KSO_WM_TAG_VERSION" val="1.0"/>
  <p:tag name="KSO_WM_BEAUTIFY_FLAG" val="#wm#"/>
  <p:tag name="KSO_WM_UNIT_DEFAULT_FONT" val="16;24;2"/>
  <p:tag name="KSO_WM_UNIT_BLOCK" val="0"/>
  <p:tag name="KSO_WM_UNIT_SM_LIMIT_TYPE" val="1"/>
  <p:tag name="KSO_WM_UNIT_PLACING_PICTURE_MD4" val="0"/>
  <p:tag name="KSO_WM_UNIT_SMARTLAYOUT_COMPRESS_INFO" val="{&#10;    &quot;id&quot;: &quot;2020-03-30T16:07:07&quot;,&#10;    &quot;max&quot;: 11.433070866141719,&#10;    &quot;topChanged&quot;: 4.1925871185522654&#10;}&#10;"/>
  <p:tag name="KSO_WM_UNIT_TEXT_FILL_FORE_SCHEMECOLOR_INDEX_BRIGHTNESS" val="0.35"/>
  <p:tag name="KSO_WM_UNIT_TEXT_FILL_FORE_SCHEMECOLOR_INDEX" val="13"/>
  <p:tag name="KSO_WM_UNIT_TEXT_FILL_TYPE" val="1"/>
</p:tagLst>
</file>

<file path=ppt/tags/tag13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2305_1*i*3"/>
  <p:tag name="KSO_WM_TEMPLATE_CATEGORY" val="diagram"/>
  <p:tag name="KSO_WM_TEMPLATE_INDEX" val="20202305"/>
  <p:tag name="KSO_WM_UNIT_LAYERLEVEL" val="1"/>
  <p:tag name="KSO_WM_TAG_VERSION" val="1.0"/>
  <p:tag name="KSO_WM_BEAUTIFY_FLAG" val="#wm#"/>
  <p:tag name="KSO_WM_UNIT_SM_LIMIT_TYPE" val="1"/>
  <p:tag name="KSO_WM_UNIT_PLACING_PICTURE_MD4" val="0"/>
  <p:tag name="KSO_WM_UNIT_FILL_FORE_SCHEMECOLOR_INDEX_BRIGHTNESS" val="0"/>
  <p:tag name="KSO_WM_UNIT_FILL_FORE_SCHEMECOLOR_INDEX" val="5"/>
  <p:tag name="KSO_WM_UNIT_FILL_TYPE" val="1"/>
  <p:tag name="KSO_WM_UNIT_TEXT_FILL_TYPE" val="1"/>
</p:tagLst>
</file>

<file path=ppt/tags/tag13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2305_1*i*1"/>
  <p:tag name="KSO_WM_TEMPLATE_CATEGORY" val="diagram"/>
  <p:tag name="KSO_WM_TEMPLATE_INDEX" val="20202305"/>
  <p:tag name="KSO_WM_UNIT_LAYERLEVEL" val="1"/>
  <p:tag name="KSO_WM_TAG_VERSION" val="1.0"/>
  <p:tag name="KSO_WM_BEAUTIFY_FLAG" val="#wm#"/>
  <p:tag name="KSO_WM_UNIT_TYPE" val="i"/>
  <p:tag name="KSO_WM_UNIT_INDEX" val="1"/>
  <p:tag name="KSO_WM_UNIT_BLOCK" val="0"/>
  <p:tag name="KSO_WM_UNIT_SM_LIMIT_TYPE" val="1"/>
  <p:tag name="KSO_WM_UNIT_PLACING_PICTURE_MD4" val="0"/>
  <p:tag name="KSO_WM_UNIT_FILL_FORE_SCHEMECOLOR_INDEX_BRIGHTNESS" val="0"/>
  <p:tag name="KSO_WM_UNIT_FILL_FORE_SCHEMECOLOR_INDEX" val="5"/>
  <p:tag name="KSO_WM_UNIT_FILL_TYPE" val="1"/>
  <p:tag name="KSO_WM_UNIT_TEXT_FILL_TYPE" val="1"/>
</p:tagLst>
</file>

<file path=ppt/tags/tag13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2305_1*a*1"/>
  <p:tag name="KSO_WM_TEMPLATE_CATEGORY" val="diagram"/>
  <p:tag name="KSO_WM_TEMPLATE_INDEX" val="20202305"/>
  <p:tag name="KSO_WM_UNIT_LAYERLEVEL" val="1"/>
  <p:tag name="KSO_WM_TAG_VERSION" val="1.0"/>
  <p:tag name="KSO_WM_BEAUTIFY_FLAG" val="#wm#"/>
  <p:tag name="KSO_WM_UNIT_ISCONTENTSTITLE" val="0"/>
  <p:tag name="KSO_WM_UNIT_PRESET_TEXT" val="WPS-极墨产品部"/>
  <p:tag name="KSO_WM_UNIT_NOCLEAR" val="0"/>
  <p:tag name="KSO_WM_UNIT_VALUE" val="26"/>
  <p:tag name="KSO_WM_UNIT_TYPE" val="a"/>
  <p:tag name="KSO_WM_UNIT_INDEX" val="1"/>
  <p:tag name="KSO_WM_UNIT_DEFAULT_FONT" val="32;36;4"/>
  <p:tag name="KSO_WM_UNIT_BLOCK" val="1"/>
  <p:tag name="KSO_WM_UNIT_SM_LIMIT_TYPE" val="1"/>
  <p:tag name="KSO_WM_UNIT_ISNUMDGMTITLE" val="0"/>
  <p:tag name="KSO_WM_UNIT_PLACING_PICTURE_MD4" val="0"/>
  <p:tag name="KSO_WM_UNIT_TEXT_FILL_FORE_SCHEMECOLOR_INDEX_BRIGHTNESS" val="0.25"/>
  <p:tag name="KSO_WM_UNIT_TEXT_FILL_FORE_SCHEMECOLOR_INDEX" val="13"/>
  <p:tag name="KSO_WM_UNIT_TEXT_FILL_TYPE" val="1"/>
</p:tagLst>
</file>

<file path=ppt/tags/tag1341.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342.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34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2924"/>
  <p:tag name="KSO_WM_SLIDE_ID" val="diagram20202924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27*539"/>
  <p:tag name="KSO_WM_SLIDE_POSITION" val="0*0"/>
  <p:tag name="KSO_WM_TAG_VERSION" val="1.0"/>
  <p:tag name="KSO_WM_SLIDE_LAYOUT" val="a_f"/>
  <p:tag name="KSO_WM_SLIDE_LAYOUT_CNT" val="1_1"/>
  <p:tag name="KSO_WM_SLIDE_BK_DARK_LIGHT" val="2"/>
  <p:tag name="KSO_WM_SLIDE_BACKGROUND_TYPE" val="general"/>
</p:tagLst>
</file>

<file path=ppt/tags/tag13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2924_1*i*4"/>
  <p:tag name="KSO_WM_TEMPLATE_CATEGORY" val="diagram"/>
  <p:tag name="KSO_WM_TEMPLATE_INDEX" val="20202924"/>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TYPE" val="1"/>
</p:tagLst>
</file>

<file path=ppt/tags/tag1345.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户外拓展训练通常利用崇山峻岭、翰海大川等自然环境，通过精心设计的活动达到&quot;磨练意志、陶冶情操、完善人格、熔炼团队&quot;的拓展培训目的。"/>
  <p:tag name="KSO_WM_UNIT_NOCLEAR" val="0"/>
  <p:tag name="KSO_WM_UNIT_VALUE" val="170"/>
  <p:tag name="KSO_WM_UNIT_HIGHLIGHT" val="0"/>
  <p:tag name="KSO_WM_UNIT_COMPATIBLE" val="0"/>
  <p:tag name="KSO_WM_UNIT_DIAGRAM_ISNUMVISUAL" val="0"/>
  <p:tag name="KSO_WM_UNIT_DIAGRAM_ISREFERUNIT" val="0"/>
  <p:tag name="KSO_WM_UNIT_TYPE" val="f"/>
  <p:tag name="KSO_WM_UNIT_INDEX" val="1"/>
  <p:tag name="KSO_WM_UNIT_ID" val="diagram20202924_1*f*1"/>
  <p:tag name="KSO_WM_TEMPLATE_CATEGORY" val="diagram"/>
  <p:tag name="KSO_WM_TEMPLATE_INDEX" val="20202924"/>
  <p:tag name="KSO_WM_UNIT_LAYERLEVEL" val="1"/>
  <p:tag name="KSO_WM_TAG_VERSION" val="1.0"/>
  <p:tag name="KSO_WM_BEAUTIFY_FLAG" val="#wm#"/>
  <p:tag name="KSO_WM_UNIT_TEXT_FILL_FORE_SCHEMECOLOR_INDEX_BRIGHTNESS" val="0.25"/>
  <p:tag name="KSO_WM_UNIT_TEXT_FILL_FORE_SCHEMECOLOR_INDEX" val="13"/>
  <p:tag name="KSO_WM_UNIT_TEXT_FILL_TYPE" val="1"/>
</p:tagLst>
</file>

<file path=ppt/tags/tag13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2924_1*i*1"/>
  <p:tag name="KSO_WM_TEMPLATE_CATEGORY" val="diagram"/>
  <p:tag name="KSO_WM_TEMPLATE_INDEX" val="20202924"/>
  <p:tag name="KSO_WM_UNIT_LAYERLEVEL" val="1"/>
  <p:tag name="KSO_WM_TAG_VERSION" val="1.0"/>
  <p:tag name="KSO_WM_BEAUTIFY_FLAG" val="#wm#"/>
  <p:tag name="KSO_WM_UNIT_FILL_FORE_SCHEMECOLOR_INDEX_BRIGHTNESS" val="0.8"/>
  <p:tag name="KSO_WM_UNIT_FILL_FORE_SCHEMECOLOR_INDEX" val="5"/>
  <p:tag name="KSO_WM_UNIT_FILL_TYPE" val="1"/>
  <p:tag name="KSO_WM_UNIT_TEXT_FILL_TYPE" val="1"/>
</p:tagLst>
</file>

<file path=ppt/tags/tag13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2924_1*i*2"/>
  <p:tag name="KSO_WM_TEMPLATE_CATEGORY" val="diagram"/>
  <p:tag name="KSO_WM_TEMPLATE_INDEX" val="20202924"/>
  <p:tag name="KSO_WM_UNIT_LAYERLEVEL" val="1"/>
  <p:tag name="KSO_WM_TAG_VERSION" val="1.0"/>
  <p:tag name="KSO_WM_BEAUTIFY_FLAG" val="#wm#"/>
  <p:tag name="KSO_WM_UNIT_FILL_FORE_SCHEMECOLOR_INDEX_BRIGHTNESS" val="0.8"/>
  <p:tag name="KSO_WM_UNIT_FILL_FORE_SCHEMECOLOR_INDEX" val="5"/>
  <p:tag name="KSO_WM_UNIT_FILL_TYPE" val="1"/>
  <p:tag name="KSO_WM_UNIT_TEXT_FILL_TYPE" val="1"/>
</p:tagLst>
</file>

<file path=ppt/tags/tag13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2924_1*i*3"/>
  <p:tag name="KSO_WM_TEMPLATE_CATEGORY" val="diagram"/>
  <p:tag name="KSO_WM_TEMPLATE_INDEX" val="20202924"/>
  <p:tag name="KSO_WM_UNIT_LAYERLEVEL" val="1"/>
  <p:tag name="KSO_WM_TAG_VERSION" val="1.0"/>
  <p:tag name="KSO_WM_BEAUTIFY_FLAG" val="#wm#"/>
  <p:tag name="KSO_WM_UNIT_FILL_FORE_SCHEMECOLOR_INDEX_BRIGHTNESS" val="0.8"/>
  <p:tag name="KSO_WM_UNIT_FILL_FORE_SCHEMECOLOR_INDEX" val="5"/>
  <p:tag name="KSO_WM_UNIT_FILL_TYPE" val="1"/>
  <p:tag name="KSO_WM_UNIT_TEXT_FILL_TYPE" val="1"/>
</p:tagLst>
</file>

<file path=ppt/tags/tag1349.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户外拓展训练目的"/>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diagram20202924_1*a*1"/>
  <p:tag name="KSO_WM_TEMPLATE_CATEGORY" val="diagram"/>
  <p:tag name="KSO_WM_TEMPLATE_INDEX" val="20202924"/>
  <p:tag name="KSO_WM_UNIT_LAYERLEVEL" val="1"/>
  <p:tag name="KSO_WM_TAG_VERSION" val="1.0"/>
  <p:tag name="KSO_WM_BEAUTIFY_FLAG" val="#wm#"/>
  <p:tag name="KSO_WM_UNIT_TEXT_FILL_FORE_SCHEMECOLOR_INDEX_BRIGHTNESS" val="0.25"/>
  <p:tag name="KSO_WM_UNIT_TEXT_FILL_FORE_SCHEMECOLOR_INDEX" val="13"/>
  <p:tag name="KSO_WM_UNIT_TEXT_FILL_TYPE" val="1"/>
</p:tagLst>
</file>

<file path=ppt/tags/tag135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0321"/>
  <p:tag name="KSO_WM_SLIDE_ID" val="diagram20200321_1"/>
  <p:tag name="KSO_WM_TEMPLATE_SUBCATEGORY" val="11"/>
  <p:tag name="KSO_WM_SLIDE_ITEM_CNT" val="0"/>
  <p:tag name="KSO_WM_SLIDE_INDEX" val="1"/>
  <p:tag name="KSO_WM_TAG_VERSION" val="1.0"/>
  <p:tag name="KSO_WM_SLIDE_LAYOUT" val="a_d_f"/>
  <p:tag name="KSO_WM_SLIDE_LAYOUT_CNT" val="1_1_1"/>
  <p:tag name="KSO_WM_SLIDE_TYPE" val="text"/>
  <p:tag name="KSO_WM_SLIDE_SUBTYPE" val="picTxt"/>
  <p:tag name="KSO_WM_SLIDE_SIZE" val="866*458"/>
  <p:tag name="KSO_WM_SLIDE_POSITION" val="47*34"/>
  <p:tag name="KSO_WM_TEMPLATE_MASTER_TYPE" val="0"/>
  <p:tag name="KSO_WM_TEMPLATE_COLOR_TYPE" val="1"/>
  <p:tag name="KSO_WM_UNIT_SHOW_EDIT_AREA_INDICATION" val="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id&quot;: &quot;2020-03-30T16:11:30&quot;,&#10;    &quot;maxSize&quot;: {&#10;        &quot;size1&quot;: 32.799999999999997&#10;    },&#10;    &quot;minSize&quot;: {&#10;        &quot;size1&quot;: 24.600000000000001&#10;    },&#10;    &quot;normalSize&quot;: {&#10;        &quot;size1&quot;: 25.054320987654322&#10;    },&#10;    &quot;subLayout&quot;: [&#10;        {&#10;            &quot;horizontalAlign&quot;: 0,&#10;            &quot;id&quot;: &quot;2020-03-30T16:11:30&quot;,&#10;            &quot;margin&quot;: {&#10;                &quot;bottom&quot;: 1.2439998388290405,&#10;                &quot;left&quot;: 1.690000057220459,&#10;                &quot;right&quot;: 1.690000057220459,&#10;                &quot;top&quot;: 1.690000057220459&#10;            },&#10;            &quot;type&quot;: 0,&#10;            &quot;verticalAlign&quot;: 1&#10;        },&#10;        {&#10;            &quot;backgroundInfo&quot;: [&#10;                {&#10;                    &quot;bottom&quot;: 0.058357569999999998,&#10;                    &quot;bottomAbs&quot;: false,&#10;                    &quot;left&quot;: 0,&#10;                    &quot;leftAbs&quot;: false,&#10;                    &quot;right&quot;: 0,&#10;                    &quot;rightAbs&quot;: false,&#10;                    &quot;top&quot;: -0.058357569999999998,&#10;                    &quot;topAbs&quot;: false,&#10;                    &quot;type&quot;: &quot;bottomTop&quot;&#10;                }&#10;            ],&#10;            &quot;direction&quot;: 1,&#10;            &quot;id&quot;: &quot;2020-03-30T16:11:30&quot;,&#10;            &quot;maxSize&quot;: {&#10;                &quot;size1&quot;: 68.099999999999994&#10;            },&#10;            &quot;minSize&quot;: {&#10;                &quot;size1&quot;: 36.200000000000003&#10;            },&#10;            &quot;normalSize&quot;: {&#10;                &quot;size1&quot;: 56.537500000000001&#10;            },&#10;            &quot;subLayout&quot;: [&#10;                {&#10;                    &quot;horizontalAlign&quot;: 0,&#10;                    &quot;id&quot;: &quot;2020-03-30T16:11:30&quot;,&#10;                    &quot;margin&quot;: {&#10;                        &quot;bottom&quot;: 1.690000057220459,&#10;                        &quot;left&quot;: 1.7029999494552612,&#10;                        &quot;right&quot;: 1.034000039100647,&#10;                        &quot;top&quot;: 0.026000002399086952&#10;                    },&#10;                    &quot;marginOverLayout&quot;: {&#10;                        &quot;bottom&quot;: 1.690000057220459,&#10;                        &quot;left&quot;: 1.7029999494552612,&#10;                        &quot;right&quot;: 1.034000039100647,&#10;                        &quot;top&quot;: 0.026000002399086952&#10;                    },&#10;                    &quot;type&quot;: 1,&#10;                    &quot;verticalAlign&quot;: 1&#10;                },&#10;                {&#10;                    &quot;horizontalAlign&quot;: 0,&#10;                    &quot;id&quot;: &quot;2020-03-30T16:11:30&quot;,&#10;                    &quot;margin&quot;: {&#10;                        &quot;bottom&quot;: 1.690000057220459,&#10;                        &quot;left&quot;: 0.026000002399086952,&#10;                        &quot;right&quot;: 1.690000057220459,&#10;                        &quot;top&quot;: 0.026000002399086952&#10;                    },&#10;                    &quot;type&quot;: 0,&#10;                    &quot;verticalAlign&quot;: 1&#10;                }&#10;            ],&#10;            &quot;type&quot;: 0&#10;        }&#10;    ],&#10;    &quot;type&quot;: 1&#10;}&#10;"/>
  <p:tag name="KSO_WM_SLIDE_CAN_ADD_NAVIGATION" val="1"/>
  <p:tag name="KSO_WM_SLIDE_BACKGROUND" val="[&quot;general&quot;,&quot;frame&quot;,&quot;bottomTop&quot;]"/>
  <p:tag name="KSO_WM_SLIDE_RATIO" val="1.777778"/>
  <p:tag name="KSO_WM_SLIDE_BK_DARK_LIGHT" val="2"/>
  <p:tag name="KSO_WM_SLIDE_BACKGROUND_TYPE" val="bottomTop"/>
</p:tagLst>
</file>

<file path=ppt/tags/tag1351.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UNIT_TYPE" val="i"/>
</p:tagLst>
</file>

<file path=ppt/tags/tag13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 name="KSO_WM_SLIDE_BACKGROUND_TYPE" val="bottomTop"/>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353.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点击输入大标题"/>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200321_1*a*1"/>
  <p:tag name="KSO_WM_TEMPLATE_CATEGORY" val="diagram"/>
  <p:tag name="KSO_WM_TEMPLATE_INDEX" val="20200321"/>
  <p:tag name="KSO_WM_UNIT_LAYERLEVEL" val="1"/>
  <p:tag name="KSO_WM_TAG_VERSION" val="1.0"/>
  <p:tag name="KSO_WM_BEAUTIFY_FLAG" val="#wm#"/>
  <p:tag name="KSO_WM_UNIT_ISNUMDGMTITLE" val="0"/>
  <p:tag name="KSO_WM_UNIT_SHOW_EDIT_AREA_INDICATION" val="1"/>
  <p:tag name="KSO_WM_UNIT_PLACING_PICTURE_MD4" val="0"/>
  <p:tag name="KSO_WM_UNIT_DEFAULT_FONT" val="32;36;4"/>
  <p:tag name="KSO_WM_UNIT_BLOCK" val="0"/>
  <p:tag name="KSO_WM_UNIT_SM_LIMIT_TYPE" val="1"/>
  <p:tag name="KSO_WM_UNIT_SMARTLAYOUT_COMPRESS_INFO" val="{&#10;    &quot;id&quot;: &quot;2020-03-30T16:11:30&quot;,&#10;    &quot;max&quot;: 0,&#10;    &quot;parentMax&quot;: {&#10;        &quot;max&quot;: 1.8399999999999963&#10;    },&#10;    &quot;topChanged&quot;: 0&#10;}&#10;"/>
  <p:tag name="KSO_WM_UNIT_TEXT_FILL_FORE_SCHEMECOLOR_INDEX_BRIGHTNESS" val="0.25"/>
  <p:tag name="KSO_WM_UNIT_TEXT_FILL_FORE_SCHEMECOLOR_INDEX" val="13"/>
  <p:tag name="KSO_WM_UNIT_TEXT_FILL_TYPE" val="1"/>
</p:tagLst>
</file>

<file path=ppt/tags/tag1354.xml><?xml version="1.0" encoding="utf-8"?>
<p:tagLst xmlns:a="http://schemas.openxmlformats.org/drawingml/2006/main" xmlns:r="http://schemas.openxmlformats.org/officeDocument/2006/relationships" xmlns:p="http://schemas.openxmlformats.org/presentationml/2006/main">
  <p:tag name="KSO_WM_UNIT_VALUE" val="1266*2031"/>
  <p:tag name="KSO_WM_UNIT_HIGHLIGHT" val="0"/>
  <p:tag name="KSO_WM_UNIT_COMPATIBLE" val="0"/>
  <p:tag name="KSO_WM_UNIT_DIAGRAM_ISNUMVISUAL" val="0"/>
  <p:tag name="KSO_WM_UNIT_DIAGRAM_ISREFERUNIT" val="0"/>
  <p:tag name="KSO_WM_UNIT_TYPE" val="d"/>
  <p:tag name="KSO_WM_UNIT_INDEX" val="1"/>
  <p:tag name="KSO_WM_UNIT_ID" val="diagram20200321_1*d*1"/>
  <p:tag name="KSO_WM_TEMPLATE_CATEGORY" val="diagram"/>
  <p:tag name="KSO_WM_TEMPLATE_INDEX" val="20200321"/>
  <p:tag name="KSO_WM_UNIT_LAYERLEVEL" val="1"/>
  <p:tag name="KSO_WM_TAG_VERSION" val="1.0"/>
  <p:tag name="KSO_WM_BEAUTIFY_FLAG" val="#wm#"/>
  <p:tag name="KSO_WM_UNIT_PLACING_PICTURE_INFO" val="{&quot;code&quot;:&quot;[1]&quot;,&quot;full_picture&quot;:false,&quot;last_crop_picture&quot;:&quot;[1]&quot;,&quot;scheme&quot;:&quot;1-1&quot;,&quot;spacing&quot;:6}"/>
  <p:tag name="KSO_WM_UNIT_SUPPORT_UNIT_TYPE" val="[&quot;all&quot;]"/>
  <p:tag name="KSO_WM_UNIT_PLACING_PICTURE_USER_VIEWPORT" val="{&quot;height&quot;:7185.3102362204727,&quot;width&quot;:11522.322834645669}"/>
  <p:tag name="KSO_WM_UNIT_PLACING_PICTURE_USER_RELATIVERECTANGLE" val="{&quot;bottom&quot;:0.00017000000000000001,&quot;left&quot;:0,&quot;right&quot;:0,&quot;top&quot;:0.00017000000000000001}"/>
  <p:tag name="KSO_WM_UNIT_PLACING_PICTURE_COLLAGE_RELATIVERECTANGLE" val="{&quot;bottom&quot;:0.00016999999999998112,&quot;left&quot;:0,&quot;right&quot;:0,&quot;top&quot;:0.00016999999999998112}"/>
  <p:tag name="KSO_WM_UNIT_PLACING_PICTURE_COLLAGE_VIEWPORT" val="{&quot;height&quot;:7185.3102362204736,&quot;width&quot;:11522.322834645671}"/>
  <p:tag name="KSO_WM_UNIT_PLACING_PICTURE_MD4" val="0"/>
  <p:tag name="KSO_WM_UNIT_BLOCK" val="0"/>
  <p:tag name="KSO_WM_UNIT_PLACING_PICTURE" val="43839.6939084144"/>
  <p:tag name="REFSHAPE" val="-1892897820"/>
</p:tagLst>
</file>

<file path=ppt/tags/tag1355.xml><?xml version="1.0" encoding="utf-8"?>
<p:tagLst xmlns:a="http://schemas.openxmlformats.org/drawingml/2006/main" xmlns:r="http://schemas.openxmlformats.org/officeDocument/2006/relationships" xmlns:p="http://schemas.openxmlformats.org/presentationml/2006/main">
  <p:tag name="KSO_WM_UNIT_PRESET_TEXT" val="点击输入正文"/>
  <p:tag name="KSO_WM_UNIT_NOCLEAR" val="0"/>
  <p:tag name="KSO_WM_UNIT_VALUE" val="154"/>
  <p:tag name="KSO_WM_UNIT_HIGHLIGHT" val="0"/>
  <p:tag name="KSO_WM_UNIT_COMPATIBLE" val="0"/>
  <p:tag name="KSO_WM_UNIT_DIAGRAM_ISNUMVISUAL" val="0"/>
  <p:tag name="KSO_WM_UNIT_DIAGRAM_ISREFERUNIT" val="0"/>
  <p:tag name="KSO_WM_UNIT_TYPE" val="f"/>
  <p:tag name="KSO_WM_UNIT_INDEX" val="1"/>
  <p:tag name="KSO_WM_UNIT_ID" val="diagram20200321_1*f*1"/>
  <p:tag name="KSO_WM_TEMPLATE_CATEGORY" val="diagram"/>
  <p:tag name="KSO_WM_TEMPLATE_INDEX" val="20200321"/>
  <p:tag name="KSO_WM_UNIT_LAYERLEVEL" val="1"/>
  <p:tag name="KSO_WM_TAG_VERSION" val="1.0"/>
  <p:tag name="KSO_WM_BEAUTIFY_FLAG" val="#wm#"/>
  <p:tag name="KSO_WM_UNIT_SHOW_EDIT_AREA_INDICATION" val="1"/>
  <p:tag name="KSO_WM_UNIT_PLACING_PICTURE_MD4" val="0"/>
  <p:tag name="KSO_WM_UNIT_DEFAULT_FONT" val="14;18;2"/>
  <p:tag name="KSO_WM_UNIT_BLOCK" val="0"/>
  <p:tag name="KSO_WM_UNIT_SMARTLAYOUT_COMPRESS_INFO" val="{&#10;    &quot;id&quot;: &quot;2020-03-30T16:11:30&quot;,&#10;    &quot;max&quot;: 2.0396062992126076,&#10;    &quot;topChanged&quot;: 1.3971589209103392&#10;}&#10;"/>
  <p:tag name="KSO_WM_UNIT_TEXT_FILL_FORE_SCHEMECOLOR_INDEX_BRIGHTNESS" val="0.35"/>
  <p:tag name="KSO_WM_UNIT_TEXT_FILL_FORE_SCHEMECOLOR_INDEX" val="13"/>
  <p:tag name="KSO_WM_UNIT_TEXT_FILL_TYPE" val="1"/>
</p:tagLst>
</file>

<file path=ppt/tags/tag13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0321_1*i*2"/>
  <p:tag name="KSO_WM_TEMPLATE_CATEGORY" val="diagram"/>
  <p:tag name="KSO_WM_TEMPLATE_INDEX" val="20200321"/>
  <p:tag name="KSO_WM_UNIT_LAYERLEVEL" val="1"/>
  <p:tag name="KSO_WM_TAG_VERSION" val="1.0"/>
  <p:tag name="KSO_WM_BEAUTIFY_FLAG" val="#wm#"/>
  <p:tag name="KSO_WM_UNIT_PLACING_PICTURE_MD4" val="0"/>
  <p:tag name="KSO_WM_UNIT_SM_LIMIT_TYPE" val="1"/>
  <p:tag name="KSO_WM_UNIT_LINE_FORE_SCHEMECOLOR_INDEX_BRIGHTNESS" val="0.25"/>
  <p:tag name="KSO_WM_UNIT_LINE_FORE_SCHEMECOLOR_INDEX" val="13"/>
  <p:tag name="KSO_WM_UNIT_LINE_FILL_TYPE" val="2"/>
</p:tagLst>
</file>

<file path=ppt/tags/tag13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0321_1*i*3"/>
  <p:tag name="KSO_WM_TEMPLATE_CATEGORY" val="diagram"/>
  <p:tag name="KSO_WM_TEMPLATE_INDEX" val="20200321"/>
  <p:tag name="KSO_WM_UNIT_LAYERLEVEL" val="1"/>
  <p:tag name="KSO_WM_TAG_VERSION" val="1.0"/>
  <p:tag name="KSO_WM_BEAUTIFY_FLAG" val="#wm#"/>
  <p:tag name="KSO_WM_UNIT_PLACING_PICTURE_MD4" val="0"/>
  <p:tag name="KSO_WM_UNIT_SM_LIMIT_TYPE" val="1"/>
  <p:tag name="KSO_WM_UNIT_LINE_FORE_SCHEMECOLOR_INDEX_BRIGHTNESS" val="0.25"/>
  <p:tag name="KSO_WM_UNIT_LINE_FORE_SCHEMECOLOR_INDEX" val="13"/>
  <p:tag name="KSO_WM_UNIT_LINE_FILL_TYPE" val="2"/>
</p:tagLst>
</file>

<file path=ppt/tags/tag13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2"/>
  <p:tag name="KSO_WM_UNIT_LAYERLEVEL" val="1"/>
  <p:tag name="KSO_WM_TAG_VERSION" val="1.0"/>
  <p:tag name="KSO_WM_BEAUTIFY_FLAG" val="#wm#"/>
  <p:tag name="KSO_WM_SLIDE_BACKGROUND_TYPE" val="bottomTop"/>
  <p:tag name="KSO_WM_SLIDE_BK_DARK_LIGHT" val="2"/>
  <p:tag name="KSO_WM_UNIT_TYPE" val="i"/>
  <p:tag name="KSO_WM_UNIT_INDEX" val="2"/>
  <p:tag name="KSO_WM_UNIT_FILL_TYPE" val="1"/>
  <p:tag name="KSO_WM_UNIT_TEXT_FILL_FORE_SCHEMECOLOR_INDEX_BRIGHTNESS" val="0"/>
  <p:tag name="KSO_WM_UNIT_TEXT_FILL_FORE_SCHEMECOLOR_INDEX" val="13"/>
  <p:tag name="KSO_WM_UNIT_TEXT_FILL_TYPE" val="1"/>
</p:tagLst>
</file>

<file path=ppt/tags/tag13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3"/>
  <p:tag name="KSO_WM_UNIT_LAYERLEVEL" val="1"/>
  <p:tag name="KSO_WM_TAG_VERSION" val="1.0"/>
  <p:tag name="KSO_WM_BEAUTIFY_FLAG" val="#wm#"/>
  <p:tag name="KSO_WM_SLIDE_BACKGROUND_TYPE" val="bottomTop"/>
  <p:tag name="KSO_WM_SLIDE_BK_DARK_LIGHT" val="2"/>
  <p:tag name="KSO_WM_UNIT_TYPE" val="i"/>
  <p:tag name="KSO_WM_UNIT_INDEX" val="3"/>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3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5"/>
  <p:tag name="KSO_WM_UNIT_LAYERLEVEL" val="1"/>
  <p:tag name="KSO_WM_TAG_VERSION" val="1.0"/>
  <p:tag name="KSO_WM_BEAUTIFY_FLAG" val="#wm#"/>
  <p:tag name="KSO_WM_SLIDE_BACKGROUND_TYPE" val="bottomTop"/>
  <p:tag name="KSO_WM_SLIDE_BK_DARK_LIGHT" val="2"/>
  <p:tag name="KSO_WM_UNIT_TYPE" val="i"/>
  <p:tag name="KSO_WM_UNIT_INDEX" val="5"/>
  <p:tag name="KSO_WM_UNIT_FILL_TYPE" val="1"/>
  <p:tag name="KSO_WM_UNIT_TEXT_FILL_FORE_SCHEMECOLOR_INDEX_BRIGHTNESS" val="0"/>
  <p:tag name="KSO_WM_UNIT_TEXT_FILL_FORE_SCHEMECOLOR_INDEX" val="13"/>
  <p:tag name="KSO_WM_UNIT_TEXT_FILL_TYPE" val="1"/>
</p:tagLst>
</file>

<file path=ppt/tags/tag13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4"/>
  <p:tag name="KSO_WM_UNIT_LAYERLEVEL" val="1"/>
  <p:tag name="KSO_WM_TAG_VERSION" val="1.0"/>
  <p:tag name="KSO_WM_BEAUTIFY_FLAG" val="#wm#"/>
  <p:tag name="KSO_WM_SLIDE_BACKGROUND_TYPE" val="bottomTop"/>
  <p:tag name="KSO_WM_SLIDE_BK_DARK_LIGHT" val="2"/>
  <p:tag name="KSO_WM_UNIT_TYPE" val="i"/>
  <p:tag name="KSO_WM_UNIT_INDEX" val="4"/>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3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6"/>
  <p:tag name="KSO_WM_UNIT_LAYERLEVEL" val="1"/>
  <p:tag name="KSO_WM_TAG_VERSION" val="1.0"/>
  <p:tag name="KSO_WM_BEAUTIFY_FLAG" val="#wm#"/>
  <p:tag name="KSO_WM_SLIDE_BACKGROUND_TYPE" val="bottomTop"/>
  <p:tag name="KSO_WM_SLIDE_BK_DARK_LIGHT" val="2"/>
  <p:tag name="KSO_WM_UNIT_TYPE" val="i"/>
  <p:tag name="KSO_WM_UNIT_INDEX" val="6"/>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Lst>
</file>

<file path=ppt/tags/tag13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7"/>
  <p:tag name="KSO_WM_UNIT_LAYERLEVEL" val="1"/>
  <p:tag name="KSO_WM_TAG_VERSION" val="1.0"/>
  <p:tag name="KSO_WM_BEAUTIFY_FLAG" val="#wm#"/>
  <p:tag name="KSO_WM_SLIDE_BACKGROUND_TYPE" val="bottomTop"/>
  <p:tag name="KSO_WM_SLIDE_BK_DARK_LIGHT" val="2"/>
  <p:tag name="KSO_WM_UNIT_TYPE" val="i"/>
  <p:tag name="KSO_WM_UNIT_INDEX" val="7"/>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13"/>
  <p:tag name="KSO_WM_UNIT_TEXT_FILL_TYPE" val="1"/>
</p:tagLst>
</file>

<file path=ppt/tags/tag136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3893"/>
  <p:tag name="KSO_WM_SLIDE_ID" val="diagram20203893_1"/>
  <p:tag name="KSO_WM_TEMPLATE_SUBCATEGORY" val="11"/>
  <p:tag name="KSO_WM_TEMPLATE_MASTER_TYPE" val="0"/>
  <p:tag name="KSO_WM_TEMPLATE_COLOR_TYPE" val="1"/>
  <p:tag name="KSO_WM_SLIDE_TYPE" val="text"/>
  <p:tag name="KSO_WM_SLIDE_SUBTYPE" val="picTxt"/>
  <p:tag name="KSO_WM_SLIDE_ITEM_CNT" val="0"/>
  <p:tag name="KSO_WM_SLIDE_INDEX" val="1"/>
  <p:tag name="KSO_WM_SLIDE_SIZE" val="960*508"/>
  <p:tag name="KSO_WM_SLIDE_POSITION" val="0*0"/>
  <p:tag name="KSO_WM_TAG_VERSION" val="1.0"/>
  <p:tag name="KSO_WM_SLIDE_LAYOUT" val="a_d_i"/>
  <p:tag name="KSO_WM_SLIDE_LAYOUT_CNT" val="1_1_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id&quot;: &quot;2020-03-30T16:14:12&quot;,&#10;    &quot;maxSize&quot;: {&#10;        &quot;size1&quot;: 13.300000000000001&#10;    },&#10;    &quot;minSize&quot;: {&#10;        &quot;size1&quot;: 13.300000000000001&#10;    },&#10;    &quot;normalSize&quot;: {&#10;        &quot;size1&quot;: 13.300000000000001&#10;    },&#10;    &quot;subLayout&quot;: [&#10;        {&#10;            &quot;backgroundInfo&quot;: [&#10;                {&#10;                    &quot;bottom&quot;: 0,&#10;                    &quot;bottomAbs&quot;: false,&#10;                    &quot;left&quot;: 0,&#10;                    &quot;leftAbs&quot;: false,&#10;                    &quot;right&quot;: 0,&#10;                    &quot;rightAbs&quot;: false,&#10;                    &quot;top&quot;: 0,&#10;                    &quot;topAbs&quot;: false,&#10;                    &quot;type&quot;: &quot;navigation&quot;&#10;                }&#10;            ],&#10;            &quot;id&quot;: &quot;2020-03-30T16:14:12&quot;,&#10;            &quot;margin&quot;: {&#10;                &quot;bottom&quot;: 0.42500001192092896,&#10;                &quot;left&quot;: 1.690000057220459,&#10;                &quot;right&quot;: 1.6920000314712524,&#10;                &quot;top&quot;: 0.42500001192092896&#10;            },&#10;            &quot;type&quot;: 0&#10;        },&#10;        {&#10;            &quot;id&quot;: &quot;2020-03-30T16:14:12&quot;,&#10;            &quot;margin&quot;: {&#10;                &quot;bottom&quot;: 2.9600000381469727,&#10;                &quot;left&quot;: 2.119999885559082,&#10;                &quot;right&quot;: 2.119999885559082,&#10;                &quot;top&quot;: 1.690000057220459&#10;            },&#10;            &quot;type&quot;: 0&#10;        }&#10;    ],&#10;    &quot;type&quot;: 0&#10;}&#10;"/>
  <p:tag name="KSO_WM_SLIDE_CAN_ADD_NAVIGATION" val="1"/>
  <p:tag name="KSO_WM_SLIDE_BACKGROUND" val="[&quot;general&quot;,&quot;navigation&quot;]"/>
  <p:tag name="KSO_WM_SLIDE_RATIO" val="1.777778"/>
  <p:tag name="KSO_WM_SLIDE_BK_DARK_LIGHT" val="2"/>
  <p:tag name="KSO_WM_SLIDE_BACKGROUND_TYPE" val="navigation"/>
</p:tagLst>
</file>

<file path=ppt/tags/tag13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SLIDE_BACKGROUND_TYPE" val="navigation"/>
  <p:tag name="KSO_WM_SLIDE_BK_DARK_LIGHT" val="2"/>
</p:tagLst>
</file>

<file path=ppt/tags/tag13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2"/>
  <p:tag name="KSO_WM_UNIT_LAYERLEVEL" val="1"/>
  <p:tag name="KSO_WM_TAG_VERSION" val="1.0"/>
  <p:tag name="KSO_WM_BEAUTIFY_FLAG" val="#wm#"/>
  <p:tag name="KSO_WM_SLIDE_BACKGROUND_TYPE" val="navigation"/>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367.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HIGHLIGHT" val="0"/>
  <p:tag name="KSO_WM_UNIT_COMPATIBLE" val="0"/>
  <p:tag name="KSO_WM_UNIT_DIAGRAM_ISNUMVISUAL" val="0"/>
  <p:tag name="KSO_WM_UNIT_DIAGRAM_ISREFERUNIT" val="0"/>
  <p:tag name="KSO_WM_UNIT_ID" val="diagram20203893_1*a*1"/>
  <p:tag name="KSO_WM_TEMPLATE_CATEGORY" val="diagram"/>
  <p:tag name="KSO_WM_TEMPLATE_INDEX" val="20203893"/>
  <p:tag name="KSO_WM_UNIT_LAYERLEVEL" val="1"/>
  <p:tag name="KSO_WM_TAG_VERSION" val="1.0"/>
  <p:tag name="KSO_WM_BEAUTIFY_FLAG" val="#wm#"/>
  <p:tag name="KSO_WM_UNIT_TYPE" val="a"/>
  <p:tag name="KSO_WM_UNIT_INDEX" val="1"/>
  <p:tag name="KSO_WM_UNIT_PRESET_TEXT" val="单击输入大标题"/>
  <p:tag name="KSO_WM_UNIT_VALUE" val="30"/>
  <p:tag name="KSO_WM_UNIT_DEFAULT_FONT" val="28;32;4"/>
  <p:tag name="KSO_WM_UNIT_BLOCK" val="0"/>
  <p:tag name="KSO_WM_UNIT_ISNUMDGMTITLE" val="0"/>
  <p:tag name="KSO_WM_UNIT_TEXT_FILL_FORE_SCHEMECOLOR_INDEX_BRIGHTNESS" val="0"/>
  <p:tag name="KSO_WM_UNIT_TEXT_FILL_FORE_SCHEMECOLOR_INDEX" val="14"/>
  <p:tag name="KSO_WM_UNIT_TEXT_FILL_TYPE" val="1"/>
</p:tagLst>
</file>

<file path=ppt/tags/tag13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3893_1*i*1"/>
  <p:tag name="KSO_WM_TEMPLATE_CATEGORY" val="diagram"/>
  <p:tag name="KSO_WM_TEMPLATE_INDEX" val="20203893"/>
  <p:tag name="KSO_WM_UNIT_LAYERLEVEL" val="1"/>
  <p:tag name="KSO_WM_TAG_VERSION" val="1.0"/>
  <p:tag name="KSO_WM_BEAUTIFY_FLAG" val="#wm#"/>
  <p:tag name="KSO_WM_UNIT_BLOCK" val="0"/>
  <p:tag name="KSO_WM_UNIT_SM_LIMIT_TYPE" val="2"/>
  <p:tag name="KSO_WM_UNIT_DECORATE_INFO" val="{&quot;DecorateInfoX&quot;:{&quot;IsLeft&quot;:true,&quot;IsRight&quot;:false,&quot;IsAbs&quot;:true},&quot;DecorateInfoY&quot;:{&quot;IsTop&quot;:true,&quot;IsBottom&quot;:false,&quot;IsAbs&quot;:true}}"/>
  <p:tag name="KSO_WM_UNIT_FILL_FORE_SCHEMECOLOR_INDEX_BRIGHTNESS" val="0"/>
  <p:tag name="KSO_WM_UNIT_FILL_FORE_SCHEMECOLOR_INDEX" val="16"/>
  <p:tag name="KSO_WM_UNIT_FILL_TYPE" val="1"/>
  <p:tag name="KSO_WM_UNIT_SHADOW_SCHEMECOLOR_INDEX_BRIGHTNESS" val="0"/>
  <p:tag name="KSO_WM_UNIT_SHADOW_SCHEMECOLOR_INDEX" val="13"/>
  <p:tag name="KSO_WM_UNIT_TEXT_FILL_TYPE" val="1"/>
</p:tagLst>
</file>

<file path=ppt/tags/tag13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203893_1*i*6"/>
  <p:tag name="KSO_WM_TEMPLATE_CATEGORY" val="diagram"/>
  <p:tag name="KSO_WM_TEMPLATE_INDEX" val="20203893"/>
  <p:tag name="KSO_WM_UNIT_LAYERLEVEL" val="1"/>
  <p:tag name="KSO_WM_TAG_VERSION" val="1.0"/>
  <p:tag name="KSO_WM_BEAUTIFY_FLAG" val="#wm#"/>
  <p:tag name="KSO_WM_UNIT_BLOCK" val="0"/>
  <p:tag name="KSO_WM_UNIT_SM_LIMIT_TYPE" val="1"/>
  <p:tag name="KSO_WM_UNIT_DECORATE_INFO" val="{&quot;DecorateInfoX&quot;:{&quot;IsLeft&quot;:true,&quot;IsRight&quot;:false,&quot;IsAbs&quot;:true},&quot;DecorateInfoY&quot;:{&quot;IsTop&quot;:true,&quot;IsBottom&quot;:false,&quot;IsAbs&quot;:true}}"/>
  <p:tag name="KSO_WM_UNIT_TEXT_FILL_TYPE" val="1"/>
</p:tagLst>
</file>

<file path=ppt/tags/tag13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3893_1*i*3"/>
  <p:tag name="KSO_WM_TEMPLATE_CATEGORY" val="diagram"/>
  <p:tag name="KSO_WM_TEMPLATE_INDEX" val="20203893"/>
  <p:tag name="KSO_WM_UNIT_LAYERLEVEL" val="1"/>
  <p:tag name="KSO_WM_TAG_VERSION" val="1.0"/>
  <p:tag name="KSO_WM_BEAUTIFY_FLAG" val="#wm#"/>
  <p:tag name="KSO_WM_UNIT_SM_LIMIT_TYPE" val="1"/>
  <p:tag name="KSO_WM_UNIT_FILL_FORE_SCHEMECOLOR_INDEX_BRIGHTNESS" val="-0.25"/>
  <p:tag name="KSO_WM_UNIT_FILL_FORE_SCHEMECOLOR_INDEX" val="8"/>
  <p:tag name="KSO_WM_UNIT_FILL_TYPE" val="1"/>
  <p:tag name="KSO_WM_UNIT_TEXT_FILL_TYPE" val="1"/>
</p:tagLst>
</file>

<file path=ppt/tags/tag13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3893_1*i*4"/>
  <p:tag name="KSO_WM_TEMPLATE_CATEGORY" val="diagram"/>
  <p:tag name="KSO_WM_TEMPLATE_INDEX" val="20203893"/>
  <p:tag name="KSO_WM_UNIT_LAYERLEVEL" val="1"/>
  <p:tag name="KSO_WM_TAG_VERSION" val="1.0"/>
  <p:tag name="KSO_WM_BEAUTIFY_FLAG" val="#wm#"/>
  <p:tag name="KSO_WM_UNIT_SM_LIMIT_TYPE" val="1"/>
  <p:tag name="KSO_WM_UNIT_FILL_FORE_SCHEMECOLOR_INDEX_BRIGHTNESS" val="-0.25"/>
  <p:tag name="KSO_WM_UNIT_FILL_FORE_SCHEMECOLOR_INDEX" val="8"/>
  <p:tag name="KSO_WM_UNIT_FILL_TYPE" val="1"/>
  <p:tag name="KSO_WM_UNIT_TEXT_FILL_TYPE" val="1"/>
</p:tagLst>
</file>

<file path=ppt/tags/tag13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3893_1*i*5"/>
  <p:tag name="KSO_WM_TEMPLATE_CATEGORY" val="diagram"/>
  <p:tag name="KSO_WM_TEMPLATE_INDEX" val="20203893"/>
  <p:tag name="KSO_WM_UNIT_LAYERLEVEL" val="1"/>
  <p:tag name="KSO_WM_TAG_VERSION" val="1.0"/>
  <p:tag name="KSO_WM_BEAUTIFY_FLAG" val="#wm#"/>
  <p:tag name="KSO_WM_UNIT_SM_LIMIT_TYPE" val="1"/>
  <p:tag name="KSO_WM_UNIT_FILL_FORE_SCHEMECOLOR_INDEX_BRIGHTNESS" val="-0.25"/>
  <p:tag name="KSO_WM_UNIT_FILL_FORE_SCHEMECOLOR_INDEX" val="8"/>
  <p:tag name="KSO_WM_UNIT_FILL_TYPE" val="1"/>
  <p:tag name="KSO_WM_UNIT_TEXT_FILL_TYPE" val="1"/>
</p:tagLst>
</file>

<file path=ppt/tags/tag13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718_2*l_h_i*1_1_1"/>
  <p:tag name="KSO_WM_TEMPLATE_CATEGORY" val="diagram"/>
  <p:tag name="KSO_WM_TEMPLATE_INDEX" val="718"/>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3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718_2*l_h_i*1_1_2"/>
  <p:tag name="KSO_WM_TEMPLATE_CATEGORY" val="diagram"/>
  <p:tag name="KSO_WM_TEMPLATE_INDEX" val="718"/>
  <p:tag name="KSO_WM_UNIT_LAYERLEVEL" val="1_1_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375.xml><?xml version="1.0" encoding="utf-8"?>
<p:tagLst xmlns:a="http://schemas.openxmlformats.org/drawingml/2006/main" xmlns:r="http://schemas.openxmlformats.org/officeDocument/2006/relationships" xmlns:p="http://schemas.openxmlformats.org/presentationml/2006/main">
  <p:tag name="KSO_WM_UNIT_PRESET_TEXT" val="单击此处添加文本具体内容，简明扼要的阐述您的观点。根据需要可酌情增减文字，以便观者准确的理解您传达的思想。"/>
  <p:tag name="KSO_WM_UNIT_NOCLEAR" val="0"/>
  <p:tag name="KSO_WM_UNIT_VALUE" val="117"/>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718_2*l_h_f*1_1_1"/>
  <p:tag name="KSO_WM_TEMPLATE_CATEGORY" val="diagram"/>
  <p:tag name="KSO_WM_TEMPLATE_INDEX" val="71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3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718_2*l_h_i*1_1_3"/>
  <p:tag name="KSO_WM_TEMPLATE_CATEGORY" val="diagram"/>
  <p:tag name="KSO_WM_TEMPLATE_INDEX" val="718"/>
  <p:tag name="KSO_WM_UNIT_LAYERLEVEL" val="1_1_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3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718_2*l_h_i*1_1_1"/>
  <p:tag name="KSO_WM_TEMPLATE_CATEGORY" val="diagram"/>
  <p:tag name="KSO_WM_TEMPLATE_INDEX" val="718"/>
  <p:tag name="KSO_WM_UNIT_LAYERLEVEL" val="1_1_1"/>
  <p:tag name="KSO_WM_TAG_VERSION" val="1.0"/>
  <p:tag name="KSO_WM_BEAUTIFY_FLAG" val="#wm#"/>
  <p:tag name="KSO_WM_UNIT_TEXT_FILL_FORE_SCHEMECOLOR_INDEX" val="5"/>
  <p:tag name="KSO_WM_UNIT_TEXT_FILL_TYPE" val="1"/>
  <p:tag name="KSO_WM_UNIT_USESOURCEFORMAT_APPLY" val="1"/>
</p:tagLst>
</file>

<file path=ppt/tags/tag13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718_2*l_h_i*1_2_1"/>
  <p:tag name="KSO_WM_TEMPLATE_CATEGORY" val="diagram"/>
  <p:tag name="KSO_WM_TEMPLATE_INDEX" val="718"/>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3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718_2*l_h_i*1_2_2"/>
  <p:tag name="KSO_WM_TEMPLATE_CATEGORY" val="diagram"/>
  <p:tag name="KSO_WM_TEMPLATE_INDEX" val="718"/>
  <p:tag name="KSO_WM_UNIT_LAYERLEVEL" val="1_1_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380.xml><?xml version="1.0" encoding="utf-8"?>
<p:tagLst xmlns:a="http://schemas.openxmlformats.org/drawingml/2006/main" xmlns:r="http://schemas.openxmlformats.org/officeDocument/2006/relationships" xmlns:p="http://schemas.openxmlformats.org/presentationml/2006/main">
  <p:tag name="KSO_WM_UNIT_PRESET_TEXT" val="单击此处添加文本具体内容，简明扼要的阐述您的观点。根据需要可酌情增减文字，以便观者准确的理解您传达的思想。"/>
  <p:tag name="KSO_WM_UNIT_NOCLEAR" val="0"/>
  <p:tag name="KSO_WM_UNIT_VALUE" val="117"/>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718_2*l_h_f*1_2_1"/>
  <p:tag name="KSO_WM_TEMPLATE_CATEGORY" val="diagram"/>
  <p:tag name="KSO_WM_TEMPLATE_INDEX" val="71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3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718_2*l_h_i*1_2_3"/>
  <p:tag name="KSO_WM_TEMPLATE_CATEGORY" val="diagram"/>
  <p:tag name="KSO_WM_TEMPLATE_INDEX" val="718"/>
  <p:tag name="KSO_WM_UNIT_LAYERLEVEL" val="1_1_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3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718_2*l_h_i*1_2_1"/>
  <p:tag name="KSO_WM_TEMPLATE_CATEGORY" val="diagram"/>
  <p:tag name="KSO_WM_TEMPLATE_INDEX" val="718"/>
  <p:tag name="KSO_WM_UNIT_LAYERLEVEL" val="1_1_1"/>
  <p:tag name="KSO_WM_TAG_VERSION" val="1.0"/>
  <p:tag name="KSO_WM_BEAUTIFY_FLAG" val="#wm#"/>
  <p:tag name="KSO_WM_UNIT_TEXT_FILL_FORE_SCHEMECOLOR_INDEX" val="5"/>
  <p:tag name="KSO_WM_UNIT_TEXT_FILL_TYPE" val="1"/>
  <p:tag name="KSO_WM_UNIT_USESOURCEFORMAT_APPLY" val="1"/>
</p:tagLst>
</file>

<file path=ppt/tags/tag138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3666"/>
  <p:tag name="KSO_WM_SLIDE_ID" val="diagram20203666_1"/>
  <p:tag name="KSO_WM_TEMPLATE_SUBCATEGORY" val="0"/>
  <p:tag name="KSO_WM_TEMPLATE_MASTER_TYPE" val="0"/>
  <p:tag name="KSO_WM_TEMPLATE_COLOR_TYPE" val="1"/>
  <p:tag name="KSO_WM_SLIDE_TYPE" val="text"/>
  <p:tag name="KSO_WM_SLIDE_SUBTYPE" val="diag"/>
  <p:tag name="KSO_WM_SLIDE_ITEM_CNT" val="0"/>
  <p:tag name="KSO_WM_SLIDE_INDEX" val="1"/>
  <p:tag name="KSO_WM_SLIDE_SIZE" val="960*512"/>
  <p:tag name="KSO_WM_SLIDE_POSITION" val="0*28"/>
  <p:tag name="KSO_WM_TAG_VERSION" val="1.0"/>
  <p:tag name="KSO_WM_SLIDE_LAYOUT" val="a_f"/>
  <p:tag name="KSO_WM_SLIDE_LAYOUT_CNT" val="1_1"/>
  <p:tag name="KSO_WM_SLIDE_BK_DARK_LIGHT" val="2"/>
  <p:tag name="KSO_WM_SLIDE_BACKGROUND_TYPE" val="general"/>
</p:tagLst>
</file>

<file path=ppt/tags/tag13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2*i*1"/>
  <p:tag name="KSO_WM_UNIT_LAYERLEVEL" val="1"/>
  <p:tag name="KSO_WM_TAG_VERSION" val="1.0"/>
  <p:tag name="KSO_WM_BEAUTIFY_FLAG" val="#wm#"/>
  <p:tag name="KSO_WM_SLIDE_BACKGROUND_TYPE" val="general"/>
  <p:tag name="KSO_WM_SLIDE_BK_DARK_LIGHT" val="2"/>
</p:tagLst>
</file>

<file path=ppt/tags/tag1385.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2"/>
  <p:tag name="KSO_WM_UNIT_HIGHLIGHT" val="0"/>
  <p:tag name="KSO_WM_UNIT_COMPATIBLE" val="0"/>
  <p:tag name="KSO_WM_UNIT_DIAGRAM_ISNUMVISUAL" val="0"/>
  <p:tag name="KSO_WM_UNIT_DIAGRAM_ISREFERUNIT" val="0"/>
  <p:tag name="KSO_WM_UNIT_TYPE" val="a"/>
  <p:tag name="KSO_WM_UNIT_INDEX" val="1"/>
  <p:tag name="KSO_WM_UNIT_ID" val="diagram20203666_1*a*1"/>
  <p:tag name="KSO_WM_TEMPLATE_CATEGORY" val="diagram"/>
  <p:tag name="KSO_WM_TEMPLATE_INDEX" val="20203666"/>
  <p:tag name="KSO_WM_UNIT_LAYERLEVEL" val="1"/>
  <p:tag name="KSO_WM_TAG_VERSION" val="1.0"/>
  <p:tag name="KSO_WM_BEAUTIFY_FLAG" val="#wm#"/>
  <p:tag name="KSO_WM_UNIT_PRESET_TEXT" val="单击此处添加大标题内容"/>
  <p:tag name="KSO_WM_UNIT_TEXT_FILL_FORE_SCHEMECOLOR_INDEX_BRIGHTNESS" val="0.25"/>
  <p:tag name="KSO_WM_UNIT_TEXT_FILL_FORE_SCHEMECOLOR_INDEX" val="13"/>
  <p:tag name="KSO_WM_UNIT_TEXT_FILL_TYPE" val="1"/>
</p:tagLst>
</file>

<file path=ppt/tags/tag13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3666_1*i*2"/>
  <p:tag name="KSO_WM_TEMPLATE_CATEGORY" val="diagram"/>
  <p:tag name="KSO_WM_TEMPLATE_INDEX" val="20203666"/>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3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3666_1*i*3"/>
  <p:tag name="KSO_WM_TEMPLATE_CATEGORY" val="diagram"/>
  <p:tag name="KSO_WM_TEMPLATE_INDEX" val="20203666"/>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3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3666_1*i*4"/>
  <p:tag name="KSO_WM_TEMPLATE_CATEGORY" val="diagram"/>
  <p:tag name="KSO_WM_TEMPLATE_INDEX" val="20203666"/>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389.xml><?xml version="1.0" encoding="utf-8"?>
<p:tagLst xmlns:a="http://schemas.openxmlformats.org/drawingml/2006/main" xmlns:r="http://schemas.openxmlformats.org/officeDocument/2006/relationships" xmlns:p="http://schemas.openxmlformats.org/presentationml/2006/main">
  <p:tag name="KSO_WM_UNIT_NOCLEAR" val="0"/>
  <p:tag name="KSO_WM_UNIT_VALUE" val="1144"/>
  <p:tag name="KSO_WM_UNIT_HIGHLIGHT" val="0"/>
  <p:tag name="KSO_WM_UNIT_COMPATIBLE" val="0"/>
  <p:tag name="KSO_WM_UNIT_DIAGRAM_ISNUMVISUAL" val="0"/>
  <p:tag name="KSO_WM_UNIT_DIAGRAM_ISREFERUNIT" val="0"/>
  <p:tag name="KSO_WM_UNIT_TYPE" val="f"/>
  <p:tag name="KSO_WM_UNIT_INDEX" val="1"/>
  <p:tag name="KSO_WM_UNIT_ID" val="diagram20203666_1*f*1"/>
  <p:tag name="KSO_WM_TEMPLATE_CATEGORY" val="diagram"/>
  <p:tag name="KSO_WM_TEMPLATE_INDEX" val="20203666"/>
  <p:tag name="KSO_WM_UNIT_LAYERLEVEL" val="1"/>
  <p:tag name="KSO_WM_TAG_VERSION" val="1.0"/>
  <p:tag name="KSO_WM_BEAUTIFY_FLAG" val="#wm#"/>
  <p:tag name="KSO_WM_UNIT_PRESET_TEXT" val="点击此处添加正文，文字是您思想的提炼，为了演示发布的良好效果，请言简意赅的阐述您的观点。&#10;您的正文已经经简明扼要，字字珠玑，但信息却千丝万缕、错综复杂，需要用更多的文字来表述；但请您尽可能提炼思想的精髓，否则容易造成观者的阅读压力，适得其反。&#10;正如我们都希望改变世界，希望给别人带去光明，但更多时候我们只需要播下一颗种子，自然有微风吹拂，雨露滋养。恰如其分的表达观点，往往事半功倍。&#10;当您的正文内容到达这个限度时，或许已经不纯粹作用于演示，极大可能运用于阅读领域；无论是传播观点、知识分享还是汇报工作，内容的详尽固然重要，但请一定注意信息框架的清晰，这样才能使内容层次分明，页面简洁易读。&#10;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
  <p:tag name="KSO_WM_UNIT_TEXT_FILL_FORE_SCHEMECOLOR_INDEX_BRIGHTNESS" val="0.25"/>
  <p:tag name="KSO_WM_UNIT_TEXT_FILL_FORE_SCHEMECOLOR_INDEX" val="13"/>
  <p:tag name="KSO_WM_UNIT_TEXT_FILL_TYPE" val="1"/>
</p:tagLst>
</file>

<file path=ppt/tags/tag139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3666"/>
</p:tagLst>
</file>

<file path=ppt/tags/tag139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0814"/>
  <p:tag name="KSO_WM_SLIDE_ID" val="diagram20200814_1"/>
  <p:tag name="KSO_WM_TEMPLATE_SUBCATEGORY" val="11"/>
  <p:tag name="KSO_WM_TEMPLATE_MASTER_TYPE" val="0"/>
  <p:tag name="KSO_WM_TEMPLATE_COLOR_TYPE" val="1"/>
  <p:tag name="KSO_WM_SLIDE_TYPE" val="text"/>
  <p:tag name="KSO_WM_SLIDE_SUBTYPE" val="picTxt"/>
  <p:tag name="KSO_WM_SLIDE_ITEM_CNT" val="0"/>
  <p:tag name="KSO_WM_SLIDE_INDEX" val="1"/>
  <p:tag name="KSO_WM_UNIT_SHOW_EDIT_AREA_INDICATION" val="1"/>
  <p:tag name="KSO_WM_SLIDE_SIZE" val="896*444"/>
  <p:tag name="KSO_WM_SLIDE_POSITION" val="15*47"/>
  <p:tag name="KSO_WM_TAG_VERSION" val="1.0"/>
  <p:tag name="KSO_WM_SLIDE_LAYOUT" val="a_d_f"/>
  <p:tag name="KSO_WM_SLIDE_LAYOUT_CNT" val="1_2_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direction&quot;: 1,&#10;    &quot;id&quot;: &quot;2020-03-30T16:33:34&quot;,&#10;    &quot;maxSize&quot;: {&#10;        &quot;size1&quot;: 57&#10;    },&#10;    &quot;minSize&quot;: {&#10;        &quot;size1&quot;: 57&#10;    },&#10;    &quot;normalSize&quot;: {&#10;        &quot;size1&quot;: 57&#10;    },&#10;    &quot;subLayout&quot;: [&#10;        {&#10;            &quot;id&quot;: &quot;2020-03-30T16:33:34&quot;,&#10;            &quot;margin&quot;: {&#10;                &quot;bottom&quot;: 1.690000057220459,&#10;                &quot;left&quot;: 2.5399999618530273,&#10;                &quot;right&quot;: 1.6770000457763672,&#10;                &quot;top&quot;: 1.690000057220459&#10;            },&#10;            &quot;type&quot;: 0&#10;        },&#10;        {&#10;            &quot;id&quot;: &quot;2020-03-30T16:33:34&quot;,&#10;            &quot;maxSize&quot;: {&#10;                &quot;size1&quot;: 57.399999999999999&#10;            },&#10;            &quot;minSize&quot;: {&#10;                &quot;size1&quot;: 44.299999999999997&#10;            },&#10;            &quot;normalSize&quot;: {&#10;                &quot;size1&quot;: 50.700000000000003&#10;            },&#10;            &quot;subLayout&quot;: [&#10;                {&#10;                    &quot;id&quot;: &quot;2020-03-30T16:33:34&quot;,&#10;                    &quot;margin&quot;: {&#10;                        &quot;bottom&quot;: 0.29100000858306885,&#10;                        &quot;left&quot;: 0.026000002399086952,&#10;                        &quot;right&quot;: 1.690000057220459,&#10;                        &quot;top&quot;: 1.690000057220459&#10;                    },&#10;                    &quot;type&quot;: 0&#10;                },&#10;                {&#10;                    &quot;id&quot;: &quot;2020-03-30T16:33:34&quot;,&#10;                    &quot;margin&quot;: {&#10;                        &quot;bottom&quot;: 1.690000057220459,&#10;                        &quot;left&quot;: 0.026000002399086952,&#10;                        &quot;right&quot;: 1.690000057220459,&#10;                        &quot;top&quot;: 0.026000002399086952&#10;                    },&#10;                    &quot;type&quot;: 0&#10;                }&#10;            ],&#10;            &quot;type&quot;: 0&#10;        }&#10;    ],&#10;    &quot;type&quot;: 0&#10;}&#10;"/>
  <p:tag name="KSO_WM_SLIDE_CAN_ADD_NAVIGATION" val="1"/>
  <p:tag name="KSO_WM_SLIDE_BACKGROUND" val="[&quot;general&quot;,&quot;frame&quot;]"/>
  <p:tag name="KSO_WM_SLIDE_RATIO" val="1.777778"/>
  <p:tag name="KSO_WM_SLIDE_BK_DARK_LIGHT" val="2"/>
  <p:tag name="KSO_WM_SLIDE_BACKGROUND_TYPE" val="frame"/>
</p:tagLst>
</file>

<file path=ppt/tags/tag1392.xml><?xml version="1.0" encoding="utf-8"?>
<p:tagLst xmlns:a="http://schemas.openxmlformats.org/drawingml/2006/main" xmlns:r="http://schemas.openxmlformats.org/officeDocument/2006/relationships" xmlns:p="http://schemas.openxmlformats.org/presentationml/2006/main">
  <p:tag name="KSO_WM_UNIT_VALUE" val="767*1285"/>
  <p:tag name="KSO_WM_UNIT_HIGHLIGHT" val="0"/>
  <p:tag name="KSO_WM_UNIT_COMPATIBLE" val="0"/>
  <p:tag name="KSO_WM_UNIT_DIAGRAM_ISNUMVISUAL" val="0"/>
  <p:tag name="KSO_WM_UNIT_DIAGRAM_ISREFERUNIT" val="0"/>
  <p:tag name="KSO_WM_UNIT_TYPE" val="d"/>
  <p:tag name="KSO_WM_UNIT_INDEX" val="1"/>
  <p:tag name="KSO_WM_UNIT_ID" val="diagram20200814_1*d*1"/>
  <p:tag name="KSO_WM_TEMPLATE_CATEGORY" val="diagram"/>
  <p:tag name="KSO_WM_TEMPLATE_INDEX" val="20200814"/>
  <p:tag name="KSO_WM_UNIT_LAYERLEVEL" val="1"/>
  <p:tag name="KSO_WM_TAG_VERSION" val="1.0"/>
  <p:tag name="KSO_WM_BEAUTIFY_FLAG" val="#wm#"/>
  <p:tag name="KSO_WM_UNIT_PLACING_PICTURE_INFO" val="{&quot;full_picture&quot;:false,&quot;last_crop_picture&quot;:&quot;2-1&quot;,&quot;selected&quot;:&quot;2-1&quot;,&quot;spacing&quot;:6}"/>
  <p:tag name="KSO_WM_UNIT_SUPPORT_UNIT_TYPE" val="[&quot;d&quot;,&quot;α&quot;,&quot;β&quot;,&quot;η&quot;]"/>
  <p:tag name="KSO_WM_UNIT_BLOCK" val="0"/>
  <p:tag name="KSO_WM_UNIT_SM_LIMIT_TYPE" val="1"/>
  <p:tag name="REFSHAPE" val="-1845928292"/>
</p:tagLst>
</file>

<file path=ppt/tags/tag1393.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点击输入大标题"/>
  <p:tag name="KSO_WM_UNIT_NOCLEAR" val="0"/>
  <p:tag name="KSO_WM_UNIT_SHOW_EDIT_AREA_INDICATION" val="1"/>
  <p:tag name="KSO_WM_UNIT_VALUE" val="13"/>
  <p:tag name="KSO_WM_UNIT_HIGHLIGHT" val="0"/>
  <p:tag name="KSO_WM_UNIT_COMPATIBLE" val="0"/>
  <p:tag name="KSO_WM_UNIT_DIAGRAM_ISNUMVISUAL" val="0"/>
  <p:tag name="KSO_WM_UNIT_DIAGRAM_ISREFERUNIT" val="0"/>
  <p:tag name="KSO_WM_UNIT_TYPE" val="a"/>
  <p:tag name="KSO_WM_UNIT_INDEX" val="1"/>
  <p:tag name="KSO_WM_UNIT_ID" val="diagram20200814_1*a*1"/>
  <p:tag name="KSO_WM_TEMPLATE_CATEGORY" val="diagram"/>
  <p:tag name="KSO_WM_TEMPLATE_INDEX" val="20200814"/>
  <p:tag name="KSO_WM_UNIT_LAYERLEVEL" val="1"/>
  <p:tag name="KSO_WM_TAG_VERSION" val="1.0"/>
  <p:tag name="KSO_WM_BEAUTIFY_FLAG" val="#wm#"/>
  <p:tag name="KSO_WM_UNIT_DEFAULT_FONT" val="32;36;4"/>
  <p:tag name="KSO_WM_UNIT_BLOCK" val="0"/>
  <p:tag name="KSO_WM_UNIT_SM_LIMIT_TYPE" val="1"/>
  <p:tag name="KSO_WM_UNIT_SMARTLAYOUT_COMPRESS_INFO" val="{&#10;    &quot;id&quot;: &quot;2020-03-30T16:33:34&quot;,&#10;    &quot;max&quot;: 3.577952755905514,&#10;    &quot;topChanged&quot;: 1.3978788163074718&#10;}&#10;"/>
  <p:tag name="KSO_WM_UNIT_TEXT_FILL_FORE_SCHEMECOLOR_INDEX_BRIGHTNESS" val="0.15"/>
  <p:tag name="KSO_WM_UNIT_TEXT_FILL_FORE_SCHEMECOLOR_INDEX" val="13"/>
  <p:tag name="KSO_WM_UNIT_TEXT_FILL_TYPE" val="1"/>
</p:tagLst>
</file>

<file path=ppt/tags/tag1394.xml><?xml version="1.0" encoding="utf-8"?>
<p:tagLst xmlns:a="http://schemas.openxmlformats.org/drawingml/2006/main" xmlns:r="http://schemas.openxmlformats.org/officeDocument/2006/relationships" xmlns:p="http://schemas.openxmlformats.org/presentationml/2006/main">
  <p:tag name="KSO_WM_UNIT_PRESET_TEXT" val="点击输入正文"/>
  <p:tag name="KSO_WM_UNIT_NOCLEAR" val="0"/>
  <p:tag name="KSO_WM_UNIT_SHOW_EDIT_AREA_INDICATION" val="1"/>
  <p:tag name="KSO_WM_UNIT_VALUE" val="260"/>
  <p:tag name="KSO_WM_UNIT_HIGHLIGHT" val="0"/>
  <p:tag name="KSO_WM_UNIT_COMPATIBLE" val="0"/>
  <p:tag name="KSO_WM_UNIT_DIAGRAM_ISNUMVISUAL" val="0"/>
  <p:tag name="KSO_WM_UNIT_DIAGRAM_ISREFERUNIT" val="0"/>
  <p:tag name="KSO_WM_UNIT_TYPE" val="f"/>
  <p:tag name="KSO_WM_UNIT_INDEX" val="1"/>
  <p:tag name="KSO_WM_UNIT_ID" val="diagram20200814_1*f*1"/>
  <p:tag name="KSO_WM_TEMPLATE_CATEGORY" val="diagram"/>
  <p:tag name="KSO_WM_TEMPLATE_INDEX" val="20200814"/>
  <p:tag name="KSO_WM_UNIT_LAYERLEVEL" val="1"/>
  <p:tag name="KSO_WM_TAG_VERSION" val="1.0"/>
  <p:tag name="KSO_WM_BEAUTIFY_FLAG" val="#wm#"/>
  <p:tag name="KSO_WM_UNIT_DEFAULT_FONT" val="14;18;2"/>
  <p:tag name="KSO_WM_UNIT_BLOCK" val="0"/>
  <p:tag name="KSO_WM_UNIT_SM_LIMIT_TYPE" val="1"/>
  <p:tag name="KSO_WM_UNIT_TEXT_FILL_FORE_SCHEMECOLOR_INDEX_BRIGHTNESS" val="0.15"/>
  <p:tag name="KSO_WM_UNIT_TEXT_FILL_FORE_SCHEMECOLOR_INDEX" val="13"/>
  <p:tag name="KSO_WM_UNIT_TEXT_FILL_TYPE" val="1"/>
</p:tagLst>
</file>

<file path=ppt/tags/tag13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0814_1*i*1"/>
  <p:tag name="KSO_WM_TEMPLATE_CATEGORY" val="diagram"/>
  <p:tag name="KSO_WM_TEMPLATE_INDEX" val="20200814"/>
  <p:tag name="KSO_WM_UNIT_LAYERLEVEL" val="1"/>
  <p:tag name="KSO_WM_TAG_VERSION" val="1.0"/>
  <p:tag name="KSO_WM_BEAUTIFY_FLAG" val="#wm#"/>
  <p:tag name="KSO_WM_UNIT_BLOCK" val="0"/>
  <p:tag name="KSO_WM_UNIT_SM_LIMIT_TYPE" val="0"/>
  <p:tag name="KSO_WM_UNIT_DECORATE_INFO" val="{&quot;DecorateInfoX&quot;:{&quot;IsLeft&quot;:false,&quot;IsRight&quot;:true,&quot;IsAbs&quot;:true},&quot;DecorateInfoY&quot;:{&quot;IsTop&quot;:false,&quot;IsBottom&quot;:true,&quot;IsAbs&quot;:true}}"/>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3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0814_1*i*2"/>
  <p:tag name="KSO_WM_TEMPLATE_CATEGORY" val="diagram"/>
  <p:tag name="KSO_WM_TEMPLATE_INDEX" val="20200814"/>
  <p:tag name="KSO_WM_UNIT_LAYERLEVEL" val="1"/>
  <p:tag name="KSO_WM_TAG_VERSION" val="1.0"/>
  <p:tag name="KSO_WM_BEAUTIFY_FLAG" val="#wm#"/>
  <p:tag name="KSO_WM_UNIT_BLOCK" val="0"/>
  <p:tag name="KSO_WM_UNIT_SM_LIMIT_TYPE" val="0"/>
  <p:tag name="KSO_WM_UNIT_DECORATE_INFO" val="{&quot;DecorateInfoX&quot;:{&quot;IsLeft&quot;:false,&quot;IsRight&quot;:true,&quot;IsAbs&quot;:true},&quot;DecorateInfoY&quot;:{&quot;IsTop&quot;:false,&quot;IsBottom&quot;:true,&quot;IsAbs&quot;:true}}"/>
  <p:tag name="KSO_WM_UNIT_LINE_FORE_SCHEMECOLOR_INDEX_BRIGHTNESS" val="0.4"/>
  <p:tag name="KSO_WM_UNIT_LINE_FORE_SCHEMECOLOR_INDEX" val="5"/>
  <p:tag name="KSO_WM_UNIT_LINE_FILL_TYPE" val="2"/>
</p:tagLst>
</file>

<file path=ppt/tags/tag13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0814_1*i*4"/>
  <p:tag name="KSO_WM_TEMPLATE_CATEGORY" val="diagram"/>
  <p:tag name="KSO_WM_TEMPLATE_INDEX" val="20200814"/>
  <p:tag name="KSO_WM_UNIT_LAYERLEVEL" val="1"/>
  <p:tag name="KSO_WM_TAG_VERSION" val="1.0"/>
  <p:tag name="KSO_WM_BEAUTIFY_FLAG" val="#wm#"/>
  <p:tag name="KSO_WM_UNIT_SM_LIMIT_TYPE" val="0"/>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3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0814_1*i*5"/>
  <p:tag name="KSO_WM_TEMPLATE_CATEGORY" val="diagram"/>
  <p:tag name="KSO_WM_TEMPLATE_INDEX" val="20200814"/>
  <p:tag name="KSO_WM_UNIT_LAYERLEVEL" val="1"/>
  <p:tag name="KSO_WM_TAG_VERSION" val="1.0"/>
  <p:tag name="KSO_WM_BEAUTIFY_FLAG" val="#wm#"/>
  <p:tag name="KSO_WM_UNIT_SM_LIMIT_TYPE" val="0"/>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399.xml><?xml version="1.0" encoding="utf-8"?>
<p:tagLst xmlns:a="http://schemas.openxmlformats.org/drawingml/2006/main" xmlns:r="http://schemas.openxmlformats.org/officeDocument/2006/relationships" xmlns:p="http://schemas.openxmlformats.org/presentationml/2006/main">
  <p:tag name="KSO_WM_UNIT_TYPE" val="d"/>
  <p:tag name="KSO_WM_UNIT_PLACING_PICTURE_INFO" val="{&quot;full_picture&quot;:false,&quot;last_crop_picture&quot;:&quot;2-1&quot;,&quot;selected&quot;:&quot;2-1&quot;,&quot;spacing&quot;:6}"/>
  <p:tag name="KSO_WM_UNIT_HIGHLIGHT" val="0"/>
  <p:tag name="KSO_WM_UNIT_COMPATIBLE" val="0"/>
  <p:tag name="KSO_WM_UNIT_DIAGRAM_ISNUMVISUAL" val="0"/>
  <p:tag name="KSO_WM_UNIT_DIAGRAM_ISREFERUNIT" val="0"/>
  <p:tag name="KSO_WM_UNIT_INDEX" val="2"/>
  <p:tag name="KSO_WM_UNIT_ID" val="diagram20200814_1*d*2"/>
  <p:tag name="KSO_WM_TEMPLATE_CATEGORY" val="diagram"/>
  <p:tag name="KSO_WM_TEMPLATE_INDEX" val="20200814"/>
  <p:tag name="KSO_WM_UNIT_LAYERLEVEL" val="1"/>
  <p:tag name="KSO_WM_TAG_VERSION" val="1.0"/>
  <p:tag name="KSO_WM_BEAUTIFY_FLAG" val="#wm#"/>
  <p:tag name="KSO_WM_UNIT_VALUE" val="767*1285"/>
  <p:tag name="KSO_WM_UNIT_SUPPORT_UNIT_TYPE" val="[&quot;d&quot;,&quot;α&quot;,&quot;β&quot;,&quot;η&quot;]"/>
  <p:tag name="KSO_WM_UNIT_BLOCK" val="0"/>
  <p:tag name="REFSHAPE" val="915502060"/>
</p:tagLst>
</file>

<file path=ppt/tags/tag14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i*2"/>
  <p:tag name="KSO_WM_UNIT_LAYERLEVEL" val="1"/>
  <p:tag name="KSO_WM_TAG_VERSION" val="1.0"/>
  <p:tag name="KSO_WM_BEAUTIFY_FLAG" val="#wm#"/>
  <p:tag name="KSO_WM_UNIT_TYPE" val="i"/>
  <p:tag name="KSO_WM_UNIT_INDEX" val="2"/>
  <p:tag name="KSO_WM_SLIDE_BACKGROUND_TYPE" val="frame"/>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4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 name="KSO_WM_SLIDE_BACKGROUND_TYPE" val="frame"/>
  <p:tag name="KSO_WM_SLIDE_BK_DARK_LIGHT" val="2"/>
  <p:tag name="KSO_WM_UNIT_FILL_FORE_SCHEMECOLOR_INDEX_BRIGHTNESS" val="0"/>
  <p:tag name="KSO_WM_UNIT_FILL_FORE_SCHEMECOLOR_INDEX" val="16"/>
  <p:tag name="KSO_WM_UNIT_FILL_TYPE" val="1"/>
  <p:tag name="KSO_WM_UNIT_TEXT_FILL_FORE_SCHEMECOLOR_INDEX_BRIGHTNESS" val="0"/>
  <p:tag name="KSO_WM_UNIT_TEXT_FILL_FORE_SCHEMECOLOR_INDEX" val="2"/>
  <p:tag name="KSO_WM_UNIT_TEXT_FILL_TYPE" val="1"/>
</p:tagLst>
</file>

<file path=ppt/tags/tag140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5105"/>
  <p:tag name="KSO_WM_TEMPLATE_THUMBS_INDEX" val="1"/>
  <p:tag name="KSO_WM_SLIDE_ID" val="diagram20205105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1086*434"/>
  <p:tag name="KSO_WM_SLIDE_POSITION" val="-63*45"/>
  <p:tag name="KSO_WM_TAG_VERSION" val="1.0"/>
  <p:tag name="KSO_WM_SLIDE_LAYOUT" val="a_f"/>
  <p:tag name="KSO_WM_SLIDE_LAYOUT_CNT" val="1_2"/>
  <p:tag name="KSO_WM_SLIDE_BK_DARK_LIGHT" val="2"/>
  <p:tag name="KSO_WM_SLIDE_BACKGROUND_TYPE" val="general"/>
</p:tagLst>
</file>

<file path=ppt/tags/tag14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2*i*1"/>
  <p:tag name="KSO_WM_UNIT_LAYERLEVEL" val="1"/>
  <p:tag name="KSO_WM_TAG_VERSION" val="1.0"/>
  <p:tag name="KSO_WM_BEAUTIFY_FLAG" val="#wm#"/>
  <p:tag name="KSO_WM_SLIDE_BACKGROUND_TYPE" val="general"/>
  <p:tag name="KSO_WM_SLIDE_BK_DARK_LIGHT" val="2"/>
</p:tagLst>
</file>

<file path=ppt/tags/tag1404.xml><?xml version="1.0" encoding="utf-8"?>
<p:tagLst xmlns:a="http://schemas.openxmlformats.org/drawingml/2006/main" xmlns:r="http://schemas.openxmlformats.org/officeDocument/2006/relationships" xmlns:p="http://schemas.openxmlformats.org/presentationml/2006/main">
  <p:tag name="KSO_WM_UNIT_TEXT_PART_ID_V2" val="a-3-1"/>
  <p:tag name="KSO_WM_UNIT_ISCONTENTSTITLE" val="0"/>
  <p:tag name="KSO_WM_UNIT_ISNUMDGMTITLE" val="0"/>
  <p:tag name="KSO_WM_UNIT_PRESET_TEXT" val="单击此处可添加您的大标题内容"/>
  <p:tag name="KSO_WM_UNIT_TEXT_PART_ID" val="2-X"/>
  <p:tag name="KSO_WM_UNIT_TEXT_PART_SIZE" val="49.2*559"/>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205105_1*a*1"/>
  <p:tag name="KSO_WM_TEMPLATE_CATEGORY" val="diagram"/>
  <p:tag name="KSO_WM_TEMPLATE_INDEX" val="20205105"/>
  <p:tag name="KSO_WM_UNIT_LAYERLEVEL" val="1"/>
  <p:tag name="KSO_WM_TAG_VERSION" val="1.0"/>
  <p:tag name="KSO_WM_BEAUTIFY_FLAG" val="#wm#"/>
  <p:tag name="KSO_WM_UNIT_TEXT_FILL_FORE_SCHEMECOLOR_INDEX_BRIGHTNESS" val="0.25"/>
  <p:tag name="KSO_WM_UNIT_TEXT_FILL_FORE_SCHEMECOLOR_INDEX" val="13"/>
  <p:tag name="KSO_WM_UNIT_TEXT_FILL_TYPE" val="1"/>
</p:tagLst>
</file>

<file path=ppt/tags/tag14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5105_1*i*1"/>
  <p:tag name="KSO_WM_TEMPLATE_CATEGORY" val="diagram"/>
  <p:tag name="KSO_WM_TEMPLATE_INDEX" val="20205105"/>
  <p:tag name="KSO_WM_UNIT_LAYERLEVEL" val="1"/>
  <p:tag name="KSO_WM_TAG_VERSION" val="1.0"/>
  <p:tag name="KSO_WM_BEAUTIFY_FLAG" val="#wm#"/>
  <p:tag name="KSO_WM_UNIT_FILL_FORE_SCHEMECOLOR_INDEX_BRIGHTNESS" val="0"/>
  <p:tag name="KSO_WM_UNIT_FILL_FORE_SCHEMECOLOR_INDEX" val="16"/>
  <p:tag name="KSO_WM_UNIT_FILL_TYPE" val="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1406.xml><?xml version="1.0" encoding="utf-8"?>
<p:tagLst xmlns:a="http://schemas.openxmlformats.org/drawingml/2006/main" xmlns:r="http://schemas.openxmlformats.org/officeDocument/2006/relationships" xmlns:p="http://schemas.openxmlformats.org/presentationml/2006/main">
  <p:tag name="KSO_WM_UNIT_TEXT_PART_ID_V2" val="d-3-2"/>
  <p:tag name="KSO_WM_UNIT_PRESET_TEXT" val="点击此处添加正文，文字是您思想的提炼，为了最终呈现发布的良好效果。&#10;请尽量言简意赅的阐述观点；根据需要可酌情增减文字以便观者可以。"/>
  <p:tag name="KSO_WM_UNIT_NOCLEAR" val="1"/>
  <p:tag name="KSO_WM_UNIT_VALUE" val="156"/>
  <p:tag name="KSO_WM_UNIT_HIGHLIGHT" val="0"/>
  <p:tag name="KSO_WM_UNIT_COMPATIBLE" val="0"/>
  <p:tag name="KSO_WM_UNIT_DIAGRAM_ISNUMVISUAL" val="0"/>
  <p:tag name="KSO_WM_UNIT_DIAGRAM_ISREFERUNIT" val="0"/>
  <p:tag name="KSO_WM_UNIT_TYPE" val="f"/>
  <p:tag name="KSO_WM_UNIT_INDEX" val="1"/>
  <p:tag name="KSO_WM_UNIT_ID" val="diagram20205105_1*f*1"/>
  <p:tag name="KSO_WM_TEMPLATE_CATEGORY" val="diagram"/>
  <p:tag name="KSO_WM_TEMPLATE_INDEX" val="20205105"/>
  <p:tag name="KSO_WM_UNIT_LAYERLEVEL" val="1"/>
  <p:tag name="KSO_WM_TAG_VERSION" val="1.0"/>
  <p:tag name="KSO_WM_BEAUTIFY_FLAG" val="#wm#"/>
  <p:tag name="KSO_WM_UNIT_TEXT_FILL_FORE_SCHEMECOLOR_INDEX_BRIGHTNESS" val="0.25"/>
  <p:tag name="KSO_WM_UNIT_TEXT_FILL_FORE_SCHEMECOLOR_INDEX" val="13"/>
  <p:tag name="KSO_WM_UNIT_TEXT_FILL_TYPE" val="1"/>
</p:tagLst>
</file>

<file path=ppt/tags/tag14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5105_1*i*2"/>
  <p:tag name="KSO_WM_TEMPLATE_CATEGORY" val="diagram"/>
  <p:tag name="KSO_WM_TEMPLATE_INDEX" val="20205105"/>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4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5105_1*i*3"/>
  <p:tag name="KSO_WM_TEMPLATE_CATEGORY" val="diagram"/>
  <p:tag name="KSO_WM_TEMPLATE_INDEX" val="20205105"/>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4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5105_1*i*4"/>
  <p:tag name="KSO_WM_TEMPLATE_CATEGORY" val="diagram"/>
  <p:tag name="KSO_WM_TEMPLATE_INDEX" val="20205105"/>
  <p:tag name="KSO_WM_UNIT_LAYERLEVEL" val="1"/>
  <p:tag name="KSO_WM_TAG_VERSION" val="1.0"/>
  <p:tag name="KSO_WM_BEAUTIFY_FLAG" val="#wm#"/>
  <p:tag name="KSO_WM_UNIT_FILL_FORE_SCHEMECOLOR_INDEX_BRIGHTNESS" val="0"/>
  <p:tag name="KSO_WM_UNIT_FILL_FORE_SCHEMECOLOR_INDEX" val="16"/>
  <p:tag name="KSO_WM_UNIT_FILL_TYPE" val="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1410.xml><?xml version="1.0" encoding="utf-8"?>
<p:tagLst xmlns:a="http://schemas.openxmlformats.org/drawingml/2006/main" xmlns:r="http://schemas.openxmlformats.org/officeDocument/2006/relationships" xmlns:p="http://schemas.openxmlformats.org/presentationml/2006/main">
  <p:tag name="KSO_WM_UNIT_TEXT_PART_ID_V2" val="d-3-2"/>
  <p:tag name="KSO_WM_UNIT_PRESET_TEXT" val="点击此处添加正文，文字是您思想的提炼，为了最终呈现发布的良好效果。&#10;请尽量言简意赅的阐述观点；根据需要可酌情增减文字以便观者可以。"/>
  <p:tag name="KSO_WM_UNIT_NOCLEAR" val="0"/>
  <p:tag name="KSO_WM_UNIT_VALUE" val="234"/>
  <p:tag name="KSO_WM_UNIT_HIGHLIGHT" val="0"/>
  <p:tag name="KSO_WM_UNIT_COMPATIBLE" val="0"/>
  <p:tag name="KSO_WM_UNIT_DIAGRAM_ISNUMVISUAL" val="0"/>
  <p:tag name="KSO_WM_UNIT_DIAGRAM_ISREFERUNIT" val="0"/>
  <p:tag name="KSO_WM_UNIT_TYPE" val="f"/>
  <p:tag name="KSO_WM_UNIT_INDEX" val="2"/>
  <p:tag name="KSO_WM_UNIT_ID" val="diagram20205105_1*f*2"/>
  <p:tag name="KSO_WM_TEMPLATE_CATEGORY" val="diagram"/>
  <p:tag name="KSO_WM_TEMPLATE_INDEX" val="20205105"/>
  <p:tag name="KSO_WM_UNIT_LAYERLEVEL" val="1"/>
  <p:tag name="KSO_WM_TAG_VERSION" val="1.0"/>
  <p:tag name="KSO_WM_BEAUTIFY_FLAG" val="#wm#"/>
  <p:tag name="KSO_WM_UNIT_TEXT_FILL_FORE_SCHEMECOLOR_INDEX_BRIGHTNESS" val="0.25"/>
  <p:tag name="KSO_WM_UNIT_TEXT_FILL_FORE_SCHEMECOLOR_INDEX" val="13"/>
  <p:tag name="KSO_WM_UNIT_TEXT_FILL_TYPE" val="1"/>
</p:tagLst>
</file>

<file path=ppt/tags/tag14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5105_1*i*5"/>
  <p:tag name="KSO_WM_TEMPLATE_CATEGORY" val="diagram"/>
  <p:tag name="KSO_WM_TEMPLATE_INDEX" val="20205105"/>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4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205105_1*i*6"/>
  <p:tag name="KSO_WM_TEMPLATE_CATEGORY" val="diagram"/>
  <p:tag name="KSO_WM_TEMPLATE_INDEX" val="20205105"/>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41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0814"/>
  <p:tag name="KSO_WM_SLIDE_ID" val="diagram20200814_1"/>
  <p:tag name="KSO_WM_TEMPLATE_SUBCATEGORY" val="11"/>
  <p:tag name="KSO_WM_TEMPLATE_MASTER_TYPE" val="0"/>
  <p:tag name="KSO_WM_TEMPLATE_COLOR_TYPE" val="1"/>
  <p:tag name="KSO_WM_SLIDE_TYPE" val="text"/>
  <p:tag name="KSO_WM_SLIDE_SUBTYPE" val="picTxt"/>
  <p:tag name="KSO_WM_SLIDE_ITEM_CNT" val="0"/>
  <p:tag name="KSO_WM_SLIDE_INDEX" val="1"/>
  <p:tag name="KSO_WM_UNIT_SHOW_EDIT_AREA_INDICATION" val="1"/>
  <p:tag name="KSO_WM_SLIDE_SIZE" val="896*444"/>
  <p:tag name="KSO_WM_SLIDE_POSITION" val="15*47"/>
  <p:tag name="KSO_WM_TAG_VERSION" val="1.0"/>
  <p:tag name="KSO_WM_SLIDE_LAYOUT" val="a_d_f"/>
  <p:tag name="KSO_WM_SLIDE_LAYOUT_CNT" val="1_2_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direction&quot;: 1,&#10;    &quot;id&quot;: &quot;2020-03-30T16:56:53&quot;,&#10;    &quot;maxSize&quot;: {&#10;        &quot;size1&quot;: 57&#10;    },&#10;    &quot;minSize&quot;: {&#10;        &quot;size1&quot;: 57&#10;    },&#10;    &quot;normalSize&quot;: {&#10;        &quot;size1&quot;: 57&#10;    },&#10;    &quot;subLayout&quot;: [&#10;        {&#10;            &quot;id&quot;: &quot;2020-03-30T16:56:53&quot;,&#10;            &quot;margin&quot;: {&#10;                &quot;bottom&quot;: 1.690000057220459,&#10;                &quot;left&quot;: 2.5399999618530273,&#10;                &quot;right&quot;: 1.6770000457763672,&#10;                &quot;top&quot;: 1.690000057220459&#10;            },&#10;            &quot;type&quot;: 0&#10;        },&#10;        {&#10;            &quot;id&quot;: &quot;2020-03-30T16:56:53&quot;,&#10;            &quot;maxSize&quot;: {&#10;                &quot;size1&quot;: 57.399999999999999&#10;            },&#10;            &quot;minSize&quot;: {&#10;                &quot;size1&quot;: 44.299999999999997&#10;            },&#10;            &quot;normalSize&quot;: {&#10;                &quot;size1&quot;: 57.399999999999991&#10;            },&#10;            &quot;subLayout&quot;: [&#10;                {&#10;                    &quot;id&quot;: &quot;2020-03-30T16:56:53&quot;,&#10;                    &quot;margin&quot;: {&#10;                        &quot;bottom&quot;: 0.29100000858306885,&#10;                        &quot;left&quot;: 0.026000002399086952,&#10;                        &quot;right&quot;: 1.690000057220459,&#10;                        &quot;top&quot;: 1.690000057220459&#10;                    },&#10;                    &quot;type&quot;: 0&#10;                },&#10;                {&#10;                    &quot;id&quot;: &quot;2020-03-30T16:56:53&quot;,&#10;                    &quot;margin&quot;: {&#10;                        &quot;bottom&quot;: 1.690000057220459,&#10;                        &quot;left&quot;: 0.026000002399086952,&#10;                        &quot;right&quot;: 1.690000057220459,&#10;                        &quot;top&quot;: 0.026000002399086952&#10;                    },&#10;                    &quot;type&quot;: 0&#10;                }&#10;            ],&#10;            &quot;type&quot;: 0&#10;        }&#10;    ],&#10;    &quot;type&quot;: 0&#10;}&#10;"/>
  <p:tag name="KSO_WM_SLIDE_CAN_ADD_NAVIGATION" val="1"/>
  <p:tag name="KSO_WM_SLIDE_BACKGROUND" val="[&quot;general&quot;,&quot;frame&quot;]"/>
  <p:tag name="KSO_WM_SLIDE_RATIO" val="1.777778"/>
  <p:tag name="KSO_WM_SLIDE_BK_DARK_LIGHT" val="2"/>
  <p:tag name="KSO_WM_SLIDE_BACKGROUND_TYPE" val="frame"/>
</p:tagLst>
</file>

<file path=ppt/tags/tag1414.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UNIT_TYPE" val="i"/>
</p:tagLst>
</file>

<file path=ppt/tags/tag1415.xml><?xml version="1.0" encoding="utf-8"?>
<p:tagLst xmlns:a="http://schemas.openxmlformats.org/drawingml/2006/main" xmlns:r="http://schemas.openxmlformats.org/officeDocument/2006/relationships" xmlns:p="http://schemas.openxmlformats.org/presentationml/2006/main">
  <p:tag name="KSO_WM_UNIT_VALUE" val="767*1285"/>
  <p:tag name="KSO_WM_UNIT_HIGHLIGHT" val="0"/>
  <p:tag name="KSO_WM_UNIT_COMPATIBLE" val="0"/>
  <p:tag name="KSO_WM_UNIT_DIAGRAM_ISNUMVISUAL" val="0"/>
  <p:tag name="KSO_WM_UNIT_DIAGRAM_ISREFERUNIT" val="0"/>
  <p:tag name="KSO_WM_UNIT_TYPE" val="d"/>
  <p:tag name="KSO_WM_UNIT_INDEX" val="1"/>
  <p:tag name="KSO_WM_UNIT_ID" val="diagram20200814_1*d*1"/>
  <p:tag name="KSO_WM_TEMPLATE_CATEGORY" val="diagram"/>
  <p:tag name="KSO_WM_TEMPLATE_INDEX" val="20200814"/>
  <p:tag name="KSO_WM_UNIT_LAYERLEVEL" val="1"/>
  <p:tag name="KSO_WM_TAG_VERSION" val="1.0"/>
  <p:tag name="KSO_WM_BEAUTIFY_FLAG" val="#wm#"/>
  <p:tag name="KSO_WM_UNIT_PLACING_PICTURE_INFO" val="{&quot;full_picture&quot;:false,&quot;last_crop_picture&quot;:&quot;2-1&quot;,&quot;selected&quot;:&quot;2-1&quot;,&quot;spacing&quot;:6}"/>
  <p:tag name="KSO_WM_UNIT_SUPPORT_UNIT_TYPE" val="[&quot;d&quot;,&quot;α&quot;,&quot;β&quot;,&quot;η&quot;]"/>
  <p:tag name="KSO_WM_UNIT_BLOCK" val="0"/>
  <p:tag name="KSO_WM_UNIT_SM_LIMIT_TYPE" val="1"/>
  <p:tag name="REFSHAPE" val="-1241998596"/>
</p:tagLst>
</file>

<file path=ppt/tags/tag1416.xml><?xml version="1.0" encoding="utf-8"?>
<p:tagLst xmlns:a="http://schemas.openxmlformats.org/drawingml/2006/main" xmlns:r="http://schemas.openxmlformats.org/officeDocument/2006/relationships" xmlns:p="http://schemas.openxmlformats.org/presentationml/2006/main">
  <p:tag name="KSO_WM_UNIT_TYPE" val="d"/>
  <p:tag name="KSO_WM_UNIT_PLACING_PICTURE_INFO" val="{&quot;full_picture&quot;:false,&quot;last_crop_picture&quot;:&quot;2-1&quot;,&quot;selected&quot;:&quot;2-1&quot;,&quot;spacing&quot;:6}"/>
  <p:tag name="KSO_WM_UNIT_HIGHLIGHT" val="0"/>
  <p:tag name="KSO_WM_UNIT_COMPATIBLE" val="0"/>
  <p:tag name="KSO_WM_UNIT_DIAGRAM_ISNUMVISUAL" val="0"/>
  <p:tag name="KSO_WM_UNIT_DIAGRAM_ISREFERUNIT" val="0"/>
  <p:tag name="KSO_WM_UNIT_INDEX" val="2"/>
  <p:tag name="KSO_WM_UNIT_ID" val="diagram20200814_1*d*2"/>
  <p:tag name="KSO_WM_TEMPLATE_CATEGORY" val="diagram"/>
  <p:tag name="KSO_WM_TEMPLATE_INDEX" val="20200814"/>
  <p:tag name="KSO_WM_UNIT_LAYERLEVEL" val="1"/>
  <p:tag name="KSO_WM_TAG_VERSION" val="1.0"/>
  <p:tag name="KSO_WM_BEAUTIFY_FLAG" val="#wm#"/>
  <p:tag name="KSO_WM_UNIT_VALUE" val="767*1285"/>
  <p:tag name="KSO_WM_UNIT_SUPPORT_UNIT_TYPE" val="[&quot;d&quot;,&quot;α&quot;,&quot;β&quot;,&quot;η&quot;]"/>
  <p:tag name="KSO_WM_UNIT_BLOCK" val="0"/>
  <p:tag name="REFSHAPE" val="-1892820436"/>
</p:tagLst>
</file>

<file path=ppt/tags/tag1417.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点击输入大标题"/>
  <p:tag name="KSO_WM_UNIT_NOCLEAR" val="0"/>
  <p:tag name="KSO_WM_UNIT_SHOW_EDIT_AREA_INDICATION" val="1"/>
  <p:tag name="KSO_WM_UNIT_VALUE" val="13"/>
  <p:tag name="KSO_WM_UNIT_HIGHLIGHT" val="0"/>
  <p:tag name="KSO_WM_UNIT_COMPATIBLE" val="0"/>
  <p:tag name="KSO_WM_UNIT_DIAGRAM_ISNUMVISUAL" val="0"/>
  <p:tag name="KSO_WM_UNIT_DIAGRAM_ISREFERUNIT" val="0"/>
  <p:tag name="KSO_WM_UNIT_TYPE" val="a"/>
  <p:tag name="KSO_WM_UNIT_INDEX" val="1"/>
  <p:tag name="KSO_WM_UNIT_ID" val="diagram20200814_1*a*1"/>
  <p:tag name="KSO_WM_TEMPLATE_CATEGORY" val="diagram"/>
  <p:tag name="KSO_WM_TEMPLATE_INDEX" val="20200814"/>
  <p:tag name="KSO_WM_UNIT_LAYERLEVEL" val="1"/>
  <p:tag name="KSO_WM_TAG_VERSION" val="1.0"/>
  <p:tag name="KSO_WM_BEAUTIFY_FLAG" val="#wm#"/>
  <p:tag name="KSO_WM_UNIT_DEFAULT_FONT" val="32;36;4"/>
  <p:tag name="KSO_WM_UNIT_BLOCK" val="0"/>
  <p:tag name="KSO_WM_UNIT_SM_LIMIT_TYPE" val="1"/>
  <p:tag name="KSO_WM_UNIT_SMARTLAYOUT_COMPRESS_INFO" val="{&#10;    &quot;id&quot;: &quot;2020-03-30T16:56:53&quot;,&#10;    &quot;max&quot;: 3.577952755905514,&#10;    &quot;topChanged&quot;: 1.7390413326893861&#10;}&#10;"/>
  <p:tag name="KSO_WM_UNIT_TEXT_FILL_FORE_SCHEMECOLOR_INDEX_BRIGHTNESS" val="0.15"/>
  <p:tag name="KSO_WM_UNIT_TEXT_FILL_FORE_SCHEMECOLOR_INDEX" val="13"/>
  <p:tag name="KSO_WM_UNIT_TEXT_FILL_TYPE" val="1"/>
</p:tagLst>
</file>

<file path=ppt/tags/tag1418.xml><?xml version="1.0" encoding="utf-8"?>
<p:tagLst xmlns:a="http://schemas.openxmlformats.org/drawingml/2006/main" xmlns:r="http://schemas.openxmlformats.org/officeDocument/2006/relationships" xmlns:p="http://schemas.openxmlformats.org/presentationml/2006/main">
  <p:tag name="KSO_WM_UNIT_PRESET_TEXT" val="点击输入正文"/>
  <p:tag name="KSO_WM_UNIT_NOCLEAR" val="0"/>
  <p:tag name="KSO_WM_UNIT_SHOW_EDIT_AREA_INDICATION" val="1"/>
  <p:tag name="KSO_WM_UNIT_VALUE" val="260"/>
  <p:tag name="KSO_WM_UNIT_HIGHLIGHT" val="0"/>
  <p:tag name="KSO_WM_UNIT_COMPATIBLE" val="0"/>
  <p:tag name="KSO_WM_UNIT_DIAGRAM_ISNUMVISUAL" val="0"/>
  <p:tag name="KSO_WM_UNIT_DIAGRAM_ISREFERUNIT" val="0"/>
  <p:tag name="KSO_WM_UNIT_TYPE" val="f"/>
  <p:tag name="KSO_WM_UNIT_INDEX" val="1"/>
  <p:tag name="KSO_WM_UNIT_ID" val="diagram20200814_1*f*1"/>
  <p:tag name="KSO_WM_TEMPLATE_CATEGORY" val="diagram"/>
  <p:tag name="KSO_WM_TEMPLATE_INDEX" val="20200814"/>
  <p:tag name="KSO_WM_UNIT_LAYERLEVEL" val="1"/>
  <p:tag name="KSO_WM_TAG_VERSION" val="1.0"/>
  <p:tag name="KSO_WM_BEAUTIFY_FLAG" val="#wm#"/>
  <p:tag name="KSO_WM_UNIT_DEFAULT_FONT" val="14;18;2"/>
  <p:tag name="KSO_WM_UNIT_BLOCK" val="0"/>
  <p:tag name="KSO_WM_UNIT_SM_LIMIT_TYPE" val="1"/>
  <p:tag name="KSO_WM_UNIT_TEXT_FILL_FORE_SCHEMECOLOR_INDEX_BRIGHTNESS" val="0.15"/>
  <p:tag name="KSO_WM_UNIT_TEXT_FILL_FORE_SCHEMECOLOR_INDEX" val="13"/>
  <p:tag name="KSO_WM_UNIT_TEXT_FILL_TYPE" val="1"/>
</p:tagLst>
</file>

<file path=ppt/tags/tag14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0814_1*i*1"/>
  <p:tag name="KSO_WM_TEMPLATE_CATEGORY" val="diagram"/>
  <p:tag name="KSO_WM_TEMPLATE_INDEX" val="20200814"/>
  <p:tag name="KSO_WM_UNIT_LAYERLEVEL" val="1"/>
  <p:tag name="KSO_WM_TAG_VERSION" val="1.0"/>
  <p:tag name="KSO_WM_BEAUTIFY_FLAG" val="#wm#"/>
  <p:tag name="KSO_WM_UNIT_BLOCK" val="0"/>
  <p:tag name="KSO_WM_UNIT_SM_LIMIT_TYPE" val="0"/>
  <p:tag name="KSO_WM_UNIT_DECORATE_INFO" val="{&quot;DecorateInfoX&quot;:{&quot;IsLeft&quot;:false,&quot;IsRight&quot;:true,&quot;IsAbs&quot;:true},&quot;DecorateInfoY&quot;:{&quot;IsTop&quot;:false,&quot;IsBottom&quot;:true,&quot;IsAbs&quot;:true}}"/>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4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0814_1*i*2"/>
  <p:tag name="KSO_WM_TEMPLATE_CATEGORY" val="diagram"/>
  <p:tag name="KSO_WM_TEMPLATE_INDEX" val="20200814"/>
  <p:tag name="KSO_WM_UNIT_LAYERLEVEL" val="1"/>
  <p:tag name="KSO_WM_TAG_VERSION" val="1.0"/>
  <p:tag name="KSO_WM_BEAUTIFY_FLAG" val="#wm#"/>
  <p:tag name="KSO_WM_UNIT_BLOCK" val="0"/>
  <p:tag name="KSO_WM_UNIT_SM_LIMIT_TYPE" val="0"/>
  <p:tag name="KSO_WM_UNIT_DECORATE_INFO" val="{&quot;DecorateInfoX&quot;:{&quot;IsLeft&quot;:false,&quot;IsRight&quot;:true,&quot;IsAbs&quot;:true},&quot;DecorateInfoY&quot;:{&quot;IsTop&quot;:false,&quot;IsBottom&quot;:true,&quot;IsAbs&quot;:true}}"/>
  <p:tag name="KSO_WM_UNIT_LINE_FORE_SCHEMECOLOR_INDEX_BRIGHTNESS" val="0.4"/>
  <p:tag name="KSO_WM_UNIT_LINE_FORE_SCHEMECOLOR_INDEX" val="5"/>
  <p:tag name="KSO_WM_UNIT_LINE_FILL_TYPE" val="2"/>
</p:tagLst>
</file>

<file path=ppt/tags/tag14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0814_1*i*4"/>
  <p:tag name="KSO_WM_TEMPLATE_CATEGORY" val="diagram"/>
  <p:tag name="KSO_WM_TEMPLATE_INDEX" val="20200814"/>
  <p:tag name="KSO_WM_UNIT_LAYERLEVEL" val="1"/>
  <p:tag name="KSO_WM_TAG_VERSION" val="1.0"/>
  <p:tag name="KSO_WM_BEAUTIFY_FLAG" val="#wm#"/>
  <p:tag name="KSO_WM_UNIT_SM_LIMIT_TYPE" val="0"/>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4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0814_1*i*5"/>
  <p:tag name="KSO_WM_TEMPLATE_CATEGORY" val="diagram"/>
  <p:tag name="KSO_WM_TEMPLATE_INDEX" val="20200814"/>
  <p:tag name="KSO_WM_UNIT_LAYERLEVEL" val="1"/>
  <p:tag name="KSO_WM_TAG_VERSION" val="1.0"/>
  <p:tag name="KSO_WM_BEAUTIFY_FLAG" val="#wm#"/>
  <p:tag name="KSO_WM_UNIT_SM_LIMIT_TYPE" val="0"/>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423.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4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i*2"/>
  <p:tag name="KSO_WM_UNIT_LAYERLEVEL" val="1"/>
  <p:tag name="KSO_WM_TAG_VERSION" val="1.0"/>
  <p:tag name="KSO_WM_BEAUTIFY_FLAG" val="#wm#"/>
  <p:tag name="KSO_WM_UNIT_TYPE" val="i"/>
  <p:tag name="KSO_WM_UNIT_INDEX" val="2"/>
  <p:tag name="KSO_WM_SLIDE_BACKGROUND_TYPE" val="frame"/>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4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 name="KSO_WM_SLIDE_BACKGROUND_TYPE" val="frame"/>
  <p:tag name="KSO_WM_SLIDE_BK_DARK_LIGHT" val="2"/>
  <p:tag name="KSO_WM_UNIT_FILL_FORE_SCHEMECOLOR_INDEX_BRIGHTNESS" val="0"/>
  <p:tag name="KSO_WM_UNIT_FILL_FORE_SCHEMECOLOR_INDEX" val="16"/>
  <p:tag name="KSO_WM_UNIT_FILL_TYPE" val="1"/>
  <p:tag name="KSO_WM_UNIT_TEXT_FILL_FORE_SCHEMECOLOR_INDEX_BRIGHTNESS" val="0"/>
  <p:tag name="KSO_WM_UNIT_TEXT_FILL_FORE_SCHEMECOLOR_INDEX" val="2"/>
  <p:tag name="KSO_WM_UNIT_TEXT_FILL_TYPE" val="1"/>
</p:tagLst>
</file>

<file path=ppt/tags/tag142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0321"/>
  <p:tag name="KSO_WM_SLIDE_ID" val="diagram20200321_1"/>
  <p:tag name="KSO_WM_TEMPLATE_SUBCATEGORY" val="11"/>
  <p:tag name="KSO_WM_SLIDE_ITEM_CNT" val="0"/>
  <p:tag name="KSO_WM_SLIDE_INDEX" val="1"/>
  <p:tag name="KSO_WM_TAG_VERSION" val="1.0"/>
  <p:tag name="KSO_WM_SLIDE_LAYOUT" val="a_d_f"/>
  <p:tag name="KSO_WM_SLIDE_LAYOUT_CNT" val="1_1_1"/>
  <p:tag name="KSO_WM_SLIDE_TYPE" val="text"/>
  <p:tag name="KSO_WM_SLIDE_SUBTYPE" val="picTxt"/>
  <p:tag name="KSO_WM_SLIDE_SIZE" val="866*458"/>
  <p:tag name="KSO_WM_SLIDE_POSITION" val="47*34"/>
  <p:tag name="KSO_WM_TEMPLATE_MASTER_TYPE" val="0"/>
  <p:tag name="KSO_WM_TEMPLATE_COLOR_TYPE" val="1"/>
  <p:tag name="KSO_WM_UNIT_SHOW_EDIT_AREA_INDICATION" val="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id&quot;: &quot;2020-03-30T17:01:59&quot;,&#10;    &quot;maxSize&quot;: {&#10;        &quot;size1&quot;: 32.799999999999997&#10;    },&#10;    &quot;minSize&quot;: {&#10;        &quot;size1&quot;: 24.600000000000001&#10;    },&#10;    &quot;normalSize&quot;: {&#10;        &quot;size1&quot;: 25.054320987654322&#10;    },&#10;    &quot;subLayout&quot;: [&#10;        {&#10;            &quot;horizontalAlign&quot;: 0,&#10;            &quot;id&quot;: &quot;2020-03-30T17:01:59&quot;,&#10;            &quot;margin&quot;: {&#10;                &quot;bottom&quot;: 1.2439998388290405,&#10;                &quot;left&quot;: 1.690000057220459,&#10;                &quot;right&quot;: 1.690000057220459,&#10;                &quot;top&quot;: 1.690000057220459&#10;            },&#10;            &quot;type&quot;: 0,&#10;            &quot;verticalAlign&quot;: 1&#10;        },&#10;        {&#10;            &quot;backgroundInfo&quot;: [&#10;                {&#10;                    &quot;bottom&quot;: 0.058357569999999998,&#10;                    &quot;bottomAbs&quot;: false,&#10;                    &quot;left&quot;: 0,&#10;                    &quot;leftAbs&quot;: false,&#10;                    &quot;right&quot;: 0,&#10;                    &quot;rightAbs&quot;: false,&#10;                    &quot;top&quot;: -0.058357569999999998,&#10;                    &quot;topAbs&quot;: false,&#10;                    &quot;type&quot;: &quot;bottomTop&quot;&#10;                }&#10;            ],&#10;            &quot;direction&quot;: 1,&#10;            &quot;id&quot;: &quot;2020-03-30T17:01:59&quot;,&#10;            &quot;maxSize&quot;: {&#10;                &quot;size1&quot;: 68.099999999999994&#10;            },&#10;            &quot;minSize&quot;: {&#10;                &quot;size1&quot;: 36.200000000000003&#10;            },&#10;            &quot;normalSize&quot;: {&#10;                &quot;size1&quot;: 56.537500000000001&#10;            },&#10;            &quot;subLayout&quot;: [&#10;                {&#10;                    &quot;horizontalAlign&quot;: 0,&#10;                    &quot;id&quot;: &quot;2020-03-30T17:01:59&quot;,&#10;                    &quot;margin&quot;: {&#10;                        &quot;bottom&quot;: 1.690000057220459,&#10;                        &quot;left&quot;: 1.7029999494552612,&#10;                        &quot;right&quot;: 1.034000039100647,&#10;                        &quot;top&quot;: 0.026000002399086952&#10;                    },&#10;                    &quot;marginOverLayout&quot;: {&#10;                        &quot;bottom&quot;: 1.690000057220459,&#10;                        &quot;left&quot;: 1.7029999494552612,&#10;                        &quot;right&quot;: 1.034000039100647,&#10;                        &quot;top&quot;: 0.026000002399086952&#10;                    },&#10;                    &quot;type&quot;: 1,&#10;                    &quot;verticalAlign&quot;: 1&#10;                },&#10;                {&#10;                    &quot;horizontalAlign&quot;: 0,&#10;                    &quot;id&quot;: &quot;2020-03-30T17:01:59&quot;,&#10;                    &quot;margin&quot;: {&#10;                        &quot;bottom&quot;: 1.690000057220459,&#10;                        &quot;left&quot;: 0.026000002399086952,&#10;                        &quot;right&quot;: 1.690000057220459,&#10;                        &quot;top&quot;: 0.026000002399086952&#10;                    },&#10;                    &quot;type&quot;: 0,&#10;                    &quot;verticalAlign&quot;: 1&#10;                }&#10;            ],&#10;            &quot;type&quot;: 0&#10;        }&#10;    ],&#10;    &quot;type&quot;: 1&#10;}&#10;"/>
  <p:tag name="KSO_WM_SLIDE_CAN_ADD_NAVIGATION" val="1"/>
  <p:tag name="KSO_WM_SLIDE_BACKGROUND" val="[&quot;general&quot;,&quot;frame&quot;,&quot;bottomTop&quot;]"/>
  <p:tag name="KSO_WM_SLIDE_RATIO" val="1.777778"/>
  <p:tag name="KSO_WM_SLIDE_BK_DARK_LIGHT" val="2"/>
  <p:tag name="KSO_WM_SLIDE_BACKGROUND_TYPE" val="bottomTop"/>
</p:tagLst>
</file>

<file path=ppt/tags/tag1427.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UNIT_TYPE" val="i"/>
</p:tagLst>
</file>

<file path=ppt/tags/tag14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 name="KSO_WM_SLIDE_BACKGROUND_TYPE" val="bottomTop"/>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429.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点击输入大标题"/>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200321_1*a*1"/>
  <p:tag name="KSO_WM_TEMPLATE_CATEGORY" val="diagram"/>
  <p:tag name="KSO_WM_TEMPLATE_INDEX" val="20200321"/>
  <p:tag name="KSO_WM_UNIT_LAYERLEVEL" val="1"/>
  <p:tag name="KSO_WM_TAG_VERSION" val="1.0"/>
  <p:tag name="KSO_WM_BEAUTIFY_FLAG" val="#wm#"/>
  <p:tag name="KSO_WM_UNIT_ISNUMDGMTITLE" val="0"/>
  <p:tag name="KSO_WM_UNIT_SHOW_EDIT_AREA_INDICATION" val="1"/>
  <p:tag name="KSO_WM_UNIT_PLACING_PICTURE_MD4" val="0"/>
  <p:tag name="KSO_WM_UNIT_DEFAULT_FONT" val="32;36;4"/>
  <p:tag name="KSO_WM_UNIT_BLOCK" val="0"/>
  <p:tag name="KSO_WM_UNIT_SM_LIMIT_TYPE" val="1"/>
  <p:tag name="KSO_WM_UNIT_SMARTLAYOUT_COMPRESS_INFO" val="{&#10;    &quot;id&quot;: &quot;2020-03-30T17:01:59&quot;,&#10;    &quot;max&quot;: 0,&#10;    &quot;parentMax&quot;: {&#10;        &quot;max&quot;: 1.8399999999999963&#10;    },&#10;    &quot;topChanged&quot;: 0&#10;}&#10;"/>
  <p:tag name="KSO_WM_UNIT_TEXT_FILL_FORE_SCHEMECOLOR_INDEX_BRIGHTNESS" val="0.25"/>
  <p:tag name="KSO_WM_UNIT_TEXT_FILL_FORE_SCHEMECOLOR_INDEX" val="13"/>
  <p:tag name="KSO_WM_UNIT_TEXT_FILL_TYPE" val="1"/>
</p:tagLst>
</file>

<file path=ppt/tags/tag1430.xml><?xml version="1.0" encoding="utf-8"?>
<p:tagLst xmlns:a="http://schemas.openxmlformats.org/drawingml/2006/main" xmlns:r="http://schemas.openxmlformats.org/officeDocument/2006/relationships" xmlns:p="http://schemas.openxmlformats.org/presentationml/2006/main">
  <p:tag name="KSO_WM_UNIT_VALUE" val="1266*2031"/>
  <p:tag name="KSO_WM_UNIT_HIGHLIGHT" val="0"/>
  <p:tag name="KSO_WM_UNIT_COMPATIBLE" val="0"/>
  <p:tag name="KSO_WM_UNIT_DIAGRAM_ISNUMVISUAL" val="0"/>
  <p:tag name="KSO_WM_UNIT_DIAGRAM_ISREFERUNIT" val="0"/>
  <p:tag name="KSO_WM_UNIT_TYPE" val="d"/>
  <p:tag name="KSO_WM_UNIT_INDEX" val="1"/>
  <p:tag name="KSO_WM_UNIT_ID" val="diagram20200321_1*d*1"/>
  <p:tag name="KSO_WM_TEMPLATE_CATEGORY" val="diagram"/>
  <p:tag name="KSO_WM_TEMPLATE_INDEX" val="20200321"/>
  <p:tag name="KSO_WM_UNIT_LAYERLEVEL" val="1"/>
  <p:tag name="KSO_WM_TAG_VERSION" val="1.0"/>
  <p:tag name="KSO_WM_BEAUTIFY_FLAG" val="#wm#"/>
  <p:tag name="KSO_WM_UNIT_PLACING_PICTURE_INFO" val="{&quot;code&quot;:&quot;[1]&quot;,&quot;full_picture&quot;:false,&quot;last_crop_picture&quot;:&quot;[1]&quot;,&quot;scheme&quot;:&quot;1-1&quot;,&quot;spacing&quot;:6}"/>
  <p:tag name="KSO_WM_UNIT_SUPPORT_UNIT_TYPE" val="[&quot;all&quot;]"/>
  <p:tag name="KSO_WM_UNIT_PLACING_PICTURE_USER_VIEWPORT" val="{&quot;height&quot;:7185.3102362204727,&quot;width&quot;:11522.322834645669}"/>
  <p:tag name="KSO_WM_UNIT_PLACING_PICTURE_USER_RELATIVERECTANGLE" val="{&quot;bottom&quot;:0.00017000000000000001,&quot;left&quot;:0,&quot;right&quot;:0,&quot;top&quot;:0.00017000000000000001}"/>
  <p:tag name="KSO_WM_UNIT_PLACING_PICTURE_COLLAGE_RELATIVERECTANGLE" val="{&quot;bottom&quot;:0.00016999999999998112,&quot;left&quot;:0,&quot;right&quot;:0,&quot;top&quot;:0.00016999999999998112}"/>
  <p:tag name="KSO_WM_UNIT_PLACING_PICTURE_COLLAGE_VIEWPORT" val="{&quot;height&quot;:7185.3102362204736,&quot;width&quot;:11522.322834645671}"/>
  <p:tag name="KSO_WM_UNIT_PLACING_PICTURE_MD4" val="0"/>
  <p:tag name="KSO_WM_UNIT_BLOCK" val="0"/>
  <p:tag name="KSO_WM_UNIT_PLACING_PICTURE" val="43839.6939084144"/>
  <p:tag name="REFSHAPE" val="-1242651716"/>
</p:tagLst>
</file>

<file path=ppt/tags/tag1431.xml><?xml version="1.0" encoding="utf-8"?>
<p:tagLst xmlns:a="http://schemas.openxmlformats.org/drawingml/2006/main" xmlns:r="http://schemas.openxmlformats.org/officeDocument/2006/relationships" xmlns:p="http://schemas.openxmlformats.org/presentationml/2006/main">
  <p:tag name="KSO_WM_UNIT_PRESET_TEXT" val="点击输入正文"/>
  <p:tag name="KSO_WM_UNIT_NOCLEAR" val="0"/>
  <p:tag name="KSO_WM_UNIT_VALUE" val="154"/>
  <p:tag name="KSO_WM_UNIT_HIGHLIGHT" val="0"/>
  <p:tag name="KSO_WM_UNIT_COMPATIBLE" val="0"/>
  <p:tag name="KSO_WM_UNIT_DIAGRAM_ISNUMVISUAL" val="0"/>
  <p:tag name="KSO_WM_UNIT_DIAGRAM_ISREFERUNIT" val="0"/>
  <p:tag name="KSO_WM_UNIT_TYPE" val="f"/>
  <p:tag name="KSO_WM_UNIT_INDEX" val="1"/>
  <p:tag name="KSO_WM_UNIT_ID" val="diagram20200321_1*f*1"/>
  <p:tag name="KSO_WM_TEMPLATE_CATEGORY" val="diagram"/>
  <p:tag name="KSO_WM_TEMPLATE_INDEX" val="20200321"/>
  <p:tag name="KSO_WM_UNIT_LAYERLEVEL" val="1"/>
  <p:tag name="KSO_WM_TAG_VERSION" val="1.0"/>
  <p:tag name="KSO_WM_BEAUTIFY_FLAG" val="#wm#"/>
  <p:tag name="KSO_WM_UNIT_SHOW_EDIT_AREA_INDICATION" val="1"/>
  <p:tag name="KSO_WM_UNIT_PLACING_PICTURE_MD4" val="0"/>
  <p:tag name="KSO_WM_UNIT_DEFAULT_FONT" val="14;18;2"/>
  <p:tag name="KSO_WM_UNIT_BLOCK" val="0"/>
  <p:tag name="KSO_WM_UNIT_TEXT_FILL_FORE_SCHEMECOLOR_INDEX_BRIGHTNESS" val="0.35"/>
  <p:tag name="KSO_WM_UNIT_TEXT_FILL_FORE_SCHEMECOLOR_INDEX" val="13"/>
  <p:tag name="KSO_WM_UNIT_TEXT_FILL_TYPE" val="1"/>
</p:tagLst>
</file>

<file path=ppt/tags/tag14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0321_1*i*2"/>
  <p:tag name="KSO_WM_TEMPLATE_CATEGORY" val="diagram"/>
  <p:tag name="KSO_WM_TEMPLATE_INDEX" val="20200321"/>
  <p:tag name="KSO_WM_UNIT_LAYERLEVEL" val="1"/>
  <p:tag name="KSO_WM_TAG_VERSION" val="1.0"/>
  <p:tag name="KSO_WM_BEAUTIFY_FLAG" val="#wm#"/>
  <p:tag name="KSO_WM_UNIT_PLACING_PICTURE_MD4" val="0"/>
  <p:tag name="KSO_WM_UNIT_SM_LIMIT_TYPE" val="1"/>
  <p:tag name="KSO_WM_UNIT_LINE_FORE_SCHEMECOLOR_INDEX_BRIGHTNESS" val="0.25"/>
  <p:tag name="KSO_WM_UNIT_LINE_FORE_SCHEMECOLOR_INDEX" val="13"/>
  <p:tag name="KSO_WM_UNIT_LINE_FILL_TYPE" val="2"/>
</p:tagLst>
</file>

<file path=ppt/tags/tag14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0321_1*i*3"/>
  <p:tag name="KSO_WM_TEMPLATE_CATEGORY" val="diagram"/>
  <p:tag name="KSO_WM_TEMPLATE_INDEX" val="20200321"/>
  <p:tag name="KSO_WM_UNIT_LAYERLEVEL" val="1"/>
  <p:tag name="KSO_WM_TAG_VERSION" val="1.0"/>
  <p:tag name="KSO_WM_BEAUTIFY_FLAG" val="#wm#"/>
  <p:tag name="KSO_WM_UNIT_PLACING_PICTURE_MD4" val="0"/>
  <p:tag name="KSO_WM_UNIT_SM_LIMIT_TYPE" val="1"/>
  <p:tag name="KSO_WM_UNIT_LINE_FORE_SCHEMECOLOR_INDEX_BRIGHTNESS" val="0.25"/>
  <p:tag name="KSO_WM_UNIT_LINE_FORE_SCHEMECOLOR_INDEX" val="13"/>
  <p:tag name="KSO_WM_UNIT_LINE_FILL_TYPE" val="2"/>
</p:tagLst>
</file>

<file path=ppt/tags/tag14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2"/>
  <p:tag name="KSO_WM_UNIT_LAYERLEVEL" val="1"/>
  <p:tag name="KSO_WM_TAG_VERSION" val="1.0"/>
  <p:tag name="KSO_WM_BEAUTIFY_FLAG" val="#wm#"/>
  <p:tag name="KSO_WM_SLIDE_BACKGROUND_TYPE" val="bottomTop"/>
  <p:tag name="KSO_WM_SLIDE_BK_DARK_LIGHT" val="2"/>
  <p:tag name="KSO_WM_UNIT_TYPE" val="i"/>
  <p:tag name="KSO_WM_UNIT_INDEX" val="2"/>
  <p:tag name="KSO_WM_UNIT_FILL_TYPE" val="1"/>
  <p:tag name="KSO_WM_UNIT_TEXT_FILL_FORE_SCHEMECOLOR_INDEX_BRIGHTNESS" val="0"/>
  <p:tag name="KSO_WM_UNIT_TEXT_FILL_FORE_SCHEMECOLOR_INDEX" val="13"/>
  <p:tag name="KSO_WM_UNIT_TEXT_FILL_TYPE" val="1"/>
</p:tagLst>
</file>

<file path=ppt/tags/tag14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3"/>
  <p:tag name="KSO_WM_UNIT_LAYERLEVEL" val="1"/>
  <p:tag name="KSO_WM_TAG_VERSION" val="1.0"/>
  <p:tag name="KSO_WM_BEAUTIFY_FLAG" val="#wm#"/>
  <p:tag name="KSO_WM_SLIDE_BACKGROUND_TYPE" val="bottomTop"/>
  <p:tag name="KSO_WM_SLIDE_BK_DARK_LIGHT" val="2"/>
  <p:tag name="KSO_WM_UNIT_TYPE" val="i"/>
  <p:tag name="KSO_WM_UNIT_INDEX" val="3"/>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4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5"/>
  <p:tag name="KSO_WM_UNIT_LAYERLEVEL" val="1"/>
  <p:tag name="KSO_WM_TAG_VERSION" val="1.0"/>
  <p:tag name="KSO_WM_BEAUTIFY_FLAG" val="#wm#"/>
  <p:tag name="KSO_WM_SLIDE_BACKGROUND_TYPE" val="bottomTop"/>
  <p:tag name="KSO_WM_SLIDE_BK_DARK_LIGHT" val="2"/>
  <p:tag name="KSO_WM_UNIT_TYPE" val="i"/>
  <p:tag name="KSO_WM_UNIT_INDEX" val="5"/>
  <p:tag name="KSO_WM_UNIT_FILL_TYPE" val="1"/>
  <p:tag name="KSO_WM_UNIT_TEXT_FILL_FORE_SCHEMECOLOR_INDEX_BRIGHTNESS" val="0"/>
  <p:tag name="KSO_WM_UNIT_TEXT_FILL_FORE_SCHEMECOLOR_INDEX" val="13"/>
  <p:tag name="KSO_WM_UNIT_TEXT_FILL_TYPE" val="1"/>
</p:tagLst>
</file>

<file path=ppt/tags/tag14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4"/>
  <p:tag name="KSO_WM_UNIT_LAYERLEVEL" val="1"/>
  <p:tag name="KSO_WM_TAG_VERSION" val="1.0"/>
  <p:tag name="KSO_WM_BEAUTIFY_FLAG" val="#wm#"/>
  <p:tag name="KSO_WM_SLIDE_BACKGROUND_TYPE" val="bottomTop"/>
  <p:tag name="KSO_WM_SLIDE_BK_DARK_LIGHT" val="2"/>
  <p:tag name="KSO_WM_UNIT_TYPE" val="i"/>
  <p:tag name="KSO_WM_UNIT_INDEX" val="4"/>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4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6"/>
  <p:tag name="KSO_WM_UNIT_LAYERLEVEL" val="1"/>
  <p:tag name="KSO_WM_TAG_VERSION" val="1.0"/>
  <p:tag name="KSO_WM_BEAUTIFY_FLAG" val="#wm#"/>
  <p:tag name="KSO_WM_SLIDE_BACKGROUND_TYPE" val="bottomTop"/>
  <p:tag name="KSO_WM_SLIDE_BK_DARK_LIGHT" val="2"/>
  <p:tag name="KSO_WM_UNIT_TYPE" val="i"/>
  <p:tag name="KSO_WM_UNIT_INDEX" val="6"/>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Lst>
</file>

<file path=ppt/tags/tag14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7"/>
  <p:tag name="KSO_WM_UNIT_LAYERLEVEL" val="1"/>
  <p:tag name="KSO_WM_TAG_VERSION" val="1.0"/>
  <p:tag name="KSO_WM_BEAUTIFY_FLAG" val="#wm#"/>
  <p:tag name="KSO_WM_SLIDE_BACKGROUND_TYPE" val="bottomTop"/>
  <p:tag name="KSO_WM_SLIDE_BK_DARK_LIGHT" val="2"/>
  <p:tag name="KSO_WM_UNIT_TYPE" val="i"/>
  <p:tag name="KSO_WM_UNIT_INDEX" val="7"/>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13"/>
  <p:tag name="KSO_WM_UNIT_TEXT_FILL_TYPE" val="1"/>
</p:tagLst>
</file>

<file path=ppt/tags/tag144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2305"/>
  <p:tag name="KSO_WM_SLIDE_ID" val="diagram20202305_1"/>
  <p:tag name="KSO_WM_TEMPLATE_SUBCATEGORY" val="11"/>
  <p:tag name="KSO_WM_SLIDE_TYPE" val="text"/>
  <p:tag name="KSO_WM_SLIDE_SUBTYPE" val="pureTxt"/>
  <p:tag name="KSO_WM_SLIDE_ITEM_CNT" val="0"/>
  <p:tag name="KSO_WM_SLIDE_INDEX" val="1"/>
  <p:tag name="KSO_WM_SLIDE_SIZE" val="960*494"/>
  <p:tag name="KSO_WM_SLIDE_POSITION" val="0*47"/>
  <p:tag name="KSO_WM_TAG_VERSION" val="1.0"/>
  <p:tag name="KSO_WM_SLIDE_LAYOUT" val="a_f_i"/>
  <p:tag name="KSO_WM_SLIDE_LAYOUT_CNT" val="1_1_1"/>
  <p:tag name="KSO_WM_TEMPLATE_MASTER_TYPE" val="0"/>
  <p:tag name="KSO_WM_TEMPLATE_COLOR_TYPE" val="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id&quot;: &quot;2020-03-30T17:04:23&quot;,&#10;    &quot;maxSize&quot;: {&#10;        &quot;size1&quot;: 22.600000000000001&#10;    },&#10;    &quot;minSize&quot;: {&#10;        &quot;size1&quot;: 22.600000000000001&#10;    },&#10;    &quot;normalSize&quot;: {&#10;        &quot;size1&quot;: 22.600000000000001&#10;    },&#10;    &quot;subLayout&quot;: [&#10;        {&#10;            &quot;id&quot;: &quot;2020-03-30T17:04:23&quot;,&#10;            &quot;margin&quot;: {&#10;                &quot;bottom&quot;: 0.82400000095367432,&#10;                &quot;left&quot;: 1.2699999809265137,&#10;                &quot;right&quot;: 1.2699999809265137,&#10;                &quot;top&quot;: 1.690000057220459&#10;            },&#10;            &quot;type&quot;: 0&#10;        },&#10;        {&#10;            &quot;backgroundInfo&quot;: [&#10;                {&#10;                    &quot;bottom&quot;: 0,&#10;                    &quot;bottomAbs&quot;: false,&#10;                    &quot;left&quot;: 0,&#10;                    &quot;leftAbs&quot;: false,&#10;                    &quot;right&quot;: 0,&#10;                    &quot;rightAbs&quot;: false,&#10;                    &quot;top&quot;: 0.30275765100000002,&#10;                    &quot;topAbs&quot;: false,&#10;                    &quot;type&quot;: &quot;topBottom&quot;&#10;                }&#10;            ],&#10;            &quot;id&quot;: &quot;2020-03-30T17:04:23&quot;,&#10;            &quot;margin&quot;: {&#10;                &quot;bottom&quot;: 2.5399999618530273,&#10;                &quot;left&quot;: 2.119999885559082,&#10;                &quot;right&quot;: 2.119999885559082,&#10;                &quot;top&quot;: 0.87599998712539673&#10;            },&#10;            &quot;type&quot;: 0&#10;        }&#10;    ],&#10;    &quot;type&quot;: 0&#10;}&#10;"/>
  <p:tag name="KSO_WM_SLIDE_CAN_ADD_NAVIGATION" val="1"/>
  <p:tag name="KSO_WM_SLIDE_BACKGROUND" val="[&quot;general&quot;,&quot;topBottom&quot;]"/>
  <p:tag name="KSO_WM_SLIDE_RATIO" val="1.777778"/>
  <p:tag name="KSO_WM_SLIDE_BK_DARK_LIGHT" val="2"/>
  <p:tag name="KSO_WM_SLIDE_BACKGROUND_TYPE" val="topBottom"/>
</p:tagLst>
</file>

<file path=ppt/tags/tag14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2"/>
  <p:tag name="KSO_WM_UNIT_LAYERLEVEL" val="1"/>
  <p:tag name="KSO_WM_TAG_VERSION" val="1.0"/>
  <p:tag name="KSO_WM_BEAUTIFY_FLAG" val="#wm#"/>
  <p:tag name="KSO_WM_SLIDE_BACKGROUND_TYPE" val="topBottom"/>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442.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UNIT_TYPE" val="i"/>
</p:tagLst>
</file>

<file path=ppt/tags/tag14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2305_1*i*4"/>
  <p:tag name="KSO_WM_TEMPLATE_CATEGORY" val="diagram"/>
  <p:tag name="KSO_WM_TEMPLATE_INDEX" val="20202305"/>
  <p:tag name="KSO_WM_UNIT_LAYERLEVEL" val="1"/>
  <p:tag name="KSO_WM_TAG_VERSION" val="1.0"/>
  <p:tag name="KSO_WM_BEAUTIFY_FLAG" val="#wm#"/>
  <p:tag name="KSO_WM_UNIT_BLOCK" val="0"/>
  <p:tag name="KSO_WM_UNIT_SM_LIMIT_TYPE" val="2"/>
  <p:tag name="KSO_WM_UNIT_DECORATE_INFO" val="{&quot;DecorateInfoX&quot;:{&quot;IsLeft&quot;:true,&quot;IsRight&quot;:false,&quot;IsAbs&quot;:true},&quot;DecorateInfoY&quot;:{&quot;IsTop&quot;:true,&quot;IsBottom&quot;:false,&quot;IsAbs&quot;:true}}"/>
  <p:tag name="KSO_WM_UNIT_PLACING_PICTURE_MD4" val="0"/>
  <p:tag name="KSO_WM_UNIT_FILL_FORE_SCHEMECOLOR_INDEX_BRIGHTNESS" val="0"/>
  <p:tag name="KSO_WM_UNIT_FILL_FORE_SCHEMECOLOR_INDEX" val="14"/>
  <p:tag name="KSO_WM_UNIT_FILL_TYPE" val="1"/>
  <p:tag name="KSO_WM_UNIT_SHADOW_SCHEMECOLOR_INDEX_BRIGHTNESS" val="0"/>
  <p:tag name="KSO_WM_UNIT_SHADOW_SCHEMECOLOR_INDEX" val="13"/>
  <p:tag name="KSO_WM_UNIT_TEXT_FILL_TYPE" val="1"/>
</p:tagLst>
</file>

<file path=ppt/tags/tag1444.xml><?xml version="1.0" encoding="utf-8"?>
<p:tagLst xmlns:a="http://schemas.openxmlformats.org/drawingml/2006/main" xmlns:r="http://schemas.openxmlformats.org/officeDocument/2006/relationships" xmlns:p="http://schemas.openxmlformats.org/presentationml/2006/main">
  <p:tag name="KSO_WM_UNIT_PRESET_TEXT" val="我们是致力于研究AI智能创作PPT的一个团队;我们潜心钻研幻灯片的演示规律与创作思路，希望通过人工智能解放用户双手，不仅高效，且精准。&#10;我们拥有金山办公软件30年的技术积累，以及一支富有研究精神，匠心做事的团队。"/>
  <p:tag name="KSO_WM_UNIT_NOCLEAR" val="0"/>
  <p:tag name="KSO_WM_UNIT_VALUE" val="564"/>
  <p:tag name="KSO_WM_UNIT_HIGHLIGHT" val="0"/>
  <p:tag name="KSO_WM_UNIT_COMPATIBLE" val="0"/>
  <p:tag name="KSO_WM_UNIT_DIAGRAM_ISNUMVISUAL" val="0"/>
  <p:tag name="KSO_WM_UNIT_DIAGRAM_ISREFERUNIT" val="0"/>
  <p:tag name="KSO_WM_UNIT_TYPE" val="f"/>
  <p:tag name="KSO_WM_UNIT_INDEX" val="1"/>
  <p:tag name="KSO_WM_UNIT_ID" val="diagram20202305_1*f*1"/>
  <p:tag name="KSO_WM_TEMPLATE_CATEGORY" val="diagram"/>
  <p:tag name="KSO_WM_TEMPLATE_INDEX" val="20202305"/>
  <p:tag name="KSO_WM_UNIT_LAYERLEVEL" val="1"/>
  <p:tag name="KSO_WM_TAG_VERSION" val="1.0"/>
  <p:tag name="KSO_WM_BEAUTIFY_FLAG" val="#wm#"/>
  <p:tag name="KSO_WM_UNIT_DEFAULT_FONT" val="16;24;2"/>
  <p:tag name="KSO_WM_UNIT_BLOCK" val="0"/>
  <p:tag name="KSO_WM_UNIT_SM_LIMIT_TYPE" val="1"/>
  <p:tag name="KSO_WM_UNIT_PLACING_PICTURE_MD4" val="0"/>
  <p:tag name="KSO_WM_UNIT_TEXT_FILL_FORE_SCHEMECOLOR_INDEX_BRIGHTNESS" val="0.35"/>
  <p:tag name="KSO_WM_UNIT_TEXT_FILL_FORE_SCHEMECOLOR_INDEX" val="13"/>
  <p:tag name="KSO_WM_UNIT_TEXT_FILL_TYPE" val="1"/>
</p:tagLst>
</file>

<file path=ppt/tags/tag14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2305_1*i*3"/>
  <p:tag name="KSO_WM_TEMPLATE_CATEGORY" val="diagram"/>
  <p:tag name="KSO_WM_TEMPLATE_INDEX" val="20202305"/>
  <p:tag name="KSO_WM_UNIT_LAYERLEVEL" val="1"/>
  <p:tag name="KSO_WM_TAG_VERSION" val="1.0"/>
  <p:tag name="KSO_WM_BEAUTIFY_FLAG" val="#wm#"/>
  <p:tag name="KSO_WM_UNIT_SM_LIMIT_TYPE" val="1"/>
  <p:tag name="KSO_WM_UNIT_PLACING_PICTURE_MD4" val="0"/>
  <p:tag name="KSO_WM_UNIT_FILL_FORE_SCHEMECOLOR_INDEX_BRIGHTNESS" val="0"/>
  <p:tag name="KSO_WM_UNIT_FILL_FORE_SCHEMECOLOR_INDEX" val="5"/>
  <p:tag name="KSO_WM_UNIT_FILL_TYPE" val="1"/>
  <p:tag name="KSO_WM_UNIT_TEXT_FILL_TYPE" val="1"/>
</p:tagLst>
</file>

<file path=ppt/tags/tag14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2305_1*i*1"/>
  <p:tag name="KSO_WM_TEMPLATE_CATEGORY" val="diagram"/>
  <p:tag name="KSO_WM_TEMPLATE_INDEX" val="20202305"/>
  <p:tag name="KSO_WM_UNIT_LAYERLEVEL" val="1"/>
  <p:tag name="KSO_WM_TAG_VERSION" val="1.0"/>
  <p:tag name="KSO_WM_BEAUTIFY_FLAG" val="#wm#"/>
  <p:tag name="KSO_WM_UNIT_TYPE" val="i"/>
  <p:tag name="KSO_WM_UNIT_INDEX" val="1"/>
  <p:tag name="KSO_WM_UNIT_BLOCK" val="0"/>
  <p:tag name="KSO_WM_UNIT_SM_LIMIT_TYPE" val="1"/>
  <p:tag name="KSO_WM_UNIT_PLACING_PICTURE_MD4" val="0"/>
  <p:tag name="KSO_WM_UNIT_FILL_FORE_SCHEMECOLOR_INDEX_BRIGHTNESS" val="0"/>
  <p:tag name="KSO_WM_UNIT_FILL_FORE_SCHEMECOLOR_INDEX" val="5"/>
  <p:tag name="KSO_WM_UNIT_FILL_TYPE" val="1"/>
  <p:tag name="KSO_WM_UNIT_TEXT_FILL_TYPE" val="1"/>
</p:tagLst>
</file>

<file path=ppt/tags/tag14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2305_1*a*1"/>
  <p:tag name="KSO_WM_TEMPLATE_CATEGORY" val="diagram"/>
  <p:tag name="KSO_WM_TEMPLATE_INDEX" val="20202305"/>
  <p:tag name="KSO_WM_UNIT_LAYERLEVEL" val="1"/>
  <p:tag name="KSO_WM_TAG_VERSION" val="1.0"/>
  <p:tag name="KSO_WM_BEAUTIFY_FLAG" val="#wm#"/>
  <p:tag name="KSO_WM_UNIT_ISCONTENTSTITLE" val="0"/>
  <p:tag name="KSO_WM_UNIT_PRESET_TEXT" val="WPS-极墨产品部"/>
  <p:tag name="KSO_WM_UNIT_NOCLEAR" val="0"/>
  <p:tag name="KSO_WM_UNIT_VALUE" val="26"/>
  <p:tag name="KSO_WM_UNIT_TYPE" val="a"/>
  <p:tag name="KSO_WM_UNIT_INDEX" val="1"/>
  <p:tag name="KSO_WM_UNIT_DEFAULT_FONT" val="32;36;4"/>
  <p:tag name="KSO_WM_UNIT_BLOCK" val="1"/>
  <p:tag name="KSO_WM_UNIT_SM_LIMIT_TYPE" val="1"/>
  <p:tag name="KSO_WM_UNIT_ISNUMDGMTITLE" val="0"/>
  <p:tag name="KSO_WM_UNIT_PLACING_PICTURE_MD4" val="0"/>
  <p:tag name="KSO_WM_UNIT_TEXT_FILL_FORE_SCHEMECOLOR_INDEX_BRIGHTNESS" val="0.25"/>
  <p:tag name="KSO_WM_UNIT_TEXT_FILL_FORE_SCHEMECOLOR_INDEX" val="13"/>
  <p:tag name="KSO_WM_UNIT_TEXT_FILL_TYPE" val="1"/>
</p:tagLst>
</file>

<file path=ppt/tags/tag1448.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449.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45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719"/>
  <p:tag name="KSO_WM_SLIDE_ID" val="diagram719_4"/>
  <p:tag name="KSO_WM_TEMPLATE_SUBCATEGORY" val="0"/>
  <p:tag name="KSO_WM_TEMPLATE_MASTER_TYPE" val="0"/>
  <p:tag name="KSO_WM_TEMPLATE_COLOR_TYPE" val="1"/>
  <p:tag name="KSO_WM_SLIDE_TYPE" val="text"/>
  <p:tag name="KSO_WM_SLIDE_SUBTYPE" val="diag"/>
  <p:tag name="KSO_WM_SLIDE_ITEM_CNT" val="5"/>
  <p:tag name="KSO_WM_SLIDE_INDEX" val="4"/>
  <p:tag name="KSO_WM_SLIDE_SIZE" val="774.99*259.5"/>
  <p:tag name="KSO_WM_SLIDE_POSITION" val="89.25*184.5"/>
  <p:tag name="KSO_WM_DIAGRAM_GROUP_CODE" val="l1-1"/>
  <p:tag name="KSO_WM_SLIDE_DIAGTYPE" val="l"/>
  <p:tag name="KSO_WM_TAG_VERSION" val="1.0"/>
  <p:tag name="KSO_WM_SLIDE_LAYOUT" val="a_l"/>
  <p:tag name="KSO_WM_SLIDE_LAYOUT_CNT" val="1_1"/>
</p:tagLst>
</file>

<file path=ppt/tags/tag1451.xml><?xml version="1.0" encoding="utf-8"?>
<p:tagLst xmlns:a="http://schemas.openxmlformats.org/drawingml/2006/main" xmlns:r="http://schemas.openxmlformats.org/officeDocument/2006/relationships" xmlns:p="http://schemas.openxmlformats.org/presentationml/2006/main">
  <p:tag name="KSO_WM_UNIT_RELATE_UNITID" val="diagram719_4*l*1"/>
  <p:tag name="KSO_WM_UNIT_ISCONTENTSTITLE" val="0"/>
  <p:tag name="KSO_WM_UNIT_NOCLEAR" val="0"/>
  <p:tag name="KSO_WM_UNIT_VALUE" val="16"/>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719_4*a*1"/>
  <p:tag name="KSO_WM_TEMPLATE_CATEGORY" val="diagram"/>
  <p:tag name="KSO_WM_TEMPLATE_INDEX" val="719"/>
  <p:tag name="KSO_WM_UNIT_LAYERLEVEL" val="1"/>
  <p:tag name="KSO_WM_TAG_VERSION" val="1.0"/>
  <p:tag name="KSO_WM_BEAUTIFY_FLAG" val="#wm#"/>
  <p:tag name="KSO_WM_UNIT_PRESET_TEXT" val="单击此处添加标题"/>
  <p:tag name="KSO_WM_UNIT_ISNUMDGMTITLE" val="0"/>
  <p:tag name="KSO_WM_UNIT_TEXT_FILL_FORE_SCHEMECOLOR_INDEX" val="13"/>
  <p:tag name="KSO_WM_UNIT_TEXT_FILL_TYPE" val="1"/>
  <p:tag name="KSO_WM_UNIT_USESOURCEFORMAT_APPLY" val="1"/>
</p:tagLst>
</file>

<file path=ppt/tags/tag1452.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LAYERLEVEL" val="1_1_1"/>
  <p:tag name="KSO_WM_TEMPLATE_INDEX" val="20187740"/>
  <p:tag name="KSO_WM_TEMPLATE_CATEGORY" val="diagram"/>
  <p:tag name="KSO_WM_UNIT_ID" val="diagram20187740_3*l_h_f*1_1_1"/>
  <p:tag name="KSO_WM_UNIT_INDEX" val="1_1_1"/>
  <p:tag name="KSO_WM_UNIT_TYPE" val="l_h_f"/>
  <p:tag name="KSO_WM_DIAGRAM_GROUP_CODE" val="l1-1"/>
  <p:tag name="KSO_WM_UNIT_DIAGRAM_ISREFERUNIT" val="0"/>
  <p:tag name="KSO_WM_UNIT_DIAGRAM_ISNUMVISUAL" val="0"/>
  <p:tag name="KSO_WM_UNIT_COMPATIBLE" val="0"/>
  <p:tag name="KSO_WM_UNIT_HIGHLIGHT" val="0"/>
  <p:tag name="KSO_WM_UNIT_VALUE" val="144"/>
  <p:tag name="KSO_WM_UNIT_NOCLEAR" val="0"/>
  <p:tag name="KSO_WM_UNIT_PRESET_TEXT" val="单击此处添加文本具体内容，简明扼要的阐述您的观点。"/>
  <p:tag name="KSO_WM_UNIT_FILL_FORE_SCHEMECOLOR_INDEX" val="14"/>
  <p:tag name="KSO_WM_UNIT_FILL_TYPE" val="1"/>
  <p:tag name="KSO_WM_UNIT_LINE_FORE_SCHEMECOLOR_INDEX" val="14"/>
  <p:tag name="KSO_WM_UNIT_LINE_FILL_TYPE" val="2"/>
  <p:tag name="KSO_WM_UNIT_TEXT_FILL_FORE_SCHEMECOLOR_INDEX" val="13"/>
  <p:tag name="KSO_WM_UNIT_TEXT_FILL_TYPE" val="1"/>
  <p:tag name="KSO_WM_UNIT_USESOURCEFORMAT_APPLY" val="1"/>
</p:tagLst>
</file>

<file path=ppt/tags/tag1453.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LAYERLEVEL" val="1_1_1"/>
  <p:tag name="KSO_WM_TEMPLATE_INDEX" val="20187740"/>
  <p:tag name="KSO_WM_TEMPLATE_CATEGORY" val="diagram"/>
  <p:tag name="KSO_WM_UNIT_ID" val="diagram20187740_3*l_h_i*1_1_8"/>
  <p:tag name="KSO_WM_UNIT_INDEX" val="1_1_8"/>
  <p:tag name="KSO_WM_UNIT_TYPE" val="l_h_i"/>
  <p:tag name="KSO_WM_DIAGRAM_GROUP_CODE" val="l1-1"/>
  <p:tag name="KSO_WM_UNIT_DIAGRAM_ISREFERUNIT" val="0"/>
  <p:tag name="KSO_WM_UNIT_DIAGRAM_ISNUMVISUAL" val="0"/>
  <p:tag name="KSO_WM_UNIT_COMPATIBLE" val="0"/>
  <p:tag name="KSO_WM_UNIT_HIGHLIGHT" val="0"/>
  <p:tag name="KSO_WM_UNIT_FILL_FORE_SCHEMECOLOR_INDEX" val="5"/>
  <p:tag name="KSO_WM_UNIT_FILL_TYPE" val="1"/>
  <p:tag name="KSO_WM_UNIT_TEXT_FILL_FORE_SCHEMECOLOR_INDEX" val="13"/>
  <p:tag name="KSO_WM_UNIT_TEXT_FILL_TYPE" val="1"/>
  <p:tag name="KSO_WM_UNIT_USESOURCEFORMAT_APPLY" val="1"/>
</p:tagLst>
</file>

<file path=ppt/tags/tag1454.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LAYERLEVEL" val="1_1_1"/>
  <p:tag name="KSO_WM_TEMPLATE_INDEX" val="20187740"/>
  <p:tag name="KSO_WM_TEMPLATE_CATEGORY" val="diagram"/>
  <p:tag name="KSO_WM_UNIT_ID" val="diagram20187740_3*l_h_i*1_1_5"/>
  <p:tag name="KSO_WM_UNIT_INDEX" val="1_1_5"/>
  <p:tag name="KSO_WM_UNIT_TYPE" val="l_h_i"/>
  <p:tag name="KSO_WM_DIAGRAM_GROUP_CODE" val="l1-1"/>
  <p:tag name="KSO_WM_UNIT_DIAGRAM_ISREFERUNIT" val="0"/>
  <p:tag name="KSO_WM_UNIT_DIAGRAM_ISNUMVISUAL" val="0"/>
  <p:tag name="KSO_WM_UNIT_COMPATIBLE" val="0"/>
  <p:tag name="KSO_WM_UNIT_HIGHLIGHT" val="0"/>
  <p:tag name="KSO_WM_UNIT_FILL_FORE_SCHEMECOLOR_INDEX" val="5"/>
  <p:tag name="KSO_WM_UNIT_FILL_TYPE" val="1"/>
  <p:tag name="KSO_WM_UNIT_TEXT_FILL_FORE_SCHEMECOLOR_INDEX" val="13"/>
  <p:tag name="KSO_WM_UNIT_TEXT_FILL_TYPE" val="1"/>
  <p:tag name="KSO_WM_UNIT_USESOURCEFORMAT_APPLY" val="1"/>
</p:tagLst>
</file>

<file path=ppt/tags/tag1455.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LAYERLEVEL" val="1_1_1"/>
  <p:tag name="KSO_WM_TEMPLATE_INDEX" val="20187740"/>
  <p:tag name="KSO_WM_TEMPLATE_CATEGORY" val="diagram"/>
  <p:tag name="KSO_WM_UNIT_ID" val="diagram20187740_3*l_h_a*1_1_1"/>
  <p:tag name="KSO_WM_UNIT_INDEX" val="1_1_1"/>
  <p:tag name="KSO_WM_UNIT_TYPE" val="l_h_a"/>
  <p:tag name="KSO_WM_DIAGRAM_GROUP_CODE" val="l1-1"/>
  <p:tag name="KSO_WM_UNIT_DIAGRAM_ISREFERUNIT" val="0"/>
  <p:tag name="KSO_WM_UNIT_DIAGRAM_ISNUMVISUAL" val="0"/>
  <p:tag name="KSO_WM_UNIT_COMPATIBLE" val="0"/>
  <p:tag name="KSO_WM_UNIT_HIGHLIGHT" val="0"/>
  <p:tag name="KSO_WM_UNIT_VALUE" val="22"/>
  <p:tag name="KSO_WM_UNIT_NOCLEAR" val="0"/>
  <p:tag name="KSO_WM_UNIT_PRESET_TEXT" val="添加标题"/>
  <p:tag name="KSO_WM_UNIT_ISCONTENTSTITLE" val="0"/>
  <p:tag name="KSO_WM_UNIT_TEXT_FILL_FORE_SCHEMECOLOR_INDEX" val="13"/>
  <p:tag name="KSO_WM_UNIT_TEXT_FILL_TYPE" val="1"/>
  <p:tag name="KSO_WM_UNIT_USESOURCEFORMAT_APPLY" val="1"/>
</p:tagLst>
</file>

<file path=ppt/tags/tag1456.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LAYERLEVEL" val="1_1_1"/>
  <p:tag name="KSO_WM_TEMPLATE_INDEX" val="20187740"/>
  <p:tag name="KSO_WM_TEMPLATE_CATEGORY" val="diagram"/>
  <p:tag name="KSO_WM_UNIT_ID" val="diagram20187740_3*l_h_f*1_2_1"/>
  <p:tag name="KSO_WM_UNIT_INDEX" val="1_2_1"/>
  <p:tag name="KSO_WM_UNIT_TYPE" val="l_h_f"/>
  <p:tag name="KSO_WM_DIAGRAM_GROUP_CODE" val="l1-1"/>
  <p:tag name="KSO_WM_UNIT_DIAGRAM_ISREFERUNIT" val="0"/>
  <p:tag name="KSO_WM_UNIT_DIAGRAM_ISNUMVISUAL" val="0"/>
  <p:tag name="KSO_WM_UNIT_COMPATIBLE" val="0"/>
  <p:tag name="KSO_WM_UNIT_HIGHLIGHT" val="0"/>
  <p:tag name="KSO_WM_UNIT_VALUE" val="144"/>
  <p:tag name="KSO_WM_UNIT_NOCLEAR" val="0"/>
  <p:tag name="KSO_WM_UNIT_PRESET_TEXT" val="单击此处添加文本具体内容，简明扼要的阐述您的观点。"/>
  <p:tag name="KSO_WM_UNIT_FILL_FORE_SCHEMECOLOR_INDEX" val="14"/>
  <p:tag name="KSO_WM_UNIT_FILL_TYPE" val="1"/>
  <p:tag name="KSO_WM_UNIT_LINE_FORE_SCHEMECOLOR_INDEX" val="14"/>
  <p:tag name="KSO_WM_UNIT_LINE_FILL_TYPE" val="2"/>
  <p:tag name="KSO_WM_UNIT_TEXT_FILL_FORE_SCHEMECOLOR_INDEX" val="13"/>
  <p:tag name="KSO_WM_UNIT_TEXT_FILL_TYPE" val="1"/>
  <p:tag name="KSO_WM_UNIT_USESOURCEFORMAT_APPLY" val="1"/>
</p:tagLst>
</file>

<file path=ppt/tags/tag1457.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LAYERLEVEL" val="1_1_1"/>
  <p:tag name="KSO_WM_TEMPLATE_INDEX" val="20187740"/>
  <p:tag name="KSO_WM_TEMPLATE_CATEGORY" val="diagram"/>
  <p:tag name="KSO_WM_UNIT_ID" val="diagram20187740_3*l_h_i*1_2_8"/>
  <p:tag name="KSO_WM_UNIT_INDEX" val="1_2_8"/>
  <p:tag name="KSO_WM_UNIT_TYPE" val="l_h_i"/>
  <p:tag name="KSO_WM_DIAGRAM_GROUP_CODE" val="l1-1"/>
  <p:tag name="KSO_WM_UNIT_DIAGRAM_ISREFERUNIT" val="0"/>
  <p:tag name="KSO_WM_UNIT_DIAGRAM_ISNUMVISUAL" val="0"/>
  <p:tag name="KSO_WM_UNIT_COMPATIBLE" val="0"/>
  <p:tag name="KSO_WM_UNIT_HIGHLIGHT" val="0"/>
  <p:tag name="KSO_WM_UNIT_FILL_FORE_SCHEMECOLOR_INDEX" val="5"/>
  <p:tag name="KSO_WM_UNIT_FILL_TYPE" val="1"/>
  <p:tag name="KSO_WM_UNIT_TEXT_FILL_FORE_SCHEMECOLOR_INDEX" val="13"/>
  <p:tag name="KSO_WM_UNIT_TEXT_FILL_TYPE" val="1"/>
  <p:tag name="KSO_WM_UNIT_USESOURCEFORMAT_APPLY" val="1"/>
</p:tagLst>
</file>

<file path=ppt/tags/tag1458.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LAYERLEVEL" val="1_1_1"/>
  <p:tag name="KSO_WM_TEMPLATE_INDEX" val="20187740"/>
  <p:tag name="KSO_WM_TEMPLATE_CATEGORY" val="diagram"/>
  <p:tag name="KSO_WM_UNIT_ID" val="diagram20187740_3*l_h_i*1_2_5"/>
  <p:tag name="KSO_WM_UNIT_INDEX" val="1_2_5"/>
  <p:tag name="KSO_WM_UNIT_TYPE" val="l_h_i"/>
  <p:tag name="KSO_WM_DIAGRAM_GROUP_CODE" val="l1-1"/>
  <p:tag name="KSO_WM_UNIT_DIAGRAM_ISREFERUNIT" val="0"/>
  <p:tag name="KSO_WM_UNIT_DIAGRAM_ISNUMVISUAL" val="0"/>
  <p:tag name="KSO_WM_UNIT_COMPATIBLE" val="0"/>
  <p:tag name="KSO_WM_UNIT_HIGHLIGHT" val="0"/>
  <p:tag name="KSO_WM_UNIT_FILL_FORE_SCHEMECOLOR_INDEX" val="6"/>
  <p:tag name="KSO_WM_UNIT_FILL_TYPE" val="1"/>
  <p:tag name="KSO_WM_UNIT_TEXT_FILL_FORE_SCHEMECOLOR_INDEX" val="13"/>
  <p:tag name="KSO_WM_UNIT_TEXT_FILL_TYPE" val="1"/>
  <p:tag name="KSO_WM_UNIT_USESOURCEFORMAT_APPLY" val="1"/>
</p:tagLst>
</file>

<file path=ppt/tags/tag1459.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LAYERLEVEL" val="1_1_1"/>
  <p:tag name="KSO_WM_TEMPLATE_INDEX" val="20187740"/>
  <p:tag name="KSO_WM_TEMPLATE_CATEGORY" val="diagram"/>
  <p:tag name="KSO_WM_UNIT_ID" val="diagram20187740_3*l_h_a*1_2_1"/>
  <p:tag name="KSO_WM_UNIT_INDEX" val="1_2_1"/>
  <p:tag name="KSO_WM_UNIT_TYPE" val="l_h_a"/>
  <p:tag name="KSO_WM_DIAGRAM_GROUP_CODE" val="l1-1"/>
  <p:tag name="KSO_WM_UNIT_DIAGRAM_ISREFERUNIT" val="0"/>
  <p:tag name="KSO_WM_UNIT_DIAGRAM_ISNUMVISUAL" val="0"/>
  <p:tag name="KSO_WM_UNIT_COMPATIBLE" val="0"/>
  <p:tag name="KSO_WM_UNIT_HIGHLIGHT" val="0"/>
  <p:tag name="KSO_WM_UNIT_VALUE" val="22"/>
  <p:tag name="KSO_WM_UNIT_NOCLEAR" val="0"/>
  <p:tag name="KSO_WM_UNIT_PRESET_TEXT" val="添加标题"/>
  <p:tag name="KSO_WM_UNIT_ISCONTENTSTITLE" val="0"/>
  <p:tag name="KSO_WM_UNIT_TEXT_FILL_FORE_SCHEMECOLOR_INDEX" val="13"/>
  <p:tag name="KSO_WM_UNIT_TEXT_FILL_TYPE" val="1"/>
  <p:tag name="KSO_WM_UNIT_USESOURCEFORMAT_APPLY" val="1"/>
</p:tagLst>
</file>

<file path=ppt/tags/tag1460.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LAYERLEVEL" val="1_1_1"/>
  <p:tag name="KSO_WM_TEMPLATE_INDEX" val="20187740"/>
  <p:tag name="KSO_WM_TEMPLATE_CATEGORY" val="diagram"/>
  <p:tag name="KSO_WM_UNIT_ID" val="diagram20187740_3*l_h_f*1_3_1"/>
  <p:tag name="KSO_WM_UNIT_INDEX" val="1_3_1"/>
  <p:tag name="KSO_WM_UNIT_TYPE" val="l_h_f"/>
  <p:tag name="KSO_WM_DIAGRAM_GROUP_CODE" val="l1-1"/>
  <p:tag name="KSO_WM_UNIT_DIAGRAM_ISREFERUNIT" val="0"/>
  <p:tag name="KSO_WM_UNIT_DIAGRAM_ISNUMVISUAL" val="0"/>
  <p:tag name="KSO_WM_UNIT_COMPATIBLE" val="0"/>
  <p:tag name="KSO_WM_UNIT_HIGHLIGHT" val="0"/>
  <p:tag name="KSO_WM_UNIT_VALUE" val="144"/>
  <p:tag name="KSO_WM_UNIT_NOCLEAR" val="0"/>
  <p:tag name="KSO_WM_UNIT_PRESET_TEXT" val="单击此处添加文本具体内容，简明扼要的阐述您的观点。"/>
  <p:tag name="KSO_WM_UNIT_FILL_FORE_SCHEMECOLOR_INDEX" val="14"/>
  <p:tag name="KSO_WM_UNIT_FILL_TYPE" val="1"/>
  <p:tag name="KSO_WM_UNIT_LINE_FORE_SCHEMECOLOR_INDEX" val="14"/>
  <p:tag name="KSO_WM_UNIT_LINE_FILL_TYPE" val="2"/>
  <p:tag name="KSO_WM_UNIT_TEXT_FILL_FORE_SCHEMECOLOR_INDEX" val="13"/>
  <p:tag name="KSO_WM_UNIT_TEXT_FILL_TYPE" val="1"/>
  <p:tag name="KSO_WM_UNIT_USESOURCEFORMAT_APPLY" val="1"/>
</p:tagLst>
</file>

<file path=ppt/tags/tag1461.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LAYERLEVEL" val="1_1_1"/>
  <p:tag name="KSO_WM_TEMPLATE_INDEX" val="20187740"/>
  <p:tag name="KSO_WM_TEMPLATE_CATEGORY" val="diagram"/>
  <p:tag name="KSO_WM_UNIT_ID" val="diagram20187740_3*l_h_i*1_3_8"/>
  <p:tag name="KSO_WM_UNIT_INDEX" val="1_3_8"/>
  <p:tag name="KSO_WM_UNIT_TYPE" val="l_h_i"/>
  <p:tag name="KSO_WM_DIAGRAM_GROUP_CODE" val="l1-1"/>
  <p:tag name="KSO_WM_UNIT_DIAGRAM_ISREFERUNIT" val="0"/>
  <p:tag name="KSO_WM_UNIT_DIAGRAM_ISNUMVISUAL" val="0"/>
  <p:tag name="KSO_WM_UNIT_COMPATIBLE" val="0"/>
  <p:tag name="KSO_WM_UNIT_HIGHLIGHT" val="0"/>
  <p:tag name="KSO_WM_UNIT_FILL_FORE_SCHEMECOLOR_INDEX" val="5"/>
  <p:tag name="KSO_WM_UNIT_FILL_TYPE" val="1"/>
  <p:tag name="KSO_WM_UNIT_TEXT_FILL_FORE_SCHEMECOLOR_INDEX" val="13"/>
  <p:tag name="KSO_WM_UNIT_TEXT_FILL_TYPE" val="1"/>
  <p:tag name="KSO_WM_UNIT_USESOURCEFORMAT_APPLY" val="1"/>
</p:tagLst>
</file>

<file path=ppt/tags/tag1462.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LAYERLEVEL" val="1_1_1"/>
  <p:tag name="KSO_WM_TEMPLATE_INDEX" val="20187740"/>
  <p:tag name="KSO_WM_TEMPLATE_CATEGORY" val="diagram"/>
  <p:tag name="KSO_WM_UNIT_ID" val="diagram20187740_3*l_h_i*1_3_5"/>
  <p:tag name="KSO_WM_UNIT_INDEX" val="1_3_5"/>
  <p:tag name="KSO_WM_UNIT_TYPE" val="l_h_i"/>
  <p:tag name="KSO_WM_DIAGRAM_GROUP_CODE" val="l1-1"/>
  <p:tag name="KSO_WM_UNIT_DIAGRAM_ISREFERUNIT" val="0"/>
  <p:tag name="KSO_WM_UNIT_DIAGRAM_ISNUMVISUAL" val="0"/>
  <p:tag name="KSO_WM_UNIT_COMPATIBLE" val="0"/>
  <p:tag name="KSO_WM_UNIT_HIGHLIGHT" val="0"/>
  <p:tag name="KSO_WM_UNIT_FILL_FORE_SCHEMECOLOR_INDEX" val="7"/>
  <p:tag name="KSO_WM_UNIT_FILL_TYPE" val="1"/>
  <p:tag name="KSO_WM_UNIT_TEXT_FILL_FORE_SCHEMECOLOR_INDEX" val="13"/>
  <p:tag name="KSO_WM_UNIT_TEXT_FILL_TYPE" val="1"/>
  <p:tag name="KSO_WM_UNIT_USESOURCEFORMAT_APPLY" val="1"/>
</p:tagLst>
</file>

<file path=ppt/tags/tag1463.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LAYERLEVEL" val="1_1_1"/>
  <p:tag name="KSO_WM_TEMPLATE_INDEX" val="20187740"/>
  <p:tag name="KSO_WM_TEMPLATE_CATEGORY" val="diagram"/>
  <p:tag name="KSO_WM_UNIT_ID" val="diagram20187740_3*l_h_a*1_3_1"/>
  <p:tag name="KSO_WM_UNIT_INDEX" val="1_3_1"/>
  <p:tag name="KSO_WM_UNIT_TYPE" val="l_h_a"/>
  <p:tag name="KSO_WM_DIAGRAM_GROUP_CODE" val="l1-1"/>
  <p:tag name="KSO_WM_UNIT_DIAGRAM_ISREFERUNIT" val="0"/>
  <p:tag name="KSO_WM_UNIT_DIAGRAM_ISNUMVISUAL" val="0"/>
  <p:tag name="KSO_WM_UNIT_COMPATIBLE" val="0"/>
  <p:tag name="KSO_WM_UNIT_HIGHLIGHT" val="0"/>
  <p:tag name="KSO_WM_UNIT_VALUE" val="22"/>
  <p:tag name="KSO_WM_UNIT_NOCLEAR" val="0"/>
  <p:tag name="KSO_WM_UNIT_PRESET_TEXT" val="添加标题"/>
  <p:tag name="KSO_WM_UNIT_ISCONTENTSTITLE" val="0"/>
  <p:tag name="KSO_WM_UNIT_TEXT_FILL_FORE_SCHEMECOLOR_INDEX" val="13"/>
  <p:tag name="KSO_WM_UNIT_TEXT_FILL_TYPE" val="1"/>
  <p:tag name="KSO_WM_UNIT_USESOURCEFORMAT_APPLY" val="1"/>
</p:tagLst>
</file>

<file path=ppt/tags/tag1464.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LAYERLEVEL" val="1_1_1"/>
  <p:tag name="KSO_WM_TEMPLATE_INDEX" val="20187740"/>
  <p:tag name="KSO_WM_TEMPLATE_CATEGORY" val="diagram"/>
  <p:tag name="KSO_WM_UNIT_ID" val="diagram20187740_3*l_h_f*1_4_1"/>
  <p:tag name="KSO_WM_UNIT_INDEX" val="1_4_1"/>
  <p:tag name="KSO_WM_UNIT_TYPE" val="l_h_f"/>
  <p:tag name="KSO_WM_DIAGRAM_GROUP_CODE" val="l1-1"/>
  <p:tag name="KSO_WM_UNIT_DIAGRAM_ISREFERUNIT" val="0"/>
  <p:tag name="KSO_WM_UNIT_DIAGRAM_ISNUMVISUAL" val="0"/>
  <p:tag name="KSO_WM_UNIT_COMPATIBLE" val="0"/>
  <p:tag name="KSO_WM_UNIT_HIGHLIGHT" val="0"/>
  <p:tag name="KSO_WM_UNIT_VALUE" val="144"/>
  <p:tag name="KSO_WM_UNIT_NOCLEAR" val="0"/>
  <p:tag name="KSO_WM_UNIT_PRESET_TEXT" val="单击此处添加文本具体内容，简明扼要的阐述您的观点。"/>
  <p:tag name="KSO_WM_UNIT_FILL_FORE_SCHEMECOLOR_INDEX" val="14"/>
  <p:tag name="KSO_WM_UNIT_FILL_TYPE" val="1"/>
  <p:tag name="KSO_WM_UNIT_LINE_FORE_SCHEMECOLOR_INDEX" val="14"/>
  <p:tag name="KSO_WM_UNIT_LINE_FILL_TYPE" val="2"/>
  <p:tag name="KSO_WM_UNIT_TEXT_FILL_FORE_SCHEMECOLOR_INDEX" val="13"/>
  <p:tag name="KSO_WM_UNIT_TEXT_FILL_TYPE" val="1"/>
  <p:tag name="KSO_WM_UNIT_USESOURCEFORMAT_APPLY" val="1"/>
</p:tagLst>
</file>

<file path=ppt/tags/tag1465.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LAYERLEVEL" val="1_1_1"/>
  <p:tag name="KSO_WM_TEMPLATE_INDEX" val="20187740"/>
  <p:tag name="KSO_WM_TEMPLATE_CATEGORY" val="diagram"/>
  <p:tag name="KSO_WM_UNIT_ID" val="diagram20187740_3*l_h_i*1_4_8"/>
  <p:tag name="KSO_WM_UNIT_INDEX" val="1_4_8"/>
  <p:tag name="KSO_WM_UNIT_TYPE" val="l_h_i"/>
  <p:tag name="KSO_WM_DIAGRAM_GROUP_CODE" val="l1-1"/>
  <p:tag name="KSO_WM_UNIT_DIAGRAM_ISREFERUNIT" val="0"/>
  <p:tag name="KSO_WM_UNIT_DIAGRAM_ISNUMVISUAL" val="0"/>
  <p:tag name="KSO_WM_UNIT_COMPATIBLE" val="0"/>
  <p:tag name="KSO_WM_UNIT_HIGHLIGHT" val="0"/>
  <p:tag name="KSO_WM_UNIT_FILL_FORE_SCHEMECOLOR_INDEX" val="8"/>
  <p:tag name="KSO_WM_UNIT_FILL_TYPE" val="1"/>
  <p:tag name="KSO_WM_UNIT_TEXT_FILL_FORE_SCHEMECOLOR_INDEX" val="13"/>
  <p:tag name="KSO_WM_UNIT_TEXT_FILL_TYPE" val="1"/>
  <p:tag name="KSO_WM_UNIT_USESOURCEFORMAT_APPLY" val="1"/>
</p:tagLst>
</file>

<file path=ppt/tags/tag1466.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LAYERLEVEL" val="1_1_1"/>
  <p:tag name="KSO_WM_TEMPLATE_INDEX" val="20187740"/>
  <p:tag name="KSO_WM_TEMPLATE_CATEGORY" val="diagram"/>
  <p:tag name="KSO_WM_UNIT_ID" val="diagram20187740_3*l_h_i*1_4_5"/>
  <p:tag name="KSO_WM_UNIT_INDEX" val="1_4_5"/>
  <p:tag name="KSO_WM_UNIT_TYPE" val="l_h_i"/>
  <p:tag name="KSO_WM_DIAGRAM_GROUP_CODE" val="l1-1"/>
  <p:tag name="KSO_WM_UNIT_DIAGRAM_ISREFERUNIT" val="0"/>
  <p:tag name="KSO_WM_UNIT_DIAGRAM_ISNUMVISUAL" val="0"/>
  <p:tag name="KSO_WM_UNIT_COMPATIBLE" val="0"/>
  <p:tag name="KSO_WM_UNIT_HIGHLIGHT" val="0"/>
  <p:tag name="KSO_WM_UNIT_FILL_FORE_SCHEMECOLOR_INDEX" val="8"/>
  <p:tag name="KSO_WM_UNIT_FILL_TYPE" val="1"/>
  <p:tag name="KSO_WM_UNIT_TEXT_FILL_FORE_SCHEMECOLOR_INDEX" val="13"/>
  <p:tag name="KSO_WM_UNIT_TEXT_FILL_TYPE" val="1"/>
  <p:tag name="KSO_WM_UNIT_USESOURCEFORMAT_APPLY" val="1"/>
</p:tagLst>
</file>

<file path=ppt/tags/tag1467.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LAYERLEVEL" val="1_1_1"/>
  <p:tag name="KSO_WM_TEMPLATE_INDEX" val="20187740"/>
  <p:tag name="KSO_WM_TEMPLATE_CATEGORY" val="diagram"/>
  <p:tag name="KSO_WM_UNIT_ID" val="diagram20187740_3*l_h_a*1_4_1"/>
  <p:tag name="KSO_WM_UNIT_INDEX" val="1_4_1"/>
  <p:tag name="KSO_WM_UNIT_TYPE" val="l_h_a"/>
  <p:tag name="KSO_WM_DIAGRAM_GROUP_CODE" val="l1-1"/>
  <p:tag name="KSO_WM_UNIT_DIAGRAM_ISREFERUNIT" val="0"/>
  <p:tag name="KSO_WM_UNIT_DIAGRAM_ISNUMVISUAL" val="0"/>
  <p:tag name="KSO_WM_UNIT_COMPATIBLE" val="0"/>
  <p:tag name="KSO_WM_UNIT_HIGHLIGHT" val="0"/>
  <p:tag name="KSO_WM_UNIT_VALUE" val="22"/>
  <p:tag name="KSO_WM_UNIT_NOCLEAR" val="0"/>
  <p:tag name="KSO_WM_UNIT_PRESET_TEXT" val="添加标题"/>
  <p:tag name="KSO_WM_UNIT_ISCONTENTSTITLE" val="0"/>
  <p:tag name="KSO_WM_UNIT_TEXT_FILL_FORE_SCHEMECOLOR_INDEX" val="13"/>
  <p:tag name="KSO_WM_UNIT_TEXT_FILL_TYPE" val="1"/>
  <p:tag name="KSO_WM_UNIT_USESOURCEFORMAT_APPLY" val="1"/>
</p:tagLst>
</file>

<file path=ppt/tags/tag1468.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LAYERLEVEL" val="1_1_1"/>
  <p:tag name="KSO_WM_TEMPLATE_INDEX" val="20187740"/>
  <p:tag name="KSO_WM_TEMPLATE_CATEGORY" val="diagram"/>
  <p:tag name="KSO_WM_UNIT_ID" val="diagram20187740_3*l_h_f*1_5_1"/>
  <p:tag name="KSO_WM_UNIT_INDEX" val="1_5_1"/>
  <p:tag name="KSO_WM_UNIT_TYPE" val="l_h_f"/>
  <p:tag name="KSO_WM_DIAGRAM_GROUP_CODE" val="l1-1"/>
  <p:tag name="KSO_WM_UNIT_DIAGRAM_ISREFERUNIT" val="0"/>
  <p:tag name="KSO_WM_UNIT_DIAGRAM_ISNUMVISUAL" val="0"/>
  <p:tag name="KSO_WM_UNIT_COMPATIBLE" val="0"/>
  <p:tag name="KSO_WM_UNIT_HIGHLIGHT" val="0"/>
  <p:tag name="KSO_WM_UNIT_VALUE" val="144"/>
  <p:tag name="KSO_WM_UNIT_NOCLEAR" val="0"/>
  <p:tag name="KSO_WM_UNIT_PRESET_TEXT" val="单击此处添加文本具体内容，简明扼要的阐述您的观点。"/>
  <p:tag name="KSO_WM_UNIT_FILL_FORE_SCHEMECOLOR_INDEX" val="14"/>
  <p:tag name="KSO_WM_UNIT_FILL_TYPE" val="1"/>
  <p:tag name="KSO_WM_UNIT_LINE_FORE_SCHEMECOLOR_INDEX" val="14"/>
  <p:tag name="KSO_WM_UNIT_LINE_FILL_TYPE" val="2"/>
  <p:tag name="KSO_WM_UNIT_TEXT_FILL_FORE_SCHEMECOLOR_INDEX" val="13"/>
  <p:tag name="KSO_WM_UNIT_TEXT_FILL_TYPE" val="1"/>
  <p:tag name="KSO_WM_UNIT_USESOURCEFORMAT_APPLY" val="1"/>
</p:tagLst>
</file>

<file path=ppt/tags/tag1469.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LAYERLEVEL" val="1_1_1"/>
  <p:tag name="KSO_WM_TEMPLATE_INDEX" val="20187740"/>
  <p:tag name="KSO_WM_TEMPLATE_CATEGORY" val="diagram"/>
  <p:tag name="KSO_WM_UNIT_ID" val="diagram20187740_3*l_h_i*1_5_8"/>
  <p:tag name="KSO_WM_UNIT_INDEX" val="1_5_8"/>
  <p:tag name="KSO_WM_UNIT_TYPE" val="l_h_i"/>
  <p:tag name="KSO_WM_DIAGRAM_GROUP_CODE" val="l1-1"/>
  <p:tag name="KSO_WM_UNIT_DIAGRAM_ISREFERUNIT" val="0"/>
  <p:tag name="KSO_WM_UNIT_DIAGRAM_ISNUMVISUAL" val="0"/>
  <p:tag name="KSO_WM_UNIT_COMPATIBLE" val="0"/>
  <p:tag name="KSO_WM_UNIT_HIGHLIGHT" val="0"/>
  <p:tag name="KSO_WM_UNIT_FILL_FORE_SCHEMECOLOR_INDEX" val="8"/>
  <p:tag name="KSO_WM_UNIT_FILL_TYPE" val="1"/>
  <p:tag name="KSO_WM_UNIT_TEXT_FILL_FORE_SCHEMECOLOR_INDEX" val="13"/>
  <p:tag name="KSO_WM_UNIT_TEXT_FILL_TYPE" val="1"/>
  <p:tag name="KSO_WM_UNIT_USESOURCEFORMAT_APPLY" val="1"/>
</p:tagLst>
</file>

<file path=ppt/tags/tag1470.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LAYERLEVEL" val="1_1_1"/>
  <p:tag name="KSO_WM_TEMPLATE_INDEX" val="20187740"/>
  <p:tag name="KSO_WM_TEMPLATE_CATEGORY" val="diagram"/>
  <p:tag name="KSO_WM_UNIT_ID" val="diagram20187740_3*l_h_i*1_5_5"/>
  <p:tag name="KSO_WM_UNIT_INDEX" val="1_5_5"/>
  <p:tag name="KSO_WM_UNIT_TYPE" val="l_h_i"/>
  <p:tag name="KSO_WM_DIAGRAM_GROUP_CODE" val="l1-1"/>
  <p:tag name="KSO_WM_UNIT_DIAGRAM_ISREFERUNIT" val="0"/>
  <p:tag name="KSO_WM_UNIT_DIAGRAM_ISNUMVISUAL" val="0"/>
  <p:tag name="KSO_WM_UNIT_COMPATIBLE" val="0"/>
  <p:tag name="KSO_WM_UNIT_HIGHLIGHT" val="0"/>
  <p:tag name="KSO_WM_UNIT_FILL_FORE_SCHEMECOLOR_INDEX" val="9"/>
  <p:tag name="KSO_WM_UNIT_FILL_TYPE" val="1"/>
  <p:tag name="KSO_WM_UNIT_TEXT_FILL_FORE_SCHEMECOLOR_INDEX" val="13"/>
  <p:tag name="KSO_WM_UNIT_TEXT_FILL_TYPE" val="1"/>
  <p:tag name="KSO_WM_UNIT_USESOURCEFORMAT_APPLY" val="1"/>
</p:tagLst>
</file>

<file path=ppt/tags/tag1471.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LAYERLEVEL" val="1_1_1"/>
  <p:tag name="KSO_WM_TEMPLATE_INDEX" val="20187740"/>
  <p:tag name="KSO_WM_TEMPLATE_CATEGORY" val="diagram"/>
  <p:tag name="KSO_WM_UNIT_ID" val="diagram20187740_3*l_h_a*1_5_1"/>
  <p:tag name="KSO_WM_UNIT_INDEX" val="1_5_1"/>
  <p:tag name="KSO_WM_UNIT_TYPE" val="l_h_a"/>
  <p:tag name="KSO_WM_DIAGRAM_GROUP_CODE" val="l1-1"/>
  <p:tag name="KSO_WM_UNIT_DIAGRAM_ISREFERUNIT" val="0"/>
  <p:tag name="KSO_WM_UNIT_DIAGRAM_ISNUMVISUAL" val="0"/>
  <p:tag name="KSO_WM_UNIT_COMPATIBLE" val="0"/>
  <p:tag name="KSO_WM_UNIT_HIGHLIGHT" val="0"/>
  <p:tag name="KSO_WM_UNIT_VALUE" val="22"/>
  <p:tag name="KSO_WM_UNIT_NOCLEAR" val="0"/>
  <p:tag name="KSO_WM_UNIT_PRESET_TEXT" val="添加标题"/>
  <p:tag name="KSO_WM_UNIT_ISCONTENTSTITLE" val="0"/>
  <p:tag name="KSO_WM_UNIT_TEXT_FILL_FORE_SCHEMECOLOR_INDEX" val="13"/>
  <p:tag name="KSO_WM_UNIT_TEXT_FILL_TYPE" val="1"/>
  <p:tag name="KSO_WM_UNIT_USESOURCEFORMAT_APPLY" val="1"/>
</p:tagLst>
</file>

<file path=ppt/tags/tag147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0863"/>
  <p:tag name="KSO_WM_SLIDE_ID" val="diagram20200863_1"/>
  <p:tag name="KSO_WM_TEMPLATE_SUBCATEGORY" val="11"/>
  <p:tag name="KSO_WM_SLIDE_TYPE" val="text"/>
  <p:tag name="KSO_WM_SLIDE_SUBTYPE" val="pureTxt"/>
  <p:tag name="KSO_WM_SLIDE_ITEM_CNT" val="0"/>
  <p:tag name="KSO_WM_SLIDE_INDEX" val="1"/>
  <p:tag name="KSO_WM_UNIT_SHOW_EDIT_AREA_INDICATION" val="1"/>
  <p:tag name="KSO_WM_SLIDE_SIZE" val="864*444"/>
  <p:tag name="KSO_WM_SLIDE_POSITION" val="47*47"/>
  <p:tag name="KSO_WM_TAG_VERSION" val="1.0"/>
  <p:tag name="KSO_WM_SLIDE_LAYOUT" val="a_f_i"/>
  <p:tag name="KSO_WM_SLIDE_LAYOUT_CNT" val="1_1_1"/>
  <p:tag name="KSO_WM_TEMPLATE_MASTER_TYPE" val="0"/>
  <p:tag name="KSO_WM_TEMPLATE_COLOR_TYPE" val="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088713914199999994,&#10;            &quot;bottomAbs&quot;: false,&#10;            &quot;left&quot;: 0.0499010831,&#10;            &quot;leftAbs&quot;: false,&#10;            &quot;right&quot;: 0.0499010831,&#10;            &quot;rightAbs&quot;: false,&#10;            &quot;top&quot;: 0.088713914199999994,&#10;            &quot;topAbs&quot;: false,&#10;            &quot;type&quot;: &quot;belt&quot;&#10;        },&#10;        {&#10;            &quot;bottom&quot;: 0,&#10;            &quot;bottomAbs&quot;: false,&#10;            &quot;left&quot;: 0,&#10;            &quot;leftAbs&quot;: false,&#10;            &quot;right&quot;: 0,&#10;            &quot;rightAbs&quot;: false,&#10;            &quot;top&quot;: 0,&#10;            &quot;topAbs&quot;: false,&#10;            &quot;type&quot;: &quot;frame&quot;&#10;        }&#10;    ],&#10;    &quot;horizontalAlign&quot;: 1,&#10;    &quot;id&quot;: &quot;2020-03-30T17:21:59&quot;,&#10;    &quot;maxSize&quot;: {&#10;        &quot;size1&quot;: 6.7000000000000002&#10;    },&#10;    &quot;minSize&quot;: {&#10;        &quot;size1&quot;: 6.7000000000000002&#10;    },&#10;    &quot;normalSize&quot;: {&#10;        &quot;size1&quot;: 6.7000000000000002&#10;    },&#10;    &quot;subLayout&quot;: [&#10;        {&#10;            &quot;id&quot;: &quot;2020-03-30T17:21:59&quot;,&#10;            &quot;type&quot;: 0&#10;        },&#10;        {&#10;            &quot;id&quot;: &quot;2020-03-30T17:21:59&quot;,&#10;            &quot;margin&quot;: {&#10;                &quot;bottom&quot;: 2.5399999618530273,&#10;                &quot;left&quot;: 2.5399999618530273,&#10;                &quot;right&quot;: 2.5399999618530273,&#10;                &quot;top&quot;: 1.2699999809265137&#10;            },&#10;            &quot;type&quot;: 0&#10;        }&#10;    ],&#10;    &quot;type&quot;: 0,&#10;    &quot;verticalAlign&quot;: 1&#10;}&#10;"/>
  <p:tag name="KSO_WM_SLIDE_CAN_ADD_NAVIGATION" val="1"/>
  <p:tag name="KSO_WM_SLIDE_BACKGROUND" val="[&quot;general&quot;,&quot;belt&quot;,&quot;frame&quot;]"/>
  <p:tag name="KSO_WM_SLIDE_RATIO" val="1.777778"/>
  <p:tag name="KSO_WM_SLIDE_BK_DARK_LIGHT" val="2"/>
  <p:tag name="KSO_WM_SLIDE_BACKGROUND_TYPE" val="belt"/>
</p:tagLst>
</file>

<file path=ppt/tags/tag14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 name="KSO_WM_SLIDE_BACKGROUND_TYPE" val="belt"/>
  <p:tag name="KSO_WM_SLIDE_BK_DARK_LIGHT" val="2"/>
  <p:tag name="KSO_WM_UNIT_FILL_FORE_SCHEMECOLOR_INDEX_BRIGHTNESS" val="0"/>
  <p:tag name="KSO_WM_UNIT_FILL_FORE_SCHEMECOLOR_INDEX" val="16"/>
  <p:tag name="KSO_WM_UNIT_FILL_TYPE" val="1"/>
  <p:tag name="KSO_WM_UNIT_TEXT_FILL_FORE_SCHEMECOLOR_INDEX_BRIGHTNESS" val="0"/>
  <p:tag name="KSO_WM_UNIT_TEXT_FILL_FORE_SCHEMECOLOR_INDEX" val="2"/>
  <p:tag name="KSO_WM_UNIT_TEXT_FILL_TYPE" val="1"/>
</p:tagLst>
</file>

<file path=ppt/tags/tag1474.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UNIT_TYPE" val="i"/>
</p:tagLst>
</file>

<file path=ppt/tags/tag1475.xml><?xml version="1.0" encoding="utf-8"?>
<p:tagLst xmlns:a="http://schemas.openxmlformats.org/drawingml/2006/main" xmlns:r="http://schemas.openxmlformats.org/officeDocument/2006/relationships" xmlns:p="http://schemas.openxmlformats.org/presentationml/2006/main">
  <p:tag name="KSO_WM_UNIT_PRESET_TEXT" val="点击输入正文"/>
  <p:tag name="KSO_WM_UNIT_NOCLEAR" val="0"/>
  <p:tag name="KSO_WM_UNIT_SHOW_EDIT_AREA_INDICATION" val="1"/>
  <p:tag name="KSO_WM_UNIT_VALUE" val="156"/>
  <p:tag name="KSO_WM_UNIT_HIGHLIGHT" val="0"/>
  <p:tag name="KSO_WM_UNIT_COMPATIBLE" val="0"/>
  <p:tag name="KSO_WM_UNIT_DIAGRAM_ISNUMVISUAL" val="0"/>
  <p:tag name="KSO_WM_UNIT_DIAGRAM_ISREFERUNIT" val="0"/>
  <p:tag name="KSO_WM_UNIT_TYPE" val="f"/>
  <p:tag name="KSO_WM_UNIT_INDEX" val="1"/>
  <p:tag name="KSO_WM_UNIT_ID" val="diagram20200863_1*f*1"/>
  <p:tag name="KSO_WM_TEMPLATE_CATEGORY" val="diagram"/>
  <p:tag name="KSO_WM_TEMPLATE_INDEX" val="20200863"/>
  <p:tag name="KSO_WM_UNIT_LAYERLEVEL" val="1"/>
  <p:tag name="KSO_WM_TAG_VERSION" val="1.0"/>
  <p:tag name="KSO_WM_BEAUTIFY_FLAG" val="#wm#"/>
  <p:tag name="KSO_WM_UNIT_DEFAULT_FONT" val="14;18;2"/>
  <p:tag name="KSO_WM_UNIT_BLOCK" val="0"/>
  <p:tag name="KSO_WM_UNIT_SMARTLAYOUT_COMPRESS_INFO" val="{&#10;    &quot;id&quot;: &quot;2020-03-30T17:21:59&quot;,&#10;    &quot;max&quot;: 7.5403937007874049,&#10;    &quot;topChanged&quot;: 3.7617698753926883&#10;}&#10;"/>
  <p:tag name="KSO_WM_UNIT_TEXT_FILL_FORE_SCHEMECOLOR_INDEX_BRIGHTNESS" val="0.35"/>
  <p:tag name="KSO_WM_UNIT_TEXT_FILL_FORE_SCHEMECOLOR_INDEX" val="13"/>
  <p:tag name="KSO_WM_UNIT_TEXT_FILL_TYPE" val="1"/>
</p:tagLst>
</file>

<file path=ppt/tags/tag1476.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点击输入大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200863_1*a*1"/>
  <p:tag name="KSO_WM_TEMPLATE_CATEGORY" val="diagram"/>
  <p:tag name="KSO_WM_TEMPLATE_INDEX" val="20200863"/>
  <p:tag name="KSO_WM_UNIT_LAYERLEVEL" val="1"/>
  <p:tag name="KSO_WM_TAG_VERSION" val="1.0"/>
  <p:tag name="KSO_WM_BEAUTIFY_FLAG" val="#wm#"/>
  <p:tag name="KSO_WM_UNIT_DEFAULT_FONT" val="40;60;4"/>
  <p:tag name="KSO_WM_UNIT_BLOCK" val="0"/>
  <p:tag name="KSO_WM_UNIT_ISNUMDGMTITLE" val="0"/>
  <p:tag name="KSO_WM_UNIT_SMARTLAYOUT_COMPRESS_INFO" val="{&#10;    &quot;id&quot;: &quot;2020-03-30T17:21:59&quot;,&#10;    &quot;max&quot;: 3.5328346456692827,&#10;    &quot;topChanged&quot;: 1.8492297810111569&#10;}&#10;"/>
  <p:tag name="KSO_WM_UNIT_TEXT_FILL_FORE_SCHEMECOLOR_INDEX_BRIGHTNESS" val="0.15"/>
  <p:tag name="KSO_WM_UNIT_TEXT_FILL_FORE_SCHEMECOLOR_INDEX" val="13"/>
  <p:tag name="KSO_WM_UNIT_TEXT_FILL_TYPE" val="1"/>
</p:tagLst>
</file>

<file path=ppt/tags/tag14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0863_1*i*1"/>
  <p:tag name="KSO_WM_TEMPLATE_CATEGORY" val="diagram"/>
  <p:tag name="KSO_WM_TEMPLATE_INDEX" val="20200863"/>
  <p:tag name="KSO_WM_UNIT_LAYERLEVEL" val="1"/>
  <p:tag name="KSO_WM_TAG_VERSION" val="1.0"/>
  <p:tag name="KSO_WM_BEAUTIFY_FLAG" val="#wm#"/>
  <p:tag name="KSO_WM_UNIT_BLOCK" val="0"/>
  <p:tag name="KSO_WM_UNIT_SM_LIMIT_TYPE" val="0"/>
  <p:tag name="KSO_WM_UNIT_FILL_FORE_SCHEMECOLOR_INDEX_BRIGHTNESS" val="0"/>
  <p:tag name="KSO_WM_UNIT_FILL_FORE_SCHEMECOLOR_INDEX" val="5"/>
  <p:tag name="KSO_WM_UNIT_FILL_TYPE" val="1"/>
  <p:tag name="KSO_WM_UNIT_TEXT_FILL_TYPE" val="1"/>
</p:tagLst>
</file>

<file path=ppt/tags/tag1478.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479.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4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2"/>
  <p:tag name="KSO_WM_UNIT_LAYERLEVEL" val="1"/>
  <p:tag name="KSO_WM_TAG_VERSION" val="1.0"/>
  <p:tag name="KSO_WM_BEAUTIFY_FLAG" val="#wm#"/>
  <p:tag name="KSO_WM_SLIDE_BACKGROUND_TYPE" val="belt"/>
  <p:tag name="KSO_WM_SLIDE_BK_DARK_LIGHT" val="2"/>
  <p:tag name="KSO_WM_UNIT_TYPE" val="i"/>
  <p:tag name="KSO_WM_UNIT_INDEX" val="2"/>
  <p:tag name="KSO_WM_UNIT_FILL_TYPE" val="1"/>
  <p:tag name="KSO_WM_UNIT_TEXT_FILL_FORE_SCHEMECOLOR_INDEX_BRIGHTNESS" val="0"/>
  <p:tag name="KSO_WM_UNIT_TEXT_FILL_FORE_SCHEMECOLOR_INDEX" val="13"/>
  <p:tag name="KSO_WM_UNIT_TEXT_FILL_TYPE" val="1"/>
</p:tagLst>
</file>

<file path=ppt/tags/tag14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3"/>
  <p:tag name="KSO_WM_UNIT_LAYERLEVEL" val="1"/>
  <p:tag name="KSO_WM_TAG_VERSION" val="1.0"/>
  <p:tag name="KSO_WM_BEAUTIFY_FLAG" val="#wm#"/>
  <p:tag name="KSO_WM_SLIDE_BACKGROUND_TYPE" val="belt"/>
  <p:tag name="KSO_WM_SLIDE_BK_DARK_LIGHT" val="2"/>
  <p:tag name="KSO_WM_UNIT_TYPE" val="i"/>
  <p:tag name="KSO_WM_UNIT_INDEX" val="3"/>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4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5"/>
  <p:tag name="KSO_WM_UNIT_LAYERLEVEL" val="1"/>
  <p:tag name="KSO_WM_TAG_VERSION" val="1.0"/>
  <p:tag name="KSO_WM_BEAUTIFY_FLAG" val="#wm#"/>
  <p:tag name="KSO_WM_SLIDE_BACKGROUND_TYPE" val="belt"/>
  <p:tag name="KSO_WM_SLIDE_BK_DARK_LIGHT" val="2"/>
  <p:tag name="KSO_WM_UNIT_TYPE" val="i"/>
  <p:tag name="KSO_WM_UNIT_INDEX" val="5"/>
  <p:tag name="KSO_WM_UNIT_FILL_TYPE" val="1"/>
  <p:tag name="KSO_WM_UNIT_TEXT_FILL_FORE_SCHEMECOLOR_INDEX_BRIGHTNESS" val="0"/>
  <p:tag name="KSO_WM_UNIT_TEXT_FILL_FORE_SCHEMECOLOR_INDEX" val="13"/>
  <p:tag name="KSO_WM_UNIT_TEXT_FILL_TYPE" val="1"/>
</p:tagLst>
</file>

<file path=ppt/tags/tag14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4"/>
  <p:tag name="KSO_WM_UNIT_LAYERLEVEL" val="1"/>
  <p:tag name="KSO_WM_TAG_VERSION" val="1.0"/>
  <p:tag name="KSO_WM_BEAUTIFY_FLAG" val="#wm#"/>
  <p:tag name="KSO_WM_SLIDE_BACKGROUND_TYPE" val="belt"/>
  <p:tag name="KSO_WM_SLIDE_BK_DARK_LIGHT" val="2"/>
  <p:tag name="KSO_WM_UNIT_TYPE" val="i"/>
  <p:tag name="KSO_WM_UNIT_INDEX" val="4"/>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4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6"/>
  <p:tag name="KSO_WM_UNIT_LAYERLEVEL" val="1"/>
  <p:tag name="KSO_WM_TAG_VERSION" val="1.0"/>
  <p:tag name="KSO_WM_BEAUTIFY_FLAG" val="#wm#"/>
  <p:tag name="KSO_WM_SLIDE_BACKGROUND_TYPE" val="belt"/>
  <p:tag name="KSO_WM_SLIDE_BK_DARK_LIGHT" val="2"/>
  <p:tag name="KSO_WM_UNIT_TYPE" val="i"/>
  <p:tag name="KSO_WM_UNIT_INDEX" val="6"/>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Lst>
</file>

<file path=ppt/tags/tag14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7"/>
  <p:tag name="KSO_WM_UNIT_LAYERLEVEL" val="1"/>
  <p:tag name="KSO_WM_TAG_VERSION" val="1.0"/>
  <p:tag name="KSO_WM_BEAUTIFY_FLAG" val="#wm#"/>
  <p:tag name="KSO_WM_SLIDE_BACKGROUND_TYPE" val="belt"/>
  <p:tag name="KSO_WM_SLIDE_BK_DARK_LIGHT" val="2"/>
  <p:tag name="KSO_WM_UNIT_TYPE" val="i"/>
  <p:tag name="KSO_WM_UNIT_INDEX" val="7"/>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13"/>
  <p:tag name="KSO_WM_UNIT_TEXT_FILL_TYPE" val="1"/>
</p:tagLst>
</file>

<file path=ppt/tags/tag148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91678"/>
  <p:tag name="KSO_WM_SLIDE_ID" val="diagram20191678_4"/>
  <p:tag name="KSO_WM_TEMPLATE_SUBCATEGORY" val="0"/>
  <p:tag name="KSO_WM_SLIDE_TYPE" val="text"/>
  <p:tag name="KSO_WM_SLIDE_SUBTYPE" val="diag"/>
  <p:tag name="KSO_WM_SLIDE_ITEM_CNT" val="5"/>
  <p:tag name="KSO_WM_SLIDE_INDEX" val="4"/>
  <p:tag name="KSO_WM_SLIDE_SIZE" val="897.966*192.6"/>
  <p:tag name="KSO_WM_SLIDE_POSITION" val="31.0168*279"/>
  <p:tag name="KSO_WM_DIAGRAM_GROUP_CODE" val="l1-1"/>
  <p:tag name="KSO_WM_SLIDE_DIAGTYPE" val="l"/>
  <p:tag name="KSO_WM_TAG_VERSION" val="1.0"/>
  <p:tag name="KSO_WM_SLIDE_LAYOUT" val="a_b_l"/>
  <p:tag name="KSO_WM_SLIDE_LAYOUT_CNT" val="1_1_1"/>
  <p:tag name="KSO_WM_TEMPLATE_MASTER_TYPE" val="0"/>
  <p:tag name="KSO_WM_TEMPLATE_COLOR_TYPE" val="0"/>
</p:tagLst>
</file>

<file path=ppt/tags/tag14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diagram20191678_4*i*1"/>
  <p:tag name="KSO_WM_TEMPLATE_CATEGORY" val="diagram"/>
  <p:tag name="KSO_WM_TEMPLATE_INDEX" val="20191678"/>
  <p:tag name="KSO_WM_UNIT_LAYERLEVEL" val="1"/>
  <p:tag name="KSO_WM_TAG_VERSION" val="1.0"/>
  <p:tag name="KSO_WM_BEAUTIFY_FLAG" val="#wm#"/>
  <p:tag name="KSO_WM_UNIT_FILL_FORE_SCHEMECOLOR_INDEX" val="13"/>
  <p:tag name="KSO_WM_UNIT_FILL_TYPE" val="1"/>
  <p:tag name="KSO_WM_UNIT_TEXT_FILL_FORE_SCHEMECOLOR_INDEX" val="2"/>
  <p:tag name="KSO_WM_UNIT_TEXT_FILL_TYPE" val="1"/>
  <p:tag name="KSO_WM_UNIT_USESOURCEFORMAT_APPLY" val="1"/>
</p:tagLst>
</file>

<file path=ppt/tags/tag14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diagram20191678_4*i*2"/>
  <p:tag name="KSO_WM_TEMPLATE_CATEGORY" val="diagram"/>
  <p:tag name="KSO_WM_TEMPLATE_INDEX" val="20191678"/>
  <p:tag name="KSO_WM_UNIT_LAYERLEVEL" val="1"/>
  <p:tag name="KSO_WM_TAG_VERSION" val="1.0"/>
  <p:tag name="KSO_WM_BEAUTIFY_FLAG" val="#wm#"/>
  <p:tag name="KSO_WM_UNIT_USESOURCEFORMAT_APPLY" val="1"/>
</p:tagLst>
</file>

<file path=ppt/tags/tag14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191678_4*l_h_i*1_2_2"/>
  <p:tag name="KSO_WM_TEMPLATE_CATEGORY" val="diagram"/>
  <p:tag name="KSO_WM_TEMPLATE_INDEX" val="20191678"/>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4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191678_4*l_h_i*1_1_2"/>
  <p:tag name="KSO_WM_TEMPLATE_CATEGORY" val="diagram"/>
  <p:tag name="KSO_WM_TEMPLATE_INDEX" val="20191678"/>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4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191678_4*l_h_i*1_3_2"/>
  <p:tag name="KSO_WM_TEMPLATE_CATEGORY" val="diagram"/>
  <p:tag name="KSO_WM_TEMPLATE_INDEX" val="20191678"/>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4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20191678_4*l_h_i*1_4_2"/>
  <p:tag name="KSO_WM_TEMPLATE_CATEGORY" val="diagram"/>
  <p:tag name="KSO_WM_TEMPLATE_INDEX" val="20191678"/>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4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5_2"/>
  <p:tag name="KSO_WM_UNIT_ID" val="diagram20191678_4*l_h_i*1_5_2"/>
  <p:tag name="KSO_WM_TEMPLATE_CATEGORY" val="diagram"/>
  <p:tag name="KSO_WM_TEMPLATE_INDEX" val="20191678"/>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4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191678_4*l_h_i*1_2_1"/>
  <p:tag name="KSO_WM_TEMPLATE_CATEGORY" val="diagram"/>
  <p:tag name="KSO_WM_TEMPLATE_INDEX" val="2019167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495.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添加小标题"/>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191678_4*l_h_a*1_2_1"/>
  <p:tag name="KSO_WM_TEMPLATE_CATEGORY" val="diagram"/>
  <p:tag name="KSO_WM_TEMPLATE_INDEX" val="2019167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4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191678_4*l_h_i*1_1_1"/>
  <p:tag name="KSO_WM_TEMPLATE_CATEGORY" val="diagram"/>
  <p:tag name="KSO_WM_TEMPLATE_INDEX" val="2019167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497.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添加小标题"/>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191678_4*l_h_a*1_1_1"/>
  <p:tag name="KSO_WM_TEMPLATE_CATEGORY" val="diagram"/>
  <p:tag name="KSO_WM_TEMPLATE_INDEX" val="2019167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4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191678_4*l_h_i*1_3_1"/>
  <p:tag name="KSO_WM_TEMPLATE_CATEGORY" val="diagram"/>
  <p:tag name="KSO_WM_TEMPLATE_INDEX" val="2019167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499.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添加小标题"/>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191678_4*l_h_a*1_3_1"/>
  <p:tag name="KSO_WM_TEMPLATE_CATEGORY" val="diagram"/>
  <p:tag name="KSO_WM_TEMPLATE_INDEX" val="2019167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5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191678_4*l_h_i*1_4_1"/>
  <p:tag name="KSO_WM_TEMPLATE_CATEGORY" val="diagram"/>
  <p:tag name="KSO_WM_TEMPLATE_INDEX" val="2019167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501.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添加小标题"/>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191678_4*l_h_a*1_4_1"/>
  <p:tag name="KSO_WM_TEMPLATE_CATEGORY" val="diagram"/>
  <p:tag name="KSO_WM_TEMPLATE_INDEX" val="2019167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5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5_1"/>
  <p:tag name="KSO_WM_UNIT_ID" val="diagram20191678_4*l_h_i*1_5_1"/>
  <p:tag name="KSO_WM_TEMPLATE_CATEGORY" val="diagram"/>
  <p:tag name="KSO_WM_TEMPLATE_INDEX" val="2019167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503.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添加小标题"/>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l_h_a"/>
  <p:tag name="KSO_WM_UNIT_INDEX" val="1_5_1"/>
  <p:tag name="KSO_WM_UNIT_ID" val="diagram20191678_4*l_h_a*1_5_1"/>
  <p:tag name="KSO_WM_TEMPLATE_CATEGORY" val="diagram"/>
  <p:tag name="KSO_WM_TEMPLATE_INDEX" val="2019167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504.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点击此处输入副标题的具体文本内容"/>
  <p:tag name="KSO_WM_UNIT_NOCLEAR" val="0"/>
  <p:tag name="KSO_WM_UNIT_VALUE" val="24"/>
  <p:tag name="KSO_WM_UNIT_HIGHLIGHT" val="0"/>
  <p:tag name="KSO_WM_UNIT_COMPATIBLE" val="0"/>
  <p:tag name="KSO_WM_UNIT_DIAGRAM_ISNUMVISUAL" val="0"/>
  <p:tag name="KSO_WM_UNIT_DIAGRAM_ISREFERUNIT" val="0"/>
  <p:tag name="KSO_WM_DIAGRAM_GROUP_CODE" val="l1-1"/>
  <p:tag name="KSO_WM_UNIT_TYPE" val="b"/>
  <p:tag name="KSO_WM_UNIT_INDEX" val="1"/>
  <p:tag name="KSO_WM_UNIT_ID" val="diagram20191678_4*b*1"/>
  <p:tag name="KSO_WM_TEMPLATE_CATEGORY" val="diagram"/>
  <p:tag name="KSO_WM_TEMPLATE_INDEX" val="20191678"/>
  <p:tag name="KSO_WM_UNIT_LAYERLEVEL" val="1"/>
  <p:tag name="KSO_WM_TAG_VERSION" val="1.0"/>
  <p:tag name="KSO_WM_BEAUTIFY_FLAG" val="#wm#"/>
  <p:tag name="KSO_WM_UNIT_TEXT_FILL_FORE_SCHEMECOLOR_INDEX" val="14"/>
  <p:tag name="KSO_WM_UNIT_TEXT_FILL_TYPE" val="1"/>
  <p:tag name="KSO_WM_UNIT_USESOURCEFORMAT_APPLY" val="1"/>
</p:tagLst>
</file>

<file path=ppt/tags/tag1505.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添加标题"/>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191678_4*a*1"/>
  <p:tag name="KSO_WM_TEMPLATE_CATEGORY" val="diagram"/>
  <p:tag name="KSO_WM_TEMPLATE_INDEX" val="20191678"/>
  <p:tag name="KSO_WM_UNIT_LAYERLEVEL" val="1"/>
  <p:tag name="KSO_WM_TAG_VERSION" val="1.0"/>
  <p:tag name="KSO_WM_BEAUTIFY_FLAG" val="#wm#"/>
  <p:tag name="KSO_WM_UNIT_TEXT_FILL_FORE_SCHEMECOLOR_INDEX" val="14"/>
  <p:tag name="KSO_WM_UNIT_TEXT_FILL_TYPE" val="1"/>
  <p:tag name="KSO_WM_UNIT_USESOURCEFORMAT_APPLY" val="1"/>
</p:tagLst>
</file>

<file path=ppt/tags/tag150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1374"/>
  <p:tag name="KSO_WM_SLIDE_ID" val="diagram20201374_1"/>
  <p:tag name="KSO_WM_TEMPLATE_SUBCATEGORY" val="0"/>
  <p:tag name="KSO_WM_SLIDE_ITEM_CNT" val="3"/>
  <p:tag name="KSO_WM_SLIDE_INDEX" val="1"/>
  <p:tag name="KSO_WM_DIAGRAM_GROUP_CODE" val="q1-1"/>
  <p:tag name="KSO_WM_SLIDE_DIAGTYPE" val="q"/>
  <p:tag name="KSO_WM_TAG_VERSION" val="1.0"/>
  <p:tag name="KSO_WM_SLIDE_LAYOUT" val="a_b_q"/>
  <p:tag name="KSO_WM_SLIDE_LAYOUT_CNT" val="1_1_1"/>
  <p:tag name="KSO_WM_SLIDE_TYPE" val="text"/>
  <p:tag name="KSO_WM_SLIDE_SUBTYPE" val="diag"/>
  <p:tag name="KSO_WM_SLIDE_SIZE" val="831.21*350.952"/>
  <p:tag name="KSO_WM_SLIDE_POSITION" val="44.1482*127.665"/>
</p:tagLst>
</file>

<file path=ppt/tags/tag1507.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工作情况报告"/>
  <p:tag name="KSO_WM_UNIT_NOCLEAR" val="0"/>
  <p:tag name="KSO_WM_UNIT_VALUE" val="36"/>
  <p:tag name="KSO_WM_UNIT_HIGHLIGHT" val="0"/>
  <p:tag name="KSO_WM_UNIT_COMPATIBLE" val="0"/>
  <p:tag name="KSO_WM_UNIT_DIAGRAM_ISNUMVISUAL" val="0"/>
  <p:tag name="KSO_WM_UNIT_DIAGRAM_ISREFERUNIT" val="0"/>
  <p:tag name="KSO_WM_DIAGRAM_GROUP_CODE" val="q1-1"/>
  <p:tag name="KSO_WM_UNIT_TYPE" val="a"/>
  <p:tag name="KSO_WM_UNIT_INDEX" val="1"/>
  <p:tag name="KSO_WM_UNIT_ID" val="diagram20201374_1*a*1"/>
  <p:tag name="KSO_WM_TEMPLATE_CATEGORY" val="diagram"/>
  <p:tag name="KSO_WM_TEMPLATE_INDEX" val="20201374"/>
  <p:tag name="KSO_WM_UNIT_LAYERLEVEL" val="1"/>
  <p:tag name="KSO_WM_TAG_VERSION" val="1.0"/>
  <p:tag name="KSO_WM_BEAUTIFY_FLAG" val="#wm#"/>
  <p:tag name="KSO_WM_UNIT_TEXT_FILL_FORE_SCHEMECOLOR_INDEX" val="13"/>
  <p:tag name="KSO_WM_UNIT_TEXT_FILL_TYPE" val="1"/>
  <p:tag name="KSO_WM_UNIT_USESOURCEFORMAT_APPLY" val="1"/>
</p:tagLst>
</file>

<file path=ppt/tags/tag1508.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q1-1"/>
  <p:tag name="KSO_WM_UNIT_TYPE" val="q_h_f"/>
  <p:tag name="KSO_WM_UNIT_INDEX" val="1_3_1"/>
  <p:tag name="KSO_WM_UNIT_ID" val="diagram20201374_1*q_h_f*1_3_1"/>
  <p:tag name="KSO_WM_TEMPLATE_CATEGORY" val="diagram"/>
  <p:tag name="KSO_WM_TEMPLATE_INDEX" val="20201374"/>
  <p:tag name="KSO_WM_UNIT_LAYERLEVEL" val="1_1_1"/>
  <p:tag name="KSO_WM_TAG_VERSION" val="1.0"/>
  <p:tag name="KSO_WM_BEAUTIFY_FLAG" val="#wm#"/>
  <p:tag name="KSO_WM_UNIT_PRESET_TEXT" val="完成关于办理申报“国家循环化改造示范试点园区试点企业扶持资金”工作汇报"/>
  <p:tag name="KSO_WM_UNIT_VALUE" val="72"/>
  <p:tag name="KSO_WM_UNIT_TEXT_FILL_FORE_SCHEMECOLOR_INDEX" val="13"/>
  <p:tag name="KSO_WM_UNIT_TEXT_FILL_TYPE" val="1"/>
  <p:tag name="KSO_WM_UNIT_USESOURCEFORMAT_APPLY" val="1"/>
</p:tagLst>
</file>

<file path=ppt/tags/tag1509.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q1-1"/>
  <p:tag name="KSO_WM_UNIT_TYPE" val="q_h_f"/>
  <p:tag name="KSO_WM_UNIT_INDEX" val="1_2_1"/>
  <p:tag name="KSO_WM_UNIT_ID" val="diagram20201374_1*q_h_f*1_2_1"/>
  <p:tag name="KSO_WM_TEMPLATE_CATEGORY" val="diagram"/>
  <p:tag name="KSO_WM_TEMPLATE_INDEX" val="20201374"/>
  <p:tag name="KSO_WM_UNIT_LAYERLEVEL" val="1_1_1"/>
  <p:tag name="KSO_WM_TAG_VERSION" val="1.0"/>
  <p:tag name="KSO_WM_BEAUTIFY_FLAG" val="#wm#"/>
  <p:tag name="KSO_WM_UNIT_PRESET_TEXT" val="盯紧河海大学海域环评、海域使用论证编制工作，明天早上催促河海大学负责人必须提供海域环评、海域使用论证初稿至邮箱"/>
  <p:tag name="KSO_WM_UNIT_VALUE" val="72"/>
  <p:tag name="KSO_WM_UNIT_TEXT_FILL_FORE_SCHEMECOLOR_INDEX" val="13"/>
  <p:tag name="KSO_WM_UNIT_TEXT_FILL_TYPE" val="1"/>
  <p:tag name="KSO_WM_UNIT_USESOURCEFORMAT_APPLY" val="1"/>
</p:tagLst>
</file>

<file path=ppt/tags/tag1510.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q1-1"/>
  <p:tag name="KSO_WM_UNIT_TYPE" val="q_h_f"/>
  <p:tag name="KSO_WM_UNIT_INDEX" val="1_1_1"/>
  <p:tag name="KSO_WM_UNIT_ID" val="diagram20201374_1*q_h_f*1_1_1"/>
  <p:tag name="KSO_WM_TEMPLATE_CATEGORY" val="diagram"/>
  <p:tag name="KSO_WM_TEMPLATE_INDEX" val="20201374"/>
  <p:tag name="KSO_WM_UNIT_LAYERLEVEL" val="1_1_1"/>
  <p:tag name="KSO_WM_TAG_VERSION" val="1.0"/>
  <p:tag name="KSO_WM_BEAUTIFY_FLAG" val="#wm#"/>
  <p:tag name="KSO_WM_UNIT_PRESET_TEXT" val="完成关于二产工程可行性报告、二产地质灾害评估报告、三产围墙设计和施工、土地整理平整、中间便道修建的三个报件起草"/>
  <p:tag name="KSO_WM_UNIT_VALUE" val="72"/>
  <p:tag name="KSO_WM_UNIT_TEXT_FILL_FORE_SCHEMECOLOR_INDEX" val="13"/>
  <p:tag name="KSO_WM_UNIT_TEXT_FILL_TYPE" val="1"/>
  <p:tag name="KSO_WM_UNIT_USESOURCEFORMAT_APPLY" val="1"/>
</p:tagLst>
</file>

<file path=ppt/tags/tag15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i"/>
  <p:tag name="KSO_WM_UNIT_INDEX" val="1_1"/>
  <p:tag name="KSO_WM_UNIT_ID" val="diagram20201374_1*q_i*1_1"/>
  <p:tag name="KSO_WM_TEMPLATE_CATEGORY" val="diagram"/>
  <p:tag name="KSO_WM_TEMPLATE_INDEX" val="20201374"/>
  <p:tag name="KSO_WM_UNIT_LAYERLEVEL" val="1_1"/>
  <p:tag name="KSO_WM_TAG_VERSION" val="1.0"/>
  <p:tag name="KSO_WM_BEAUTIFY_FLAG" val="#wm#"/>
  <p:tag name="KSO_WM_UNIT_LINE_FORE_SCHEMECOLOR_INDEX" val="14"/>
  <p:tag name="KSO_WM_UNIT_LINE_FILL_TYPE" val="2"/>
  <p:tag name="KSO_WM_UNIT_TEXT_FILL_FORE_SCHEMECOLOR_INDEX" val="13"/>
  <p:tag name="KSO_WM_UNIT_TEXT_FILL_TYPE" val="1"/>
  <p:tag name="KSO_WM_UNIT_USESOURCEFORMAT_APPLY" val="1"/>
</p:tagLst>
</file>

<file path=ppt/tags/tag15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3_1"/>
  <p:tag name="KSO_WM_UNIT_ID" val="diagram20201374_1*q_h_i*1_3_1"/>
  <p:tag name="KSO_WM_TEMPLATE_CATEGORY" val="diagram"/>
  <p:tag name="KSO_WM_TEMPLATE_INDEX" val="20201374"/>
  <p:tag name="KSO_WM_UNIT_LAYERLEVEL" val="1_1_1"/>
  <p:tag name="KSO_WM_TAG_VERSION" val="1.0"/>
  <p:tag name="KSO_WM_BEAUTIFY_FLAG" val="#wm#"/>
  <p:tag name="KSO_WM_UNIT_FILL_FORE_SCHEMECOLOR_INDEX" val="14"/>
  <p:tag name="KSO_WM_UNIT_FILL_TYPE" val="1"/>
  <p:tag name="KSO_WM_UNIT_LINE_FORE_SCHEMECOLOR_INDEX" val="6"/>
  <p:tag name="KSO_WM_UNIT_LINE_FILL_TYPE" val="2"/>
  <p:tag name="KSO_WM_UNIT_TEXT_FILL_FORE_SCHEMECOLOR_INDEX" val="13"/>
  <p:tag name="KSO_WM_UNIT_TEXT_FILL_TYPE" val="1"/>
  <p:tag name="KSO_WM_UNIT_USESOURCEFORMAT_APPLY" val="1"/>
</p:tagLst>
</file>

<file path=ppt/tags/tag15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2_1"/>
  <p:tag name="KSO_WM_UNIT_ID" val="diagram20201374_1*q_h_i*1_2_1"/>
  <p:tag name="KSO_WM_TEMPLATE_CATEGORY" val="diagram"/>
  <p:tag name="KSO_WM_TEMPLATE_INDEX" val="20201374"/>
  <p:tag name="KSO_WM_UNIT_LAYERLEVEL" val="1_1_1"/>
  <p:tag name="KSO_WM_TAG_VERSION" val="1.0"/>
  <p:tag name="KSO_WM_BEAUTIFY_FLAG" val="#wm#"/>
  <p:tag name="KSO_WM_UNIT_FILL_FORE_SCHEMECOLOR_INDEX" val="14"/>
  <p:tag name="KSO_WM_UNIT_FILL_TYPE" val="1"/>
  <p:tag name="KSO_WM_UNIT_LINE_FORE_SCHEMECOLOR_INDEX" val="7"/>
  <p:tag name="KSO_WM_UNIT_LINE_FILL_TYPE" val="2"/>
  <p:tag name="KSO_WM_UNIT_TEXT_FILL_FORE_SCHEMECOLOR_INDEX" val="13"/>
  <p:tag name="KSO_WM_UNIT_TEXT_FILL_TYPE" val="1"/>
  <p:tag name="KSO_WM_UNIT_USESOURCEFORMAT_APPLY" val="1"/>
</p:tagLst>
</file>

<file path=ppt/tags/tag15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1_1"/>
  <p:tag name="KSO_WM_UNIT_ID" val="diagram20201374_1*q_h_i*1_1_1"/>
  <p:tag name="KSO_WM_TEMPLATE_CATEGORY" val="diagram"/>
  <p:tag name="KSO_WM_TEMPLATE_INDEX" val="20201374"/>
  <p:tag name="KSO_WM_UNIT_LAYERLEVEL" val="1_1_1"/>
  <p:tag name="KSO_WM_TAG_VERSION" val="1.0"/>
  <p:tag name="KSO_WM_BEAUTIFY_FLAG" val="#wm#"/>
  <p:tag name="KSO_WM_UNIT_FILL_FORE_SCHEMECOLOR_INDEX" val="14"/>
  <p:tag name="KSO_WM_UNIT_FILL_TYPE" val="1"/>
  <p:tag name="KSO_WM_UNIT_LINE_FORE_SCHEMECOLOR_INDEX" val="5"/>
  <p:tag name="KSO_WM_UNIT_LINE_FILL_TYPE" val="2"/>
  <p:tag name="KSO_WM_UNIT_TEXT_FILL_FORE_SCHEMECOLOR_INDEX" val="13"/>
  <p:tag name="KSO_WM_UNIT_TEXT_FILL_TYPE" val="1"/>
  <p:tag name="KSO_WM_UNIT_USESOURCEFORMAT_APPLY" val="1"/>
</p:tagLst>
</file>

<file path=ppt/tags/tag15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i"/>
  <p:tag name="KSO_WM_UNIT_INDEX" val="1_2"/>
  <p:tag name="KSO_WM_UNIT_ID" val="diagram20201374_1*q_i*1_2"/>
  <p:tag name="KSO_WM_TEMPLATE_CATEGORY" val="diagram"/>
  <p:tag name="KSO_WM_TEMPLATE_INDEX" val="20201374"/>
  <p:tag name="KSO_WM_UNIT_LAYERLEVEL" val="1_1"/>
  <p:tag name="KSO_WM_TAG_VERSION" val="1.0"/>
  <p:tag name="KSO_WM_BEAUTIFY_FLAG" val="#wm#"/>
  <p:tag name="KSO_WM_UNIT_FILL_FORE_SCHEMECOLOR_INDEX" val="14"/>
  <p:tag name="KSO_WM_UNIT_FILL_TYPE" val="1"/>
  <p:tag name="KSO_WM_UNIT_TEXT_FILL_FORE_SCHEMECOLOR_INDEX" val="13"/>
  <p:tag name="KSO_WM_UNIT_TEXT_FILL_TYPE" val="1"/>
  <p:tag name="KSO_WM_UNIT_USESOURCEFORMAT_APPLY" val="1"/>
</p:tagLst>
</file>

<file path=ppt/tags/tag15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i"/>
  <p:tag name="KSO_WM_UNIT_INDEX" val="1_3"/>
  <p:tag name="KSO_WM_UNIT_ID" val="diagram20201374_1*q_i*1_3"/>
  <p:tag name="KSO_WM_TEMPLATE_CATEGORY" val="diagram"/>
  <p:tag name="KSO_WM_TEMPLATE_INDEX" val="20201374"/>
  <p:tag name="KSO_WM_UNIT_LAYERLEVEL" val="1_1"/>
  <p:tag name="KSO_WM_TAG_VERSION" val="1.0"/>
  <p:tag name="KSO_WM_BEAUTIFY_FLAG" val="#wm#"/>
  <p:tag name="KSO_WM_UNIT_FILL_FORE_SCHEMECOLOR_INDEX" val="14"/>
  <p:tag name="KSO_WM_UNIT_FILL_TYPE" val="1"/>
  <p:tag name="KSO_WM_UNIT_TEXT_FILL_FORE_SCHEMECOLOR_INDEX" val="13"/>
  <p:tag name="KSO_WM_UNIT_TEXT_FILL_TYPE" val="1"/>
  <p:tag name="KSO_WM_UNIT_USESOURCEFORMAT_APPLY" val="1"/>
</p:tagLst>
</file>

<file path=ppt/tags/tag15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i"/>
  <p:tag name="KSO_WM_UNIT_INDEX" val="1_4"/>
  <p:tag name="KSO_WM_UNIT_ID" val="diagram20201374_1*q_i*1_4"/>
  <p:tag name="KSO_WM_TEMPLATE_CATEGORY" val="diagram"/>
  <p:tag name="KSO_WM_TEMPLATE_INDEX" val="20201374"/>
  <p:tag name="KSO_WM_UNIT_LAYERLEVEL" val="1_1"/>
  <p:tag name="KSO_WM_TAG_VERSION" val="1.0"/>
  <p:tag name="KSO_WM_BEAUTIFY_FLAG" val="#wm#"/>
  <p:tag name="KSO_WM_UNIT_FILL_FORE_SCHEMECOLOR_INDEX" val="14"/>
  <p:tag name="KSO_WM_UNIT_FILL_TYPE" val="1"/>
  <p:tag name="KSO_WM_UNIT_TEXT_FILL_FORE_SCHEMECOLOR_INDEX" val="13"/>
  <p:tag name="KSO_WM_UNIT_TEXT_FILL_TYPE" val="1"/>
  <p:tag name="KSO_WM_UNIT_USESOURCEFORMAT_APPLY" val="1"/>
</p:tagLst>
</file>

<file path=ppt/tags/tag1518.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第一步"/>
  <p:tag name="KSO_WM_UNIT_NOCLEAR" val="0"/>
  <p:tag name="KSO_WM_UNIT_VALUE" val="4"/>
  <p:tag name="KSO_WM_UNIT_HIGHLIGHT" val="0"/>
  <p:tag name="KSO_WM_UNIT_COMPATIBLE" val="0"/>
  <p:tag name="KSO_WM_UNIT_DIAGRAM_ISNUMVISUAL" val="0"/>
  <p:tag name="KSO_WM_UNIT_DIAGRAM_ISREFERUNIT" val="0"/>
  <p:tag name="KSO_WM_DIAGRAM_GROUP_CODE" val="q1-1"/>
  <p:tag name="KSO_WM_UNIT_TYPE" val="q_h_a"/>
  <p:tag name="KSO_WM_UNIT_INDEX" val="1_1_1"/>
  <p:tag name="KSO_WM_UNIT_ID" val="diagram20201374_1*q_h_a*1_1_1"/>
  <p:tag name="KSO_WM_TEMPLATE_CATEGORY" val="diagram"/>
  <p:tag name="KSO_WM_TEMPLATE_INDEX" val="20201374"/>
  <p:tag name="KSO_WM_UNIT_LAYERLEVEL" val="1_1_1"/>
  <p:tag name="KSO_WM_TAG_VERSION" val="1.0"/>
  <p:tag name="KSO_WM_BEAUTIFY_FLAG" val="#wm#"/>
  <p:tag name="KSO_WM_UNIT_TEXT_FILL_FORE_SCHEMECOLOR_INDEX" val="5"/>
  <p:tag name="KSO_WM_UNIT_TEXT_FILL_TYPE" val="1"/>
  <p:tag name="KSO_WM_UNIT_USESOURCEFORMAT_APPLY" val="1"/>
</p:tagLst>
</file>

<file path=ppt/tags/tag1519.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第二步"/>
  <p:tag name="KSO_WM_UNIT_NOCLEAR" val="0"/>
  <p:tag name="KSO_WM_UNIT_VALUE" val="4"/>
  <p:tag name="KSO_WM_UNIT_HIGHLIGHT" val="0"/>
  <p:tag name="KSO_WM_UNIT_COMPATIBLE" val="0"/>
  <p:tag name="KSO_WM_UNIT_DIAGRAM_ISNUMVISUAL" val="0"/>
  <p:tag name="KSO_WM_UNIT_DIAGRAM_ISREFERUNIT" val="0"/>
  <p:tag name="KSO_WM_DIAGRAM_GROUP_CODE" val="q1-1"/>
  <p:tag name="KSO_WM_UNIT_TYPE" val="q_h_a"/>
  <p:tag name="KSO_WM_UNIT_INDEX" val="1_2_1"/>
  <p:tag name="KSO_WM_UNIT_ID" val="diagram20201374_1*q_h_a*1_2_1"/>
  <p:tag name="KSO_WM_TEMPLATE_CATEGORY" val="diagram"/>
  <p:tag name="KSO_WM_TEMPLATE_INDEX" val="20201374"/>
  <p:tag name="KSO_WM_UNIT_LAYERLEVEL" val="1_1_1"/>
  <p:tag name="KSO_WM_TAG_VERSION" val="1.0"/>
  <p:tag name="KSO_WM_BEAUTIFY_FLAG" val="#wm#"/>
  <p:tag name="KSO_WM_UNIT_TEXT_FILL_FORE_SCHEMECOLOR_INDEX" val="7"/>
  <p:tag name="KSO_WM_UNIT_TEXT_FILL_TYPE" val="1"/>
  <p:tag name="KSO_WM_UNIT_USESOURCEFORMAT_APPLY" val="1"/>
</p:tagLst>
</file>

<file path=ppt/tags/tag1520.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第三步"/>
  <p:tag name="KSO_WM_UNIT_NOCLEAR" val="0"/>
  <p:tag name="KSO_WM_UNIT_VALUE" val="4"/>
  <p:tag name="KSO_WM_UNIT_HIGHLIGHT" val="0"/>
  <p:tag name="KSO_WM_UNIT_COMPATIBLE" val="0"/>
  <p:tag name="KSO_WM_UNIT_DIAGRAM_ISNUMVISUAL" val="0"/>
  <p:tag name="KSO_WM_UNIT_DIAGRAM_ISREFERUNIT" val="0"/>
  <p:tag name="KSO_WM_DIAGRAM_GROUP_CODE" val="q1-1"/>
  <p:tag name="KSO_WM_UNIT_TYPE" val="q_h_a"/>
  <p:tag name="KSO_WM_UNIT_INDEX" val="1_3_1"/>
  <p:tag name="KSO_WM_UNIT_ID" val="diagram20201374_1*q_h_a*1_3_1"/>
  <p:tag name="KSO_WM_TEMPLATE_CATEGORY" val="diagram"/>
  <p:tag name="KSO_WM_TEMPLATE_INDEX" val="20201374"/>
  <p:tag name="KSO_WM_UNIT_LAYERLEVEL" val="1_1_1"/>
  <p:tag name="KSO_WM_TAG_VERSION" val="1.0"/>
  <p:tag name="KSO_WM_BEAUTIFY_FLAG" val="#wm#"/>
  <p:tag name="KSO_WM_UNIT_TEXT_FILL_FORE_SCHEMECOLOR_INDEX" val="6"/>
  <p:tag name="KSO_WM_UNIT_TEXT_FILL_TYPE" val="1"/>
  <p:tag name="KSO_WM_UNIT_USESOURCEFORMAT_APPLY" val="1"/>
</p:tagLst>
</file>

<file path=ppt/tags/tag15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i"/>
  <p:tag name="KSO_WM_UNIT_INDEX" val="1_5"/>
  <p:tag name="KSO_WM_UNIT_ID" val="diagram20201374_1*q_i*1_5"/>
  <p:tag name="KSO_WM_TEMPLATE_CATEGORY" val="diagram"/>
  <p:tag name="KSO_WM_TEMPLATE_INDEX" val="20201374"/>
  <p:tag name="KSO_WM_UNIT_LAYERLEVEL" val="1_1"/>
  <p:tag name="KSO_WM_TAG_VERSION" val="1.0"/>
  <p:tag name="KSO_WM_BEAUTIFY_FLAG" val="#wm#"/>
  <p:tag name="KSO_WM_UNIT_TEXT_FILL_FORE_SCHEMECOLOR_INDEX" val="13"/>
  <p:tag name="KSO_WM_UNIT_TEXT_FILL_TYPE" val="1"/>
  <p:tag name="KSO_WM_UNIT_USESOURCEFORMAT_APPLY" val="1"/>
</p:tagLst>
</file>

<file path=ppt/tags/tag15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1_3"/>
  <p:tag name="KSO_WM_UNIT_ID" val="diagram20201374_1*q_h_i*1_1_3"/>
  <p:tag name="KSO_WM_TEMPLATE_CATEGORY" val="diagram"/>
  <p:tag name="KSO_WM_TEMPLATE_INDEX" val="2020137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15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1_2"/>
  <p:tag name="KSO_WM_UNIT_ID" val="diagram20201374_1*q_h_i*1_1_2"/>
  <p:tag name="KSO_WM_TEMPLATE_CATEGORY" val="diagram"/>
  <p:tag name="KSO_WM_TEMPLATE_INDEX" val="20201374"/>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 name="KSO_WM_UNIT_USESOURCEFORMAT_APPLY" val="1"/>
</p:tagLst>
</file>

<file path=ppt/tags/tag15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2_3"/>
  <p:tag name="KSO_WM_UNIT_ID" val="diagram20201374_1*q_h_i*1_2_3"/>
  <p:tag name="KSO_WM_TEMPLATE_CATEGORY" val="diagram"/>
  <p:tag name="KSO_WM_TEMPLATE_INDEX" val="20201374"/>
  <p:tag name="KSO_WM_UNIT_LAYERLEVEL" val="1_1_1"/>
  <p:tag name="KSO_WM_TAG_VERSION" val="1.0"/>
  <p:tag name="KSO_WM_BEAUTIFY_FLAG" val="#wm#"/>
  <p:tag name="KSO_WM_UNIT_FILL_FORE_SCHEMECOLOR_INDEX" val="7"/>
  <p:tag name="KSO_WM_UNIT_FILL_TYPE" val="1"/>
  <p:tag name="KSO_WM_UNIT_TEXT_FILL_FORE_SCHEMECOLOR_INDEX" val="13"/>
  <p:tag name="KSO_WM_UNIT_TEXT_FILL_TYPE" val="1"/>
  <p:tag name="KSO_WM_UNIT_USESOURCEFORMAT_APPLY" val="1"/>
</p:tagLst>
</file>

<file path=ppt/tags/tag15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2_2"/>
  <p:tag name="KSO_WM_UNIT_ID" val="diagram20201374_1*q_h_i*1_2_2"/>
  <p:tag name="KSO_WM_TEMPLATE_CATEGORY" val="diagram"/>
  <p:tag name="KSO_WM_TEMPLATE_INDEX" val="20201374"/>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 name="KSO_WM_UNIT_USESOURCEFORMAT_APPLY" val="1"/>
</p:tagLst>
</file>

<file path=ppt/tags/tag15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3_3"/>
  <p:tag name="KSO_WM_UNIT_ID" val="diagram20201374_1*q_h_i*1_3_3"/>
  <p:tag name="KSO_WM_TEMPLATE_CATEGORY" val="diagram"/>
  <p:tag name="KSO_WM_TEMPLATE_INDEX" val="20201374"/>
  <p:tag name="KSO_WM_UNIT_LAYERLEVEL" val="1_1_1"/>
  <p:tag name="KSO_WM_TAG_VERSION" val="1.0"/>
  <p:tag name="KSO_WM_BEAUTIFY_FLAG" val="#wm#"/>
  <p:tag name="KSO_WM_UNIT_FILL_FORE_SCHEMECOLOR_INDEX" val="6"/>
  <p:tag name="KSO_WM_UNIT_FILL_TYPE" val="1"/>
  <p:tag name="KSO_WM_UNIT_TEXT_FILL_FORE_SCHEMECOLOR_INDEX" val="13"/>
  <p:tag name="KSO_WM_UNIT_TEXT_FILL_TYPE" val="1"/>
  <p:tag name="KSO_WM_UNIT_USESOURCEFORMAT_APPLY" val="1"/>
</p:tagLst>
</file>

<file path=ppt/tags/tag15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3_2"/>
  <p:tag name="KSO_WM_UNIT_ID" val="diagram20201374_1*q_h_i*1_3_2"/>
  <p:tag name="KSO_WM_TEMPLATE_CATEGORY" val="diagram"/>
  <p:tag name="KSO_WM_TEMPLATE_INDEX" val="20201374"/>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 name="KSO_WM_UNIT_USESOURCEFORMAT_APPLY" val="1"/>
</p:tagLst>
</file>

<file path=ppt/tags/tag152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3892"/>
  <p:tag name="KSO_WM_SLIDE_ID" val="diagram20203892_1"/>
  <p:tag name="KSO_WM_TEMPLATE_SUBCATEGORY" val="11"/>
  <p:tag name="KSO_WM_TEMPLATE_MASTER_TYPE" val="0"/>
  <p:tag name="KSO_WM_TEMPLATE_COLOR_TYPE" val="1"/>
  <p:tag name="KSO_WM_SLIDE_TYPE" val="text"/>
  <p:tag name="KSO_WM_SLIDE_SUBTYPE" val="picTxt"/>
  <p:tag name="KSO_WM_SLIDE_ITEM_CNT" val="0"/>
  <p:tag name="KSO_WM_SLIDE_INDEX" val="1"/>
  <p:tag name="KSO_WM_SLIDE_SIZE" val="960*508"/>
  <p:tag name="KSO_WM_SLIDE_POSITION" val="0*0"/>
  <p:tag name="KSO_WM_TAG_VERSION" val="1.0"/>
  <p:tag name="KSO_WM_SLIDE_LAYOUT" val="a_d_f_i"/>
  <p:tag name="KSO_WM_SLIDE_LAYOUT_CNT" val="1_1_1_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id&quot;: &quot;2020-03-31T09:48:23&quot;,&#10;    &quot;maxSize&quot;: {&#10;        &quot;size1&quot;: 13.5&#10;    },&#10;    &quot;minSize&quot;: {&#10;        &quot;size1&quot;: 13.5&#10;    },&#10;    &quot;normalSize&quot;: {&#10;        &quot;size1&quot;: 13.5&#10;    },&#10;    &quot;subLayout&quot;: [&#10;        {&#10;            &quot;backgroundInfo&quot;: [&#10;                {&#10;                    &quot;bottom&quot;: 0,&#10;                    &quot;bottomAbs&quot;: false,&#10;                    &quot;left&quot;: 0,&#10;                    &quot;leftAbs&quot;: false,&#10;                    &quot;right&quot;: 0,&#10;                    &quot;rightAbs&quot;: false,&#10;                    &quot;top&quot;: 0,&#10;                    &quot;topAbs&quot;: false,&#10;                    &quot;type&quot;: &quot;navigation&quot;&#10;                }&#10;            ],&#10;            &quot;id&quot;: &quot;2020-03-31T09:48:23&quot;,&#10;            &quot;margin&quot;: {&#10;                &quot;bottom&quot;: 0.43000000715255737,&#10;                &quot;left&quot;: 1.690000057220459,&#10;                &quot;right&quot;: 1.690000057220459,&#10;                &quot;top&quot;: 0.43000000715255737&#10;            },&#10;            &quot;type&quot;: 0&#10;        },&#10;        {&#10;            &quot;direction&quot;: 1,&#10;            &quot;id&quot;: &quot;2020-03-31T09:48:23&quot;,&#10;            &quot;maxSize&quot;: {&#10;                &quot;size1&quot;: 71&#10;            },&#10;            &quot;minSize&quot;: {&#10;                &quot;size1&quot;: 40.299999999999997&#10;            },&#10;            &quot;normalSize&quot;: {&#10;                &quot;size1&quot;: 53.600000000000001&#10;            },&#10;            &quot;subLayout&quot;: [&#10;                {&#10;                    &quot;id&quot;: &quot;2020-03-31T09:48:23&quot;,&#10;                    &quot;margin&quot;: {&#10;                        &quot;bottom&quot;: 5.8600001335144043,&#10;                        &quot;left&quot;: 2.5499999523162842,&#10;                        &quot;right&quot;: 2.9600000381469727,&#10;                        &quot;top&quot;: 4.1100001335144043&#10;                    },&#10;                    &quot;type&quot;: 0&#10;                },&#10;                {&#10;                    &quot;id&quot;: &quot;2020-03-31T09:48:23&quot;,&#10;                    &quot;margin&quot;: {&#10;                        &quot;bottom&quot;: 4.0399999618530273,&#10;                        &quot;left&quot;: 0.026000002399086952,&#10;                        &quot;right&quot;: 2.130000114440918,&#10;                        &quot;top&quot;: 2.2690002918243408&#10;                    },&#10;                    &quot;type&quot;: 0&#10;                }&#10;            ],&#10;            &quot;type&quot;: 0&#10;        }&#10;    ],&#10;    &quot;type&quot;: 0&#10;}&#10;"/>
  <p:tag name="KSO_WM_SLIDE_CAN_ADD_NAVIGATION" val="1"/>
  <p:tag name="KSO_WM_SLIDE_BACKGROUND" val="[&quot;general&quot;,&quot;navigation&quot;]"/>
  <p:tag name="KSO_WM_SLIDE_RATIO" val="1.777778"/>
  <p:tag name="KSO_WM_SLIDE_BK_DARK_LIGHT" val="2"/>
  <p:tag name="KSO_WM_SLIDE_BACKGROUND_TYPE" val="navigation"/>
</p:tagLst>
</file>

<file path=ppt/tags/tag15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2"/>
  <p:tag name="KSO_WM_UNIT_LAYERLEVEL" val="1"/>
  <p:tag name="KSO_WM_TAG_VERSION" val="1.0"/>
  <p:tag name="KSO_WM_BEAUTIFY_FLAG" val="#wm#"/>
  <p:tag name="KSO_WM_SLIDE_BACKGROUND_TYPE" val="navigation"/>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5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3892_1*i*1"/>
  <p:tag name="KSO_WM_TEMPLATE_CATEGORY" val="diagram"/>
  <p:tag name="KSO_WM_TEMPLATE_INDEX" val="20203892"/>
  <p:tag name="KSO_WM_UNIT_LAYERLEVEL" val="1"/>
  <p:tag name="KSO_WM_TAG_VERSION" val="1.0"/>
  <p:tag name="KSO_WM_BEAUTIFY_FLAG" val="#wm#"/>
  <p:tag name="KSO_WM_UNIT_BLOCK" val="0"/>
  <p:tag name="KSO_WM_UNIT_SM_LIMIT_TYPE" val="2"/>
  <p:tag name="KSO_WM_UNIT_DECORATE_INFO" val="{&quot;DecorateInfoX&quot;:{&quot;IsLeft&quot;:true,&quot;IsRight&quot;:false,&quot;IsAbs&quot;:true},&quot;DecorateInfoY&quot;:{&quot;IsTop&quot;:true,&quot;IsBottom&quot;:false,&quot;IsAbs&quot;:true}}"/>
  <p:tag name="KSO_WM_UNIT_FILL_FORE_SCHEMECOLOR_INDEX_BRIGHTNESS" val="0"/>
  <p:tag name="KSO_WM_UNIT_FILL_FORE_SCHEMECOLOR_INDEX" val="16"/>
  <p:tag name="KSO_WM_UNIT_FILL_TYPE" val="1"/>
  <p:tag name="KSO_WM_UNIT_SHADOW_SCHEMECOLOR_INDEX_BRIGHTNESS" val="0"/>
  <p:tag name="KSO_WM_UNIT_SHADOW_SCHEMECOLOR_INDEX" val="13"/>
  <p:tag name="KSO_WM_UNIT_TEXT_FILL_TYPE" val="1"/>
</p:tagLst>
</file>

<file path=ppt/tags/tag1531.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29.09998"/>
  <p:tag name="KSO_WM_UNIT_TEXTBOXSTYLE_ADJUSTTOP" val="0_-63.95001"/>
  <p:tag name="KSO_WM_UNIT_TEXTBOXSTYLE_ADJUSTWIDTH" val="100_58.19998"/>
  <p:tag name="KSO_WM_UNIT_TEXTBOXSTYLE_ADJUSTHEIGTH" val="100_109.65"/>
  <p:tag name="KSO_WM_UNIT_HIGHLIGHT" val="0"/>
  <p:tag name="KSO_WM_UNIT_COMPATIBLE" val="0"/>
  <p:tag name="KSO_WM_UNIT_DIAGRAM_ISNUMVISUAL" val="0"/>
  <p:tag name="KSO_WM_UNIT_DIAGRAM_ISREFERUNIT" val="0"/>
  <p:tag name="KSO_WM_UNIT_TYPE" val="i"/>
  <p:tag name="KSO_WM_UNIT_INDEX" val="6"/>
  <p:tag name="KSO_WM_UNIT_ID" val="diagram20203892_1*i*6"/>
  <p:tag name="KSO_WM_TEMPLATE_CATEGORY" val="diagram"/>
  <p:tag name="KSO_WM_TEMPLATE_INDEX" val="20203892"/>
  <p:tag name="KSO_WM_UNIT_LAYERLEVEL" val="1"/>
  <p:tag name="KSO_WM_TAG_VERSION" val="1.0"/>
  <p:tag name="KSO_WM_BEAUTIFY_FLAG" val="#wm#"/>
  <p:tag name="KSO_WM_UNIT_BLOCK" val="0"/>
  <p:tag name="KSO_WM_UNIT_SM_LIMIT_TYPE" val="2"/>
  <p:tag name="KSO_WM_UNIT_DECORATE_INFO" val="{&quot;DecorateInfoX&quot;:{&quot;IsLeft&quot;:false,&quot;IsRight&quot;:true,&quot;IsAbs&quot;:true},&quot;DecorateInfoY&quot;:{&quot;IsTop&quot;:true,&quot;IsBottom&quot;:false,&quot;IsAbs&quot;:true}}"/>
  <p:tag name="KSO_WM_UNIT_FILL_FORE_SCHEMECOLOR_INDEX_BRIGHTNESS" val="0"/>
  <p:tag name="KSO_WM_UNIT_FILL_FORE_SCHEMECOLOR_INDEX" val="16"/>
  <p:tag name="KSO_WM_UNIT_FILL_TYPE" val="1"/>
  <p:tag name="KSO_WM_UNIT_SHADOW_SCHEMECOLOR_INDEX_BRIGHTNESS" val="0"/>
  <p:tag name="KSO_WM_UNIT_SHADOW_SCHEMECOLOR_INDEX" val="13"/>
  <p:tag name="KSO_WM_UNIT_TEXT_FILL_FORE_SCHEMECOLOR_INDEX_BRIGHTNESS" val="0"/>
  <p:tag name="KSO_WM_UNIT_TEXT_FILL_FORE_SCHEMECOLOR_INDEX" val="2"/>
  <p:tag name="KSO_WM_UNIT_TEXT_FILL_TYPE" val="1"/>
</p:tagLst>
</file>

<file path=ppt/tags/tag1532.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10_-35.445"/>
  <p:tag name="KSO_WM_UNIT_TEXTBOXSTYLE_ADJUSTTOP" val="0_-63.95001"/>
  <p:tag name="KSO_WM_UNIT_HIGHLIGHT" val="0"/>
  <p:tag name="KSO_WM_UNIT_COMPATIBLE" val="0"/>
  <p:tag name="KSO_WM_UNIT_DIAGRAM_ISNUMVISUAL" val="0"/>
  <p:tag name="KSO_WM_UNIT_DIAGRAM_ISREFERUNIT" val="0"/>
  <p:tag name="KSO_WM_UNIT_TYPE" val="i"/>
  <p:tag name="KSO_WM_UNIT_INDEX" val="7"/>
  <p:tag name="KSO_WM_UNIT_ID" val="diagram20203892_1*i*7"/>
  <p:tag name="KSO_WM_TEMPLATE_CATEGORY" val="diagram"/>
  <p:tag name="KSO_WM_TEMPLATE_INDEX" val="20203892"/>
  <p:tag name="KSO_WM_UNIT_LAYERLEVEL" val="1"/>
  <p:tag name="KSO_WM_TAG_VERSION" val="1.0"/>
  <p:tag name="KSO_WM_BEAUTIFY_FLAG" val="#wm#"/>
  <p:tag name="KSO_WM_UNIT_BLOCK" val="0"/>
  <p:tag name="KSO_WM_UNIT_SM_LIMIT_TYPE" val="1"/>
  <p:tag name="KSO_WM_UNIT_DECORATE_INFO" val="{&quot;DecorateInfoX&quot;:{&quot;IsLeft&quot;:true,&quot;IsRight&quot;:false,&quot;IsAbs&quot;:true},&quot;DecorateInfoY&quot;:{&quot;IsTop&quot;:true,&quot;IsBottom&quot;:false,&quot;IsAbs&quot;:true}}"/>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533.xml><?xml version="1.0" encoding="utf-8"?>
<p:tagLst xmlns:a="http://schemas.openxmlformats.org/drawingml/2006/main" xmlns:r="http://schemas.openxmlformats.org/officeDocument/2006/relationships" xmlns:p="http://schemas.openxmlformats.org/presentationml/2006/main">
  <p:tag name="KSO_WM_UNIT_PRESET_TEXT" val="我们是致力于研究AI智能创作PPT的一个团队;&#10;我们潜心钻研幻灯片的演示规律与创作思路，希望通过人工智能解放用户双手，不仅高效，而且精准。"/>
  <p:tag name="KSO_WM_UNIT_NOCLEAR" val="0"/>
  <p:tag name="KSO_WM_UNIT_VALUE" val="85"/>
  <p:tag name="KSO_WM_UNIT_HIGHLIGHT" val="0"/>
  <p:tag name="KSO_WM_UNIT_COMPATIBLE" val="0"/>
  <p:tag name="KSO_WM_UNIT_DIAGRAM_ISNUMVISUAL" val="0"/>
  <p:tag name="KSO_WM_UNIT_DIAGRAM_ISREFERUNIT" val="0"/>
  <p:tag name="KSO_WM_UNIT_TYPE" val="f"/>
  <p:tag name="KSO_WM_UNIT_INDEX" val="1"/>
  <p:tag name="KSO_WM_UNIT_ID" val="diagram20203892_1*f*1"/>
  <p:tag name="KSO_WM_TEMPLATE_CATEGORY" val="diagram"/>
  <p:tag name="KSO_WM_TEMPLATE_INDEX" val="20203892"/>
  <p:tag name="KSO_WM_UNIT_LAYERLEVEL" val="1"/>
  <p:tag name="KSO_WM_TAG_VERSION" val="1.0"/>
  <p:tag name="KSO_WM_BEAUTIFY_FLAG" val="#wm#"/>
  <p:tag name="KSO_WM_UNIT_DEFAULT_FONT" val="16;20;2"/>
  <p:tag name="KSO_WM_UNIT_BLOCK" val="0"/>
  <p:tag name="KSO_WM_UNIT_TEXT_FILL_FORE_SCHEMECOLOR_INDEX_BRIGHTNESS" val="0.35"/>
  <p:tag name="KSO_WM_UNIT_TEXT_FILL_FORE_SCHEMECOLOR_INDEX" val="13"/>
  <p:tag name="KSO_WM_UNIT_TEXT_FILL_TYPE" val="1"/>
</p:tagLst>
</file>

<file path=ppt/tags/tag1534.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HIGHLIGHT" val="0"/>
  <p:tag name="KSO_WM_UNIT_COMPATIBLE" val="0"/>
  <p:tag name="KSO_WM_UNIT_DIAGRAM_ISNUMVISUAL" val="0"/>
  <p:tag name="KSO_WM_UNIT_DIAGRAM_ISREFERUNIT" val="0"/>
  <p:tag name="KSO_WM_UNIT_ID" val="diagram20203892_1*a*1"/>
  <p:tag name="KSO_WM_TEMPLATE_CATEGORY" val="diagram"/>
  <p:tag name="KSO_WM_TEMPLATE_INDEX" val="20203892"/>
  <p:tag name="KSO_WM_UNIT_LAYERLEVEL" val="1"/>
  <p:tag name="KSO_WM_TAG_VERSION" val="1.0"/>
  <p:tag name="KSO_WM_BEAUTIFY_FLAG" val="#wm#"/>
  <p:tag name="KSO_WM_UNIT_PRESET_TEXT" val="单击输入大标题"/>
  <p:tag name="KSO_WM_UNIT_VALUE" val="30"/>
  <p:tag name="KSO_WM_UNIT_TYPE" val="a"/>
  <p:tag name="KSO_WM_UNIT_INDEX" val="1"/>
  <p:tag name="KSO_WM_UNIT_DEFAULT_FONT" val="28;32;4"/>
  <p:tag name="KSO_WM_UNIT_BLOCK" val="0"/>
  <p:tag name="KSO_WM_UNIT_TEXT_FILL_FORE_SCHEMECOLOR_INDEX_BRIGHTNESS" val="0"/>
  <p:tag name="KSO_WM_UNIT_TEXT_FILL_FORE_SCHEMECOLOR_INDEX" val="14"/>
  <p:tag name="KSO_WM_UNIT_TEXT_FILL_TYPE" val="1"/>
</p:tagLst>
</file>

<file path=ppt/tags/tag15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203892_1*i*8"/>
  <p:tag name="KSO_WM_TEMPLATE_CATEGORY" val="diagram"/>
  <p:tag name="KSO_WM_TEMPLATE_INDEX" val="20203892"/>
  <p:tag name="KSO_WM_UNIT_LAYERLEVEL" val="1"/>
  <p:tag name="KSO_WM_TAG_VERSION" val="1.0"/>
  <p:tag name="KSO_WM_BEAUTIFY_FLAG" val="#wm#"/>
  <p:tag name="KSO_WM_UNIT_BLOCK" val="0"/>
  <p:tag name="KSO_WM_UNIT_SM_LIMIT_TYPE" val="1"/>
  <p:tag name="KSO_WM_UNIT_DECORATE_INFO" val="{&quot;DecorateInfoX&quot;:{&quot;IsLeft&quot;:true,&quot;IsRight&quot;:false,&quot;IsAbs&quot;:true},&quot;DecorateInfoY&quot;:{&quot;IsTop&quot;:true,&quot;IsBottom&quot;:false,&quot;IsAbs&quot;:true}}"/>
  <p:tag name="KSO_WM_UNIT_TEXT_FILL_TYPE" val="1"/>
</p:tagLst>
</file>

<file path=ppt/tags/tag15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3892_1*d*1"/>
  <p:tag name="KSO_WM_TEMPLATE_CATEGORY" val="diagram"/>
  <p:tag name="KSO_WM_TEMPLATE_INDEX" val="20203892"/>
  <p:tag name="KSO_WM_UNIT_LAYERLEVEL" val="1"/>
  <p:tag name="KSO_WM_TAG_VERSION" val="1.0"/>
  <p:tag name="KSO_WM_BEAUTIFY_FLAG" val="#wm#"/>
  <p:tag name="KSO_WM_UNIT_PLACING_PICTURE_INFO" val="{&quot;full_picture&quot;:false,&quot;last_crop_picture&quot;:&quot;1-1&quot;,&quot;selected&quot;:&quot;1-1&quot;,&quot;spacing&quot;:6}"/>
  <p:tag name="KSO_WM_UNIT_VALUE" val="1016*1355"/>
  <p:tag name="KSO_WM_UNIT_TYPE" val="d"/>
  <p:tag name="KSO_WM_UNIT_INDEX" val="1"/>
  <p:tag name="KSO_WM_UNIT_SUPPORT_UNIT_TYPE" val="[&quot;all&quot;]"/>
  <p:tag name="KSO_WM_UNIT_BLOCK" val="0"/>
  <p:tag name="REFSHAPE" val="710656108"/>
</p:tagLst>
</file>

<file path=ppt/tags/tag15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SLIDE_BACKGROUND_TYPE" val="navigation"/>
  <p:tag name="KSO_WM_SLIDE_BK_DARK_LIGHT" val="2"/>
</p:tagLst>
</file>

<file path=ppt/tags/tag153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0321"/>
  <p:tag name="KSO_WM_SLIDE_ID" val="diagram20200321_1"/>
  <p:tag name="KSO_WM_TEMPLATE_SUBCATEGORY" val="11"/>
  <p:tag name="KSO_WM_SLIDE_ITEM_CNT" val="0"/>
  <p:tag name="KSO_WM_SLIDE_INDEX" val="1"/>
  <p:tag name="KSO_WM_TAG_VERSION" val="1.0"/>
  <p:tag name="KSO_WM_SLIDE_LAYOUT" val="a_d_f"/>
  <p:tag name="KSO_WM_SLIDE_LAYOUT_CNT" val="1_1_1"/>
  <p:tag name="KSO_WM_SLIDE_TYPE" val="text"/>
  <p:tag name="KSO_WM_SLIDE_SUBTYPE" val="picTxt"/>
  <p:tag name="KSO_WM_SLIDE_SIZE" val="866*458"/>
  <p:tag name="KSO_WM_SLIDE_POSITION" val="47*34"/>
  <p:tag name="KSO_WM_TEMPLATE_MASTER_TYPE" val="0"/>
  <p:tag name="KSO_WM_TEMPLATE_COLOR_TYPE" val="1"/>
  <p:tag name="KSO_WM_UNIT_SHOW_EDIT_AREA_INDICATION" val="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id&quot;: &quot;2020-03-31T10:19:39&quot;,&#10;    &quot;maxSize&quot;: {&#10;        &quot;size1&quot;: 32.799999999999997&#10;    },&#10;    &quot;minSize&quot;: {&#10;        &quot;size1&quot;: 24.600000000000001&#10;    },&#10;    &quot;normalSize&quot;: {&#10;        &quot;size1&quot;: 25.054320987654322&#10;    },&#10;    &quot;subLayout&quot;: [&#10;        {&#10;            &quot;horizontalAlign&quot;: 0,&#10;            &quot;id&quot;: &quot;2020-03-31T10:19:39&quot;,&#10;            &quot;margin&quot;: {&#10;                &quot;bottom&quot;: 1.2439998388290405,&#10;                &quot;left&quot;: 1.690000057220459,&#10;                &quot;right&quot;: 1.690000057220459,&#10;                &quot;top&quot;: 1.690000057220459&#10;            },&#10;            &quot;type&quot;: 0,&#10;            &quot;verticalAlign&quot;: 1&#10;        },&#10;        {&#10;            &quot;backgroundInfo&quot;: [&#10;                {&#10;                    &quot;bottom&quot;: 0.058357569999999998,&#10;                    &quot;bottomAbs&quot;: false,&#10;                    &quot;left&quot;: 0,&#10;                    &quot;leftAbs&quot;: false,&#10;                    &quot;right&quot;: 0,&#10;                    &quot;rightAbs&quot;: false,&#10;                    &quot;top&quot;: -0.058357569999999998,&#10;                    &quot;topAbs&quot;: false,&#10;                    &quot;type&quot;: &quot;bottomTop&quot;&#10;                }&#10;            ],&#10;            &quot;direction&quot;: 1,&#10;            &quot;id&quot;: &quot;2020-03-31T10:19:39&quot;,&#10;            &quot;maxSize&quot;: {&#10;                &quot;size1&quot;: 68.099999999999994&#10;            },&#10;            &quot;minSize&quot;: {&#10;                &quot;size1&quot;: 36.200000000000003&#10;            },&#10;            &quot;normalSize&quot;: {&#10;                &quot;size1&quot;: 62.318750000000001&#10;            },&#10;            &quot;subLayout&quot;: [&#10;                {&#10;                    &quot;horizontalAlign&quot;: 0,&#10;                    &quot;id&quot;: &quot;2020-03-31T10:19:39&quot;,&#10;                    &quot;margin&quot;: {&#10;                        &quot;bottom&quot;: 1.690000057220459,&#10;                        &quot;left&quot;: 1.7029999494552612,&#10;                        &quot;right&quot;: 1.034000039100647,&#10;                        &quot;top&quot;: 0.026000002399086952&#10;                    },&#10;                    &quot;marginOverLayout&quot;: {&#10;                        &quot;bottom&quot;: 1.690000057220459,&#10;                        &quot;left&quot;: 1.7029999494552612,&#10;                        &quot;right&quot;: 1.034000039100647,&#10;                        &quot;top&quot;: 0.026000002399086952&#10;                    },&#10;                    &quot;type&quot;: 1,&#10;                    &quot;verticalAlign&quot;: 1&#10;                },&#10;                {&#10;                    &quot;horizontalAlign&quot;: 0,&#10;                    &quot;id&quot;: &quot;2020-03-31T10:19:39&quot;,&#10;                    &quot;margin&quot;: {&#10;                        &quot;bottom&quot;: 1.690000057220459,&#10;                        &quot;left&quot;: 0.026000002399086952,&#10;                        &quot;right&quot;: 1.690000057220459,&#10;                        &quot;top&quot;: 0.026000002399086952&#10;                    },&#10;                    &quot;type&quot;: 0,&#10;                    &quot;verticalAlign&quot;: 1&#10;                }&#10;            ],&#10;            &quot;type&quot;: 0&#10;        }&#10;    ],&#10;    &quot;type&quot;: 1&#10;}&#10;"/>
  <p:tag name="KSO_WM_SLIDE_CAN_ADD_NAVIGATION" val="1"/>
  <p:tag name="KSO_WM_SLIDE_BACKGROUND" val="[&quot;general&quot;,&quot;frame&quot;,&quot;bottomTop&quot;]"/>
  <p:tag name="KSO_WM_SLIDE_RATIO" val="1.777778"/>
  <p:tag name="KSO_WM_SLIDE_BK_DARK_LIGHT" val="2"/>
  <p:tag name="KSO_WM_SLIDE_BACKGROUND_TYPE" val="bottomTop"/>
</p:tagLst>
</file>

<file path=ppt/tags/tag1539.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UNIT_TYPE" val="i"/>
</p:tagLst>
</file>

<file path=ppt/tags/tag15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 name="KSO_WM_SLIDE_BACKGROUND_TYPE" val="bottomTop"/>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541.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点击输入大标题"/>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200321_1*a*1"/>
  <p:tag name="KSO_WM_TEMPLATE_CATEGORY" val="diagram"/>
  <p:tag name="KSO_WM_TEMPLATE_INDEX" val="20200321"/>
  <p:tag name="KSO_WM_UNIT_LAYERLEVEL" val="1"/>
  <p:tag name="KSO_WM_TAG_VERSION" val="1.0"/>
  <p:tag name="KSO_WM_BEAUTIFY_FLAG" val="#wm#"/>
  <p:tag name="KSO_WM_UNIT_ISNUMDGMTITLE" val="0"/>
  <p:tag name="KSO_WM_UNIT_SHOW_EDIT_AREA_INDICATION" val="1"/>
  <p:tag name="KSO_WM_UNIT_PLACING_PICTURE_MD4" val="0"/>
  <p:tag name="KSO_WM_UNIT_DEFAULT_FONT" val="32;36;4"/>
  <p:tag name="KSO_WM_UNIT_BLOCK" val="0"/>
  <p:tag name="KSO_WM_UNIT_SM_LIMIT_TYPE" val="1"/>
  <p:tag name="KSO_WM_UNIT_SMARTLAYOUT_COMPRESS_INFO" val="{&#10;    &quot;id&quot;: &quot;2020-03-31T10:19:39&quot;,&#10;    &quot;max&quot;: 0,&#10;    &quot;parentMax&quot;: {&#10;        &quot;max&quot;: 1.8399999999999963&#10;    },&#10;    &quot;topChanged&quot;: 0&#10;}&#10;"/>
  <p:tag name="KSO_WM_UNIT_TEXT_FILL_FORE_SCHEMECOLOR_INDEX_BRIGHTNESS" val="0.25"/>
  <p:tag name="KSO_WM_UNIT_TEXT_FILL_FORE_SCHEMECOLOR_INDEX" val="13"/>
  <p:tag name="KSO_WM_UNIT_TEXT_FILL_TYPE" val="1"/>
</p:tagLst>
</file>

<file path=ppt/tags/tag1542.xml><?xml version="1.0" encoding="utf-8"?>
<p:tagLst xmlns:a="http://schemas.openxmlformats.org/drawingml/2006/main" xmlns:r="http://schemas.openxmlformats.org/officeDocument/2006/relationships" xmlns:p="http://schemas.openxmlformats.org/presentationml/2006/main">
  <p:tag name="KSO_WM_UNIT_VALUE" val="1266*2031"/>
  <p:tag name="KSO_WM_UNIT_HIGHLIGHT" val="0"/>
  <p:tag name="KSO_WM_UNIT_COMPATIBLE" val="0"/>
  <p:tag name="KSO_WM_UNIT_DIAGRAM_ISNUMVISUAL" val="0"/>
  <p:tag name="KSO_WM_UNIT_DIAGRAM_ISREFERUNIT" val="0"/>
  <p:tag name="KSO_WM_UNIT_TYPE" val="d"/>
  <p:tag name="KSO_WM_UNIT_INDEX" val="1"/>
  <p:tag name="KSO_WM_UNIT_ID" val="diagram20200321_1*d*1"/>
  <p:tag name="KSO_WM_TEMPLATE_CATEGORY" val="diagram"/>
  <p:tag name="KSO_WM_TEMPLATE_INDEX" val="20200321"/>
  <p:tag name="KSO_WM_UNIT_LAYERLEVEL" val="1"/>
  <p:tag name="KSO_WM_TAG_VERSION" val="1.0"/>
  <p:tag name="KSO_WM_BEAUTIFY_FLAG" val="#wm#"/>
  <p:tag name="KSO_WM_UNIT_PLACING_PICTURE_INFO" val="{&quot;code&quot;:&quot;[1]&quot;,&quot;full_picture&quot;:false,&quot;last_crop_picture&quot;:&quot;[1]&quot;,&quot;scheme&quot;:&quot;1-1&quot;,&quot;spacing&quot;:6}"/>
  <p:tag name="KSO_WM_UNIT_SUPPORT_UNIT_TYPE" val="[&quot;all&quot;]"/>
  <p:tag name="KSO_WM_UNIT_PLACING_PICTURE_USER_VIEWPORT" val="{&quot;height&quot;:7185.3102362204727,&quot;width&quot;:11522.322834645669}"/>
  <p:tag name="KSO_WM_UNIT_PLACING_PICTURE_USER_RELATIVERECTANGLE" val="{&quot;bottom&quot;:0.00017000000000000001,&quot;left&quot;:0,&quot;right&quot;:0,&quot;top&quot;:0.00017000000000000001}"/>
  <p:tag name="KSO_WM_UNIT_PLACING_PICTURE_COLLAGE_RELATIVERECTANGLE" val="{&quot;bottom&quot;:0.00016999999999998112,&quot;left&quot;:0,&quot;right&quot;:0,&quot;top&quot;:0.00016999999999998112}"/>
  <p:tag name="KSO_WM_UNIT_PLACING_PICTURE_COLLAGE_VIEWPORT" val="{&quot;height&quot;:7185.3102362204736,&quot;width&quot;:11522.322834645671}"/>
  <p:tag name="KSO_WM_UNIT_PLACING_PICTURE_MD4" val="0"/>
  <p:tag name="KSO_WM_UNIT_BLOCK" val="0"/>
  <p:tag name="KSO_WM_UNIT_PLACING_PICTURE" val="43839.6939084144"/>
  <p:tag name="REFSHAPE" val="1030247492"/>
</p:tagLst>
</file>

<file path=ppt/tags/tag1543.xml><?xml version="1.0" encoding="utf-8"?>
<p:tagLst xmlns:a="http://schemas.openxmlformats.org/drawingml/2006/main" xmlns:r="http://schemas.openxmlformats.org/officeDocument/2006/relationships" xmlns:p="http://schemas.openxmlformats.org/presentationml/2006/main">
  <p:tag name="KSO_WM_UNIT_PRESET_TEXT" val="点击输入正文"/>
  <p:tag name="KSO_WM_UNIT_NOCLEAR" val="0"/>
  <p:tag name="KSO_WM_UNIT_VALUE" val="154"/>
  <p:tag name="KSO_WM_UNIT_HIGHLIGHT" val="0"/>
  <p:tag name="KSO_WM_UNIT_COMPATIBLE" val="0"/>
  <p:tag name="KSO_WM_UNIT_DIAGRAM_ISNUMVISUAL" val="0"/>
  <p:tag name="KSO_WM_UNIT_DIAGRAM_ISREFERUNIT" val="0"/>
  <p:tag name="KSO_WM_UNIT_TYPE" val="f"/>
  <p:tag name="KSO_WM_UNIT_INDEX" val="1"/>
  <p:tag name="KSO_WM_UNIT_ID" val="diagram20200321_1*f*1"/>
  <p:tag name="KSO_WM_TEMPLATE_CATEGORY" val="diagram"/>
  <p:tag name="KSO_WM_TEMPLATE_INDEX" val="20200321"/>
  <p:tag name="KSO_WM_UNIT_LAYERLEVEL" val="1"/>
  <p:tag name="KSO_WM_TAG_VERSION" val="1.0"/>
  <p:tag name="KSO_WM_BEAUTIFY_FLAG" val="#wm#"/>
  <p:tag name="KSO_WM_UNIT_SHOW_EDIT_AREA_INDICATION" val="1"/>
  <p:tag name="KSO_WM_UNIT_PLACING_PICTURE_MD4" val="0"/>
  <p:tag name="KSO_WM_UNIT_DEFAULT_FONT" val="14;18;2"/>
  <p:tag name="KSO_WM_UNIT_BLOCK" val="0"/>
  <p:tag name="KSO_WM_UNIT_TEXT_FILL_FORE_SCHEMECOLOR_INDEX_BRIGHTNESS" val="0.35"/>
  <p:tag name="KSO_WM_UNIT_TEXT_FILL_FORE_SCHEMECOLOR_INDEX" val="13"/>
  <p:tag name="KSO_WM_UNIT_TEXT_FILL_TYPE" val="1"/>
</p:tagLst>
</file>

<file path=ppt/tags/tag15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0321_1*i*2"/>
  <p:tag name="KSO_WM_TEMPLATE_CATEGORY" val="diagram"/>
  <p:tag name="KSO_WM_TEMPLATE_INDEX" val="20200321"/>
  <p:tag name="KSO_WM_UNIT_LAYERLEVEL" val="1"/>
  <p:tag name="KSO_WM_TAG_VERSION" val="1.0"/>
  <p:tag name="KSO_WM_BEAUTIFY_FLAG" val="#wm#"/>
  <p:tag name="KSO_WM_UNIT_PLACING_PICTURE_MD4" val="0"/>
  <p:tag name="KSO_WM_UNIT_SM_LIMIT_TYPE" val="1"/>
  <p:tag name="KSO_WM_UNIT_LINE_FORE_SCHEMECOLOR_INDEX_BRIGHTNESS" val="0.25"/>
  <p:tag name="KSO_WM_UNIT_LINE_FORE_SCHEMECOLOR_INDEX" val="13"/>
  <p:tag name="KSO_WM_UNIT_LINE_FILL_TYPE" val="2"/>
</p:tagLst>
</file>

<file path=ppt/tags/tag15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0321_1*i*3"/>
  <p:tag name="KSO_WM_TEMPLATE_CATEGORY" val="diagram"/>
  <p:tag name="KSO_WM_TEMPLATE_INDEX" val="20200321"/>
  <p:tag name="KSO_WM_UNIT_LAYERLEVEL" val="1"/>
  <p:tag name="KSO_WM_TAG_VERSION" val="1.0"/>
  <p:tag name="KSO_WM_BEAUTIFY_FLAG" val="#wm#"/>
  <p:tag name="KSO_WM_UNIT_PLACING_PICTURE_MD4" val="0"/>
  <p:tag name="KSO_WM_UNIT_SM_LIMIT_TYPE" val="1"/>
  <p:tag name="KSO_WM_UNIT_LINE_FORE_SCHEMECOLOR_INDEX_BRIGHTNESS" val="0.25"/>
  <p:tag name="KSO_WM_UNIT_LINE_FORE_SCHEMECOLOR_INDEX" val="13"/>
  <p:tag name="KSO_WM_UNIT_LINE_FILL_TYPE" val="2"/>
</p:tagLst>
</file>

<file path=ppt/tags/tag15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2"/>
  <p:tag name="KSO_WM_UNIT_LAYERLEVEL" val="1"/>
  <p:tag name="KSO_WM_TAG_VERSION" val="1.0"/>
  <p:tag name="KSO_WM_BEAUTIFY_FLAG" val="#wm#"/>
  <p:tag name="KSO_WM_SLIDE_BACKGROUND_TYPE" val="bottomTop"/>
  <p:tag name="KSO_WM_SLIDE_BK_DARK_LIGHT" val="2"/>
  <p:tag name="KSO_WM_UNIT_TYPE" val="i"/>
  <p:tag name="KSO_WM_UNIT_INDEX" val="2"/>
  <p:tag name="KSO_WM_UNIT_FILL_TYPE" val="1"/>
  <p:tag name="KSO_WM_UNIT_TEXT_FILL_FORE_SCHEMECOLOR_INDEX_BRIGHTNESS" val="0"/>
  <p:tag name="KSO_WM_UNIT_TEXT_FILL_FORE_SCHEMECOLOR_INDEX" val="13"/>
  <p:tag name="KSO_WM_UNIT_TEXT_FILL_TYPE" val="1"/>
</p:tagLst>
</file>

<file path=ppt/tags/tag15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3"/>
  <p:tag name="KSO_WM_UNIT_LAYERLEVEL" val="1"/>
  <p:tag name="KSO_WM_TAG_VERSION" val="1.0"/>
  <p:tag name="KSO_WM_BEAUTIFY_FLAG" val="#wm#"/>
  <p:tag name="KSO_WM_SLIDE_BACKGROUND_TYPE" val="bottomTop"/>
  <p:tag name="KSO_WM_SLIDE_BK_DARK_LIGHT" val="2"/>
  <p:tag name="KSO_WM_UNIT_TYPE" val="i"/>
  <p:tag name="KSO_WM_UNIT_INDEX" val="3"/>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5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5"/>
  <p:tag name="KSO_WM_UNIT_LAYERLEVEL" val="1"/>
  <p:tag name="KSO_WM_TAG_VERSION" val="1.0"/>
  <p:tag name="KSO_WM_BEAUTIFY_FLAG" val="#wm#"/>
  <p:tag name="KSO_WM_SLIDE_BACKGROUND_TYPE" val="bottomTop"/>
  <p:tag name="KSO_WM_SLIDE_BK_DARK_LIGHT" val="2"/>
  <p:tag name="KSO_WM_UNIT_TYPE" val="i"/>
  <p:tag name="KSO_WM_UNIT_INDEX" val="5"/>
  <p:tag name="KSO_WM_UNIT_FILL_TYPE" val="1"/>
  <p:tag name="KSO_WM_UNIT_TEXT_FILL_FORE_SCHEMECOLOR_INDEX_BRIGHTNESS" val="0"/>
  <p:tag name="KSO_WM_UNIT_TEXT_FILL_FORE_SCHEMECOLOR_INDEX" val="13"/>
  <p:tag name="KSO_WM_UNIT_TEXT_FILL_TYPE" val="1"/>
</p:tagLst>
</file>

<file path=ppt/tags/tag15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4"/>
  <p:tag name="KSO_WM_UNIT_LAYERLEVEL" val="1"/>
  <p:tag name="KSO_WM_TAG_VERSION" val="1.0"/>
  <p:tag name="KSO_WM_BEAUTIFY_FLAG" val="#wm#"/>
  <p:tag name="KSO_WM_SLIDE_BACKGROUND_TYPE" val="bottomTop"/>
  <p:tag name="KSO_WM_SLIDE_BK_DARK_LIGHT" val="2"/>
  <p:tag name="KSO_WM_UNIT_TYPE" val="i"/>
  <p:tag name="KSO_WM_UNIT_INDEX" val="4"/>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5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6"/>
  <p:tag name="KSO_WM_UNIT_LAYERLEVEL" val="1"/>
  <p:tag name="KSO_WM_TAG_VERSION" val="1.0"/>
  <p:tag name="KSO_WM_BEAUTIFY_FLAG" val="#wm#"/>
  <p:tag name="KSO_WM_SLIDE_BACKGROUND_TYPE" val="bottomTop"/>
  <p:tag name="KSO_WM_SLIDE_BK_DARK_LIGHT" val="2"/>
  <p:tag name="KSO_WM_UNIT_TYPE" val="i"/>
  <p:tag name="KSO_WM_UNIT_INDEX" val="6"/>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Lst>
</file>

<file path=ppt/tags/tag15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7"/>
  <p:tag name="KSO_WM_UNIT_LAYERLEVEL" val="1"/>
  <p:tag name="KSO_WM_TAG_VERSION" val="1.0"/>
  <p:tag name="KSO_WM_BEAUTIFY_FLAG" val="#wm#"/>
  <p:tag name="KSO_WM_SLIDE_BACKGROUND_TYPE" val="bottomTop"/>
  <p:tag name="KSO_WM_SLIDE_BK_DARK_LIGHT" val="2"/>
  <p:tag name="KSO_WM_UNIT_TYPE" val="i"/>
  <p:tag name="KSO_WM_UNIT_INDEX" val="7"/>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13"/>
  <p:tag name="KSO_WM_UNIT_TEXT_FILL_TYPE" val="1"/>
</p:tagLst>
</file>

<file path=ppt/tags/tag155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3405"/>
  <p:tag name="KSO_WM_SLIDE_ID" val="diagram20203405_1"/>
  <p:tag name="KSO_WM_TEMPLATE_SUBCATEGORY" val="11"/>
  <p:tag name="KSO_WM_TEMPLATE_MASTER_TYPE" val="0"/>
  <p:tag name="KSO_WM_TEMPLATE_COLOR_TYPE" val="1"/>
  <p:tag name="KSO_WM_SLIDE_TYPE" val="text"/>
  <p:tag name="KSO_WM_SLIDE_SUBTYPE" val="picTxt"/>
  <p:tag name="KSO_WM_SLIDE_ITEM_CNT" val="0"/>
  <p:tag name="KSO_WM_SLIDE_INDEX" val="1"/>
  <p:tag name="KSO_WM_SLIDE_SIZE" val="898*540"/>
  <p:tag name="KSO_WM_SLIDE_POSITION" val="0*0"/>
  <p:tag name="KSO_WM_TAG_VERSION" val="1.0"/>
  <p:tag name="KSO_WM_SLIDE_LAYOUT" val="a_d_f_i"/>
  <p:tag name="KSO_WM_SLIDE_LAYOUT_CNT" val="1_1_2_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direction&quot;: 1,&#10;    &quot;id&quot;: &quot;2020-03-31T10:23:52&quot;,&#10;    &quot;maxSize&quot;: {&#10;        &quot;size1&quot;: 33.399999999999999&#10;    },&#10;    &quot;minSize&quot;: {&#10;        &quot;size1&quot;: 33.399999999999999&#10;    },&#10;    &quot;normalSize&quot;: {&#10;        &quot;size1&quot;: 33.399999999999999&#10;    },&#10;    &quot;subLayout&quot;: [&#10;        {&#10;            &quot;backgroundInfo&quot;: [&#10;                {&#10;                    &quot;bottom&quot;: 0,&#10;                    &quot;bottomAbs&quot;: false,&#10;                    &quot;left&quot;: 0,&#10;                    &quot;leftAbs&quot;: false,&#10;                    &quot;right&quot;: 0,&#10;                    &quot;rightAbs&quot;: false,&#10;                    &quot;top&quot;: 0,&#10;                    &quot;topAbs&quot;: false,&#10;                    &quot;type&quot;: &quot;leftRight&quot;&#10;                }&#10;            ],&#10;            &quot;id&quot;: &quot;2020-03-31T10:23:52&quot;,&#10;            &quot;margin&quot;: {&#10;                &quot;bottom&quot;: 2.9300000667572021,&#10;                &quot;left&quot;: 2.119999885559082,&#10;                &quot;right&quot;: 1.690000057220459,&#10;                &quot;top&quot;: 3.2699997425079346&#10;            },&#10;            &quot;maxSize&quot;: {&#10;                &quot;size1&quot;: 65.599999999999994&#10;            },&#10;            &quot;minSize&quot;: {&#10;                &quot;size1&quot;: 39.299999999999997&#10;            },&#10;            &quot;normalSize&quot;: {&#10;                &quot;size1&quot;: 53.266204918829601&#10;            },&#10;            &quot;subLayout&quot;: [&#10;                {&#10;                    &quot;id&quot;: &quot;2020-03-31T10:23:52&quot;,&#10;                    &quot;margin&quot;: {&#10;                        &quot;bottom&quot;: 0.39399999380111694,&#10;                        &quot;left&quot;: 2.119999885559082,&#10;                        &quot;right&quot;: 1.690000057220459,&#10;                        &quot;top&quot;: 3.2799999713897705&#10;                    },&#10;                    &quot;type&quot;: 0&#10;                },&#10;                {&#10;                    &quot;id&quot;: &quot;2020-03-31T10:23:52&quot;,&#10;                    &quot;margin&quot;: {&#10;                        &quot;bottom&quot;: 2.9300000667572021,&#10;                        &quot;left&quot;: 2.119999885559082,&#10;                        &quot;right&quot;: 1.690000057220459,&#10;                        &quot;top&quot;: 0.026000002399086952&#10;                    },&#10;                    &quot;type&quot;: 0&#10;                }&#10;            ],&#10;            &quot;type&quot;: 0&#10;        },&#10;        {&#10;            &quot;id&quot;: &quot;2020-03-31T10:23:52&quot;,&#10;            &quot;maxSize&quot;: {&#10;                &quot;size1&quot;: 83.299999999999997&#10;            },&#10;            &quot;minSize&quot;: {&#10;                &quot;size1&quot;: 53.799999999999997&#10;            },&#10;            &quot;normalSize&quot;: {&#10;                &quot;size1&quot;: 72.400000000000006&#10;            },&#10;            &quot;subLayout&quot;: [&#10;                {&#10;                    &quot;horizontalAlign&quot;: 0,&#10;                    &quot;id&quot;: &quot;2020-03-31T10:23:52&quot;,&#10;                    &quot;margin&quot;: {&#10;                        &quot;bottom&quot;: 1.0199999809265137,&#10;                        &quot;left&quot;: 2.1099998950958252,&#10;                        &quot;right&quot;: 2.5399999618530273,&#10;                        &quot;top&quot;: 2.5399999618530273&#10;                    },&#10;                    &quot;type&quot;: 0,&#10;                    &quot;verticalAlign&quot;: 2&#10;                },&#10;                {&#10;                    &quot;horizontalAlign&quot;: 0,&#10;                    &quot;id&quot;: &quot;2020-03-31T10:23:52&quot;,&#10;                    &quot;margin&quot;: {&#10;                        &quot;bottom&quot;: 2.119999885559082,&#10;                        &quot;left&quot;: 1.7300000190734863,&#10;                        &quot;right&quot;: 2.119999885559082,&#10;                        &quot;top&quot;: 0.026000002399086952&#10;                    },&#10;                    &quot;type&quot;: 0,&#10;                    &quot;verticalAlign&quot;: 0&#10;                }&#10;            ],&#10;            &quot;type&quot;: 0&#10;        }&#10;    ],&#10;    &quot;type&quot;: 0&#10;}&#10;"/>
  <p:tag name="KSO_WM_SLIDE_CAN_ADD_NAVIGATION" val="1"/>
  <p:tag name="KSO_WM_SLIDE_BACKGROUND" val="[&quot;general&quot;,&quot;frame&quot;,&quot;leftRight&quot;]"/>
  <p:tag name="KSO_WM_SLIDE_RATIO" val="1.777778"/>
  <p:tag name="KSO_WM_SLIDE_BK_DARK_LIGHT" val="2"/>
  <p:tag name="KSO_WM_SLIDE_BACKGROUND_TYPE" val="leftRight"/>
</p:tagLst>
</file>

<file path=ppt/tags/tag15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2"/>
  <p:tag name="KSO_WM_UNIT_LAYERLEVEL" val="1"/>
  <p:tag name="KSO_WM_TAG_VERSION" val="1.0"/>
  <p:tag name="KSO_WM_BEAUTIFY_FLAG" val="#wm#"/>
  <p:tag name="KSO_WM_SLIDE_BACKGROUND_TYPE" val="leftRight"/>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554.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UNIT_TYPE" val="i"/>
</p:tagLst>
</file>

<file path=ppt/tags/tag1555.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我们是致力于研究AI智能创作PPT的一个团队;&#10;我们潜心钻研幻灯片的演示规律与创作思路，希望通过人工智能解放用户双手，不仅高效，且精准。…"/>
  <p:tag name="KSO_WM_UNIT_NOCLEAR" val="0"/>
  <p:tag name="KSO_WM_UNIT_HIGHLIGHT" val="0"/>
  <p:tag name="KSO_WM_UNIT_COMPATIBLE" val="0"/>
  <p:tag name="KSO_WM_UNIT_DIAGRAM_ISNUMVISUAL" val="0"/>
  <p:tag name="KSO_WM_UNIT_DIAGRAM_ISREFERUNIT" val="0"/>
  <p:tag name="KSO_WM_UNIT_TYPE" val="f"/>
  <p:tag name="KSO_WM_UNIT_INDEX" val="2"/>
  <p:tag name="KSO_WM_UNIT_ID" val="diagram20203405_1*f*2"/>
  <p:tag name="KSO_WM_TEMPLATE_CATEGORY" val="diagram"/>
  <p:tag name="KSO_WM_TEMPLATE_INDEX" val="20203405"/>
  <p:tag name="KSO_WM_UNIT_LAYERLEVEL" val="1"/>
  <p:tag name="KSO_WM_TAG_VERSION" val="1.0"/>
  <p:tag name="KSO_WM_BEAUTIFY_FLAG" val="#wm#"/>
  <p:tag name="KSO_WM_UNIT_VALUE" val="96"/>
  <p:tag name="KSO_WM_UNIT_DEFAULT_FONT" val="14;16;2"/>
  <p:tag name="KSO_WM_UNIT_BLOCK" val="0"/>
  <p:tag name="KSO_WM_UNIT_TEXT_FILL_FORE_SCHEMECOLOR_INDEX_BRIGHTNESS" val="0.25"/>
  <p:tag name="KSO_WM_UNIT_TEXT_FILL_FORE_SCHEMECOLOR_INDEX" val="13"/>
  <p:tag name="KSO_WM_UNIT_TEXT_FILL_TYPE" val="1"/>
</p:tagLst>
</file>

<file path=ppt/tags/tag15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3405_1*i*3"/>
  <p:tag name="KSO_WM_TEMPLATE_CATEGORY" val="diagram"/>
  <p:tag name="KSO_WM_TEMPLATE_INDEX" val="20203405"/>
  <p:tag name="KSO_WM_UNIT_LAYERLEVEL" val="1"/>
  <p:tag name="KSO_WM_TAG_VERSION" val="1.0"/>
  <p:tag name="KSO_WM_BEAUTIFY_FLAG" val="#wm#"/>
  <p:tag name="KSO_WM_UNIT_BLOCK" val="0"/>
  <p:tag name="KSO_WM_UNIT_SM_LIMIT_TYPE" val="1"/>
  <p:tag name="KSO_WM_UNIT_FILL_FORE_SCHEMECOLOR_INDEX_BRIGHTNESS" val="0"/>
  <p:tag name="KSO_WM_UNIT_FILL_FORE_SCHEMECOLOR_INDEX" val="5"/>
  <p:tag name="KSO_WM_UNIT_FILL_TYPE" val="1"/>
  <p:tag name="KSO_WM_UNIT_TEXT_FILL_TYPE" val="1"/>
</p:tagLst>
</file>

<file path=ppt/tags/tag15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3405_1*i*4"/>
  <p:tag name="KSO_WM_TEMPLATE_CATEGORY" val="diagram"/>
  <p:tag name="KSO_WM_TEMPLATE_INDEX" val="20203405"/>
  <p:tag name="KSO_WM_UNIT_LAYERLEVEL" val="1"/>
  <p:tag name="KSO_WM_TAG_VERSION" val="1.0"/>
  <p:tag name="KSO_WM_BEAUTIFY_FLAG" val="#wm#"/>
  <p:tag name="KSO_WM_UNIT_BLOCK" val="0"/>
  <p:tag name="KSO_WM_UNIT_SM_LIMIT_TYPE" val="1"/>
  <p:tag name="KSO_WM_UNIT_DECORATE_INFO" val="{&quot;DecorateInfoX&quot;:{&quot;IsLeft&quot;:true,&quot;IsRight&quot;:false,&quot;IsAbs&quot;:true},&quot;DecorateInfoY&quot;:{&quot;IsTop&quot;:true,&quot;IsBottom&quot;:false,&quot;IsAbs&quot;:true}}"/>
  <p:tag name="KSO_WM_UNIT_TEXT_FILL_FORE_SCHEMECOLOR_INDEX_BRIGHTNESS" val="0"/>
  <p:tag name="KSO_WM_UNIT_TEXT_FILL_FORE_SCHEMECOLOR_INDEX" val="5"/>
  <p:tag name="KSO_WM_UNIT_TEXT_FILL_TYPE" val="1"/>
</p:tagLst>
</file>

<file path=ppt/tags/tag15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3405_1*i*2"/>
  <p:tag name="KSO_WM_TEMPLATE_CATEGORY" val="diagram"/>
  <p:tag name="KSO_WM_TEMPLATE_INDEX" val="20203405"/>
  <p:tag name="KSO_WM_UNIT_LAYERLEVEL" val="1"/>
  <p:tag name="KSO_WM_TAG_VERSION" val="1.0"/>
  <p:tag name="KSO_WM_BEAUTIFY_FLAG" val="#wm#"/>
  <p:tag name="KSO_WM_UNIT_BLOCK" val="0"/>
  <p:tag name="KSO_WM_UNIT_SM_LIMIT_TYPE" val="2"/>
  <p:tag name="KSO_WM_UNIT_DECORATE_INFO" val="{&quot;DecorateInfoX&quot;:{&quot;IsLeft&quot;:true,&quot;IsRight&quot;:false,&quot;IsAbs&quot;:true},&quot;DecorateInfoY&quot;:{&quot;IsTop&quot;:false,&quot;IsBottom&quot;:true,&quot;IsAbs&quot;:true}}"/>
  <p:tag name="KSO_WM_UNIT_FILL_FORE_SCHEMECOLOR_INDEX_BRIGHTNESS" val="0"/>
  <p:tag name="KSO_WM_UNIT_FILL_FORE_SCHEMECOLOR_INDEX" val="16"/>
  <p:tag name="KSO_WM_UNIT_FILL_TYPE" val="1"/>
  <p:tag name="KSO_WM_UNIT_SHADOW_SCHEMECOLOR_INDEX_BRIGHTNESS" val="0.05"/>
  <p:tag name="KSO_WM_UNIT_SHADOW_SCHEMECOLOR_INDEX" val="13"/>
  <p:tag name="KSO_WM_UNIT_TEXT_FILL_TYPE" val="1"/>
</p:tagLst>
</file>

<file path=ppt/tags/tag1559.xml><?xml version="1.0" encoding="utf-8"?>
<p:tagLst xmlns:a="http://schemas.openxmlformats.org/drawingml/2006/main" xmlns:r="http://schemas.openxmlformats.org/officeDocument/2006/relationships" xmlns:p="http://schemas.openxmlformats.org/presentationml/2006/main">
  <p:tag name="KSO_WM_UNIT_VALUE" val="1021*1795"/>
  <p:tag name="KSO_WM_UNIT_HIGHLIGHT" val="0"/>
  <p:tag name="KSO_WM_UNIT_COMPATIBLE" val="0"/>
  <p:tag name="KSO_WM_UNIT_DIAGRAM_ISNUMVISUAL" val="0"/>
  <p:tag name="KSO_WM_UNIT_DIAGRAM_ISREFERUNIT" val="0"/>
  <p:tag name="KSO_WM_UNIT_TYPE" val="d"/>
  <p:tag name="KSO_WM_UNIT_INDEX" val="1"/>
  <p:tag name="KSO_WM_UNIT_ID" val="diagram20203405_1*d*1"/>
  <p:tag name="KSO_WM_TEMPLATE_CATEGORY" val="diagram"/>
  <p:tag name="KSO_WM_TEMPLATE_INDEX" val="20203405"/>
  <p:tag name="KSO_WM_UNIT_SUPPORT_UNIT_TYPE" val="[&quot;all&quot;]"/>
  <p:tag name="KSO_WM_UNIT_LAYERLEVEL" val="1"/>
  <p:tag name="KSO_WM_TAG_VERSION" val="1.0"/>
  <p:tag name="KSO_WM_BEAUTIFY_FLAG" val="#wm#"/>
  <p:tag name="KSO_WM_UNIT_BLOCK" val="0"/>
  <p:tag name="KSO_WM_UNIT_SM_LIMIT_TYPE" val="1"/>
  <p:tag name="KSO_WM_UNIT_PLACING_PICTURE_USER_VIEWPORT" val="{&quot;height&quot;:5792.12125984252,&quot;width&quot;:10186.629921259842}"/>
  <p:tag name="KSO_WM_UNIT_PLACING_PICTURE_USER_RELATIVERECTANGLE" val="{&quot;bottom&quot;:0.061609999999999998,&quot;left&quot;:0,&quot;right&quot;:0,&quot;top&quot;:0.061609999999999998}"/>
  <p:tag name="KSO_WM_UNIT_PLACING_PICTURE_COLLAGE_RELATIVERECTANGLE" val="{&quot;bottom&quot;:0.061609999999999984,&quot;left&quot;:0,&quot;right&quot;:0,&quot;top&quot;:0.061609999999999984}"/>
  <p:tag name="KSO_WM_UNIT_PLACING_PICTURE_COLLAGE_VIEWPORT" val="{&quot;height&quot;:5792.12125984252,&quot;width&quot;:10186.629921259842}"/>
  <p:tag name="KSO_WM_UNIT_PLACING_PICTURE_INFO" val="{&quot;code&quot;:&quot;[1]&quot;,&quot;full_picture&quot;:false,&quot;last_crop_picture&quot;:&quot;[1]&quot;,&quot;scheme&quot;:&quot;1-1&quot;,&quot;spacing&quot;:5}"/>
  <p:tag name="KSO_WM_UNIT_PLACING_PICTURE" val="145446.839"/>
  <p:tag name="REFSHAPE" val="548301140"/>
</p:tagLst>
</file>

<file path=ppt/tags/tag1560.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点击此处添加大标题"/>
  <p:tag name="KSO_WM_UNIT_NOCLEAR" val="0"/>
  <p:tag name="KSO_WM_UNIT_VALUE" val="16"/>
  <p:tag name="KSO_WM_UNIT_HIGHLIGHT" val="0"/>
  <p:tag name="KSO_WM_UNIT_COMPATIBLE" val="0"/>
  <p:tag name="KSO_WM_UNIT_DIAGRAM_ISNUMVISUAL" val="0"/>
  <p:tag name="KSO_WM_UNIT_DIAGRAM_ISREFERUNIT" val="0"/>
  <p:tag name="KSO_WM_UNIT_TYPE" val="a"/>
  <p:tag name="KSO_WM_UNIT_INDEX" val="1"/>
  <p:tag name="KSO_WM_UNIT_ID" val="diagram20203405_1*a*1"/>
  <p:tag name="KSO_WM_TEMPLATE_CATEGORY" val="diagram"/>
  <p:tag name="KSO_WM_TEMPLATE_INDEX" val="20203405"/>
  <p:tag name="KSO_WM_UNIT_LAYERLEVEL" val="1"/>
  <p:tag name="KSO_WM_TAG_VERSION" val="1.0"/>
  <p:tag name="KSO_WM_BEAUTIFY_FLAG" val="#wm#"/>
  <p:tag name="KSO_WM_UNIT_DEFAULT_FONT" val="36;44;4"/>
  <p:tag name="KSO_WM_UNIT_BLOCK" val="0"/>
  <p:tag name="KSO_WM_UNIT_SMARTLAYOUT_COMPRESS_INFO" val="{&#10;    &quot;id&quot;: &quot;2020-03-31T10:23:52&quot;,&#10;    &quot;max&quot;: 0,&#10;    &quot;parentMax&quot;: {&#10;        &quot;max&quot;: 22.220629921259839&#10;    },&#10;    &quot;topChanged&quot;: 0&#10;}&#10;"/>
  <p:tag name="KSO_WM_UNIT_TEXT_FILL_FORE_SCHEMECOLOR_INDEX_BRIGHTNESS" val="0"/>
  <p:tag name="KSO_WM_UNIT_TEXT_FILL_FORE_SCHEMECOLOR_INDEX" val="14"/>
  <p:tag name="KSO_WM_UNIT_TEXT_FILL_TYPE" val="1"/>
</p:tagLst>
</file>

<file path=ppt/tags/tag1561.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此处输入你的正文，文字是您思想的提炼，为了最终演示发布的良好效果…"/>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3405_1*f*1"/>
  <p:tag name="KSO_WM_TEMPLATE_CATEGORY" val="diagram"/>
  <p:tag name="KSO_WM_TEMPLATE_INDEX" val="20203405"/>
  <p:tag name="KSO_WM_UNIT_LAYERLEVEL" val="1"/>
  <p:tag name="KSO_WM_TAG_VERSION" val="1.0"/>
  <p:tag name="KSO_WM_BEAUTIFY_FLAG" val="#wm#"/>
  <p:tag name="KSO_WM_UNIT_VALUE" val="60"/>
  <p:tag name="KSO_WM_UNIT_DEFAULT_FONT" val="14;16;2"/>
  <p:tag name="KSO_WM_UNIT_BLOCK" val="0"/>
  <p:tag name="KSO_WM_UNIT_TEXT_FILL_FORE_SCHEMECOLOR_INDEX_BRIGHTNESS" val="-0.05"/>
  <p:tag name="KSO_WM_UNIT_TEXT_FILL_FORE_SCHEMECOLOR_INDEX" val="14"/>
  <p:tag name="KSO_WM_UNIT_TEXT_FILL_TYPE" val="1"/>
</p:tagLst>
</file>

<file path=ppt/tags/tag1562.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563.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56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3892"/>
  <p:tag name="KSO_WM_SLIDE_ID" val="diagram20203892_1"/>
  <p:tag name="KSO_WM_TEMPLATE_SUBCATEGORY" val="11"/>
  <p:tag name="KSO_WM_TEMPLATE_MASTER_TYPE" val="0"/>
  <p:tag name="KSO_WM_TEMPLATE_COLOR_TYPE" val="1"/>
  <p:tag name="KSO_WM_SLIDE_TYPE" val="text"/>
  <p:tag name="KSO_WM_SLIDE_SUBTYPE" val="picTxt"/>
  <p:tag name="KSO_WM_SLIDE_ITEM_CNT" val="0"/>
  <p:tag name="KSO_WM_SLIDE_INDEX" val="1"/>
  <p:tag name="KSO_WM_SLIDE_SIZE" val="960*508"/>
  <p:tag name="KSO_WM_SLIDE_POSITION" val="0*0"/>
  <p:tag name="KSO_WM_TAG_VERSION" val="1.0"/>
  <p:tag name="KSO_WM_SLIDE_LAYOUT" val="a_d_f_i"/>
  <p:tag name="KSO_WM_SLIDE_LAYOUT_CNT" val="1_1_1_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id&quot;: &quot;2020-03-31T11:17:02&quot;,&#10;    &quot;maxSize&quot;: {&#10;        &quot;size1&quot;: 13.5&#10;    },&#10;    &quot;minSize&quot;: {&#10;        &quot;size1&quot;: 13.5&#10;    },&#10;    &quot;normalSize&quot;: {&#10;        &quot;size1&quot;: 13.5&#10;    },&#10;    &quot;subLayout&quot;: [&#10;        {&#10;            &quot;backgroundInfo&quot;: [&#10;                {&#10;                    &quot;bottom&quot;: 0,&#10;                    &quot;bottomAbs&quot;: false,&#10;                    &quot;left&quot;: 0,&#10;                    &quot;leftAbs&quot;: false,&#10;                    &quot;right&quot;: 0,&#10;                    &quot;rightAbs&quot;: false,&#10;                    &quot;top&quot;: 0,&#10;                    &quot;topAbs&quot;: false,&#10;                    &quot;type&quot;: &quot;navigation&quot;&#10;                }&#10;            ],&#10;            &quot;id&quot;: &quot;2020-03-31T11:17:02&quot;,&#10;            &quot;margin&quot;: {&#10;                &quot;bottom&quot;: 0.43000000715255737,&#10;                &quot;left&quot;: 1.690000057220459,&#10;                &quot;right&quot;: 1.690000057220459,&#10;                &quot;top&quot;: 0.43000000715255737&#10;            },&#10;            &quot;type&quot;: 0&#10;        },&#10;        {&#10;            &quot;direction&quot;: 1,&#10;            &quot;id&quot;: &quot;2020-03-31T11:17:02&quot;,&#10;            &quot;maxSize&quot;: {&#10;                &quot;size1&quot;: 71&#10;            },&#10;            &quot;minSize&quot;: {&#10;                &quot;size1&quot;: 40.299999999999997&#10;            },&#10;            &quot;normalSize&quot;: {&#10;                &quot;size1&quot;: 49.068750000000009&#10;            },&#10;            &quot;subLayout&quot;: [&#10;                {&#10;                    &quot;id&quot;: &quot;2020-03-31T11:17:02&quot;,&#10;                    &quot;margin&quot;: {&#10;                        &quot;bottom&quot;: 5.8600001335144043,&#10;                        &quot;left&quot;: 2.5499999523162842,&#10;                        &quot;right&quot;: 2.9600000381469727,&#10;                        &quot;top&quot;: 4.1100001335144043&#10;                    },&#10;                    &quot;type&quot;: 0&#10;                },&#10;                {&#10;                    &quot;id&quot;: &quot;2020-03-31T11:17:02&quot;,&#10;                    &quot;margin&quot;: {&#10;                        &quot;bottom&quot;: 4.0399999618530273,&#10;                        &quot;left&quot;: 0.026000002399086952,&#10;                        &quot;right&quot;: 2.130000114440918,&#10;                        &quot;top&quot;: 2.2690002918243408&#10;                    },&#10;                    &quot;type&quot;: 0&#10;                }&#10;            ],&#10;            &quot;type&quot;: 0&#10;        }&#10;    ],&#10;    &quot;type&quot;: 0&#10;}&#10;"/>
  <p:tag name="KSO_WM_SLIDE_CAN_ADD_NAVIGATION" val="1"/>
  <p:tag name="KSO_WM_SLIDE_BACKGROUND" val="[&quot;general&quot;,&quot;navigation&quot;]"/>
  <p:tag name="KSO_WM_SLIDE_RATIO" val="1.777778"/>
  <p:tag name="KSO_WM_SLIDE_BK_DARK_LIGHT" val="2"/>
  <p:tag name="KSO_WM_SLIDE_BACKGROUND_TYPE" val="navigation"/>
</p:tagLst>
</file>

<file path=ppt/tags/tag15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SLIDE_BACKGROUND_TYPE" val="navigation"/>
  <p:tag name="KSO_WM_SLIDE_BK_DARK_LIGHT" val="2"/>
</p:tagLst>
</file>

<file path=ppt/tags/tag15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2"/>
  <p:tag name="KSO_WM_UNIT_LAYERLEVEL" val="1"/>
  <p:tag name="KSO_WM_TAG_VERSION" val="1.0"/>
  <p:tag name="KSO_WM_BEAUTIFY_FLAG" val="#wm#"/>
  <p:tag name="KSO_WM_SLIDE_BACKGROUND_TYPE" val="navigation"/>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5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3892_1*i*1"/>
  <p:tag name="KSO_WM_TEMPLATE_CATEGORY" val="diagram"/>
  <p:tag name="KSO_WM_TEMPLATE_INDEX" val="20203892"/>
  <p:tag name="KSO_WM_UNIT_LAYERLEVEL" val="1"/>
  <p:tag name="KSO_WM_TAG_VERSION" val="1.0"/>
  <p:tag name="KSO_WM_BEAUTIFY_FLAG" val="#wm#"/>
  <p:tag name="KSO_WM_UNIT_BLOCK" val="0"/>
  <p:tag name="KSO_WM_UNIT_SM_LIMIT_TYPE" val="2"/>
  <p:tag name="KSO_WM_UNIT_DECORATE_INFO" val="{&quot;DecorateInfoX&quot;:{&quot;IsLeft&quot;:true,&quot;IsRight&quot;:false,&quot;IsAbs&quot;:true},&quot;DecorateInfoY&quot;:{&quot;IsTop&quot;:true,&quot;IsBottom&quot;:false,&quot;IsAbs&quot;:true}}"/>
  <p:tag name="KSO_WM_UNIT_FILL_FORE_SCHEMECOLOR_INDEX_BRIGHTNESS" val="0"/>
  <p:tag name="KSO_WM_UNIT_FILL_FORE_SCHEMECOLOR_INDEX" val="16"/>
  <p:tag name="KSO_WM_UNIT_FILL_TYPE" val="1"/>
  <p:tag name="KSO_WM_UNIT_SHADOW_SCHEMECOLOR_INDEX_BRIGHTNESS" val="0"/>
  <p:tag name="KSO_WM_UNIT_SHADOW_SCHEMECOLOR_INDEX" val="13"/>
  <p:tag name="KSO_WM_UNIT_TEXT_FILL_TYPE" val="1"/>
</p:tagLst>
</file>

<file path=ppt/tags/tag1568.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29.09998"/>
  <p:tag name="KSO_WM_UNIT_TEXTBOXSTYLE_ADJUSTTOP" val="0_-63.95001"/>
  <p:tag name="KSO_WM_UNIT_TEXTBOXSTYLE_ADJUSTWIDTH" val="100_58.19998"/>
  <p:tag name="KSO_WM_UNIT_TEXTBOXSTYLE_ADJUSTHEIGTH" val="100_109.65"/>
  <p:tag name="KSO_WM_UNIT_HIGHLIGHT" val="0"/>
  <p:tag name="KSO_WM_UNIT_COMPATIBLE" val="0"/>
  <p:tag name="KSO_WM_UNIT_DIAGRAM_ISNUMVISUAL" val="0"/>
  <p:tag name="KSO_WM_UNIT_DIAGRAM_ISREFERUNIT" val="0"/>
  <p:tag name="KSO_WM_UNIT_TYPE" val="i"/>
  <p:tag name="KSO_WM_UNIT_INDEX" val="6"/>
  <p:tag name="KSO_WM_UNIT_ID" val="diagram20203892_1*i*6"/>
  <p:tag name="KSO_WM_TEMPLATE_CATEGORY" val="diagram"/>
  <p:tag name="KSO_WM_TEMPLATE_INDEX" val="20203892"/>
  <p:tag name="KSO_WM_UNIT_LAYERLEVEL" val="1"/>
  <p:tag name="KSO_WM_TAG_VERSION" val="1.0"/>
  <p:tag name="KSO_WM_BEAUTIFY_FLAG" val="#wm#"/>
  <p:tag name="KSO_WM_UNIT_BLOCK" val="0"/>
  <p:tag name="KSO_WM_UNIT_SM_LIMIT_TYPE" val="2"/>
  <p:tag name="KSO_WM_UNIT_DECORATE_INFO" val="{&quot;DecorateInfoX&quot;:{&quot;IsLeft&quot;:false,&quot;IsRight&quot;:true,&quot;IsAbs&quot;:true},&quot;DecorateInfoY&quot;:{&quot;IsTop&quot;:true,&quot;IsBottom&quot;:false,&quot;IsAbs&quot;:true}}"/>
  <p:tag name="KSO_WM_UNIT_FILL_FORE_SCHEMECOLOR_INDEX_BRIGHTNESS" val="0"/>
  <p:tag name="KSO_WM_UNIT_FILL_FORE_SCHEMECOLOR_INDEX" val="16"/>
  <p:tag name="KSO_WM_UNIT_FILL_TYPE" val="1"/>
  <p:tag name="KSO_WM_UNIT_SHADOW_SCHEMECOLOR_INDEX_BRIGHTNESS" val="0"/>
  <p:tag name="KSO_WM_UNIT_SHADOW_SCHEMECOLOR_INDEX" val="13"/>
  <p:tag name="KSO_WM_UNIT_TEXT_FILL_FORE_SCHEMECOLOR_INDEX_BRIGHTNESS" val="0"/>
  <p:tag name="KSO_WM_UNIT_TEXT_FILL_FORE_SCHEMECOLOR_INDEX" val="2"/>
  <p:tag name="KSO_WM_UNIT_TEXT_FILL_TYPE" val="1"/>
</p:tagLst>
</file>

<file path=ppt/tags/tag1569.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10_-35.445"/>
  <p:tag name="KSO_WM_UNIT_TEXTBOXSTYLE_ADJUSTTOP" val="0_-63.95001"/>
  <p:tag name="KSO_WM_UNIT_HIGHLIGHT" val="0"/>
  <p:tag name="KSO_WM_UNIT_COMPATIBLE" val="0"/>
  <p:tag name="KSO_WM_UNIT_DIAGRAM_ISNUMVISUAL" val="0"/>
  <p:tag name="KSO_WM_UNIT_DIAGRAM_ISREFERUNIT" val="0"/>
  <p:tag name="KSO_WM_UNIT_TYPE" val="i"/>
  <p:tag name="KSO_WM_UNIT_INDEX" val="7"/>
  <p:tag name="KSO_WM_UNIT_ID" val="diagram20203892_1*i*7"/>
  <p:tag name="KSO_WM_TEMPLATE_CATEGORY" val="diagram"/>
  <p:tag name="KSO_WM_TEMPLATE_INDEX" val="20203892"/>
  <p:tag name="KSO_WM_UNIT_LAYERLEVEL" val="1"/>
  <p:tag name="KSO_WM_TAG_VERSION" val="1.0"/>
  <p:tag name="KSO_WM_BEAUTIFY_FLAG" val="#wm#"/>
  <p:tag name="KSO_WM_UNIT_BLOCK" val="0"/>
  <p:tag name="KSO_WM_UNIT_SM_LIMIT_TYPE" val="1"/>
  <p:tag name="KSO_WM_UNIT_DECORATE_INFO" val="{&quot;DecorateInfoX&quot;:{&quot;IsLeft&quot;:true,&quot;IsRight&quot;:false,&quot;IsAbs&quot;:true},&quot;DecorateInfoY&quot;:{&quot;IsTop&quot;:true,&quot;IsBottom&quot;:false,&quot;IsAbs&quot;:true}}"/>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570.xml><?xml version="1.0" encoding="utf-8"?>
<p:tagLst xmlns:a="http://schemas.openxmlformats.org/drawingml/2006/main" xmlns:r="http://schemas.openxmlformats.org/officeDocument/2006/relationships" xmlns:p="http://schemas.openxmlformats.org/presentationml/2006/main">
  <p:tag name="KSO_WM_UNIT_PRESET_TEXT" val="我们是致力于研究AI智能创作PPT的一个团队;&#10;我们潜心钻研幻灯片的演示规律与创作思路，希望通过人工智能解放用户双手，不仅高效，而且精准。"/>
  <p:tag name="KSO_WM_UNIT_NOCLEAR" val="0"/>
  <p:tag name="KSO_WM_UNIT_VALUE" val="85"/>
  <p:tag name="KSO_WM_UNIT_HIGHLIGHT" val="0"/>
  <p:tag name="KSO_WM_UNIT_COMPATIBLE" val="0"/>
  <p:tag name="KSO_WM_UNIT_DIAGRAM_ISNUMVISUAL" val="0"/>
  <p:tag name="KSO_WM_UNIT_DIAGRAM_ISREFERUNIT" val="0"/>
  <p:tag name="KSO_WM_UNIT_TYPE" val="f"/>
  <p:tag name="KSO_WM_UNIT_INDEX" val="1"/>
  <p:tag name="KSO_WM_UNIT_ID" val="diagram20203892_1*f*1"/>
  <p:tag name="KSO_WM_TEMPLATE_CATEGORY" val="diagram"/>
  <p:tag name="KSO_WM_TEMPLATE_INDEX" val="20203892"/>
  <p:tag name="KSO_WM_UNIT_LAYERLEVEL" val="1"/>
  <p:tag name="KSO_WM_TAG_VERSION" val="1.0"/>
  <p:tag name="KSO_WM_BEAUTIFY_FLAG" val="#wm#"/>
  <p:tag name="KSO_WM_UNIT_DEFAULT_FONT" val="16;20;2"/>
  <p:tag name="KSO_WM_UNIT_BLOCK" val="0"/>
  <p:tag name="KSO_WM_UNIT_TEXT_FILL_FORE_SCHEMECOLOR_INDEX_BRIGHTNESS" val="0.35"/>
  <p:tag name="KSO_WM_UNIT_TEXT_FILL_FORE_SCHEMECOLOR_INDEX" val="13"/>
  <p:tag name="KSO_WM_UNIT_TEXT_FILL_TYPE" val="1"/>
</p:tagLst>
</file>

<file path=ppt/tags/tag1571.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HIGHLIGHT" val="0"/>
  <p:tag name="KSO_WM_UNIT_COMPATIBLE" val="0"/>
  <p:tag name="KSO_WM_UNIT_DIAGRAM_ISNUMVISUAL" val="0"/>
  <p:tag name="KSO_WM_UNIT_DIAGRAM_ISREFERUNIT" val="0"/>
  <p:tag name="KSO_WM_UNIT_ID" val="diagram20203892_1*a*1"/>
  <p:tag name="KSO_WM_TEMPLATE_CATEGORY" val="diagram"/>
  <p:tag name="KSO_WM_TEMPLATE_INDEX" val="20203892"/>
  <p:tag name="KSO_WM_UNIT_LAYERLEVEL" val="1"/>
  <p:tag name="KSO_WM_TAG_VERSION" val="1.0"/>
  <p:tag name="KSO_WM_BEAUTIFY_FLAG" val="#wm#"/>
  <p:tag name="KSO_WM_UNIT_PRESET_TEXT" val="单击输入大标题"/>
  <p:tag name="KSO_WM_UNIT_VALUE" val="30"/>
  <p:tag name="KSO_WM_UNIT_TYPE" val="a"/>
  <p:tag name="KSO_WM_UNIT_INDEX" val="1"/>
  <p:tag name="KSO_WM_UNIT_DEFAULT_FONT" val="28;32;4"/>
  <p:tag name="KSO_WM_UNIT_BLOCK" val="0"/>
  <p:tag name="KSO_WM_UNIT_TEXT_FILL_FORE_SCHEMECOLOR_INDEX_BRIGHTNESS" val="0"/>
  <p:tag name="KSO_WM_UNIT_TEXT_FILL_FORE_SCHEMECOLOR_INDEX" val="14"/>
  <p:tag name="KSO_WM_UNIT_TEXT_FILL_TYPE" val="1"/>
</p:tagLst>
</file>

<file path=ppt/tags/tag15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3892_1*d*1"/>
  <p:tag name="KSO_WM_TEMPLATE_CATEGORY" val="diagram"/>
  <p:tag name="KSO_WM_TEMPLATE_INDEX" val="20203892"/>
  <p:tag name="KSO_WM_UNIT_LAYERLEVEL" val="1"/>
  <p:tag name="KSO_WM_TAG_VERSION" val="1.0"/>
  <p:tag name="KSO_WM_BEAUTIFY_FLAG" val="#wm#"/>
  <p:tag name="KSO_WM_UNIT_PLACING_PICTURE_INFO" val="{&quot;full_picture&quot;:false,&quot;last_crop_picture&quot;:&quot;1-1&quot;,&quot;selected&quot;:&quot;1-1&quot;,&quot;spacing&quot;:6}"/>
  <p:tag name="KSO_WM_UNIT_VALUE" val="1016*1355"/>
  <p:tag name="KSO_WM_UNIT_TYPE" val="d"/>
  <p:tag name="KSO_WM_UNIT_INDEX" val="1"/>
  <p:tag name="KSO_WM_UNIT_SUPPORT_UNIT_TYPE" val="[&quot;all&quot;]"/>
  <p:tag name="KSO_WM_UNIT_BLOCK" val="0"/>
  <p:tag name="REFSHAPE" val="956318452"/>
</p:tagLst>
</file>

<file path=ppt/tags/tag15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203892_1*i*8"/>
  <p:tag name="KSO_WM_TEMPLATE_CATEGORY" val="diagram"/>
  <p:tag name="KSO_WM_TEMPLATE_INDEX" val="20203892"/>
  <p:tag name="KSO_WM_UNIT_LAYERLEVEL" val="1"/>
  <p:tag name="KSO_WM_TAG_VERSION" val="1.0"/>
  <p:tag name="KSO_WM_BEAUTIFY_FLAG" val="#wm#"/>
  <p:tag name="KSO_WM_UNIT_BLOCK" val="0"/>
  <p:tag name="KSO_WM_UNIT_SM_LIMIT_TYPE" val="1"/>
  <p:tag name="KSO_WM_UNIT_DECORATE_INFO" val="{&quot;DecorateInfoX&quot;:{&quot;IsLeft&quot;:true,&quot;IsRight&quot;:false,&quot;IsAbs&quot;:true},&quot;DecorateInfoY&quot;:{&quot;IsTop&quot;:true,&quot;IsBottom&quot;:false,&quot;IsAbs&quot;:true}}"/>
  <p:tag name="KSO_WM_UNIT_TEXT_FILL_TYPE" val="1"/>
</p:tagLst>
</file>

<file path=ppt/tags/tag157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2320"/>
  <p:tag name="KSO_WM_SLIDE_ID" val="diagram20202320_1"/>
  <p:tag name="KSO_WM_TEMPLATE_SUBCATEGORY" val="11"/>
  <p:tag name="KSO_WM_TEMPLATE_MASTER_TYPE" val="0"/>
  <p:tag name="KSO_WM_TEMPLATE_COLOR_TYPE" val="1"/>
  <p:tag name="KSO_WM_SLIDE_TYPE" val="text"/>
  <p:tag name="KSO_WM_SLIDE_SUBTYPE" val="picTxt"/>
  <p:tag name="KSO_WM_SLIDE_ITEM_CNT" val="0"/>
  <p:tag name="KSO_WM_SLIDE_INDEX" val="1"/>
  <p:tag name="KSO_WM_SLIDE_SIZE" val="960*484"/>
  <p:tag name="KSO_WM_SLIDE_POSITION" val="0*21"/>
  <p:tag name="KSO_WM_TAG_VERSION" val="1.0"/>
  <p:tag name="KSO_WM_SLIDE_LAYOUT" val="a_d_f_i"/>
  <p:tag name="KSO_WM_SLIDE_LAYOUT_CNT" val="1_1_1_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bottom&quot;: 0.10026247100000001,&#10;            &quot;bottomAbs&quot;: false,&#10;            &quot;left&quot;: 0,&#10;            &quot;leftAbs&quot;: false,&#10;            &quot;right&quot;: 0,&#10;            &quot;rightAbs&quot;: false,&#10;            &quot;top&quot;: 0.10026247100000001,&#10;            &quot;topAbs&quot;: false,&#10;            &quot;type&quot;: &quot;belt&quot;&#10;        }&#10;    ],&#10;    &quot;direction&quot;: 1,&#10;    &quot;id&quot;: &quot;2020-03-31T11:18:54&quot;,&#10;    &quot;maxSize&quot;: {&#10;        &quot;size1&quot;: 31.899999999999999&#10;    },&#10;    &quot;minSize&quot;: {&#10;        &quot;size1&quot;: 31.899999999999999&#10;    },&#10;    &quot;normalSize&quot;: {&#10;        &quot;size1&quot;: 31.899999999999999&#10;    },&#10;    &quot;subLayout&quot;: [&#10;        {&#10;            &quot;id&quot;: &quot;2020-03-31T11:18:54&quot;,&#10;            &quot;margin&quot;: {&#10;                &quot;bottom&quot;: 2.9100000858306885,&#10;                &quot;left&quot;: 1.690000057220459,&#10;                &quot;right&quot;: 0.026000002399086952,&#10;                &quot;top&quot;: 2.9100000858306885&#10;            },&#10;            &quot;type&quot;: 0&#10;        },&#10;        {&#10;            &quot;id&quot;: &quot;2020-03-31T11:18:54&quot;,&#10;            &quot;margin&quot;: {&#10;                &quot;bottom&quot;: 4.3600001335144043,&#10;                &quot;left&quot;: 2.3579998016357422,&#10;                &quot;right&quot;: 3.440000057220459,&#10;                &quot;top&quot;: 3.929999828338623&#10;            },&#10;            &quot;type&quot;: 0&#10;        }&#10;    ],&#10;    &quot;type&quot;: 0&#10;}&#10;"/>
  <p:tag name="KSO_WM_SLIDE_CAN_ADD_NAVIGATION" val="1"/>
  <p:tag name="KSO_WM_SLIDE_BACKGROUND" val="[&quot;general&quot;,&quot;frame&quot;,&quot;belt&quot;]"/>
  <p:tag name="KSO_WM_SLIDE_RATIO" val="1.777778"/>
  <p:tag name="KSO_WM_SLIDE_BK_DARK_LIGHT" val="2"/>
  <p:tag name="KSO_WM_SLIDE_BACKGROUND_TYPE" val="belt"/>
</p:tagLst>
</file>

<file path=ppt/tags/tag15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 name="KSO_WM_SLIDE_BACKGROUND_TYPE" val="belt"/>
  <p:tag name="KSO_WM_SLIDE_BK_DARK_LIGHT" val="2"/>
  <p:tag name="KSO_WM_UNIT_FILL_FORE_SCHEMECOLOR_INDEX_BRIGHTNESS" val="0"/>
  <p:tag name="KSO_WM_UNIT_FILL_FORE_SCHEMECOLOR_INDEX" val="16"/>
  <p:tag name="KSO_WM_UNIT_FILL_TYPE" val="1"/>
  <p:tag name="KSO_WM_UNIT_TEXT_FILL_FORE_SCHEMECOLOR_INDEX_BRIGHTNESS" val="0"/>
  <p:tag name="KSO_WM_UNIT_TEXT_FILL_FORE_SCHEMECOLOR_INDEX" val="2"/>
  <p:tag name="KSO_WM_UNIT_TEXT_FILL_TYPE" val="1"/>
</p:tagLst>
</file>

<file path=ppt/tags/tag1576.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UNIT_TYPE" val="i"/>
</p:tagLst>
</file>

<file path=ppt/tags/tag15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2320_1*i*1"/>
  <p:tag name="KSO_WM_TEMPLATE_CATEGORY" val="diagram"/>
  <p:tag name="KSO_WM_TEMPLATE_INDEX" val="20202320"/>
  <p:tag name="KSO_WM_UNIT_LAYERLEVEL" val="1"/>
  <p:tag name="KSO_WM_TAG_VERSION" val="1.0"/>
  <p:tag name="KSO_WM_BEAUTIFY_FLAG" val="#wm#"/>
  <p:tag name="KSO_WM_UNIT_BLOCK" val="0"/>
  <p:tag name="KSO_WM_UNIT_PLACING_PICTURE_MD4" val="0"/>
</p:tagLst>
</file>

<file path=ppt/tags/tag1578.xml><?xml version="1.0" encoding="utf-8"?>
<p:tagLst xmlns:a="http://schemas.openxmlformats.org/drawingml/2006/main" xmlns:r="http://schemas.openxmlformats.org/officeDocument/2006/relationships" xmlns:p="http://schemas.openxmlformats.org/presentationml/2006/main">
  <p:tag name="KSO_WM_UNIT_PLACING_PICTURE_INFO" val="{&quot;full_picture&quot;:false,&quot;last_crop_picture&quot;:&quot;1-1&quot;,&quot;selected&quot;:&quot;1-1&quot;,&quot;spacing&quot;:2}"/>
  <p:tag name="KSO_WM_UNIT_VALUE" val="1075*1727"/>
  <p:tag name="KSO_WM_UNIT_HIGHLIGHT" val="0"/>
  <p:tag name="KSO_WM_UNIT_COMPATIBLE" val="0"/>
  <p:tag name="KSO_WM_UNIT_DIAGRAM_ISNUMVISUAL" val="0"/>
  <p:tag name="KSO_WM_UNIT_DIAGRAM_ISREFERUNIT" val="0"/>
  <p:tag name="KSO_WM_UNIT_TYPE" val="d"/>
  <p:tag name="KSO_WM_UNIT_INDEX" val="1"/>
  <p:tag name="KSO_WM_UNIT_ID" val="diagram20202320_1*d*1"/>
  <p:tag name="KSO_WM_TEMPLATE_CATEGORY" val="diagram"/>
  <p:tag name="KSO_WM_TEMPLATE_INDEX" val="20202320"/>
  <p:tag name="KSO_WM_UNIT_SUPPORT_UNIT_TYPE" val="[&quot;d&quot;,&quot;α&quot;,&quot;β&quot;,&quot;η&quot;,&quot;θ&quot;]"/>
  <p:tag name="KSO_WM_UNIT_LAYERLEVEL" val="1"/>
  <p:tag name="KSO_WM_TAG_VERSION" val="1.0"/>
  <p:tag name="KSO_WM_BEAUTIFY_FLAG" val="#wm#"/>
  <p:tag name="KSO_WM_UNIT_BLOCK" val="0"/>
  <p:tag name="KSO_WM_UNIT_SM_LIMIT_TYPE" val="1"/>
  <p:tag name="KSO_WM_UNIT_PLACING_PICTURE_MD4" val="0"/>
  <p:tag name="REFSHAPE" val="962031684"/>
</p:tagLst>
</file>

<file path=ppt/tags/tag15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202320_1*i*6"/>
  <p:tag name="KSO_WM_TEMPLATE_CATEGORY" val="diagram"/>
  <p:tag name="KSO_WM_TEMPLATE_INDEX" val="20202320"/>
  <p:tag name="KSO_WM_UNIT_LAYERLEVEL" val="1"/>
  <p:tag name="KSO_WM_TAG_VERSION" val="1.0"/>
  <p:tag name="KSO_WM_BEAUTIFY_FLAG" val="#wm#"/>
  <p:tag name="KSO_WM_UNIT_SM_LIMIT_TYPE" val="1"/>
  <p:tag name="KSO_WM_UNIT_PLACING_PICTURE_MD4" val="0"/>
  <p:tag name="KSO_WM_UNIT_LINE_FORE_SCHEMECOLOR_INDEX_BRIGHTNESS" val="0.35"/>
  <p:tag name="KSO_WM_UNIT_LINE_FORE_SCHEMECOLOR_INDEX" val="13"/>
  <p:tag name="KSO_WM_UNIT_LINE_FILL_TYPE" val="2"/>
</p:tagLst>
</file>

<file path=ppt/tags/tag15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202320_1*i*7"/>
  <p:tag name="KSO_WM_TEMPLATE_CATEGORY" val="diagram"/>
  <p:tag name="KSO_WM_TEMPLATE_INDEX" val="20202320"/>
  <p:tag name="KSO_WM_UNIT_LAYERLEVEL" val="1"/>
  <p:tag name="KSO_WM_TAG_VERSION" val="1.0"/>
  <p:tag name="KSO_WM_BEAUTIFY_FLAG" val="#wm#"/>
  <p:tag name="KSO_WM_UNIT_SM_LIMIT_TYPE" val="1"/>
  <p:tag name="KSO_WM_UNIT_PLACING_PICTURE_MD4" val="0"/>
  <p:tag name="KSO_WM_UNIT_LINE_FORE_SCHEMECOLOR_INDEX_BRIGHTNESS" val="0.35"/>
  <p:tag name="KSO_WM_UNIT_LINE_FORE_SCHEMECOLOR_INDEX" val="13"/>
  <p:tag name="KSO_WM_UNIT_LINE_FILL_TYPE" val="2"/>
</p:tagLst>
</file>

<file path=ppt/tags/tag15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2320_1*i*2"/>
  <p:tag name="KSO_WM_TEMPLATE_CATEGORY" val="diagram"/>
  <p:tag name="KSO_WM_TEMPLATE_INDEX" val="20202320"/>
  <p:tag name="KSO_WM_UNIT_LAYERLEVEL" val="1"/>
  <p:tag name="KSO_WM_TAG_VERSION" val="1.0"/>
  <p:tag name="KSO_WM_BEAUTIFY_FLAG" val="#wm#"/>
  <p:tag name="KSO_WM_UNIT_BLOCK" val="0"/>
  <p:tag name="KSO_WM_UNIT_SM_LIMIT_TYPE" val="1"/>
  <p:tag name="KSO_WM_UNIT_PLACING_PICTURE_MD4" val="0"/>
  <p:tag name="KSO_WM_UNIT_FILL_FORE_SCHEMECOLOR_INDEX_BRIGHTNESS" val="-0.05"/>
  <p:tag name="KSO_WM_UNIT_FILL_FORE_SCHEMECOLOR_INDEX" val="14"/>
  <p:tag name="KSO_WM_UNIT_FILL_TYPE" val="1"/>
  <p:tag name="KSO_WM_UNIT_TEXT_FILL_TYPE" val="1"/>
</p:tagLst>
</file>

<file path=ppt/tags/tag15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2320_1*i*4"/>
  <p:tag name="KSO_WM_TEMPLATE_CATEGORY" val="diagram"/>
  <p:tag name="KSO_WM_TEMPLATE_INDEX" val="20202320"/>
  <p:tag name="KSO_WM_UNIT_LAYERLEVEL" val="1"/>
  <p:tag name="KSO_WM_TAG_VERSION" val="1.0"/>
  <p:tag name="KSO_WM_BEAUTIFY_FLAG" val="#wm#"/>
  <p:tag name="KSO_WM_UNIT_BLOCK" val="0"/>
  <p:tag name="KSO_WM_UNIT_SM_LIMIT_TYPE" val="1"/>
  <p:tag name="KSO_WM_UNIT_PLACING_PICTURE_MD4" val="0"/>
  <p:tag name="KSO_WM_UNIT_FILL_FORE_SCHEMECOLOR_INDEX_1_BRIGHTNESS" val="0"/>
  <p:tag name="KSO_WM_UNIT_FILL_FORE_SCHEMECOLOR_INDEX_1" val="14"/>
  <p:tag name="KSO_WM_UNIT_FILL_FORE_SCHEMECOLOR_INDEX_1_POS" val="0"/>
  <p:tag name="KSO_WM_UNIT_FILL_FORE_SCHEMECOLOR_INDEX_1_TRANS" val="0.61"/>
  <p:tag name="KSO_WM_UNIT_FILL_FORE_SCHEMECOLOR_INDEX_2_BRIGHTNESS" val="0"/>
  <p:tag name="KSO_WM_UNIT_FILL_FORE_SCHEMECOLOR_INDEX_2" val="14"/>
  <p:tag name="KSO_WM_UNIT_FILL_FORE_SCHEMECOLOR_INDEX_2_POS" val="1"/>
  <p:tag name="KSO_WM_UNIT_FILL_FORE_SCHEMECOLOR_INDEX_2_TRANS" val="1"/>
  <p:tag name="KSO_WM_UNIT_FILL_GRADIENT_TYPE" val="0"/>
  <p:tag name="KSO_WM_UNIT_FILL_GRADIENT_ANGLE" val="90"/>
  <p:tag name="KSO_WM_UNIT_FILL_GRADIENT_DIRECTION" val="1"/>
  <p:tag name="KSO_WM_UNIT_FILL_TYPE" val="3"/>
  <p:tag name="KSO_WM_UNIT_TEXT_FILL_TYPE" val="1"/>
</p:tagLst>
</file>

<file path=ppt/tags/tag1583.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点击输入标题"/>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02320_1*a*1"/>
  <p:tag name="KSO_WM_TEMPLATE_CATEGORY" val="diagram"/>
  <p:tag name="KSO_WM_TEMPLATE_INDEX" val="20202320"/>
  <p:tag name="KSO_WM_UNIT_LAYERLEVEL" val="1"/>
  <p:tag name="KSO_WM_TAG_VERSION" val="1.0"/>
  <p:tag name="KSO_WM_BEAUTIFY_FLAG" val="#wm#"/>
  <p:tag name="KSO_WM_UNIT_DEFAULT_FONT" val="28;36;2"/>
  <p:tag name="KSO_WM_UNIT_BLOCK" val="0"/>
  <p:tag name="KSO_WM_UNIT_ISNUMDGMTITLE" val="0"/>
  <p:tag name="KSO_WM_UNIT_PLACING_PICTURE_MD4" val="0"/>
  <p:tag name="KSO_WM_UNIT_SMARTLAYOUT_COMPRESS_INFO" val="{&#10;    &quot;id&quot;: &quot;2020-03-31T11:18:54&quot;,&#10;    &quot;max&quot;: 2.0607086614173227,&#10;    &quot;topChanged&quot;: 1.0303554044608532&#10;}&#10;"/>
  <p:tag name="KSO_WM_UNIT_TEXT_FILL_FORE_SCHEMECOLOR_INDEX_BRIGHTNESS" val="0.25"/>
  <p:tag name="KSO_WM_UNIT_TEXT_FILL_FORE_SCHEMECOLOR_INDEX" val="13"/>
  <p:tag name="KSO_WM_UNIT_TEXT_FILL_TYPE" val="1"/>
</p:tagLst>
</file>

<file path=ppt/tags/tag1584.xml><?xml version="1.0" encoding="utf-8"?>
<p:tagLst xmlns:a="http://schemas.openxmlformats.org/drawingml/2006/main" xmlns:r="http://schemas.openxmlformats.org/officeDocument/2006/relationships" xmlns:p="http://schemas.openxmlformats.org/presentationml/2006/main">
  <p:tag name="KSO_WM_UNIT_PRESET_TEXT" val="单击此处输入你的正文，文字是您思想的提炼……"/>
  <p:tag name="KSO_WM_UNIT_NOCLEAR" val="0"/>
  <p:tag name="KSO_WM_UNIT_VALUE" val="260"/>
  <p:tag name="KSO_WM_UNIT_HIGHLIGHT" val="0"/>
  <p:tag name="KSO_WM_UNIT_COMPATIBLE" val="0"/>
  <p:tag name="KSO_WM_UNIT_DIAGRAM_ISNUMVISUAL" val="0"/>
  <p:tag name="KSO_WM_UNIT_DIAGRAM_ISREFERUNIT" val="0"/>
  <p:tag name="KSO_WM_UNIT_TYPE" val="f"/>
  <p:tag name="KSO_WM_UNIT_INDEX" val="1"/>
  <p:tag name="KSO_WM_UNIT_ID" val="diagram20202320_1*f*1"/>
  <p:tag name="KSO_WM_TEMPLATE_CATEGORY" val="diagram"/>
  <p:tag name="KSO_WM_TEMPLATE_INDEX" val="20202320"/>
  <p:tag name="KSO_WM_UNIT_LAYERLEVEL" val="1"/>
  <p:tag name="KSO_WM_TAG_VERSION" val="1.0"/>
  <p:tag name="KSO_WM_BEAUTIFY_FLAG" val="#wm#"/>
  <p:tag name="KSO_WM_UNIT_DEFAULT_FONT" val="14;16;2"/>
  <p:tag name="KSO_WM_UNIT_BLOCK" val="0"/>
  <p:tag name="KSO_WM_UNIT_PLACING_PICTURE_MD4" val="0"/>
  <p:tag name="KSO_WM_UNIT_SMARTLAYOUT_COMPRESS_INFO" val="{&#10;    &quot;id&quot;: &quot;2020-03-31T11:18:54&quot;,&#10;    &quot;max&quot;: 1.2668503937007927,&#10;    &quot;topChanged&quot;: 0.63342585695505471&#10;}&#10;"/>
  <p:tag name="KSO_WM_UNIT_TEXT_FILL_FORE_SCHEMECOLOR_INDEX_BRIGHTNESS" val="0.35"/>
  <p:tag name="KSO_WM_UNIT_TEXT_FILL_FORE_SCHEMECOLOR_INDEX" val="13"/>
  <p:tag name="KSO_WM_UNIT_TEXT_FILL_TYPE" val="1"/>
</p:tagLst>
</file>

<file path=ppt/tags/tag1585.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2"/>
  <p:tag name="KSO_WM_UNIT_LAYERLEVEL" val="1"/>
  <p:tag name="KSO_WM_TAG_VERSION" val="1.0"/>
  <p:tag name="KSO_WM_BEAUTIFY_FLAG" val="#wm#"/>
  <p:tag name="KSO_WM_SLIDE_BACKGROUND_TYPE" val="belt"/>
  <p:tag name="KSO_WM_SLIDE_BK_DARK_LIGHT" val="2"/>
  <p:tag name="KSO_WM_UNIT_TYPE" val="i"/>
  <p:tag name="KSO_WM_UNIT_INDEX" val="2"/>
  <p:tag name="KSO_WM_UNIT_FILL_TYPE" val="1"/>
  <p:tag name="KSO_WM_UNIT_TEXT_FILL_FORE_SCHEMECOLOR_INDEX_BRIGHTNESS" val="0"/>
  <p:tag name="KSO_WM_UNIT_TEXT_FILL_FORE_SCHEMECOLOR_INDEX" val="13"/>
  <p:tag name="KSO_WM_UNIT_TEXT_FILL_TYPE" val="1"/>
</p:tagLst>
</file>

<file path=ppt/tags/tag15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3"/>
  <p:tag name="KSO_WM_UNIT_LAYERLEVEL" val="1"/>
  <p:tag name="KSO_WM_TAG_VERSION" val="1.0"/>
  <p:tag name="KSO_WM_BEAUTIFY_FLAG" val="#wm#"/>
  <p:tag name="KSO_WM_SLIDE_BACKGROUND_TYPE" val="belt"/>
  <p:tag name="KSO_WM_SLIDE_BK_DARK_LIGHT" val="2"/>
  <p:tag name="KSO_WM_UNIT_TYPE" val="i"/>
  <p:tag name="KSO_WM_UNIT_INDEX" val="3"/>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5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5"/>
  <p:tag name="KSO_WM_UNIT_LAYERLEVEL" val="1"/>
  <p:tag name="KSO_WM_TAG_VERSION" val="1.0"/>
  <p:tag name="KSO_WM_BEAUTIFY_FLAG" val="#wm#"/>
  <p:tag name="KSO_WM_SLIDE_BACKGROUND_TYPE" val="belt"/>
  <p:tag name="KSO_WM_SLIDE_BK_DARK_LIGHT" val="2"/>
  <p:tag name="KSO_WM_UNIT_TYPE" val="i"/>
  <p:tag name="KSO_WM_UNIT_INDEX" val="5"/>
  <p:tag name="KSO_WM_UNIT_FILL_TYPE" val="1"/>
  <p:tag name="KSO_WM_UNIT_TEXT_FILL_FORE_SCHEMECOLOR_INDEX_BRIGHTNESS" val="0"/>
  <p:tag name="KSO_WM_UNIT_TEXT_FILL_FORE_SCHEMECOLOR_INDEX" val="13"/>
  <p:tag name="KSO_WM_UNIT_TEXT_FILL_TYPE" val="1"/>
</p:tagLst>
</file>

<file path=ppt/tags/tag15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4"/>
  <p:tag name="KSO_WM_UNIT_LAYERLEVEL" val="1"/>
  <p:tag name="KSO_WM_TAG_VERSION" val="1.0"/>
  <p:tag name="KSO_WM_BEAUTIFY_FLAG" val="#wm#"/>
  <p:tag name="KSO_WM_SLIDE_BACKGROUND_TYPE" val="belt"/>
  <p:tag name="KSO_WM_SLIDE_BK_DARK_LIGHT" val="2"/>
  <p:tag name="KSO_WM_UNIT_TYPE" val="i"/>
  <p:tag name="KSO_WM_UNIT_INDEX" val="4"/>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5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6"/>
  <p:tag name="KSO_WM_UNIT_LAYERLEVEL" val="1"/>
  <p:tag name="KSO_WM_TAG_VERSION" val="1.0"/>
  <p:tag name="KSO_WM_BEAUTIFY_FLAG" val="#wm#"/>
  <p:tag name="KSO_WM_SLIDE_BACKGROUND_TYPE" val="belt"/>
  <p:tag name="KSO_WM_SLIDE_BK_DARK_LIGHT" val="2"/>
  <p:tag name="KSO_WM_UNIT_TYPE" val="i"/>
  <p:tag name="KSO_WM_UNIT_INDEX" val="6"/>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Lst>
</file>

<file path=ppt/tags/tag15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7"/>
  <p:tag name="KSO_WM_UNIT_LAYERLEVEL" val="1"/>
  <p:tag name="KSO_WM_TAG_VERSION" val="1.0"/>
  <p:tag name="KSO_WM_BEAUTIFY_FLAG" val="#wm#"/>
  <p:tag name="KSO_WM_SLIDE_BACKGROUND_TYPE" val="belt"/>
  <p:tag name="KSO_WM_SLIDE_BK_DARK_LIGHT" val="2"/>
  <p:tag name="KSO_WM_UNIT_TYPE" val="i"/>
  <p:tag name="KSO_WM_UNIT_INDEX" val="7"/>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13"/>
  <p:tag name="KSO_WM_UNIT_TEXT_FILL_TYPE" val="1"/>
</p:tagLst>
</file>

<file path=ppt/tags/tag159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0317"/>
  <p:tag name="KSO_WM_SLIDE_ID" val="diagram20200317_1"/>
  <p:tag name="KSO_WM_TEMPLATE_SUBCATEGORY" val="11"/>
  <p:tag name="KSO_WM_SLIDE_ITEM_CNT" val="0"/>
  <p:tag name="KSO_WM_SLIDE_INDEX" val="1"/>
  <p:tag name="KSO_WM_UNIT_SHOW_EDIT_AREA_INDICATION" val="1"/>
  <p:tag name="KSO_WM_TAG_VERSION" val="1.0"/>
  <p:tag name="KSO_WM_SLIDE_LAYOUT" val="a_d_f"/>
  <p:tag name="KSO_WM_SLIDE_LAYOUT_CNT" val="1_1_1"/>
  <p:tag name="KSO_WM_SLIDE_TYPE" val="text"/>
  <p:tag name="KSO_WM_SLIDE_SUBTYPE" val="picTxt"/>
  <p:tag name="KSO_WM_SLIDE_SIZE" val="864*431"/>
  <p:tag name="KSO_WM_SLIDE_POSITION" val="47*59"/>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horizontalAlign&quot;: 1,&#10;    &quot;id&quot;: &quot;2020-03-31T11:24:02&quot;,&#10;    &quot;maxSize&quot;: {&#10;        &quot;size1&quot;: 50.700000000000003&#10;    },&#10;    &quot;minSize&quot;: {&#10;        &quot;size1&quot;: 32.200000000000003&#10;    },&#10;    &quot;normalSize&quot;: {&#10;        &quot;size1&quot;: 32.39045397103142&#10;    },&#10;    &quot;subLayout&quot;: [&#10;        {&#10;            &quot;backgroundInfo&quot;: [&#10;                {&#10;                    &quot;bottom&quot;: -0.35709086099999998,&#10;                    &quot;bottomAbs&quot;: false,&#10;                    &quot;left&quot;: 0,&#10;                    &quot;leftAbs&quot;: false,&#10;                    &quot;right&quot;: 0,&#10;                    &quot;rightAbs&quot;: false,&#10;                    &quot;top&quot;: 0,&#10;                    &quot;topAbs&quot;: false,&#10;                    &quot;type&quot;: &quot;topBottom&quot;&#10;                }&#10;            ],&#10;            &quot;id&quot;: &quot;2020-03-31T11:24:02&quot;,&#10;            &quot;margin&quot;: {&#10;                &quot;bottom&quot;: 0.83399999141693115,&#10;                &quot;left&quot;: 1.690000057220459,&#10;                &quot;right&quot;: 1.6859999895095825,&#10;                &quot;top&quot;: 2.0999999046325684&#10;            },&#10;            &quot;type&quot;: 0&#10;        },&#10;        {&#10;            &quot;horizontalAlign&quot;: 1,&#10;            &quot;id&quot;: &quot;2020-03-31T11:24:02&quot;,&#10;            &quot;margin&quot;: {&#10;                &quot;bottom&quot;: 1.7239999771118164,&#10;                &quot;left&quot;: 1.690000057220459,&#10;                &quot;right&quot;: 1.6859999895095825,&#10;                &quot;top&quot;: 0.026000002399086952&#10;            },&#10;            &quot;marginOverLayout&quot;: {&#10;                &quot;bottom&quot;: 1.7239999771118164,&#10;                &quot;left&quot;: 1.690000057220459,&#10;                &quot;right&quot;: 1.6859999895095825,&#10;                &quot;top&quot;: 0.026000002399086952&#10;            },&#10;            &quot;type&quot;: 1,&#10;            &quot;verticalAlign&quot;: 0&#10;        }&#10;    ],&#10;    &quot;type&quot;: 0,&#10;    &quot;verticalAlign&quot;: 1&#10;}&#10;"/>
  <p:tag name="KSO_WM_SLIDE_CAN_ADD_NAVIGATION" val="1"/>
  <p:tag name="KSO_WM_SLIDE_BACKGROUND" val="[&quot;general&quot;,&quot;frame&quot;,&quot;topBottom&quot;]"/>
  <p:tag name="KSO_WM_SLIDE_RATIO" val="1.777778"/>
  <p:tag name="KSO_WM_TEMPLATE_MASTER_TYPE" val="0"/>
  <p:tag name="KSO_WM_TEMPLATE_COLOR_TYPE" val="1"/>
  <p:tag name="KSO_WM_SLIDE_BK_DARK_LIGHT" val="2"/>
  <p:tag name="KSO_WM_SLIDE_BACKGROUND_TYPE" val="topBottom"/>
</p:tagLst>
</file>

<file path=ppt/tags/tag15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2"/>
  <p:tag name="KSO_WM_UNIT_LAYERLEVEL" val="1"/>
  <p:tag name="KSO_WM_TAG_VERSION" val="1.0"/>
  <p:tag name="KSO_WM_BEAUTIFY_FLAG" val="#wm#"/>
  <p:tag name="KSO_WM_SLIDE_BACKGROUND_TYPE" val="topBottom"/>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594.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UNIT_TYPE" val="i"/>
</p:tagLst>
</file>

<file path=ppt/tags/tag1595.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点击输入大标题"/>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200317_1*a*1"/>
  <p:tag name="KSO_WM_TEMPLATE_CATEGORY" val="diagram"/>
  <p:tag name="KSO_WM_TEMPLATE_INDEX" val="20200317"/>
  <p:tag name="KSO_WM_UNIT_LAYERLEVEL" val="1"/>
  <p:tag name="KSO_WM_TAG_VERSION" val="1.0"/>
  <p:tag name="KSO_WM_BEAUTIFY_FLAG" val="#wm#"/>
  <p:tag name="KSO_WM_UNIT_SHOW_EDIT_AREA_INDICATION" val="1"/>
  <p:tag name="KSO_WM_UNIT_DEFAULT_FONT" val="32;40;4"/>
  <p:tag name="KSO_WM_UNIT_BLOCK" val="1"/>
  <p:tag name="KSO_WM_UNIT_TEXT_FILL_FORE_SCHEMECOLOR_INDEX_BRIGHTNESS" val="0.15"/>
  <p:tag name="KSO_WM_UNIT_TEXT_FILL_FORE_SCHEMECOLOR_INDEX" val="13"/>
  <p:tag name="KSO_WM_UNIT_TEXT_FILL_TYPE" val="1"/>
</p:tagLst>
</file>

<file path=ppt/tags/tag15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2359_2*m_h_i*1_1_2"/>
  <p:tag name="KSO_WM_TEMPLATE_CATEGORY" val="diagram"/>
  <p:tag name="KSO_WM_TEMPLATE_INDEX" val="20202359"/>
  <p:tag name="KSO_WM_UNIT_LAYERLEVEL" val="1_1_1"/>
  <p:tag name="KSO_WM_TAG_VERSION" val="1.0"/>
  <p:tag name="KSO_WM_BEAUTIFY_FLAG" val="#wm#"/>
  <p:tag name="KSO_WM_DIAGRAM_GROUP_CODE" val="m1-1"/>
  <p:tag name="KSO_WM_UNIT_TYPE" val="m_h_i"/>
  <p:tag name="KSO_WM_UNIT_INDEX" val="1_1_2"/>
  <p:tag name="KSO_WM_UNIT_FILL_FORE_SCHEMECOLOR_INDEX" val="5"/>
  <p:tag name="KSO_WM_UNIT_FILL_TYPE" val="1"/>
  <p:tag name="KSO_WM_UNIT_TEXT_FILL_FORE_SCHEMECOLOR_INDEX" val="13"/>
  <p:tag name="KSO_WM_UNIT_TEXT_FILL_TYPE" val="1"/>
  <p:tag name="KSO_WM_UNIT_USESOURCEFORMAT_APPLY" val="1"/>
</p:tagLst>
</file>

<file path=ppt/tags/tag15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2359_2*m_h_f*1_1_1"/>
  <p:tag name="KSO_WM_TEMPLATE_CATEGORY" val="diagram"/>
  <p:tag name="KSO_WM_TEMPLATE_INDEX" val="20202359"/>
  <p:tag name="KSO_WM_UNIT_LAYERLEVEL" val="1_1_1"/>
  <p:tag name="KSO_WM_TAG_VERSION" val="1.0"/>
  <p:tag name="KSO_WM_BEAUTIFY_FLAG" val="#wm#"/>
  <p:tag name="KSO_WM_UNIT_NOCLEAR" val="0"/>
  <p:tag name="KSO_WM_DIAGRAM_GROUP_CODE" val="m1-1"/>
  <p:tag name="KSO_WM_UNIT_TYPE" val="m_h_f"/>
  <p:tag name="KSO_WM_UNIT_INDEX" val="1_1_1"/>
  <p:tag name="KSO_WM_UNIT_PRESET_TEXT" val="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10;您的正文已经经简明扼要，字字珠玑，但信息却千丝万缕、错综复杂，需要用更多的文字来表述；但请您尽可能提炼思想的精髓，否则容易造成观者的阅读压力，适得其反。当您的正文内容到达这个限度时，或许已经不纯粹作用于演示，极大可能运用于阅读领域。"/>
  <p:tag name="KSO_WM_UNIT_TEXT_FILL_FORE_SCHEMECOLOR_INDEX" val="13"/>
  <p:tag name="KSO_WM_UNIT_TEXT_FILL_TYPE" val="1"/>
  <p:tag name="KSO_WM_UNIT_USESOURCEFORMAT_APPLY" val="1"/>
</p:tagLst>
</file>

<file path=ppt/tags/tag15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2359_2*m_h_a*1_1_1"/>
  <p:tag name="KSO_WM_TEMPLATE_CATEGORY" val="diagram"/>
  <p:tag name="KSO_WM_TEMPLATE_INDEX" val="20202359"/>
  <p:tag name="KSO_WM_UNIT_LAYERLEVEL" val="1_1_1"/>
  <p:tag name="KSO_WM_TAG_VERSION" val="1.0"/>
  <p:tag name="KSO_WM_BEAUTIFY_FLAG" val="#wm#"/>
  <p:tag name="KSO_WM_UNIT_ISCONTENTSTITLE" val="0"/>
  <p:tag name="KSO_WM_UNIT_NOCLEAR" val="0"/>
  <p:tag name="KSO_WM_DIAGRAM_GROUP_CODE" val="m1-1"/>
  <p:tag name="KSO_WM_UNIT_TYPE" val="m_h_a"/>
  <p:tag name="KSO_WM_UNIT_INDEX" val="1_1_1"/>
  <p:tag name="KSO_WM_UNIT_PRESET_TEXT" val="点击添加标题"/>
  <p:tag name="KSO_WM_UNIT_TEXT_FILL_FORE_SCHEMECOLOR_INDEX" val="13"/>
  <p:tag name="KSO_WM_UNIT_TEXT_FILL_TYPE" val="1"/>
  <p:tag name="KSO_WM_UNIT_USESOURCEFORMAT_APPLY" val="1"/>
</p:tagLst>
</file>

<file path=ppt/tags/tag15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2359_2*m_h_i*1_2_1"/>
  <p:tag name="KSO_WM_TEMPLATE_CATEGORY" val="diagram"/>
  <p:tag name="KSO_WM_TEMPLATE_INDEX" val="20202359"/>
  <p:tag name="KSO_WM_UNIT_LAYERLEVEL" val="1_1_1"/>
  <p:tag name="KSO_WM_TAG_VERSION" val="1.0"/>
  <p:tag name="KSO_WM_BEAUTIFY_FLAG" val="#wm#"/>
  <p:tag name="KSO_WM_DIAGRAM_GROUP_CODE" val="m1-1"/>
  <p:tag name="KSO_WM_UNIT_TYPE" val="m_h_i"/>
  <p:tag name="KSO_WM_UNIT_INDEX" val="1_2_1"/>
  <p:tag name="KSO_WM_UNIT_FILL_FORE_SCHEMECOLOR_INDEX" val="5"/>
  <p:tag name="KSO_WM_UNIT_FILL_TYPE" val="1"/>
  <p:tag name="KSO_WM_UNIT_TEXT_FILL_FORE_SCHEMECOLOR_INDEX" val="13"/>
  <p:tag name="KSO_WM_UNIT_TEXT_FILL_TYPE" val="1"/>
  <p:tag name="KSO_WM_UNIT_USESOURCEFORMAT_APPLY" val="1"/>
</p:tagLst>
</file>

<file path=ppt/tags/tag16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2359_2*m_h_f*1_2_1"/>
  <p:tag name="KSO_WM_TEMPLATE_CATEGORY" val="diagram"/>
  <p:tag name="KSO_WM_TEMPLATE_INDEX" val="20202359"/>
  <p:tag name="KSO_WM_UNIT_LAYERLEVEL" val="1_1_1"/>
  <p:tag name="KSO_WM_TAG_VERSION" val="1.0"/>
  <p:tag name="KSO_WM_BEAUTIFY_FLAG" val="#wm#"/>
  <p:tag name="KSO_WM_UNIT_NOCLEAR" val="0"/>
  <p:tag name="KSO_WM_DIAGRAM_GROUP_CODE" val="m1-1"/>
  <p:tag name="KSO_WM_UNIT_TYPE" val="m_h_f"/>
  <p:tag name="KSO_WM_UNIT_INDEX" val="1_2_1"/>
  <p:tag name="KSO_WM_UNIT_PRESET_TEXT" val="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10;您的正文已经经简明扼要，字字珠玑，但信息却千丝万缕、错综复杂，需要用更多的文字来表述；但请您尽可能提炼思想的精髓，否则容易造成观者的阅读压力，适得其反。当您的正文内容到达这个限度时，或许已经不纯粹作用于演示，极大可能运用于阅读领域。"/>
  <p:tag name="KSO_WM_UNIT_TEXT_FILL_FORE_SCHEMECOLOR_INDEX" val="13"/>
  <p:tag name="KSO_WM_UNIT_TEXT_FILL_TYPE" val="1"/>
  <p:tag name="KSO_WM_UNIT_USESOURCEFORMAT_APPLY" val="1"/>
</p:tagLst>
</file>

<file path=ppt/tags/tag16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2359_2*m_h_a*1_2_1"/>
  <p:tag name="KSO_WM_TEMPLATE_CATEGORY" val="diagram"/>
  <p:tag name="KSO_WM_TEMPLATE_INDEX" val="20202359"/>
  <p:tag name="KSO_WM_UNIT_LAYERLEVEL" val="1_1_1"/>
  <p:tag name="KSO_WM_TAG_VERSION" val="1.0"/>
  <p:tag name="KSO_WM_BEAUTIFY_FLAG" val="#wm#"/>
  <p:tag name="KSO_WM_UNIT_ISCONTENTSTITLE" val="0"/>
  <p:tag name="KSO_WM_UNIT_NOCLEAR" val="0"/>
  <p:tag name="KSO_WM_DIAGRAM_GROUP_CODE" val="m1-1"/>
  <p:tag name="KSO_WM_UNIT_TYPE" val="m_h_a"/>
  <p:tag name="KSO_WM_UNIT_INDEX" val="1_2_1"/>
  <p:tag name="KSO_WM_UNIT_PRESET_TEXT" val="点击添加标题"/>
  <p:tag name="KSO_WM_UNIT_TEXT_FILL_FORE_SCHEMECOLOR_INDEX" val="13"/>
  <p:tag name="KSO_WM_UNIT_TEXT_FILL_TYPE" val="1"/>
  <p:tag name="KSO_WM_UNIT_USESOURCEFORMAT_APPLY" val="1"/>
</p:tagLst>
</file>

<file path=ppt/tags/tag16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2359_2*m_h_i*1_3_2"/>
  <p:tag name="KSO_WM_TEMPLATE_CATEGORY" val="diagram"/>
  <p:tag name="KSO_WM_TEMPLATE_INDEX" val="20202359"/>
  <p:tag name="KSO_WM_UNIT_LAYERLEVEL" val="1_1_1"/>
  <p:tag name="KSO_WM_TAG_VERSION" val="1.0"/>
  <p:tag name="KSO_WM_BEAUTIFY_FLAG" val="#wm#"/>
  <p:tag name="KSO_WM_DIAGRAM_GROUP_CODE" val="m1-1"/>
  <p:tag name="KSO_WM_UNIT_TYPE" val="m_h_i"/>
  <p:tag name="KSO_WM_UNIT_INDEX" val="1_3_2"/>
  <p:tag name="KSO_WM_UNIT_FILL_FORE_SCHEMECOLOR_INDEX" val="5"/>
  <p:tag name="KSO_WM_UNIT_FILL_TYPE" val="1"/>
  <p:tag name="KSO_WM_UNIT_TEXT_FILL_FORE_SCHEMECOLOR_INDEX" val="13"/>
  <p:tag name="KSO_WM_UNIT_TEXT_FILL_TYPE" val="1"/>
  <p:tag name="KSO_WM_UNIT_USESOURCEFORMAT_APPLY" val="1"/>
</p:tagLst>
</file>

<file path=ppt/tags/tag16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2359_2*m_h_f*1_3_1"/>
  <p:tag name="KSO_WM_TEMPLATE_CATEGORY" val="diagram"/>
  <p:tag name="KSO_WM_TEMPLATE_INDEX" val="20202359"/>
  <p:tag name="KSO_WM_UNIT_LAYERLEVEL" val="1_1_1"/>
  <p:tag name="KSO_WM_TAG_VERSION" val="1.0"/>
  <p:tag name="KSO_WM_BEAUTIFY_FLAG" val="#wm#"/>
  <p:tag name="KSO_WM_UNIT_NOCLEAR" val="0"/>
  <p:tag name="KSO_WM_DIAGRAM_GROUP_CODE" val="m1-1"/>
  <p:tag name="KSO_WM_UNIT_TYPE" val="m_h_f"/>
  <p:tag name="KSO_WM_UNIT_INDEX" val="1_3_1"/>
  <p:tag name="KSO_WM_UNIT_PRESET_TEXT" val="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10;您的正文已经经简明扼要，字字珠玑，但信息却千丝万缕、错综复杂，需要用更多的文字来表述；但请您尽可能提炼思想的精髓，否则容易造成观者的阅读压力，适得其反。当您的正文内容到达这个限度时，或许已经不纯粹作用于演示，极大可能运用于阅读领域。"/>
  <p:tag name="KSO_WM_UNIT_TEXT_FILL_FORE_SCHEMECOLOR_INDEX" val="13"/>
  <p:tag name="KSO_WM_UNIT_TEXT_FILL_TYPE" val="1"/>
  <p:tag name="KSO_WM_UNIT_USESOURCEFORMAT_APPLY" val="1"/>
</p:tagLst>
</file>

<file path=ppt/tags/tag16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2359_2*m_h_a*1_3_1"/>
  <p:tag name="KSO_WM_TEMPLATE_CATEGORY" val="diagram"/>
  <p:tag name="KSO_WM_TEMPLATE_INDEX" val="20202359"/>
  <p:tag name="KSO_WM_UNIT_LAYERLEVEL" val="1_1_1"/>
  <p:tag name="KSO_WM_TAG_VERSION" val="1.0"/>
  <p:tag name="KSO_WM_BEAUTIFY_FLAG" val="#wm#"/>
  <p:tag name="KSO_WM_UNIT_ISCONTENTSTITLE" val="0"/>
  <p:tag name="KSO_WM_UNIT_NOCLEAR" val="0"/>
  <p:tag name="KSO_WM_DIAGRAM_GROUP_CODE" val="m1-1"/>
  <p:tag name="KSO_WM_UNIT_TYPE" val="m_h_a"/>
  <p:tag name="KSO_WM_UNIT_INDEX" val="1_3_1"/>
  <p:tag name="KSO_WM_UNIT_PRESET_TEXT" val="点击添加标题"/>
  <p:tag name="KSO_WM_UNIT_TEXT_FILL_FORE_SCHEMECOLOR_INDEX" val="13"/>
  <p:tag name="KSO_WM_UNIT_TEXT_FILL_TYPE" val="1"/>
  <p:tag name="KSO_WM_UNIT_USESOURCEFORMAT_APPLY" val="1"/>
</p:tagLst>
</file>

<file path=ppt/tags/tag16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2359_2*m_h_i*1_1_1"/>
  <p:tag name="KSO_WM_TEMPLATE_CATEGORY" val="diagram"/>
  <p:tag name="KSO_WM_TEMPLATE_INDEX" val="20202359"/>
  <p:tag name="KSO_WM_UNIT_LAYERLEVEL" val="1_1_1"/>
  <p:tag name="KSO_WM_TAG_VERSION" val="1.0"/>
  <p:tag name="KSO_WM_BEAUTIFY_FLAG" val="#wm#"/>
  <p:tag name="KSO_WM_DIAGRAM_GROUP_CODE" val="m1-1"/>
  <p:tag name="KSO_WM_UNIT_TYPE" val="m_h_i"/>
  <p:tag name="KSO_WM_UNIT_INDEX" val="1_1_1"/>
  <p:tag name="KSO_WM_UNIT_TEXT_FILL_FORE_SCHEMECOLOR_INDEX" val="14"/>
  <p:tag name="KSO_WM_UNIT_TEXT_FILL_TYPE" val="1"/>
  <p:tag name="KSO_WM_UNIT_USESOURCEFORMAT_APPLY" val="1"/>
</p:tagLst>
</file>

<file path=ppt/tags/tag16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2359_2*m_h_i*1_2_2"/>
  <p:tag name="KSO_WM_TEMPLATE_CATEGORY" val="diagram"/>
  <p:tag name="KSO_WM_TEMPLATE_INDEX" val="20202359"/>
  <p:tag name="KSO_WM_UNIT_LAYERLEVEL" val="1_1_1"/>
  <p:tag name="KSO_WM_TAG_VERSION" val="1.0"/>
  <p:tag name="KSO_WM_BEAUTIFY_FLAG" val="#wm#"/>
  <p:tag name="KSO_WM_DIAGRAM_GROUP_CODE" val="m1-1"/>
  <p:tag name="KSO_WM_UNIT_TYPE" val="m_h_i"/>
  <p:tag name="KSO_WM_UNIT_INDEX" val="1_2_2"/>
  <p:tag name="KSO_WM_UNIT_TEXT_FILL_FORE_SCHEMECOLOR_INDEX" val="14"/>
  <p:tag name="KSO_WM_UNIT_TEXT_FILL_TYPE" val="1"/>
  <p:tag name="KSO_WM_UNIT_USESOURCEFORMAT_APPLY" val="1"/>
</p:tagLst>
</file>

<file path=ppt/tags/tag16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2359_2*m_h_i*1_3_1"/>
  <p:tag name="KSO_WM_TEMPLATE_CATEGORY" val="diagram"/>
  <p:tag name="KSO_WM_TEMPLATE_INDEX" val="20202359"/>
  <p:tag name="KSO_WM_UNIT_LAYERLEVEL" val="1_1_1"/>
  <p:tag name="KSO_WM_TAG_VERSION" val="1.0"/>
  <p:tag name="KSO_WM_BEAUTIFY_FLAG" val="#wm#"/>
  <p:tag name="KSO_WM_DIAGRAM_GROUP_CODE" val="m1-1"/>
  <p:tag name="KSO_WM_UNIT_TYPE" val="m_h_i"/>
  <p:tag name="KSO_WM_UNIT_INDEX" val="1_3_1"/>
  <p:tag name="KSO_WM_UNIT_TEXT_FILL_FORE_SCHEMECOLOR_INDEX" val="14"/>
  <p:tag name="KSO_WM_UNIT_TEXT_FILL_TYPE" val="1"/>
  <p:tag name="KSO_WM_UNIT_USESOURCEFORMAT_APPLY" val="1"/>
</p:tagLst>
</file>

<file path=ppt/tags/tag1608.xml><?xml version="1.0" encoding="utf-8"?>
<p:tagLst xmlns:a="http://schemas.openxmlformats.org/drawingml/2006/main" xmlns:r="http://schemas.openxmlformats.org/officeDocument/2006/relationships" xmlns:p="http://schemas.openxmlformats.org/presentationml/2006/main">
  <p:tag name="KSO_WM_UNIT_PRESET_TEXT" val="点击输入正文"/>
  <p:tag name="KSO_WM_UNIT_NOCLEAR" val="0"/>
  <p:tag name="KSO_WM_UNIT_VALUE" val="106"/>
  <p:tag name="KSO_WM_UNIT_HIGHLIGHT" val="0"/>
  <p:tag name="KSO_WM_UNIT_COMPATIBLE" val="0"/>
  <p:tag name="KSO_WM_UNIT_DIAGRAM_ISNUMVISUAL" val="0"/>
  <p:tag name="KSO_WM_UNIT_DIAGRAM_ISREFERUNIT" val="0"/>
  <p:tag name="KSO_WM_UNIT_TYPE" val="f"/>
  <p:tag name="KSO_WM_UNIT_INDEX" val="1"/>
  <p:tag name="KSO_WM_UNIT_ID" val="diagram20200317_1*f*1"/>
  <p:tag name="KSO_WM_TEMPLATE_CATEGORY" val="diagram"/>
  <p:tag name="KSO_WM_TEMPLATE_INDEX" val="20200317"/>
  <p:tag name="KSO_WM_UNIT_LAYERLEVEL" val="1"/>
  <p:tag name="KSO_WM_TAG_VERSION" val="1.0"/>
  <p:tag name="KSO_WM_BEAUTIFY_FLAG" val="#wm#"/>
  <p:tag name="KSO_WM_UNIT_SHOW_EDIT_AREA_INDICATION" val="1"/>
  <p:tag name="KSO_WM_UNIT_DEFAULT_FONT" val="14;18;2"/>
  <p:tag name="KSO_WM_UNIT_BLOCK" val="0"/>
  <p:tag name="KSO_WM_UNIT_SMARTLAYOUT_COMPRESS_INFO" val="{&#10;    &quot;id&quot;: &quot;2020-03-31T11:24:02&quot;,&#10;    &quot;max&quot;: 0,&#10;    &quot;parentMax&quot;: {&#10;        &quot;max&quot;: 0.77133858267716349&#10;    },&#10;    &quot;topChanged&quot;: 0&#10;}&#10;"/>
  <p:tag name="KSO_WM_UNIT_TEXT_FILL_FORE_SCHEMECOLOR_INDEX_BRIGHTNESS" val="0.35"/>
  <p:tag name="KSO_WM_UNIT_TEXT_FILL_FORE_SCHEMECOLOR_INDEX" val="13"/>
  <p:tag name="KSO_WM_UNIT_TEXT_FILL_TYPE" val="1"/>
</p:tagLst>
</file>

<file path=ppt/tags/tag1609.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610.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61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2305"/>
  <p:tag name="KSO_WM_SLIDE_ID" val="diagram20202305_1"/>
  <p:tag name="KSO_WM_TEMPLATE_SUBCATEGORY" val="11"/>
  <p:tag name="KSO_WM_SLIDE_TYPE" val="text"/>
  <p:tag name="KSO_WM_SLIDE_SUBTYPE" val="pureTxt"/>
  <p:tag name="KSO_WM_SLIDE_ITEM_CNT" val="0"/>
  <p:tag name="KSO_WM_SLIDE_INDEX" val="1"/>
  <p:tag name="KSO_WM_SLIDE_SIZE" val="960*494"/>
  <p:tag name="KSO_WM_SLIDE_POSITION" val="0*47"/>
  <p:tag name="KSO_WM_TAG_VERSION" val="1.0"/>
  <p:tag name="KSO_WM_SLIDE_LAYOUT" val="a_f_i"/>
  <p:tag name="KSO_WM_SLIDE_LAYOUT_CNT" val="1_1_1"/>
  <p:tag name="KSO_WM_TEMPLATE_MASTER_TYPE" val="0"/>
  <p:tag name="KSO_WM_TEMPLATE_COLOR_TYPE" val="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id&quot;: &quot;2020-03-31T11:38:08&quot;,&#10;    &quot;maxSize&quot;: {&#10;        &quot;size1&quot;: 22.600000000000001&#10;    },&#10;    &quot;minSize&quot;: {&#10;        &quot;size1&quot;: 22.600000000000001&#10;    },&#10;    &quot;normalSize&quot;: {&#10;        &quot;size1&quot;: 22.600000000000001&#10;    },&#10;    &quot;subLayout&quot;: [&#10;        {&#10;            &quot;id&quot;: &quot;2020-03-31T11:38:08&quot;,&#10;            &quot;margin&quot;: {&#10;                &quot;bottom&quot;: 0.82400000095367432,&#10;                &quot;left&quot;: 1.2699999809265137,&#10;                &quot;right&quot;: 1.2699999809265137,&#10;                &quot;top&quot;: 1.690000057220459&#10;            },&#10;            &quot;type&quot;: 0&#10;        },&#10;        {&#10;            &quot;backgroundInfo&quot;: [&#10;                {&#10;                    &quot;bottom&quot;: 0,&#10;                    &quot;bottomAbs&quot;: false,&#10;                    &quot;left&quot;: 0,&#10;                    &quot;leftAbs&quot;: false,&#10;                    &quot;right&quot;: 0,&#10;                    &quot;rightAbs&quot;: false,&#10;                    &quot;top&quot;: 0.30275765100000002,&#10;                    &quot;topAbs&quot;: false,&#10;                    &quot;type&quot;: &quot;topBottom&quot;&#10;                }&#10;            ],&#10;            &quot;id&quot;: &quot;2020-03-31T11:38:08&quot;,&#10;            &quot;margin&quot;: {&#10;                &quot;bottom&quot;: 2.5399999618530273,&#10;                &quot;left&quot;: 2.119999885559082,&#10;                &quot;right&quot;: 2.119999885559082,&#10;                &quot;top&quot;: 0.87599998712539673&#10;            },&#10;            &quot;type&quot;: 0&#10;        }&#10;    ],&#10;    &quot;type&quot;: 0&#10;}&#10;"/>
  <p:tag name="KSO_WM_SLIDE_CAN_ADD_NAVIGATION" val="1"/>
  <p:tag name="KSO_WM_SLIDE_BACKGROUND" val="[&quot;general&quot;,&quot;topBottom&quot;]"/>
  <p:tag name="KSO_WM_SLIDE_RATIO" val="1.777778"/>
  <p:tag name="KSO_WM_SLIDE_BK_DARK_LIGHT" val="2"/>
  <p:tag name="KSO_WM_SLIDE_BACKGROUND_TYPE" val="topBottom"/>
</p:tagLst>
</file>

<file path=ppt/tags/tag16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2"/>
  <p:tag name="KSO_WM_UNIT_LAYERLEVEL" val="1"/>
  <p:tag name="KSO_WM_TAG_VERSION" val="1.0"/>
  <p:tag name="KSO_WM_BEAUTIFY_FLAG" val="#wm#"/>
  <p:tag name="KSO_WM_SLIDE_BACKGROUND_TYPE" val="topBottom"/>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613.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6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2305_1*i*4"/>
  <p:tag name="KSO_WM_TEMPLATE_CATEGORY" val="diagram"/>
  <p:tag name="KSO_WM_TEMPLATE_INDEX" val="20202305"/>
  <p:tag name="KSO_WM_UNIT_LAYERLEVEL" val="1"/>
  <p:tag name="KSO_WM_TAG_VERSION" val="1.0"/>
  <p:tag name="KSO_WM_BEAUTIFY_FLAG" val="#wm#"/>
  <p:tag name="KSO_WM_UNIT_BLOCK" val="0"/>
  <p:tag name="KSO_WM_UNIT_SM_LIMIT_TYPE" val="2"/>
  <p:tag name="KSO_WM_UNIT_DECORATE_INFO" val="{&quot;DecorateInfoX&quot;:{&quot;IsLeft&quot;:true,&quot;IsRight&quot;:false,&quot;IsAbs&quot;:true},&quot;DecorateInfoY&quot;:{&quot;IsTop&quot;:true,&quot;IsBottom&quot;:false,&quot;IsAbs&quot;:true}}"/>
  <p:tag name="KSO_WM_UNIT_PLACING_PICTURE_MD4" val="0"/>
  <p:tag name="KSO_WM_UNIT_FILL_FORE_SCHEMECOLOR_INDEX_BRIGHTNESS" val="0"/>
  <p:tag name="KSO_WM_UNIT_FILL_FORE_SCHEMECOLOR_INDEX" val="14"/>
  <p:tag name="KSO_WM_UNIT_FILL_TYPE" val="1"/>
  <p:tag name="KSO_WM_UNIT_SHADOW_SCHEMECOLOR_INDEX_BRIGHTNESS" val="0"/>
  <p:tag name="KSO_WM_UNIT_SHADOW_SCHEMECOLOR_INDEX" val="13"/>
  <p:tag name="KSO_WM_UNIT_TEXT_FILL_TYPE" val="1"/>
</p:tagLst>
</file>

<file path=ppt/tags/tag1615.xml><?xml version="1.0" encoding="utf-8"?>
<p:tagLst xmlns:a="http://schemas.openxmlformats.org/drawingml/2006/main" xmlns:r="http://schemas.openxmlformats.org/officeDocument/2006/relationships" xmlns:p="http://schemas.openxmlformats.org/presentationml/2006/main">
  <p:tag name="KSO_WM_UNIT_PRESET_TEXT" val="我们是致力于研究AI智能创作PPT的一个团队;我们潜心钻研幻灯片的演示规律与创作思路，希望通过人工智能解放用户双手，不仅高效，且精准。&#10;我们拥有金山办公软件30年的技术积累，以及一支富有研究精神，匠心做事的团队。"/>
  <p:tag name="KSO_WM_UNIT_NOCLEAR" val="0"/>
  <p:tag name="KSO_WM_UNIT_VALUE" val="564"/>
  <p:tag name="KSO_WM_UNIT_HIGHLIGHT" val="0"/>
  <p:tag name="KSO_WM_UNIT_COMPATIBLE" val="0"/>
  <p:tag name="KSO_WM_UNIT_DIAGRAM_ISNUMVISUAL" val="0"/>
  <p:tag name="KSO_WM_UNIT_DIAGRAM_ISREFERUNIT" val="0"/>
  <p:tag name="KSO_WM_UNIT_TYPE" val="f"/>
  <p:tag name="KSO_WM_UNIT_INDEX" val="1"/>
  <p:tag name="KSO_WM_UNIT_ID" val="diagram20202305_1*f*1"/>
  <p:tag name="KSO_WM_TEMPLATE_CATEGORY" val="diagram"/>
  <p:tag name="KSO_WM_TEMPLATE_INDEX" val="20202305"/>
  <p:tag name="KSO_WM_UNIT_LAYERLEVEL" val="1"/>
  <p:tag name="KSO_WM_TAG_VERSION" val="1.0"/>
  <p:tag name="KSO_WM_BEAUTIFY_FLAG" val="#wm#"/>
  <p:tag name="KSO_WM_UNIT_DEFAULT_FONT" val="16;24;2"/>
  <p:tag name="KSO_WM_UNIT_BLOCK" val="0"/>
  <p:tag name="KSO_WM_UNIT_SM_LIMIT_TYPE" val="1"/>
  <p:tag name="KSO_WM_UNIT_PLACING_PICTURE_MD4" val="0"/>
  <p:tag name="KSO_WM_UNIT_TEXT_FILL_FORE_SCHEMECOLOR_INDEX_BRIGHTNESS" val="0.35"/>
  <p:tag name="KSO_WM_UNIT_TEXT_FILL_FORE_SCHEMECOLOR_INDEX" val="13"/>
  <p:tag name="KSO_WM_UNIT_TEXT_FILL_TYPE" val="1"/>
</p:tagLst>
</file>

<file path=ppt/tags/tag16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2305_1*i*3"/>
  <p:tag name="KSO_WM_TEMPLATE_CATEGORY" val="diagram"/>
  <p:tag name="KSO_WM_TEMPLATE_INDEX" val="20202305"/>
  <p:tag name="KSO_WM_UNIT_LAYERLEVEL" val="1"/>
  <p:tag name="KSO_WM_TAG_VERSION" val="1.0"/>
  <p:tag name="KSO_WM_BEAUTIFY_FLAG" val="#wm#"/>
  <p:tag name="KSO_WM_UNIT_SM_LIMIT_TYPE" val="1"/>
  <p:tag name="KSO_WM_UNIT_PLACING_PICTURE_MD4" val="0"/>
  <p:tag name="KSO_WM_UNIT_FILL_FORE_SCHEMECOLOR_INDEX_BRIGHTNESS" val="0"/>
  <p:tag name="KSO_WM_UNIT_FILL_FORE_SCHEMECOLOR_INDEX" val="5"/>
  <p:tag name="KSO_WM_UNIT_FILL_TYPE" val="1"/>
  <p:tag name="KSO_WM_UNIT_TEXT_FILL_TYPE" val="1"/>
</p:tagLst>
</file>

<file path=ppt/tags/tag16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2305_1*i*1"/>
  <p:tag name="KSO_WM_TEMPLATE_CATEGORY" val="diagram"/>
  <p:tag name="KSO_WM_TEMPLATE_INDEX" val="20202305"/>
  <p:tag name="KSO_WM_UNIT_LAYERLEVEL" val="1"/>
  <p:tag name="KSO_WM_TAG_VERSION" val="1.0"/>
  <p:tag name="KSO_WM_BEAUTIFY_FLAG" val="#wm#"/>
  <p:tag name="KSO_WM_UNIT_TYPE" val="i"/>
  <p:tag name="KSO_WM_UNIT_INDEX" val="1"/>
  <p:tag name="KSO_WM_UNIT_BLOCK" val="0"/>
  <p:tag name="KSO_WM_UNIT_SM_LIMIT_TYPE" val="1"/>
  <p:tag name="KSO_WM_UNIT_PLACING_PICTURE_MD4" val="0"/>
  <p:tag name="KSO_WM_UNIT_FILL_FORE_SCHEMECOLOR_INDEX_BRIGHTNESS" val="0"/>
  <p:tag name="KSO_WM_UNIT_FILL_FORE_SCHEMECOLOR_INDEX" val="5"/>
  <p:tag name="KSO_WM_UNIT_FILL_TYPE" val="1"/>
  <p:tag name="KSO_WM_UNIT_TEXT_FILL_TYPE" val="1"/>
</p:tagLst>
</file>

<file path=ppt/tags/tag16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2305_1*a*1"/>
  <p:tag name="KSO_WM_TEMPLATE_CATEGORY" val="diagram"/>
  <p:tag name="KSO_WM_TEMPLATE_INDEX" val="20202305"/>
  <p:tag name="KSO_WM_UNIT_LAYERLEVEL" val="1"/>
  <p:tag name="KSO_WM_TAG_VERSION" val="1.0"/>
  <p:tag name="KSO_WM_BEAUTIFY_FLAG" val="#wm#"/>
  <p:tag name="KSO_WM_UNIT_ISCONTENTSTITLE" val="0"/>
  <p:tag name="KSO_WM_UNIT_PRESET_TEXT" val="WPS-极墨产品部"/>
  <p:tag name="KSO_WM_UNIT_NOCLEAR" val="0"/>
  <p:tag name="KSO_WM_UNIT_VALUE" val="26"/>
  <p:tag name="KSO_WM_UNIT_TYPE" val="a"/>
  <p:tag name="KSO_WM_UNIT_INDEX" val="1"/>
  <p:tag name="KSO_WM_UNIT_DEFAULT_FONT" val="32;36;4"/>
  <p:tag name="KSO_WM_UNIT_BLOCK" val="1"/>
  <p:tag name="KSO_WM_UNIT_SM_LIMIT_TYPE" val="1"/>
  <p:tag name="KSO_WM_UNIT_ISNUMDGMTITLE" val="0"/>
  <p:tag name="KSO_WM_UNIT_PLACING_PICTURE_MD4" val="0"/>
  <p:tag name="KSO_WM_UNIT_TEXT_FILL_FORE_SCHEMECOLOR_INDEX_BRIGHTNESS" val="0.25"/>
  <p:tag name="KSO_WM_UNIT_TEXT_FILL_FORE_SCHEMECOLOR_INDEX" val="13"/>
  <p:tag name="KSO_WM_UNIT_TEXT_FILL_TYPE" val="1"/>
</p:tagLst>
</file>

<file path=ppt/tags/tag1619.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62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94772"/>
  <p:tag name="KSO_WM_SLIDE_COLORSCHEME_VERSION" val="3.2"/>
  <p:tag name="KSO_WM_SLIDE_ID" val="diagram20194772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16*684"/>
  <p:tag name="KSO_WM_SLIDE_POSITION" val="43*0"/>
  <p:tag name="KSO_WM_TAG_VERSION" val="1.0"/>
  <p:tag name="KSO_WM_SLIDE_LAYOUT" val="a_f"/>
  <p:tag name="KSO_WM_SLIDE_LAYOUT_CNT" val="1_1"/>
  <p:tag name="KSO_WM_SLIDE_BK_DARK_LIGHT" val="2"/>
  <p:tag name="KSO_WM_SLIDE_BACKGROUND_TYPE" val="general"/>
</p:tagLst>
</file>

<file path=ppt/tags/tag16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2*i*1"/>
  <p:tag name="KSO_WM_UNIT_LAYERLEVEL" val="1"/>
  <p:tag name="KSO_WM_TAG_VERSION" val="1.0"/>
  <p:tag name="KSO_WM_BEAUTIFY_FLAG" val="#wm#"/>
  <p:tag name="KSO_WM_SLIDE_BACKGROUND_TYPE" val="general"/>
  <p:tag name="KSO_WM_SLIDE_BK_DARK_LIGHT" val="2"/>
</p:tagLst>
</file>

<file path=ppt/tags/tag1622.xml><?xml version="1.0" encoding="utf-8"?>
<p:tagLst xmlns:a="http://schemas.openxmlformats.org/drawingml/2006/main" xmlns:r="http://schemas.openxmlformats.org/officeDocument/2006/relationships" xmlns:p="http://schemas.openxmlformats.org/presentationml/2006/main">
  <p:tag name="KSO_WM_UNIT_COLOR_SCHEME_SHAPE_ID" val="4"/>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1"/>
  <p:tag name="KSO_WM_UNIT_ID" val="diagram20194772_1*i*1"/>
  <p:tag name="KSO_WM_TEMPLATE_CATEGORY" val="diagram"/>
  <p:tag name="KSO_WM_TEMPLATE_INDEX" val="20194772"/>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623.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2"/>
  <p:tag name="KSO_WM_UNIT_ID" val="diagram20194772_1*i*2"/>
  <p:tag name="KSO_WM_TEMPLATE_CATEGORY" val="diagram"/>
  <p:tag name="KSO_WM_TEMPLATE_INDEX" val="20194772"/>
  <p:tag name="KSO_WM_UNIT_LAYERLEVEL" val="1"/>
  <p:tag name="KSO_WM_TAG_VERSION" val="1.0"/>
  <p:tag name="KSO_WM_BEAUTIFY_FLAG" val="#wm#"/>
  <p:tag name="KSO_WM_UNIT_FILL_FORE_SCHEMECOLOR_INDEX_BRIGHTNESS" val="0"/>
  <p:tag name="KSO_WM_UNIT_FILL_FORE_SCHEMECOLOR_INDEX" val="8"/>
  <p:tag name="KSO_WM_UNIT_FILL_TYPE" val="1"/>
  <p:tag name="KSO_WM_UNIT_TEXT_FILL_FORE_SCHEMECOLOR_INDEX_BRIGHTNESS" val="0"/>
  <p:tag name="KSO_WM_UNIT_TEXT_FILL_FORE_SCHEMECOLOR_INDEX" val="14"/>
  <p:tag name="KSO_WM_UNIT_TEXT_FILL_TYPE" val="1"/>
</p:tagLst>
</file>

<file path=ppt/tags/tag1624.xml><?xml version="1.0" encoding="utf-8"?>
<p:tagLst xmlns:a="http://schemas.openxmlformats.org/drawingml/2006/main" xmlns:r="http://schemas.openxmlformats.org/officeDocument/2006/relationships" xmlns:p="http://schemas.openxmlformats.org/presentationml/2006/main">
  <p:tag name="KSO_WM_UNIT_COLOR_SCHEME_SHAPE_ID" val="5"/>
  <p:tag name="KSO_WM_UNIT_COLOR_SCHEME_PARENT_PAGE" val="0_1"/>
  <p:tag name="KSO_WM_UNIT_FOIL_COLOR" val="1"/>
  <p:tag name="KSO_WM_UNIT_HIGHLIGHT" val="0"/>
  <p:tag name="KSO_WM_UNIT_COMPATIBLE" val="0"/>
  <p:tag name="KSO_WM_UNIT_DIAGRAM_ISNUMVISUAL" val="0"/>
  <p:tag name="KSO_WM_UNIT_DIAGRAM_ISREFERUNIT" val="0"/>
  <p:tag name="KSO_WM_UNIT_TYPE" val="i"/>
  <p:tag name="KSO_WM_UNIT_INDEX" val="3"/>
  <p:tag name="KSO_WM_UNIT_ID" val="diagram20194772_1*i*3"/>
  <p:tag name="KSO_WM_TEMPLATE_CATEGORY" val="diagram"/>
  <p:tag name="KSO_WM_TEMPLATE_INDEX" val="20194772"/>
  <p:tag name="KSO_WM_UNIT_LAYERLEVEL" val="1"/>
  <p:tag name="KSO_WM_TAG_VERSION" val="1.0"/>
  <p:tag name="KSO_WM_BEAUTIFY_FLAG" val="#wm#"/>
  <p:tag name="KSO_WM_UNIT_FILL_FORE_SCHEMECOLOR_INDEX_BRIGHTNESS" val="0"/>
  <p:tag name="KSO_WM_UNIT_FILL_FORE_SCHEMECOLOR_INDEX" val="14"/>
  <p:tag name="KSO_WM_UNIT_FILL_TYPE" val="1"/>
  <p:tag name="KSO_WM_UNIT_SHADOW_SCHEMECOLOR_INDEX_BRIGHTNESS" val="0"/>
  <p:tag name="KSO_WM_UNIT_SHADOW_SCHEMECOLOR_INDEX" val="13"/>
  <p:tag name="KSO_WM_UNIT_TEXT_FILL_FORE_SCHEMECOLOR_INDEX_BRIGHTNESS" val="0"/>
  <p:tag name="KSO_WM_UNIT_TEXT_FILL_FORE_SCHEMECOLOR_INDEX" val="14"/>
  <p:tag name="KSO_WM_UNIT_TEXT_FILL_TYPE" val="1"/>
</p:tagLst>
</file>

<file path=ppt/tags/tag1625.xml><?xml version="1.0" encoding="utf-8"?>
<p:tagLst xmlns:a="http://schemas.openxmlformats.org/drawingml/2006/main" xmlns:r="http://schemas.openxmlformats.org/officeDocument/2006/relationships" xmlns:p="http://schemas.openxmlformats.org/presentationml/2006/main">
  <p:tag name="KSO_WM_UNIT_TEXT_PART_ID_V2" val="a-4-2"/>
  <p:tag name="KSO_WM_UNIT_COLOR_SCHEME_SHAPE_ID" val="8"/>
  <p:tag name="KSO_WM_UNIT_COLOR_SCHEME_PARENT_PAGE" val="0_1"/>
  <p:tag name="KSO_WM_UNIT_ISCONTENTSTITLE" val="0"/>
  <p:tag name="KSO_WM_UNIT_NOCLEAR" val="0"/>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194772_1*a*1"/>
  <p:tag name="KSO_WM_TEMPLATE_CATEGORY" val="diagram"/>
  <p:tag name="KSO_WM_TEMPLATE_INDEX" val="20194772"/>
  <p:tag name="KSO_WM_UNIT_LAYERLEVEL" val="1"/>
  <p:tag name="KSO_WM_TAG_VERSION" val="1.0"/>
  <p:tag name="KSO_WM_BEAUTIFY_FLAG" val="#wm#"/>
  <p:tag name="KSO_WM_UNIT_PRESET_TEXT" val="单击此处添加标题"/>
  <p:tag name="KSO_WM_UNIT_TEXT_FILL_FORE_SCHEMECOLOR_INDEX_BRIGHTNESS" val="0"/>
  <p:tag name="KSO_WM_UNIT_TEXT_FILL_FORE_SCHEMECOLOR_INDEX" val="13"/>
  <p:tag name="KSO_WM_UNIT_TEXT_FILL_TYPE" val="1"/>
</p:tagLst>
</file>

<file path=ppt/tags/tag1626.xml><?xml version="1.0" encoding="utf-8"?>
<p:tagLst xmlns:a="http://schemas.openxmlformats.org/drawingml/2006/main" xmlns:r="http://schemas.openxmlformats.org/officeDocument/2006/relationships" xmlns:p="http://schemas.openxmlformats.org/presentationml/2006/main">
  <p:tag name="KSO_WM_UNIT_TEXT_PART_ID_V2" val="d-4-2"/>
  <p:tag name="KSO_WM_UNIT_COLOR_SCHEME_SHAPE_ID" val="9"/>
  <p:tag name="KSO_WM_UNIT_COLOR_SCHEME_PARENT_PAGE" val="0_1"/>
  <p:tag name="KSO_WM_UNIT_PRESET_TEXT" val="单击此处添加小标题&#10;点击此处添加正文&#10;文字是您思想的提炼，为了演示发布的良好效果，&#10;请言简意赅的阐述您的观点。&#10;您的正文已经经简明扼要，字字珠玑，但信息却千丝万缕、错综复杂，需要用更多的文字来表述；但请您尽可能提炼思想的精髓，否则容易造成观者的阅读压力，适得其反。&#10;单击此处添加小标题&#10;点击此处添加正文&#10;正如我们都希望改变世界，希望给别人带去光明，但更多时候我们只需要播下一颗种子，自然有微风吹拂，雨露滋养。恰如其分的表达观点，往往事半功倍。"/>
  <p:tag name="KSO_WM_UNIT_NOCLEAR" val="1"/>
  <p:tag name="KSO_WM_UNIT_VALUE" val="520"/>
  <p:tag name="KSO_WM_UNIT_HIGHLIGHT" val="0"/>
  <p:tag name="KSO_WM_UNIT_COMPATIBLE" val="0"/>
  <p:tag name="KSO_WM_UNIT_DIAGRAM_ISNUMVISUAL" val="0"/>
  <p:tag name="KSO_WM_UNIT_DIAGRAM_ISREFERUNIT" val="0"/>
  <p:tag name="KSO_WM_UNIT_TYPE" val="f"/>
  <p:tag name="KSO_WM_UNIT_INDEX" val="1"/>
  <p:tag name="KSO_WM_UNIT_ID" val="diagram20194772_1*f*1"/>
  <p:tag name="KSO_WM_TEMPLATE_CATEGORY" val="diagram"/>
  <p:tag name="KSO_WM_TEMPLATE_INDEX" val="20194772"/>
  <p:tag name="KSO_WM_UNIT_LAYERLEVEL" val="1"/>
  <p:tag name="KSO_WM_TAG_VERSION" val="1.0"/>
  <p:tag name="KSO_WM_BEAUTIFY_FLAG" val="#wm#"/>
  <p:tag name="KSO_WM_UNIT_TEXT_FILL_FORE_SCHEMECOLOR_INDEX_BRIGHTNESS" val="0"/>
  <p:tag name="KSO_WM_UNIT_TEXT_FILL_FORE_SCHEMECOLOR_INDEX" val="13"/>
  <p:tag name="KSO_WM_UNIT_TEXT_FILL_TYPE" val="1"/>
</p:tagLst>
</file>

<file path=ppt/tags/tag162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88024"/>
  <p:tag name="KSO_WM_SLIDE_COLORSCHEME_VERSION" val="3.2"/>
  <p:tag name="KSO_WM_SLIDE_ID" val="diagram20188024_5"/>
  <p:tag name="KSO_WM_TEMPLATE_SUBCATEGORY" val="0"/>
  <p:tag name="KSO_WM_TEMPLATE_MASTER_TYPE" val="0"/>
  <p:tag name="KSO_WM_TEMPLATE_COLOR_TYPE" val="1"/>
  <p:tag name="KSO_WM_SLIDE_TYPE" val="text"/>
  <p:tag name="KSO_WM_SLIDE_SUBTYPE" val="diag"/>
  <p:tag name="KSO_WM_SLIDE_ITEM_CNT" val="4"/>
  <p:tag name="KSO_WM_SLIDE_INDEX" val="5"/>
  <p:tag name="KSO_WM_SLIDE_SIZE" val="513.074*394.273"/>
  <p:tag name="KSO_WM_SLIDE_POSITION" val="0.61937*116.488"/>
  <p:tag name="KSO_WM_DIAGRAM_GROUP_CODE" val="l1-1"/>
  <p:tag name="KSO_WM_SLIDE_DIAGTYPE" val="l"/>
  <p:tag name="KSO_WM_TAG_VERSION" val="1.0"/>
  <p:tag name="KSO_WM_SLIDE_LAYOUT" val="a_f_l"/>
  <p:tag name="KSO_WM_SLIDE_LAYOUT_CNT" val="1_2_1"/>
</p:tagLst>
</file>

<file path=ppt/tags/tag1628.xml><?xml version="1.0" encoding="utf-8"?>
<p:tagLst xmlns:a="http://schemas.openxmlformats.org/drawingml/2006/main" xmlns:r="http://schemas.openxmlformats.org/officeDocument/2006/relationships" xmlns:p="http://schemas.openxmlformats.org/presentationml/2006/main">
  <p:tag name="KSO_WM_UNIT_COLOR_SCHEME_SHAPE_ID" val="42"/>
  <p:tag name="KSO_WM_UNIT_COLOR_SCHEME_PARENT_PAGE" val="0_5"/>
  <p:tag name="KSO_WM_UNIT_NOCLEAR" val="0"/>
  <p:tag name="KSO_WM_UNIT_VALUE" val="20"/>
  <p:tag name="KSO_WM_UNIT_HIGHLIGHT" val="0"/>
  <p:tag name="KSO_WM_UNIT_COMPATIBLE" val="0"/>
  <p:tag name="KSO_WM_UNIT_DIAGRAM_ISNUMVISUAL" val="0"/>
  <p:tag name="KSO_WM_UNIT_DIAGRAM_ISREFERUNIT" val="0"/>
  <p:tag name="KSO_WM_DIAGRAM_GROUP_CODE" val="l1-1"/>
  <p:tag name="KSO_WM_UNIT_TYPE" val="f"/>
  <p:tag name="KSO_WM_UNIT_INDEX" val="1"/>
  <p:tag name="KSO_WM_UNIT_ID" val="diagram20188024_5*f*1"/>
  <p:tag name="KSO_WM_TEMPLATE_CATEGORY" val="diagram"/>
  <p:tag name="KSO_WM_TEMPLATE_INDEX" val="20188024"/>
  <p:tag name="KSO_WM_UNIT_LAYERLEVEL" val="1"/>
  <p:tag name="KSO_WM_TAG_VERSION" val="1.0"/>
  <p:tag name="KSO_WM_BEAUTIFY_FLAG" val="#wm#"/>
  <p:tag name="KSO_WM_UNIT_PRESET_TEXT" val="单击此处添加文本具体内容，简明扼要的阐述您的观点。根据需要可酌情增减文字，以便观者准确的理解您传达的思想。"/>
  <p:tag name="KSO_WM_UNIT_TEXT_FILL_FORE_SCHEMECOLOR_INDEX" val="13"/>
  <p:tag name="KSO_WM_UNIT_TEXT_FILL_TYPE" val="1"/>
  <p:tag name="KSO_WM_UNIT_USESOURCEFORMAT_APPLY" val="1"/>
</p:tagLst>
</file>

<file path=ppt/tags/tag1629.xml><?xml version="1.0" encoding="utf-8"?>
<p:tagLst xmlns:a="http://schemas.openxmlformats.org/drawingml/2006/main" xmlns:r="http://schemas.openxmlformats.org/officeDocument/2006/relationships" xmlns:p="http://schemas.openxmlformats.org/presentationml/2006/main">
  <p:tag name="KSO_WM_UNIT_COLOR_SCHEME_SHAPE_ID" val="43"/>
  <p:tag name="KSO_WM_UNIT_COLOR_SCHEME_PARENT_PAGE" val="0_5"/>
  <p:tag name="KSO_WM_UNIT_ISCONTENTS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188024_5*a*1"/>
  <p:tag name="KSO_WM_TEMPLATE_CATEGORY" val="diagram"/>
  <p:tag name="KSO_WM_TEMPLATE_INDEX" val="20188024"/>
  <p:tag name="KSO_WM_UNIT_LAYERLEVEL" val="1"/>
  <p:tag name="KSO_WM_TAG_VERSION" val="1.0"/>
  <p:tag name="KSO_WM_BEAUTIFY_FLAG" val="#wm#"/>
  <p:tag name="KSO_WM_UNIT_PRESET_TEXT" val="单击此处添加标题"/>
  <p:tag name="KSO_WM_UNIT_TEXT_FILL_FORE_SCHEMECOLOR_INDEX" val="13"/>
  <p:tag name="KSO_WM_UNIT_TEXT_FILL_TYPE" val="1"/>
  <p:tag name="KSO_WM_UNIT_USESOURCEFORMAT_APPLY" val="1"/>
</p:tagLst>
</file>

<file path=ppt/tags/tag163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ID" val="diagram20187900_4*q_i*1_10"/>
  <p:tag name="KSO_WM_UNIT_LAYERLEVEL" val="1_1"/>
  <p:tag name="KSO_WM_BEAUTIFY_FLAG" val="#wm#"/>
  <p:tag name="KSO_WM_TAG_VERSION" val="1.0"/>
  <p:tag name="KSO_WM_UNIT_HIGHLIGHT" val="0"/>
  <p:tag name="KSO_WM_UNIT_COMPATIBLE" val="0"/>
  <p:tag name="KSO_WM_DIAGRAM_GROUP_CODE" val="q1-1"/>
  <p:tag name="KSO_WM_UNIT_TYPE" val="q_i"/>
  <p:tag name="KSO_WM_UNIT_INDEX" val="1_10"/>
  <p:tag name="KSO_WM_UNIT_DIAGRAM_ISNUMVISUAL" val="0"/>
  <p:tag name="KSO_WM_UNIT_DIAGRAM_ISREFERUNIT" val="0"/>
  <p:tag name="KSO_WM_UNIT_FILL_FORE_SCHEMECOLOR_INDEX" val="15"/>
  <p:tag name="KSO_WM_UNIT_FILL_TYPE" val="1"/>
  <p:tag name="KSO_WM_UNIT_TEXT_FILL_FORE_SCHEMECOLOR_INDEX" val="2"/>
  <p:tag name="KSO_WM_UNIT_TEXT_FILL_TYPE" val="1"/>
  <p:tag name="KSO_WM_UNIT_USESOURCEFORMAT_APPLY" val="1"/>
</p:tagLst>
</file>

<file path=ppt/tags/tag163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ID" val="diagram20187900_4*q_i*1_4"/>
  <p:tag name="KSO_WM_UNIT_LAYERLEVEL" val="1_1"/>
  <p:tag name="KSO_WM_BEAUTIFY_FLAG" val="#wm#"/>
  <p:tag name="KSO_WM_TAG_VERSION" val="1.0"/>
  <p:tag name="KSO_WM_UNIT_HIGHLIGHT" val="0"/>
  <p:tag name="KSO_WM_UNIT_COMPATIBLE" val="0"/>
  <p:tag name="KSO_WM_DIAGRAM_GROUP_CODE" val="q1-1"/>
  <p:tag name="KSO_WM_UNIT_TYPE" val="q_i"/>
  <p:tag name="KSO_WM_UNIT_INDEX" val="1_4"/>
  <p:tag name="KSO_WM_UNIT_DIAGRAM_ISNUMVISUAL" val="0"/>
  <p:tag name="KSO_WM_UNIT_DIAGRAM_ISREFERUNIT" val="0"/>
  <p:tag name="KSO_WM_UNIT_FILL_FORE_SCHEMECOLOR_INDEX" val="15"/>
  <p:tag name="KSO_WM_UNIT_FILL_TYPE" val="1"/>
  <p:tag name="KSO_WM_UNIT_TEXT_FILL_FORE_SCHEMECOLOR_INDEX" val="2"/>
  <p:tag name="KSO_WM_UNIT_TEXT_FILL_TYPE" val="1"/>
  <p:tag name="KSO_WM_UNIT_USESOURCEFORMAT_APPLY" val="1"/>
</p:tagLst>
</file>

<file path=ppt/tags/tag163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ID" val="diagram20187900_4*q_i*1_3"/>
  <p:tag name="KSO_WM_UNIT_LAYERLEVEL" val="1_1"/>
  <p:tag name="KSO_WM_BEAUTIFY_FLAG" val="#wm#"/>
  <p:tag name="KSO_WM_TAG_VERSION" val="1.0"/>
  <p:tag name="KSO_WM_UNIT_HIGHLIGHT" val="0"/>
  <p:tag name="KSO_WM_UNIT_COMPATIBLE" val="0"/>
  <p:tag name="KSO_WM_DIAGRAM_GROUP_CODE" val="q1-1"/>
  <p:tag name="KSO_WM_UNIT_TYPE" val="q_i"/>
  <p:tag name="KSO_WM_UNIT_INDEX" val="1_3"/>
  <p:tag name="KSO_WM_UNIT_DIAGRAM_ISNUMVISUAL" val="0"/>
  <p:tag name="KSO_WM_UNIT_DIAGRAM_ISREFERUNIT" val="0"/>
  <p:tag name="KSO_WM_UNIT_FILL_FORE_SCHEMECOLOR_INDEX" val="14"/>
  <p:tag name="KSO_WM_UNIT_FILL_TYPE" val="1"/>
  <p:tag name="KSO_WM_UNIT_LINE_FORE_SCHEMECOLOR_INDEX" val="15"/>
  <p:tag name="KSO_WM_UNIT_LINE_FILL_TYPE" val="2"/>
  <p:tag name="KSO_WM_UNIT_TEXT_FILL_FORE_SCHEMECOLOR_INDEX" val="2"/>
  <p:tag name="KSO_WM_UNIT_TEXT_FILL_TYPE" val="1"/>
  <p:tag name="KSO_WM_UNIT_USESOURCEFORMAT_APPLY" val="1"/>
</p:tagLst>
</file>

<file path=ppt/tags/tag163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ID" val="diagram20187900_4*q_i*1_2"/>
  <p:tag name="KSO_WM_UNIT_LAYERLEVEL" val="1_1"/>
  <p:tag name="KSO_WM_BEAUTIFY_FLAG" val="#wm#"/>
  <p:tag name="KSO_WM_TAG_VERSION" val="1.0"/>
  <p:tag name="KSO_WM_UNIT_HIGHLIGHT" val="0"/>
  <p:tag name="KSO_WM_UNIT_COMPATIBLE" val="0"/>
  <p:tag name="KSO_WM_DIAGRAM_GROUP_CODE" val="q1-1"/>
  <p:tag name="KSO_WM_UNIT_TYPE" val="q_i"/>
  <p:tag name="KSO_WM_UNIT_INDEX" val="1_2"/>
  <p:tag name="KSO_WM_UNIT_DIAGRAM_ISNUMVISUAL" val="0"/>
  <p:tag name="KSO_WM_UNIT_DIAGRAM_ISREFERUNIT" val="0"/>
  <p:tag name="KSO_WM_UNIT_FILL_FORE_SCHEMECOLOR_INDEX" val="14"/>
  <p:tag name="KSO_WM_UNIT_FILL_TYPE" val="1"/>
  <p:tag name="KSO_WM_UNIT_TEXT_FILL_FORE_SCHEMECOLOR_INDEX" val="2"/>
  <p:tag name="KSO_WM_UNIT_TEXT_FILL_TYPE" val="1"/>
  <p:tag name="KSO_WM_UNIT_USESOURCEFORMAT_APPLY" val="1"/>
</p:tagLst>
</file>

<file path=ppt/tags/tag163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ID" val="diagram20187900_4*q_h_i*1_1_2"/>
  <p:tag name="KSO_WM_UNIT_LAYERLEVEL" val="1_1_1"/>
  <p:tag name="KSO_WM_BEAUTIFY_FLAG" val="#wm#"/>
  <p:tag name="KSO_WM_TAG_VERSION" val="1.0"/>
  <p:tag name="KSO_WM_UNIT_HIGHLIGHT" val="0"/>
  <p:tag name="KSO_WM_UNIT_COMPATIBLE" val="0"/>
  <p:tag name="KSO_WM_DIAGRAM_GROUP_CODE" val="q1-1"/>
  <p:tag name="KSO_WM_UNIT_TYPE" val="q_h_i"/>
  <p:tag name="KSO_WM_UNIT_INDEX" val="1_1_2"/>
  <p:tag name="KSO_WM_UNIT_DIAGRAM_ISNUMVISUAL" val="0"/>
  <p:tag name="KSO_WM_UNIT_DIAGRAM_ISREFERUNIT" val="0"/>
  <p:tag name="KSO_WM_UNIT_FILL_FORE_SCHEMECOLOR_INDEX" val="5"/>
  <p:tag name="KSO_WM_UNIT_FILL_TYPE" val="1"/>
  <p:tag name="KSO_WM_UNIT_LINE_FORE_SCHEMECOLOR_INDEX" val="14"/>
  <p:tag name="KSO_WM_UNIT_LINE_FILL_TYPE" val="2"/>
  <p:tag name="KSO_WM_UNIT_TEXT_FILL_FORE_SCHEMECOLOR_INDEX" val="2"/>
  <p:tag name="KSO_WM_UNIT_TEXT_FILL_TYPE" val="1"/>
  <p:tag name="KSO_WM_UNIT_USESOURCEFORMAT_APPLY" val="1"/>
</p:tagLst>
</file>

<file path=ppt/tags/tag163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ID" val="diagram20187900_4*q_h_i*1_1_1"/>
  <p:tag name="KSO_WM_UNIT_LAYERLEVEL" val="1_1_1"/>
  <p:tag name="KSO_WM_BEAUTIFY_FLAG" val="#wm#"/>
  <p:tag name="KSO_WM_TAG_VERSION" val="1.0"/>
  <p:tag name="KSO_WM_UNIT_HIGHLIGHT" val="0"/>
  <p:tag name="KSO_WM_UNIT_COMPATIBLE" val="0"/>
  <p:tag name="KSO_WM_DIAGRAM_GROUP_CODE" val="q1-1"/>
  <p:tag name="KSO_WM_UNIT_TYPE" val="q_h_i"/>
  <p:tag name="KSO_WM_UNIT_INDEX" val="1_1_1"/>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163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ID" val="diagram20187900_4*q_i*1_7"/>
  <p:tag name="KSO_WM_UNIT_LAYERLEVEL" val="1_1"/>
  <p:tag name="KSO_WM_BEAUTIFY_FLAG" val="#wm#"/>
  <p:tag name="KSO_WM_TAG_VERSION" val="1.0"/>
  <p:tag name="KSO_WM_UNIT_HIGHLIGHT" val="0"/>
  <p:tag name="KSO_WM_UNIT_COMPATIBLE" val="0"/>
  <p:tag name="KSO_WM_DIAGRAM_GROUP_CODE" val="q1-1"/>
  <p:tag name="KSO_WM_UNIT_TYPE" val="q_i"/>
  <p:tag name="KSO_WM_UNIT_INDEX" val="1_7"/>
  <p:tag name="KSO_WM_UNIT_DIAGRAM_ISNUMVISUAL" val="0"/>
  <p:tag name="KSO_WM_UNIT_DIAGRAM_ISREFERUNIT" val="0"/>
  <p:tag name="KSO_WM_UNIT_TEXT_FILL_FORE_SCHEMECOLOR_INDEX" val="13"/>
  <p:tag name="KSO_WM_UNIT_TEXT_FILL_TYPE" val="1"/>
  <p:tag name="KSO_WM_UNIT_USESOURCEFORMAT_APPLY" val="1"/>
</p:tagLst>
</file>

<file path=ppt/tags/tag163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ID" val="diagram20187900_4*q_i*1_6"/>
  <p:tag name="KSO_WM_UNIT_LAYERLEVEL" val="1_1"/>
  <p:tag name="KSO_WM_BEAUTIFY_FLAG" val="#wm#"/>
  <p:tag name="KSO_WM_TAG_VERSION" val="1.0"/>
  <p:tag name="KSO_WM_UNIT_HIGHLIGHT" val="0"/>
  <p:tag name="KSO_WM_UNIT_COMPATIBLE" val="0"/>
  <p:tag name="KSO_WM_DIAGRAM_GROUP_CODE" val="q1-1"/>
  <p:tag name="KSO_WM_UNIT_TYPE" val="q_i"/>
  <p:tag name="KSO_WM_UNIT_INDEX" val="1_6"/>
  <p:tag name="KSO_WM_UNIT_DIAGRAM_ISNUMVISUAL" val="0"/>
  <p:tag name="KSO_WM_UNIT_DIAGRAM_ISREFERUNIT" val="0"/>
  <p:tag name="KSO_WM_UNIT_TEXT_FILL_FORE_SCHEMECOLOR_INDEX" val="13"/>
  <p:tag name="KSO_WM_UNIT_TEXT_FILL_TYPE" val="1"/>
  <p:tag name="KSO_WM_UNIT_USESOURCEFORMAT_APPLY" val="1"/>
</p:tagLst>
</file>

<file path=ppt/tags/tag163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ID" val="diagram20187900_4*q_i*1_5"/>
  <p:tag name="KSO_WM_UNIT_LAYERLEVEL" val="1_1"/>
  <p:tag name="KSO_WM_BEAUTIFY_FLAG" val="#wm#"/>
  <p:tag name="KSO_WM_TAG_VERSION" val="1.0"/>
  <p:tag name="KSO_WM_UNIT_HIGHLIGHT" val="0"/>
  <p:tag name="KSO_WM_UNIT_COMPATIBLE" val="0"/>
  <p:tag name="KSO_WM_DIAGRAM_GROUP_CODE" val="q1-1"/>
  <p:tag name="KSO_WM_UNIT_TYPE" val="q_i"/>
  <p:tag name="KSO_WM_UNIT_INDEX" val="1_5"/>
  <p:tag name="KSO_WM_UNIT_DIAGRAM_ISNUMVISUAL" val="0"/>
  <p:tag name="KSO_WM_UNIT_DIAGRAM_ISREFERUNIT" val="0"/>
  <p:tag name="KSO_WM_UNIT_TEXT_FILL_FORE_SCHEMECOLOR_INDEX" val="13"/>
  <p:tag name="KSO_WM_UNIT_TEXT_FILL_TYPE" val="1"/>
  <p:tag name="KSO_WM_UNIT_USESOURCEFORMAT_APPLY" val="1"/>
</p:tagLst>
</file>

<file path=ppt/tags/tag1639.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ID" val="diagram20187900_4*q_h_f*1_1_1"/>
  <p:tag name="KSO_WM_UNIT_LAYERLEVEL" val="1_1_1"/>
  <p:tag name="KSO_WM_UNIT_VALUE" val="130"/>
  <p:tag name="KSO_WM_UNIT_HIGHLIGHT" val="0"/>
  <p:tag name="KSO_WM_UNIT_COMPATIBLE" val="0"/>
  <p:tag name="KSO_WM_BEAUTIFY_FLAG" val="#wm#"/>
  <p:tag name="KSO_WM_TAG_VERSION" val="1.0"/>
  <p:tag name="KSO_WM_DIAGRAM_GROUP_CODE" val="q1-1"/>
  <p:tag name="KSO_WM_UNIT_TYPE" val="q_h_f"/>
  <p:tag name="KSO_WM_UNIT_INDEX" val="1_1_1"/>
  <p:tag name="KSO_WM_UNIT_PRESET_TEXT" val="单击此处添加文本具体内容，简明扼要的阐述您的观点。"/>
  <p:tag name="KSO_WM_UNIT_NOCLEAR" val="0"/>
  <p:tag name="KSO_WM_UNIT_DIAGRAM_ISNUMVISUAL" val="0"/>
  <p:tag name="KSO_WM_UNIT_DIAGRAM_ISREFERUNIT" val="0"/>
  <p:tag name="KSO_WM_UNIT_TEXT_FILL_FORE_SCHEMECOLOR_INDEX" val="13"/>
  <p:tag name="KSO_WM_UNIT_TEXT_FILL_TYPE" val="1"/>
  <p:tag name="KSO_WM_UNIT_USESOURCEFORMAT_APPLY" val="1"/>
</p:tagLst>
</file>

<file path=ppt/tags/tag164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ID" val="diagram20187900_4*q_h_i*1_4_2"/>
  <p:tag name="KSO_WM_UNIT_LAYERLEVEL" val="1_1_1"/>
  <p:tag name="KSO_WM_BEAUTIFY_FLAG" val="#wm#"/>
  <p:tag name="KSO_WM_TAG_VERSION" val="1.0"/>
  <p:tag name="KSO_WM_UNIT_HIGHLIGHT" val="0"/>
  <p:tag name="KSO_WM_UNIT_COMPATIBLE" val="0"/>
  <p:tag name="KSO_WM_DIAGRAM_GROUP_CODE" val="q1-1"/>
  <p:tag name="KSO_WM_UNIT_TYPE" val="q_h_i"/>
  <p:tag name="KSO_WM_UNIT_INDEX" val="1_4_2"/>
  <p:tag name="KSO_WM_UNIT_DIAGRAM_ISNUMVISUAL" val="0"/>
  <p:tag name="KSO_WM_UNIT_DIAGRAM_ISREFERUNIT" val="0"/>
  <p:tag name="KSO_WM_UNIT_FILL_FORE_SCHEMECOLOR_INDEX" val="7"/>
  <p:tag name="KSO_WM_UNIT_FILL_TYPE" val="1"/>
  <p:tag name="KSO_WM_UNIT_LINE_FORE_SCHEMECOLOR_INDEX" val="14"/>
  <p:tag name="KSO_WM_UNIT_LINE_FILL_TYPE" val="2"/>
  <p:tag name="KSO_WM_UNIT_TEXT_FILL_FORE_SCHEMECOLOR_INDEX" val="2"/>
  <p:tag name="KSO_WM_UNIT_TEXT_FILL_TYPE" val="1"/>
  <p:tag name="KSO_WM_UNIT_USESOURCEFORMAT_APPLY" val="1"/>
</p:tagLst>
</file>

<file path=ppt/tags/tag164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ID" val="diagram20187900_4*q_h_i*1_4_1"/>
  <p:tag name="KSO_WM_UNIT_LAYERLEVEL" val="1_1_1"/>
  <p:tag name="KSO_WM_BEAUTIFY_FLAG" val="#wm#"/>
  <p:tag name="KSO_WM_TAG_VERSION" val="1.0"/>
  <p:tag name="KSO_WM_UNIT_HIGHLIGHT" val="0"/>
  <p:tag name="KSO_WM_UNIT_COMPATIBLE" val="0"/>
  <p:tag name="KSO_WM_DIAGRAM_GROUP_CODE" val="q1-1"/>
  <p:tag name="KSO_WM_UNIT_TYPE" val="q_h_i"/>
  <p:tag name="KSO_WM_UNIT_INDEX" val="1_4_1"/>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164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ID" val="diagram20187900_4*q_h_f*1_4_1"/>
  <p:tag name="KSO_WM_UNIT_LAYERLEVEL" val="1_1_1"/>
  <p:tag name="KSO_WM_UNIT_VALUE" val="115"/>
  <p:tag name="KSO_WM_UNIT_HIGHLIGHT" val="0"/>
  <p:tag name="KSO_WM_UNIT_COMPATIBLE" val="0"/>
  <p:tag name="KSO_WM_BEAUTIFY_FLAG" val="#wm#"/>
  <p:tag name="KSO_WM_TAG_VERSION" val="1.0"/>
  <p:tag name="KSO_WM_DIAGRAM_GROUP_CODE" val="q1-1"/>
  <p:tag name="KSO_WM_UNIT_TYPE" val="q_h_f"/>
  <p:tag name="KSO_WM_UNIT_INDEX" val="1_4_1"/>
  <p:tag name="KSO_WM_UNIT_PRESET_TEXT" val="单击此处添加文本具体内容，简明扼要的阐述您的观点。"/>
  <p:tag name="KSO_WM_UNIT_NOCLEAR" val="0"/>
  <p:tag name="KSO_WM_UNIT_DIAGRAM_ISNUMVISUAL" val="0"/>
  <p:tag name="KSO_WM_UNIT_DIAGRAM_ISREFERUNIT" val="0"/>
  <p:tag name="KSO_WM_UNIT_TEXT_FILL_FORE_SCHEMECOLOR_INDEX" val="13"/>
  <p:tag name="KSO_WM_UNIT_TEXT_FILL_TYPE" val="1"/>
  <p:tag name="KSO_WM_UNIT_USESOURCEFORMAT_APPLY" val="1"/>
</p:tagLst>
</file>

<file path=ppt/tags/tag164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ID" val="diagram20187900_4*q_h_i*1_3_2"/>
  <p:tag name="KSO_WM_UNIT_LAYERLEVEL" val="1_1_1"/>
  <p:tag name="KSO_WM_BEAUTIFY_FLAG" val="#wm#"/>
  <p:tag name="KSO_WM_TAG_VERSION" val="1.0"/>
  <p:tag name="KSO_WM_UNIT_HIGHLIGHT" val="0"/>
  <p:tag name="KSO_WM_UNIT_COMPATIBLE" val="0"/>
  <p:tag name="KSO_WM_DIAGRAM_GROUP_CODE" val="q1-1"/>
  <p:tag name="KSO_WM_UNIT_TYPE" val="q_h_i"/>
  <p:tag name="KSO_WM_UNIT_INDEX" val="1_3_2"/>
  <p:tag name="KSO_WM_UNIT_DIAGRAM_ISNUMVISUAL" val="0"/>
  <p:tag name="KSO_WM_UNIT_DIAGRAM_ISREFERUNIT" val="0"/>
  <p:tag name="KSO_WM_UNIT_FILL_FORE_SCHEMECOLOR_INDEX" val="6"/>
  <p:tag name="KSO_WM_UNIT_FILL_TYPE" val="1"/>
  <p:tag name="KSO_WM_UNIT_LINE_FORE_SCHEMECOLOR_INDEX" val="14"/>
  <p:tag name="KSO_WM_UNIT_LINE_FILL_TYPE" val="2"/>
  <p:tag name="KSO_WM_UNIT_TEXT_FILL_FORE_SCHEMECOLOR_INDEX" val="2"/>
  <p:tag name="KSO_WM_UNIT_TEXT_FILL_TYPE" val="1"/>
  <p:tag name="KSO_WM_UNIT_USESOURCEFORMAT_APPLY" val="1"/>
</p:tagLst>
</file>

<file path=ppt/tags/tag164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ID" val="diagram20187900_4*q_h_i*1_3_1"/>
  <p:tag name="KSO_WM_UNIT_LAYERLEVEL" val="1_1_1"/>
  <p:tag name="KSO_WM_BEAUTIFY_FLAG" val="#wm#"/>
  <p:tag name="KSO_WM_TAG_VERSION" val="1.0"/>
  <p:tag name="KSO_WM_UNIT_HIGHLIGHT" val="0"/>
  <p:tag name="KSO_WM_UNIT_COMPATIBLE" val="0"/>
  <p:tag name="KSO_WM_DIAGRAM_GROUP_CODE" val="q1-1"/>
  <p:tag name="KSO_WM_UNIT_TYPE" val="q_h_i"/>
  <p:tag name="KSO_WM_UNIT_INDEX" val="1_3_1"/>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164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ID" val="diagram20187900_4*q_h_f*1_3_1"/>
  <p:tag name="KSO_WM_UNIT_LAYERLEVEL" val="1_1_1"/>
  <p:tag name="KSO_WM_UNIT_VALUE" val="115"/>
  <p:tag name="KSO_WM_UNIT_HIGHLIGHT" val="0"/>
  <p:tag name="KSO_WM_UNIT_COMPATIBLE" val="0"/>
  <p:tag name="KSO_WM_BEAUTIFY_FLAG" val="#wm#"/>
  <p:tag name="KSO_WM_TAG_VERSION" val="1.0"/>
  <p:tag name="KSO_WM_DIAGRAM_GROUP_CODE" val="q1-1"/>
  <p:tag name="KSO_WM_UNIT_TYPE" val="q_h_f"/>
  <p:tag name="KSO_WM_UNIT_INDEX" val="1_3_1"/>
  <p:tag name="KSO_WM_UNIT_PRESET_TEXT" val="单击此处添加文本具体内容，简明扼要的阐述您的观点。"/>
  <p:tag name="KSO_WM_UNIT_NOCLEAR" val="0"/>
  <p:tag name="KSO_WM_UNIT_DIAGRAM_ISNUMVISUAL" val="0"/>
  <p:tag name="KSO_WM_UNIT_DIAGRAM_ISREFERUNIT" val="0"/>
  <p:tag name="KSO_WM_UNIT_TEXT_FILL_FORE_SCHEMECOLOR_INDEX" val="13"/>
  <p:tag name="KSO_WM_UNIT_TEXT_FILL_TYPE" val="1"/>
  <p:tag name="KSO_WM_UNIT_USESOURCEFORMAT_APPLY" val="1"/>
</p:tagLst>
</file>

<file path=ppt/tags/tag164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ID" val="diagram20187900_4*q_h_i*1_2_2"/>
  <p:tag name="KSO_WM_UNIT_LAYERLEVEL" val="1_1_1"/>
  <p:tag name="KSO_WM_BEAUTIFY_FLAG" val="#wm#"/>
  <p:tag name="KSO_WM_TAG_VERSION" val="1.0"/>
  <p:tag name="KSO_WM_UNIT_HIGHLIGHT" val="0"/>
  <p:tag name="KSO_WM_UNIT_COMPATIBLE" val="0"/>
  <p:tag name="KSO_WM_DIAGRAM_GROUP_CODE" val="q1-1"/>
  <p:tag name="KSO_WM_UNIT_TYPE" val="q_h_i"/>
  <p:tag name="KSO_WM_UNIT_INDEX" val="1_2_2"/>
  <p:tag name="KSO_WM_UNIT_DIAGRAM_ISNUMVISUAL" val="0"/>
  <p:tag name="KSO_WM_UNIT_DIAGRAM_ISREFERUNIT" val="0"/>
  <p:tag name="KSO_WM_UNIT_FILL_FORE_SCHEMECOLOR_INDEX" val="8"/>
  <p:tag name="KSO_WM_UNIT_FILL_TYPE" val="1"/>
  <p:tag name="KSO_WM_UNIT_LINE_FORE_SCHEMECOLOR_INDEX" val="14"/>
  <p:tag name="KSO_WM_UNIT_LINE_FILL_TYPE" val="2"/>
  <p:tag name="KSO_WM_UNIT_TEXT_FILL_FORE_SCHEMECOLOR_INDEX" val="2"/>
  <p:tag name="KSO_WM_UNIT_TEXT_FILL_TYPE" val="1"/>
  <p:tag name="KSO_WM_UNIT_USESOURCEFORMAT_APPLY" val="1"/>
</p:tagLst>
</file>

<file path=ppt/tags/tag164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ID" val="diagram20187900_4*q_h_i*1_2_1"/>
  <p:tag name="KSO_WM_UNIT_LAYERLEVEL" val="1_1_1"/>
  <p:tag name="KSO_WM_BEAUTIFY_FLAG" val="#wm#"/>
  <p:tag name="KSO_WM_TAG_VERSION" val="1.0"/>
  <p:tag name="KSO_WM_UNIT_HIGHLIGHT" val="0"/>
  <p:tag name="KSO_WM_UNIT_COMPATIBLE" val="0"/>
  <p:tag name="KSO_WM_DIAGRAM_GROUP_CODE" val="q1-1"/>
  <p:tag name="KSO_WM_UNIT_TYPE" val="q_h_i"/>
  <p:tag name="KSO_WM_UNIT_INDEX" val="1_2_1"/>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164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ID" val="diagram20187900_4*q_h_f*1_2_1"/>
  <p:tag name="KSO_WM_UNIT_LAYERLEVEL" val="1_1_1"/>
  <p:tag name="KSO_WM_UNIT_VALUE" val="115"/>
  <p:tag name="KSO_WM_UNIT_HIGHLIGHT" val="0"/>
  <p:tag name="KSO_WM_UNIT_COMPATIBLE" val="0"/>
  <p:tag name="KSO_WM_BEAUTIFY_FLAG" val="#wm#"/>
  <p:tag name="KSO_WM_TAG_VERSION" val="1.0"/>
  <p:tag name="KSO_WM_DIAGRAM_GROUP_CODE" val="q1-1"/>
  <p:tag name="KSO_WM_UNIT_TYPE" val="q_h_f"/>
  <p:tag name="KSO_WM_UNIT_INDEX" val="1_2_1"/>
  <p:tag name="KSO_WM_UNIT_PRESET_TEXT" val="单击此处添加文本具体内容，简明扼要的阐述您的观点。"/>
  <p:tag name="KSO_WM_UNIT_NOCLEAR" val="0"/>
  <p:tag name="KSO_WM_UNIT_DIAGRAM_ISNUMVISUAL" val="0"/>
  <p:tag name="KSO_WM_UNIT_DIAGRAM_ISREFERUNIT" val="0"/>
  <p:tag name="KSO_WM_UNIT_TEXT_FILL_FORE_SCHEMECOLOR_INDEX" val="13"/>
  <p:tag name="KSO_WM_UNIT_TEXT_FILL_TYPE" val="1"/>
  <p:tag name="KSO_WM_UNIT_USESOURCEFORMAT_APPLY" val="1"/>
</p:tagLst>
</file>

<file path=ppt/tags/tag1649.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7900"/>
  <p:tag name="KSO_WM_UNIT_TYPE" val="q_i"/>
  <p:tag name="KSO_WM_UNIT_INDEX" val="1_1"/>
  <p:tag name="KSO_WM_UNIT_ID" val="diagram20187900_6*q_i*1_1"/>
  <p:tag name="KSO_WM_UNIT_LAYERLEVEL" val="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TEXT_FILL_FORE_SCHEMECOLOR_INDEX" val="13"/>
  <p:tag name="KSO_WM_UNIT_TEXT_FILL_TYPE" val="1"/>
  <p:tag name="KSO_WM_UNIT_USESOURCEFORMAT_APPLY" val="1"/>
</p:tagLst>
</file>

<file path=ppt/tags/tag165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2305"/>
  <p:tag name="KSO_WM_SLIDE_ID" val="diagram20202305_1"/>
  <p:tag name="KSO_WM_TEMPLATE_SUBCATEGORY" val="11"/>
  <p:tag name="KSO_WM_SLIDE_TYPE" val="text"/>
  <p:tag name="KSO_WM_SLIDE_SUBTYPE" val="pureTxt"/>
  <p:tag name="KSO_WM_SLIDE_ITEM_CNT" val="0"/>
  <p:tag name="KSO_WM_SLIDE_INDEX" val="1"/>
  <p:tag name="KSO_WM_SLIDE_SIZE" val="960*494"/>
  <p:tag name="KSO_WM_SLIDE_POSITION" val="0*47"/>
  <p:tag name="KSO_WM_TAG_VERSION" val="1.0"/>
  <p:tag name="KSO_WM_SLIDE_LAYOUT" val="a_f_i"/>
  <p:tag name="KSO_WM_SLIDE_LAYOUT_CNT" val="1_1_1"/>
  <p:tag name="KSO_WM_TEMPLATE_MASTER_TYPE" val="0"/>
  <p:tag name="KSO_WM_TEMPLATE_COLOR_TYPE" val="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id&quot;: &quot;2020-03-31T13:06:22&quot;,&#10;    &quot;maxSize&quot;: {&#10;        &quot;size1&quot;: 22.600000000000001&#10;    },&#10;    &quot;minSize&quot;: {&#10;        &quot;size1&quot;: 22.600000000000001&#10;    },&#10;    &quot;normalSize&quot;: {&#10;        &quot;size1&quot;: 22.600000000000001&#10;    },&#10;    &quot;subLayout&quot;: [&#10;        {&#10;            &quot;id&quot;: &quot;2020-03-31T13:06:22&quot;,&#10;            &quot;margin&quot;: {&#10;                &quot;bottom&quot;: 0.82400000095367432,&#10;                &quot;left&quot;: 1.2699999809265137,&#10;                &quot;right&quot;: 1.2699999809265137,&#10;                &quot;top&quot;: 1.690000057220459&#10;            },&#10;            &quot;type&quot;: 0&#10;        },&#10;        {&#10;            &quot;backgroundInfo&quot;: [&#10;                {&#10;                    &quot;bottom&quot;: 0,&#10;                    &quot;bottomAbs&quot;: false,&#10;                    &quot;left&quot;: 0,&#10;                    &quot;leftAbs&quot;: false,&#10;                    &quot;right&quot;: 0,&#10;                    &quot;rightAbs&quot;: false,&#10;                    &quot;top&quot;: 0.30275765100000002,&#10;                    &quot;topAbs&quot;: false,&#10;                    &quot;type&quot;: &quot;topBottom&quot;&#10;                }&#10;            ],&#10;            &quot;id&quot;: &quot;2020-03-31T13:06:22&quot;,&#10;            &quot;margin&quot;: {&#10;                &quot;bottom&quot;: 2.5399999618530273,&#10;                &quot;left&quot;: 2.119999885559082,&#10;                &quot;right&quot;: 2.119999885559082,&#10;                &quot;top&quot;: 0.87599998712539673&#10;            },&#10;            &quot;type&quot;: 0&#10;        }&#10;    ],&#10;    &quot;type&quot;: 0&#10;}&#10;"/>
  <p:tag name="KSO_WM_SLIDE_CAN_ADD_NAVIGATION" val="1"/>
  <p:tag name="KSO_WM_SLIDE_BACKGROUND" val="[&quot;general&quot;,&quot;topBottom&quot;]"/>
  <p:tag name="KSO_WM_SLIDE_RATIO" val="1.777778"/>
  <p:tag name="KSO_WM_SLIDE_BK_DARK_LIGHT" val="2"/>
  <p:tag name="KSO_WM_SLIDE_BACKGROUND_TYPE" val="topBottom"/>
</p:tagLst>
</file>

<file path=ppt/tags/tag16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2"/>
  <p:tag name="KSO_WM_UNIT_LAYERLEVEL" val="1"/>
  <p:tag name="KSO_WM_TAG_VERSION" val="1.0"/>
  <p:tag name="KSO_WM_BEAUTIFY_FLAG" val="#wm#"/>
  <p:tag name="KSO_WM_SLIDE_BACKGROUND_TYPE" val="topBottom"/>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652.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6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2305_1*i*4"/>
  <p:tag name="KSO_WM_TEMPLATE_CATEGORY" val="diagram"/>
  <p:tag name="KSO_WM_TEMPLATE_INDEX" val="20202305"/>
  <p:tag name="KSO_WM_UNIT_LAYERLEVEL" val="1"/>
  <p:tag name="KSO_WM_TAG_VERSION" val="1.0"/>
  <p:tag name="KSO_WM_BEAUTIFY_FLAG" val="#wm#"/>
  <p:tag name="KSO_WM_UNIT_BLOCK" val="0"/>
  <p:tag name="KSO_WM_UNIT_SM_LIMIT_TYPE" val="2"/>
  <p:tag name="KSO_WM_UNIT_DECORATE_INFO" val="{&quot;DecorateInfoX&quot;:{&quot;IsLeft&quot;:true,&quot;IsRight&quot;:false,&quot;IsAbs&quot;:true},&quot;DecorateInfoY&quot;:{&quot;IsTop&quot;:true,&quot;IsBottom&quot;:false,&quot;IsAbs&quot;:true}}"/>
  <p:tag name="KSO_WM_UNIT_PLACING_PICTURE_MD4" val="0"/>
  <p:tag name="KSO_WM_UNIT_FILL_FORE_SCHEMECOLOR_INDEX_BRIGHTNESS" val="0"/>
  <p:tag name="KSO_WM_UNIT_FILL_FORE_SCHEMECOLOR_INDEX" val="14"/>
  <p:tag name="KSO_WM_UNIT_FILL_TYPE" val="1"/>
  <p:tag name="KSO_WM_UNIT_SHADOW_SCHEMECOLOR_INDEX_BRIGHTNESS" val="0"/>
  <p:tag name="KSO_WM_UNIT_SHADOW_SCHEMECOLOR_INDEX" val="13"/>
  <p:tag name="KSO_WM_UNIT_TEXT_FILL_TYPE" val="1"/>
</p:tagLst>
</file>

<file path=ppt/tags/tag1654.xml><?xml version="1.0" encoding="utf-8"?>
<p:tagLst xmlns:a="http://schemas.openxmlformats.org/drawingml/2006/main" xmlns:r="http://schemas.openxmlformats.org/officeDocument/2006/relationships" xmlns:p="http://schemas.openxmlformats.org/presentationml/2006/main">
  <p:tag name="KSO_WM_UNIT_PRESET_TEXT" val="我们是致力于研究AI智能创作PPT的一个团队;我们潜心钻研幻灯片的演示规律与创作思路，希望通过人工智能解放用户双手，不仅高效，且精准。&#10;我们拥有金山办公软件30年的技术积累，以及一支富有研究精神，匠心做事的团队。"/>
  <p:tag name="KSO_WM_UNIT_NOCLEAR" val="0"/>
  <p:tag name="KSO_WM_UNIT_VALUE" val="564"/>
  <p:tag name="KSO_WM_UNIT_HIGHLIGHT" val="0"/>
  <p:tag name="KSO_WM_UNIT_COMPATIBLE" val="0"/>
  <p:tag name="KSO_WM_UNIT_DIAGRAM_ISNUMVISUAL" val="0"/>
  <p:tag name="KSO_WM_UNIT_DIAGRAM_ISREFERUNIT" val="0"/>
  <p:tag name="KSO_WM_UNIT_TYPE" val="f"/>
  <p:tag name="KSO_WM_UNIT_INDEX" val="1"/>
  <p:tag name="KSO_WM_UNIT_ID" val="diagram20202305_1*f*1"/>
  <p:tag name="KSO_WM_TEMPLATE_CATEGORY" val="diagram"/>
  <p:tag name="KSO_WM_TEMPLATE_INDEX" val="20202305"/>
  <p:tag name="KSO_WM_UNIT_LAYERLEVEL" val="1"/>
  <p:tag name="KSO_WM_TAG_VERSION" val="1.0"/>
  <p:tag name="KSO_WM_BEAUTIFY_FLAG" val="#wm#"/>
  <p:tag name="KSO_WM_UNIT_DEFAULT_FONT" val="16;24;2"/>
  <p:tag name="KSO_WM_UNIT_BLOCK" val="0"/>
  <p:tag name="KSO_WM_UNIT_SM_LIMIT_TYPE" val="1"/>
  <p:tag name="KSO_WM_UNIT_PLACING_PICTURE_MD4" val="0"/>
  <p:tag name="KSO_WM_UNIT_SMARTLAYOUT_COMPRESS_INFO" val="{&#10;    &quot;id&quot;: &quot;2020-03-31T13:06:22&quot;,&#10;    &quot;max&quot;: 3.4330708661417191,&#10;    &quot;topChanged&quot;: 1.0691152079478556&#10;}&#10;"/>
  <p:tag name="KSO_WM_UNIT_TEXT_FILL_FORE_SCHEMECOLOR_INDEX_BRIGHTNESS" val="0.35"/>
  <p:tag name="KSO_WM_UNIT_TEXT_FILL_FORE_SCHEMECOLOR_INDEX" val="13"/>
  <p:tag name="KSO_WM_UNIT_TEXT_FILL_TYPE" val="1"/>
</p:tagLst>
</file>

<file path=ppt/tags/tag16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2305_1*i*3"/>
  <p:tag name="KSO_WM_TEMPLATE_CATEGORY" val="diagram"/>
  <p:tag name="KSO_WM_TEMPLATE_INDEX" val="20202305"/>
  <p:tag name="KSO_WM_UNIT_LAYERLEVEL" val="1"/>
  <p:tag name="KSO_WM_TAG_VERSION" val="1.0"/>
  <p:tag name="KSO_WM_BEAUTIFY_FLAG" val="#wm#"/>
  <p:tag name="KSO_WM_UNIT_SM_LIMIT_TYPE" val="1"/>
  <p:tag name="KSO_WM_UNIT_PLACING_PICTURE_MD4" val="0"/>
  <p:tag name="KSO_WM_UNIT_FILL_FORE_SCHEMECOLOR_INDEX_BRIGHTNESS" val="0"/>
  <p:tag name="KSO_WM_UNIT_FILL_FORE_SCHEMECOLOR_INDEX" val="5"/>
  <p:tag name="KSO_WM_UNIT_FILL_TYPE" val="1"/>
  <p:tag name="KSO_WM_UNIT_TEXT_FILL_TYPE" val="1"/>
</p:tagLst>
</file>

<file path=ppt/tags/tag16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2305_1*i*1"/>
  <p:tag name="KSO_WM_TEMPLATE_CATEGORY" val="diagram"/>
  <p:tag name="KSO_WM_TEMPLATE_INDEX" val="20202305"/>
  <p:tag name="KSO_WM_UNIT_LAYERLEVEL" val="1"/>
  <p:tag name="KSO_WM_TAG_VERSION" val="1.0"/>
  <p:tag name="KSO_WM_BEAUTIFY_FLAG" val="#wm#"/>
  <p:tag name="KSO_WM_UNIT_TYPE" val="i"/>
  <p:tag name="KSO_WM_UNIT_INDEX" val="1"/>
  <p:tag name="KSO_WM_UNIT_BLOCK" val="0"/>
  <p:tag name="KSO_WM_UNIT_SM_LIMIT_TYPE" val="1"/>
  <p:tag name="KSO_WM_UNIT_PLACING_PICTURE_MD4" val="0"/>
  <p:tag name="KSO_WM_UNIT_FILL_FORE_SCHEMECOLOR_INDEX_BRIGHTNESS" val="0"/>
  <p:tag name="KSO_WM_UNIT_FILL_FORE_SCHEMECOLOR_INDEX" val="5"/>
  <p:tag name="KSO_WM_UNIT_FILL_TYPE" val="1"/>
  <p:tag name="KSO_WM_UNIT_TEXT_FILL_TYPE" val="1"/>
</p:tagLst>
</file>

<file path=ppt/tags/tag16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2305_1*a*1"/>
  <p:tag name="KSO_WM_TEMPLATE_CATEGORY" val="diagram"/>
  <p:tag name="KSO_WM_TEMPLATE_INDEX" val="20202305"/>
  <p:tag name="KSO_WM_UNIT_LAYERLEVEL" val="1"/>
  <p:tag name="KSO_WM_TAG_VERSION" val="1.0"/>
  <p:tag name="KSO_WM_BEAUTIFY_FLAG" val="#wm#"/>
  <p:tag name="KSO_WM_UNIT_ISCONTENTSTITLE" val="0"/>
  <p:tag name="KSO_WM_UNIT_PRESET_TEXT" val="WPS-极墨产品部"/>
  <p:tag name="KSO_WM_UNIT_NOCLEAR" val="0"/>
  <p:tag name="KSO_WM_UNIT_VALUE" val="26"/>
  <p:tag name="KSO_WM_UNIT_TYPE" val="a"/>
  <p:tag name="KSO_WM_UNIT_INDEX" val="1"/>
  <p:tag name="KSO_WM_UNIT_DEFAULT_FONT" val="32;36;4"/>
  <p:tag name="KSO_WM_UNIT_BLOCK" val="1"/>
  <p:tag name="KSO_WM_UNIT_SM_LIMIT_TYPE" val="1"/>
  <p:tag name="KSO_WM_UNIT_ISNUMDGMTITLE" val="0"/>
  <p:tag name="KSO_WM_UNIT_PLACING_PICTURE_MD4" val="0"/>
  <p:tag name="KSO_WM_UNIT_TEXT_FILL_FORE_SCHEMECOLOR_INDEX_BRIGHTNESS" val="0.25"/>
  <p:tag name="KSO_WM_UNIT_TEXT_FILL_FORE_SCHEMECOLOR_INDEX" val="13"/>
  <p:tag name="KSO_WM_UNIT_TEXT_FILL_TYPE" val="1"/>
</p:tagLst>
</file>

<file path=ppt/tags/tag165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4622"/>
  <p:tag name="KSO_WM_SLIDE_ID" val="diagram20204622_1"/>
  <p:tag name="KSO_WM_TEMPLATE_SUBCATEGORY" val="0"/>
  <p:tag name="KSO_WM_TEMPLATE_MASTER_TYPE" val="0"/>
  <p:tag name="KSO_WM_TEMPLATE_COLOR_TYPE" val="1"/>
  <p:tag name="KSO_WM_SLIDE_TYPE" val="text"/>
  <p:tag name="KSO_WM_SLIDE_SUBTYPE" val="picTxt"/>
  <p:tag name="KSO_WM_SLIDE_ITEM_CNT" val="0"/>
  <p:tag name="KSO_WM_SLIDE_INDEX" val="1"/>
  <p:tag name="KSO_WM_SLIDE_SIZE" val="952*513"/>
  <p:tag name="KSO_WM_SLIDE_POSITION" val="3*0"/>
  <p:tag name="KSO_WM_TAG_VERSION" val="1.0"/>
  <p:tag name="KSO_WM_SLIDE_LAYOUT" val="a_f"/>
  <p:tag name="KSO_WM_SLIDE_LAYOUT_CNT" val="1_1"/>
  <p:tag name="KSO_WM_SLIDE_BK_DARK_LIGHT" val="2"/>
  <p:tag name="KSO_WM_SLIDE_BACKGROUND_TYPE" val="general"/>
</p:tagLst>
</file>

<file path=ppt/tags/tag16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4622_1*i*1"/>
  <p:tag name="KSO_WM_TEMPLATE_CATEGORY" val="diagram"/>
  <p:tag name="KSO_WM_TEMPLATE_INDEX" val="20204622"/>
  <p:tag name="KSO_WM_UNIT_LAYERLEVEL" val="1"/>
  <p:tag name="KSO_WM_TAG_VERSION" val="1.0"/>
  <p:tag name="KSO_WM_BEAUTIFY_FLAG" val="#wm#"/>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6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4622_1*i*2"/>
  <p:tag name="KSO_WM_TEMPLATE_CATEGORY" val="diagram"/>
  <p:tag name="KSO_WM_TEMPLATE_INDEX" val="20204622"/>
  <p:tag name="KSO_WM_UNIT_LAYERLEVEL" val="1"/>
  <p:tag name="KSO_WM_TAG_VERSION" val="1.0"/>
  <p:tag name="KSO_WM_BEAUTIFY_FLAG" val="#wm#"/>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661.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diagram20204622_1*a*1"/>
  <p:tag name="KSO_WM_TEMPLATE_CATEGORY" val="diagram"/>
  <p:tag name="KSO_WM_TEMPLATE_INDEX" val="20204622"/>
  <p:tag name="KSO_WM_UNIT_LAYERLEVEL" val="1"/>
  <p:tag name="KSO_WM_TAG_VERSION" val="1.0"/>
  <p:tag name="KSO_WM_BEAUTIFY_FLAG" val="#wm#"/>
  <p:tag name="KSO_WM_UNIT_PRESET_TEXT" val="单击此处添加大标题内容"/>
  <p:tag name="KSO_WM_UNIT_TEXT_FILL_FORE_SCHEMECOLOR_INDEX_BRIGHTNESS" val="0.25"/>
  <p:tag name="KSO_WM_UNIT_TEXT_FILL_FORE_SCHEMECOLOR_INDEX" val="13"/>
  <p:tag name="KSO_WM_UNIT_TEXT_FILL_TYPE" val="1"/>
</p:tagLst>
</file>

<file path=ppt/tags/tag1662.xml><?xml version="1.0" encoding="utf-8"?>
<p:tagLst xmlns:a="http://schemas.openxmlformats.org/drawingml/2006/main" xmlns:r="http://schemas.openxmlformats.org/officeDocument/2006/relationships" xmlns:p="http://schemas.openxmlformats.org/presentationml/2006/main">
  <p:tag name="KSO_WM_UNIT_NOCLEAR" val="0"/>
  <p:tag name="KSO_WM_UNIT_VALUE" val="672"/>
  <p:tag name="KSO_WM_UNIT_HIGHLIGHT" val="0"/>
  <p:tag name="KSO_WM_UNIT_COMPATIBLE" val="0"/>
  <p:tag name="KSO_WM_UNIT_DIAGRAM_ISNUMVISUAL" val="0"/>
  <p:tag name="KSO_WM_UNIT_DIAGRAM_ISREFERUNIT" val="0"/>
  <p:tag name="KSO_WM_UNIT_TYPE" val="f"/>
  <p:tag name="KSO_WM_UNIT_INDEX" val="1"/>
  <p:tag name="KSO_WM_UNIT_ID" val="diagram20204622_1*f*1"/>
  <p:tag name="KSO_WM_TEMPLATE_CATEGORY" val="diagram"/>
  <p:tag name="KSO_WM_TEMPLATE_INDEX" val="20204622"/>
  <p:tag name="KSO_WM_UNIT_LAYERLEVEL" val="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10;单击此处输入你的正文，文字是您思想的提炼，为了最终演示发布的良好效果，请尽量言简意赅的阐述观点；根据需要可酌情增减文字，以便观者可以准确理解您所传达的信息。&#10;您的正文已经简明扼要，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10;单击此处输入你的正文，文字是您思想的提炼，为了最终演示发布的良好效果，请尽量言简意赅的阐述观点；根据需要可酌情增减文字，以便观者可以准确理解您所传达的信息。"/>
  <p:tag name="KSO_WM_UNIT_TEXT_FILL_FORE_SCHEMECOLOR_INDEX_BRIGHTNESS" val="0.25"/>
  <p:tag name="KSO_WM_UNIT_TEXT_FILL_FORE_SCHEMECOLOR_INDEX" val="13"/>
  <p:tag name="KSO_WM_UNIT_TEXT_FILL_TYPE" val="1"/>
</p:tagLst>
</file>

<file path=ppt/tags/tag16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4622_1*i*3"/>
  <p:tag name="KSO_WM_TEMPLATE_CATEGORY" val="diagram"/>
  <p:tag name="KSO_WM_TEMPLATE_INDEX" val="20204622"/>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6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4622_1*i*5"/>
  <p:tag name="KSO_WM_TEMPLATE_CATEGORY" val="diagram"/>
  <p:tag name="KSO_WM_TEMPLATE_INDEX" val="20204622"/>
  <p:tag name="KSO_WM_UNIT_LAYERLEVEL" val="1"/>
  <p:tag name="KSO_WM_TAG_VERSION" val="1.0"/>
  <p:tag name="KSO_WM_BEAUTIFY_FLAG" val="#wm#"/>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6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204622_1*i*6"/>
  <p:tag name="KSO_WM_TEMPLATE_CATEGORY" val="diagram"/>
  <p:tag name="KSO_WM_TEMPLATE_INDEX" val="20204622"/>
  <p:tag name="KSO_WM_UNIT_LAYERLEVEL" val="1"/>
  <p:tag name="KSO_WM_TAG_VERSION" val="1.0"/>
  <p:tag name="KSO_WM_BEAUTIFY_FLAG" val="#wm#"/>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6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204622_1*i*8"/>
  <p:tag name="KSO_WM_TEMPLATE_CATEGORY" val="diagram"/>
  <p:tag name="KSO_WM_TEMPLATE_INDEX" val="20204622"/>
  <p:tag name="KSO_WM_UNIT_LAYERLEVEL" val="1"/>
  <p:tag name="KSO_WM_TAG_VERSION" val="1.0"/>
  <p:tag name="KSO_WM_BEAUTIFY_FLAG" val="#wm#"/>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6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204622_1*i*9"/>
  <p:tag name="KSO_WM_TEMPLATE_CATEGORY" val="diagram"/>
  <p:tag name="KSO_WM_TEMPLATE_INDEX" val="20204622"/>
  <p:tag name="KSO_WM_UNIT_LAYERLEVEL" val="1"/>
  <p:tag name="KSO_WM_TAG_VERSION" val="1.0"/>
  <p:tag name="KSO_WM_BEAUTIFY_FLAG" val="#wm#"/>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6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2*i*1"/>
  <p:tag name="KSO_WM_UNIT_LAYERLEVEL" val="1"/>
  <p:tag name="KSO_WM_TAG_VERSION" val="1.0"/>
  <p:tag name="KSO_WM_BEAUTIFY_FLAG" val="#wm#"/>
  <p:tag name="KSO_WM_SLIDE_BACKGROUND_TYPE" val="general"/>
  <p:tag name="KSO_WM_SLIDE_BK_DARK_LIGHT" val="2"/>
</p:tagLst>
</file>

<file path=ppt/tags/tag166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4622"/>
</p:tagLst>
</file>

<file path=ppt/tags/tag167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4622"/>
</p:tagLst>
</file>

<file path=ppt/tags/tag167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4622"/>
</p:tagLst>
</file>

<file path=ppt/tags/tag167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4622"/>
</p:tagLst>
</file>

<file path=ppt/tags/tag167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70599"/>
  <p:tag name="KSO_WM_SLIDE_ID" val="diagram20170599_5"/>
  <p:tag name="KSO_WM_TEMPLATE_SUBCATEGORY" val="0"/>
  <p:tag name="KSO_WM_TEMPLATE_MASTER_TYPE" val="0"/>
  <p:tag name="KSO_WM_TEMPLATE_COLOR_TYPE" val="1"/>
  <p:tag name="KSO_WM_SLIDE_TYPE" val="text"/>
  <p:tag name="KSO_WM_SLIDE_SUBTYPE" val="diag"/>
  <p:tag name="KSO_WM_SLIDE_ITEM_CNT" val="6"/>
  <p:tag name="KSO_WM_SLIDE_INDEX" val="5"/>
  <p:tag name="KSO_WM_SLIDE_SIZE" val="809.053*399.025"/>
  <p:tag name="KSO_WM_SLIDE_POSITION" val="75.4737*118.668"/>
  <p:tag name="KSO_WM_DIAGRAM_GROUP_CODE" val="l1-1"/>
  <p:tag name="KSO_WM_SLIDE_DIAGTYPE" val="l"/>
  <p:tag name="KSO_WM_TAG_VERSION" val="1.0"/>
  <p:tag name="KSO_WM_SLIDE_LAYOUT" val="a_l"/>
  <p:tag name="KSO_WM_SLIDE_LAYOUT_CNT" val="1_1"/>
</p:tagLst>
</file>

<file path=ppt/tags/tag1674.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25"/>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170599_5*a*1"/>
  <p:tag name="KSO_WM_TEMPLATE_CATEGORY" val="diagram"/>
  <p:tag name="KSO_WM_TEMPLATE_INDEX" val="20170599"/>
  <p:tag name="KSO_WM_UNIT_LAYERLEVEL" val="1"/>
  <p:tag name="KSO_WM_TAG_VERSION" val="1.0"/>
  <p:tag name="KSO_WM_BEAUTIFY_FLAG" val="#wm#"/>
  <p:tag name="KSO_WM_UNIT_PRESET_TEXT" val="单击此处添加标题"/>
  <p:tag name="KSO_WM_UNIT_TEXT_FILL_FORE_SCHEMECOLOR_INDEX" val="13"/>
  <p:tag name="KSO_WM_UNIT_TEXT_FILL_TYPE" val="1"/>
  <p:tag name="KSO_WM_UNIT_USESOURCEFORMAT_APPLY" val="1"/>
</p:tagLst>
</file>

<file path=ppt/tags/tag1675.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170599_5*l_h_i*1_3_2"/>
  <p:tag name="KSO_WM_TEMPLATE_CATEGORY" val="diagram"/>
  <p:tag name="KSO_WM_TEMPLATE_INDEX" val="20170599"/>
  <p:tag name="KSO_WM_UNIT_LAYERLEVEL" val="1_1_1"/>
  <p:tag name="KSO_WM_TAG_VERSION" val="1.0"/>
  <p:tag name="KSO_WM_BEAUTIFY_FLAG" val="#wm#"/>
  <p:tag name="KSO_WM_UNIT_LINE_FORE_SCHEMECOLOR_INDEX" val="5"/>
  <p:tag name="KSO_WM_UNIT_LINE_FILL_TYPE" val="2"/>
  <p:tag name="KSO_WM_UNIT_USESOURCEFORMAT_APPLY" val="1"/>
</p:tagLst>
</file>

<file path=ppt/tags/tag1676.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20170599_5*l_h_i*1_4_2"/>
  <p:tag name="KSO_WM_TEMPLATE_CATEGORY" val="diagram"/>
  <p:tag name="KSO_WM_TEMPLATE_INDEX" val="20170599"/>
  <p:tag name="KSO_WM_UNIT_LAYERLEVEL" val="1_1_1"/>
  <p:tag name="KSO_WM_TAG_VERSION" val="1.0"/>
  <p:tag name="KSO_WM_BEAUTIFY_FLAG" val="#wm#"/>
  <p:tag name="KSO_WM_UNIT_LINE_FORE_SCHEMECOLOR_INDEX" val="5"/>
  <p:tag name="KSO_WM_UNIT_LINE_FILL_TYPE" val="2"/>
  <p:tag name="KSO_WM_UNIT_USESOURCEFORMAT_APPLY" val="1"/>
</p:tagLst>
</file>

<file path=ppt/tags/tag1677.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170599_5*l_h_i*1_3_1"/>
  <p:tag name="KSO_WM_TEMPLATE_CATEGORY" val="diagram"/>
  <p:tag name="KSO_WM_TEMPLATE_INDEX" val="20170599"/>
  <p:tag name="KSO_WM_UNIT_LAYERLEVEL" val="1_1_1"/>
  <p:tag name="KSO_WM_TAG_VERSION" val="1.0"/>
  <p:tag name="KSO_WM_BEAUTIFY_FLAG" val="#wm#"/>
  <p:tag name="KSO_WM_UNIT_FILL_FORE_SCHEMECOLOR_INDEX" val="7"/>
  <p:tag name="KSO_WM_UNIT_FILL_TYPE" val="1"/>
  <p:tag name="KSO_WM_UNIT_TEXT_FILL_FORE_SCHEMECOLOR_INDEX" val="14"/>
  <p:tag name="KSO_WM_UNIT_TEXT_FILL_TYPE" val="1"/>
  <p:tag name="KSO_WM_UNIT_USESOURCEFORMAT_APPLY" val="1"/>
</p:tagLst>
</file>

<file path=ppt/tags/tag1678.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NOCLEAR" val="0"/>
  <p:tag name="KSO_WM_UNIT_VALUE" val="92"/>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170599_5*l_h_f*1_4_1"/>
  <p:tag name="KSO_WM_TEMPLATE_CATEGORY" val="diagram"/>
  <p:tag name="KSO_WM_TEMPLATE_INDEX" val="20170599"/>
  <p:tag name="KSO_WM_UNIT_LAYERLEVEL" val="1_1_1"/>
  <p:tag name="KSO_WM_TAG_VERSION" val="1.0"/>
  <p:tag name="KSO_WM_BEAUTIFY_FLAG" val="#wm#"/>
  <p:tag name="KSO_WM_UNIT_PRESET_TEXT" val="单击此处添加文本具体内容，简明扼要的阐述您的观点。根据需要可酌情增减文字，以便观者准确的理解您传达的思想。"/>
  <p:tag name="KSO_WM_UNIT_TEXT_FILL_FORE_SCHEMECOLOR_INDEX" val="14"/>
  <p:tag name="KSO_WM_UNIT_TEXT_FILL_TYPE" val="1"/>
  <p:tag name="KSO_WM_UNIT_USESOURCEFORMAT_APPLY" val="1"/>
</p:tagLst>
</file>

<file path=ppt/tags/tag1679.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170599_5*l_h_i*1_4_1"/>
  <p:tag name="KSO_WM_TEMPLATE_CATEGORY" val="diagram"/>
  <p:tag name="KSO_WM_TEMPLATE_INDEX" val="20170599"/>
  <p:tag name="KSO_WM_UNIT_LAYERLEVEL" val="1_1_1"/>
  <p:tag name="KSO_WM_TAG_VERSION" val="1.0"/>
  <p:tag name="KSO_WM_BEAUTIFY_FLAG" val="#wm#"/>
  <p:tag name="KSO_WM_UNIT_FILL_FORE_SCHEMECOLOR_INDEX" val="8"/>
  <p:tag name="KSO_WM_UNIT_FILL_TYPE" val="1"/>
  <p:tag name="KSO_WM_UNIT_TEXT_FILL_FORE_SCHEMECOLOR_INDEX" val="14"/>
  <p:tag name="KSO_WM_UNIT_TEXT_FILL_TYPE" val="1"/>
  <p:tag name="KSO_WM_UNIT_USESOURCEFORMAT_APPLY" val="1"/>
</p:tagLst>
</file>

<file path=ppt/tags/tag1680.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NOCLEAR" val="0"/>
  <p:tag name="KSO_WM_UNIT_VALUE" val="92"/>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170599_5*l_h_f*1_3_1"/>
  <p:tag name="KSO_WM_TEMPLATE_CATEGORY" val="diagram"/>
  <p:tag name="KSO_WM_TEMPLATE_INDEX" val="20170599"/>
  <p:tag name="KSO_WM_UNIT_LAYERLEVEL" val="1_1_1"/>
  <p:tag name="KSO_WM_TAG_VERSION" val="1.0"/>
  <p:tag name="KSO_WM_BEAUTIFY_FLAG" val="#wm#"/>
  <p:tag name="KSO_WM_UNIT_PRESET_TEXT" val="单击此处添加文本具体内容，简明扼要的阐述您的观点。根据需要可酌情增减文字，以便观者准确的理解您传达的思想。"/>
  <p:tag name="KSO_WM_UNIT_TEXT_FILL_FORE_SCHEMECOLOR_INDEX" val="14"/>
  <p:tag name="KSO_WM_UNIT_TEXT_FILL_TYPE" val="1"/>
  <p:tag name="KSO_WM_UNIT_USESOURCEFORMAT_APPLY" val="1"/>
</p:tagLst>
</file>

<file path=ppt/tags/tag1681.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170599_5*l_h_i*1_1_2"/>
  <p:tag name="KSO_WM_TEMPLATE_CATEGORY" val="diagram"/>
  <p:tag name="KSO_WM_TEMPLATE_INDEX" val="20170599"/>
  <p:tag name="KSO_WM_UNIT_LAYERLEVEL" val="1_1_1"/>
  <p:tag name="KSO_WM_TAG_VERSION" val="1.0"/>
  <p:tag name="KSO_WM_BEAUTIFY_FLAG" val="#wm#"/>
  <p:tag name="KSO_WM_UNIT_LINE_FORE_SCHEMECOLOR_INDEX" val="5"/>
  <p:tag name="KSO_WM_UNIT_LINE_FILL_TYPE" val="2"/>
  <p:tag name="KSO_WM_UNIT_USESOURCEFORMAT_APPLY" val="1"/>
</p:tagLst>
</file>

<file path=ppt/tags/tag1682.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170599_5*l_h_i*1_1_1"/>
  <p:tag name="KSO_WM_TEMPLATE_CATEGORY" val="diagram"/>
  <p:tag name="KSO_WM_TEMPLATE_INDEX" val="20170599"/>
  <p:tag name="KSO_WM_UNIT_LAYERLEVEL" val="1_1_1"/>
  <p:tag name="KSO_WM_TAG_VERSION" val="1.0"/>
  <p:tag name="KSO_WM_BEAUTIFY_FLAG" val="#wm#"/>
  <p:tag name="KSO_WM_UNIT_FILL_FORE_SCHEMECOLOR_INDEX" val="5"/>
  <p:tag name="KSO_WM_UNIT_FILL_TYPE" val="1"/>
  <p:tag name="KSO_WM_UNIT_TEXT_FILL_FORE_SCHEMECOLOR_INDEX" val="14"/>
  <p:tag name="KSO_WM_UNIT_TEXT_FILL_TYPE" val="1"/>
  <p:tag name="KSO_WM_UNIT_USESOURCEFORMAT_APPLY" val="1"/>
</p:tagLst>
</file>

<file path=ppt/tags/tag1683.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170599_5*l_h_i*1_2_2"/>
  <p:tag name="KSO_WM_TEMPLATE_CATEGORY" val="diagram"/>
  <p:tag name="KSO_WM_TEMPLATE_INDEX" val="20170599"/>
  <p:tag name="KSO_WM_UNIT_LAYERLEVEL" val="1_1_1"/>
  <p:tag name="KSO_WM_TAG_VERSION" val="1.0"/>
  <p:tag name="KSO_WM_BEAUTIFY_FLAG" val="#wm#"/>
  <p:tag name="KSO_WM_UNIT_LINE_FORE_SCHEMECOLOR_INDEX" val="5"/>
  <p:tag name="KSO_WM_UNIT_LINE_FILL_TYPE" val="2"/>
  <p:tag name="KSO_WM_UNIT_USESOURCEFORMAT_APPLY" val="1"/>
</p:tagLst>
</file>

<file path=ppt/tags/tag1684.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170599_5*l_h_i*1_2_1"/>
  <p:tag name="KSO_WM_TEMPLATE_CATEGORY" val="diagram"/>
  <p:tag name="KSO_WM_TEMPLATE_INDEX" val="20170599"/>
  <p:tag name="KSO_WM_UNIT_LAYERLEVEL" val="1_1_1"/>
  <p:tag name="KSO_WM_TAG_VERSION" val="1.0"/>
  <p:tag name="KSO_WM_BEAUTIFY_FLAG" val="#wm#"/>
  <p:tag name="KSO_WM_UNIT_FILL_FORE_SCHEMECOLOR_INDEX" val="6"/>
  <p:tag name="KSO_WM_UNIT_FILL_TYPE" val="1"/>
  <p:tag name="KSO_WM_UNIT_TEXT_FILL_FORE_SCHEMECOLOR_INDEX" val="14"/>
  <p:tag name="KSO_WM_UNIT_TEXT_FILL_TYPE" val="1"/>
  <p:tag name="KSO_WM_UNIT_USESOURCEFORMAT_APPLY" val="1"/>
</p:tagLst>
</file>

<file path=ppt/tags/tag1685.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NOCLEAR" val="0"/>
  <p:tag name="KSO_WM_UNIT_VALUE" val="92"/>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170599_5*l_h_f*1_2_1"/>
  <p:tag name="KSO_WM_TEMPLATE_CATEGORY" val="diagram"/>
  <p:tag name="KSO_WM_TEMPLATE_INDEX" val="20170599"/>
  <p:tag name="KSO_WM_UNIT_LAYERLEVEL" val="1_1_1"/>
  <p:tag name="KSO_WM_TAG_VERSION" val="1.0"/>
  <p:tag name="KSO_WM_BEAUTIFY_FLAG" val="#wm#"/>
  <p:tag name="KSO_WM_UNIT_PRESET_TEXT" val="单击此处添加文本具体内容，简明扼要的阐述您的观点。根据需要可酌情增减文字，以便观者准确的理解您传达的思想。"/>
  <p:tag name="KSO_WM_UNIT_TEXT_FILL_FORE_SCHEMECOLOR_INDEX" val="14"/>
  <p:tag name="KSO_WM_UNIT_TEXT_FILL_TYPE" val="1"/>
  <p:tag name="KSO_WM_UNIT_USESOURCEFORMAT_APPLY" val="1"/>
</p:tagLst>
</file>

<file path=ppt/tags/tag1686.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NOCLEAR" val="0"/>
  <p:tag name="KSO_WM_UNIT_VALUE" val="92"/>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170599_5*l_h_f*1_1_1"/>
  <p:tag name="KSO_WM_TEMPLATE_CATEGORY" val="diagram"/>
  <p:tag name="KSO_WM_TEMPLATE_INDEX" val="20170599"/>
  <p:tag name="KSO_WM_UNIT_LAYERLEVEL" val="1_1_1"/>
  <p:tag name="KSO_WM_TAG_VERSION" val="1.0"/>
  <p:tag name="KSO_WM_BEAUTIFY_FLAG" val="#wm#"/>
  <p:tag name="KSO_WM_UNIT_PRESET_TEXT" val="单击此处添加文本具体内容，简明扼要的阐述您的观点。根据需要可酌情增减文字，以便观者准确的理解您传达的思想。"/>
  <p:tag name="KSO_WM_UNIT_TEXT_FILL_FORE_SCHEMECOLOR_INDEX" val="14"/>
  <p:tag name="KSO_WM_UNIT_TEXT_FILL_TYPE" val="1"/>
  <p:tag name="KSO_WM_UNIT_USESOURCEFORMAT_APPLY" val="1"/>
</p:tagLst>
</file>

<file path=ppt/tags/tag1687.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5_2"/>
  <p:tag name="KSO_WM_UNIT_ID" val="diagram20170599_5*l_h_i*1_5_2"/>
  <p:tag name="KSO_WM_TEMPLATE_CATEGORY" val="diagram"/>
  <p:tag name="KSO_WM_TEMPLATE_INDEX" val="20170599"/>
  <p:tag name="KSO_WM_UNIT_LAYERLEVEL" val="1_1_1"/>
  <p:tag name="KSO_WM_TAG_VERSION" val="1.0"/>
  <p:tag name="KSO_WM_BEAUTIFY_FLAG" val="#wm#"/>
  <p:tag name="KSO_WM_UNIT_LINE_FORE_SCHEMECOLOR_INDEX" val="5"/>
  <p:tag name="KSO_WM_UNIT_LINE_FILL_TYPE" val="2"/>
  <p:tag name="KSO_WM_UNIT_USESOURCEFORMAT_APPLY" val="1"/>
</p:tagLst>
</file>

<file path=ppt/tags/tag1688.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6_2"/>
  <p:tag name="KSO_WM_UNIT_ID" val="diagram20170599_5*l_h_i*1_6_2"/>
  <p:tag name="KSO_WM_TEMPLATE_CATEGORY" val="diagram"/>
  <p:tag name="KSO_WM_TEMPLATE_INDEX" val="20170599"/>
  <p:tag name="KSO_WM_UNIT_LAYERLEVEL" val="1_1_1"/>
  <p:tag name="KSO_WM_TAG_VERSION" val="1.0"/>
  <p:tag name="KSO_WM_BEAUTIFY_FLAG" val="#wm#"/>
  <p:tag name="KSO_WM_UNIT_LINE_FORE_SCHEMECOLOR_INDEX" val="5"/>
  <p:tag name="KSO_WM_UNIT_LINE_FILL_TYPE" val="2"/>
  <p:tag name="KSO_WM_UNIT_USESOURCEFORMAT_APPLY" val="1"/>
</p:tagLst>
</file>

<file path=ppt/tags/tag1689.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5_1"/>
  <p:tag name="KSO_WM_UNIT_ID" val="diagram20170599_5*l_h_i*1_5_1"/>
  <p:tag name="KSO_WM_TEMPLATE_CATEGORY" val="diagram"/>
  <p:tag name="KSO_WM_TEMPLATE_INDEX" val="20170599"/>
  <p:tag name="KSO_WM_UNIT_LAYERLEVEL" val="1_1_1"/>
  <p:tag name="KSO_WM_TAG_VERSION" val="1.0"/>
  <p:tag name="KSO_WM_BEAUTIFY_FLAG" val="#wm#"/>
  <p:tag name="KSO_WM_UNIT_FILL_FORE_SCHEMECOLOR_INDEX" val="9"/>
  <p:tag name="KSO_WM_UNIT_FILL_TYPE" val="1"/>
  <p:tag name="KSO_WM_UNIT_TEXT_FILL_FORE_SCHEMECOLOR_INDEX" val="14"/>
  <p:tag name="KSO_WM_UNIT_TEXT_FILL_TYPE" val="1"/>
  <p:tag name="KSO_WM_UNIT_USESOURCEFORMAT_APPLY" val="1"/>
</p:tagLst>
</file>

<file path=ppt/tags/tag1690.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NOCLEAR" val="0"/>
  <p:tag name="KSO_WM_UNIT_VALUE" val="92"/>
  <p:tag name="KSO_WM_UNIT_HIGHLIGHT" val="0"/>
  <p:tag name="KSO_WM_UNIT_COMPATIBLE" val="0"/>
  <p:tag name="KSO_WM_UNIT_DIAGRAM_ISNUMVISUAL" val="0"/>
  <p:tag name="KSO_WM_UNIT_DIAGRAM_ISREFERUNIT" val="0"/>
  <p:tag name="KSO_WM_DIAGRAM_GROUP_CODE" val="l1-1"/>
  <p:tag name="KSO_WM_UNIT_TYPE" val="l_h_f"/>
  <p:tag name="KSO_WM_UNIT_INDEX" val="1_6_1"/>
  <p:tag name="KSO_WM_UNIT_ID" val="diagram20170599_5*l_h_f*1_6_1"/>
  <p:tag name="KSO_WM_TEMPLATE_CATEGORY" val="diagram"/>
  <p:tag name="KSO_WM_TEMPLATE_INDEX" val="20170599"/>
  <p:tag name="KSO_WM_UNIT_LAYERLEVEL" val="1_1_1"/>
  <p:tag name="KSO_WM_TAG_VERSION" val="1.0"/>
  <p:tag name="KSO_WM_BEAUTIFY_FLAG" val="#wm#"/>
  <p:tag name="KSO_WM_UNIT_PRESET_TEXT" val="单击此处添加文本具体内容，简明扼要的阐述您的观点。根据需要可酌情增减文字，以便观者准确的理解您传达的思想。"/>
  <p:tag name="KSO_WM_UNIT_TEXT_FILL_FORE_SCHEMECOLOR_INDEX" val="14"/>
  <p:tag name="KSO_WM_UNIT_TEXT_FILL_TYPE" val="1"/>
  <p:tag name="KSO_WM_UNIT_USESOURCEFORMAT_APPLY" val="1"/>
</p:tagLst>
</file>

<file path=ppt/tags/tag1691.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6_1"/>
  <p:tag name="KSO_WM_UNIT_ID" val="diagram20170599_5*l_h_i*1_6_1"/>
  <p:tag name="KSO_WM_TEMPLATE_CATEGORY" val="diagram"/>
  <p:tag name="KSO_WM_TEMPLATE_INDEX" val="20170599"/>
  <p:tag name="KSO_WM_UNIT_LAYERLEVEL" val="1_1_1"/>
  <p:tag name="KSO_WM_TAG_VERSION" val="1.0"/>
  <p:tag name="KSO_WM_BEAUTIFY_FLAG" val="#wm#"/>
  <p:tag name="KSO_WM_UNIT_FILL_FORE_SCHEMECOLOR_INDEX" val="10"/>
  <p:tag name="KSO_WM_UNIT_FILL_TYPE" val="1"/>
  <p:tag name="KSO_WM_UNIT_TEXT_FILL_FORE_SCHEMECOLOR_INDEX" val="14"/>
  <p:tag name="KSO_WM_UNIT_TEXT_FILL_TYPE" val="1"/>
  <p:tag name="KSO_WM_UNIT_USESOURCEFORMAT_APPLY" val="1"/>
</p:tagLst>
</file>

<file path=ppt/tags/tag1692.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NOCLEAR" val="0"/>
  <p:tag name="KSO_WM_UNIT_VALUE" val="92"/>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20170599_5*l_h_f*1_5_1"/>
  <p:tag name="KSO_WM_TEMPLATE_CATEGORY" val="diagram"/>
  <p:tag name="KSO_WM_TEMPLATE_INDEX" val="20170599"/>
  <p:tag name="KSO_WM_UNIT_LAYERLEVEL" val="1_1_1"/>
  <p:tag name="KSO_WM_TAG_VERSION" val="1.0"/>
  <p:tag name="KSO_WM_BEAUTIFY_FLAG" val="#wm#"/>
  <p:tag name="KSO_WM_UNIT_PRESET_TEXT" val="单击此处添加文本具体内容，简明扼要的阐述您的观点。根据需要可酌情增减文字，以便观者准确的理解您传达的思想。"/>
  <p:tag name="KSO_WM_UNIT_TEXT_FILL_FORE_SCHEMECOLOR_INDEX" val="14"/>
  <p:tag name="KSO_WM_UNIT_TEXT_FILL_TYPE" val="1"/>
  <p:tag name="KSO_WM_UNIT_USESOURCEFORMAT_APPLY" val="1"/>
</p:tagLst>
</file>

<file path=ppt/tags/tag169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70599"/>
</p:tagLst>
</file>

<file path=ppt/tags/tag169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70599"/>
</p:tagLst>
</file>

<file path=ppt/tags/tag169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70599"/>
</p:tagLst>
</file>

<file path=ppt/tags/tag169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70599"/>
</p:tagLst>
</file>

<file path=ppt/tags/tag169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3405"/>
  <p:tag name="KSO_WM_SLIDE_ID" val="diagram20203405_1"/>
  <p:tag name="KSO_WM_TEMPLATE_SUBCATEGORY" val="11"/>
  <p:tag name="KSO_WM_TEMPLATE_MASTER_TYPE" val="0"/>
  <p:tag name="KSO_WM_TEMPLATE_COLOR_TYPE" val="1"/>
  <p:tag name="KSO_WM_SLIDE_TYPE" val="text"/>
  <p:tag name="KSO_WM_SLIDE_SUBTYPE" val="picTxt"/>
  <p:tag name="KSO_WM_SLIDE_ITEM_CNT" val="0"/>
  <p:tag name="KSO_WM_SLIDE_INDEX" val="1"/>
  <p:tag name="KSO_WM_SLIDE_SIZE" val="898*540"/>
  <p:tag name="KSO_WM_SLIDE_POSITION" val="0*0"/>
  <p:tag name="KSO_WM_DIAGRAM_GROUP_CODE" val="m1-1"/>
  <p:tag name="KSO_WM_SLIDE_DIAGTYPE" val="m"/>
  <p:tag name="KSO_WM_TAG_VERSION" val="1.0"/>
  <p:tag name="KSO_WM_SLIDE_LAYOUT" val="a_d_f_i"/>
  <p:tag name="KSO_WM_SLIDE_LAYOUT_CNT" val="1_1_2_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direction&quot;: 1,&#10;    &quot;id&quot;: &quot;2020-03-31T13:48:59&quot;,&#10;    &quot;maxSize&quot;: {&#10;        &quot;size1&quot;: 33.399999999999999&#10;    },&#10;    &quot;minSize&quot;: {&#10;        &quot;size1&quot;: 33.399999999999999&#10;    },&#10;    &quot;normalSize&quot;: {&#10;        &quot;size1&quot;: 33.399999999999999&#10;    },&#10;    &quot;subLayout&quot;: [&#10;        {&#10;            &quot;backgroundInfo&quot;: [&#10;                {&#10;                    &quot;bottom&quot;: 0,&#10;                    &quot;bottomAbs&quot;: false,&#10;                    &quot;left&quot;: 0,&#10;                    &quot;leftAbs&quot;: false,&#10;                    &quot;right&quot;: 0,&#10;                    &quot;rightAbs&quot;: false,&#10;                    &quot;top&quot;: 0,&#10;                    &quot;topAbs&quot;: false,&#10;                    &quot;type&quot;: &quot;leftRight&quot;&#10;                }&#10;            ],&#10;            &quot;id&quot;: &quot;2020-03-31T13:48:59&quot;,&#10;            &quot;margin&quot;: {&#10;                &quot;bottom&quot;: 2.9300000667572021,&#10;                &quot;left&quot;: 2.119999885559082,&#10;                &quot;right&quot;: 1.690000057220459,&#10;                &quot;top&quot;: 3.2699997425079346&#10;            },&#10;            &quot;maxSize&quot;: {&#10;                &quot;size1&quot;: 65.599999999999994&#10;            },&#10;            &quot;minSize&quot;: {&#10;                &quot;size1&quot;: 39.299999999999997&#10;            },&#10;            &quot;normalSize&quot;: {&#10;                &quot;size1&quot;: 49.874622257826381&#10;            },&#10;            &quot;subLayout&quot;: [&#10;                {&#10;                    &quot;id&quot;: &quot;2020-03-31T13:48:59&quot;,&#10;                    &quot;margin&quot;: {&#10;                        &quot;bottom&quot;: 0.39399999380111694,&#10;                        &quot;left&quot;: 2.119999885559082,&#10;                        &quot;right&quot;: 1.690000057220459,&#10;                        &quot;top&quot;: 3.2799999713897705&#10;                    },&#10;                    &quot;type&quot;: 0&#10;                },&#10;                {&#10;                    &quot;id&quot;: &quot;2020-03-31T13:48:59&quot;,&#10;                    &quot;margin&quot;: {&#10;                        &quot;bottom&quot;: 2.9300000667572021,&#10;                        &quot;left&quot;: 2.119999885559082,&#10;                        &quot;right&quot;: 1.690000057220459,&#10;                        &quot;top&quot;: 0.026000002399086952&#10;                    },&#10;                    &quot;type&quot;: 0&#10;                }&#10;            ],&#10;            &quot;type&quot;: 0&#10;        },&#10;        {&#10;            &quot;id&quot;: &quot;2020-03-31T13:48:59&quot;,&#10;            &quot;maxSize&quot;: {&#10;                &quot;size1&quot;: 83.299999999999997&#10;            },&#10;            &quot;minSize&quot;: {&#10;                &quot;size1&quot;: 53.799999999999997&#10;            },&#10;            &quot;normalSize&quot;: {&#10;                &quot;size1&quot;: 63.62821036259357&#10;            },&#10;            &quot;subLayout&quot;: [&#10;                {&#10;                    &quot;horizontalAlign&quot;: 0,&#10;                    &quot;id&quot;: &quot;2020-03-31T13:48:59&quot;,&#10;                    &quot;margin&quot;: {&#10;                        &quot;bottom&quot;: 1.0199999809265137,&#10;                        &quot;left&quot;: 2.1099998950958252,&#10;                        &quot;right&quot;: 2.5399999618530273,&#10;                        &quot;top&quot;: 2.5399999618530273&#10;                    },&#10;                    &quot;type&quot;: 0,&#10;                    &quot;verticalAlign&quot;: 2&#10;                },&#10;                {&#10;                    &quot;horizontalAlign&quot;: 0,&#10;                    &quot;id&quot;: &quot;2020-03-31T13:48:59&quot;,&#10;                    &quot;margin&quot;: {&#10;                        &quot;bottom&quot;: 2.119999885559082,&#10;                        &quot;left&quot;: 1.7300000190734863,&#10;                        &quot;right&quot;: 2.119999885559082,&#10;                        &quot;top&quot;: 0.026000002399086952&#10;                    },&#10;                    &quot;type&quot;: 0,&#10;                    &quot;verticalAlign&quot;: 0&#10;                }&#10;            ],&#10;            &quot;type&quot;: 0&#10;        }&#10;    ],&#10;    &quot;type&quot;: 0&#10;}&#10;"/>
  <p:tag name="KSO_WM_SLIDE_CAN_ADD_NAVIGATION" val="1"/>
  <p:tag name="KSO_WM_SLIDE_BACKGROUND" val="[&quot;general&quot;,&quot;frame&quot;,&quot;leftRight&quot;]"/>
  <p:tag name="KSO_WM_SLIDE_RATIO" val="1.777778"/>
  <p:tag name="KSO_WM_SLIDE_BK_DARK_LIGHT" val="2"/>
  <p:tag name="KSO_WM_SLIDE_BACKGROUND_TYPE" val="leftRight"/>
</p:tagLst>
</file>

<file path=ppt/tags/tag16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2"/>
  <p:tag name="KSO_WM_UNIT_LAYERLEVEL" val="1"/>
  <p:tag name="KSO_WM_TAG_VERSION" val="1.0"/>
  <p:tag name="KSO_WM_BEAUTIFY_FLAG" val="#wm#"/>
  <p:tag name="KSO_WM_SLIDE_BACKGROUND_TYPE" val="leftRight"/>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699.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UNIT_TYPE" val="i"/>
</p:tagLst>
</file>

<file path=ppt/tags/tag1700.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我们是致力于研究AI智能创作PPT的一个团队;&#10;我们潜心钻研幻灯片的演示规律与创作思路，希望通过人工智能解放用户双手，不仅高效，且精准。…"/>
  <p:tag name="KSO_WM_UNIT_NOCLEAR" val="0"/>
  <p:tag name="KSO_WM_UNIT_HIGHLIGHT" val="0"/>
  <p:tag name="KSO_WM_UNIT_COMPATIBLE" val="0"/>
  <p:tag name="KSO_WM_UNIT_DIAGRAM_ISNUMVISUAL" val="0"/>
  <p:tag name="KSO_WM_UNIT_DIAGRAM_ISREFERUNIT" val="0"/>
  <p:tag name="KSO_WM_UNIT_TYPE" val="f"/>
  <p:tag name="KSO_WM_UNIT_INDEX" val="2"/>
  <p:tag name="KSO_WM_UNIT_ID" val="diagram20203405_1*f*2"/>
  <p:tag name="KSO_WM_TEMPLATE_CATEGORY" val="diagram"/>
  <p:tag name="KSO_WM_TEMPLATE_INDEX" val="20203405"/>
  <p:tag name="KSO_WM_UNIT_LAYERLEVEL" val="1"/>
  <p:tag name="KSO_WM_TAG_VERSION" val="1.0"/>
  <p:tag name="KSO_WM_BEAUTIFY_FLAG" val="#wm#"/>
  <p:tag name="KSO_WM_UNIT_VALUE" val="96"/>
  <p:tag name="KSO_WM_UNIT_DEFAULT_FONT" val="14;16;2"/>
  <p:tag name="KSO_WM_UNIT_BLOCK" val="0"/>
  <p:tag name="KSO_WM_UNIT_SMARTLAYOUT_COMPRESS_INFO" val="{&#10;    &quot;id&quot;: &quot;2020-03-31T13:48:59&quot;,&#10;    &quot;max&quot;: 0,&#10;    &quot;parentMax&quot;: {&#10;        &quot;max&quot;: 35.525748031496057&#10;    },&#10;    &quot;topChanged&quot;: 0&#10;}&#10;"/>
  <p:tag name="KSO_WM_UNIT_TEXT_FILL_FORE_SCHEMECOLOR_INDEX_BRIGHTNESS" val="0.25"/>
  <p:tag name="KSO_WM_UNIT_TEXT_FILL_FORE_SCHEMECOLOR_INDEX" val="13"/>
  <p:tag name="KSO_WM_UNIT_TEXT_FILL_TYPE" val="1"/>
</p:tagLst>
</file>

<file path=ppt/tags/tag17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3405_1*i*3"/>
  <p:tag name="KSO_WM_TEMPLATE_CATEGORY" val="diagram"/>
  <p:tag name="KSO_WM_TEMPLATE_INDEX" val="20203405"/>
  <p:tag name="KSO_WM_UNIT_LAYERLEVEL" val="1"/>
  <p:tag name="KSO_WM_TAG_VERSION" val="1.0"/>
  <p:tag name="KSO_WM_BEAUTIFY_FLAG" val="#wm#"/>
  <p:tag name="KSO_WM_UNIT_BLOCK" val="0"/>
  <p:tag name="KSO_WM_UNIT_SM_LIMIT_TYPE" val="1"/>
  <p:tag name="KSO_WM_UNIT_FILL_FORE_SCHEMECOLOR_INDEX_BRIGHTNESS" val="0"/>
  <p:tag name="KSO_WM_UNIT_FILL_FORE_SCHEMECOLOR_INDEX" val="5"/>
  <p:tag name="KSO_WM_UNIT_FILL_TYPE" val="1"/>
  <p:tag name="KSO_WM_UNIT_TEXT_FILL_TYPE" val="1"/>
</p:tagLst>
</file>

<file path=ppt/tags/tag17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3405_1*i*4"/>
  <p:tag name="KSO_WM_TEMPLATE_CATEGORY" val="diagram"/>
  <p:tag name="KSO_WM_TEMPLATE_INDEX" val="20203405"/>
  <p:tag name="KSO_WM_UNIT_LAYERLEVEL" val="1"/>
  <p:tag name="KSO_WM_TAG_VERSION" val="1.0"/>
  <p:tag name="KSO_WM_BEAUTIFY_FLAG" val="#wm#"/>
  <p:tag name="KSO_WM_UNIT_BLOCK" val="0"/>
  <p:tag name="KSO_WM_UNIT_SM_LIMIT_TYPE" val="1"/>
  <p:tag name="KSO_WM_UNIT_DECORATE_INFO" val="{&quot;DecorateInfoX&quot;:{&quot;IsLeft&quot;:true,&quot;IsRight&quot;:false,&quot;IsAbs&quot;:true},&quot;DecorateInfoY&quot;:{&quot;IsTop&quot;:true,&quot;IsBottom&quot;:false,&quot;IsAbs&quot;:true}}"/>
  <p:tag name="KSO_WM_UNIT_TEXT_FILL_FORE_SCHEMECOLOR_INDEX_BRIGHTNESS" val="0"/>
  <p:tag name="KSO_WM_UNIT_TEXT_FILL_FORE_SCHEMECOLOR_INDEX" val="5"/>
  <p:tag name="KSO_WM_UNIT_TEXT_FILL_TYPE" val="1"/>
</p:tagLst>
</file>

<file path=ppt/tags/tag17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3405_1*i*2"/>
  <p:tag name="KSO_WM_TEMPLATE_CATEGORY" val="diagram"/>
  <p:tag name="KSO_WM_TEMPLATE_INDEX" val="20203405"/>
  <p:tag name="KSO_WM_UNIT_LAYERLEVEL" val="1"/>
  <p:tag name="KSO_WM_TAG_VERSION" val="1.0"/>
  <p:tag name="KSO_WM_BEAUTIFY_FLAG" val="#wm#"/>
  <p:tag name="KSO_WM_UNIT_BLOCK" val="0"/>
  <p:tag name="KSO_WM_UNIT_SM_LIMIT_TYPE" val="2"/>
  <p:tag name="KSO_WM_UNIT_DECORATE_INFO" val="{&quot;DecorateInfoX&quot;:{&quot;IsLeft&quot;:true,&quot;IsRight&quot;:false,&quot;IsAbs&quot;:true},&quot;DecorateInfoY&quot;:{&quot;IsTop&quot;:false,&quot;IsBottom&quot;:true,&quot;IsAbs&quot;:true}}"/>
  <p:tag name="KSO_WM_UNIT_FILL_FORE_SCHEMECOLOR_INDEX_BRIGHTNESS" val="0"/>
  <p:tag name="KSO_WM_UNIT_FILL_FORE_SCHEMECOLOR_INDEX" val="16"/>
  <p:tag name="KSO_WM_UNIT_FILL_TYPE" val="1"/>
  <p:tag name="KSO_WM_UNIT_SHADOW_SCHEMECOLOR_INDEX_BRIGHTNESS" val="0.05"/>
  <p:tag name="KSO_WM_UNIT_SHADOW_SCHEMECOLOR_INDEX" val="13"/>
  <p:tag name="KSO_WM_UNIT_TEXT_FILL_TYPE" val="1"/>
</p:tagLst>
</file>

<file path=ppt/tags/tag1704.xml><?xml version="1.0" encoding="utf-8"?>
<p:tagLst xmlns:a="http://schemas.openxmlformats.org/drawingml/2006/main" xmlns:r="http://schemas.openxmlformats.org/officeDocument/2006/relationships" xmlns:p="http://schemas.openxmlformats.org/presentationml/2006/main">
  <p:tag name="KSO_WM_UNIT_VALUE" val="1021*1795"/>
  <p:tag name="KSO_WM_UNIT_HIGHLIGHT" val="0"/>
  <p:tag name="KSO_WM_UNIT_COMPATIBLE" val="0"/>
  <p:tag name="KSO_WM_UNIT_DIAGRAM_ISNUMVISUAL" val="0"/>
  <p:tag name="KSO_WM_UNIT_DIAGRAM_ISREFERUNIT" val="0"/>
  <p:tag name="KSO_WM_UNIT_TYPE" val="d"/>
  <p:tag name="KSO_WM_UNIT_INDEX" val="1"/>
  <p:tag name="KSO_WM_UNIT_ID" val="diagram20203405_1*d*1"/>
  <p:tag name="KSO_WM_TEMPLATE_CATEGORY" val="diagram"/>
  <p:tag name="KSO_WM_TEMPLATE_INDEX" val="20203405"/>
  <p:tag name="KSO_WM_UNIT_SUPPORT_UNIT_TYPE" val="[&quot;all&quot;]"/>
  <p:tag name="KSO_WM_UNIT_LAYERLEVEL" val="1"/>
  <p:tag name="KSO_WM_TAG_VERSION" val="1.0"/>
  <p:tag name="KSO_WM_BEAUTIFY_FLAG" val="#wm#"/>
  <p:tag name="KSO_WM_UNIT_BLOCK" val="0"/>
  <p:tag name="KSO_WM_UNIT_SM_LIMIT_TYPE" val="1"/>
  <p:tag name="KSO_WM_UNIT_PLACING_PICTURE_USER_VIEWPORT" val="{&quot;height&quot;:5792.12125984252,&quot;width&quot;:10186.629921259842}"/>
  <p:tag name="KSO_WM_UNIT_PLACING_PICTURE_USER_RELATIVERECTANGLE" val="{&quot;bottom&quot;:0.061609999999999998,&quot;left&quot;:0,&quot;right&quot;:0,&quot;top&quot;:0.061609999999999998}"/>
  <p:tag name="KSO_WM_UNIT_PLACING_PICTURE_COLLAGE_RELATIVERECTANGLE" val="{&quot;bottom&quot;:0.061609999999999984,&quot;left&quot;:0,&quot;right&quot;:0,&quot;top&quot;:0.061609999999999984}"/>
  <p:tag name="KSO_WM_UNIT_PLACING_PICTURE_COLLAGE_VIEWPORT" val="{&quot;height&quot;:5792.12125984252,&quot;width&quot;:10186.629921259842}"/>
  <p:tag name="KSO_WM_UNIT_PLACING_PICTURE_INFO" val="{&quot;code&quot;:&quot;[1]&quot;,&quot;full_picture&quot;:false,&quot;last_crop_picture&quot;:&quot;[1]&quot;,&quot;scheme&quot;:&quot;1-1&quot;,&quot;spacing&quot;:5}"/>
  <p:tag name="KSO_WM_UNIT_PLACING_PICTURE" val="145446.839"/>
  <p:tag name="REFSHAPE" val="1181613236"/>
</p:tagLst>
</file>

<file path=ppt/tags/tag1705.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点击此处添加大标题"/>
  <p:tag name="KSO_WM_UNIT_NOCLEAR" val="0"/>
  <p:tag name="KSO_WM_UNIT_VALUE" val="16"/>
  <p:tag name="KSO_WM_UNIT_HIGHLIGHT" val="0"/>
  <p:tag name="KSO_WM_UNIT_COMPATIBLE" val="0"/>
  <p:tag name="KSO_WM_UNIT_DIAGRAM_ISNUMVISUAL" val="0"/>
  <p:tag name="KSO_WM_UNIT_DIAGRAM_ISREFERUNIT" val="0"/>
  <p:tag name="KSO_WM_UNIT_TYPE" val="a"/>
  <p:tag name="KSO_WM_UNIT_INDEX" val="1"/>
  <p:tag name="KSO_WM_UNIT_ID" val="diagram20203405_1*a*1"/>
  <p:tag name="KSO_WM_TEMPLATE_CATEGORY" val="diagram"/>
  <p:tag name="KSO_WM_TEMPLATE_INDEX" val="20203405"/>
  <p:tag name="KSO_WM_UNIT_LAYERLEVEL" val="1"/>
  <p:tag name="KSO_WM_TAG_VERSION" val="1.0"/>
  <p:tag name="KSO_WM_BEAUTIFY_FLAG" val="#wm#"/>
  <p:tag name="KSO_WM_UNIT_DEFAULT_FONT" val="36;44;4"/>
  <p:tag name="KSO_WM_UNIT_BLOCK" val="0"/>
  <p:tag name="KSO_WM_UNIT_SMARTLAYOUT_COMPRESS_INFO" val="{&#10;    &quot;id&quot;: &quot;2020-03-31T13:48:59&quot;,&#10;    &quot;max&quot;: 0,&#10;    &quot;parentMax&quot;: {&#10;        &quot;max&quot;: 8.4847201441967854&#10;    },&#10;    &quot;topChanged&quot;: 0&#10;}&#10;"/>
  <p:tag name="KSO_WM_UNIT_TEXT_FILL_FORE_SCHEMECOLOR_INDEX_BRIGHTNESS" val="0"/>
  <p:tag name="KSO_WM_UNIT_TEXT_FILL_FORE_SCHEMECOLOR_INDEX" val="14"/>
  <p:tag name="KSO_WM_UNIT_TEXT_FILL_TYPE" val="1"/>
</p:tagLst>
</file>

<file path=ppt/tags/tag1706.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此处输入你的正文，文字是您思想的提炼，为了最终演示发布的良好效果…"/>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3405_1*f*1"/>
  <p:tag name="KSO_WM_TEMPLATE_CATEGORY" val="diagram"/>
  <p:tag name="KSO_WM_TEMPLATE_INDEX" val="20203405"/>
  <p:tag name="KSO_WM_UNIT_LAYERLEVEL" val="1"/>
  <p:tag name="KSO_WM_TAG_VERSION" val="1.0"/>
  <p:tag name="KSO_WM_BEAUTIFY_FLAG" val="#wm#"/>
  <p:tag name="KSO_WM_UNIT_VALUE" val="60"/>
  <p:tag name="KSO_WM_UNIT_DEFAULT_FONT" val="14;16;2"/>
  <p:tag name="KSO_WM_UNIT_BLOCK" val="0"/>
  <p:tag name="KSO_WM_UNIT_TEXT_FILL_FORE_SCHEMECOLOR_INDEX_BRIGHTNESS" val="-0.05"/>
  <p:tag name="KSO_WM_UNIT_TEXT_FILL_FORE_SCHEMECOLOR_INDEX" val="14"/>
  <p:tag name="KSO_WM_UNIT_TEXT_FILL_TYPE" val="1"/>
</p:tagLst>
</file>

<file path=ppt/tags/tag1707.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708.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70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68780"/>
  <p:tag name="KSO_WM_SLIDE_ID" val="diagram20168780_2"/>
  <p:tag name="KSO_WM_TEMPLATE_SUBCATEGORY" val="0"/>
  <p:tag name="KSO_WM_TEMPLATE_MASTER_TYPE" val="0"/>
  <p:tag name="KSO_WM_TEMPLATE_COLOR_TYPE" val="1"/>
  <p:tag name="KSO_WM_SLIDE_TYPE" val="text"/>
  <p:tag name="KSO_WM_SLIDE_SUBTYPE" val="diag"/>
  <p:tag name="KSO_WM_SLIDE_ITEM_CNT" val="2"/>
  <p:tag name="KSO_WM_SLIDE_INDEX" val="2"/>
  <p:tag name="KSO_WM_SLIDE_SIZE" val="467.17*250.463"/>
  <p:tag name="KSO_WM_SLIDE_POSITION" val="103.921*180.844"/>
  <p:tag name="KSO_WM_DIAGRAM_GROUP_CODE" val="l1-1"/>
  <p:tag name="KSO_WM_SLIDE_DIAGTYPE" val="l"/>
  <p:tag name="KSO_WM_TAG_VERSION" val="1.0"/>
  <p:tag name="KSO_WM_SLIDE_LAYOUT" val="a_d_l"/>
  <p:tag name="KSO_WM_SLIDE_LAYOUT_CNT" val="1_1_1"/>
  <p:tag name="KSO_WM_SLIDE_BK_DARK_LIGHT" val="2"/>
  <p:tag name="KSO_WM_SLIDE_BACKGROUND_TYPE" val="general"/>
</p:tagLst>
</file>

<file path=ppt/tags/tag1710.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168780_2*a*1"/>
  <p:tag name="KSO_WM_TEMPLATE_CATEGORY" val="diagram"/>
  <p:tag name="KSO_WM_TEMPLATE_INDEX" val="20168780"/>
  <p:tag name="KSO_WM_UNIT_LAYERLEVEL" val="1"/>
  <p:tag name="KSO_WM_TAG_VERSION" val="1.0"/>
  <p:tag name="KSO_WM_BEAUTIFY_FLAG" val="#wm#"/>
  <p:tag name="KSO_WM_UNIT_PRESET_TEXT" val="单击此处添加标题"/>
  <p:tag name="KSO_WM_UNIT_TEXT_FILL_FORE_SCHEMECOLOR_INDEX" val="13"/>
  <p:tag name="KSO_WM_UNIT_TEXT_FILL_TYPE" val="1"/>
  <p:tag name="KSO_WM_UNIT_USESOURCEFORMAT_APPLY" val="1"/>
</p:tagLst>
</file>

<file path=ppt/tags/tag1711.xml><?xml version="1.0" encoding="utf-8"?>
<p:tagLst xmlns:a="http://schemas.openxmlformats.org/drawingml/2006/main" xmlns:r="http://schemas.openxmlformats.org/officeDocument/2006/relationships" xmlns:p="http://schemas.openxmlformats.org/presentationml/2006/main">
  <p:tag name="KSO_WM_UNIT_VALUE" val="1309*935"/>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diagram20168780_2*d*1"/>
  <p:tag name="KSO_WM_TEMPLATE_CATEGORY" val="diagram"/>
  <p:tag name="KSO_WM_TEMPLATE_INDEX" val="20168780"/>
  <p:tag name="KSO_WM_UNIT_SUPPORT_UNIT_TYPE" val="[&quot;all&quot;]"/>
  <p:tag name="KSO_WM_UNIT_LAYERLEVEL" val="1"/>
  <p:tag name="KSO_WM_TAG_VERSION" val="1.0"/>
  <p:tag name="KSO_WM_BEAUTIFY_FLAG" val="#wm#"/>
  <p:tag name="REFSHAPE" val="558999444"/>
  <p:tag name="KSO_WM_UNIT_USESOURCEFORMAT_APPLY" val="1"/>
</p:tagLst>
</file>

<file path=ppt/tags/tag17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168780_2*l_h_i*1_1_1"/>
  <p:tag name="KSO_WM_TEMPLATE_CATEGORY" val="diagram"/>
  <p:tag name="KSO_WM_TEMPLATE_INDEX" val="20168780"/>
  <p:tag name="KSO_WM_UNIT_LAYERLEVEL" val="1_1_1"/>
  <p:tag name="KSO_WM_TAG_VERSION" val="1.0"/>
  <p:tag name="KSO_WM_BEAUTIFY_FLAG" val="#wm#"/>
  <p:tag name="KSO_WM_UNIT_LINE_FORE_SCHEMECOLOR_INDEX" val="5"/>
  <p:tag name="KSO_WM_UNIT_LINE_FILL_TYPE" val="2"/>
  <p:tag name="KSO_WM_UNIT_TEXT_FILL_FORE_SCHEMECOLOR_INDEX" val="2"/>
  <p:tag name="KSO_WM_UNIT_TEXT_FILL_TYPE" val="1"/>
  <p:tag name="KSO_WM_UNIT_USESOURCEFORMAT_APPLY" val="1"/>
</p:tagLst>
</file>

<file path=ppt/tags/tag17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168780_2*l_h_i*1_1_2"/>
  <p:tag name="KSO_WM_TEMPLATE_CATEGORY" val="diagram"/>
  <p:tag name="KSO_WM_TEMPLATE_INDEX" val="20168780"/>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714.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7"/>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168780_2*l_h_a*1_1_1"/>
  <p:tag name="KSO_WM_TEMPLATE_CATEGORY" val="diagram"/>
  <p:tag name="KSO_WM_TEMPLATE_INDEX" val="20168780"/>
  <p:tag name="KSO_WM_UNIT_LAYERLEVEL" val="1_1_1"/>
  <p:tag name="KSO_WM_TAG_VERSION" val="1.0"/>
  <p:tag name="KSO_WM_BEAUTIFY_FLAG" val="#wm#"/>
  <p:tag name="KSO_WM_UNIT_PRESET_TEXT" val="添加标题"/>
  <p:tag name="KSO_WM_UNIT_TEXT_FILL_FORE_SCHEMECOLOR_INDEX" val="14"/>
  <p:tag name="KSO_WM_UNIT_TEXT_FILL_TYPE" val="1"/>
  <p:tag name="KSO_WM_UNIT_USESOURCEFORMAT_APPLY" val="1"/>
</p:tagLst>
</file>

<file path=ppt/tags/tag1715.xml><?xml version="1.0" encoding="utf-8"?>
<p:tagLst xmlns:a="http://schemas.openxmlformats.org/drawingml/2006/main" xmlns:r="http://schemas.openxmlformats.org/officeDocument/2006/relationships" xmlns:p="http://schemas.openxmlformats.org/presentationml/2006/main">
  <p:tag name="KSO_WM_UNIT_NOCLEAR" val="0"/>
  <p:tag name="KSO_WM_UNIT_VALUE" val="32"/>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168780_2*l_h_f*1_1_1"/>
  <p:tag name="KSO_WM_TEMPLATE_CATEGORY" val="diagram"/>
  <p:tag name="KSO_WM_TEMPLATE_INDEX" val="20168780"/>
  <p:tag name="KSO_WM_UNIT_LAYERLEVEL" val="1_1_1"/>
  <p:tag name="KSO_WM_TAG_VERSION" val="1.0"/>
  <p:tag name="KSO_WM_BEAUTIFY_FLAG" val="#wm#"/>
  <p:tag name="KSO_WM_UNIT_PRESET_TEXT" val="单击此处添加文本具体内容，简明扼要的阐述您的观点。"/>
  <p:tag name="KSO_WM_UNIT_TEXT_FILL_FORE_SCHEMECOLOR_INDEX" val="13"/>
  <p:tag name="KSO_WM_UNIT_TEXT_FILL_TYPE" val="1"/>
  <p:tag name="KSO_WM_UNIT_USESOURCEFORMAT_APPLY" val="1"/>
</p:tagLst>
</file>

<file path=ppt/tags/tag17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168780_2*l_h_i*1_2_1"/>
  <p:tag name="KSO_WM_TEMPLATE_CATEGORY" val="diagram"/>
  <p:tag name="KSO_WM_TEMPLATE_INDEX" val="20168780"/>
  <p:tag name="KSO_WM_UNIT_LAYERLEVEL" val="1_1_1"/>
  <p:tag name="KSO_WM_TAG_VERSION" val="1.0"/>
  <p:tag name="KSO_WM_BEAUTIFY_FLAG" val="#wm#"/>
  <p:tag name="KSO_WM_UNIT_LINE_FORE_SCHEMECOLOR_INDEX" val="6"/>
  <p:tag name="KSO_WM_UNIT_LINE_FILL_TYPE" val="2"/>
  <p:tag name="KSO_WM_UNIT_TEXT_FILL_FORE_SCHEMECOLOR_INDEX" val="2"/>
  <p:tag name="KSO_WM_UNIT_TEXT_FILL_TYPE" val="1"/>
  <p:tag name="KSO_WM_UNIT_USESOURCEFORMAT_APPLY" val="1"/>
</p:tagLst>
</file>

<file path=ppt/tags/tag17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168780_2*l_h_i*1_2_2"/>
  <p:tag name="KSO_WM_TEMPLATE_CATEGORY" val="diagram"/>
  <p:tag name="KSO_WM_TEMPLATE_INDEX" val="20168780"/>
  <p:tag name="KSO_WM_UNIT_LAYERLEVEL" val="1_1_1"/>
  <p:tag name="KSO_WM_TAG_VERSION" val="1.0"/>
  <p:tag name="KSO_WM_BEAUTIFY_FLAG" val="#wm#"/>
  <p:tag name="KSO_WM_UNIT_FILL_FORE_SCHEMECOLOR_INDEX" val="6"/>
  <p:tag name="KSO_WM_UNIT_FILL_TYPE" val="1"/>
  <p:tag name="KSO_WM_UNIT_TEXT_FILL_FORE_SCHEMECOLOR_INDEX" val="2"/>
  <p:tag name="KSO_WM_UNIT_TEXT_FILL_TYPE" val="1"/>
  <p:tag name="KSO_WM_UNIT_USESOURCEFORMAT_APPLY" val="1"/>
</p:tagLst>
</file>

<file path=ppt/tags/tag1718.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7"/>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168780_2*l_h_a*1_2_1"/>
  <p:tag name="KSO_WM_TEMPLATE_CATEGORY" val="diagram"/>
  <p:tag name="KSO_WM_TEMPLATE_INDEX" val="20168780"/>
  <p:tag name="KSO_WM_UNIT_LAYERLEVEL" val="1_1_1"/>
  <p:tag name="KSO_WM_TAG_VERSION" val="1.0"/>
  <p:tag name="KSO_WM_BEAUTIFY_FLAG" val="#wm#"/>
  <p:tag name="KSO_WM_UNIT_PRESET_TEXT" val="添加标题"/>
  <p:tag name="KSO_WM_UNIT_TEXT_FILL_FORE_SCHEMECOLOR_INDEX" val="14"/>
  <p:tag name="KSO_WM_UNIT_TEXT_FILL_TYPE" val="1"/>
  <p:tag name="KSO_WM_UNIT_USESOURCEFORMAT_APPLY" val="1"/>
</p:tagLst>
</file>

<file path=ppt/tags/tag1719.xml><?xml version="1.0" encoding="utf-8"?>
<p:tagLst xmlns:a="http://schemas.openxmlformats.org/drawingml/2006/main" xmlns:r="http://schemas.openxmlformats.org/officeDocument/2006/relationships" xmlns:p="http://schemas.openxmlformats.org/presentationml/2006/main">
  <p:tag name="KSO_WM_UNIT_NOCLEAR" val="0"/>
  <p:tag name="KSO_WM_UNIT_VALUE" val="32"/>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168780_2*l_h_f*1_2_1"/>
  <p:tag name="KSO_WM_TEMPLATE_CATEGORY" val="diagram"/>
  <p:tag name="KSO_WM_TEMPLATE_INDEX" val="20168780"/>
  <p:tag name="KSO_WM_UNIT_LAYERLEVEL" val="1_1_1"/>
  <p:tag name="KSO_WM_TAG_VERSION" val="1.0"/>
  <p:tag name="KSO_WM_BEAUTIFY_FLAG" val="#wm#"/>
  <p:tag name="KSO_WM_UNIT_PRESET_TEXT" val="单击此处添加文本具体内容，简明扼要的阐述您的观点。"/>
  <p:tag name="KSO_WM_UNIT_TEXT_FILL_FORE_SCHEMECOLOR_INDEX" val="13"/>
  <p:tag name="KSO_WM_UNIT_TEXT_FILL_TYPE" val="1"/>
  <p:tag name="KSO_WM_UNIT_USESOURCEFORMAT_APPLY" val="1"/>
</p:tagLst>
</file>

<file path=ppt/tags/tag17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2*i*1"/>
  <p:tag name="KSO_WM_UNIT_LAYERLEVEL" val="1"/>
  <p:tag name="KSO_WM_TAG_VERSION" val="1.0"/>
  <p:tag name="KSO_WM_BEAUTIFY_FLAG" val="#wm#"/>
  <p:tag name="KSO_WM_SLIDE_BACKGROUND_TYPE" val="general"/>
  <p:tag name="KSO_WM_SLIDE_BK_DARK_LIGHT" val="2"/>
</p:tagLst>
</file>

<file path=ppt/tags/tag172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96497"/>
  <p:tag name="KSO_WM_SLIDE_COLORSCHEME_VERSION" val="3.2"/>
  <p:tag name="KSO_WM_SLIDE_ID" val="diagram20196497_4"/>
  <p:tag name="KSO_WM_TEMPLATE_SUBCATEGORY" val="0"/>
  <p:tag name="KSO_WM_TEMPLATE_MASTER_TYPE" val="0"/>
  <p:tag name="KSO_WM_TEMPLATE_COLOR_TYPE" val="1"/>
  <p:tag name="KSO_WM_SLIDE_TYPE" val="text"/>
  <p:tag name="KSO_WM_SLIDE_SUBTYPE" val="diag"/>
  <p:tag name="KSO_WM_SLIDE_ITEM_CNT" val="5"/>
  <p:tag name="KSO_WM_SLIDE_INDEX" val="4"/>
  <p:tag name="KSO_WM_SLIDE_SIZE" val="836.6*215.5"/>
  <p:tag name="KSO_WM_SLIDE_POSITION" val="61.7*94.25"/>
  <p:tag name="KSO_WM_DIAGRAM_GROUP_CODE" val="l1-1"/>
  <p:tag name="KSO_WM_SLIDE_DIAGTYPE" val="l"/>
  <p:tag name="KSO_WM_TAG_VERSION" val="1.0"/>
  <p:tag name="KSO_WM_SLIDE_LAYOUT" val="a_i_l"/>
  <p:tag name="KSO_WM_SLIDE_LAYOUT_CNT" val="1_1_1"/>
</p:tagLst>
</file>

<file path=ppt/tags/tag1722.xml><?xml version="1.0" encoding="utf-8"?>
<p:tagLst xmlns:a="http://schemas.openxmlformats.org/drawingml/2006/main" xmlns:r="http://schemas.openxmlformats.org/officeDocument/2006/relationships" xmlns:p="http://schemas.openxmlformats.org/presentationml/2006/main">
  <p:tag name="KSO_WM_UNIT_COLOR_SCHEME_SHAPE_ID" val="30"/>
  <p:tag name="KSO_WM_UNIT_COLOR_SCHEME_PARENT_PAGE" val="0_3"/>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h"/>
  <p:tag name="KSO_WM_UNIT_TYPE" val="i"/>
  <p:tag name="KSO_WM_UNIT_INDEX" val="1"/>
  <p:tag name="KSO_WM_UNIT_ID" val="diagram20196497_4*i*1"/>
  <p:tag name="KSO_WM_TEMPLATE_CATEGORY" val="diagram"/>
  <p:tag name="KSO_WM_TEMPLATE_INDEX" val="20196497"/>
  <p:tag name="KSO_WM_UNIT_LAYERLEVEL" val="1"/>
  <p:tag name="KSO_WM_TAG_VERSION" val="1.0"/>
  <p:tag name="KSO_WM_BEAUTIFY_FLAG" val="#wm#"/>
  <p:tag name="KSO_WM_UNIT_FILL_FORE_SCHEMECOLOR_INDEX" val="14"/>
  <p:tag name="KSO_WM_UNIT_FILL_BACK_SCHEMECOLOR_INDEX" val="14"/>
  <p:tag name="KSO_WM_UNIT_FILL_TYPE" val="2"/>
  <p:tag name="KSO_WM_UNIT_TEXT_FILL_FORE_SCHEMECOLOR_INDEX" val="14"/>
  <p:tag name="KSO_WM_UNIT_TEXT_FILL_TYPE" val="1"/>
  <p:tag name="KSO_WM_UNIT_USESOURCEFORMAT_APPLY" val="1"/>
</p:tagLst>
</file>

<file path=ppt/tags/tag1723.xml><?xml version="1.0" encoding="utf-8"?>
<p:tagLst xmlns:a="http://schemas.openxmlformats.org/drawingml/2006/main" xmlns:r="http://schemas.openxmlformats.org/officeDocument/2006/relationships" xmlns:p="http://schemas.openxmlformats.org/presentationml/2006/main">
  <p:tag name="KSO_WM_UNIT_COLOR_SCHEME_SHAPE_ID" val="25"/>
  <p:tag name="KSO_WM_UNIT_COLOR_SCHEME_PARENT_PAGE" val="0_3"/>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diagram20196497_4*i*1"/>
  <p:tag name="KSO_WM_TEMPLATE_CATEGORY" val="diagram"/>
  <p:tag name="KSO_WM_TEMPLATE_INDEX" val="20196497"/>
  <p:tag name="KSO_WM_UNIT_LAYERLEVEL" val="1"/>
  <p:tag name="KSO_WM_TAG_VERSION" val="1.0"/>
  <p:tag name="KSO_WM_BEAUTIFY_FLAG" val="#wm#"/>
  <p:tag name="KSO_WM_UNIT_FILL_FORE_SCHEMECOLOR_INDEX" val="13"/>
  <p:tag name="KSO_WM_UNIT_FILL_TYPE" val="1"/>
  <p:tag name="KSO_WM_UNIT_TEXT_FILL_FORE_SCHEMECOLOR_INDEX" val="14"/>
  <p:tag name="KSO_WM_UNIT_TEXT_FILL_TYPE" val="1"/>
  <p:tag name="KSO_WM_UNIT_USESOURCEFORMAT_APPLY" val="1"/>
</p:tagLst>
</file>

<file path=ppt/tags/tag1724.xml><?xml version="1.0" encoding="utf-8"?>
<p:tagLst xmlns:a="http://schemas.openxmlformats.org/drawingml/2006/main" xmlns:r="http://schemas.openxmlformats.org/officeDocument/2006/relationships" xmlns:p="http://schemas.openxmlformats.org/presentationml/2006/main">
  <p:tag name="KSO_WM_UNIT_TEXT_PART_ID_V2" val="d-7-1"/>
  <p:tag name="KSO_WM_UNIT_COLOR_SCHEME_SHAPE_ID" val="62"/>
  <p:tag name="KSO_WM_UNIT_COLOR_SCHEME_PARENT_PAGE" val="0_3"/>
  <p:tag name="KSO_WM_UNIT_ISCONTENTSTITLE" val="0"/>
  <p:tag name="KSO_WM_UNIT_PRESET_TEXT" val="点击此处可添加能传达您观点的文本"/>
  <p:tag name="KSO_WM_UNIT_NOCLEAR" val="0"/>
  <p:tag name="KSO_WM_UNIT_VALUE" val="19"/>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196497_4*a*1"/>
  <p:tag name="KSO_WM_TEMPLATE_CATEGORY" val="diagram"/>
  <p:tag name="KSO_WM_TEMPLATE_INDEX" val="20196497"/>
  <p:tag name="KSO_WM_UNIT_LAYERLEVEL" val="1"/>
  <p:tag name="KSO_WM_TAG_VERSION" val="1.0"/>
  <p:tag name="KSO_WM_BEAUTIFY_FLAG" val="#wm#"/>
  <p:tag name="KSO_WM_UNIT_TEXT_FILL_FORE_SCHEMECOLOR_INDEX" val="14"/>
  <p:tag name="KSO_WM_UNIT_TEXT_FILL_TYPE" val="1"/>
  <p:tag name="KSO_WM_UNIT_USESOURCEFORMAT_APPLY" val="1"/>
</p:tagLst>
</file>

<file path=ppt/tags/tag1725.xml><?xml version="1.0" encoding="utf-8"?>
<p:tagLst xmlns:a="http://schemas.openxmlformats.org/drawingml/2006/main" xmlns:r="http://schemas.openxmlformats.org/officeDocument/2006/relationships" xmlns:p="http://schemas.openxmlformats.org/presentationml/2006/main">
  <p:tag name="KSO_WM_UNIT_COLOR_SCHEME_SHAPE_ID" val="58"/>
  <p:tag name="KSO_WM_UNIT_COLOR_SCHEME_PARENT_PAGE" val="0_3"/>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diagram20196497_4*i*2"/>
  <p:tag name="KSO_WM_TEMPLATE_CATEGORY" val="diagram"/>
  <p:tag name="KSO_WM_TEMPLATE_INDEX" val="20196497"/>
  <p:tag name="KSO_WM_UNIT_LAYERLEVEL" val="1"/>
  <p:tag name="KSO_WM_TAG_VERSION" val="1.0"/>
  <p:tag name="KSO_WM_BEAUTIFY_FLAG" val="#wm#"/>
  <p:tag name="KSO_WM_UNIT_FILL_FORE_SCHEMECOLOR_INDEX" val="13"/>
  <p:tag name="KSO_WM_UNIT_FILL_TYPE" val="1"/>
  <p:tag name="KSO_WM_UNIT_TEXT_FILL_FORE_SCHEMECOLOR_INDEX" val="14"/>
  <p:tag name="KSO_WM_UNIT_TEXT_FILL_TYPE" val="1"/>
  <p:tag name="KSO_WM_UNIT_USESOURCEFORMAT_APPLY" val="1"/>
</p:tagLst>
</file>

<file path=ppt/tags/tag1726.xml><?xml version="1.0" encoding="utf-8"?>
<p:tagLst xmlns:a="http://schemas.openxmlformats.org/drawingml/2006/main" xmlns:r="http://schemas.openxmlformats.org/officeDocument/2006/relationships" xmlns:p="http://schemas.openxmlformats.org/presentationml/2006/main">
  <p:tag name="KSO_WM_UNIT_COLOR_SCHEME_SHAPE_ID" val="32"/>
  <p:tag name="KSO_WM_UNIT_COLOR_SCHEME_PARENT_PAGE" val="0_3"/>
  <p:tag name="KSO_WM_UNIT_FOIL_COLOR" val="1"/>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b"/>
  <p:tag name="KSO_WM_UNIT_TYPE" val="l_h_i"/>
  <p:tag name="KSO_WM_UNIT_INDEX" val="1_1_1"/>
  <p:tag name="KSO_WM_UNIT_ID" val="diagram20196497_4*l_h_i*1_1_1"/>
  <p:tag name="KSO_WM_TEMPLATE_CATEGORY" val="diagram"/>
  <p:tag name="KSO_WM_TEMPLATE_INDEX" val="20196497"/>
  <p:tag name="KSO_WM_UNIT_LAYERLEVEL" val="1_1_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727.xml><?xml version="1.0" encoding="utf-8"?>
<p:tagLst xmlns:a="http://schemas.openxmlformats.org/drawingml/2006/main" xmlns:r="http://schemas.openxmlformats.org/officeDocument/2006/relationships" xmlns:p="http://schemas.openxmlformats.org/presentationml/2006/main">
  <p:tag name="KSO_WM_UNIT_COLOR_SCHEME_SHAPE_ID" val="56"/>
  <p:tag name="KSO_WM_UNIT_COLOR_SCHEME_PARENT_PAGE" val="0_3"/>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e"/>
  <p:tag name="KSO_WM_UNIT_TYPE" val="l_h_i"/>
  <p:tag name="KSO_WM_UNIT_INDEX" val="1_1_1"/>
  <p:tag name="KSO_WM_UNIT_ID" val="diagram20196497_4*l_h_i*1_1_1"/>
  <p:tag name="KSO_WM_TEMPLATE_CATEGORY" val="diagram"/>
  <p:tag name="KSO_WM_TEMPLATE_INDEX" val="20196497"/>
  <p:tag name="KSO_WM_UNIT_LAYERLEVEL" val="1_1_1"/>
  <p:tag name="KSO_WM_TAG_VERSION" val="1.0"/>
  <p:tag name="KSO_WM_BEAUTIFY_FLAG" val="#wm#"/>
  <p:tag name="KSO_WM_UNIT_FILL_FORE_SCHEMECOLOR_INDEX" val="14"/>
  <p:tag name="KSO_WM_UNIT_FILL_TYPE" val="1"/>
  <p:tag name="KSO_WM_UNIT_LINE_FORE_SCHEMECOLOR_INDEX" val="14"/>
  <p:tag name="KSO_WM_UNIT_LINE_FILL_TYPE" val="2"/>
  <p:tag name="KSO_WM_UNIT_TEXT_FILL_FORE_SCHEMECOLOR_INDEX" val="14"/>
  <p:tag name="KSO_WM_UNIT_TEXT_FILL_TYPE" val="1"/>
  <p:tag name="KSO_WM_UNIT_USESOURCEFORMAT_APPLY" val="1"/>
</p:tagLst>
</file>

<file path=ppt/tags/tag1728.xml><?xml version="1.0" encoding="utf-8"?>
<p:tagLst xmlns:a="http://schemas.openxmlformats.org/drawingml/2006/main" xmlns:r="http://schemas.openxmlformats.org/officeDocument/2006/relationships" xmlns:p="http://schemas.openxmlformats.org/presentationml/2006/main">
  <p:tag name="KSO_WM_UNIT_COLOR_SCHEME_SHAPE_ID" val="31"/>
  <p:tag name="KSO_WM_UNIT_COLOR_SCHEME_PARENT_PAGE" val="0_3"/>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196497_4*l_h_i*1_1_1"/>
  <p:tag name="KSO_WM_TEMPLATE_CATEGORY" val="diagram"/>
  <p:tag name="KSO_WM_TEMPLATE_INDEX" val="20196497"/>
  <p:tag name="KSO_WM_UNIT_LAYERLEVEL" val="1_1_1"/>
  <p:tag name="KSO_WM_TAG_VERSION" val="1.0"/>
  <p:tag name="KSO_WM_BEAUTIFY_FLAG" val="#wm#"/>
  <p:tag name="KSO_WM_UNIT_TEXT_FILL_FORE_SCHEMECOLOR_INDEX" val="14"/>
  <p:tag name="KSO_WM_UNIT_TEXT_FILL_TYPE" val="1"/>
  <p:tag name="KSO_WM_UNIT_USESOURCEFORMAT_APPLY" val="1"/>
</p:tagLst>
</file>

<file path=ppt/tags/tag1729.xml><?xml version="1.0" encoding="utf-8"?>
<p:tagLst xmlns:a="http://schemas.openxmlformats.org/drawingml/2006/main" xmlns:r="http://schemas.openxmlformats.org/officeDocument/2006/relationships" xmlns:p="http://schemas.openxmlformats.org/presentationml/2006/main">
  <p:tag name="KSO_WM_UNIT_COLOR_SCHEME_SHAPE_ID" val="37"/>
  <p:tag name="KSO_WM_UNIT_COLOR_SCHEME_PARENT_PAGE" val="0_3"/>
  <p:tag name="KSO_WM_UNIT_FOIL_COLOR" val="1"/>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b"/>
  <p:tag name="KSO_WM_UNIT_TYPE" val="l_h_i"/>
  <p:tag name="KSO_WM_UNIT_INDEX" val="1_2_1"/>
  <p:tag name="KSO_WM_UNIT_ID" val="diagram20196497_4*l_h_i*1_2_1"/>
  <p:tag name="KSO_WM_TEMPLATE_CATEGORY" val="diagram"/>
  <p:tag name="KSO_WM_TEMPLATE_INDEX" val="20196497"/>
  <p:tag name="KSO_WM_UNIT_LAYERLEVEL" val="1_1_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730.xml><?xml version="1.0" encoding="utf-8"?>
<p:tagLst xmlns:a="http://schemas.openxmlformats.org/drawingml/2006/main" xmlns:r="http://schemas.openxmlformats.org/officeDocument/2006/relationships" xmlns:p="http://schemas.openxmlformats.org/presentationml/2006/main">
  <p:tag name="KSO_WM_UNIT_COLOR_SCHEME_SHAPE_ID" val="38"/>
  <p:tag name="KSO_WM_UNIT_COLOR_SCHEME_PARENT_PAGE" val="0_3"/>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e"/>
  <p:tag name="KSO_WM_UNIT_TYPE" val="l_h_i"/>
  <p:tag name="KSO_WM_UNIT_INDEX" val="1_2_1"/>
  <p:tag name="KSO_WM_UNIT_ID" val="diagram20196497_4*l_h_i*1_2_1"/>
  <p:tag name="KSO_WM_TEMPLATE_CATEGORY" val="diagram"/>
  <p:tag name="KSO_WM_TEMPLATE_INDEX" val="20196497"/>
  <p:tag name="KSO_WM_UNIT_LAYERLEVEL" val="1_1_1"/>
  <p:tag name="KSO_WM_TAG_VERSION" val="1.0"/>
  <p:tag name="KSO_WM_BEAUTIFY_FLAG" val="#wm#"/>
  <p:tag name="KSO_WM_UNIT_FILL_FORE_SCHEMECOLOR_INDEX" val="14"/>
  <p:tag name="KSO_WM_UNIT_FILL_TYPE" val="1"/>
  <p:tag name="KSO_WM_UNIT_LINE_FORE_SCHEMECOLOR_INDEX" val="14"/>
  <p:tag name="KSO_WM_UNIT_LINE_FILL_TYPE" val="2"/>
  <p:tag name="KSO_WM_UNIT_TEXT_FILL_FORE_SCHEMECOLOR_INDEX" val="14"/>
  <p:tag name="KSO_WM_UNIT_TEXT_FILL_TYPE" val="1"/>
  <p:tag name="KSO_WM_UNIT_USESOURCEFORMAT_APPLY" val="1"/>
</p:tagLst>
</file>

<file path=ppt/tags/tag1731.xml><?xml version="1.0" encoding="utf-8"?>
<p:tagLst xmlns:a="http://schemas.openxmlformats.org/drawingml/2006/main" xmlns:r="http://schemas.openxmlformats.org/officeDocument/2006/relationships" xmlns:p="http://schemas.openxmlformats.org/presentationml/2006/main">
  <p:tag name="KSO_WM_UNIT_COLOR_SCHEME_SHAPE_ID" val="33"/>
  <p:tag name="KSO_WM_UNIT_COLOR_SCHEME_PARENT_PAGE" val="0_3"/>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196497_4*l_h_i*1_2_1"/>
  <p:tag name="KSO_WM_TEMPLATE_CATEGORY" val="diagram"/>
  <p:tag name="KSO_WM_TEMPLATE_INDEX" val="20196497"/>
  <p:tag name="KSO_WM_UNIT_LAYERLEVEL" val="1_1_1"/>
  <p:tag name="KSO_WM_TAG_VERSION" val="1.0"/>
  <p:tag name="KSO_WM_BEAUTIFY_FLAG" val="#wm#"/>
  <p:tag name="KSO_WM_UNIT_TEXT_FILL_FORE_SCHEMECOLOR_INDEX" val="14"/>
  <p:tag name="KSO_WM_UNIT_TEXT_FILL_TYPE" val="1"/>
  <p:tag name="KSO_WM_UNIT_USESOURCEFORMAT_APPLY" val="1"/>
</p:tagLst>
</file>

<file path=ppt/tags/tag1732.xml><?xml version="1.0" encoding="utf-8"?>
<p:tagLst xmlns:a="http://schemas.openxmlformats.org/drawingml/2006/main" xmlns:r="http://schemas.openxmlformats.org/officeDocument/2006/relationships" xmlns:p="http://schemas.openxmlformats.org/presentationml/2006/main">
  <p:tag name="KSO_WM_UNIT_COLOR_SCHEME_SHAPE_ID" val="44"/>
  <p:tag name="KSO_WM_UNIT_COLOR_SCHEME_PARENT_PAGE" val="0_3"/>
  <p:tag name="KSO_WM_UNIT_FOIL_COLOR" val="1"/>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b"/>
  <p:tag name="KSO_WM_UNIT_TYPE" val="l_h_i"/>
  <p:tag name="KSO_WM_UNIT_INDEX" val="1_3_1"/>
  <p:tag name="KSO_WM_UNIT_ID" val="diagram20196497_4*l_h_i*1_3_1"/>
  <p:tag name="KSO_WM_TEMPLATE_CATEGORY" val="diagram"/>
  <p:tag name="KSO_WM_TEMPLATE_INDEX" val="20196497"/>
  <p:tag name="KSO_WM_UNIT_LAYERLEVEL" val="1_1_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733.xml><?xml version="1.0" encoding="utf-8"?>
<p:tagLst xmlns:a="http://schemas.openxmlformats.org/drawingml/2006/main" xmlns:r="http://schemas.openxmlformats.org/officeDocument/2006/relationships" xmlns:p="http://schemas.openxmlformats.org/presentationml/2006/main">
  <p:tag name="KSO_WM_UNIT_COLOR_SCHEME_SHAPE_ID" val="46"/>
  <p:tag name="KSO_WM_UNIT_COLOR_SCHEME_PARENT_PAGE" val="0_3"/>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e"/>
  <p:tag name="KSO_WM_UNIT_TYPE" val="l_h_i"/>
  <p:tag name="KSO_WM_UNIT_INDEX" val="1_3_1"/>
  <p:tag name="KSO_WM_UNIT_ID" val="diagram20196497_4*l_h_i*1_3_1"/>
  <p:tag name="KSO_WM_TEMPLATE_CATEGORY" val="diagram"/>
  <p:tag name="KSO_WM_TEMPLATE_INDEX" val="20196497"/>
  <p:tag name="KSO_WM_UNIT_LAYERLEVEL" val="1_1_1"/>
  <p:tag name="KSO_WM_TAG_VERSION" val="1.0"/>
  <p:tag name="KSO_WM_BEAUTIFY_FLAG" val="#wm#"/>
  <p:tag name="KSO_WM_UNIT_FILL_FORE_SCHEMECOLOR_INDEX" val="14"/>
  <p:tag name="KSO_WM_UNIT_FILL_TYPE" val="1"/>
  <p:tag name="KSO_WM_UNIT_LINE_FORE_SCHEMECOLOR_INDEX" val="14"/>
  <p:tag name="KSO_WM_UNIT_LINE_FILL_TYPE" val="2"/>
  <p:tag name="KSO_WM_UNIT_TEXT_FILL_FORE_SCHEMECOLOR_INDEX" val="14"/>
  <p:tag name="KSO_WM_UNIT_TEXT_FILL_TYPE" val="1"/>
  <p:tag name="KSO_WM_UNIT_USESOURCEFORMAT_APPLY" val="1"/>
</p:tagLst>
</file>

<file path=ppt/tags/tag1734.xml><?xml version="1.0" encoding="utf-8"?>
<p:tagLst xmlns:a="http://schemas.openxmlformats.org/drawingml/2006/main" xmlns:r="http://schemas.openxmlformats.org/officeDocument/2006/relationships" xmlns:p="http://schemas.openxmlformats.org/presentationml/2006/main">
  <p:tag name="KSO_WM_UNIT_COLOR_SCHEME_SHAPE_ID" val="34"/>
  <p:tag name="KSO_WM_UNIT_COLOR_SCHEME_PARENT_PAGE" val="0_3"/>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196497_4*l_h_i*1_3_1"/>
  <p:tag name="KSO_WM_TEMPLATE_CATEGORY" val="diagram"/>
  <p:tag name="KSO_WM_TEMPLATE_INDEX" val="20196497"/>
  <p:tag name="KSO_WM_UNIT_LAYERLEVEL" val="1_1_1"/>
  <p:tag name="KSO_WM_TAG_VERSION" val="1.0"/>
  <p:tag name="KSO_WM_BEAUTIFY_FLAG" val="#wm#"/>
  <p:tag name="KSO_WM_UNIT_TEXT_FILL_FORE_SCHEMECOLOR_INDEX" val="14"/>
  <p:tag name="KSO_WM_UNIT_TEXT_FILL_TYPE" val="1"/>
  <p:tag name="KSO_WM_UNIT_USESOURCEFORMAT_APPLY" val="1"/>
</p:tagLst>
</file>

<file path=ppt/tags/tag1735.xml><?xml version="1.0" encoding="utf-8"?>
<p:tagLst xmlns:a="http://schemas.openxmlformats.org/drawingml/2006/main" xmlns:r="http://schemas.openxmlformats.org/officeDocument/2006/relationships" xmlns:p="http://schemas.openxmlformats.org/presentationml/2006/main">
  <p:tag name="KSO_WM_UNIT_COLOR_SCHEME_SHAPE_ID" val="54"/>
  <p:tag name="KSO_WM_UNIT_COLOR_SCHEME_PARENT_PAGE" val="0_3"/>
  <p:tag name="KSO_WM_UNIT_FOIL_COLOR" val="1"/>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b"/>
  <p:tag name="KSO_WM_UNIT_TYPE" val="l_h_i"/>
  <p:tag name="KSO_WM_UNIT_INDEX" val="1_4_1"/>
  <p:tag name="KSO_WM_UNIT_ID" val="diagram20196497_4*l_h_i*1_4_1"/>
  <p:tag name="KSO_WM_TEMPLATE_CATEGORY" val="diagram"/>
  <p:tag name="KSO_WM_TEMPLATE_INDEX" val="20196497"/>
  <p:tag name="KSO_WM_UNIT_LAYERLEVEL" val="1_1_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736.xml><?xml version="1.0" encoding="utf-8"?>
<p:tagLst xmlns:a="http://schemas.openxmlformats.org/drawingml/2006/main" xmlns:r="http://schemas.openxmlformats.org/officeDocument/2006/relationships" xmlns:p="http://schemas.openxmlformats.org/presentationml/2006/main">
  <p:tag name="KSO_WM_UNIT_COLOR_SCHEME_SHAPE_ID" val="55"/>
  <p:tag name="KSO_WM_UNIT_COLOR_SCHEME_PARENT_PAGE" val="0_3"/>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e"/>
  <p:tag name="KSO_WM_UNIT_TYPE" val="l_h_i"/>
  <p:tag name="KSO_WM_UNIT_INDEX" val="1_4_1"/>
  <p:tag name="KSO_WM_UNIT_ID" val="diagram20196497_4*l_h_i*1_4_1"/>
  <p:tag name="KSO_WM_TEMPLATE_CATEGORY" val="diagram"/>
  <p:tag name="KSO_WM_TEMPLATE_INDEX" val="20196497"/>
  <p:tag name="KSO_WM_UNIT_LAYERLEVEL" val="1_1_1"/>
  <p:tag name="KSO_WM_TAG_VERSION" val="1.0"/>
  <p:tag name="KSO_WM_BEAUTIFY_FLAG" val="#wm#"/>
  <p:tag name="KSO_WM_UNIT_FILL_FORE_SCHEMECOLOR_INDEX" val="14"/>
  <p:tag name="KSO_WM_UNIT_FILL_TYPE" val="1"/>
  <p:tag name="KSO_WM_UNIT_LINE_FORE_SCHEMECOLOR_INDEX" val="14"/>
  <p:tag name="KSO_WM_UNIT_LINE_FILL_TYPE" val="2"/>
  <p:tag name="KSO_WM_UNIT_TEXT_FILL_FORE_SCHEMECOLOR_INDEX" val="14"/>
  <p:tag name="KSO_WM_UNIT_TEXT_FILL_TYPE" val="1"/>
  <p:tag name="KSO_WM_UNIT_USESOURCEFORMAT_APPLY" val="1"/>
</p:tagLst>
</file>

<file path=ppt/tags/tag1737.xml><?xml version="1.0" encoding="utf-8"?>
<p:tagLst xmlns:a="http://schemas.openxmlformats.org/drawingml/2006/main" xmlns:r="http://schemas.openxmlformats.org/officeDocument/2006/relationships" xmlns:p="http://schemas.openxmlformats.org/presentationml/2006/main">
  <p:tag name="KSO_WM_UNIT_COLOR_SCHEME_SHAPE_ID" val="35"/>
  <p:tag name="KSO_WM_UNIT_COLOR_SCHEME_PARENT_PAGE" val="0_3"/>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diagram20196497_4*l_h_i*1_4_1"/>
  <p:tag name="KSO_WM_TEMPLATE_CATEGORY" val="diagram"/>
  <p:tag name="KSO_WM_TEMPLATE_INDEX" val="20196497"/>
  <p:tag name="KSO_WM_UNIT_LAYERLEVEL" val="1_1_1"/>
  <p:tag name="KSO_WM_TAG_VERSION" val="1.0"/>
  <p:tag name="KSO_WM_BEAUTIFY_FLAG" val="#wm#"/>
  <p:tag name="KSO_WM_UNIT_TEXT_FILL_FORE_SCHEMECOLOR_INDEX" val="14"/>
  <p:tag name="KSO_WM_UNIT_TEXT_FILL_TYPE" val="1"/>
  <p:tag name="KSO_WM_UNIT_USESOURCEFORMAT_APPLY" val="1"/>
</p:tagLst>
</file>

<file path=ppt/tags/tag1738.xml><?xml version="1.0" encoding="utf-8"?>
<p:tagLst xmlns:a="http://schemas.openxmlformats.org/drawingml/2006/main" xmlns:r="http://schemas.openxmlformats.org/officeDocument/2006/relationships" xmlns:p="http://schemas.openxmlformats.org/presentationml/2006/main">
  <p:tag name="KSO_WM_UNIT_COLOR_SCHEME_SHAPE_ID" val="54"/>
  <p:tag name="KSO_WM_UNIT_COLOR_SCHEME_PARENT_PAGE" val="0_3"/>
  <p:tag name="KSO_WM_UNIT_FOIL_COLOR" val="1"/>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b"/>
  <p:tag name="KSO_WM_UNIT_TYPE" val="l_h_i"/>
  <p:tag name="KSO_WM_UNIT_INDEX" val="1_5_1"/>
  <p:tag name="KSO_WM_UNIT_ID" val="diagram20196497_4*l_h_i*1_5_1"/>
  <p:tag name="KSO_WM_TEMPLATE_CATEGORY" val="diagram"/>
  <p:tag name="KSO_WM_TEMPLATE_INDEX" val="20196497"/>
  <p:tag name="KSO_WM_UNIT_LAYERLEVEL" val="1_1_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739.xml><?xml version="1.0" encoding="utf-8"?>
<p:tagLst xmlns:a="http://schemas.openxmlformats.org/drawingml/2006/main" xmlns:r="http://schemas.openxmlformats.org/officeDocument/2006/relationships" xmlns:p="http://schemas.openxmlformats.org/presentationml/2006/main">
  <p:tag name="KSO_WM_UNIT_COLOR_SCHEME_SHAPE_ID" val="55"/>
  <p:tag name="KSO_WM_UNIT_COLOR_SCHEME_PARENT_PAGE" val="0_3"/>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e"/>
  <p:tag name="KSO_WM_UNIT_TYPE" val="l_h_i"/>
  <p:tag name="KSO_WM_UNIT_INDEX" val="1_5_1"/>
  <p:tag name="KSO_WM_UNIT_ID" val="diagram20196497_4*l_h_i*1_5_1"/>
  <p:tag name="KSO_WM_TEMPLATE_CATEGORY" val="diagram"/>
  <p:tag name="KSO_WM_TEMPLATE_INDEX" val="20196497"/>
  <p:tag name="KSO_WM_UNIT_LAYERLEVEL" val="1_1_1"/>
  <p:tag name="KSO_WM_TAG_VERSION" val="1.0"/>
  <p:tag name="KSO_WM_BEAUTIFY_FLAG" val="#wm#"/>
  <p:tag name="KSO_WM_UNIT_FILL_FORE_SCHEMECOLOR_INDEX" val="14"/>
  <p:tag name="KSO_WM_UNIT_FILL_TYPE" val="1"/>
  <p:tag name="KSO_WM_UNIT_LINE_FORE_SCHEMECOLOR_INDEX" val="14"/>
  <p:tag name="KSO_WM_UNIT_LINE_FILL_TYPE" val="2"/>
  <p:tag name="KSO_WM_UNIT_TEXT_FILL_FORE_SCHEMECOLOR_INDEX" val="14"/>
  <p:tag name="KSO_WM_UNIT_TEXT_FILL_TYPE" val="1"/>
  <p:tag name="KSO_WM_UNIT_USESOURCEFORMAT_APPLY" val="1"/>
</p:tagLst>
</file>

<file path=ppt/tags/tag1740.xml><?xml version="1.0" encoding="utf-8"?>
<p:tagLst xmlns:a="http://schemas.openxmlformats.org/drawingml/2006/main" xmlns:r="http://schemas.openxmlformats.org/officeDocument/2006/relationships" xmlns:p="http://schemas.openxmlformats.org/presentationml/2006/main">
  <p:tag name="KSO_WM_UNIT_TEXT_PART_ID_V2" val="d-1-1"/>
  <p:tag name="KSO_WM_UNIT_COLOR_SCHEME_SHAPE_ID" val="59"/>
  <p:tag name="KSO_WM_UNIT_COLOR_SCHEME_PARENT_PAGE" val="0_3"/>
  <p:tag name="KSO_WM_UNIT_DIAGRAM_MODELTYPE" val="stripeEnum"/>
  <p:tag name="KSO_WM_UNIT_PRESET_TEXT" val="单击此处添加文本具体内容，简明扼要的阐述您的观点。"/>
  <p:tag name="KSO_WM_UNIT_NOCLEAR" val="0"/>
  <p:tag name="KSO_WM_UNIT_VALUE" val="6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196497_4*l_h_f*1_4_1"/>
  <p:tag name="KSO_WM_TEMPLATE_CATEGORY" val="diagram"/>
  <p:tag name="KSO_WM_TEMPLATE_INDEX" val="20196497"/>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741.xml><?xml version="1.0" encoding="utf-8"?>
<p:tagLst xmlns:a="http://schemas.openxmlformats.org/drawingml/2006/main" xmlns:r="http://schemas.openxmlformats.org/officeDocument/2006/relationships" xmlns:p="http://schemas.openxmlformats.org/presentationml/2006/main">
  <p:tag name="KSO_WM_UNIT_COLOR_SCHEME_SHAPE_ID" val="35"/>
  <p:tag name="KSO_WM_UNIT_COLOR_SCHEME_PARENT_PAGE" val="0_3"/>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5_1"/>
  <p:tag name="KSO_WM_UNIT_ID" val="diagram20196497_4*l_h_i*1_5_1"/>
  <p:tag name="KSO_WM_TEMPLATE_CATEGORY" val="diagram"/>
  <p:tag name="KSO_WM_TEMPLATE_INDEX" val="20196497"/>
  <p:tag name="KSO_WM_UNIT_LAYERLEVEL" val="1_1_1"/>
  <p:tag name="KSO_WM_TAG_VERSION" val="1.0"/>
  <p:tag name="KSO_WM_BEAUTIFY_FLAG" val="#wm#"/>
  <p:tag name="KSO_WM_UNIT_TEXT_FILL_FORE_SCHEMECOLOR_INDEX" val="14"/>
  <p:tag name="KSO_WM_UNIT_TEXT_FILL_TYPE" val="1"/>
  <p:tag name="KSO_WM_UNIT_USESOURCEFORMAT_APPLY" val="1"/>
</p:tagLst>
</file>

<file path=ppt/tags/tag1742.xml><?xml version="1.0" encoding="utf-8"?>
<p:tagLst xmlns:a="http://schemas.openxmlformats.org/drawingml/2006/main" xmlns:r="http://schemas.openxmlformats.org/officeDocument/2006/relationships" xmlns:p="http://schemas.openxmlformats.org/presentationml/2006/main">
  <p:tag name="KSO_WM_UNIT_TEXT_PART_ID_V2" val="d-1-1"/>
  <p:tag name="KSO_WM_UNIT_COLOR_SCHEME_SHAPE_ID" val="59"/>
  <p:tag name="KSO_WM_UNIT_COLOR_SCHEME_PARENT_PAGE" val="0_3"/>
  <p:tag name="KSO_WM_UNIT_DIAGRAM_MODELTYPE" val="stripeEnum"/>
  <p:tag name="KSO_WM_UNIT_PRESET_TEXT" val="单击此处添加文本具体内容，简明扼要的阐述您的观点。"/>
  <p:tag name="KSO_WM_UNIT_NOCLEAR" val="0"/>
  <p:tag name="KSO_WM_UNIT_VALUE" val="6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196497_4*l_h_f*1_3_1"/>
  <p:tag name="KSO_WM_TEMPLATE_CATEGORY" val="diagram"/>
  <p:tag name="KSO_WM_TEMPLATE_INDEX" val="20196497"/>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743.xml><?xml version="1.0" encoding="utf-8"?>
<p:tagLst xmlns:a="http://schemas.openxmlformats.org/drawingml/2006/main" xmlns:r="http://schemas.openxmlformats.org/officeDocument/2006/relationships" xmlns:p="http://schemas.openxmlformats.org/presentationml/2006/main">
  <p:tag name="KSO_WM_UNIT_TEXT_PART_ID_V2" val="d-1-1"/>
  <p:tag name="KSO_WM_UNIT_COLOR_SCHEME_SHAPE_ID" val="59"/>
  <p:tag name="KSO_WM_UNIT_COLOR_SCHEME_PARENT_PAGE" val="0_3"/>
  <p:tag name="KSO_WM_UNIT_DIAGRAM_MODELTYPE" val="stripeEnum"/>
  <p:tag name="KSO_WM_UNIT_PRESET_TEXT" val="单击此处添加文本具体内容，简明扼要的阐述您的观点。"/>
  <p:tag name="KSO_WM_UNIT_NOCLEAR" val="0"/>
  <p:tag name="KSO_WM_UNIT_VALUE" val="6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196497_4*l_h_f*1_2_1"/>
  <p:tag name="KSO_WM_TEMPLATE_CATEGORY" val="diagram"/>
  <p:tag name="KSO_WM_TEMPLATE_INDEX" val="20196497"/>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744.xml><?xml version="1.0" encoding="utf-8"?>
<p:tagLst xmlns:a="http://schemas.openxmlformats.org/drawingml/2006/main" xmlns:r="http://schemas.openxmlformats.org/officeDocument/2006/relationships" xmlns:p="http://schemas.openxmlformats.org/presentationml/2006/main">
  <p:tag name="KSO_WM_UNIT_TEXT_PART_ID_V2" val="d-1-1"/>
  <p:tag name="KSO_WM_UNIT_COLOR_SCHEME_SHAPE_ID" val="59"/>
  <p:tag name="KSO_WM_UNIT_COLOR_SCHEME_PARENT_PAGE" val="0_3"/>
  <p:tag name="KSO_WM_UNIT_DIAGRAM_MODELTYPE" val="stripeEnum"/>
  <p:tag name="KSO_WM_UNIT_PRESET_TEXT" val="单击此处添加文本具体内容，简明扼要的阐述您的观点。"/>
  <p:tag name="KSO_WM_UNIT_NOCLEAR" val="0"/>
  <p:tag name="KSO_WM_UNIT_VALUE" val="6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196497_4*l_h_f*1_1_1"/>
  <p:tag name="KSO_WM_TEMPLATE_CATEGORY" val="diagram"/>
  <p:tag name="KSO_WM_TEMPLATE_INDEX" val="20196497"/>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745.xml><?xml version="1.0" encoding="utf-8"?>
<p:tagLst xmlns:a="http://schemas.openxmlformats.org/drawingml/2006/main" xmlns:r="http://schemas.openxmlformats.org/officeDocument/2006/relationships" xmlns:p="http://schemas.openxmlformats.org/presentationml/2006/main">
  <p:tag name="KSO_WM_UNIT_TEXT_PART_ID_V2" val="d-1-1"/>
  <p:tag name="KSO_WM_UNIT_COLOR_SCHEME_SHAPE_ID" val="59"/>
  <p:tag name="KSO_WM_UNIT_COLOR_SCHEME_PARENT_PAGE" val="0_3"/>
  <p:tag name="KSO_WM_UNIT_DIAGRAM_MODELTYPE" val="stripeEnum"/>
  <p:tag name="KSO_WM_UNIT_PRESET_TEXT" val="单击此处添加文本具体内容，简明扼要的阐述您的观点。"/>
  <p:tag name="KSO_WM_UNIT_NOCLEAR" val="0"/>
  <p:tag name="KSO_WM_UNIT_VALUE" val="60"/>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20196497_4*l_h_f*1_5_1"/>
  <p:tag name="KSO_WM_TEMPLATE_CATEGORY" val="diagram"/>
  <p:tag name="KSO_WM_TEMPLATE_INDEX" val="20196497"/>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74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68780"/>
</p:tagLst>
</file>

<file path=ppt/tags/tag174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91379"/>
  <p:tag name="KSO_WM_SLIDE_CONSTRAINT" val="%7b%22slideConstraint%22%3a%7b%22seriesAreas%22%3a%5b%5d%2c%22singleAreas%22%3a%5b%7b%22shapes%22%3a%5b11%5d%2c%22serialConstraintIndex%22%3a-1%2c%22areatextmark%22%3a0%2c%22pictureprocessmark%22%3a0%7d%5d%7d%7d"/>
  <p:tag name="KSO_WM_SLIDE_COLORSCHEME_VERSION" val="3.2"/>
  <p:tag name="KSO_WM_SLIDE_ID" val="diagram20191379_1"/>
  <p:tag name="KSO_WM_TEMPLATE_SUBCATEGORY" val="0"/>
  <p:tag name="KSO_WM_TEMPLATE_MASTER_TYPE" val="0"/>
  <p:tag name="KSO_WM_TEMPLATE_COLOR_TYPE" val="1"/>
  <p:tag name="KSO_WM_SLIDE_TYPE" val="text"/>
  <p:tag name="KSO_WM_SLIDE_SUBTYPE" val="picTxt"/>
  <p:tag name="KSO_WM_SLIDE_ITEM_CNT" val="0"/>
  <p:tag name="KSO_WM_SLIDE_INDEX" val="1"/>
  <p:tag name="KSO_WM_SLIDE_SIZE" val="941*540"/>
  <p:tag name="KSO_WM_SLIDE_POSITION" val="18*0"/>
  <p:tag name="KSO_WM_TAG_VERSION" val="1.0"/>
  <p:tag name="KSO_WM_SLIDE_LAYOUT" val="a_d_f"/>
  <p:tag name="KSO_WM_SLIDE_LAYOUT_CNT" val="1_1_1"/>
  <p:tag name="KSO_WM_SLIDE_BK_DARK_LIGHT" val="2"/>
  <p:tag name="KSO_WM_SLIDE_BACKGROUND_TYPE" val="general"/>
</p:tagLst>
</file>

<file path=ppt/tags/tag17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2*i*1"/>
  <p:tag name="KSO_WM_UNIT_LAYERLEVEL" val="1"/>
  <p:tag name="KSO_WM_TAG_VERSION" val="1.0"/>
  <p:tag name="KSO_WM_BEAUTIFY_FLAG" val="#wm#"/>
  <p:tag name="KSO_WM_SLIDE_BACKGROUND_TYPE" val="general"/>
  <p:tag name="KSO_WM_SLIDE_BK_DARK_LIGHT" val="2"/>
</p:tagLst>
</file>

<file path=ppt/tags/tag1749.xml><?xml version="1.0" encoding="utf-8"?>
<p:tagLst xmlns:a="http://schemas.openxmlformats.org/drawingml/2006/main" xmlns:r="http://schemas.openxmlformats.org/officeDocument/2006/relationships" xmlns:p="http://schemas.openxmlformats.org/presentationml/2006/main">
  <p:tag name="KSO_WM_UNIT_ADJUSTLAYOUT_ID" val="31"/>
  <p:tag name="KSO_WM_UNIT_COLOR_SCHEME_SHAPE_ID" val="31"/>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1"/>
  <p:tag name="KSO_WM_UNIT_ID" val="diagram20191379_1*i*1"/>
  <p:tag name="KSO_WM_TEMPLATE_CATEGORY" val="diagram"/>
  <p:tag name="KSO_WM_TEMPLATE_INDEX" val="20191379"/>
  <p:tag name="KSO_WM_UNIT_LAYERLEVEL" val="1"/>
  <p:tag name="KSO_WM_TAG_VERSION" val="1.0"/>
  <p:tag name="KSO_WM_BEAUTIFY_FLAG" val="#wm#"/>
  <p:tag name="KSO_WM_UNIT_FILL_FORE_SCHEMECOLOR_INDEX_BRIGHTNESS" val="-0.05"/>
  <p:tag name="KSO_WM_UNIT_FILL_FORE_SCHEMECOLOR_INDEX" val="14"/>
  <p:tag name="KSO_WM_UNIT_FILL_BACK_SCHEMECOLOR_INDEX_BRIGHTNESS" val="0"/>
  <p:tag name="KSO_WM_UNIT_FILL_BACK_SCHEMECOLOR_INDEX" val="14"/>
  <p:tag name="KSO_WM_UNIT_FILL_TYPE" val="2"/>
  <p:tag name="KSO_WM_UNIT_TEXT_FILL_FORE_SCHEMECOLOR_INDEX_BRIGHTNESS" val="0"/>
  <p:tag name="KSO_WM_UNIT_TEXT_FILL_FORE_SCHEMECOLOR_INDEX" val="14"/>
  <p:tag name="KSO_WM_UNIT_TEXT_FILL_TYPE" val="1"/>
</p:tagLst>
</file>

<file path=ppt/tags/tag1750.xml><?xml version="1.0" encoding="utf-8"?>
<p:tagLst xmlns:a="http://schemas.openxmlformats.org/drawingml/2006/main" xmlns:r="http://schemas.openxmlformats.org/officeDocument/2006/relationships" xmlns:p="http://schemas.openxmlformats.org/presentationml/2006/main">
  <p:tag name="KSO_WM_UNIT_ADJUSTLAYOUT_ID" val="25"/>
  <p:tag name="KSO_WM_UNIT_COLOR_SCHEME_SHAPE_ID" val="25"/>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2"/>
  <p:tag name="KSO_WM_UNIT_ID" val="diagram20191379_1*i*2"/>
  <p:tag name="KSO_WM_TEMPLATE_CATEGORY" val="diagram"/>
  <p:tag name="KSO_WM_TEMPLATE_INDEX" val="20191379"/>
  <p:tag name="KSO_WM_UNIT_LAYERLEVEL" val="1"/>
  <p:tag name="KSO_WM_TAG_VERSION" val="1.0"/>
  <p:tag name="KSO_WM_BEAUTIFY_FLAG" val="#wm#"/>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4"/>
  <p:tag name="KSO_WM_UNIT_TEXT_FILL_TYPE" val="1"/>
</p:tagLst>
</file>

<file path=ppt/tags/tag1751.xml><?xml version="1.0" encoding="utf-8"?>
<p:tagLst xmlns:a="http://schemas.openxmlformats.org/drawingml/2006/main" xmlns:r="http://schemas.openxmlformats.org/officeDocument/2006/relationships" xmlns:p="http://schemas.openxmlformats.org/presentationml/2006/main">
  <p:tag name="KSO_WM_UNIT_ADJUSTLAYOUT_ID" val="26"/>
  <p:tag name="KSO_WM_UNIT_COLOR_SCHEME_SHAPE_ID" val="26"/>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3"/>
  <p:tag name="KSO_WM_UNIT_ID" val="diagram20191379_1*i*3"/>
  <p:tag name="KSO_WM_TEMPLATE_CATEGORY" val="diagram"/>
  <p:tag name="KSO_WM_TEMPLATE_INDEX" val="20191379"/>
  <p:tag name="KSO_WM_UNIT_LAYERLEVEL" val="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4"/>
  <p:tag name="KSO_WM_UNIT_TEXT_FILL_TYPE" val="1"/>
</p:tagLst>
</file>

<file path=ppt/tags/tag1752.xml><?xml version="1.0" encoding="utf-8"?>
<p:tagLst xmlns:a="http://schemas.openxmlformats.org/drawingml/2006/main" xmlns:r="http://schemas.openxmlformats.org/officeDocument/2006/relationships" xmlns:p="http://schemas.openxmlformats.org/presentationml/2006/main">
  <p:tag name="KSO_WM_UNIT_ADJUSTLAYOUT_ID" val="22"/>
  <p:tag name="KSO_WM_UNIT_COLOR_SCHEME_SHAPE_ID" val="22"/>
  <p:tag name="KSO_WM_UNIT_COLOR_SCHEME_PARENT_PAGE" val="0_1"/>
  <p:tag name="KSO_WM_UNIT_FOIL_COLOR" val="1"/>
  <p:tag name="KSO_WM_UNIT_HIGHLIGHT" val="0"/>
  <p:tag name="KSO_WM_UNIT_COMPATIBLE" val="0"/>
  <p:tag name="KSO_WM_UNIT_DIAGRAM_ISNUMVISUAL" val="0"/>
  <p:tag name="KSO_WM_UNIT_DIAGRAM_ISREFERUNIT" val="0"/>
  <p:tag name="KSO_WM_UNIT_TYPE" val="i"/>
  <p:tag name="KSO_WM_UNIT_INDEX" val="4"/>
  <p:tag name="KSO_WM_UNIT_ID" val="diagram20191379_1*i*4"/>
  <p:tag name="KSO_WM_TEMPLATE_CATEGORY" val="diagram"/>
  <p:tag name="KSO_WM_TEMPLATE_INDEX" val="20191379"/>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14"/>
  <p:tag name="KSO_WM_UNIT_TEXT_FILL_TYPE" val="1"/>
</p:tagLst>
</file>

<file path=ppt/tags/tag1753.xml><?xml version="1.0" encoding="utf-8"?>
<p:tagLst xmlns:a="http://schemas.openxmlformats.org/drawingml/2006/main" xmlns:r="http://schemas.openxmlformats.org/officeDocument/2006/relationships" xmlns:p="http://schemas.openxmlformats.org/presentationml/2006/main">
  <p:tag name="KSO_WM_UNIT_ADJUSTLAYOUT_ID" val="3"/>
  <p:tag name="KSO_WM_UNIT_COLOR_SCHEME_SHAPE_ID" val="3"/>
  <p:tag name="KSO_WM_UNIT_COLOR_SCHEME_PARENT_PAGE" val="0_1"/>
  <p:tag name="KSO_WM_UNIT_TEXT_PART_ID_V2" val="d-2-1"/>
  <p:tag name="KSO_WM_UNIT_TEXT_PART_ID" val="2-d"/>
  <p:tag name="KSO_WM_UNIT_TEXT_PART_SIZE" val="254.64*434.5"/>
  <p:tag name="KSO_WM_UNIT_NOCLEAR" val="0"/>
  <p:tag name="KSO_WM_UNIT_VALUE" val="260"/>
  <p:tag name="KSO_WM_UNIT_HIGHLIGHT" val="0"/>
  <p:tag name="KSO_WM_UNIT_COMPATIBLE" val="0"/>
  <p:tag name="KSO_WM_UNIT_DIAGRAM_ISNUMVISUAL" val="0"/>
  <p:tag name="KSO_WM_UNIT_DIAGRAM_ISREFERUNIT" val="0"/>
  <p:tag name="KSO_WM_UNIT_TYPE" val="f"/>
  <p:tag name="KSO_WM_UNIT_INDEX" val="1"/>
  <p:tag name="KSO_WM_UNIT_ID" val="diagram20191379_1*f*1"/>
  <p:tag name="KSO_WM_TEMPLATE_CATEGORY" val="diagram"/>
  <p:tag name="KSO_WM_TEMPLATE_INDEX" val="20191379"/>
  <p:tag name="KSO_WM_UNIT_LAYERLEVEL" val="1"/>
  <p:tag name="KSO_WM_TAG_VERSION" val="1.0"/>
  <p:tag name="KSO_WM_BEAUTIFY_FLAG" val="#wm#"/>
  <p:tag name="KSO_WM_UNIT_PRESET_TEXT" val="点击此处添加正文，文字是您思想的提炼，请言简意赅的阐述您的观点。&#10;根据需要您可以酌情增减文字，以便观者可以准确的理解您所传达的完整信息。&#10;您的正文已经字字珠玑，但信息却错综复杂，需要用更多的文字来表述；但请您尽可能提炼思想的精髓，否则容易造成观者的阅读压力，适得其反。&#10;您输入的文字到这里，就是最佳视觉效果，请务必注意"/>
  <p:tag name="KSO_WM_UNIT_TEXT_FILL_FORE_SCHEMECOLOR_INDEX_BRIGHTNESS" val="0.25"/>
  <p:tag name="KSO_WM_UNIT_TEXT_FILL_FORE_SCHEMECOLOR_INDEX" val="13"/>
  <p:tag name="KSO_WM_UNIT_TEXT_FILL_TYPE" val="1"/>
</p:tagLst>
</file>

<file path=ppt/tags/tag1754.xml><?xml version="1.0" encoding="utf-8"?>
<p:tagLst xmlns:a="http://schemas.openxmlformats.org/drawingml/2006/main" xmlns:r="http://schemas.openxmlformats.org/officeDocument/2006/relationships" xmlns:p="http://schemas.openxmlformats.org/presentationml/2006/main">
  <p:tag name="KSO_WM_UNIT_ADJUSTLAYOUT_ID" val="9"/>
  <p:tag name="KSO_WM_UNIT_COLOR_SCHEME_SHAPE_ID" val="9"/>
  <p:tag name="KSO_WM_UNIT_COLOR_SCHEME_PARENT_PAGE" val="0_1"/>
  <p:tag name="KSO_WM_UNIT_ISCONTENTSTITLE" val="0"/>
  <p:tag name="KSO_WM_UNIT_TEXT_PART_ID" val="1-X"/>
  <p:tag name="KSO_WM_UNIT_TEXT_PART_SIZE" val="49.2*286"/>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191379_1*a*1"/>
  <p:tag name="KSO_WM_TEMPLATE_CATEGORY" val="diagram"/>
  <p:tag name="KSO_WM_TEMPLATE_INDEX" val="20191379"/>
  <p:tag name="KSO_WM_UNIT_LAYERLEVEL" val="1"/>
  <p:tag name="KSO_WM_TAG_VERSION" val="1.0"/>
  <p:tag name="KSO_WM_BEAUTIFY_FLAG" val="#wm#"/>
  <p:tag name="KSO_WM_UNIT_PRESET_TEXT" val="单击添加大标题"/>
  <p:tag name="KSO_WM_UNIT_TEXT_PART_ID_V2" val="a-1-1"/>
  <p:tag name="KSO_WM_UNIT_TEXT_FILL_FORE_SCHEMECOLOR_INDEX_BRIGHTNESS" val="0.25"/>
  <p:tag name="KSO_WM_UNIT_TEXT_FILL_FORE_SCHEMECOLOR_INDEX" val="13"/>
  <p:tag name="KSO_WM_UNIT_TEXT_FILL_TYPE" val="1"/>
</p:tagLst>
</file>

<file path=ppt/tags/tag1755.xml><?xml version="1.0" encoding="utf-8"?>
<p:tagLst xmlns:a="http://schemas.openxmlformats.org/drawingml/2006/main" xmlns:r="http://schemas.openxmlformats.org/officeDocument/2006/relationships" xmlns:p="http://schemas.openxmlformats.org/presentationml/2006/main">
  <p:tag name="KSO_WM_UNIT_VALUE" val="1061*1414"/>
  <p:tag name="KSO_WM_UNIT_HIGHLIGHT" val="0"/>
  <p:tag name="KSO_WM_UNIT_COMPATIBLE" val="0"/>
  <p:tag name="KSO_WM_UNIT_DIAGRAM_ISNUMVISUAL" val="0"/>
  <p:tag name="KSO_WM_UNIT_DIAGRAM_ISREFERUNIT" val="0"/>
  <p:tag name="KSO_WM_UNIT_TYPE" val="d"/>
  <p:tag name="KSO_WM_UNIT_INDEX" val="1"/>
  <p:tag name="KSO_WM_UNIT_ID" val="diagram20191379_1*d*1"/>
  <p:tag name="KSO_WM_TEMPLATE_CATEGORY" val="diagram"/>
  <p:tag name="KSO_WM_TEMPLATE_INDEX" val="20191379"/>
  <p:tag name="KSO_WM_UNIT_SUPPORT_UNIT_TYPE" val="[]"/>
  <p:tag name="KSO_WM_UNIT_LAYERLEVEL" val="1"/>
  <p:tag name="KSO_WM_TAG_VERSION" val="1.0"/>
  <p:tag name="KSO_WM_BEAUTIFY_FLAG" val="#wm#"/>
  <p:tag name="REFSHAPE" val="1186247884"/>
</p:tagLst>
</file>

<file path=ppt/tags/tag1756.xml><?xml version="1.0" encoding="utf-8"?>
<p:tagLst xmlns:a="http://schemas.openxmlformats.org/drawingml/2006/main" xmlns:r="http://schemas.openxmlformats.org/officeDocument/2006/relationships" xmlns:p="http://schemas.openxmlformats.org/presentationml/2006/main">
  <p:tag name="ISLIDE.DIAGRAM" val="5cde36bc-7f68-4f5b-86a9-0a89be0b3539"/>
</p:tagLst>
</file>

<file path=ppt/tags/tag175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4619"/>
  <p:tag name="KSO_WM_SLIDE_ID" val="diagram20204619_1"/>
  <p:tag name="KSO_WM_TEMPLATE_SUBCATEGORY" val="0"/>
  <p:tag name="KSO_WM_TEMPLATE_MASTER_TYPE" val="0"/>
  <p:tag name="KSO_WM_TEMPLATE_COLOR_TYPE" val="1"/>
  <p:tag name="KSO_WM_SLIDE_TYPE" val="text"/>
  <p:tag name="KSO_WM_SLIDE_SUBTYPE" val="picTxt"/>
  <p:tag name="KSO_WM_SLIDE_ITEM_CNT" val="0"/>
  <p:tag name="KSO_WM_SLIDE_INDEX" val="1"/>
  <p:tag name="KSO_WM_SLIDE_SIZE" val="859*540"/>
  <p:tag name="KSO_WM_SLIDE_POSITION" val="50*0"/>
  <p:tag name="KSO_WM_TAG_VERSION" val="1.0"/>
  <p:tag name="KSO_WM_SLIDE_LAYOUT" val="a_b_d_f"/>
  <p:tag name="KSO_WM_SLIDE_LAYOUT_CNT" val="1_1_1_1"/>
  <p:tag name="KSO_WM_SLIDE_BK_DARK_LIGHT" val="2"/>
  <p:tag name="KSO_WM_SLIDE_BACKGROUND_TYPE" val="general"/>
</p:tagLst>
</file>

<file path=ppt/tags/tag17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4619_1*i*1"/>
  <p:tag name="KSO_WM_TEMPLATE_CATEGORY" val="diagram"/>
  <p:tag name="KSO_WM_TEMPLATE_INDEX" val="20204619"/>
  <p:tag name="KSO_WM_UNIT_LAYERLEVEL" val="1"/>
  <p:tag name="KSO_WM_TAG_VERSION" val="1.0"/>
  <p:tag name="KSO_WM_BEAUTIFY_FLAG" val="#wm#"/>
  <p:tag name="KSO_WM_UNIT_FILL_FORE_SCHEMECOLOR_INDEX_BRIGHTNESS" val="0.8"/>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7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4619_1*i*2"/>
  <p:tag name="KSO_WM_TEMPLATE_CATEGORY" val="diagram"/>
  <p:tag name="KSO_WM_TEMPLATE_INDEX" val="20204619"/>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760.xml><?xml version="1.0" encoding="utf-8"?>
<p:tagLst xmlns:a="http://schemas.openxmlformats.org/drawingml/2006/main" xmlns:r="http://schemas.openxmlformats.org/officeDocument/2006/relationships" xmlns:p="http://schemas.openxmlformats.org/presentationml/2006/main">
  <p:tag name="KSO_WM_UNIT_VALUE" val="961*1281"/>
  <p:tag name="KSO_WM_UNIT_HIGHLIGHT" val="0"/>
  <p:tag name="KSO_WM_UNIT_COMPATIBLE" val="0"/>
  <p:tag name="KSO_WM_UNIT_DIAGRAM_ISNUMVISUAL" val="0"/>
  <p:tag name="KSO_WM_UNIT_DIAGRAM_ISREFERUNIT" val="0"/>
  <p:tag name="KSO_WM_UNIT_TYPE" val="d"/>
  <p:tag name="KSO_WM_UNIT_INDEX" val="1"/>
  <p:tag name="KSO_WM_UNIT_ID" val="diagram20204619_1*d*1"/>
  <p:tag name="KSO_WM_TEMPLATE_CATEGORY" val="diagram"/>
  <p:tag name="KSO_WM_TEMPLATE_INDEX" val="20204619"/>
  <p:tag name="KSO_WM_UNIT_SUPPORT_UNIT_TYPE" val="[]"/>
  <p:tag name="KSO_WM_UNIT_LAYERLEVEL" val="1"/>
  <p:tag name="KSO_WM_TAG_VERSION" val="1.0"/>
  <p:tag name="KSO_WM_BEAUTIFY_FLAG" val="#wm#"/>
  <p:tag name="REFSHAPE" val="1284627076"/>
</p:tagLst>
</file>

<file path=ppt/tags/tag1761.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diagram20204619_1*a*1"/>
  <p:tag name="KSO_WM_TEMPLATE_CATEGORY" val="diagram"/>
  <p:tag name="KSO_WM_TEMPLATE_INDEX" val="20204619"/>
  <p:tag name="KSO_WM_UNIT_LAYERLEVEL" val="1"/>
  <p:tag name="KSO_WM_TAG_VERSION" val="1.0"/>
  <p:tag name="KSO_WM_BEAUTIFY_FLAG" val="#wm#"/>
  <p:tag name="KSO_WM_UNIT_PRESET_TEXT" val="单击此处添加标题"/>
  <p:tag name="KSO_WM_UNIT_TEXT_FILL_FORE_SCHEMECOLOR_INDEX_BRIGHTNESS" val="0"/>
  <p:tag name="KSO_WM_UNIT_TEXT_FILL_FORE_SCHEMECOLOR_INDEX" val="14"/>
  <p:tag name="KSO_WM_UNIT_TEXT_FILL_TYPE" val="1"/>
</p:tagLst>
</file>

<file path=ppt/tags/tag1762.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9"/>
  <p:tag name="KSO_WM_UNIT_HIGHLIGHT" val="0"/>
  <p:tag name="KSO_WM_UNIT_COMPATIBLE" val="0"/>
  <p:tag name="KSO_WM_UNIT_DIAGRAM_ISNUMVISUAL" val="0"/>
  <p:tag name="KSO_WM_UNIT_DIAGRAM_ISREFERUNIT" val="0"/>
  <p:tag name="KSO_WM_UNIT_TYPE" val="b"/>
  <p:tag name="KSO_WM_UNIT_INDEX" val="1"/>
  <p:tag name="KSO_WM_UNIT_ID" val="diagram20204619_1*b*1"/>
  <p:tag name="KSO_WM_TEMPLATE_CATEGORY" val="diagram"/>
  <p:tag name="KSO_WM_TEMPLATE_INDEX" val="20204619"/>
  <p:tag name="KSO_WM_UNIT_LAYERLEVEL" val="1"/>
  <p:tag name="KSO_WM_TAG_VERSION" val="1.0"/>
  <p:tag name="KSO_WM_BEAUTIFY_FLAG" val="#wm#"/>
  <p:tag name="KSO_WM_UNIT_PRESET_TEXT" val="添加副标题"/>
  <p:tag name="KSO_WM_UNIT_TEXT_FILL_FORE_SCHEMECOLOR_INDEX_BRIGHTNESS" val="0"/>
  <p:tag name="KSO_WM_UNIT_TEXT_FILL_FORE_SCHEMECOLOR_INDEX" val="14"/>
  <p:tag name="KSO_WM_UNIT_TEXT_FILL_TYPE" val="1"/>
</p:tagLst>
</file>

<file path=ppt/tags/tag1763.xml><?xml version="1.0" encoding="utf-8"?>
<p:tagLst xmlns:a="http://schemas.openxmlformats.org/drawingml/2006/main" xmlns:r="http://schemas.openxmlformats.org/officeDocument/2006/relationships" xmlns:p="http://schemas.openxmlformats.org/presentationml/2006/main">
  <p:tag name="KSO_WM_UNIT_NOCLEAR" val="0"/>
  <p:tag name="KSO_WM_UNIT_VALUE" val="384"/>
  <p:tag name="KSO_WM_UNIT_HIGHLIGHT" val="0"/>
  <p:tag name="KSO_WM_UNIT_COMPATIBLE" val="0"/>
  <p:tag name="KSO_WM_UNIT_DIAGRAM_ISNUMVISUAL" val="0"/>
  <p:tag name="KSO_WM_UNIT_DIAGRAM_ISREFERUNIT" val="0"/>
  <p:tag name="KSO_WM_UNIT_TYPE" val="f"/>
  <p:tag name="KSO_WM_UNIT_INDEX" val="1"/>
  <p:tag name="KSO_WM_UNIT_ID" val="diagram20204619_1*f*1"/>
  <p:tag name="KSO_WM_TEMPLATE_CATEGORY" val="diagram"/>
  <p:tag name="KSO_WM_TEMPLATE_INDEX" val="20204619"/>
  <p:tag name="KSO_WM_UNIT_LAYERLEVEL" val="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10;单击此处输入你的正文，文字是您思想的提炼，为了最终演示发布的良好效果，请尽量言简意赅的阐述观点；根据需要可酌情增减文字，以便观者可以准确理解您所传达的信息。"/>
  <p:tag name="KSO_WM_UNIT_TEXT_FILL_FORE_SCHEMECOLOR_INDEX_BRIGHTNESS" val="0"/>
  <p:tag name="KSO_WM_UNIT_TEXT_FILL_FORE_SCHEMECOLOR_INDEX" val="14"/>
  <p:tag name="KSO_WM_UNIT_TEXT_FILL_TYPE" val="1"/>
</p:tagLst>
</file>

<file path=ppt/tags/tag17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4619_1*i*3"/>
  <p:tag name="KSO_WM_TEMPLATE_CATEGORY" val="diagram"/>
  <p:tag name="KSO_WM_TEMPLATE_INDEX" val="20204619"/>
  <p:tag name="KSO_WM_UNIT_LAYERLEVEL" val="1"/>
  <p:tag name="KSO_WM_TAG_VERSION" val="1.0"/>
  <p:tag name="KSO_WM_BEAUTIFY_FLAG" val="#wm#"/>
  <p:tag name="KSO_WM_UNIT_FILL_FORE_SCHEMECOLOR_INDEX_BRIGHTNESS" val="0.4"/>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7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4619_1*i*4"/>
  <p:tag name="KSO_WM_TEMPLATE_CATEGORY" val="diagram"/>
  <p:tag name="KSO_WM_TEMPLATE_INDEX" val="20204619"/>
  <p:tag name="KSO_WM_UNIT_LAYERLEVEL" val="1"/>
  <p:tag name="KSO_WM_TAG_VERSION" val="1.0"/>
  <p:tag name="KSO_WM_BEAUTIFY_FLAG" val="#wm#"/>
  <p:tag name="KSO_WM_UNIT_FILL_FORE_SCHEMECOLOR_INDEX_BRIGHTNESS" val="0.4"/>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7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4619_1*i*5"/>
  <p:tag name="KSO_WM_TEMPLATE_CATEGORY" val="diagram"/>
  <p:tag name="KSO_WM_TEMPLATE_INDEX" val="20204619"/>
  <p:tag name="KSO_WM_UNIT_LAYERLEVEL" val="1"/>
  <p:tag name="KSO_WM_TAG_VERSION" val="1.0"/>
  <p:tag name="KSO_WM_BEAUTIFY_FLAG" val="#wm#"/>
  <p:tag name="KSO_WM_UNIT_FILL_FORE_SCHEMECOLOR_INDEX_BRIGHTNESS" val="0.4"/>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7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204619_1*i*6"/>
  <p:tag name="KSO_WM_TEMPLATE_CATEGORY" val="diagram"/>
  <p:tag name="KSO_WM_TEMPLATE_INDEX" val="20204619"/>
  <p:tag name="KSO_WM_UNIT_LAYERLEVEL" val="1"/>
  <p:tag name="KSO_WM_TAG_VERSION" val="1.0"/>
  <p:tag name="KSO_WM_BEAUTIFY_FLAG" val="#wm#"/>
  <p:tag name="KSO_WM_UNIT_FILL_FORE_SCHEMECOLOR_INDEX_BRIGHTNESS" val="0.4"/>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7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204619_1*i*7"/>
  <p:tag name="KSO_WM_TEMPLATE_CATEGORY" val="diagram"/>
  <p:tag name="KSO_WM_TEMPLATE_INDEX" val="20204619"/>
  <p:tag name="KSO_WM_UNIT_LAYERLEVEL" val="1"/>
  <p:tag name="KSO_WM_TAG_VERSION" val="1.0"/>
  <p:tag name="KSO_WM_BEAUTIFY_FLAG" val="#wm#"/>
  <p:tag name="KSO_WM_UNIT_FILL_FORE_SCHEMECOLOR_INDEX_BRIGHTNESS" val="0.4"/>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7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204619_1*i*8"/>
  <p:tag name="KSO_WM_TEMPLATE_CATEGORY" val="diagram"/>
  <p:tag name="KSO_WM_TEMPLATE_INDEX" val="20204619"/>
  <p:tag name="KSO_WM_UNIT_LAYERLEVEL" val="1"/>
  <p:tag name="KSO_WM_TAG_VERSION" val="1.0"/>
  <p:tag name="KSO_WM_BEAUTIFY_FLAG" val="#wm#"/>
  <p:tag name="KSO_WM_UNIT_FILL_FORE_SCHEMECOLOR_INDEX_BRIGHTNESS" val="0.4"/>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77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99036"/>
  <p:tag name="KSO_WM_SLIDE_ID" val="diagram20199036_2"/>
  <p:tag name="KSO_WM_TEMPLATE_SUBCATEGORY" val="0"/>
  <p:tag name="KSO_WM_TEMPLATE_MASTER_TYPE" val="0"/>
  <p:tag name="KSO_WM_TEMPLATE_COLOR_TYPE" val="1"/>
  <p:tag name="KSO_WM_SLIDE_TYPE" val="text"/>
  <p:tag name="KSO_WM_SLIDE_SUBTYPE" val="diag"/>
  <p:tag name="KSO_WM_SLIDE_ITEM_CNT" val="4"/>
  <p:tag name="KSO_WM_SLIDE_INDEX" val="2"/>
  <p:tag name="KSO_WM_SLIDE_SIZE" val="775.023*244.529"/>
  <p:tag name="KSO_WM_SLIDE_POSITION" val="84.5246*174.258"/>
  <p:tag name="KSO_WM_DIAGRAM_GROUP_CODE" val="m1-1"/>
  <p:tag name="KSO_WM_SLIDE_DIAGTYPE" val="m"/>
  <p:tag name="KSO_WM_TAG_VERSION" val="1.0"/>
  <p:tag name="KSO_WM_SLIDE_LAYOUT" val="a_f_m"/>
  <p:tag name="KSO_WM_SLIDE_LAYOUT_CNT" val="1_1_1"/>
</p:tagLst>
</file>

<file path=ppt/tags/tag1771.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28"/>
  <p:tag name="KSO_WM_UNIT_HIGHLIGHT" val="0"/>
  <p:tag name="KSO_WM_UNIT_COMPATIBLE" val="0"/>
  <p:tag name="KSO_WM_UNIT_DIAGRAM_ISNUMVISUAL" val="0"/>
  <p:tag name="KSO_WM_UNIT_DIAGRAM_ISREFERUNIT" val="0"/>
  <p:tag name="KSO_WM_DIAGRAM_GROUP_CODE" val="m1-1"/>
  <p:tag name="KSO_WM_UNIT_TYPE" val="a"/>
  <p:tag name="KSO_WM_UNIT_INDEX" val="1"/>
  <p:tag name="KSO_WM_UNIT_ID" val="diagram20199036_2*a*1"/>
  <p:tag name="KSO_WM_TEMPLATE_CATEGORY" val="diagram"/>
  <p:tag name="KSO_WM_TEMPLATE_INDEX" val="20199036"/>
  <p:tag name="KSO_WM_UNIT_LAYERLEVEL" val="1"/>
  <p:tag name="KSO_WM_TAG_VERSION" val="1.0"/>
  <p:tag name="KSO_WM_BEAUTIFY_FLAG" val="#wm#"/>
  <p:tag name="KSO_WM_UNIT_PRESET_TEXT" val="单击此处添加标题"/>
  <p:tag name="KSO_WM_UNIT_TEXT_FILL_FORE_SCHEMECOLOR_INDEX" val="13"/>
  <p:tag name="KSO_WM_UNIT_TEXT_FILL_TYPE" val="1"/>
  <p:tag name="KSO_WM_UNIT_USESOURCEFORMAT_APPLY" val="1"/>
</p:tagLst>
</file>

<file path=ppt/tags/tag1772.xml><?xml version="1.0" encoding="utf-8"?>
<p:tagLst xmlns:a="http://schemas.openxmlformats.org/drawingml/2006/main" xmlns:r="http://schemas.openxmlformats.org/officeDocument/2006/relationships" xmlns:p="http://schemas.openxmlformats.org/presentationml/2006/main">
  <p:tag name="KSO_WM_UNIT_NOCLEAR" val="0"/>
  <p:tag name="KSO_WM_UNIT_VALUE" val="41"/>
  <p:tag name="KSO_WM_UNIT_HIGHLIGHT" val="0"/>
  <p:tag name="KSO_WM_UNIT_COMPATIBLE" val="0"/>
  <p:tag name="KSO_WM_UNIT_DIAGRAM_ISNUMVISUAL" val="0"/>
  <p:tag name="KSO_WM_UNIT_DIAGRAM_ISREFERUNIT" val="0"/>
  <p:tag name="KSO_WM_DIAGRAM_GROUP_CODE" val="m1-1"/>
  <p:tag name="KSO_WM_UNIT_TYPE" val="f"/>
  <p:tag name="KSO_WM_UNIT_INDEX" val="1"/>
  <p:tag name="KSO_WM_UNIT_ID" val="diagram20199036_2*f*1"/>
  <p:tag name="KSO_WM_TEMPLATE_CATEGORY" val="diagram"/>
  <p:tag name="KSO_WM_TEMPLATE_INDEX" val="20199036"/>
  <p:tag name="KSO_WM_UNIT_LAYERLEVEL" val="1"/>
  <p:tag name="KSO_WM_TAG_VERSION" val="1.0"/>
  <p:tag name="KSO_WM_BEAUTIFY_FLAG" val="#wm#"/>
  <p:tag name="KSO_WM_UNIT_PRESET_TEXT" val="单击此处添加文本具体内容，简明扼要的阐述您的观点。"/>
  <p:tag name="KSO_WM_UNIT_TEXT_FILL_FORE_SCHEMECOLOR_INDEX" val="14"/>
  <p:tag name="KSO_WM_UNIT_TEXT_FILL_TYPE" val="1"/>
  <p:tag name="KSO_WM_UNIT_USESOURCEFORMAT_APPLY" val="1"/>
</p:tagLst>
</file>

<file path=ppt/tags/tag17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i"/>
  <p:tag name="KSO_WM_UNIT_INDEX" val="1"/>
  <p:tag name="KSO_WM_UNIT_ID" val="diagram20199036_2*i*1"/>
  <p:tag name="KSO_WM_TEMPLATE_CATEGORY" val="diagram"/>
  <p:tag name="KSO_WM_TEMPLATE_INDEX" val="20199036"/>
  <p:tag name="KSO_WM_UNIT_LAYERLEVEL" val="1"/>
  <p:tag name="KSO_WM_TAG_VERSION" val="1.0"/>
  <p:tag name="KSO_WM_BEAUTIFY_FLAG" val="#wm#"/>
  <p:tag name="KSO_WM_UNIT_FILL_FORE_SCHEMECOLOR_INDEX" val="14"/>
  <p:tag name="KSO_WM_UNIT_FILL_TYPE" val="1"/>
  <p:tag name="KSO_WM_UNIT_USESOURCEFORMAT_APPLY" val="1"/>
</p:tagLst>
</file>

<file path=ppt/tags/tag17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6_3*m_h_i*1_1_1"/>
  <p:tag name="KSO_WM_TEMPLATE_CATEGORY" val="diagram"/>
  <p:tag name="KSO_WM_TEMPLATE_INDEX" val="20199036"/>
  <p:tag name="KSO_WM_UNIT_LAYERLEVEL" val="1_1_1"/>
  <p:tag name="KSO_WM_TAG_VERSION" val="1.0"/>
  <p:tag name="KSO_WM_BEAUTIFY_FLAG" val="#wm#"/>
  <p:tag name="KSO_WM_UNIT_FILL_FORE_SCHEMECOLOR_INDEX" val="5"/>
  <p:tag name="KSO_WM_UNIT_FILL_TYPE" val="1"/>
  <p:tag name="KSO_WM_UNIT_TEXT_FILL_FORE_SCHEMECOLOR_INDEX" val="14"/>
  <p:tag name="KSO_WM_UNIT_TEXT_FILL_TYPE" val="1"/>
  <p:tag name="KSO_WM_UNIT_USESOURCEFORMAT_APPLY" val="1"/>
</p:tagLst>
</file>

<file path=ppt/tags/tag17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1"/>
  <p:tag name="KSO_WM_UNIT_ID" val="diagram20199036_3*m_h_i*1_2_1"/>
  <p:tag name="KSO_WM_TEMPLATE_CATEGORY" val="diagram"/>
  <p:tag name="KSO_WM_TEMPLATE_INDEX" val="20199036"/>
  <p:tag name="KSO_WM_UNIT_LAYERLEVEL" val="1_1_1"/>
  <p:tag name="KSO_WM_TAG_VERSION" val="1.0"/>
  <p:tag name="KSO_WM_BEAUTIFY_FLAG" val="#wm#"/>
  <p:tag name="KSO_WM_UNIT_FILL_FORE_SCHEMECOLOR_INDEX" val="5"/>
  <p:tag name="KSO_WM_UNIT_FILL_TYPE" val="1"/>
  <p:tag name="KSO_WM_UNIT_TEXT_FILL_FORE_SCHEMECOLOR_INDEX" val="14"/>
  <p:tag name="KSO_WM_UNIT_TEXT_FILL_TYPE" val="1"/>
  <p:tag name="KSO_WM_UNIT_USESOURCEFORMAT_APPLY" val="1"/>
</p:tagLst>
</file>

<file path=ppt/tags/tag17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1"/>
  <p:tag name="KSO_WM_UNIT_ID" val="diagram20199036_3*m_h_i*1_3_1"/>
  <p:tag name="KSO_WM_TEMPLATE_CATEGORY" val="diagram"/>
  <p:tag name="KSO_WM_TEMPLATE_INDEX" val="20199036"/>
  <p:tag name="KSO_WM_UNIT_LAYERLEVEL" val="1_1_1"/>
  <p:tag name="KSO_WM_TAG_VERSION" val="1.0"/>
  <p:tag name="KSO_WM_BEAUTIFY_FLAG" val="#wm#"/>
  <p:tag name="KSO_WM_UNIT_FILL_FORE_SCHEMECOLOR_INDEX" val="5"/>
  <p:tag name="KSO_WM_UNIT_FILL_TYPE" val="1"/>
  <p:tag name="KSO_WM_UNIT_TEXT_FILL_FORE_SCHEMECOLOR_INDEX" val="14"/>
  <p:tag name="KSO_WM_UNIT_TEXT_FILL_TYPE" val="1"/>
  <p:tag name="KSO_WM_UNIT_USESOURCEFORMAT_APPLY" val="1"/>
</p:tagLst>
</file>

<file path=ppt/tags/tag17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4_1"/>
  <p:tag name="KSO_WM_UNIT_ID" val="diagram20199036_3*m_h_i*1_4_1"/>
  <p:tag name="KSO_WM_TEMPLATE_CATEGORY" val="diagram"/>
  <p:tag name="KSO_WM_TEMPLATE_INDEX" val="20199036"/>
  <p:tag name="KSO_WM_UNIT_LAYERLEVEL" val="1_1_1"/>
  <p:tag name="KSO_WM_TAG_VERSION" val="1.0"/>
  <p:tag name="KSO_WM_BEAUTIFY_FLAG" val="#wm#"/>
  <p:tag name="KSO_WM_UNIT_FILL_FORE_SCHEMECOLOR_INDEX" val="5"/>
  <p:tag name="KSO_WM_UNIT_FILL_TYPE" val="1"/>
  <p:tag name="KSO_WM_UNIT_TEXT_FILL_FORE_SCHEMECOLOR_INDEX" val="14"/>
  <p:tag name="KSO_WM_UNIT_TEXT_FILL_TYPE" val="1"/>
  <p:tag name="KSO_WM_UNIT_USESOURCEFORMAT_APPLY" val="1"/>
</p:tagLst>
</file>

<file path=ppt/tags/tag17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199036_3*m_h_z*1_4_1"/>
  <p:tag name="KSO_WM_TEMPLATE_CATEGORY" val="diagram"/>
  <p:tag name="KSO_WM_TEMPLATE_INDEX" val="20199036"/>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7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3_1"/>
  <p:tag name="KSO_WM_UNIT_ID" val="diagram20199036_3*m_h_z*1_3_1"/>
  <p:tag name="KSO_WM_TEMPLATE_CATEGORY" val="diagram"/>
  <p:tag name="KSO_WM_TEMPLATE_INDEX" val="20199036"/>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7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199036_3*m_h_z*1_2_1"/>
  <p:tag name="KSO_WM_TEMPLATE_CATEGORY" val="diagram"/>
  <p:tag name="KSO_WM_TEMPLATE_INDEX" val="20199036"/>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781.xml><?xml version="1.0" encoding="utf-8"?>
<p:tagLst xmlns:a="http://schemas.openxmlformats.org/drawingml/2006/main" xmlns:r="http://schemas.openxmlformats.org/officeDocument/2006/relationships" xmlns:p="http://schemas.openxmlformats.org/presentationml/2006/main">
  <p:tag name="KSO_WM_UNIT_NOCLEAR" val="0"/>
  <p:tag name="KSO_WM_UNIT_VALUE" val="72"/>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6_3*m_h_f*1_1_1"/>
  <p:tag name="KSO_WM_TEMPLATE_CATEGORY" val="diagram"/>
  <p:tag name="KSO_WM_TEMPLATE_INDEX" val="20199036"/>
  <p:tag name="KSO_WM_UNIT_LAYERLEVEL" val="1_1_1"/>
  <p:tag name="KSO_WM_TAG_VERSION" val="1.0"/>
  <p:tag name="KSO_WM_BEAUTIFY_FLAG" val="#wm#"/>
  <p:tag name="KSO_WM_UNIT_PRESET_TEXT" val="单击此处添加文本具体内容，简明扼要的阐述您的观点。根据需要可酌情增减文字，以便观者准确的理解您传达的思想。"/>
  <p:tag name="KSO_WM_UNIT_TEXT_FILL_FORE_SCHEMECOLOR_INDEX" val="13"/>
  <p:tag name="KSO_WM_UNIT_TEXT_FILL_TYPE" val="1"/>
  <p:tag name="KSO_WM_UNIT_USESOURCEFORMAT_APPLY" val="1"/>
</p:tagLst>
</file>

<file path=ppt/tags/tag1782.xml><?xml version="1.0" encoding="utf-8"?>
<p:tagLst xmlns:a="http://schemas.openxmlformats.org/drawingml/2006/main" xmlns:r="http://schemas.openxmlformats.org/officeDocument/2006/relationships" xmlns:p="http://schemas.openxmlformats.org/presentationml/2006/main">
  <p:tag name="KSO_WM_UNIT_NOCLEAR" val="0"/>
  <p:tag name="KSO_WM_UNIT_VALUE" val="72"/>
  <p:tag name="KSO_WM_UNIT_HIGHLIGHT" val="0"/>
  <p:tag name="KSO_WM_UNIT_COMPATIBLE" val="0"/>
  <p:tag name="KSO_WM_UNIT_DIAGRAM_ISNUMVISUAL" val="0"/>
  <p:tag name="KSO_WM_UNIT_DIAGRAM_ISREFERUNIT" val="0"/>
  <p:tag name="KSO_WM_DIAGRAM_GROUP_CODE" val="m1-1"/>
  <p:tag name="KSO_WM_UNIT_TYPE" val="m_h_f"/>
  <p:tag name="KSO_WM_UNIT_INDEX" val="1_2_1"/>
  <p:tag name="KSO_WM_UNIT_ID" val="diagram20199036_3*m_h_f*1_2_1"/>
  <p:tag name="KSO_WM_TEMPLATE_CATEGORY" val="diagram"/>
  <p:tag name="KSO_WM_TEMPLATE_INDEX" val="20199036"/>
  <p:tag name="KSO_WM_UNIT_LAYERLEVEL" val="1_1_1"/>
  <p:tag name="KSO_WM_TAG_VERSION" val="1.0"/>
  <p:tag name="KSO_WM_BEAUTIFY_FLAG" val="#wm#"/>
  <p:tag name="KSO_WM_UNIT_PRESET_TEXT" val="单击此处添加文本具体内容，简明扼要的阐述您的观点。根据需要可酌情增减文字，以便观者准确的理解您传达的思想。"/>
  <p:tag name="KSO_WM_UNIT_TEXT_FILL_FORE_SCHEMECOLOR_INDEX" val="13"/>
  <p:tag name="KSO_WM_UNIT_TEXT_FILL_TYPE" val="1"/>
  <p:tag name="KSO_WM_UNIT_USESOURCEFORMAT_APPLY" val="1"/>
</p:tagLst>
</file>

<file path=ppt/tags/tag1783.xml><?xml version="1.0" encoding="utf-8"?>
<p:tagLst xmlns:a="http://schemas.openxmlformats.org/drawingml/2006/main" xmlns:r="http://schemas.openxmlformats.org/officeDocument/2006/relationships" xmlns:p="http://schemas.openxmlformats.org/presentationml/2006/main">
  <p:tag name="KSO_WM_UNIT_NOCLEAR" val="0"/>
  <p:tag name="KSO_WM_UNIT_VALUE" val="74"/>
  <p:tag name="KSO_WM_UNIT_HIGHLIGHT" val="0"/>
  <p:tag name="KSO_WM_UNIT_COMPATIBLE" val="0"/>
  <p:tag name="KSO_WM_UNIT_DIAGRAM_ISNUMVISUAL" val="0"/>
  <p:tag name="KSO_WM_UNIT_DIAGRAM_ISREFERUNIT" val="0"/>
  <p:tag name="KSO_WM_DIAGRAM_GROUP_CODE" val="m1-1"/>
  <p:tag name="KSO_WM_UNIT_TYPE" val="m_h_f"/>
  <p:tag name="KSO_WM_UNIT_INDEX" val="1_3_1"/>
  <p:tag name="KSO_WM_UNIT_ID" val="diagram20199036_3*m_h_f*1_3_1"/>
  <p:tag name="KSO_WM_TEMPLATE_CATEGORY" val="diagram"/>
  <p:tag name="KSO_WM_TEMPLATE_INDEX" val="20199036"/>
  <p:tag name="KSO_WM_UNIT_LAYERLEVEL" val="1_1_1"/>
  <p:tag name="KSO_WM_TAG_VERSION" val="1.0"/>
  <p:tag name="KSO_WM_BEAUTIFY_FLAG" val="#wm#"/>
  <p:tag name="KSO_WM_UNIT_PRESET_TEXT" val="单击此处添加文本具体内容，简明扼要的阐述您的观点。根据需要可酌情增减文字，以便观者准确的理解您传达的思想。"/>
  <p:tag name="KSO_WM_UNIT_TEXT_FILL_FORE_SCHEMECOLOR_INDEX" val="13"/>
  <p:tag name="KSO_WM_UNIT_TEXT_FILL_TYPE" val="1"/>
  <p:tag name="KSO_WM_UNIT_USESOURCEFORMAT_APPLY" val="1"/>
</p:tagLst>
</file>

<file path=ppt/tags/tag1784.xml><?xml version="1.0" encoding="utf-8"?>
<p:tagLst xmlns:a="http://schemas.openxmlformats.org/drawingml/2006/main" xmlns:r="http://schemas.openxmlformats.org/officeDocument/2006/relationships" xmlns:p="http://schemas.openxmlformats.org/presentationml/2006/main">
  <p:tag name="KSO_WM_UNIT_NOCLEAR" val="0"/>
  <p:tag name="KSO_WM_UNIT_VALUE" val="74"/>
  <p:tag name="KSO_WM_UNIT_HIGHLIGHT" val="0"/>
  <p:tag name="KSO_WM_UNIT_COMPATIBLE" val="0"/>
  <p:tag name="KSO_WM_UNIT_DIAGRAM_ISNUMVISUAL" val="0"/>
  <p:tag name="KSO_WM_UNIT_DIAGRAM_ISREFERUNIT" val="0"/>
  <p:tag name="KSO_WM_DIAGRAM_GROUP_CODE" val="m1-1"/>
  <p:tag name="KSO_WM_UNIT_TYPE" val="m_h_f"/>
  <p:tag name="KSO_WM_UNIT_INDEX" val="1_4_1"/>
  <p:tag name="KSO_WM_UNIT_ID" val="diagram20199036_3*m_h_f*1_4_1"/>
  <p:tag name="KSO_WM_TEMPLATE_CATEGORY" val="diagram"/>
  <p:tag name="KSO_WM_TEMPLATE_INDEX" val="20199036"/>
  <p:tag name="KSO_WM_UNIT_LAYERLEVEL" val="1_1_1"/>
  <p:tag name="KSO_WM_TAG_VERSION" val="1.0"/>
  <p:tag name="KSO_WM_BEAUTIFY_FLAG" val="#wm#"/>
  <p:tag name="KSO_WM_UNIT_PRESET_TEXT" val="单击此处添加文本具体内容，简明扼要的阐述您的观点。根据需要可酌情增减文字，以便观者准确的理解您传达的思想。"/>
  <p:tag name="KSO_WM_UNIT_TEXT_FILL_FORE_SCHEMECOLOR_INDEX" val="13"/>
  <p:tag name="KSO_WM_UNIT_TEXT_FILL_TYPE" val="1"/>
  <p:tag name="KSO_WM_UNIT_USESOURCEFORMAT_APPLY" val="1"/>
</p:tagLst>
</file>

<file path=ppt/tags/tag178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99036"/>
  <p:tag name="KSO_WM_SLIDE_ID" val="diagram20199036_2"/>
  <p:tag name="KSO_WM_TEMPLATE_SUBCATEGORY" val="0"/>
  <p:tag name="KSO_WM_TEMPLATE_MASTER_TYPE" val="0"/>
  <p:tag name="KSO_WM_TEMPLATE_COLOR_TYPE" val="1"/>
  <p:tag name="KSO_WM_SLIDE_TYPE" val="text"/>
  <p:tag name="KSO_WM_SLIDE_SUBTYPE" val="diag"/>
  <p:tag name="KSO_WM_SLIDE_ITEM_CNT" val="3"/>
  <p:tag name="KSO_WM_SLIDE_INDEX" val="2"/>
  <p:tag name="KSO_WM_SLIDE_SIZE" val="775.023*244.529"/>
  <p:tag name="KSO_WM_SLIDE_POSITION" val="84.5246*174.258"/>
  <p:tag name="KSO_WM_DIAGRAM_GROUP_CODE" val="m1-1"/>
  <p:tag name="KSO_WM_SLIDE_DIAGTYPE" val="m"/>
  <p:tag name="KSO_WM_TAG_VERSION" val="1.0"/>
  <p:tag name="KSO_WM_SLIDE_LAYOUT" val="a_f_m"/>
  <p:tag name="KSO_WM_SLIDE_LAYOUT_CNT" val="1_1_1"/>
</p:tagLst>
</file>

<file path=ppt/tags/tag1786.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28"/>
  <p:tag name="KSO_WM_UNIT_HIGHLIGHT" val="0"/>
  <p:tag name="KSO_WM_UNIT_COMPATIBLE" val="0"/>
  <p:tag name="KSO_WM_UNIT_DIAGRAM_ISNUMVISUAL" val="0"/>
  <p:tag name="KSO_WM_UNIT_DIAGRAM_ISREFERUNIT" val="0"/>
  <p:tag name="KSO_WM_DIAGRAM_GROUP_CODE" val="m1-1"/>
  <p:tag name="KSO_WM_UNIT_TYPE" val="a"/>
  <p:tag name="KSO_WM_UNIT_INDEX" val="1"/>
  <p:tag name="KSO_WM_UNIT_ID" val="diagram20199036_2*a*1"/>
  <p:tag name="KSO_WM_TEMPLATE_CATEGORY" val="diagram"/>
  <p:tag name="KSO_WM_TEMPLATE_INDEX" val="20199036"/>
  <p:tag name="KSO_WM_UNIT_LAYERLEVEL" val="1"/>
  <p:tag name="KSO_WM_TAG_VERSION" val="1.0"/>
  <p:tag name="KSO_WM_BEAUTIFY_FLAG" val="#wm#"/>
  <p:tag name="KSO_WM_UNIT_PRESET_TEXT" val="单击此处添加标题"/>
  <p:tag name="KSO_WM_UNIT_TEXT_FILL_FORE_SCHEMECOLOR_INDEX" val="13"/>
  <p:tag name="KSO_WM_UNIT_TEXT_FILL_TYPE" val="1"/>
  <p:tag name="KSO_WM_UNIT_USESOURCEFORMAT_APPLY" val="1"/>
</p:tagLst>
</file>

<file path=ppt/tags/tag1787.xml><?xml version="1.0" encoding="utf-8"?>
<p:tagLst xmlns:a="http://schemas.openxmlformats.org/drawingml/2006/main" xmlns:r="http://schemas.openxmlformats.org/officeDocument/2006/relationships" xmlns:p="http://schemas.openxmlformats.org/presentationml/2006/main">
  <p:tag name="KSO_WM_UNIT_NOCLEAR" val="0"/>
  <p:tag name="KSO_WM_UNIT_VALUE" val="41"/>
  <p:tag name="KSO_WM_UNIT_HIGHLIGHT" val="0"/>
  <p:tag name="KSO_WM_UNIT_COMPATIBLE" val="0"/>
  <p:tag name="KSO_WM_UNIT_DIAGRAM_ISNUMVISUAL" val="0"/>
  <p:tag name="KSO_WM_UNIT_DIAGRAM_ISREFERUNIT" val="0"/>
  <p:tag name="KSO_WM_DIAGRAM_GROUP_CODE" val="m1-1"/>
  <p:tag name="KSO_WM_UNIT_TYPE" val="f"/>
  <p:tag name="KSO_WM_UNIT_INDEX" val="1"/>
  <p:tag name="KSO_WM_UNIT_ID" val="diagram20199036_2*f*1"/>
  <p:tag name="KSO_WM_TEMPLATE_CATEGORY" val="diagram"/>
  <p:tag name="KSO_WM_TEMPLATE_INDEX" val="20199036"/>
  <p:tag name="KSO_WM_UNIT_LAYERLEVEL" val="1"/>
  <p:tag name="KSO_WM_TAG_VERSION" val="1.0"/>
  <p:tag name="KSO_WM_BEAUTIFY_FLAG" val="#wm#"/>
  <p:tag name="KSO_WM_UNIT_PRESET_TEXT" val="单击此处添加文本具体内容，简明扼要的阐述您的观点。"/>
  <p:tag name="KSO_WM_UNIT_TEXT_FILL_FORE_SCHEMECOLOR_INDEX" val="14"/>
  <p:tag name="KSO_WM_UNIT_TEXT_FILL_TYPE" val="1"/>
  <p:tag name="KSO_WM_UNIT_USESOURCEFORMAT_APPLY" val="1"/>
</p:tagLst>
</file>

<file path=ppt/tags/tag17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i"/>
  <p:tag name="KSO_WM_UNIT_INDEX" val="1"/>
  <p:tag name="KSO_WM_UNIT_ID" val="diagram20199036_2*i*1"/>
  <p:tag name="KSO_WM_TEMPLATE_CATEGORY" val="diagram"/>
  <p:tag name="KSO_WM_TEMPLATE_INDEX" val="20199036"/>
  <p:tag name="KSO_WM_UNIT_LAYERLEVEL" val="1"/>
  <p:tag name="KSO_WM_TAG_VERSION" val="1.0"/>
  <p:tag name="KSO_WM_BEAUTIFY_FLAG" val="#wm#"/>
  <p:tag name="KSO_WM_UNIT_FILL_FORE_SCHEMECOLOR_INDEX" val="14"/>
  <p:tag name="KSO_WM_UNIT_FILL_TYPE" val="1"/>
  <p:tag name="KSO_WM_UNIT_USESOURCEFORMAT_APPLY" val="1"/>
</p:tagLst>
</file>

<file path=ppt/tags/tag17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6_2*m_h_i*1_1_1"/>
  <p:tag name="KSO_WM_TEMPLATE_CATEGORY" val="diagram"/>
  <p:tag name="KSO_WM_TEMPLATE_INDEX" val="20199036"/>
  <p:tag name="KSO_WM_UNIT_LAYERLEVEL" val="1_1_1"/>
  <p:tag name="KSO_WM_TAG_VERSION" val="1.0"/>
  <p:tag name="KSO_WM_BEAUTIFY_FLAG" val="#wm#"/>
  <p:tag name="KSO_WM_UNIT_FILL_FORE_SCHEMECOLOR_INDEX" val="5"/>
  <p:tag name="KSO_WM_UNIT_FILL_TYPE" val="1"/>
  <p:tag name="KSO_WM_UNIT_TEXT_FILL_FORE_SCHEMECOLOR_INDEX" val="14"/>
  <p:tag name="KSO_WM_UNIT_TEXT_FILL_TYPE" val="1"/>
  <p:tag name="KSO_WM_UNIT_USESOURCEFORMAT_APPLY" val="1"/>
</p:tagLst>
</file>

<file path=ppt/tags/tag17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1"/>
  <p:tag name="KSO_WM_UNIT_ID" val="diagram20199036_2*m_h_i*1_2_1"/>
  <p:tag name="KSO_WM_TEMPLATE_CATEGORY" val="diagram"/>
  <p:tag name="KSO_WM_TEMPLATE_INDEX" val="20199036"/>
  <p:tag name="KSO_WM_UNIT_LAYERLEVEL" val="1_1_1"/>
  <p:tag name="KSO_WM_TAG_VERSION" val="1.0"/>
  <p:tag name="KSO_WM_BEAUTIFY_FLAG" val="#wm#"/>
  <p:tag name="KSO_WM_UNIT_FILL_FORE_SCHEMECOLOR_INDEX" val="5"/>
  <p:tag name="KSO_WM_UNIT_FILL_TYPE" val="1"/>
  <p:tag name="KSO_WM_UNIT_TEXT_FILL_FORE_SCHEMECOLOR_INDEX" val="14"/>
  <p:tag name="KSO_WM_UNIT_TEXT_FILL_TYPE" val="1"/>
  <p:tag name="KSO_WM_UNIT_USESOURCEFORMAT_APPLY" val="1"/>
</p:tagLst>
</file>

<file path=ppt/tags/tag17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1"/>
  <p:tag name="KSO_WM_UNIT_ID" val="diagram20199036_2*m_h_i*1_3_1"/>
  <p:tag name="KSO_WM_TEMPLATE_CATEGORY" val="diagram"/>
  <p:tag name="KSO_WM_TEMPLATE_INDEX" val="20199036"/>
  <p:tag name="KSO_WM_UNIT_LAYERLEVEL" val="1_1_1"/>
  <p:tag name="KSO_WM_TAG_VERSION" val="1.0"/>
  <p:tag name="KSO_WM_BEAUTIFY_FLAG" val="#wm#"/>
  <p:tag name="KSO_WM_UNIT_FILL_FORE_SCHEMECOLOR_INDEX" val="5"/>
  <p:tag name="KSO_WM_UNIT_FILL_TYPE" val="1"/>
  <p:tag name="KSO_WM_UNIT_TEXT_FILL_FORE_SCHEMECOLOR_INDEX" val="14"/>
  <p:tag name="KSO_WM_UNIT_TEXT_FILL_TYPE" val="1"/>
  <p:tag name="KSO_WM_UNIT_USESOURCEFORMAT_APPLY" val="1"/>
</p:tagLst>
</file>

<file path=ppt/tags/tag17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3_1"/>
  <p:tag name="KSO_WM_UNIT_ID" val="diagram20199036_2*m_h_z*1_3_1"/>
  <p:tag name="KSO_WM_TEMPLATE_CATEGORY" val="diagram"/>
  <p:tag name="KSO_WM_TEMPLATE_INDEX" val="20199036"/>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7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199036_2*m_h_z*1_2_1"/>
  <p:tag name="KSO_WM_TEMPLATE_CATEGORY" val="diagram"/>
  <p:tag name="KSO_WM_TEMPLATE_INDEX" val="20199036"/>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794.xml><?xml version="1.0" encoding="utf-8"?>
<p:tagLst xmlns:a="http://schemas.openxmlformats.org/drawingml/2006/main" xmlns:r="http://schemas.openxmlformats.org/officeDocument/2006/relationships" xmlns:p="http://schemas.openxmlformats.org/presentationml/2006/main">
  <p:tag name="KSO_WM_UNIT_NOCLEAR" val="0"/>
  <p:tag name="KSO_WM_UNIT_VALUE" val="72"/>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6_2*m_h_f*1_1_1"/>
  <p:tag name="KSO_WM_TEMPLATE_CATEGORY" val="diagram"/>
  <p:tag name="KSO_WM_TEMPLATE_INDEX" val="20199036"/>
  <p:tag name="KSO_WM_UNIT_LAYERLEVEL" val="1_1_1"/>
  <p:tag name="KSO_WM_TAG_VERSION" val="1.0"/>
  <p:tag name="KSO_WM_BEAUTIFY_FLAG" val="#wm#"/>
  <p:tag name="KSO_WM_UNIT_PRESET_TEXT" val="单击此处添加文本具体内容，简明扼要的阐述您的观点。根据需要可酌情增减文字，以便观者准确的理解您传达的思想。"/>
  <p:tag name="KSO_WM_UNIT_TEXT_FILL_FORE_SCHEMECOLOR_INDEX" val="13"/>
  <p:tag name="KSO_WM_UNIT_TEXT_FILL_TYPE" val="1"/>
  <p:tag name="KSO_WM_UNIT_USESOURCEFORMAT_APPLY" val="1"/>
</p:tagLst>
</file>

<file path=ppt/tags/tag1795.xml><?xml version="1.0" encoding="utf-8"?>
<p:tagLst xmlns:a="http://schemas.openxmlformats.org/drawingml/2006/main" xmlns:r="http://schemas.openxmlformats.org/officeDocument/2006/relationships" xmlns:p="http://schemas.openxmlformats.org/presentationml/2006/main">
  <p:tag name="KSO_WM_UNIT_NOCLEAR" val="0"/>
  <p:tag name="KSO_WM_UNIT_VALUE" val="72"/>
  <p:tag name="KSO_WM_UNIT_HIGHLIGHT" val="0"/>
  <p:tag name="KSO_WM_UNIT_COMPATIBLE" val="0"/>
  <p:tag name="KSO_WM_UNIT_DIAGRAM_ISNUMVISUAL" val="0"/>
  <p:tag name="KSO_WM_UNIT_DIAGRAM_ISREFERUNIT" val="0"/>
  <p:tag name="KSO_WM_DIAGRAM_GROUP_CODE" val="m1-1"/>
  <p:tag name="KSO_WM_UNIT_TYPE" val="m_h_f"/>
  <p:tag name="KSO_WM_UNIT_INDEX" val="1_2_1"/>
  <p:tag name="KSO_WM_UNIT_ID" val="diagram20199036_2*m_h_f*1_2_1"/>
  <p:tag name="KSO_WM_TEMPLATE_CATEGORY" val="diagram"/>
  <p:tag name="KSO_WM_TEMPLATE_INDEX" val="20199036"/>
  <p:tag name="KSO_WM_UNIT_LAYERLEVEL" val="1_1_1"/>
  <p:tag name="KSO_WM_TAG_VERSION" val="1.0"/>
  <p:tag name="KSO_WM_BEAUTIFY_FLAG" val="#wm#"/>
  <p:tag name="KSO_WM_UNIT_PRESET_TEXT" val="单击此处添加文本具体内容，简明扼要的阐述您的观点。根据需要可酌情增减文字，以便观者准确的理解您传达的思想。"/>
  <p:tag name="KSO_WM_UNIT_TEXT_FILL_FORE_SCHEMECOLOR_INDEX" val="13"/>
  <p:tag name="KSO_WM_UNIT_TEXT_FILL_TYPE" val="1"/>
  <p:tag name="KSO_WM_UNIT_USESOURCEFORMAT_APPLY" val="1"/>
</p:tagLst>
</file>

<file path=ppt/tags/tag1796.xml><?xml version="1.0" encoding="utf-8"?>
<p:tagLst xmlns:a="http://schemas.openxmlformats.org/drawingml/2006/main" xmlns:r="http://schemas.openxmlformats.org/officeDocument/2006/relationships" xmlns:p="http://schemas.openxmlformats.org/presentationml/2006/main">
  <p:tag name="KSO_WM_UNIT_NOCLEAR" val="0"/>
  <p:tag name="KSO_WM_UNIT_VALUE" val="74"/>
  <p:tag name="KSO_WM_UNIT_HIGHLIGHT" val="0"/>
  <p:tag name="KSO_WM_UNIT_COMPATIBLE" val="0"/>
  <p:tag name="KSO_WM_UNIT_DIAGRAM_ISNUMVISUAL" val="0"/>
  <p:tag name="KSO_WM_UNIT_DIAGRAM_ISREFERUNIT" val="0"/>
  <p:tag name="KSO_WM_DIAGRAM_GROUP_CODE" val="m1-1"/>
  <p:tag name="KSO_WM_UNIT_TYPE" val="m_h_f"/>
  <p:tag name="KSO_WM_UNIT_INDEX" val="1_3_1"/>
  <p:tag name="KSO_WM_UNIT_ID" val="diagram20199036_2*m_h_f*1_3_1"/>
  <p:tag name="KSO_WM_TEMPLATE_CATEGORY" val="diagram"/>
  <p:tag name="KSO_WM_TEMPLATE_INDEX" val="20199036"/>
  <p:tag name="KSO_WM_UNIT_LAYERLEVEL" val="1_1_1"/>
  <p:tag name="KSO_WM_TAG_VERSION" val="1.0"/>
  <p:tag name="KSO_WM_BEAUTIFY_FLAG" val="#wm#"/>
  <p:tag name="KSO_WM_UNIT_PRESET_TEXT" val="单击此处添加文本具体内容，简明扼要的阐述您的观点。根据需要可酌情增减文字，以便观者准确的理解您传达的思想。"/>
  <p:tag name="KSO_WM_UNIT_TEXT_FILL_FORE_SCHEMECOLOR_INDEX" val="13"/>
  <p:tag name="KSO_WM_UNIT_TEXT_FILL_TYPE" val="1"/>
  <p:tag name="KSO_WM_UNIT_USESOURCEFORMAT_APPLY" val="1"/>
</p:tagLst>
</file>

<file path=ppt/tags/tag179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1373"/>
  <p:tag name="KSO_WM_SLIDE_ID" val="diagram20201373_1"/>
  <p:tag name="KSO_WM_TEMPLATE_SUBCATEGORY" val="0"/>
  <p:tag name="KSO_WM_TEMPLATE_MASTER_TYPE" val="0"/>
  <p:tag name="KSO_WM_TEMPLATE_COLOR_TYPE" val="1"/>
  <p:tag name="KSO_WM_SLIDE_TYPE" val="text"/>
  <p:tag name="KSO_WM_SLIDE_SUBTYPE" val="diag"/>
  <p:tag name="KSO_WM_SLIDE_ITEM_CNT" val="4"/>
  <p:tag name="KSO_WM_SLIDE_INDEX" val="1"/>
  <p:tag name="KSO_WM_SLIDE_SIZE" val="394.428*341.449"/>
  <p:tag name="KSO_WM_SLIDE_POSITION" val="531.743*176.548"/>
  <p:tag name="KSO_WM_DIAGRAM_GROUP_CODE" val="l1-1"/>
  <p:tag name="KSO_WM_SLIDE_DIAGTYPE" val="l"/>
  <p:tag name="KSO_WM_TAG_VERSION" val="1.0"/>
  <p:tag name="KSO_WM_SLIDE_LAYOUT" val="a_d_f_l"/>
  <p:tag name="KSO_WM_SLIDE_LAYOUT_CNT" val="1_1_1_1"/>
</p:tagLst>
</file>

<file path=ppt/tags/tag1798.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6"/>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01373_1*a*1"/>
  <p:tag name="KSO_WM_TEMPLATE_CATEGORY" val="diagram"/>
  <p:tag name="KSO_WM_TEMPLATE_INDEX" val="20201373"/>
  <p:tag name="KSO_WM_UNIT_LAYERLEVEL" val="1"/>
  <p:tag name="KSO_WM_TAG_VERSION" val="1.0"/>
  <p:tag name="KSO_WM_BEAUTIFY_FLAG" val="#wm#"/>
  <p:tag name="KSO_WM_UNIT_PRESET_TEXT" val="市场部工作汇报"/>
  <p:tag name="KSO_WM_UNIT_TEXT_FILL_FORE_SCHEMECOLOR_INDEX" val="13"/>
  <p:tag name="KSO_WM_UNIT_TEXT_FILL_TYPE" val="1"/>
  <p:tag name="KSO_WM_UNIT_USESOURCEFORMAT_APPLY" val="1"/>
</p:tagLst>
</file>

<file path=ppt/tags/tag1799.xml><?xml version="1.0" encoding="utf-8"?>
<p:tagLst xmlns:a="http://schemas.openxmlformats.org/drawingml/2006/main" xmlns:r="http://schemas.openxmlformats.org/officeDocument/2006/relationships" xmlns:p="http://schemas.openxmlformats.org/presentationml/2006/main">
  <p:tag name="KSO_WM_UNIT_NOCLEAR" val="0"/>
  <p:tag name="KSO_WM_UNIT_VALUE" val="28"/>
  <p:tag name="KSO_WM_UNIT_HIGHLIGHT" val="0"/>
  <p:tag name="KSO_WM_UNIT_COMPATIBLE" val="0"/>
  <p:tag name="KSO_WM_UNIT_DIAGRAM_ISNUMVISUAL" val="0"/>
  <p:tag name="KSO_WM_UNIT_DIAGRAM_ISREFERUNIT" val="0"/>
  <p:tag name="KSO_WM_DIAGRAM_GROUP_CODE" val="l1-1"/>
  <p:tag name="KSO_WM_UNIT_TYPE" val="f"/>
  <p:tag name="KSO_WM_UNIT_INDEX" val="1"/>
  <p:tag name="KSO_WM_UNIT_ID" val="diagram20201373_1*f*1"/>
  <p:tag name="KSO_WM_TEMPLATE_CATEGORY" val="diagram"/>
  <p:tag name="KSO_WM_TEMPLATE_INDEX" val="20201373"/>
  <p:tag name="KSO_WM_UNIT_LAYERLEVEL" val="1"/>
  <p:tag name="KSO_WM_TAG_VERSION" val="1.0"/>
  <p:tag name="KSO_WM_BEAUTIFY_FLAG" val="#wm#"/>
  <p:tag name="KSO_WM_UNIT_PRESET_TEXT" val="MARKETING DEPARTMENT"/>
  <p:tag name="KSO_WM_UNIT_TEXT_FILL_FORE_SCHEMECOLOR_INDEX" val="13"/>
  <p:tag name="KSO_WM_UNIT_TEXT_FILL_TYPE" val="1"/>
  <p:tag name="KSO_WM_UNIT_USESOURCEFORMAT_APPLY" val="1"/>
</p:tagLst>
</file>

<file path=ppt/tags/tag18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01373_1*l_h_i*1_1_1"/>
  <p:tag name="KSO_WM_TEMPLATE_CATEGORY" val="diagram"/>
  <p:tag name="KSO_WM_TEMPLATE_INDEX" val="20201373"/>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8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01373_1*l_h_i*1_2_1"/>
  <p:tag name="KSO_WM_TEMPLATE_CATEGORY" val="diagram"/>
  <p:tag name="KSO_WM_TEMPLATE_INDEX" val="20201373"/>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8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01373_1*l_h_i*1_3_1"/>
  <p:tag name="KSO_WM_TEMPLATE_CATEGORY" val="diagram"/>
  <p:tag name="KSO_WM_TEMPLATE_INDEX" val="20201373"/>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8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201373_1*l_h_i*1_4_1"/>
  <p:tag name="KSO_WM_TEMPLATE_CATEGORY" val="diagram"/>
  <p:tag name="KSO_WM_TEMPLATE_INDEX" val="20201373"/>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804.xml><?xml version="1.0" encoding="utf-8"?>
<p:tagLst xmlns:a="http://schemas.openxmlformats.org/drawingml/2006/main" xmlns:r="http://schemas.openxmlformats.org/officeDocument/2006/relationships" xmlns:p="http://schemas.openxmlformats.org/presentationml/2006/main">
  <p:tag name="KSO_WM_UNIT_VALUE" val="1904*1692"/>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diagram20201373_1*d*1"/>
  <p:tag name="KSO_WM_TEMPLATE_CATEGORY" val="diagram"/>
  <p:tag name="KSO_WM_TEMPLATE_INDEX" val="20201373"/>
  <p:tag name="KSO_WM_UNIT_SUPPORT_UNIT_TYPE" val="[&quot;all&quot;]"/>
  <p:tag name="KSO_WM_UNIT_LAYERLEVEL" val="1"/>
  <p:tag name="KSO_WM_TAG_VERSION" val="1.0"/>
  <p:tag name="KSO_WM_BEAUTIFY_FLAG" val="#wm#"/>
  <p:tag name="KSO_WM_UNIT_USESOURCEFORMAT_APPLY" val="1"/>
</p:tagLst>
</file>

<file path=ppt/tags/tag1805.xml><?xml version="1.0" encoding="utf-8"?>
<p:tagLst xmlns:a="http://schemas.openxmlformats.org/drawingml/2006/main" xmlns:r="http://schemas.openxmlformats.org/officeDocument/2006/relationships" xmlns:p="http://schemas.openxmlformats.org/presentationml/2006/main">
  <p:tag name="KSO_WM_UNIT_NOCLEAR" val="0"/>
  <p:tag name="KSO_WM_UNIT_VALUE" val="54"/>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01373_1*l_h_f*1_1_1"/>
  <p:tag name="KSO_WM_TEMPLATE_CATEGORY" val="diagram"/>
  <p:tag name="KSO_WM_TEMPLATE_INDEX" val="20201373"/>
  <p:tag name="KSO_WM_UNIT_LAYERLEVEL" val="1_1_1"/>
  <p:tag name="KSO_WM_TAG_VERSION" val="1.0"/>
  <p:tag name="KSO_WM_BEAUTIFY_FLAG" val="#wm#"/>
  <p:tag name="KSO_WM_UNIT_PRESET_TEXT" val="跟进海尔广告，广告条效果不好，希望重新制作"/>
  <p:tag name="KSO_WM_UNIT_TEXT_FILL_FORE_SCHEMECOLOR_INDEX" val="13"/>
  <p:tag name="KSO_WM_UNIT_TEXT_FILL_TYPE" val="1"/>
  <p:tag name="KSO_WM_UNIT_USESOURCEFORMAT_APPLY" val="1"/>
</p:tagLst>
</file>

<file path=ppt/tags/tag1806.xml><?xml version="1.0" encoding="utf-8"?>
<p:tagLst xmlns:a="http://schemas.openxmlformats.org/drawingml/2006/main" xmlns:r="http://schemas.openxmlformats.org/officeDocument/2006/relationships" xmlns:p="http://schemas.openxmlformats.org/presentationml/2006/main">
  <p:tag name="KSO_WM_UNIT_NOCLEAR" val="0"/>
  <p:tag name="KSO_WM_UNIT_VALUE" val="54"/>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01373_1*l_h_f*1_2_1"/>
  <p:tag name="KSO_WM_TEMPLATE_CATEGORY" val="diagram"/>
  <p:tag name="KSO_WM_TEMPLATE_INDEX" val="20201373"/>
  <p:tag name="KSO_WM_UNIT_LAYERLEVEL" val="1_1_1"/>
  <p:tag name="KSO_WM_TAG_VERSION" val="1.0"/>
  <p:tag name="KSO_WM_BEAUTIFY_FLAG" val="#wm#"/>
  <p:tag name="KSO_WM_UNIT_PRESET_TEXT" val="甲方希望得到公司支持：网站报名系统、比赛跟拍"/>
  <p:tag name="KSO_WM_UNIT_TEXT_FILL_FORE_SCHEMECOLOR_INDEX" val="13"/>
  <p:tag name="KSO_WM_UNIT_TEXT_FILL_TYPE" val="1"/>
  <p:tag name="KSO_WM_UNIT_USESOURCEFORMAT_APPLY" val="1"/>
</p:tagLst>
</file>

<file path=ppt/tags/tag1807.xml><?xml version="1.0" encoding="utf-8"?>
<p:tagLst xmlns:a="http://schemas.openxmlformats.org/drawingml/2006/main" xmlns:r="http://schemas.openxmlformats.org/officeDocument/2006/relationships" xmlns:p="http://schemas.openxmlformats.org/presentationml/2006/main">
  <p:tag name="KSO_WM_UNIT_NOCLEAR" val="0"/>
  <p:tag name="KSO_WM_UNIT_VALUE" val="54"/>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01373_1*l_h_f*1_3_1"/>
  <p:tag name="KSO_WM_TEMPLATE_CATEGORY" val="diagram"/>
  <p:tag name="KSO_WM_TEMPLATE_INDEX" val="20201373"/>
  <p:tag name="KSO_WM_UNIT_LAYERLEVEL" val="1_1_1"/>
  <p:tag name="KSO_WM_TAG_VERSION" val="1.0"/>
  <p:tag name="KSO_WM_BEAUTIFY_FLAG" val="#wm#"/>
  <p:tag name="KSO_WM_UNIT_PRESET_TEXT" val="收集所有媒体的广告报价，已完成对电视台报价的收集"/>
  <p:tag name="KSO_WM_UNIT_TEXT_FILL_FORE_SCHEMECOLOR_INDEX" val="13"/>
  <p:tag name="KSO_WM_UNIT_TEXT_FILL_TYPE" val="1"/>
  <p:tag name="KSO_WM_UNIT_USESOURCEFORMAT_APPLY" val="1"/>
</p:tagLst>
</file>

<file path=ppt/tags/tag1808.xml><?xml version="1.0" encoding="utf-8"?>
<p:tagLst xmlns:a="http://schemas.openxmlformats.org/drawingml/2006/main" xmlns:r="http://schemas.openxmlformats.org/officeDocument/2006/relationships" xmlns:p="http://schemas.openxmlformats.org/presentationml/2006/main">
  <p:tag name="KSO_WM_UNIT_NOCLEAR" val="0"/>
  <p:tag name="KSO_WM_UNIT_VALUE" val="54"/>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01373_1*l_h_f*1_4_1"/>
  <p:tag name="KSO_WM_TEMPLATE_CATEGORY" val="diagram"/>
  <p:tag name="KSO_WM_TEMPLATE_INDEX" val="20201373"/>
  <p:tag name="KSO_WM_UNIT_LAYERLEVEL" val="1_1_1"/>
  <p:tag name="KSO_WM_TAG_VERSION" val="1.0"/>
  <p:tag name="KSO_WM_BEAUTIFY_FLAG" val="#wm#"/>
  <p:tag name="KSO_WM_UNIT_PRESET_TEXT" val="和甲方确认母亲节活动代金券为20张100元储蓄卡"/>
  <p:tag name="KSO_WM_UNIT_TEXT_FILL_FORE_SCHEMECOLOR_INDEX" val="13"/>
  <p:tag name="KSO_WM_UNIT_TEXT_FILL_TYPE" val="1"/>
  <p:tag name="KSO_WM_UNIT_USESOURCEFORMAT_APPLY" val="1"/>
</p:tagLst>
</file>

<file path=ppt/tags/tag180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787"/>
  <p:tag name="KSO_WM_SLIDE_ID" val="diagram787_5"/>
  <p:tag name="KSO_WM_TEMPLATE_SUBCATEGORY" val="0"/>
  <p:tag name="KSO_WM_TEMPLATE_MASTER_TYPE" val="0"/>
  <p:tag name="KSO_WM_TEMPLATE_COLOR_TYPE" val="1"/>
  <p:tag name="KSO_WM_SLIDE_TYPE" val="text"/>
  <p:tag name="KSO_WM_SLIDE_SUBTYPE" val="pureTxt"/>
  <p:tag name="KSO_WM_SLIDE_ITEM_CNT" val="6"/>
  <p:tag name="KSO_WM_SLIDE_INDEX" val="5"/>
  <p:tag name="KSO_WM_SLIDE_SIZE" val="779.654*337.814"/>
  <p:tag name="KSO_WM_SLIDE_POSITION" val="90.1732*132.125"/>
  <p:tag name="KSO_WM_DIAGRAM_GROUP_CODE" val="l1-1"/>
  <p:tag name="KSO_WM_SLIDE_DIAGTYPE" val="l"/>
  <p:tag name="KSO_WM_TAG_VERSION" val="1.0"/>
  <p:tag name="KSO_WM_SLIDE_LAYOUT" val="a_l"/>
  <p:tag name="KSO_WM_SLIDE_LAYOUT_CNT" val="1_1"/>
</p:tagLst>
</file>

<file path=ppt/tags/tag1810.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787_5*l_h_i*1_1_1"/>
  <p:tag name="KSO_WM_TEMPLATE_CATEGORY" val="diagram"/>
  <p:tag name="KSO_WM_TEMPLATE_INDEX" val="787"/>
  <p:tag name="KSO_WM_UNIT_LAYERLEVEL" val="1_1_1"/>
  <p:tag name="KSO_WM_TAG_VERSION" val="1.0"/>
  <p:tag name="KSO_WM_BEAUTIFY_FLAG" val="#wm#"/>
  <p:tag name="KSO_WM_UNIT_LINE_FORE_SCHEMECOLOR_INDEX" val="14"/>
  <p:tag name="KSO_WM_UNIT_LINE_FILL_TYPE" val="2"/>
  <p:tag name="KSO_WM_UNIT_USESOURCEFORMAT_APPLY" val="1"/>
</p:tagLst>
</file>

<file path=ppt/tags/tag1811.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787_5*l_h_i*1_1_2"/>
  <p:tag name="KSO_WM_TEMPLATE_CATEGORY" val="diagram"/>
  <p:tag name="KSO_WM_TEMPLATE_INDEX" val="787"/>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812.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NOCLEAR" val="0"/>
  <p:tag name="KSO_WM_UNIT_VALUE" val="44"/>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787_5*l_h_f*1_1_1"/>
  <p:tag name="KSO_WM_TEMPLATE_CATEGORY" val="diagram"/>
  <p:tag name="KSO_WM_TEMPLATE_INDEX" val="787"/>
  <p:tag name="KSO_WM_UNIT_LAYERLEVEL" val="1_1_1"/>
  <p:tag name="KSO_WM_TAG_VERSION" val="1.0"/>
  <p:tag name="KSO_WM_BEAUTIFY_FLAG" val="#wm#"/>
  <p:tag name="KSO_WM_UNIT_PRESET_TEXT" val="单击此处添加文本具体内容，简明扼要的阐述您的观点。根据需要可酌情增减文字"/>
  <p:tag name="KSO_WM_UNIT_TEXT_FILL_FORE_SCHEMECOLOR_INDEX" val="13"/>
  <p:tag name="KSO_WM_UNIT_TEXT_FILL_TYPE" val="1"/>
  <p:tag name="KSO_WM_UNIT_USESOURCEFORMAT_APPLY" val="1"/>
</p:tagLst>
</file>

<file path=ppt/tags/tag1813.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787_5*l_h_i*1_1_1"/>
  <p:tag name="KSO_WM_TEMPLATE_CATEGORY" val="diagram"/>
  <p:tag name="KSO_WM_TEMPLATE_INDEX" val="787"/>
  <p:tag name="KSO_WM_UNIT_LAYERLEVEL" val="1_1_1"/>
  <p:tag name="KSO_WM_TAG_VERSION" val="1.0"/>
  <p:tag name="KSO_WM_BEAUTIFY_FLAG" val="#wm#"/>
  <p:tag name="KSO_WM_UNIT_TEXT_FILL_FORE_SCHEMECOLOR_INDEX" val="5"/>
  <p:tag name="KSO_WM_UNIT_TEXT_FILL_TYPE" val="1"/>
  <p:tag name="KSO_WM_UNIT_USESOURCEFORMAT_APPLY" val="1"/>
</p:tagLst>
</file>

<file path=ppt/tags/tag1814.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787_5*l_h_i*1_2_1"/>
  <p:tag name="KSO_WM_TEMPLATE_CATEGORY" val="diagram"/>
  <p:tag name="KSO_WM_TEMPLATE_INDEX" val="787"/>
  <p:tag name="KSO_WM_UNIT_LAYERLEVEL" val="1_1_1"/>
  <p:tag name="KSO_WM_TAG_VERSION" val="1.0"/>
  <p:tag name="KSO_WM_BEAUTIFY_FLAG" val="#wm#"/>
  <p:tag name="KSO_WM_UNIT_LINE_FORE_SCHEMECOLOR_INDEX" val="14"/>
  <p:tag name="KSO_WM_UNIT_LINE_FILL_TYPE" val="2"/>
  <p:tag name="KSO_WM_UNIT_USESOURCEFORMAT_APPLY" val="1"/>
</p:tagLst>
</file>

<file path=ppt/tags/tag1815.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787_5*l_h_i*1_2_2"/>
  <p:tag name="KSO_WM_TEMPLATE_CATEGORY" val="diagram"/>
  <p:tag name="KSO_WM_TEMPLATE_INDEX" val="787"/>
  <p:tag name="KSO_WM_UNIT_LAYERLEVEL" val="1_1_1"/>
  <p:tag name="KSO_WM_TAG_VERSION" val="1.0"/>
  <p:tag name="KSO_WM_BEAUTIFY_FLAG" val="#wm#"/>
  <p:tag name="KSO_WM_UNIT_FILL_FORE_SCHEMECOLOR_INDEX" val="6"/>
  <p:tag name="KSO_WM_UNIT_FILL_TYPE" val="1"/>
  <p:tag name="KSO_WM_UNIT_TEXT_FILL_FORE_SCHEMECOLOR_INDEX" val="6"/>
  <p:tag name="KSO_WM_UNIT_TEXT_FILL_TYPE" val="1"/>
  <p:tag name="KSO_WM_UNIT_USESOURCEFORMAT_APPLY" val="1"/>
</p:tagLst>
</file>

<file path=ppt/tags/tag1816.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NOCLEAR" val="0"/>
  <p:tag name="KSO_WM_UNIT_VALUE" val="44"/>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787_5*l_h_f*1_2_1"/>
  <p:tag name="KSO_WM_TEMPLATE_CATEGORY" val="diagram"/>
  <p:tag name="KSO_WM_TEMPLATE_INDEX" val="787"/>
  <p:tag name="KSO_WM_UNIT_LAYERLEVEL" val="1_1_1"/>
  <p:tag name="KSO_WM_TAG_VERSION" val="1.0"/>
  <p:tag name="KSO_WM_BEAUTIFY_FLAG" val="#wm#"/>
  <p:tag name="KSO_WM_UNIT_PRESET_TEXT" val="单击此处添加文本具体内容，简明扼要的阐述您的观点。根据需要可酌情增减文字"/>
  <p:tag name="KSO_WM_UNIT_TEXT_FILL_FORE_SCHEMECOLOR_INDEX" val="13"/>
  <p:tag name="KSO_WM_UNIT_TEXT_FILL_TYPE" val="1"/>
  <p:tag name="KSO_WM_UNIT_USESOURCEFORMAT_APPLY" val="1"/>
</p:tagLst>
</file>

<file path=ppt/tags/tag1817.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787_5*l_h_i*1_2_1"/>
  <p:tag name="KSO_WM_TEMPLATE_CATEGORY" val="diagram"/>
  <p:tag name="KSO_WM_TEMPLATE_INDEX" val="787"/>
  <p:tag name="KSO_WM_UNIT_LAYERLEVEL" val="1_1_1"/>
  <p:tag name="KSO_WM_TAG_VERSION" val="1.0"/>
  <p:tag name="KSO_WM_BEAUTIFY_FLAG" val="#wm#"/>
  <p:tag name="KSO_WM_UNIT_TEXT_FILL_FORE_SCHEMECOLOR_INDEX" val="6"/>
  <p:tag name="KSO_WM_UNIT_TEXT_FILL_TYPE" val="1"/>
  <p:tag name="KSO_WM_UNIT_USESOURCEFORMAT_APPLY" val="1"/>
</p:tagLst>
</file>

<file path=ppt/tags/tag1818.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787_5*l_h_i*1_3_2"/>
  <p:tag name="KSO_WM_TEMPLATE_CATEGORY" val="diagram"/>
  <p:tag name="KSO_WM_TEMPLATE_INDEX" val="787"/>
  <p:tag name="KSO_WM_UNIT_LAYERLEVEL" val="1_1_1"/>
  <p:tag name="KSO_WM_TAG_VERSION" val="1.0"/>
  <p:tag name="KSO_WM_BEAUTIFY_FLAG" val="#wm#"/>
  <p:tag name="KSO_WM_UNIT_LINE_FORE_SCHEMECOLOR_INDEX" val="14"/>
  <p:tag name="KSO_WM_UNIT_LINE_FILL_TYPE" val="2"/>
  <p:tag name="KSO_WM_UNIT_USESOURCEFORMAT_APPLY" val="1"/>
</p:tagLst>
</file>

<file path=ppt/tags/tag1819.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787_5*l_h_i*1_3_1"/>
  <p:tag name="KSO_WM_TEMPLATE_CATEGORY" val="diagram"/>
  <p:tag name="KSO_WM_TEMPLATE_INDEX" val="787"/>
  <p:tag name="KSO_WM_UNIT_LAYERLEVEL" val="1_1_1"/>
  <p:tag name="KSO_WM_TAG_VERSION" val="1.0"/>
  <p:tag name="KSO_WM_BEAUTIFY_FLAG" val="#wm#"/>
  <p:tag name="KSO_WM_UNIT_FILL_FORE_SCHEMECOLOR_INDEX" val="7"/>
  <p:tag name="KSO_WM_UNIT_FILL_TYPE" val="1"/>
  <p:tag name="KSO_WM_UNIT_TEXT_FILL_FORE_SCHEMECOLOR_INDEX" val="2"/>
  <p:tag name="KSO_WM_UNIT_TEXT_FILL_TYPE" val="1"/>
  <p:tag name="KSO_WM_UNIT_USESOURCEFORMAT_APPLY" val="1"/>
</p:tagLst>
</file>

<file path=ppt/tags/tag1820.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NOCLEAR" val="0"/>
  <p:tag name="KSO_WM_UNIT_VALUE" val="44"/>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787_5*l_h_f*1_3_1"/>
  <p:tag name="KSO_WM_TEMPLATE_CATEGORY" val="diagram"/>
  <p:tag name="KSO_WM_TEMPLATE_INDEX" val="787"/>
  <p:tag name="KSO_WM_UNIT_LAYERLEVEL" val="1_1_1"/>
  <p:tag name="KSO_WM_TAG_VERSION" val="1.0"/>
  <p:tag name="KSO_WM_BEAUTIFY_FLAG" val="#wm#"/>
  <p:tag name="KSO_WM_UNIT_PRESET_TEXT" val="单击此处添加文本具体内容，简明扼要的阐述您的观点。根据需要可酌情增减文字"/>
  <p:tag name="KSO_WM_UNIT_TEXT_FILL_FORE_SCHEMECOLOR_INDEX" val="13"/>
  <p:tag name="KSO_WM_UNIT_TEXT_FILL_TYPE" val="1"/>
  <p:tag name="KSO_WM_UNIT_USESOURCEFORMAT_APPLY" val="1"/>
</p:tagLst>
</file>

<file path=ppt/tags/tag1821.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787_5*l_h_i*1_3_1"/>
  <p:tag name="KSO_WM_TEMPLATE_CATEGORY" val="diagram"/>
  <p:tag name="KSO_WM_TEMPLATE_INDEX" val="787"/>
  <p:tag name="KSO_WM_UNIT_LAYERLEVEL" val="1_1_1"/>
  <p:tag name="KSO_WM_TAG_VERSION" val="1.0"/>
  <p:tag name="KSO_WM_BEAUTIFY_FLAG" val="#wm#"/>
  <p:tag name="KSO_WM_UNIT_TEXT_FILL_FORE_SCHEMECOLOR_INDEX" val="7"/>
  <p:tag name="KSO_WM_UNIT_TEXT_FILL_TYPE" val="1"/>
  <p:tag name="KSO_WM_UNIT_USESOURCEFORMAT_APPLY" val="1"/>
</p:tagLst>
</file>

<file path=ppt/tags/tag1822.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787_5*l_h_i*1_4_2"/>
  <p:tag name="KSO_WM_TEMPLATE_CATEGORY" val="diagram"/>
  <p:tag name="KSO_WM_TEMPLATE_INDEX" val="787"/>
  <p:tag name="KSO_WM_UNIT_LAYERLEVEL" val="1_1_1"/>
  <p:tag name="KSO_WM_TAG_VERSION" val="1.0"/>
  <p:tag name="KSO_WM_BEAUTIFY_FLAG" val="#wm#"/>
  <p:tag name="KSO_WM_UNIT_LINE_FORE_SCHEMECOLOR_INDEX" val="14"/>
  <p:tag name="KSO_WM_UNIT_LINE_FILL_TYPE" val="2"/>
  <p:tag name="KSO_WM_UNIT_USESOURCEFORMAT_APPLY" val="1"/>
</p:tagLst>
</file>

<file path=ppt/tags/tag1823.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787_5*l_h_i*1_4_1"/>
  <p:tag name="KSO_WM_TEMPLATE_CATEGORY" val="diagram"/>
  <p:tag name="KSO_WM_TEMPLATE_INDEX" val="787"/>
  <p:tag name="KSO_WM_UNIT_LAYERLEVEL" val="1_1_1"/>
  <p:tag name="KSO_WM_TAG_VERSION" val="1.0"/>
  <p:tag name="KSO_WM_BEAUTIFY_FLAG" val="#wm#"/>
  <p:tag name="KSO_WM_UNIT_FILL_FORE_SCHEMECOLOR_INDEX" val="8"/>
  <p:tag name="KSO_WM_UNIT_FILL_TYPE" val="1"/>
  <p:tag name="KSO_WM_UNIT_TEXT_FILL_FORE_SCHEMECOLOR_INDEX" val="8"/>
  <p:tag name="KSO_WM_UNIT_TEXT_FILL_TYPE" val="1"/>
  <p:tag name="KSO_WM_UNIT_USESOURCEFORMAT_APPLY" val="1"/>
</p:tagLst>
</file>

<file path=ppt/tags/tag1824.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NOCLEAR" val="0"/>
  <p:tag name="KSO_WM_UNIT_VALUE" val="44"/>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787_5*l_h_f*1_4_1"/>
  <p:tag name="KSO_WM_TEMPLATE_CATEGORY" val="diagram"/>
  <p:tag name="KSO_WM_TEMPLATE_INDEX" val="787"/>
  <p:tag name="KSO_WM_UNIT_LAYERLEVEL" val="1_1_1"/>
  <p:tag name="KSO_WM_TAG_VERSION" val="1.0"/>
  <p:tag name="KSO_WM_BEAUTIFY_FLAG" val="#wm#"/>
  <p:tag name="KSO_WM_UNIT_PRESET_TEXT" val="单击此处添加文本具体内容，简明扼要的阐述您的观点。根据需要可酌情增减文字"/>
  <p:tag name="KSO_WM_UNIT_TEXT_FILL_FORE_SCHEMECOLOR_INDEX" val="13"/>
  <p:tag name="KSO_WM_UNIT_TEXT_FILL_TYPE" val="1"/>
  <p:tag name="KSO_WM_UNIT_USESOURCEFORMAT_APPLY" val="1"/>
</p:tagLst>
</file>

<file path=ppt/tags/tag1825.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diagram787_5*l_h_i*1_4_1"/>
  <p:tag name="KSO_WM_TEMPLATE_CATEGORY" val="diagram"/>
  <p:tag name="KSO_WM_TEMPLATE_INDEX" val="787"/>
  <p:tag name="KSO_WM_UNIT_LAYERLEVEL" val="1_1_1"/>
  <p:tag name="KSO_WM_TAG_VERSION" val="1.0"/>
  <p:tag name="KSO_WM_BEAUTIFY_FLAG" val="#wm#"/>
  <p:tag name="KSO_WM_UNIT_TEXT_FILL_FORE_SCHEMECOLOR_INDEX" val="8"/>
  <p:tag name="KSO_WM_UNIT_TEXT_FILL_TYPE" val="1"/>
  <p:tag name="KSO_WM_UNIT_USESOURCEFORMAT_APPLY" val="1"/>
</p:tagLst>
</file>

<file path=ppt/tags/tag1826.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5_1"/>
  <p:tag name="KSO_WM_UNIT_ID" val="diagram787_5*l_h_i*1_5_1"/>
  <p:tag name="KSO_WM_TEMPLATE_CATEGORY" val="diagram"/>
  <p:tag name="KSO_WM_TEMPLATE_INDEX" val="787"/>
  <p:tag name="KSO_WM_UNIT_LAYERLEVEL" val="1_1_1"/>
  <p:tag name="KSO_WM_TAG_VERSION" val="1.0"/>
  <p:tag name="KSO_WM_BEAUTIFY_FLAG" val="#wm#"/>
  <p:tag name="KSO_WM_UNIT_LINE_FORE_SCHEMECOLOR_INDEX" val="14"/>
  <p:tag name="KSO_WM_UNIT_LINE_FILL_TYPE" val="2"/>
  <p:tag name="KSO_WM_UNIT_USESOURCEFORMAT_APPLY" val="1"/>
</p:tagLst>
</file>

<file path=ppt/tags/tag1827.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5_2"/>
  <p:tag name="KSO_WM_UNIT_ID" val="diagram787_5*l_h_i*1_5_2"/>
  <p:tag name="KSO_WM_TEMPLATE_CATEGORY" val="diagram"/>
  <p:tag name="KSO_WM_TEMPLATE_INDEX" val="787"/>
  <p:tag name="KSO_WM_UNIT_LAYERLEVEL" val="1_1_1"/>
  <p:tag name="KSO_WM_TAG_VERSION" val="1.0"/>
  <p:tag name="KSO_WM_BEAUTIFY_FLAG" val="#wm#"/>
  <p:tag name="KSO_WM_UNIT_FILL_FORE_SCHEMECOLOR_INDEX" val="9"/>
  <p:tag name="KSO_WM_UNIT_FILL_TYPE" val="1"/>
  <p:tag name="KSO_WM_UNIT_TEXT_FILL_FORE_SCHEMECOLOR_INDEX" val="6"/>
  <p:tag name="KSO_WM_UNIT_TEXT_FILL_TYPE" val="1"/>
  <p:tag name="KSO_WM_UNIT_USESOURCEFORMAT_APPLY" val="1"/>
</p:tagLst>
</file>

<file path=ppt/tags/tag1828.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NOCLEAR" val="0"/>
  <p:tag name="KSO_WM_UNIT_VALUE" val="44"/>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787_5*l_h_f*1_5_1"/>
  <p:tag name="KSO_WM_TEMPLATE_CATEGORY" val="diagram"/>
  <p:tag name="KSO_WM_TEMPLATE_INDEX" val="787"/>
  <p:tag name="KSO_WM_UNIT_LAYERLEVEL" val="1_1_1"/>
  <p:tag name="KSO_WM_TAG_VERSION" val="1.0"/>
  <p:tag name="KSO_WM_BEAUTIFY_FLAG" val="#wm#"/>
  <p:tag name="KSO_WM_UNIT_PRESET_TEXT" val="单击此处添加文本具体内容，简明扼要的阐述您的观点。根据需要可酌情增减文字"/>
  <p:tag name="KSO_WM_UNIT_TEXT_FILL_FORE_SCHEMECOLOR_INDEX" val="13"/>
  <p:tag name="KSO_WM_UNIT_TEXT_FILL_TYPE" val="1"/>
  <p:tag name="KSO_WM_UNIT_USESOURCEFORMAT_APPLY" val="1"/>
</p:tagLst>
</file>

<file path=ppt/tags/tag1829.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5_1"/>
  <p:tag name="KSO_WM_UNIT_ID" val="diagram787_5*l_h_i*1_5_1"/>
  <p:tag name="KSO_WM_TEMPLATE_CATEGORY" val="diagram"/>
  <p:tag name="KSO_WM_TEMPLATE_INDEX" val="787"/>
  <p:tag name="KSO_WM_UNIT_LAYERLEVEL" val="1_1_1"/>
  <p:tag name="KSO_WM_TAG_VERSION" val="1.0"/>
  <p:tag name="KSO_WM_BEAUTIFY_FLAG" val="#wm#"/>
  <p:tag name="KSO_WM_UNIT_TEXT_FILL_FORE_SCHEMECOLOR_INDEX" val="9"/>
  <p:tag name="KSO_WM_UNIT_TEXT_FILL_TYPE" val="1"/>
  <p:tag name="KSO_WM_UNIT_USESOURCEFORMAT_APPLY" val="1"/>
</p:tagLst>
</file>

<file path=ppt/tags/tag1830.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6_1"/>
  <p:tag name="KSO_WM_UNIT_ID" val="diagram787_5*l_h_i*1_6_1"/>
  <p:tag name="KSO_WM_TEMPLATE_CATEGORY" val="diagram"/>
  <p:tag name="KSO_WM_TEMPLATE_INDEX" val="787"/>
  <p:tag name="KSO_WM_UNIT_LAYERLEVEL" val="1_1_1"/>
  <p:tag name="KSO_WM_TAG_VERSION" val="1.0"/>
  <p:tag name="KSO_WM_BEAUTIFY_FLAG" val="#wm#"/>
  <p:tag name="KSO_WM_UNIT_LINE_FORE_SCHEMECOLOR_INDEX" val="14"/>
  <p:tag name="KSO_WM_UNIT_LINE_FILL_TYPE" val="2"/>
  <p:tag name="KSO_WM_UNIT_USESOURCEFORMAT_APPLY" val="1"/>
</p:tagLst>
</file>

<file path=ppt/tags/tag1831.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6_2"/>
  <p:tag name="KSO_WM_UNIT_ID" val="diagram787_5*l_h_i*1_6_2"/>
  <p:tag name="KSO_WM_TEMPLATE_CATEGORY" val="diagram"/>
  <p:tag name="KSO_WM_TEMPLATE_INDEX" val="787"/>
  <p:tag name="KSO_WM_UNIT_LAYERLEVEL" val="1_1_1"/>
  <p:tag name="KSO_WM_TAG_VERSION" val="1.0"/>
  <p:tag name="KSO_WM_BEAUTIFY_FLAG" val="#wm#"/>
  <p:tag name="KSO_WM_UNIT_FILL_FORE_SCHEMECOLOR_INDEX" val="10"/>
  <p:tag name="KSO_WM_UNIT_FILL_TYPE" val="1"/>
  <p:tag name="KSO_WM_UNIT_TEXT_FILL_FORE_SCHEMECOLOR_INDEX" val="6"/>
  <p:tag name="KSO_WM_UNIT_TEXT_FILL_TYPE" val="1"/>
  <p:tag name="KSO_WM_UNIT_USESOURCEFORMAT_APPLY" val="1"/>
</p:tagLst>
</file>

<file path=ppt/tags/tag1832.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NOCLEAR" val="0"/>
  <p:tag name="KSO_WM_UNIT_VALUE" val="44"/>
  <p:tag name="KSO_WM_UNIT_HIGHLIGHT" val="0"/>
  <p:tag name="KSO_WM_UNIT_COMPATIBLE" val="0"/>
  <p:tag name="KSO_WM_UNIT_DIAGRAM_ISNUMVISUAL" val="0"/>
  <p:tag name="KSO_WM_UNIT_DIAGRAM_ISREFERUNIT" val="0"/>
  <p:tag name="KSO_WM_DIAGRAM_GROUP_CODE" val="l1-1"/>
  <p:tag name="KSO_WM_UNIT_TYPE" val="l_h_f"/>
  <p:tag name="KSO_WM_UNIT_INDEX" val="1_6_1"/>
  <p:tag name="KSO_WM_UNIT_ID" val="diagram787_5*l_h_f*1_6_1"/>
  <p:tag name="KSO_WM_TEMPLATE_CATEGORY" val="diagram"/>
  <p:tag name="KSO_WM_TEMPLATE_INDEX" val="787"/>
  <p:tag name="KSO_WM_UNIT_LAYERLEVEL" val="1_1_1"/>
  <p:tag name="KSO_WM_TAG_VERSION" val="1.0"/>
  <p:tag name="KSO_WM_BEAUTIFY_FLAG" val="#wm#"/>
  <p:tag name="KSO_WM_UNIT_PRESET_TEXT" val="单击此处添加文本具体内容，简明扼要的阐述您的观点。根据需要可酌情增减文字"/>
  <p:tag name="KSO_WM_UNIT_TEXT_FILL_FORE_SCHEMECOLOR_INDEX" val="13"/>
  <p:tag name="KSO_WM_UNIT_TEXT_FILL_TYPE" val="1"/>
  <p:tag name="KSO_WM_UNIT_USESOURCEFORMAT_APPLY" val="1"/>
</p:tagLst>
</file>

<file path=ppt/tags/tag1833.xml><?xml version="1.0" encoding="utf-8"?>
<p:tagLst xmlns:a="http://schemas.openxmlformats.org/drawingml/2006/main" xmlns:r="http://schemas.openxmlformats.org/officeDocument/2006/relationships"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6_1"/>
  <p:tag name="KSO_WM_UNIT_ID" val="diagram787_5*l_h_i*1_6_1"/>
  <p:tag name="KSO_WM_TEMPLATE_CATEGORY" val="diagram"/>
  <p:tag name="KSO_WM_TEMPLATE_INDEX" val="787"/>
  <p:tag name="KSO_WM_UNIT_LAYERLEVEL" val="1_1_1"/>
  <p:tag name="KSO_WM_TAG_VERSION" val="1.0"/>
  <p:tag name="KSO_WM_BEAUTIFY_FLAG" val="#wm#"/>
  <p:tag name="KSO_WM_UNIT_TEXT_FILL_FORE_SCHEMECOLOR_INDEX" val="10"/>
  <p:tag name="KSO_WM_UNIT_TEXT_FILL_TYPE" val="1"/>
  <p:tag name="KSO_WM_UNIT_USESOURCEFORMAT_APPLY" val="1"/>
</p:tagLst>
</file>

<file path=ppt/tags/tag1834.xml><?xml version="1.0" encoding="utf-8"?>
<p:tagLst xmlns:a="http://schemas.openxmlformats.org/drawingml/2006/main" xmlns:r="http://schemas.openxmlformats.org/officeDocument/2006/relationships" xmlns:p="http://schemas.openxmlformats.org/presentationml/2006/main">
  <p:tag name="KSO_WM_UNIT_RELATE_UNITID" val="261*l*1"/>
  <p:tag name="KSO_WM_UNIT_ISCONTENTSTITLE" val="0"/>
  <p:tag name="KSO_WM_UNIT_NOCLEAR" val="0"/>
  <p:tag name="KSO_WM_UNIT_VALUE" val="31"/>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787_5*a*1"/>
  <p:tag name="KSO_WM_TEMPLATE_CATEGORY" val="diagram"/>
  <p:tag name="KSO_WM_TEMPLATE_INDEX" val="787"/>
  <p:tag name="KSO_WM_UNIT_LAYERLEVEL" val="1"/>
  <p:tag name="KSO_WM_TAG_VERSION" val="1.0"/>
  <p:tag name="KSO_WM_BEAUTIFY_FLAG" val="#wm#"/>
  <p:tag name="KSO_WM_UNIT_PRESET_TEXT" val="单击此处添加标题"/>
  <p:tag name="KSO_WM_UNIT_TEXT_FILL_FORE_SCHEMECOLOR_INDEX" val="13"/>
  <p:tag name="KSO_WM_UNIT_TEXT_FILL_TYPE" val="1"/>
  <p:tag name="KSO_WM_UNIT_USESOURCEFORMAT_APPLY" val="1"/>
</p:tagLst>
</file>

<file path=ppt/tags/tag183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4018"/>
  <p:tag name="KSO_WM_SLIDE_ID" val="diagram20204018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540"/>
  <p:tag name="KSO_WM_SLIDE_POSITION" val="0*0"/>
  <p:tag name="KSO_WM_TAG_VERSION" val="1.0"/>
  <p:tag name="KSO_WM_SLIDE_LAYOUT" val="a_f_y"/>
  <p:tag name="KSO_WM_SLIDE_LAYOUT_CNT" val="1_1_1"/>
  <p:tag name="KSO_WM_SLIDE_BK_DARK_LIGHT" val="2"/>
  <p:tag name="KSO_WM_SLIDE_BACKGROUND_TYPE" val="general"/>
</p:tagLst>
</file>

<file path=ppt/tags/tag18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2*i*1"/>
  <p:tag name="KSO_WM_UNIT_LAYERLEVEL" val="1"/>
  <p:tag name="KSO_WM_TAG_VERSION" val="1.0"/>
  <p:tag name="KSO_WM_BEAUTIFY_FLAG" val="#wm#"/>
  <p:tag name="KSO_WM_SLIDE_BACKGROUND_TYPE" val="general"/>
  <p:tag name="KSO_WM_SLIDE_BK_DARK_LIGHT" val="2"/>
</p:tagLst>
</file>

<file path=ppt/tags/tag18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4018_1*i*1"/>
  <p:tag name="KSO_WM_TEMPLATE_CATEGORY" val="diagram"/>
  <p:tag name="KSO_WM_TEMPLATE_INDEX" val="20204018"/>
  <p:tag name="KSO_WM_UNIT_LAYERLEVEL" val="1"/>
  <p:tag name="KSO_WM_TAG_VERSION" val="1.0"/>
  <p:tag name="KSO_WM_BEAUTIFY_FLAG" val="#wm#"/>
  <p:tag name="KSO_WM_UNIT_FILL_FORE_SCHEMECOLOR_INDEX_BRIGHTNESS" val="-0.05"/>
  <p:tag name="KSO_WM_UNIT_FILL_FORE_SCHEMECOLOR_INDEX" val="14"/>
  <p:tag name="KSO_WM_UNIT_FILL_BACK_SCHEMECOLOR_INDEX_BRIGHTNESS" val="0"/>
  <p:tag name="KSO_WM_UNIT_FILL_BACK_SCHEMECOLOR_INDEX" val="14"/>
  <p:tag name="KSO_WM_UNIT_FILL_TYPE" val="2"/>
  <p:tag name="KSO_WM_UNIT_TEXT_FILL_FORE_SCHEMECOLOR_INDEX_BRIGHTNESS" val="0"/>
  <p:tag name="KSO_WM_UNIT_TEXT_FILL_FORE_SCHEMECOLOR_INDEX" val="14"/>
  <p:tag name="KSO_WM_UNIT_TEXT_FILL_TYPE" val="1"/>
</p:tagLst>
</file>

<file path=ppt/tags/tag18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4018_1*i*2"/>
  <p:tag name="KSO_WM_TEMPLATE_CATEGORY" val="diagram"/>
  <p:tag name="KSO_WM_TEMPLATE_INDEX" val="20204018"/>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Lst>
</file>

<file path=ppt/tags/tag18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1"/>
  <p:tag name="KSO_WM_UNIT_ID" val="diagram20204018_1*y*1"/>
  <p:tag name="KSO_WM_TEMPLATE_CATEGORY" val="diagram"/>
  <p:tag name="KSO_WM_TEMPLATE_INDEX" val="20204018"/>
  <p:tag name="KSO_WM_UNIT_LAYERLEVEL" val="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4"/>
  <p:tag name="KSO_WM_UNIT_TEXT_FILL_TYPE" val="1"/>
</p:tagLst>
</file>

<file path=ppt/tags/tag18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4018_1*i*3"/>
  <p:tag name="KSO_WM_TEMPLATE_CATEGORY" val="diagram"/>
  <p:tag name="KSO_WM_TEMPLATE_INDEX" val="20204018"/>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8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4018_1*i*4"/>
  <p:tag name="KSO_WM_TEMPLATE_CATEGORY" val="diagram"/>
  <p:tag name="KSO_WM_TEMPLATE_INDEX" val="20204018"/>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842.xml><?xml version="1.0" encoding="utf-8"?>
<p:tagLst xmlns:a="http://schemas.openxmlformats.org/drawingml/2006/main" xmlns:r="http://schemas.openxmlformats.org/officeDocument/2006/relationships" xmlns:p="http://schemas.openxmlformats.org/presentationml/2006/main">
  <p:tag name="KSO_WM_UNIT_NOCLEAR" val="0"/>
  <p:tag name="KSO_WM_UNIT_VALUE" val="210"/>
  <p:tag name="KSO_WM_UNIT_HIGHLIGHT" val="0"/>
  <p:tag name="KSO_WM_UNIT_COMPATIBLE" val="0"/>
  <p:tag name="KSO_WM_UNIT_DIAGRAM_ISNUMVISUAL" val="0"/>
  <p:tag name="KSO_WM_UNIT_DIAGRAM_ISREFERUNIT" val="0"/>
  <p:tag name="KSO_WM_UNIT_TYPE" val="f"/>
  <p:tag name="KSO_WM_UNIT_INDEX" val="1"/>
  <p:tag name="KSO_WM_UNIT_ID" val="diagram20204018_1*f*1"/>
  <p:tag name="KSO_WM_TEMPLATE_CATEGORY" val="diagram"/>
  <p:tag name="KSO_WM_TEMPLATE_INDEX" val="20204018"/>
  <p:tag name="KSO_WM_UNIT_LAYERLEVEL" val="1"/>
  <p:tag name="KSO_WM_TAG_VERSION" val="1.0"/>
  <p:tag name="KSO_WM_BEAUTIFY_FLAG" val="#wm#"/>
  <p:tag name="KSO_WM_UNIT_PRESET_TEXT" val="点击此处添加正文，文字是您思想的提炼，为了演示发布的良好效果，请言简意赅的阐述您的观点。&#10;您的正文已经经简明扼要，字字珠玑，但信息却千丝万缕、错综复杂，需要用更多的文字来表述；但请您尽可能提炼思想的精髓，否则容易造成观者的阅读压力，适得其反。"/>
  <p:tag name="KSO_WM_UNIT_TEXT_FILL_FORE_SCHEMECOLOR_INDEX_BRIGHTNESS" val="0.25"/>
  <p:tag name="KSO_WM_UNIT_TEXT_FILL_FORE_SCHEMECOLOR_INDEX" val="13"/>
  <p:tag name="KSO_WM_UNIT_TEXT_FILL_TYPE" val="1"/>
</p:tagLst>
</file>

<file path=ppt/tags/tag1843.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diagram20204018_1*a*1"/>
  <p:tag name="KSO_WM_TEMPLATE_CATEGORY" val="diagram"/>
  <p:tag name="KSO_WM_TEMPLATE_INDEX" val="20204018"/>
  <p:tag name="KSO_WM_UNIT_LAYERLEVEL" val="1"/>
  <p:tag name="KSO_WM_TAG_VERSION" val="1.0"/>
  <p:tag name="KSO_WM_BEAUTIFY_FLAG" val="#wm#"/>
  <p:tag name="KSO_WM_UNIT_PRESET_TEXT" val="单击此处可添加大标题内容"/>
  <p:tag name="KSO_WM_UNIT_TEXT_FILL_FORE_SCHEMECOLOR_INDEX_BRIGHTNESS" val="0"/>
  <p:tag name="KSO_WM_UNIT_TEXT_FILL_FORE_SCHEMECOLOR_INDEX" val="14"/>
  <p:tag name="KSO_WM_UNIT_TEXT_FILL_TYPE" val="1"/>
</p:tagLst>
</file>

<file path=ppt/tags/tag18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4018_1*i*5"/>
  <p:tag name="KSO_WM_TEMPLATE_CATEGORY" val="diagram"/>
  <p:tag name="KSO_WM_TEMPLATE_INDEX" val="20204018"/>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8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204018_1*i*6"/>
  <p:tag name="KSO_WM_TEMPLATE_CATEGORY" val="diagram"/>
  <p:tag name="KSO_WM_TEMPLATE_INDEX" val="20204018"/>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84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96516"/>
  <p:tag name="KSO_WM_SLIDE_CONSTRAINT" val="%7b%22slideConstraint%22%3a%7b%22seriesAreas%22%3a%5b%5d%2c%22singleAreas%22%3a%5b%7b%22shapes%22%3a%5b30%5d%2c%22serialConstraintIndex%22%3a-1%2c%22areatextmark%22%3a0%2c%22pictureprocessmark%22%3a0%7d%2c%7b%22shapes%22%3a%5b34%5d%2c%22serialConstraintIndex%22%3a-1%2c%22areatextmark%22%3a0%2c%22pictureprocessmark%22%3a0%7d%2c%7b%22shapes%22%3a%5b31%5d%2c%22serialConstraintIndex%22%3a-1%2c%22areatextmark%22%3a0%2c%22pictureprocessmark%22%3a0%7d%2c%7b%22shapes%22%3a%5b46%5d%2c%22serialConstraintIndex%22%3a-1%2c%22areatextmark%22%3a0%2c%22pictureprocessmark%22%3a0%7d%5d%7d%7d"/>
  <p:tag name="KSO_WM_SLIDE_COLORSCHEME_VERSION" val="3.2"/>
  <p:tag name="KSO_WM_SLIDE_ID" val="diagram20196516_3"/>
  <p:tag name="KSO_WM_TEMPLATE_SUBCATEGORY" val="0"/>
  <p:tag name="KSO_WM_TEMPLATE_MASTER_TYPE" val="0"/>
  <p:tag name="KSO_WM_TEMPLATE_COLOR_TYPE" val="1"/>
  <p:tag name="KSO_WM_SLIDE_TYPE" val="text"/>
  <p:tag name="KSO_WM_SLIDE_SUBTYPE" val="diag"/>
  <p:tag name="KSO_WM_SLIDE_ITEM_CNT" val="4"/>
  <p:tag name="KSO_WM_SLIDE_INDEX" val="3"/>
  <p:tag name="KSO_WM_SLIDE_SIZE" val="881.55*358.85"/>
  <p:tag name="KSO_WM_SLIDE_POSITION" val="39.2*136"/>
  <p:tag name="KSO_WM_DIAGRAM_GROUP_CODE" val="l1-1"/>
  <p:tag name="KSO_WM_SLIDE_DIAGTYPE" val="l"/>
  <p:tag name="KSO_WM_TAG_VERSION" val="1.0"/>
  <p:tag name="KSO_WM_SLIDE_LAYOUT" val="a_l"/>
  <p:tag name="KSO_WM_SLIDE_LAYOUT_CNT" val="1_1"/>
</p:tagLst>
</file>

<file path=ppt/tags/tag1847.xml><?xml version="1.0" encoding="utf-8"?>
<p:tagLst xmlns:a="http://schemas.openxmlformats.org/drawingml/2006/main" xmlns:r="http://schemas.openxmlformats.org/officeDocument/2006/relationships" xmlns:p="http://schemas.openxmlformats.org/presentationml/2006/main">
  <p:tag name="KSO_WM_UNIT_ADJUSTLAYOUT_ID" val="115"/>
  <p:tag name="KSO_WM_UNIT_COLOR_SCHEME_SHAPE_ID" val="115"/>
  <p:tag name="KSO_WM_UNIT_COLOR_SCHEME_PARENT_PAGE" val="0_3"/>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diagram20196516_3*i*1"/>
  <p:tag name="KSO_WM_TEMPLATE_CATEGORY" val="diagram"/>
  <p:tag name="KSO_WM_TEMPLATE_INDEX" val="20196516"/>
  <p:tag name="KSO_WM_UNIT_LAYERLEVEL" val="1"/>
  <p:tag name="KSO_WM_TAG_VERSION" val="1.0"/>
  <p:tag name="KSO_WM_BEAUTIFY_FLAG" val="#wm#"/>
  <p:tag name="KSO_WM_UNIT_FILL_FORE_SCHEMECOLOR_INDEX" val="16"/>
  <p:tag name="KSO_WM_UNIT_FILL_TYPE" val="1"/>
  <p:tag name="KSO_WM_UNIT_TEXT_FILL_FORE_SCHEMECOLOR_INDEX" val="14"/>
  <p:tag name="KSO_WM_UNIT_TEXT_FILL_TYPE" val="1"/>
  <p:tag name="KSO_WM_UNIT_USESOURCEFORMAT_APPLY" val="1"/>
</p:tagLst>
</file>

<file path=ppt/tags/tag1848.xml><?xml version="1.0" encoding="utf-8"?>
<p:tagLst xmlns:a="http://schemas.openxmlformats.org/drawingml/2006/main" xmlns:r="http://schemas.openxmlformats.org/officeDocument/2006/relationships" xmlns:p="http://schemas.openxmlformats.org/presentationml/2006/main">
  <p:tag name="KSO_WM_UNIT_ADJUSTLAYOUT_ID" val="112"/>
  <p:tag name="KSO_WM_UNIT_COLOR_SCHEME_SHAPE_ID" val="112"/>
  <p:tag name="KSO_WM_UNIT_COLOR_SCHEME_PARENT_PAGE" val="0_3"/>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diagram20196516_3*i*2"/>
  <p:tag name="KSO_WM_TEMPLATE_CATEGORY" val="diagram"/>
  <p:tag name="KSO_WM_TEMPLATE_INDEX" val="20196516"/>
  <p:tag name="KSO_WM_UNIT_LAYERLEVEL" val="1"/>
  <p:tag name="KSO_WM_TAG_VERSION" val="1.0"/>
  <p:tag name="KSO_WM_BEAUTIFY_FLAG" val="#wm#"/>
  <p:tag name="KSO_WM_UNIT_FILL_FORE_SCHEMECOLOR_INDEX" val="16"/>
  <p:tag name="KSO_WM_UNIT_FILL_TYPE" val="1"/>
  <p:tag name="KSO_WM_UNIT_TEXT_FILL_FORE_SCHEMECOLOR_INDEX" val="14"/>
  <p:tag name="KSO_WM_UNIT_TEXT_FILL_TYPE" val="1"/>
  <p:tag name="KSO_WM_UNIT_USESOURCEFORMAT_APPLY" val="1"/>
</p:tagLst>
</file>

<file path=ppt/tags/tag1849.xml><?xml version="1.0" encoding="utf-8"?>
<p:tagLst xmlns:a="http://schemas.openxmlformats.org/drawingml/2006/main" xmlns:r="http://schemas.openxmlformats.org/officeDocument/2006/relationships" xmlns:p="http://schemas.openxmlformats.org/presentationml/2006/main">
  <p:tag name="KSO_WM_UNIT_ADJUSTLAYOUT_ID" val="75"/>
  <p:tag name="KSO_WM_UNIT_COLOR_SCHEME_SHAPE_ID" val="75"/>
  <p:tag name="KSO_WM_UNIT_COLOR_SCHEME_PARENT_PAGE" val="0_3"/>
  <p:tag name="KSO_WM_UNIT_HIGHLIGHT" val="0"/>
  <p:tag name="KSO_WM_UNIT_COMPATIBLE" val="0"/>
  <p:tag name="KSO_WM_UNIT_DIAGRAM_ISNUMVISUAL" val="0"/>
  <p:tag name="KSO_WM_UNIT_DIAGRAM_ISREFERUNIT" val="0"/>
  <p:tag name="KSO_WM_DIAGRAM_GROUP_CODE" val="l1-1"/>
  <p:tag name="KSO_WM_UNIT_TYPE" val="i"/>
  <p:tag name="KSO_WM_UNIT_INDEX" val="3"/>
  <p:tag name="KSO_WM_UNIT_ID" val="diagram20196516_3*i*3"/>
  <p:tag name="KSO_WM_TEMPLATE_CATEGORY" val="diagram"/>
  <p:tag name="KSO_WM_TEMPLATE_INDEX" val="20196516"/>
  <p:tag name="KSO_WM_UNIT_LAYERLEVEL" val="1"/>
  <p:tag name="KSO_WM_TAG_VERSION" val="1.0"/>
  <p:tag name="KSO_WM_BEAUTIFY_FLAG" val="#wm#"/>
  <p:tag name="KSO_WM_UNIT_FILL_FORE_SCHEMECOLOR_INDEX" val="15"/>
  <p:tag name="KSO_WM_UNIT_FILL_TYPE" val="1"/>
  <p:tag name="KSO_WM_UNIT_TEXT_FILL_FORE_SCHEMECOLOR_INDEX" val="14"/>
  <p:tag name="KSO_WM_UNIT_TEXT_FILL_TYPE" val="1"/>
  <p:tag name="KSO_WM_UNIT_USESOURCEFORMAT_APPLY" val="1"/>
</p:tagLst>
</file>

<file path=ppt/tags/tag1850.xml><?xml version="1.0" encoding="utf-8"?>
<p:tagLst xmlns:a="http://schemas.openxmlformats.org/drawingml/2006/main" xmlns:r="http://schemas.openxmlformats.org/officeDocument/2006/relationships" xmlns:p="http://schemas.openxmlformats.org/presentationml/2006/main">
  <p:tag name="KSO_WM_UNIT_ADJUSTLAYOUT_ID" val="77"/>
  <p:tag name="KSO_WM_UNIT_COLOR_SCHEME_SHAPE_ID" val="77"/>
  <p:tag name="KSO_WM_UNIT_COLOR_SCHEME_PARENT_PAGE" val="0_3"/>
  <p:tag name="KSO_WM_UNIT_DECOLORIZATION" val="1"/>
  <p:tag name="KSO_WM_UNIT_HIGHLIGHT" val="0"/>
  <p:tag name="KSO_WM_UNIT_COMPATIBLE" val="0"/>
  <p:tag name="KSO_WM_UNIT_DIAGRAM_ISNUMVISUAL" val="0"/>
  <p:tag name="KSO_WM_UNIT_DIAGRAM_ISREFERUNIT" val="0"/>
  <p:tag name="KSO_WM_DIAGRAM_GROUP_CODE" val="l1-1"/>
  <p:tag name="KSO_WM_UNIT_TYPE" val="i"/>
  <p:tag name="KSO_WM_UNIT_INDEX" val="4"/>
  <p:tag name="KSO_WM_UNIT_ID" val="diagram20196516_3*i*4"/>
  <p:tag name="KSO_WM_TEMPLATE_CATEGORY" val="diagram"/>
  <p:tag name="KSO_WM_TEMPLATE_INDEX" val="20196516"/>
  <p:tag name="KSO_WM_UNIT_LAYERLEVEL" val="1"/>
  <p:tag name="KSO_WM_TAG_VERSION" val="1.0"/>
  <p:tag name="KSO_WM_BEAUTIFY_FLAG" val="#wm#"/>
  <p:tag name="KSO_WM_UNIT_FILL_FORE_SCHEMECOLOR_INDEX" val="16"/>
  <p:tag name="KSO_WM_UNIT_FILL_TYPE" val="1"/>
  <p:tag name="KSO_WM_UNIT_TEXT_FILL_FORE_SCHEMECOLOR_INDEX" val="14"/>
  <p:tag name="KSO_WM_UNIT_TEXT_FILL_TYPE" val="1"/>
  <p:tag name="KSO_WM_UNIT_USESOURCEFORMAT_APPLY" val="1"/>
</p:tagLst>
</file>

<file path=ppt/tags/tag1851.xml><?xml version="1.0" encoding="utf-8"?>
<p:tagLst xmlns:a="http://schemas.openxmlformats.org/drawingml/2006/main" xmlns:r="http://schemas.openxmlformats.org/officeDocument/2006/relationships" xmlns:p="http://schemas.openxmlformats.org/presentationml/2006/main">
  <p:tag name="KSO_WM_UNIT_ADJUSTLAYOUT_ID" val="37"/>
  <p:tag name="KSO_WM_UNIT_COLOR_SCHEME_SHAPE_ID" val="37"/>
  <p:tag name="KSO_WM_UNIT_COLOR_SCHEME_PARENT_PAGE" val="0_3"/>
  <p:tag name="KSO_WM_UNIT_DECOLORIZATION" val="1"/>
  <p:tag name="KSO_WM_UNIT_HIGHLIGHT" val="0"/>
  <p:tag name="KSO_WM_UNIT_COMPATIBLE" val="0"/>
  <p:tag name="KSO_WM_UNIT_DIAGRAM_ISNUMVISUAL" val="0"/>
  <p:tag name="KSO_WM_UNIT_DIAGRAM_ISREFERUNIT" val="0"/>
  <p:tag name="KSO_WM_DIAGRAM_GROUP_CODE" val="l1-1"/>
  <p:tag name="KSO_WM_UNIT_TYPE" val="i"/>
  <p:tag name="KSO_WM_UNIT_INDEX" val="5"/>
  <p:tag name="KSO_WM_UNIT_ID" val="diagram20196516_3*i*5"/>
  <p:tag name="KSO_WM_TEMPLATE_CATEGORY" val="diagram"/>
  <p:tag name="KSO_WM_TEMPLATE_INDEX" val="20196516"/>
  <p:tag name="KSO_WM_UNIT_LAYERLEVEL" val="1"/>
  <p:tag name="KSO_WM_TAG_VERSION" val="1.0"/>
  <p:tag name="KSO_WM_BEAUTIFY_FLAG" val="#wm#"/>
  <p:tag name="KSO_WM_UNIT_FILL_FORE_SCHEMECOLOR_INDEX" val="16"/>
  <p:tag name="KSO_WM_UNIT_FILL_TYPE" val="1"/>
  <p:tag name="KSO_WM_UNIT_TEXT_FILL_FORE_SCHEMECOLOR_INDEX" val="14"/>
  <p:tag name="KSO_WM_UNIT_TEXT_FILL_TYPE" val="1"/>
  <p:tag name="KSO_WM_UNIT_USESOURCEFORMAT_APPLY" val="1"/>
</p:tagLst>
</file>

<file path=ppt/tags/tag1852.xml><?xml version="1.0" encoding="utf-8"?>
<p:tagLst xmlns:a="http://schemas.openxmlformats.org/drawingml/2006/main" xmlns:r="http://schemas.openxmlformats.org/officeDocument/2006/relationships" xmlns:p="http://schemas.openxmlformats.org/presentationml/2006/main">
  <p:tag name="KSO_WM_UNIT_ADJUSTLAYOUT_ID" val="79"/>
  <p:tag name="KSO_WM_UNIT_COLOR_SCHEME_SHAPE_ID" val="79"/>
  <p:tag name="KSO_WM_UNIT_COLOR_SCHEME_PARENT_PAGE" val="0_3"/>
  <p:tag name="KSO_WM_UNIT_DECOLORIZATION" val="1"/>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diagram20196516_3*i*6"/>
  <p:tag name="KSO_WM_TEMPLATE_CATEGORY" val="diagram"/>
  <p:tag name="KSO_WM_TEMPLATE_INDEX" val="20196516"/>
  <p:tag name="KSO_WM_UNIT_LAYERLEVEL" val="1"/>
  <p:tag name="KSO_WM_TAG_VERSION" val="1.0"/>
  <p:tag name="KSO_WM_BEAUTIFY_FLAG" val="#wm#"/>
  <p:tag name="KSO_WM_UNIT_FILL_FORE_SCHEMECOLOR_INDEX" val="16"/>
  <p:tag name="KSO_WM_UNIT_FILL_TYPE" val="1"/>
  <p:tag name="KSO_WM_UNIT_TEXT_FILL_FORE_SCHEMECOLOR_INDEX" val="14"/>
  <p:tag name="KSO_WM_UNIT_TEXT_FILL_TYPE" val="1"/>
  <p:tag name="KSO_WM_UNIT_USESOURCEFORMAT_APPLY" val="1"/>
</p:tagLst>
</file>

<file path=ppt/tags/tag1853.xml><?xml version="1.0" encoding="utf-8"?>
<p:tagLst xmlns:a="http://schemas.openxmlformats.org/drawingml/2006/main" xmlns:r="http://schemas.openxmlformats.org/officeDocument/2006/relationships" xmlns:p="http://schemas.openxmlformats.org/presentationml/2006/main">
  <p:tag name="KSO_WM_UNIT_ADJUSTLAYOUT_ID" val="80"/>
  <p:tag name="KSO_WM_UNIT_COLOR_SCHEME_SHAPE_ID" val="80"/>
  <p:tag name="KSO_WM_UNIT_COLOR_SCHEME_PARENT_PAGE" val="0_3"/>
  <p:tag name="KSO_WM_UNIT_TEXT_PART_ID_V2" val="a-3-1"/>
  <p:tag name="KSO_WM_UNIT_ISCONTENTSTITLE" val="0"/>
  <p:tag name="KSO_WM_UNIT_PRESET_TEXT" val="单击此处可添加您的大标题内容"/>
  <p:tag name="KSO_WM_UNIT_TEXT_PART_ID" val="2-X"/>
  <p:tag name="KSO_WM_UNIT_TEXT_PART_SIZE" val="49.2*559"/>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196516_3*a*1"/>
  <p:tag name="KSO_WM_TEMPLATE_CATEGORY" val="diagram"/>
  <p:tag name="KSO_WM_TEMPLATE_INDEX" val="20196516"/>
  <p:tag name="KSO_WM_UNIT_LAYERLEVEL" val="1"/>
  <p:tag name="KSO_WM_TAG_VERSION" val="1.0"/>
  <p:tag name="KSO_WM_BEAUTIFY_FLAG" val="#wm#"/>
  <p:tag name="KSO_WM_UNIT_TEXT_FILL_FORE_SCHEMECOLOR_INDEX" val="14"/>
  <p:tag name="KSO_WM_UNIT_TEXT_FILL_TYPE" val="1"/>
  <p:tag name="KSO_WM_UNIT_USESOURCEFORMAT_APPLY" val="1"/>
</p:tagLst>
</file>

<file path=ppt/tags/tag1854.xml><?xml version="1.0" encoding="utf-8"?>
<p:tagLst xmlns:a="http://schemas.openxmlformats.org/drawingml/2006/main" xmlns:r="http://schemas.openxmlformats.org/officeDocument/2006/relationships" xmlns:p="http://schemas.openxmlformats.org/presentationml/2006/main">
  <p:tag name="KSO_WM_UNIT_ADJUSTLAYOUT_ID" val="84"/>
  <p:tag name="KSO_WM_UNIT_COLOR_SCHEME_SHAPE_ID" val="84"/>
  <p:tag name="KSO_WM_UNIT_COLOR_SCHEME_PARENT_PAGE" val="0_3"/>
  <p:tag name="KSO_WM_UNIT_FOIL_COLOR" val="1"/>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b"/>
  <p:tag name="KSO_WM_UNIT_TYPE" val="l_h_i"/>
  <p:tag name="KSO_WM_UNIT_INDEX" val="1_1_1"/>
  <p:tag name="KSO_WM_UNIT_ID" val="diagram20196516_3*l_h_i*1_1_1"/>
  <p:tag name="KSO_WM_TEMPLATE_CATEGORY" val="diagram"/>
  <p:tag name="KSO_WM_TEMPLATE_INDEX" val="20196516"/>
  <p:tag name="KSO_WM_UNIT_LAYERLEVEL" val="1_1_1"/>
  <p:tag name="KSO_WM_TAG_VERSION" val="1.0"/>
  <p:tag name="KSO_WM_BEAUTIFY_FLAG" val="#wm#"/>
  <p:tag name="KSO_WM_UNIT_FILL_FORE_SCHEMECOLOR_INDEX" val="16"/>
  <p:tag name="KSO_WM_UNIT_FILL_TYPE" val="1"/>
  <p:tag name="KSO_WM_UNIT_TEXT_FILL_FORE_SCHEMECOLOR_INDEX" val="14"/>
  <p:tag name="KSO_WM_UNIT_TEXT_FILL_TYPE" val="1"/>
  <p:tag name="KSO_WM_UNIT_USESOURCEFORMAT_APPLY" val="1"/>
</p:tagLst>
</file>

<file path=ppt/tags/tag1855.xml><?xml version="1.0" encoding="utf-8"?>
<p:tagLst xmlns:a="http://schemas.openxmlformats.org/drawingml/2006/main" xmlns:r="http://schemas.openxmlformats.org/officeDocument/2006/relationships" xmlns:p="http://schemas.openxmlformats.org/presentationml/2006/main">
  <p:tag name="KSO_WM_UNIT_ADJUSTLAYOUT_ID" val="85"/>
  <p:tag name="KSO_WM_UNIT_COLOR_SCHEME_SHAPE_ID" val="85"/>
  <p:tag name="KSO_WM_UNIT_COLOR_SCHEME_PARENT_PAGE" val="0_3"/>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c"/>
  <p:tag name="KSO_WM_UNIT_TYPE" val="l_h_i"/>
  <p:tag name="KSO_WM_UNIT_INDEX" val="1_1_2"/>
  <p:tag name="KSO_WM_UNIT_ID" val="diagram20196516_3*l_h_i*1_1_2"/>
  <p:tag name="KSO_WM_TEMPLATE_CATEGORY" val="diagram"/>
  <p:tag name="KSO_WM_TEMPLATE_INDEX" val="20196516"/>
  <p:tag name="KSO_WM_UNIT_LAYERLEVEL" val="1_1_1"/>
  <p:tag name="KSO_WM_TAG_VERSION" val="1.0"/>
  <p:tag name="KSO_WM_BEAUTIFY_FLAG" val="#wm#"/>
  <p:tag name="KSO_WM_UNIT_FILL_FORE_SCHEMECOLOR_INDEX" val="15"/>
  <p:tag name="KSO_WM_UNIT_FILL_TYPE" val="1"/>
  <p:tag name="KSO_WM_UNIT_TEXT_FILL_FORE_SCHEMECOLOR_INDEX" val="14"/>
  <p:tag name="KSO_WM_UNIT_TEXT_FILL_TYPE" val="1"/>
  <p:tag name="KSO_WM_UNIT_USESOURCEFORMAT_APPLY" val="1"/>
</p:tagLst>
</file>

<file path=ppt/tags/tag1856.xml><?xml version="1.0" encoding="utf-8"?>
<p:tagLst xmlns:a="http://schemas.openxmlformats.org/drawingml/2006/main" xmlns:r="http://schemas.openxmlformats.org/officeDocument/2006/relationships" xmlns:p="http://schemas.openxmlformats.org/presentationml/2006/main">
  <p:tag name="KSO_WM_UNIT_ADJUSTLAYOUT_ID" val="90"/>
  <p:tag name="KSO_WM_UNIT_COLOR_SCHEME_SHAPE_ID" val="90"/>
  <p:tag name="KSO_WM_UNIT_COLOR_SCHEME_PARENT_PAGE" val="0_3"/>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3"/>
  <p:tag name="KSO_WM_UNIT_ID" val="diagram20196516_3*l_h_i*1_1_3"/>
  <p:tag name="KSO_WM_TEMPLATE_CATEGORY" val="diagram"/>
  <p:tag name="KSO_WM_TEMPLATE_INDEX" val="20196516"/>
  <p:tag name="KSO_WM_UNIT_LAYERLEVEL" val="1_1_1"/>
  <p:tag name="KSO_WM_TAG_VERSION" val="1.0"/>
  <p:tag name="KSO_WM_BEAUTIFY_FLAG" val="#wm#"/>
  <p:tag name="KSO_WM_UNIT_TEXT_FILL_FORE_SCHEMECOLOR_INDEX" val="6"/>
  <p:tag name="KSO_WM_UNIT_TEXT_FILL_TYPE" val="1"/>
  <p:tag name="KSO_WM_UNIT_USESOURCEFORMAT_APPLY" val="1"/>
</p:tagLst>
</file>

<file path=ppt/tags/tag1857.xml><?xml version="1.0" encoding="utf-8"?>
<p:tagLst xmlns:a="http://schemas.openxmlformats.org/drawingml/2006/main" xmlns:r="http://schemas.openxmlformats.org/officeDocument/2006/relationships" xmlns:p="http://schemas.openxmlformats.org/presentationml/2006/main">
  <p:tag name="KSO_WM_UNIT_TEXT_PART_ID_V2" val="d-1-1"/>
  <p:tag name="KSO_WM_UNIT_ADJUSTLAYOUT_ID" val="56"/>
  <p:tag name="KSO_WM_UNIT_COLOR_SCHEME_SHAPE_ID" val="56"/>
  <p:tag name="KSO_WM_UNIT_COLOR_SCHEME_PARENT_PAGE" val="0_3"/>
  <p:tag name="KSO_WM_UNIT_DIAGRAM_MODELTYPE" val="stripeEnum"/>
  <p:tag name="KSO_WM_UNIT_PRESET_TEXT" val="点击添加正文，文字是您思想的提炼，请尽量言简意赅地阐述您的观点。"/>
  <p:tag name="KSO_WM_UNIT_NOCLEAR" val="0"/>
  <p:tag name="KSO_WM_UNIT_VALUE" val="4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196516_3*l_h_f*1_1_1"/>
  <p:tag name="KSO_WM_TEMPLATE_CATEGORY" val="diagram"/>
  <p:tag name="KSO_WM_TEMPLATE_INDEX" val="20196516"/>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858.xml><?xml version="1.0" encoding="utf-8"?>
<p:tagLst xmlns:a="http://schemas.openxmlformats.org/drawingml/2006/main" xmlns:r="http://schemas.openxmlformats.org/officeDocument/2006/relationships" xmlns:p="http://schemas.openxmlformats.org/presentationml/2006/main">
  <p:tag name="KSO_WM_UNIT_ADJUSTLAYOUT_ID" val="93"/>
  <p:tag name="KSO_WM_UNIT_COLOR_SCHEME_SHAPE_ID" val="93"/>
  <p:tag name="KSO_WM_UNIT_COLOR_SCHEME_PARENT_PAGE" val="0_3"/>
  <p:tag name="KSO_WM_UNIT_FOIL_COLOR" val="1"/>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b"/>
  <p:tag name="KSO_WM_UNIT_TYPE" val="l_h_i"/>
  <p:tag name="KSO_WM_UNIT_INDEX" val="1_2_1"/>
  <p:tag name="KSO_WM_UNIT_ID" val="diagram20196516_3*l_h_i*1_2_1"/>
  <p:tag name="KSO_WM_TEMPLATE_CATEGORY" val="diagram"/>
  <p:tag name="KSO_WM_TEMPLATE_INDEX" val="20196516"/>
  <p:tag name="KSO_WM_UNIT_LAYERLEVEL" val="1_1_1"/>
  <p:tag name="KSO_WM_TAG_VERSION" val="1.0"/>
  <p:tag name="KSO_WM_BEAUTIFY_FLAG" val="#wm#"/>
  <p:tag name="KSO_WM_UNIT_FILL_FORE_SCHEMECOLOR_INDEX" val="16"/>
  <p:tag name="KSO_WM_UNIT_FILL_TYPE" val="1"/>
  <p:tag name="KSO_WM_UNIT_TEXT_FILL_FORE_SCHEMECOLOR_INDEX" val="14"/>
  <p:tag name="KSO_WM_UNIT_TEXT_FILL_TYPE" val="1"/>
  <p:tag name="KSO_WM_UNIT_USESOURCEFORMAT_APPLY" val="1"/>
</p:tagLst>
</file>

<file path=ppt/tags/tag1859.xml><?xml version="1.0" encoding="utf-8"?>
<p:tagLst xmlns:a="http://schemas.openxmlformats.org/drawingml/2006/main" xmlns:r="http://schemas.openxmlformats.org/officeDocument/2006/relationships" xmlns:p="http://schemas.openxmlformats.org/presentationml/2006/main">
  <p:tag name="KSO_WM_UNIT_ADJUSTLAYOUT_ID" val="94"/>
  <p:tag name="KSO_WM_UNIT_COLOR_SCHEME_SHAPE_ID" val="94"/>
  <p:tag name="KSO_WM_UNIT_COLOR_SCHEME_PARENT_PAGE" val="0_3"/>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c"/>
  <p:tag name="KSO_WM_UNIT_TYPE" val="l_h_i"/>
  <p:tag name="KSO_WM_UNIT_INDEX" val="1_2_2"/>
  <p:tag name="KSO_WM_UNIT_ID" val="diagram20196516_3*l_h_i*1_2_2"/>
  <p:tag name="KSO_WM_TEMPLATE_CATEGORY" val="diagram"/>
  <p:tag name="KSO_WM_TEMPLATE_INDEX" val="20196516"/>
  <p:tag name="KSO_WM_UNIT_LAYERLEVEL" val="1_1_1"/>
  <p:tag name="KSO_WM_TAG_VERSION" val="1.0"/>
  <p:tag name="KSO_WM_BEAUTIFY_FLAG" val="#wm#"/>
  <p:tag name="KSO_WM_UNIT_FILL_FORE_SCHEMECOLOR_INDEX" val="15"/>
  <p:tag name="KSO_WM_UNIT_FILL_TYPE" val="1"/>
  <p:tag name="KSO_WM_UNIT_TEXT_FILL_FORE_SCHEMECOLOR_INDEX" val="14"/>
  <p:tag name="KSO_WM_UNIT_TEXT_FILL_TYPE" val="1"/>
  <p:tag name="KSO_WM_UNIT_USESOURCEFORMAT_APPLY" val="1"/>
</p:tagLst>
</file>

<file path=ppt/tags/tag1860.xml><?xml version="1.0" encoding="utf-8"?>
<p:tagLst xmlns:a="http://schemas.openxmlformats.org/drawingml/2006/main" xmlns:r="http://schemas.openxmlformats.org/officeDocument/2006/relationships" xmlns:p="http://schemas.openxmlformats.org/presentationml/2006/main">
  <p:tag name="KSO_WM_UNIT_ADJUSTLAYOUT_ID" val="97"/>
  <p:tag name="KSO_WM_UNIT_COLOR_SCHEME_SHAPE_ID" val="97"/>
  <p:tag name="KSO_WM_UNIT_COLOR_SCHEME_PARENT_PAGE" val="0_3"/>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3"/>
  <p:tag name="KSO_WM_UNIT_ID" val="diagram20196516_3*l_h_i*1_2_3"/>
  <p:tag name="KSO_WM_TEMPLATE_CATEGORY" val="diagram"/>
  <p:tag name="KSO_WM_TEMPLATE_INDEX" val="20196516"/>
  <p:tag name="KSO_WM_UNIT_LAYERLEVEL" val="1_1_1"/>
  <p:tag name="KSO_WM_TAG_VERSION" val="1.0"/>
  <p:tag name="KSO_WM_BEAUTIFY_FLAG" val="#wm#"/>
  <p:tag name="KSO_WM_UNIT_TEXT_FILL_FORE_SCHEMECOLOR_INDEX" val="6"/>
  <p:tag name="KSO_WM_UNIT_TEXT_FILL_TYPE" val="1"/>
  <p:tag name="KSO_WM_UNIT_USESOURCEFORMAT_APPLY" val="1"/>
</p:tagLst>
</file>

<file path=ppt/tags/tag1861.xml><?xml version="1.0" encoding="utf-8"?>
<p:tagLst xmlns:a="http://schemas.openxmlformats.org/drawingml/2006/main" xmlns:r="http://schemas.openxmlformats.org/officeDocument/2006/relationships" xmlns:p="http://schemas.openxmlformats.org/presentationml/2006/main">
  <p:tag name="KSO_WM_UNIT_TEXT_PART_ID_V2" val="d-1-1"/>
  <p:tag name="KSO_WM_UNIT_ADJUSTLAYOUT_ID" val="81"/>
  <p:tag name="KSO_WM_UNIT_COLOR_SCHEME_SHAPE_ID" val="81"/>
  <p:tag name="KSO_WM_UNIT_COLOR_SCHEME_PARENT_PAGE" val="0_3"/>
  <p:tag name="KSO_WM_UNIT_DIAGRAM_MODELTYPE" val="stripeEnum"/>
  <p:tag name="KSO_WM_UNIT_PRESET_TEXT" val="点击添加正文，文字是您思想的提炼，请尽量言简意赅地阐述您的观点。"/>
  <p:tag name="KSO_WM_UNIT_NOCLEAR" val="0"/>
  <p:tag name="KSO_WM_UNIT_VALUE" val="4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196516_3*l_h_f*1_2_1"/>
  <p:tag name="KSO_WM_TEMPLATE_CATEGORY" val="diagram"/>
  <p:tag name="KSO_WM_TEMPLATE_INDEX" val="20196516"/>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862.xml><?xml version="1.0" encoding="utf-8"?>
<p:tagLst xmlns:a="http://schemas.openxmlformats.org/drawingml/2006/main" xmlns:r="http://schemas.openxmlformats.org/officeDocument/2006/relationships" xmlns:p="http://schemas.openxmlformats.org/presentationml/2006/main">
  <p:tag name="KSO_WM_UNIT_ADJUSTLAYOUT_ID" val="102"/>
  <p:tag name="KSO_WM_UNIT_COLOR_SCHEME_SHAPE_ID" val="102"/>
  <p:tag name="KSO_WM_UNIT_COLOR_SCHEME_PARENT_PAGE" val="0_3"/>
  <p:tag name="KSO_WM_UNIT_FOIL_COLOR" val="1"/>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b"/>
  <p:tag name="KSO_WM_UNIT_TYPE" val="l_h_i"/>
  <p:tag name="KSO_WM_UNIT_INDEX" val="1_3_1"/>
  <p:tag name="KSO_WM_UNIT_ID" val="diagram20196516_3*l_h_i*1_3_1"/>
  <p:tag name="KSO_WM_TEMPLATE_CATEGORY" val="diagram"/>
  <p:tag name="KSO_WM_TEMPLATE_INDEX" val="20196516"/>
  <p:tag name="KSO_WM_UNIT_LAYERLEVEL" val="1_1_1"/>
  <p:tag name="KSO_WM_TAG_VERSION" val="1.0"/>
  <p:tag name="KSO_WM_BEAUTIFY_FLAG" val="#wm#"/>
  <p:tag name="KSO_WM_UNIT_FILL_FORE_SCHEMECOLOR_INDEX" val="16"/>
  <p:tag name="KSO_WM_UNIT_FILL_TYPE" val="1"/>
  <p:tag name="KSO_WM_UNIT_TEXT_FILL_FORE_SCHEMECOLOR_INDEX" val="14"/>
  <p:tag name="KSO_WM_UNIT_TEXT_FILL_TYPE" val="1"/>
  <p:tag name="KSO_WM_UNIT_USESOURCEFORMAT_APPLY" val="1"/>
</p:tagLst>
</file>

<file path=ppt/tags/tag1863.xml><?xml version="1.0" encoding="utf-8"?>
<p:tagLst xmlns:a="http://schemas.openxmlformats.org/drawingml/2006/main" xmlns:r="http://schemas.openxmlformats.org/officeDocument/2006/relationships" xmlns:p="http://schemas.openxmlformats.org/presentationml/2006/main">
  <p:tag name="KSO_WM_UNIT_ADJUSTLAYOUT_ID" val="103"/>
  <p:tag name="KSO_WM_UNIT_COLOR_SCHEME_SHAPE_ID" val="103"/>
  <p:tag name="KSO_WM_UNIT_COLOR_SCHEME_PARENT_PAGE" val="0_3"/>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c"/>
  <p:tag name="KSO_WM_UNIT_TYPE" val="l_h_i"/>
  <p:tag name="KSO_WM_UNIT_INDEX" val="1_3_2"/>
  <p:tag name="KSO_WM_UNIT_ID" val="diagram20196516_3*l_h_i*1_3_2"/>
  <p:tag name="KSO_WM_TEMPLATE_CATEGORY" val="diagram"/>
  <p:tag name="KSO_WM_TEMPLATE_INDEX" val="20196516"/>
  <p:tag name="KSO_WM_UNIT_LAYERLEVEL" val="1_1_1"/>
  <p:tag name="KSO_WM_TAG_VERSION" val="1.0"/>
  <p:tag name="KSO_WM_BEAUTIFY_FLAG" val="#wm#"/>
  <p:tag name="KSO_WM_UNIT_FILL_FORE_SCHEMECOLOR_INDEX" val="15"/>
  <p:tag name="KSO_WM_UNIT_FILL_TYPE" val="1"/>
  <p:tag name="KSO_WM_UNIT_TEXT_FILL_FORE_SCHEMECOLOR_INDEX" val="14"/>
  <p:tag name="KSO_WM_UNIT_TEXT_FILL_TYPE" val="1"/>
  <p:tag name="KSO_WM_UNIT_USESOURCEFORMAT_APPLY" val="1"/>
</p:tagLst>
</file>

<file path=ppt/tags/tag1864.xml><?xml version="1.0" encoding="utf-8"?>
<p:tagLst xmlns:a="http://schemas.openxmlformats.org/drawingml/2006/main" xmlns:r="http://schemas.openxmlformats.org/officeDocument/2006/relationships" xmlns:p="http://schemas.openxmlformats.org/presentationml/2006/main">
  <p:tag name="KSO_WM_UNIT_ADJUSTLAYOUT_ID" val="106"/>
  <p:tag name="KSO_WM_UNIT_COLOR_SCHEME_SHAPE_ID" val="106"/>
  <p:tag name="KSO_WM_UNIT_COLOR_SCHEME_PARENT_PAGE" val="0_3"/>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3"/>
  <p:tag name="KSO_WM_UNIT_ID" val="diagram20196516_3*l_h_i*1_3_3"/>
  <p:tag name="KSO_WM_TEMPLATE_CATEGORY" val="diagram"/>
  <p:tag name="KSO_WM_TEMPLATE_INDEX" val="20196516"/>
  <p:tag name="KSO_WM_UNIT_LAYERLEVEL" val="1_1_1"/>
  <p:tag name="KSO_WM_TAG_VERSION" val="1.0"/>
  <p:tag name="KSO_WM_BEAUTIFY_FLAG" val="#wm#"/>
  <p:tag name="KSO_WM_UNIT_TEXT_FILL_FORE_SCHEMECOLOR_INDEX" val="6"/>
  <p:tag name="KSO_WM_UNIT_TEXT_FILL_TYPE" val="1"/>
  <p:tag name="KSO_WM_UNIT_USESOURCEFORMAT_APPLY" val="1"/>
</p:tagLst>
</file>

<file path=ppt/tags/tag1865.xml><?xml version="1.0" encoding="utf-8"?>
<p:tagLst xmlns:a="http://schemas.openxmlformats.org/drawingml/2006/main" xmlns:r="http://schemas.openxmlformats.org/officeDocument/2006/relationships" xmlns:p="http://schemas.openxmlformats.org/presentationml/2006/main">
  <p:tag name="KSO_WM_UNIT_TEXT_PART_ID_V2" val="d-1-1"/>
  <p:tag name="KSO_WM_UNIT_ADJUSTLAYOUT_ID" val="86"/>
  <p:tag name="KSO_WM_UNIT_COLOR_SCHEME_SHAPE_ID" val="86"/>
  <p:tag name="KSO_WM_UNIT_COLOR_SCHEME_PARENT_PAGE" val="0_3"/>
  <p:tag name="KSO_WM_UNIT_DIAGRAM_MODELTYPE" val="stripeEnum"/>
  <p:tag name="KSO_WM_UNIT_PRESET_TEXT" val="点击添加正文，文字是您思想的提炼，请尽量言简意赅地阐述您的观点。"/>
  <p:tag name="KSO_WM_UNIT_NOCLEAR" val="0"/>
  <p:tag name="KSO_WM_UNIT_VALUE" val="4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196516_3*l_h_f*1_3_1"/>
  <p:tag name="KSO_WM_TEMPLATE_CATEGORY" val="diagram"/>
  <p:tag name="KSO_WM_TEMPLATE_INDEX" val="20196516"/>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866.xml><?xml version="1.0" encoding="utf-8"?>
<p:tagLst xmlns:a="http://schemas.openxmlformats.org/drawingml/2006/main" xmlns:r="http://schemas.openxmlformats.org/officeDocument/2006/relationships" xmlns:p="http://schemas.openxmlformats.org/presentationml/2006/main">
  <p:tag name="KSO_WM_UNIT_ADJUSTLAYOUT_ID" val="38"/>
  <p:tag name="KSO_WM_UNIT_COLOR_SCHEME_SHAPE_ID" val="38"/>
  <p:tag name="KSO_WM_UNIT_COLOR_SCHEME_PARENT_PAGE" val="0_3"/>
  <p:tag name="KSO_WM_UNIT_FOIL_COLOR" val="1"/>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b"/>
  <p:tag name="KSO_WM_UNIT_TYPE" val="l_h_i"/>
  <p:tag name="KSO_WM_UNIT_INDEX" val="1_4_1"/>
  <p:tag name="KSO_WM_UNIT_ID" val="diagram20196516_3*l_h_i*1_4_1"/>
  <p:tag name="KSO_WM_TEMPLATE_CATEGORY" val="diagram"/>
  <p:tag name="KSO_WM_TEMPLATE_INDEX" val="20196516"/>
  <p:tag name="KSO_WM_UNIT_LAYERLEVEL" val="1_1_1"/>
  <p:tag name="KSO_WM_TAG_VERSION" val="1.0"/>
  <p:tag name="KSO_WM_BEAUTIFY_FLAG" val="#wm#"/>
  <p:tag name="KSO_WM_UNIT_FILL_FORE_SCHEMECOLOR_INDEX" val="16"/>
  <p:tag name="KSO_WM_UNIT_FILL_TYPE" val="1"/>
  <p:tag name="KSO_WM_UNIT_TEXT_FILL_FORE_SCHEMECOLOR_INDEX" val="14"/>
  <p:tag name="KSO_WM_UNIT_TEXT_FILL_TYPE" val="1"/>
  <p:tag name="KSO_WM_UNIT_USESOURCEFORMAT_APPLY" val="1"/>
</p:tagLst>
</file>

<file path=ppt/tags/tag1867.xml><?xml version="1.0" encoding="utf-8"?>
<p:tagLst xmlns:a="http://schemas.openxmlformats.org/drawingml/2006/main" xmlns:r="http://schemas.openxmlformats.org/officeDocument/2006/relationships" xmlns:p="http://schemas.openxmlformats.org/presentationml/2006/main">
  <p:tag name="KSO_WM_UNIT_ADJUSTLAYOUT_ID" val="41"/>
  <p:tag name="KSO_WM_UNIT_COLOR_SCHEME_SHAPE_ID" val="41"/>
  <p:tag name="KSO_WM_UNIT_COLOR_SCHEME_PARENT_PAGE" val="0_3"/>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c"/>
  <p:tag name="KSO_WM_UNIT_TYPE" val="l_h_i"/>
  <p:tag name="KSO_WM_UNIT_INDEX" val="1_4_2"/>
  <p:tag name="KSO_WM_UNIT_ID" val="diagram20196516_3*l_h_i*1_4_2"/>
  <p:tag name="KSO_WM_TEMPLATE_CATEGORY" val="diagram"/>
  <p:tag name="KSO_WM_TEMPLATE_INDEX" val="20196516"/>
  <p:tag name="KSO_WM_UNIT_LAYERLEVEL" val="1_1_1"/>
  <p:tag name="KSO_WM_TAG_VERSION" val="1.0"/>
  <p:tag name="KSO_WM_BEAUTIFY_FLAG" val="#wm#"/>
  <p:tag name="KSO_WM_UNIT_FILL_FORE_SCHEMECOLOR_INDEX" val="15"/>
  <p:tag name="KSO_WM_UNIT_FILL_TYPE" val="1"/>
  <p:tag name="KSO_WM_UNIT_TEXT_FILL_FORE_SCHEMECOLOR_INDEX" val="14"/>
  <p:tag name="KSO_WM_UNIT_TEXT_FILL_TYPE" val="1"/>
  <p:tag name="KSO_WM_UNIT_USESOURCEFORMAT_APPLY" val="1"/>
</p:tagLst>
</file>

<file path=ppt/tags/tag1868.xml><?xml version="1.0" encoding="utf-8"?>
<p:tagLst xmlns:a="http://schemas.openxmlformats.org/drawingml/2006/main" xmlns:r="http://schemas.openxmlformats.org/officeDocument/2006/relationships" xmlns:p="http://schemas.openxmlformats.org/presentationml/2006/main">
  <p:tag name="KSO_WM_UNIT_ADJUSTLAYOUT_ID" val="45"/>
  <p:tag name="KSO_WM_UNIT_COLOR_SCHEME_SHAPE_ID" val="45"/>
  <p:tag name="KSO_WM_UNIT_COLOR_SCHEME_PARENT_PAGE" val="0_3"/>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3"/>
  <p:tag name="KSO_WM_UNIT_ID" val="diagram20196516_3*l_h_i*1_4_3"/>
  <p:tag name="KSO_WM_TEMPLATE_CATEGORY" val="diagram"/>
  <p:tag name="KSO_WM_TEMPLATE_INDEX" val="20196516"/>
  <p:tag name="KSO_WM_UNIT_LAYERLEVEL" val="1_1_1"/>
  <p:tag name="KSO_WM_TAG_VERSION" val="1.0"/>
  <p:tag name="KSO_WM_BEAUTIFY_FLAG" val="#wm#"/>
  <p:tag name="KSO_WM_UNIT_TEXT_FILL_FORE_SCHEMECOLOR_INDEX" val="6"/>
  <p:tag name="KSO_WM_UNIT_TEXT_FILL_TYPE" val="1"/>
  <p:tag name="KSO_WM_UNIT_USESOURCEFORMAT_APPLY" val="1"/>
</p:tagLst>
</file>

<file path=ppt/tags/tag1869.xml><?xml version="1.0" encoding="utf-8"?>
<p:tagLst xmlns:a="http://schemas.openxmlformats.org/drawingml/2006/main" xmlns:r="http://schemas.openxmlformats.org/officeDocument/2006/relationships" xmlns:p="http://schemas.openxmlformats.org/presentationml/2006/main">
  <p:tag name="KSO_WM_UNIT_TEXT_PART_ID_V2" val="d-1-1"/>
  <p:tag name="KSO_WM_UNIT_ADJUSTLAYOUT_ID" val="92"/>
  <p:tag name="KSO_WM_UNIT_COLOR_SCHEME_SHAPE_ID" val="92"/>
  <p:tag name="KSO_WM_UNIT_COLOR_SCHEME_PARENT_PAGE" val="0_3"/>
  <p:tag name="KSO_WM_UNIT_DIAGRAM_MODELTYPE" val="stripeEnum"/>
  <p:tag name="KSO_WM_UNIT_PRESET_TEXT" val="点击添加正文，文字是您思想的提炼，请尽量言简意赅地阐述您的观点。"/>
  <p:tag name="KSO_WM_UNIT_NOCLEAR" val="0"/>
  <p:tag name="KSO_WM_UNIT_VALUE" val="4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196516_3*l_h_f*1_4_1"/>
  <p:tag name="KSO_WM_TEMPLATE_CATEGORY" val="diagram"/>
  <p:tag name="KSO_WM_TEMPLATE_INDEX" val="20196516"/>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87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96516"/>
</p:tagLst>
</file>

<file path=ppt/tags/tag187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96516"/>
</p:tagLst>
</file>

<file path=ppt/tags/tag187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96516"/>
</p:tagLst>
</file>

<file path=ppt/tags/tag187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96514"/>
  <p:tag name="KSO_WM_SLIDE_COLORSCHEME_VERSION" val="3.2"/>
  <p:tag name="KSO_WM_SLIDE_CONSTRAINT" val="%7b%22slideConstraint%22%3a%7b%22seriesAreas%22%3a%5b%5d%2c%22singleAreas%22%3a%5b%7b%22shapes%22%3a%5b29%5d%2c%22serialConstraintIndex%22%3a-1%2c%22areatextmark%22%3a0%2c%22pictureprocessmark%22%3a0%7d%2c%7b%22shapes%22%3a%5b64%5d%2c%22serialConstraintIndex%22%3a-1%2c%22areatextmark%22%3a0%2c%22pictureprocessmark%22%3a0%7d%2c%7b%22shapes%22%3a%5b44%5d%2c%22serialConstraintIndex%22%3a-1%2c%22areatextmark%22%3a0%2c%22pictureprocessmark%22%3a0%7d%5d%7d%7d"/>
  <p:tag name="KSO_WM_SLIDE_ID" val="diagram20196514_2"/>
  <p:tag name="KSO_WM_TEMPLATE_SUBCATEGORY" val="0"/>
  <p:tag name="KSO_WM_TEMPLATE_MASTER_TYPE" val="0"/>
  <p:tag name="KSO_WM_TEMPLATE_COLOR_TYPE" val="1"/>
  <p:tag name="KSO_WM_SLIDE_TYPE" val="text"/>
  <p:tag name="KSO_WM_SLIDE_SUBTYPE" val="diag"/>
  <p:tag name="KSO_WM_SLIDE_ITEM_CNT" val="3"/>
  <p:tag name="KSO_WM_SLIDE_INDEX" val="2"/>
  <p:tag name="KSO_WM_SLIDE_SIZE" val="960*391.383"/>
  <p:tag name="KSO_WM_SLIDE_POSITION" val="0*124.38"/>
  <p:tag name="KSO_WM_DIAGRAM_GROUP_CODE" val="l1-1"/>
  <p:tag name="KSO_WM_SLIDE_DIAGTYPE" val="l"/>
  <p:tag name="KSO_WM_TAG_VERSION" val="1.0"/>
  <p:tag name="KSO_WM_SLIDE_LAYOUT" val="a_l"/>
  <p:tag name="KSO_WM_SLIDE_LAYOUT_CNT" val="1_1"/>
</p:tagLst>
</file>

<file path=ppt/tags/tag1874.xml><?xml version="1.0" encoding="utf-8"?>
<p:tagLst xmlns:a="http://schemas.openxmlformats.org/drawingml/2006/main" xmlns:r="http://schemas.openxmlformats.org/officeDocument/2006/relationships" xmlns:p="http://schemas.openxmlformats.org/presentationml/2006/main">
  <p:tag name="KSO_WM_UNIT_COLOR_SCHEME_SHAPE_ID" val="37"/>
  <p:tag name="KSO_WM_UNIT_COLOR_SCHEME_PARENT_PAGE" val="0_2"/>
  <p:tag name="KSO_WM_UNIT_ADJUSTLAYOUT_ID" val="37"/>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b"/>
  <p:tag name="KSO_WM_UNIT_TYPE" val="l_h_i"/>
  <p:tag name="KSO_WM_UNIT_INDEX" val="1_2_1"/>
  <p:tag name="KSO_WM_UNIT_ID" val="diagram20196514_2*l_h_i*1_2_1"/>
  <p:tag name="KSO_WM_TEMPLATE_CATEGORY" val="diagram"/>
  <p:tag name="KSO_WM_TEMPLATE_INDEX" val="20196514"/>
  <p:tag name="KSO_WM_UNIT_LAYERLEVEL" val="1_1_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875.xml><?xml version="1.0" encoding="utf-8"?>
<p:tagLst xmlns:a="http://schemas.openxmlformats.org/drawingml/2006/main" xmlns:r="http://schemas.openxmlformats.org/officeDocument/2006/relationships" xmlns:p="http://schemas.openxmlformats.org/presentationml/2006/main">
  <p:tag name="KSO_WM_UNIT_COLOR_SCHEME_SHAPE_ID" val="42"/>
  <p:tag name="KSO_WM_UNIT_COLOR_SCHEME_PARENT_PAGE" val="0_2"/>
  <p:tag name="KSO_WM_UNIT_ADJUSTLAYOUT_ID" val="42"/>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b"/>
  <p:tag name="KSO_WM_UNIT_TYPE" val="l_h_i"/>
  <p:tag name="KSO_WM_UNIT_INDEX" val="1_1_1"/>
  <p:tag name="KSO_WM_UNIT_ID" val="diagram20196514_2*l_h_i*1_1_1"/>
  <p:tag name="KSO_WM_TEMPLATE_CATEGORY" val="diagram"/>
  <p:tag name="KSO_WM_TEMPLATE_INDEX" val="20196514"/>
  <p:tag name="KSO_WM_UNIT_LAYERLEVEL" val="1_1_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876.xml><?xml version="1.0" encoding="utf-8"?>
<p:tagLst xmlns:a="http://schemas.openxmlformats.org/drawingml/2006/main" xmlns:r="http://schemas.openxmlformats.org/officeDocument/2006/relationships" xmlns:p="http://schemas.openxmlformats.org/presentationml/2006/main">
  <p:tag name="KSO_WM_UNIT_COLOR_SCHEME_SHAPE_ID" val="45"/>
  <p:tag name="KSO_WM_UNIT_COLOR_SCHEME_PARENT_PAGE" val="0_2"/>
  <p:tag name="KSO_WM_UNIT_ADJUSTLAYOUT_ID" val="45"/>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b"/>
  <p:tag name="KSO_WM_UNIT_TYPE" val="l_h_i"/>
  <p:tag name="KSO_WM_UNIT_INDEX" val="1_3_1"/>
  <p:tag name="KSO_WM_UNIT_ID" val="diagram20196514_2*l_h_i*1_3_1"/>
  <p:tag name="KSO_WM_TEMPLATE_CATEGORY" val="diagram"/>
  <p:tag name="KSO_WM_TEMPLATE_INDEX" val="20196514"/>
  <p:tag name="KSO_WM_UNIT_LAYERLEVEL" val="1_1_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877.xml><?xml version="1.0" encoding="utf-8"?>
<p:tagLst xmlns:a="http://schemas.openxmlformats.org/drawingml/2006/main" xmlns:r="http://schemas.openxmlformats.org/officeDocument/2006/relationships" xmlns:p="http://schemas.openxmlformats.org/presentationml/2006/main">
  <p:tag name="KSO_WM_UNIT_COLOR_SCHEME_SHAPE_ID" val="28"/>
  <p:tag name="KSO_WM_UNIT_COLOR_SCHEME_PARENT_PAGE" val="0_2"/>
  <p:tag name="KSO_WM_UNIT_ADJUSTLAYOUT_ID" val="28"/>
  <p:tag name="KSO_WM_UNIT_TEXT_PART_ID_V2" val="a-3-1"/>
  <p:tag name="KSO_WM_UNIT_ISCONTENTSTITLE" val="0"/>
  <p:tag name="KSO_WM_UNIT_PRESET_TEXT" val="单击此处可添加您的大标题内容"/>
  <p:tag name="KSO_WM_UNIT_TEXT_PART_ID" val="2-X"/>
  <p:tag name="KSO_WM_UNIT_TEXT_PART_SIZE" val="49.2*559"/>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196514_2*a*1"/>
  <p:tag name="KSO_WM_TEMPLATE_CATEGORY" val="diagram"/>
  <p:tag name="KSO_WM_TEMPLATE_INDEX" val="20196514"/>
  <p:tag name="KSO_WM_UNIT_LAYERLEVEL" val="1"/>
  <p:tag name="KSO_WM_TAG_VERSION" val="1.0"/>
  <p:tag name="KSO_WM_BEAUTIFY_FLAG" val="#wm#"/>
  <p:tag name="KSO_WM_UNIT_TEXT_FILL_FORE_SCHEMECOLOR_INDEX" val="13"/>
  <p:tag name="KSO_WM_UNIT_TEXT_FILL_TYPE" val="1"/>
  <p:tag name="KSO_WM_UNIT_USESOURCEFORMAT_APPLY" val="1"/>
</p:tagLst>
</file>

<file path=ppt/tags/tag1878.xml><?xml version="1.0" encoding="utf-8"?>
<p:tagLst xmlns:a="http://schemas.openxmlformats.org/drawingml/2006/main" xmlns:r="http://schemas.openxmlformats.org/officeDocument/2006/relationships" xmlns:p="http://schemas.openxmlformats.org/presentationml/2006/main">
  <p:tag name="KSO_WM_UNIT_COLOR_SCHEME_SHAPE_ID" val="51"/>
  <p:tag name="KSO_WM_UNIT_COLOR_SCHEME_PARENT_PAGE" val="0_2"/>
  <p:tag name="KSO_WM_UNIT_DECOLORIZATION" val="1"/>
  <p:tag name="KSO_WM_UNIT_ADJUSTLAYOUT_ID" val="51"/>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diagram20196514_2*i*1"/>
  <p:tag name="KSO_WM_TEMPLATE_CATEGORY" val="diagram"/>
  <p:tag name="KSO_WM_TEMPLATE_INDEX" val="20196514"/>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879.xml><?xml version="1.0" encoding="utf-8"?>
<p:tagLst xmlns:a="http://schemas.openxmlformats.org/drawingml/2006/main" xmlns:r="http://schemas.openxmlformats.org/officeDocument/2006/relationships" xmlns:p="http://schemas.openxmlformats.org/presentationml/2006/main">
  <p:tag name="KSO_WM_UNIT_COLOR_SCHEME_SHAPE_ID" val="52"/>
  <p:tag name="KSO_WM_UNIT_COLOR_SCHEME_PARENT_PAGE" val="0_2"/>
  <p:tag name="KSO_WM_UNIT_DECOLORIZATION" val="1"/>
  <p:tag name="KSO_WM_UNIT_ADJUSTLAYOUT_ID" val="52"/>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diagram20196514_2*i*2"/>
  <p:tag name="KSO_WM_TEMPLATE_CATEGORY" val="diagram"/>
  <p:tag name="KSO_WM_TEMPLATE_INDEX" val="20196514"/>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880.xml><?xml version="1.0" encoding="utf-8"?>
<p:tagLst xmlns:a="http://schemas.openxmlformats.org/drawingml/2006/main" xmlns:r="http://schemas.openxmlformats.org/officeDocument/2006/relationships" xmlns:p="http://schemas.openxmlformats.org/presentationml/2006/main">
  <p:tag name="KSO_WM_UNIT_COLOR_SCHEME_SHAPE_ID" val="25"/>
  <p:tag name="KSO_WM_UNIT_COLOR_SCHEME_PARENT_PAGE" val="0_2"/>
  <p:tag name="KSO_WM_UNIT_ADJUSTLAYOUT_ID" val="25"/>
  <p:tag name="KSO_WM_UNIT_DECOLORIZATION" val="1"/>
  <p:tag name="KSO_WM_UNIT_HIGHLIGHT" val="0"/>
  <p:tag name="KSO_WM_UNIT_COMPATIBLE" val="0"/>
  <p:tag name="KSO_WM_UNIT_DIAGRAM_ISNUMVISUAL" val="0"/>
  <p:tag name="KSO_WM_UNIT_DIAGRAM_ISREFERUNIT" val="0"/>
  <p:tag name="KSO_WM_DIAGRAM_GROUP_CODE" val="l1-1"/>
  <p:tag name="KSO_WM_UNIT_TYPE" val="i"/>
  <p:tag name="KSO_WM_UNIT_INDEX" val="3"/>
  <p:tag name="KSO_WM_UNIT_ID" val="diagram20196514_2*i*3"/>
  <p:tag name="KSO_WM_TEMPLATE_CATEGORY" val="diagram"/>
  <p:tag name="KSO_WM_TEMPLATE_INDEX" val="20196514"/>
  <p:tag name="KSO_WM_UNIT_LAYERLEVEL" val="1"/>
  <p:tag name="KSO_WM_TAG_VERSION" val="1.0"/>
  <p:tag name="KSO_WM_BEAUTIFY_FLAG" val="#wm#"/>
  <p:tag name="KSO_WM_UNIT_FILL_FORE_SCHEMECOLOR_INDEX" val="5"/>
  <p:tag name="KSO_WM_UNIT_FILL_TYPE" val="1"/>
  <p:tag name="KSO_WM_UNIT_TEXT_FILL_FORE_SCHEMECOLOR_INDEX" val="14"/>
  <p:tag name="KSO_WM_UNIT_TEXT_FILL_TYPE" val="1"/>
  <p:tag name="KSO_WM_UNIT_USESOURCEFORMAT_APPLY" val="1"/>
</p:tagLst>
</file>

<file path=ppt/tags/tag1881.xml><?xml version="1.0" encoding="utf-8"?>
<p:tagLst xmlns:a="http://schemas.openxmlformats.org/drawingml/2006/main" xmlns:r="http://schemas.openxmlformats.org/officeDocument/2006/relationships" xmlns:p="http://schemas.openxmlformats.org/presentationml/2006/main">
  <p:tag name="KSO_WM_UNIT_COLOR_SCHEME_SHAPE_ID" val="39"/>
  <p:tag name="KSO_WM_UNIT_COLOR_SCHEME_PARENT_PAGE" val="0_2"/>
  <p:tag name="KSO_WM_UNIT_ADJUSTLAYOUT_ID" val="39"/>
  <p:tag name="KSO_WM_UNIT_HIGHLIGHT" val="0"/>
  <p:tag name="KSO_WM_UNIT_COMPATIBLE" val="0"/>
  <p:tag name="KSO_WM_UNIT_DIAGRAM_ISNUMVISUAL" val="0"/>
  <p:tag name="KSO_WM_UNIT_DIAGRAM_ISREFERUNIT" val="0"/>
  <p:tag name="KSO_WM_DIAGRAM_GROUP_CODE" val="l1-1"/>
  <p:tag name="KSO_WM_UNIT_TYPE" val="i"/>
  <p:tag name="KSO_WM_UNIT_INDEX" val="4"/>
  <p:tag name="KSO_WM_UNIT_ID" val="diagram20196514_2*i*4"/>
  <p:tag name="KSO_WM_TEMPLATE_CATEGORY" val="diagram"/>
  <p:tag name="KSO_WM_TEMPLATE_INDEX" val="20196514"/>
  <p:tag name="KSO_WM_UNIT_LAYERLEVEL" val="1"/>
  <p:tag name="KSO_WM_TAG_VERSION" val="1.0"/>
  <p:tag name="KSO_WM_BEAUTIFY_FLAG" val="#wm#"/>
  <p:tag name="KSO_WM_UNIT_LINE_FORE_SCHEMECOLOR_INDEX" val="5"/>
  <p:tag name="KSO_WM_UNIT_LINE_FILL_TYPE" val="2"/>
  <p:tag name="KSO_WM_UNIT_TEXT_FILL_FORE_SCHEMECOLOR_INDEX" val="14"/>
  <p:tag name="KSO_WM_UNIT_TEXT_FILL_TYPE" val="1"/>
  <p:tag name="KSO_WM_UNIT_USESOURCEFORMAT_APPLY" val="1"/>
</p:tagLst>
</file>

<file path=ppt/tags/tag1882.xml><?xml version="1.0" encoding="utf-8"?>
<p:tagLst xmlns:a="http://schemas.openxmlformats.org/drawingml/2006/main" xmlns:r="http://schemas.openxmlformats.org/officeDocument/2006/relationships" xmlns:p="http://schemas.openxmlformats.org/presentationml/2006/main">
  <p:tag name="KSO_WM_UNIT_COLOR_SCHEME_SHAPE_ID" val="43"/>
  <p:tag name="KSO_WM_UNIT_COLOR_SCHEME_PARENT_PAGE" val="0_2"/>
  <p:tag name="KSO_WM_UNIT_ADJUSTLAYOUT_ID" val="43"/>
  <p:tag name="KSO_WM_UNIT_TEXT_PART_ID_V2" val="d-2-1"/>
  <p:tag name="KSO_WM_UNIT_DIAGRAM_MODELTYPE" val="stripeEnum"/>
  <p:tag name="KSO_WM_UNIT_PRESET_TEXT" val="点击此处添加正文，文字是您思想的提炼，为了最终呈现发布的良好效果，请言简意赅的阐述您的观点，并根据需要酌情增减文字。"/>
  <p:tag name="KSO_WM_UNIT_TEXT_PART_ID" val="2-c"/>
  <p:tag name="KSO_WM_UNIT_TEXT_PART_SIZE" val="169.76*434.5"/>
  <p:tag name="KSO_WM_UNIT_NOCLEAR" val="0"/>
  <p:tag name="KSO_WM_UNIT_VALUE" val="182"/>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196514_2*l_h_f*1_1_1"/>
  <p:tag name="KSO_WM_TEMPLATE_CATEGORY" val="diagram"/>
  <p:tag name="KSO_WM_TEMPLATE_INDEX" val="20196514"/>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883.xml><?xml version="1.0" encoding="utf-8"?>
<p:tagLst xmlns:a="http://schemas.openxmlformats.org/drawingml/2006/main" xmlns:r="http://schemas.openxmlformats.org/officeDocument/2006/relationships" xmlns:p="http://schemas.openxmlformats.org/presentationml/2006/main">
  <p:tag name="KSO_WM_UNIT_COLOR_SCHEME_SHAPE_ID" val="65"/>
  <p:tag name="KSO_WM_UNIT_COLOR_SCHEME_PARENT_PAGE" val="0_2"/>
  <p:tag name="KSO_WM_UNIT_ADJUSTLAYOUT_ID" val="65"/>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3"/>
  <p:tag name="KSO_WM_UNIT_ID" val="diagram20196514_2*l_h_i*1_1_3"/>
  <p:tag name="KSO_WM_TEMPLATE_CATEGORY" val="diagram"/>
  <p:tag name="KSO_WM_TEMPLATE_INDEX" val="20196514"/>
  <p:tag name="KSO_WM_UNIT_LAYERLEVEL" val="1_1_1"/>
  <p:tag name="KSO_WM_TAG_VERSION" val="1.0"/>
  <p:tag name="KSO_WM_BEAUTIFY_FLAG" val="#wm#"/>
  <p:tag name="KSO_WM_UNIT_TEXT_FILL_FORE_SCHEMECOLOR_INDEX" val="14"/>
  <p:tag name="KSO_WM_UNIT_TEXT_FILL_TYPE" val="1"/>
  <p:tag name="KSO_WM_UNIT_TEXT_FORE_SCHEMECOLOR_INDEX" val="13"/>
  <p:tag name="KSO_WM_UNIT_TEXT_LINE_FILL_TYPE" val="2"/>
  <p:tag name="KSO_WM_UNIT_USESOURCEFORMAT_APPLY" val="1"/>
</p:tagLst>
</file>

<file path=ppt/tags/tag1884.xml><?xml version="1.0" encoding="utf-8"?>
<p:tagLst xmlns:a="http://schemas.openxmlformats.org/drawingml/2006/main" xmlns:r="http://schemas.openxmlformats.org/officeDocument/2006/relationships" xmlns:p="http://schemas.openxmlformats.org/presentationml/2006/main">
  <p:tag name="KSO_WM_UNIT_COLOR_SCHEME_SHAPE_ID" val="66"/>
  <p:tag name="KSO_WM_UNIT_COLOR_SCHEME_PARENT_PAGE" val="0_2"/>
  <p:tag name="KSO_WM_UNIT_ADJUSTLAYOUT_ID" val="66"/>
  <p:tag name="KSO_WM_UNIT_TEXT_PART_ID_V2" val="d-2-1"/>
  <p:tag name="KSO_WM_UNIT_DIAGRAM_MODELTYPE" val="stripeEnum"/>
  <p:tag name="KSO_WM_UNIT_PRESET_TEXT" val="点击此处添加正文，文字是您思想的提炼，为了最终呈现发布的良好效果，请言简意赅的阐述您的观点，并根据需要酌情增减文字。"/>
  <p:tag name="KSO_WM_UNIT_TEXT_PART_ID" val="2-c"/>
  <p:tag name="KSO_WM_UNIT_TEXT_PART_SIZE" val="169.76*434.5"/>
  <p:tag name="KSO_WM_UNIT_NOCLEAR" val="0"/>
  <p:tag name="KSO_WM_UNIT_VALUE" val="182"/>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196514_2*l_h_f*1_2_1"/>
  <p:tag name="KSO_WM_TEMPLATE_CATEGORY" val="diagram"/>
  <p:tag name="KSO_WM_TEMPLATE_INDEX" val="20196514"/>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885.xml><?xml version="1.0" encoding="utf-8"?>
<p:tagLst xmlns:a="http://schemas.openxmlformats.org/drawingml/2006/main" xmlns:r="http://schemas.openxmlformats.org/officeDocument/2006/relationships" xmlns:p="http://schemas.openxmlformats.org/presentationml/2006/main">
  <p:tag name="KSO_WM_UNIT_COLOR_SCHEME_SHAPE_ID" val="68"/>
  <p:tag name="KSO_WM_UNIT_COLOR_SCHEME_PARENT_PAGE" val="0_2"/>
  <p:tag name="KSO_WM_UNIT_ADJUSTLAYOUT_ID" val="68"/>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3"/>
  <p:tag name="KSO_WM_UNIT_ID" val="diagram20196514_2*l_h_i*1_2_3"/>
  <p:tag name="KSO_WM_TEMPLATE_CATEGORY" val="diagram"/>
  <p:tag name="KSO_WM_TEMPLATE_INDEX" val="20196514"/>
  <p:tag name="KSO_WM_UNIT_LAYERLEVEL" val="1_1_1"/>
  <p:tag name="KSO_WM_TAG_VERSION" val="1.0"/>
  <p:tag name="KSO_WM_BEAUTIFY_FLAG" val="#wm#"/>
  <p:tag name="KSO_WM_UNIT_TEXT_FILL_FORE_SCHEMECOLOR_INDEX" val="14"/>
  <p:tag name="KSO_WM_UNIT_TEXT_FILL_TYPE" val="1"/>
  <p:tag name="KSO_WM_UNIT_TEXT_FORE_SCHEMECOLOR_INDEX" val="13"/>
  <p:tag name="KSO_WM_UNIT_TEXT_LINE_FILL_TYPE" val="2"/>
  <p:tag name="KSO_WM_UNIT_USESOURCEFORMAT_APPLY" val="1"/>
</p:tagLst>
</file>

<file path=ppt/tags/tag1886.xml><?xml version="1.0" encoding="utf-8"?>
<p:tagLst xmlns:a="http://schemas.openxmlformats.org/drawingml/2006/main" xmlns:r="http://schemas.openxmlformats.org/officeDocument/2006/relationships" xmlns:p="http://schemas.openxmlformats.org/presentationml/2006/main">
  <p:tag name="KSO_WM_UNIT_COLOR_SCHEME_SHAPE_ID" val="4"/>
  <p:tag name="KSO_WM_UNIT_COLOR_SCHEME_PARENT_PAGE" val="0_2"/>
  <p:tag name="KSO_WM_UNIT_DECOLORIZATION" val="1"/>
  <p:tag name="KSO_WM_UNIT_ADJUSTLAYOUT_ID" val="4"/>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2_7"/>
  <p:tag name="KSO_WM_UNIT_ID" val="diagram20196514_2*l_h_i*1_2_7"/>
  <p:tag name="KSO_WM_TEMPLATE_CATEGORY" val="diagram"/>
  <p:tag name="KSO_WM_TEMPLATE_INDEX" val="20196514"/>
  <p:tag name="KSO_WM_UNIT_LAYERLEVEL" val="1_1_1"/>
  <p:tag name="KSO_WM_TAG_VERSION" val="1.0"/>
  <p:tag name="KSO_WM_BEAUTIFY_FLAG" val="#wm#"/>
  <p:tag name="KSO_WM_UNIT_LINE_FORE_SCHEMECOLOR_INDEX" val="16"/>
  <p:tag name="KSO_WM_UNIT_LINE_FILL_TYPE" val="2"/>
  <p:tag name="KSO_WM_UNIT_USESOURCEFORMAT_APPLY" val="1"/>
</p:tagLst>
</file>

<file path=ppt/tags/tag1887.xml><?xml version="1.0" encoding="utf-8"?>
<p:tagLst xmlns:a="http://schemas.openxmlformats.org/drawingml/2006/main" xmlns:r="http://schemas.openxmlformats.org/officeDocument/2006/relationships" xmlns:p="http://schemas.openxmlformats.org/presentationml/2006/main">
  <p:tag name="KSO_WM_UNIT_COLOR_SCHEME_SHAPE_ID" val="31"/>
  <p:tag name="KSO_WM_UNIT_COLOR_SCHEME_PARENT_PAGE" val="0_2"/>
  <p:tag name="KSO_WM_UNIT_ADJUSTLAYOUT_ID" val="31"/>
  <p:tag name="KSO_WM_UNIT_TEXT_PART_ID_V2" val="d-2-1"/>
  <p:tag name="KSO_WM_UNIT_DIAGRAM_MODELTYPE" val="stripeEnum"/>
  <p:tag name="KSO_WM_UNIT_PRESET_TEXT" val="点击此处添加正文，文字是您思想的提炼，为了最终呈现发布的良好效果，请言简意赅的阐述您的观点，并根据需要酌情增减文字。"/>
  <p:tag name="KSO_WM_UNIT_TEXT_PART_ID" val="2-c"/>
  <p:tag name="KSO_WM_UNIT_TEXT_PART_SIZE" val="169.76*434.5"/>
  <p:tag name="KSO_WM_UNIT_NOCLEAR" val="0"/>
  <p:tag name="KSO_WM_UNIT_VALUE" val="182"/>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196514_2*l_h_f*1_3_1"/>
  <p:tag name="KSO_WM_TEMPLATE_CATEGORY" val="diagram"/>
  <p:tag name="KSO_WM_TEMPLATE_INDEX" val="20196514"/>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888.xml><?xml version="1.0" encoding="utf-8"?>
<p:tagLst xmlns:a="http://schemas.openxmlformats.org/drawingml/2006/main" xmlns:r="http://schemas.openxmlformats.org/officeDocument/2006/relationships" xmlns:p="http://schemas.openxmlformats.org/presentationml/2006/main">
  <p:tag name="KSO_WM_UNIT_COLOR_SCHEME_SHAPE_ID" val="35"/>
  <p:tag name="KSO_WM_UNIT_COLOR_SCHEME_PARENT_PAGE" val="0_2"/>
  <p:tag name="KSO_WM_UNIT_ADJUSTLAYOUT_ID" val="35"/>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3"/>
  <p:tag name="KSO_WM_UNIT_ID" val="diagram20196514_2*l_h_i*1_3_3"/>
  <p:tag name="KSO_WM_TEMPLATE_CATEGORY" val="diagram"/>
  <p:tag name="KSO_WM_TEMPLATE_INDEX" val="20196514"/>
  <p:tag name="KSO_WM_UNIT_LAYERLEVEL" val="1_1_1"/>
  <p:tag name="KSO_WM_TAG_VERSION" val="1.0"/>
  <p:tag name="KSO_WM_BEAUTIFY_FLAG" val="#wm#"/>
  <p:tag name="KSO_WM_UNIT_TEXT_FILL_FORE_SCHEMECOLOR_INDEX" val="14"/>
  <p:tag name="KSO_WM_UNIT_TEXT_FILL_TYPE" val="1"/>
  <p:tag name="KSO_WM_UNIT_TEXT_FORE_SCHEMECOLOR_INDEX" val="13"/>
  <p:tag name="KSO_WM_UNIT_TEXT_LINE_FILL_TYPE" val="2"/>
  <p:tag name="KSO_WM_UNIT_USESOURCEFORMAT_APPLY" val="1"/>
</p:tagLst>
</file>

<file path=ppt/tags/tag1889.xml><?xml version="1.0" encoding="utf-8"?>
<p:tagLst xmlns:a="http://schemas.openxmlformats.org/drawingml/2006/main" xmlns:r="http://schemas.openxmlformats.org/officeDocument/2006/relationships" xmlns:p="http://schemas.openxmlformats.org/presentationml/2006/main">
  <p:tag name="KSO_WM_UNIT_COLOR_SCHEME_SHAPE_ID" val="41"/>
  <p:tag name="KSO_WM_UNIT_COLOR_SCHEME_PARENT_PAGE" val="0_2"/>
  <p:tag name="KSO_WM_UNIT_DECOLORIZATION" val="1"/>
  <p:tag name="KSO_WM_UNIT_ADJUSTLAYOUT_ID" val="41"/>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3_6"/>
  <p:tag name="KSO_WM_UNIT_ID" val="diagram20196514_2*l_h_i*1_3_6"/>
  <p:tag name="KSO_WM_TEMPLATE_CATEGORY" val="diagram"/>
  <p:tag name="KSO_WM_TEMPLATE_INDEX" val="20196514"/>
  <p:tag name="KSO_WM_UNIT_LAYERLEVEL" val="1_1_1"/>
  <p:tag name="KSO_WM_TAG_VERSION" val="1.0"/>
  <p:tag name="KSO_WM_BEAUTIFY_FLAG" val="#wm#"/>
  <p:tag name="KSO_WM_UNIT_LINE_FORE_SCHEMECOLOR_INDEX" val="16"/>
  <p:tag name="KSO_WM_UNIT_LINE_FILL_TYPE" val="2"/>
  <p:tag name="KSO_WM_UNIT_USESOURCEFORMAT_APPLY" val="1"/>
</p:tagLst>
</file>

<file path=ppt/tags/tag1890.xml><?xml version="1.0" encoding="utf-8"?>
<p:tagLst xmlns:a="http://schemas.openxmlformats.org/drawingml/2006/main" xmlns:r="http://schemas.openxmlformats.org/officeDocument/2006/relationships" xmlns:p="http://schemas.openxmlformats.org/presentationml/2006/main">
  <p:tag name="KSO_WM_UNIT_COLOR_SCHEME_SHAPE_ID" val="26"/>
  <p:tag name="KSO_WM_UNIT_COLOR_SCHEME_PARENT_PAGE" val="0_2"/>
  <p:tag name="KSO_WM_UNIT_ADJUSTLAYOUT_ID" val="26"/>
  <p:tag name="KSO_WM_UNIT_DECOLORIZATION" val="1"/>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1_4"/>
  <p:tag name="KSO_WM_UNIT_ID" val="diagram20196514_2*l_h_i*1_1_4"/>
  <p:tag name="KSO_WM_TEMPLATE_CATEGORY" val="diagram"/>
  <p:tag name="KSO_WM_TEMPLATE_INDEX" val="20196514"/>
  <p:tag name="KSO_WM_UNIT_LAYERLEVEL" val="1_1_1"/>
  <p:tag name="KSO_WM_TAG_VERSION" val="1.0"/>
  <p:tag name="KSO_WM_BEAUTIFY_FLAG" val="#wm#"/>
  <p:tag name="KSO_WM_UNIT_LINE_FORE_SCHEMECOLOR_INDEX" val="5"/>
  <p:tag name="KSO_WM_UNIT_LINE_FILL_TYPE" val="2"/>
  <p:tag name="KSO_WM_UNIT_TEXT_FILL_FORE_SCHEMECOLOR_INDEX" val="14"/>
  <p:tag name="KSO_WM_UNIT_TEXT_FILL_TYPE" val="1"/>
  <p:tag name="KSO_WM_UNIT_USESOURCEFORMAT_APPLY" val="1"/>
</p:tagLst>
</file>

<file path=ppt/tags/tag1891.xml><?xml version="1.0" encoding="utf-8"?>
<p:tagLst xmlns:a="http://schemas.openxmlformats.org/drawingml/2006/main" xmlns:r="http://schemas.openxmlformats.org/officeDocument/2006/relationships" xmlns:p="http://schemas.openxmlformats.org/presentationml/2006/main">
  <p:tag name="KSO_WM_UNIT_COLOR_SCHEME_SHAPE_ID" val="32"/>
  <p:tag name="KSO_WM_UNIT_COLOR_SCHEME_PARENT_PAGE" val="0_2"/>
  <p:tag name="KSO_WM_UNIT_ADJUSTLAYOUT_ID" val="32"/>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1_5"/>
  <p:tag name="KSO_WM_UNIT_ID" val="diagram20196514_2*l_h_i*1_1_5"/>
  <p:tag name="KSO_WM_TEMPLATE_CATEGORY" val="diagram"/>
  <p:tag name="KSO_WM_TEMPLATE_INDEX" val="20196514"/>
  <p:tag name="KSO_WM_UNIT_LAYERLEVEL" val="1_1_1"/>
  <p:tag name="KSO_WM_TAG_VERSION" val="1.0"/>
  <p:tag name="KSO_WM_BEAUTIFY_FLAG" val="#wm#"/>
  <p:tag name="KSO_WM_UNIT_FILL_FORE_SCHEMECOLOR_INDEX" val="6"/>
  <p:tag name="KSO_WM_UNIT_FILL_TYPE" val="1"/>
  <p:tag name="KSO_WM_UNIT_TEXT_FILL_FORE_SCHEMECOLOR_INDEX" val="14"/>
  <p:tag name="KSO_WM_UNIT_TEXT_FILL_TYPE" val="1"/>
  <p:tag name="KSO_WM_UNIT_USESOURCEFORMAT_APPLY" val="1"/>
</p:tagLst>
</file>

<file path=ppt/tags/tag1892.xml><?xml version="1.0" encoding="utf-8"?>
<p:tagLst xmlns:a="http://schemas.openxmlformats.org/drawingml/2006/main" xmlns:r="http://schemas.openxmlformats.org/officeDocument/2006/relationships" xmlns:p="http://schemas.openxmlformats.org/presentationml/2006/main">
  <p:tag name="KSO_WM_UNIT_COLOR_SCHEME_SHAPE_ID" val="34"/>
  <p:tag name="KSO_WM_UNIT_COLOR_SCHEME_PARENT_PAGE" val="0_2"/>
  <p:tag name="KSO_WM_UNIT_ADJUSTLAYOUT_ID" val="34"/>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196514_2*l_h_i*1_1_2"/>
  <p:tag name="KSO_WM_TEMPLATE_CATEGORY" val="diagram"/>
  <p:tag name="KSO_WM_TEMPLATE_INDEX" val="20196514"/>
  <p:tag name="KSO_WM_UNIT_LAYERLEVEL" val="1_1_1"/>
  <p:tag name="KSO_WM_TAG_VERSION" val="1.0"/>
  <p:tag name="KSO_WM_BEAUTIFY_FLAG" val="#wm#"/>
  <p:tag name="KSO_WM_UNIT_FILL_FORE_SCHEMECOLOR_INDEX" val="6"/>
  <p:tag name="KSO_WM_UNIT_FILL_TYPE" val="1"/>
  <p:tag name="KSO_WM_UNIT_TEXT_FILL_FORE_SCHEMECOLOR_INDEX" val="14"/>
  <p:tag name="KSO_WM_UNIT_TEXT_FILL_TYPE" val="1"/>
  <p:tag name="KSO_WM_UNIT_USESOURCEFORMAT_APPLY" val="1"/>
</p:tagLst>
</file>

<file path=ppt/tags/tag1893.xml><?xml version="1.0" encoding="utf-8"?>
<p:tagLst xmlns:a="http://schemas.openxmlformats.org/drawingml/2006/main" xmlns:r="http://schemas.openxmlformats.org/officeDocument/2006/relationships" xmlns:p="http://schemas.openxmlformats.org/presentationml/2006/main">
  <p:tag name="KSO_WM_UNIT_COLOR_SCHEME_SHAPE_ID" val="59"/>
  <p:tag name="KSO_WM_UNIT_COLOR_SCHEME_PARENT_PAGE" val="0_2"/>
  <p:tag name="KSO_WM_UNIT_ADJUSTLAYOUT_ID" val="59"/>
  <p:tag name="KSO_WM_UNIT_DECOLORIZATION" val="1"/>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2_5"/>
  <p:tag name="KSO_WM_UNIT_ID" val="diagram20196514_2*l_h_i*1_2_5"/>
  <p:tag name="KSO_WM_TEMPLATE_CATEGORY" val="diagram"/>
  <p:tag name="KSO_WM_TEMPLATE_INDEX" val="20196514"/>
  <p:tag name="KSO_WM_UNIT_LAYERLEVEL" val="1_1_1"/>
  <p:tag name="KSO_WM_TAG_VERSION" val="1.0"/>
  <p:tag name="KSO_WM_BEAUTIFY_FLAG" val="#wm#"/>
  <p:tag name="KSO_WM_UNIT_LINE_FORE_SCHEMECOLOR_INDEX" val="5"/>
  <p:tag name="KSO_WM_UNIT_LINE_FILL_TYPE" val="2"/>
  <p:tag name="KSO_WM_UNIT_TEXT_FILL_FORE_SCHEMECOLOR_INDEX" val="14"/>
  <p:tag name="KSO_WM_UNIT_TEXT_FILL_TYPE" val="1"/>
  <p:tag name="KSO_WM_UNIT_USESOURCEFORMAT_APPLY" val="1"/>
</p:tagLst>
</file>

<file path=ppt/tags/tag189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4020"/>
  <p:tag name="KSO_WM_SLIDE_ID" val="diagram20204020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491"/>
  <p:tag name="KSO_WM_SLIDE_POSITION" val="0*48"/>
  <p:tag name="KSO_WM_TAG_VERSION" val="1.0"/>
  <p:tag name="KSO_WM_SLIDE_LAYOUT" val="a_f_y"/>
  <p:tag name="KSO_WM_SLIDE_LAYOUT_CNT" val="1_1_1"/>
  <p:tag name="KSO_WM_SLIDE_BK_DARK_LIGHT" val="2"/>
  <p:tag name="KSO_WM_SLIDE_BACKGROUND_TYPE" val="general"/>
</p:tagLst>
</file>

<file path=ppt/tags/tag18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1"/>
  <p:tag name="KSO_WM_UNIT_ID" val="diagram20204020_1*y*1"/>
  <p:tag name="KSO_WM_TEMPLATE_CATEGORY" val="diagram"/>
  <p:tag name="KSO_WM_TEMPLATE_INDEX" val="20204020"/>
  <p:tag name="KSO_WM_UNIT_LAYERLEVEL" val="1"/>
  <p:tag name="KSO_WM_TAG_VERSION" val="1.0"/>
  <p:tag name="KSO_WM_BEAUTIFY_FLAG" val="#wm#"/>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8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4020_1*i*1"/>
  <p:tag name="KSO_WM_TEMPLATE_CATEGORY" val="diagram"/>
  <p:tag name="KSO_WM_TEMPLATE_INDEX" val="20204020"/>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8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4020_1*i*2"/>
  <p:tag name="KSO_WM_TEMPLATE_CATEGORY" val="diagram"/>
  <p:tag name="KSO_WM_TEMPLATE_INDEX" val="20204020"/>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898.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5"/>
  <p:tag name="KSO_WM_UNIT_HIGHLIGHT" val="0"/>
  <p:tag name="KSO_WM_UNIT_COMPATIBLE" val="0"/>
  <p:tag name="KSO_WM_UNIT_DIAGRAM_ISNUMVISUAL" val="0"/>
  <p:tag name="KSO_WM_UNIT_DIAGRAM_ISREFERUNIT" val="0"/>
  <p:tag name="KSO_WM_UNIT_TYPE" val="a"/>
  <p:tag name="KSO_WM_UNIT_INDEX" val="1"/>
  <p:tag name="KSO_WM_UNIT_ID" val="diagram20204020_1*a*1"/>
  <p:tag name="KSO_WM_TEMPLATE_CATEGORY" val="diagram"/>
  <p:tag name="KSO_WM_TEMPLATE_INDEX" val="20204020"/>
  <p:tag name="KSO_WM_UNIT_LAYERLEVEL" val="1"/>
  <p:tag name="KSO_WM_TAG_VERSION" val="1.0"/>
  <p:tag name="KSO_WM_BEAUTIFY_FLAG" val="#wm#"/>
  <p:tag name="KSO_WM_UNIT_PRESET_TEXT" val="单击此处添加标题"/>
  <p:tag name="KSO_WM_UNIT_TEXT_FILL_FORE_SCHEMECOLOR_INDEX_BRIGHTNESS" val="0"/>
  <p:tag name="KSO_WM_UNIT_TEXT_FILL_FORE_SCHEMECOLOR_INDEX" val="5"/>
  <p:tag name="KSO_WM_UNIT_TEXT_FILL_TYPE" val="1"/>
</p:tagLst>
</file>

<file path=ppt/tags/tag1899.xml><?xml version="1.0" encoding="utf-8"?>
<p:tagLst xmlns:a="http://schemas.openxmlformats.org/drawingml/2006/main" xmlns:r="http://schemas.openxmlformats.org/officeDocument/2006/relationships" xmlns:p="http://schemas.openxmlformats.org/presentationml/2006/main">
  <p:tag name="KSO_WM_UNIT_NOCLEAR" val="0"/>
  <p:tag name="KSO_WM_UNIT_VALUE" val="120"/>
  <p:tag name="KSO_WM_UNIT_HIGHLIGHT" val="0"/>
  <p:tag name="KSO_WM_UNIT_COMPATIBLE" val="0"/>
  <p:tag name="KSO_WM_UNIT_DIAGRAM_ISNUMVISUAL" val="0"/>
  <p:tag name="KSO_WM_UNIT_DIAGRAM_ISREFERUNIT" val="0"/>
  <p:tag name="KSO_WM_UNIT_TYPE" val="f"/>
  <p:tag name="KSO_WM_UNIT_INDEX" val="1"/>
  <p:tag name="KSO_WM_UNIT_ID" val="diagram20204020_1*f*1"/>
  <p:tag name="KSO_WM_TEMPLATE_CATEGORY" val="diagram"/>
  <p:tag name="KSO_WM_TEMPLATE_INDEX" val="20204020"/>
  <p:tag name="KSO_WM_UNIT_LAYERLEVEL" val="1"/>
  <p:tag name="KSO_WM_TAG_VERSION" val="1.0"/>
  <p:tag name="KSO_WM_BEAUTIFY_FLAG" val="#wm#"/>
  <p:tag name="KSO_WM_UNIT_PRESET_TEXT" val="单击此处添加文本具体内容，简明扼要的阐述您的观点。根据需要可酌情增减文字，以便观者准确的理解您传达的思想。"/>
  <p:tag name="KSO_WM_UNIT_TEXT_FILL_FORE_SCHEMECOLOR_INDEX_BRIGHTNESS" val="0.25"/>
  <p:tag name="KSO_WM_UNIT_TEXT_FILL_FORE_SCHEMECOLOR_INDEX" val="13"/>
  <p:tag name="KSO_WM_UNIT_TEXT_FILL_TYPE" val="1"/>
</p:tagLst>
</file>

<file path=ppt/tags/tag19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4020_1*i*3"/>
  <p:tag name="KSO_WM_TEMPLATE_CATEGORY" val="diagram"/>
  <p:tag name="KSO_WM_TEMPLATE_INDEX" val="20204020"/>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4020_1*i*4"/>
  <p:tag name="KSO_WM_TEMPLATE_CATEGORY" val="diagram"/>
  <p:tag name="KSO_WM_TEMPLATE_INDEX" val="20204020"/>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4020_1*i*5"/>
  <p:tag name="KSO_WM_TEMPLATE_CATEGORY" val="diagram"/>
  <p:tag name="KSO_WM_TEMPLATE_INDEX" val="20204020"/>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2*i*1"/>
  <p:tag name="KSO_WM_UNIT_LAYERLEVEL" val="1"/>
  <p:tag name="KSO_WM_TAG_VERSION" val="1.0"/>
  <p:tag name="KSO_WM_BEAUTIFY_FLAG" val="#wm#"/>
  <p:tag name="KSO_WM_SLIDE_BACKGROUND_TYPE" val="general"/>
  <p:tag name="KSO_WM_SLIDE_BK_DARK_LIGHT" val="2"/>
</p:tagLst>
</file>

<file path=ppt/tags/tag190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96507"/>
  <p:tag name="KSO_WM_SLIDE_COLORSCHEME_VERSION" val="3.2"/>
  <p:tag name="KSO_WM_SLIDE_ID" val="diagram20196507_4"/>
  <p:tag name="KSO_WM_TEMPLATE_SUBCATEGORY" val="0"/>
  <p:tag name="KSO_WM_TEMPLATE_MASTER_TYPE" val="0"/>
  <p:tag name="KSO_WM_TEMPLATE_COLOR_TYPE" val="1"/>
  <p:tag name="KSO_WM_SLIDE_TYPE" val="text"/>
  <p:tag name="KSO_WM_SLIDE_SUBTYPE" val="diag"/>
  <p:tag name="KSO_WM_SLIDE_ITEM_CNT" val="5"/>
  <p:tag name="KSO_WM_SLIDE_INDEX" val="4"/>
  <p:tag name="KSO_WM_SLIDE_SIZE" val="911.697*209.019"/>
  <p:tag name="KSO_WM_SLIDE_POSITION" val="24.1513*216"/>
  <p:tag name="KSO_WM_DIAGRAM_GROUP_CODE" val="l1-1"/>
  <p:tag name="KSO_WM_SLIDE_DIAGTYPE" val="l"/>
  <p:tag name="KSO_WM_TAG_VERSION" val="1.0"/>
  <p:tag name="KSO_WM_SLIDE_LAYOUT" val="a_b_l"/>
  <p:tag name="KSO_WM_SLIDE_LAYOUT_CNT" val="1_1_1"/>
</p:tagLst>
</file>

<file path=ppt/tags/tag1905.xml><?xml version="1.0" encoding="utf-8"?>
<p:tagLst xmlns:a="http://schemas.openxmlformats.org/drawingml/2006/main" xmlns:r="http://schemas.openxmlformats.org/officeDocument/2006/relationships" xmlns:p="http://schemas.openxmlformats.org/presentationml/2006/main">
  <p:tag name="KSO_WM_UNIT_LARGE_SHAPE" val="1"/>
  <p:tag name="KSO_WM_UNIT_COLOR_SCHEME_SHAPE_ID" val="43"/>
  <p:tag name="KSO_WM_UNIT_COLOR_SCHEME_PARENT_PAGE" val="0_2"/>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diagram20196507_4*i*1"/>
  <p:tag name="KSO_WM_TEMPLATE_CATEGORY" val="diagram"/>
  <p:tag name="KSO_WM_TEMPLATE_INDEX" val="20196507"/>
  <p:tag name="KSO_WM_UNIT_LAYERLEVEL" val="1"/>
  <p:tag name="KSO_WM_TAG_VERSION" val="1.0"/>
  <p:tag name="KSO_WM_BEAUTIFY_FLAG" val="#wm#"/>
  <p:tag name="KSO_WM_UNIT_FILL_FORE_SCHEMECOLOR_INDEX" val="15"/>
  <p:tag name="KSO_WM_UNIT_FILL_TYPE" val="1"/>
  <p:tag name="KSO_WM_UNIT_TEXT_FILL_FORE_SCHEMECOLOR_INDEX" val="14"/>
  <p:tag name="KSO_WM_UNIT_TEXT_FILL_TYPE" val="1"/>
  <p:tag name="KSO_WM_UNIT_USESOURCEFORMAT_APPLY" val="1"/>
</p:tagLst>
</file>

<file path=ppt/tags/tag1906.xml><?xml version="1.0" encoding="utf-8"?>
<p:tagLst xmlns:a="http://schemas.openxmlformats.org/drawingml/2006/main" xmlns:r="http://schemas.openxmlformats.org/officeDocument/2006/relationships" xmlns:p="http://schemas.openxmlformats.org/presentationml/2006/main">
  <p:tag name="KSO_WM_UNIT_TEXT_PART_ID_V2" val="a-4-1"/>
  <p:tag name="KSO_WM_UNIT_COLOR_SCHEME_SHAPE_ID" val="26"/>
  <p:tag name="KSO_WM_UNIT_COLOR_SCHEME_PARENT_PAGE" val="0_2"/>
  <p:tag name="KSO_WM_UNIT_ISCONTENTSTITLE" val="0"/>
  <p:tag name="KSO_WM_UNIT_PRESET_TEXT" val="单击此处添加标题"/>
  <p:tag name="KSO_WM_UNIT_NOCLEAR" val="0"/>
  <p:tag name="KSO_WM_UNIT_VALUE" val="25"/>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196507_4*a*1"/>
  <p:tag name="KSO_WM_TEMPLATE_CATEGORY" val="diagram"/>
  <p:tag name="KSO_WM_TEMPLATE_INDEX" val="20196507"/>
  <p:tag name="KSO_WM_UNIT_LAYERLEVEL" val="1"/>
  <p:tag name="KSO_WM_TAG_VERSION" val="1.0"/>
  <p:tag name="KSO_WM_BEAUTIFY_FLAG" val="#wm#"/>
  <p:tag name="KSO_WM_UNIT_TEXT_FILL_FORE_SCHEMECOLOR_INDEX" val="14"/>
  <p:tag name="KSO_WM_UNIT_TEXT_FILL_TYPE" val="1"/>
  <p:tag name="KSO_WM_UNIT_USESOURCEFORMAT_APPLY" val="1"/>
</p:tagLst>
</file>

<file path=ppt/tags/tag1907.xml><?xml version="1.0" encoding="utf-8"?>
<p:tagLst xmlns:a="http://schemas.openxmlformats.org/drawingml/2006/main" xmlns:r="http://schemas.openxmlformats.org/officeDocument/2006/relationships" xmlns:p="http://schemas.openxmlformats.org/presentationml/2006/main">
  <p:tag name="KSO_WM_UNIT_COLOR_SCHEME_SHAPE_ID" val="54"/>
  <p:tag name="KSO_WM_UNIT_COLOR_SCHEME_PARENT_PAGE" val="0_2"/>
  <p:tag name="KSO_WM_UNIT_FOIL_COLOR" val="1"/>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b"/>
  <p:tag name="KSO_WM_UNIT_TYPE" val="l_h_i"/>
  <p:tag name="KSO_WM_UNIT_INDEX" val="1_1_4"/>
  <p:tag name="KSO_WM_UNIT_ID" val="diagram20196507_4*l_h_i*1_1_4"/>
  <p:tag name="KSO_WM_TEMPLATE_CATEGORY" val="diagram"/>
  <p:tag name="KSO_WM_TEMPLATE_INDEX" val="20196507"/>
  <p:tag name="KSO_WM_UNIT_LAYERLEVEL" val="1_1_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908.xml><?xml version="1.0" encoding="utf-8"?>
<p:tagLst xmlns:a="http://schemas.openxmlformats.org/drawingml/2006/main" xmlns:r="http://schemas.openxmlformats.org/officeDocument/2006/relationships" xmlns:p="http://schemas.openxmlformats.org/presentationml/2006/main">
  <p:tag name="KSO_WM_UNIT_COLOR_SCHEME_SHAPE_ID" val="39"/>
  <p:tag name="KSO_WM_UNIT_COLOR_SCHEME_PARENT_PAGE" val="0_2"/>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196507_4*l_h_i*1_1_1"/>
  <p:tag name="KSO_WM_TEMPLATE_CATEGORY" val="diagram"/>
  <p:tag name="KSO_WM_TEMPLATE_INDEX" val="20196507"/>
  <p:tag name="KSO_WM_UNIT_LAYERLEVEL" val="1_1_1"/>
  <p:tag name="KSO_WM_TAG_VERSION" val="1.0"/>
  <p:tag name="KSO_WM_BEAUTIFY_FLAG" val="#wm#"/>
  <p:tag name="KSO_WM_UNIT_LINE_FORE_SCHEMECOLOR_INDEX" val="15"/>
  <p:tag name="KSO_WM_UNIT_LINE_FILL_TYPE" val="2"/>
  <p:tag name="KSO_WM_UNIT_USESOURCEFORMAT_APPLY" val="1"/>
</p:tagLst>
</file>

<file path=ppt/tags/tag1909.xml><?xml version="1.0" encoding="utf-8"?>
<p:tagLst xmlns:a="http://schemas.openxmlformats.org/drawingml/2006/main" xmlns:r="http://schemas.openxmlformats.org/officeDocument/2006/relationships" xmlns:p="http://schemas.openxmlformats.org/presentationml/2006/main">
  <p:tag name="KSO_WM_UNIT_COLOR_SCHEME_SHAPE_ID" val="40"/>
  <p:tag name="KSO_WM_UNIT_COLOR_SCHEME_PARENT_PAGE" val="0_2"/>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196507_4*l_h_i*1_1_2"/>
  <p:tag name="KSO_WM_TEMPLATE_CATEGORY" val="diagram"/>
  <p:tag name="KSO_WM_TEMPLATE_INDEX" val="20196507"/>
  <p:tag name="KSO_WM_UNIT_LAYERLEVEL" val="1_1_1"/>
  <p:tag name="KSO_WM_TAG_VERSION" val="1.0"/>
  <p:tag name="KSO_WM_BEAUTIFY_FLAG" val="#wm#"/>
  <p:tag name="KSO_WM_UNIT_LINE_FORE_SCHEMECOLOR_INDEX" val="15"/>
  <p:tag name="KSO_WM_UNIT_LINE_FILL_TYPE" val="2"/>
  <p:tag name="KSO_WM_UNIT_USESOURCEFORMAT_APPLY" val="1"/>
</p:tagLst>
</file>

<file path=ppt/tags/tag1910.xml><?xml version="1.0" encoding="utf-8"?>
<p:tagLst xmlns:a="http://schemas.openxmlformats.org/drawingml/2006/main" xmlns:r="http://schemas.openxmlformats.org/officeDocument/2006/relationships" xmlns:p="http://schemas.openxmlformats.org/presentationml/2006/main">
  <p:tag name="KSO_WM_UNIT_TEXT_PART_ID_V2" val="d-1-1"/>
  <p:tag name="KSO_WM_UNIT_COLOR_SCHEME_SHAPE_ID" val="31"/>
  <p:tag name="KSO_WM_UNIT_COLOR_SCHEME_PARENT_PAGE" val="0_2"/>
  <p:tag name="KSO_WM_UNIT_DIAGRAM_MODELTYPE" val="stripeEnum"/>
  <p:tag name="KSO_WM_UNIT_PRESET_TEXT" val="单击此处添加文本具体内容，简明扼要的阐述您的观点。"/>
  <p:tag name="KSO_WM_UNIT_NOCLEAR" val="0"/>
  <p:tag name="KSO_WM_UNIT_VALUE" val="65"/>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196507_4*l_h_f*1_1_1"/>
  <p:tag name="KSO_WM_TEMPLATE_CATEGORY" val="diagram"/>
  <p:tag name="KSO_WM_TEMPLATE_INDEX" val="20196507"/>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911.xml><?xml version="1.0" encoding="utf-8"?>
<p:tagLst xmlns:a="http://schemas.openxmlformats.org/drawingml/2006/main" xmlns:r="http://schemas.openxmlformats.org/officeDocument/2006/relationships" xmlns:p="http://schemas.openxmlformats.org/presentationml/2006/main">
  <p:tag name="KSO_WM_UNIT_COLOR_SCHEME_SHAPE_ID" val="41"/>
  <p:tag name="KSO_WM_UNIT_COLOR_SCHEME_PARENT_PAGE" val="0_2"/>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196507_4*l_h_i*1_1_1"/>
  <p:tag name="KSO_WM_TEMPLATE_CATEGORY" val="diagram"/>
  <p:tag name="KSO_WM_TEMPLATE_INDEX" val="20196507"/>
  <p:tag name="KSO_WM_UNIT_LAYERLEVEL" val="1_1_1"/>
  <p:tag name="KSO_WM_TAG_VERSION" val="1.0"/>
  <p:tag name="KSO_WM_BEAUTIFY_FLAG" val="#wm#"/>
  <p:tag name="KSO_WM_UNIT_TEXT_FILL_FORE_SCHEMECOLOR_INDEX" val="15"/>
  <p:tag name="KSO_WM_UNIT_TEXT_FILL_TYPE" val="1"/>
  <p:tag name="KSO_WM_UNIT_USESOURCEFORMAT_APPLY" val="1"/>
</p:tagLst>
</file>

<file path=ppt/tags/tag1912.xml><?xml version="1.0" encoding="utf-8"?>
<p:tagLst xmlns:a="http://schemas.openxmlformats.org/drawingml/2006/main" xmlns:r="http://schemas.openxmlformats.org/officeDocument/2006/relationships" xmlns:p="http://schemas.openxmlformats.org/presentationml/2006/main">
  <p:tag name="KSO_WM_UNIT_COLOR_SCHEME_SHAPE_ID" val="15"/>
  <p:tag name="KSO_WM_UNIT_COLOR_SCHEME_PARENT_PAGE" val="0_2"/>
  <p:tag name="KSO_WM_UNIT_FOIL_COLOR" val="1"/>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b"/>
  <p:tag name="KSO_WM_UNIT_TYPE" val="l_h_i"/>
  <p:tag name="KSO_WM_UNIT_INDEX" val="1_2_4"/>
  <p:tag name="KSO_WM_UNIT_ID" val="diagram20196507_4*l_h_i*1_2_4"/>
  <p:tag name="KSO_WM_TEMPLATE_CATEGORY" val="diagram"/>
  <p:tag name="KSO_WM_TEMPLATE_INDEX" val="20196507"/>
  <p:tag name="KSO_WM_UNIT_LAYERLEVEL" val="1_1_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913.xml><?xml version="1.0" encoding="utf-8"?>
<p:tagLst xmlns:a="http://schemas.openxmlformats.org/drawingml/2006/main" xmlns:r="http://schemas.openxmlformats.org/officeDocument/2006/relationships" xmlns:p="http://schemas.openxmlformats.org/presentationml/2006/main">
  <p:tag name="KSO_WM_UNIT_COLOR_SCHEME_SHAPE_ID" val="22"/>
  <p:tag name="KSO_WM_UNIT_COLOR_SCHEME_PARENT_PAGE" val="0_2"/>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196507_4*l_h_i*1_2_1"/>
  <p:tag name="KSO_WM_TEMPLATE_CATEGORY" val="diagram"/>
  <p:tag name="KSO_WM_TEMPLATE_INDEX" val="20196507"/>
  <p:tag name="KSO_WM_UNIT_LAYERLEVEL" val="1_1_1"/>
  <p:tag name="KSO_WM_TAG_VERSION" val="1.0"/>
  <p:tag name="KSO_WM_BEAUTIFY_FLAG" val="#wm#"/>
  <p:tag name="KSO_WM_UNIT_LINE_FORE_SCHEMECOLOR_INDEX" val="15"/>
  <p:tag name="KSO_WM_UNIT_LINE_FILL_TYPE" val="2"/>
  <p:tag name="KSO_WM_UNIT_USESOURCEFORMAT_APPLY" val="1"/>
</p:tagLst>
</file>

<file path=ppt/tags/tag1914.xml><?xml version="1.0" encoding="utf-8"?>
<p:tagLst xmlns:a="http://schemas.openxmlformats.org/drawingml/2006/main" xmlns:r="http://schemas.openxmlformats.org/officeDocument/2006/relationships" xmlns:p="http://schemas.openxmlformats.org/presentationml/2006/main">
  <p:tag name="KSO_WM_UNIT_COLOR_SCHEME_SHAPE_ID" val="23"/>
  <p:tag name="KSO_WM_UNIT_COLOR_SCHEME_PARENT_PAGE" val="0_2"/>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196507_4*l_h_i*1_2_2"/>
  <p:tag name="KSO_WM_TEMPLATE_CATEGORY" val="diagram"/>
  <p:tag name="KSO_WM_TEMPLATE_INDEX" val="20196507"/>
  <p:tag name="KSO_WM_UNIT_LAYERLEVEL" val="1_1_1"/>
  <p:tag name="KSO_WM_TAG_VERSION" val="1.0"/>
  <p:tag name="KSO_WM_BEAUTIFY_FLAG" val="#wm#"/>
  <p:tag name="KSO_WM_UNIT_LINE_FORE_SCHEMECOLOR_INDEX" val="15"/>
  <p:tag name="KSO_WM_UNIT_LINE_FILL_TYPE" val="2"/>
  <p:tag name="KSO_WM_UNIT_USESOURCEFORMAT_APPLY" val="1"/>
</p:tagLst>
</file>

<file path=ppt/tags/tag1915.xml><?xml version="1.0" encoding="utf-8"?>
<p:tagLst xmlns:a="http://schemas.openxmlformats.org/drawingml/2006/main" xmlns:r="http://schemas.openxmlformats.org/officeDocument/2006/relationships" xmlns:p="http://schemas.openxmlformats.org/presentationml/2006/main">
  <p:tag name="KSO_WM_UNIT_TEXT_PART_ID_V2" val="d-1-1"/>
  <p:tag name="KSO_WM_UNIT_COLOR_SCHEME_SHAPE_ID" val="21"/>
  <p:tag name="KSO_WM_UNIT_COLOR_SCHEME_PARENT_PAGE" val="0_2"/>
  <p:tag name="KSO_WM_UNIT_DIAGRAM_MODELTYPE" val="stripeEnum"/>
  <p:tag name="KSO_WM_UNIT_PRESET_TEXT" val="单击此处添加文本具体内容，简明扼要的阐述您的观点。"/>
  <p:tag name="KSO_WM_UNIT_NOCLEAR" val="0"/>
  <p:tag name="KSO_WM_UNIT_VALUE" val="65"/>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196507_4*l_h_f*1_2_1"/>
  <p:tag name="KSO_WM_TEMPLATE_CATEGORY" val="diagram"/>
  <p:tag name="KSO_WM_TEMPLATE_INDEX" val="20196507"/>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916.xml><?xml version="1.0" encoding="utf-8"?>
<p:tagLst xmlns:a="http://schemas.openxmlformats.org/drawingml/2006/main" xmlns:r="http://schemas.openxmlformats.org/officeDocument/2006/relationships" xmlns:p="http://schemas.openxmlformats.org/presentationml/2006/main">
  <p:tag name="KSO_WM_UNIT_COLOR_SCHEME_SHAPE_ID" val="19"/>
  <p:tag name="KSO_WM_UNIT_COLOR_SCHEME_PARENT_PAGE" val="0_2"/>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196507_4*l_h_i*1_2_1"/>
  <p:tag name="KSO_WM_TEMPLATE_CATEGORY" val="diagram"/>
  <p:tag name="KSO_WM_TEMPLATE_INDEX" val="20196507"/>
  <p:tag name="KSO_WM_UNIT_LAYERLEVEL" val="1_1_1"/>
  <p:tag name="KSO_WM_TAG_VERSION" val="1.0"/>
  <p:tag name="KSO_WM_BEAUTIFY_FLAG" val="#wm#"/>
  <p:tag name="KSO_WM_UNIT_TEXT_FILL_FORE_SCHEMECOLOR_INDEX" val="15"/>
  <p:tag name="KSO_WM_UNIT_TEXT_FILL_TYPE" val="1"/>
  <p:tag name="KSO_WM_UNIT_USESOURCEFORMAT_APPLY" val="1"/>
</p:tagLst>
</file>

<file path=ppt/tags/tag1917.xml><?xml version="1.0" encoding="utf-8"?>
<p:tagLst xmlns:a="http://schemas.openxmlformats.org/drawingml/2006/main" xmlns:r="http://schemas.openxmlformats.org/officeDocument/2006/relationships" xmlns:p="http://schemas.openxmlformats.org/presentationml/2006/main">
  <p:tag name="KSO_WM_UNIT_COLOR_SCHEME_SHAPE_ID" val="25"/>
  <p:tag name="KSO_WM_UNIT_COLOR_SCHEME_PARENT_PAGE" val="0_2"/>
  <p:tag name="KSO_WM_UNIT_FOIL_COLOR" val="1"/>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b"/>
  <p:tag name="KSO_WM_UNIT_TYPE" val="l_h_i"/>
  <p:tag name="KSO_WM_UNIT_INDEX" val="1_3_4"/>
  <p:tag name="KSO_WM_UNIT_ID" val="diagram20196507_4*l_h_i*1_3_4"/>
  <p:tag name="KSO_WM_TEMPLATE_CATEGORY" val="diagram"/>
  <p:tag name="KSO_WM_TEMPLATE_INDEX" val="20196507"/>
  <p:tag name="KSO_WM_UNIT_LAYERLEVEL" val="1_1_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918.xml><?xml version="1.0" encoding="utf-8"?>
<p:tagLst xmlns:a="http://schemas.openxmlformats.org/drawingml/2006/main" xmlns:r="http://schemas.openxmlformats.org/officeDocument/2006/relationships" xmlns:p="http://schemas.openxmlformats.org/presentationml/2006/main">
  <p:tag name="KSO_WM_UNIT_COLOR_SCHEME_SHAPE_ID" val="34"/>
  <p:tag name="KSO_WM_UNIT_COLOR_SCHEME_PARENT_PAGE" val="0_2"/>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196507_4*l_h_i*1_3_1"/>
  <p:tag name="KSO_WM_TEMPLATE_CATEGORY" val="diagram"/>
  <p:tag name="KSO_WM_TEMPLATE_INDEX" val="20196507"/>
  <p:tag name="KSO_WM_UNIT_LAYERLEVEL" val="1_1_1"/>
  <p:tag name="KSO_WM_TAG_VERSION" val="1.0"/>
  <p:tag name="KSO_WM_BEAUTIFY_FLAG" val="#wm#"/>
  <p:tag name="KSO_WM_UNIT_LINE_FORE_SCHEMECOLOR_INDEX" val="15"/>
  <p:tag name="KSO_WM_UNIT_LINE_FILL_TYPE" val="2"/>
  <p:tag name="KSO_WM_UNIT_USESOURCEFORMAT_APPLY" val="1"/>
</p:tagLst>
</file>

<file path=ppt/tags/tag1919.xml><?xml version="1.0" encoding="utf-8"?>
<p:tagLst xmlns:a="http://schemas.openxmlformats.org/drawingml/2006/main" xmlns:r="http://schemas.openxmlformats.org/officeDocument/2006/relationships" xmlns:p="http://schemas.openxmlformats.org/presentationml/2006/main">
  <p:tag name="KSO_WM_UNIT_COLOR_SCHEME_SHAPE_ID" val="35"/>
  <p:tag name="KSO_WM_UNIT_COLOR_SCHEME_PARENT_PAGE" val="0_2"/>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196507_4*l_h_i*1_3_2"/>
  <p:tag name="KSO_WM_TEMPLATE_CATEGORY" val="diagram"/>
  <p:tag name="KSO_WM_TEMPLATE_INDEX" val="20196507"/>
  <p:tag name="KSO_WM_UNIT_LAYERLEVEL" val="1_1_1"/>
  <p:tag name="KSO_WM_TAG_VERSION" val="1.0"/>
  <p:tag name="KSO_WM_BEAUTIFY_FLAG" val="#wm#"/>
  <p:tag name="KSO_WM_UNIT_LINE_FORE_SCHEMECOLOR_INDEX" val="15"/>
  <p:tag name="KSO_WM_UNIT_LINE_FILL_TYPE" val="2"/>
  <p:tag name="KSO_WM_UNIT_USESOURCEFORMAT_APPLY" val="1"/>
</p:tagLst>
</file>

<file path=ppt/tags/tag1920.xml><?xml version="1.0" encoding="utf-8"?>
<p:tagLst xmlns:a="http://schemas.openxmlformats.org/drawingml/2006/main" xmlns:r="http://schemas.openxmlformats.org/officeDocument/2006/relationships" xmlns:p="http://schemas.openxmlformats.org/presentationml/2006/main">
  <p:tag name="KSO_WM_UNIT_TEXT_PART_ID_V2" val="d-1-1"/>
  <p:tag name="KSO_WM_UNIT_COLOR_SCHEME_SHAPE_ID" val="33"/>
  <p:tag name="KSO_WM_UNIT_COLOR_SCHEME_PARENT_PAGE" val="0_2"/>
  <p:tag name="KSO_WM_UNIT_DIAGRAM_MODELTYPE" val="stripeEnum"/>
  <p:tag name="KSO_WM_UNIT_PRESET_TEXT" val="单击此处添加文本具体内容，简明扼要的阐述您的观点。"/>
  <p:tag name="KSO_WM_UNIT_NOCLEAR" val="0"/>
  <p:tag name="KSO_WM_UNIT_VALUE" val="65"/>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196507_4*l_h_f*1_3_1"/>
  <p:tag name="KSO_WM_TEMPLATE_CATEGORY" val="diagram"/>
  <p:tag name="KSO_WM_TEMPLATE_INDEX" val="20196507"/>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921.xml><?xml version="1.0" encoding="utf-8"?>
<p:tagLst xmlns:a="http://schemas.openxmlformats.org/drawingml/2006/main" xmlns:r="http://schemas.openxmlformats.org/officeDocument/2006/relationships" xmlns:p="http://schemas.openxmlformats.org/presentationml/2006/main">
  <p:tag name="KSO_WM_UNIT_COLOR_SCHEME_SHAPE_ID" val="30"/>
  <p:tag name="KSO_WM_UNIT_COLOR_SCHEME_PARENT_PAGE" val="0_2"/>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196507_4*l_h_i*1_3_1"/>
  <p:tag name="KSO_WM_TEMPLATE_CATEGORY" val="diagram"/>
  <p:tag name="KSO_WM_TEMPLATE_INDEX" val="20196507"/>
  <p:tag name="KSO_WM_UNIT_LAYERLEVEL" val="1_1_1"/>
  <p:tag name="KSO_WM_TAG_VERSION" val="1.0"/>
  <p:tag name="KSO_WM_BEAUTIFY_FLAG" val="#wm#"/>
  <p:tag name="KSO_WM_UNIT_TEXT_FILL_FORE_SCHEMECOLOR_INDEX" val="15"/>
  <p:tag name="KSO_WM_UNIT_TEXT_FILL_TYPE" val="1"/>
  <p:tag name="KSO_WM_UNIT_USESOURCEFORMAT_APPLY" val="1"/>
</p:tagLst>
</file>

<file path=ppt/tags/tag1922.xml><?xml version="1.0" encoding="utf-8"?>
<p:tagLst xmlns:a="http://schemas.openxmlformats.org/drawingml/2006/main" xmlns:r="http://schemas.openxmlformats.org/officeDocument/2006/relationships" xmlns:p="http://schemas.openxmlformats.org/presentationml/2006/main">
  <p:tag name="KSO_WM_UNIT_COLOR_SCHEME_SHAPE_ID" val="15"/>
  <p:tag name="KSO_WM_UNIT_COLOR_SCHEME_PARENT_PAGE" val="0_2"/>
  <p:tag name="KSO_WM_UNIT_FOIL_COLOR" val="1"/>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b"/>
  <p:tag name="KSO_WM_UNIT_TYPE" val="l_h_i"/>
  <p:tag name="KSO_WM_UNIT_INDEX" val="1_4_4"/>
  <p:tag name="KSO_WM_UNIT_ID" val="diagram20196507_4*l_h_i*1_4_4"/>
  <p:tag name="KSO_WM_TEMPLATE_CATEGORY" val="diagram"/>
  <p:tag name="KSO_WM_TEMPLATE_INDEX" val="20196507"/>
  <p:tag name="KSO_WM_UNIT_LAYERLEVEL" val="1_1_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923.xml><?xml version="1.0" encoding="utf-8"?>
<p:tagLst xmlns:a="http://schemas.openxmlformats.org/drawingml/2006/main" xmlns:r="http://schemas.openxmlformats.org/officeDocument/2006/relationships" xmlns:p="http://schemas.openxmlformats.org/presentationml/2006/main">
  <p:tag name="KSO_WM_UNIT_COLOR_SCHEME_SHAPE_ID" val="22"/>
  <p:tag name="KSO_WM_UNIT_COLOR_SCHEME_PARENT_PAGE" val="0_2"/>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196507_4*l_h_i*1_4_1"/>
  <p:tag name="KSO_WM_TEMPLATE_CATEGORY" val="diagram"/>
  <p:tag name="KSO_WM_TEMPLATE_INDEX" val="20196507"/>
  <p:tag name="KSO_WM_UNIT_LAYERLEVEL" val="1_1_1"/>
  <p:tag name="KSO_WM_TAG_VERSION" val="1.0"/>
  <p:tag name="KSO_WM_BEAUTIFY_FLAG" val="#wm#"/>
  <p:tag name="KSO_WM_UNIT_LINE_FORE_SCHEMECOLOR_INDEX" val="15"/>
  <p:tag name="KSO_WM_UNIT_LINE_FILL_TYPE" val="2"/>
  <p:tag name="KSO_WM_UNIT_USESOURCEFORMAT_APPLY" val="1"/>
</p:tagLst>
</file>

<file path=ppt/tags/tag1924.xml><?xml version="1.0" encoding="utf-8"?>
<p:tagLst xmlns:a="http://schemas.openxmlformats.org/drawingml/2006/main" xmlns:r="http://schemas.openxmlformats.org/officeDocument/2006/relationships" xmlns:p="http://schemas.openxmlformats.org/presentationml/2006/main">
  <p:tag name="KSO_WM_UNIT_COLOR_SCHEME_SHAPE_ID" val="23"/>
  <p:tag name="KSO_WM_UNIT_COLOR_SCHEME_PARENT_PAGE" val="0_2"/>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20196507_4*l_h_i*1_4_2"/>
  <p:tag name="KSO_WM_TEMPLATE_CATEGORY" val="diagram"/>
  <p:tag name="KSO_WM_TEMPLATE_INDEX" val="20196507"/>
  <p:tag name="KSO_WM_UNIT_LAYERLEVEL" val="1_1_1"/>
  <p:tag name="KSO_WM_TAG_VERSION" val="1.0"/>
  <p:tag name="KSO_WM_BEAUTIFY_FLAG" val="#wm#"/>
  <p:tag name="KSO_WM_UNIT_LINE_FORE_SCHEMECOLOR_INDEX" val="15"/>
  <p:tag name="KSO_WM_UNIT_LINE_FILL_TYPE" val="2"/>
  <p:tag name="KSO_WM_UNIT_USESOURCEFORMAT_APPLY" val="1"/>
</p:tagLst>
</file>

<file path=ppt/tags/tag1925.xml><?xml version="1.0" encoding="utf-8"?>
<p:tagLst xmlns:a="http://schemas.openxmlformats.org/drawingml/2006/main" xmlns:r="http://schemas.openxmlformats.org/officeDocument/2006/relationships" xmlns:p="http://schemas.openxmlformats.org/presentationml/2006/main">
  <p:tag name="KSO_WM_UNIT_TEXT_PART_ID_V2" val="d-1-1"/>
  <p:tag name="KSO_WM_UNIT_COLOR_SCHEME_SHAPE_ID" val="21"/>
  <p:tag name="KSO_WM_UNIT_COLOR_SCHEME_PARENT_PAGE" val="0_2"/>
  <p:tag name="KSO_WM_UNIT_DIAGRAM_MODELTYPE" val="stripeEnum"/>
  <p:tag name="KSO_WM_UNIT_PRESET_TEXT" val="单击此处添加文本具体内容，简明扼要的阐述您的观点。"/>
  <p:tag name="KSO_WM_UNIT_NOCLEAR" val="0"/>
  <p:tag name="KSO_WM_UNIT_VALUE" val="65"/>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196507_4*l_h_f*1_4_1"/>
  <p:tag name="KSO_WM_TEMPLATE_CATEGORY" val="diagram"/>
  <p:tag name="KSO_WM_TEMPLATE_INDEX" val="20196507"/>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926.xml><?xml version="1.0" encoding="utf-8"?>
<p:tagLst xmlns:a="http://schemas.openxmlformats.org/drawingml/2006/main" xmlns:r="http://schemas.openxmlformats.org/officeDocument/2006/relationships" xmlns:p="http://schemas.openxmlformats.org/presentationml/2006/main">
  <p:tag name="KSO_WM_UNIT_COLOR_SCHEME_SHAPE_ID" val="19"/>
  <p:tag name="KSO_WM_UNIT_COLOR_SCHEME_PARENT_PAGE" val="0_2"/>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diagram20196507_4*l_h_i*1_4_1"/>
  <p:tag name="KSO_WM_TEMPLATE_CATEGORY" val="diagram"/>
  <p:tag name="KSO_WM_TEMPLATE_INDEX" val="20196507"/>
  <p:tag name="KSO_WM_UNIT_LAYERLEVEL" val="1_1_1"/>
  <p:tag name="KSO_WM_TAG_VERSION" val="1.0"/>
  <p:tag name="KSO_WM_BEAUTIFY_FLAG" val="#wm#"/>
  <p:tag name="KSO_WM_UNIT_TEXT_FILL_FORE_SCHEMECOLOR_INDEX" val="15"/>
  <p:tag name="KSO_WM_UNIT_TEXT_FILL_TYPE" val="1"/>
  <p:tag name="KSO_WM_UNIT_USESOURCEFORMAT_APPLY" val="1"/>
</p:tagLst>
</file>

<file path=ppt/tags/tag1927.xml><?xml version="1.0" encoding="utf-8"?>
<p:tagLst xmlns:a="http://schemas.openxmlformats.org/drawingml/2006/main" xmlns:r="http://schemas.openxmlformats.org/officeDocument/2006/relationships" xmlns:p="http://schemas.openxmlformats.org/presentationml/2006/main">
  <p:tag name="KSO_WM_UNIT_COLOR_SCHEME_SHAPE_ID" val="25"/>
  <p:tag name="KSO_WM_UNIT_COLOR_SCHEME_PARENT_PAGE" val="0_2"/>
  <p:tag name="KSO_WM_UNIT_FOIL_COLOR" val="1"/>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b"/>
  <p:tag name="KSO_WM_UNIT_TYPE" val="l_h_i"/>
  <p:tag name="KSO_WM_UNIT_INDEX" val="1_5_4"/>
  <p:tag name="KSO_WM_UNIT_ID" val="diagram20196507_4*l_h_i*1_5_4"/>
  <p:tag name="KSO_WM_TEMPLATE_CATEGORY" val="diagram"/>
  <p:tag name="KSO_WM_TEMPLATE_INDEX" val="20196507"/>
  <p:tag name="KSO_WM_UNIT_LAYERLEVEL" val="1_1_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928.xml><?xml version="1.0" encoding="utf-8"?>
<p:tagLst xmlns:a="http://schemas.openxmlformats.org/drawingml/2006/main" xmlns:r="http://schemas.openxmlformats.org/officeDocument/2006/relationships" xmlns:p="http://schemas.openxmlformats.org/presentationml/2006/main">
  <p:tag name="KSO_WM_UNIT_COLOR_SCHEME_SHAPE_ID" val="34"/>
  <p:tag name="KSO_WM_UNIT_COLOR_SCHEME_PARENT_PAGE" val="0_2"/>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5_1"/>
  <p:tag name="KSO_WM_UNIT_ID" val="diagram20196507_4*l_h_i*1_5_1"/>
  <p:tag name="KSO_WM_TEMPLATE_CATEGORY" val="diagram"/>
  <p:tag name="KSO_WM_TEMPLATE_INDEX" val="20196507"/>
  <p:tag name="KSO_WM_UNIT_LAYERLEVEL" val="1_1_1"/>
  <p:tag name="KSO_WM_TAG_VERSION" val="1.0"/>
  <p:tag name="KSO_WM_BEAUTIFY_FLAG" val="#wm#"/>
  <p:tag name="KSO_WM_UNIT_LINE_FORE_SCHEMECOLOR_INDEX" val="15"/>
  <p:tag name="KSO_WM_UNIT_LINE_FILL_TYPE" val="2"/>
  <p:tag name="KSO_WM_UNIT_USESOURCEFORMAT_APPLY" val="1"/>
</p:tagLst>
</file>

<file path=ppt/tags/tag1929.xml><?xml version="1.0" encoding="utf-8"?>
<p:tagLst xmlns:a="http://schemas.openxmlformats.org/drawingml/2006/main" xmlns:r="http://schemas.openxmlformats.org/officeDocument/2006/relationships" xmlns:p="http://schemas.openxmlformats.org/presentationml/2006/main">
  <p:tag name="KSO_WM_UNIT_COLOR_SCHEME_SHAPE_ID" val="35"/>
  <p:tag name="KSO_WM_UNIT_COLOR_SCHEME_PARENT_PAGE" val="0_2"/>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5_2"/>
  <p:tag name="KSO_WM_UNIT_ID" val="diagram20196507_4*l_h_i*1_5_2"/>
  <p:tag name="KSO_WM_TEMPLATE_CATEGORY" val="diagram"/>
  <p:tag name="KSO_WM_TEMPLATE_INDEX" val="20196507"/>
  <p:tag name="KSO_WM_UNIT_LAYERLEVEL" val="1_1_1"/>
  <p:tag name="KSO_WM_TAG_VERSION" val="1.0"/>
  <p:tag name="KSO_WM_BEAUTIFY_FLAG" val="#wm#"/>
  <p:tag name="KSO_WM_UNIT_LINE_FORE_SCHEMECOLOR_INDEX" val="15"/>
  <p:tag name="KSO_WM_UNIT_LINE_FILL_TYPE" val="2"/>
  <p:tag name="KSO_WM_UNIT_USESOURCEFORMAT_APPLY" val="1"/>
</p:tagLst>
</file>

<file path=ppt/tags/tag1930.xml><?xml version="1.0" encoding="utf-8"?>
<p:tagLst xmlns:a="http://schemas.openxmlformats.org/drawingml/2006/main" xmlns:r="http://schemas.openxmlformats.org/officeDocument/2006/relationships" xmlns:p="http://schemas.openxmlformats.org/presentationml/2006/main">
  <p:tag name="KSO_WM_UNIT_TEXT_PART_ID_V2" val="d-1-1"/>
  <p:tag name="KSO_WM_UNIT_COLOR_SCHEME_SHAPE_ID" val="33"/>
  <p:tag name="KSO_WM_UNIT_COLOR_SCHEME_PARENT_PAGE" val="0_2"/>
  <p:tag name="KSO_WM_UNIT_DIAGRAM_MODELTYPE" val="stripeEnum"/>
  <p:tag name="KSO_WM_UNIT_PRESET_TEXT" val="单击此处添加文本具体内容，简明扼要的阐述您的观点。"/>
  <p:tag name="KSO_WM_UNIT_NOCLEAR" val="0"/>
  <p:tag name="KSO_WM_UNIT_VALUE" val="65"/>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20196507_4*l_h_f*1_5_1"/>
  <p:tag name="KSO_WM_TEMPLATE_CATEGORY" val="diagram"/>
  <p:tag name="KSO_WM_TEMPLATE_INDEX" val="20196507"/>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931.xml><?xml version="1.0" encoding="utf-8"?>
<p:tagLst xmlns:a="http://schemas.openxmlformats.org/drawingml/2006/main" xmlns:r="http://schemas.openxmlformats.org/officeDocument/2006/relationships" xmlns:p="http://schemas.openxmlformats.org/presentationml/2006/main">
  <p:tag name="KSO_WM_UNIT_COLOR_SCHEME_SHAPE_ID" val="30"/>
  <p:tag name="KSO_WM_UNIT_COLOR_SCHEME_PARENT_PAGE" val="0_2"/>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5_1"/>
  <p:tag name="KSO_WM_UNIT_ID" val="diagram20196507_4*l_h_i*1_5_1"/>
  <p:tag name="KSO_WM_TEMPLATE_CATEGORY" val="diagram"/>
  <p:tag name="KSO_WM_TEMPLATE_INDEX" val="20196507"/>
  <p:tag name="KSO_WM_UNIT_LAYERLEVEL" val="1_1_1"/>
  <p:tag name="KSO_WM_TAG_VERSION" val="1.0"/>
  <p:tag name="KSO_WM_BEAUTIFY_FLAG" val="#wm#"/>
  <p:tag name="KSO_WM_UNIT_TEXT_FILL_FORE_SCHEMECOLOR_INDEX" val="15"/>
  <p:tag name="KSO_WM_UNIT_TEXT_FILL_TYPE" val="1"/>
  <p:tag name="KSO_WM_UNIT_USESOURCEFORMAT_APPLY" val="1"/>
</p:tagLst>
</file>

<file path=ppt/tags/tag193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96511"/>
  <p:tag name="KSO_WM_SLIDE_COLORSCHEME_VERSION" val="3.2"/>
  <p:tag name="KSO_WM_SLIDE_ID" val="diagram20196511_1"/>
  <p:tag name="KSO_WM_TEMPLATE_SUBCATEGORY" val="0"/>
  <p:tag name="KSO_WM_TEMPLATE_MASTER_TYPE" val="0"/>
  <p:tag name="KSO_WM_TEMPLATE_COLOR_TYPE" val="1"/>
  <p:tag name="KSO_WM_SLIDE_TYPE" val="text"/>
  <p:tag name="KSO_WM_SLIDE_SUBTYPE" val="diag"/>
  <p:tag name="KSO_WM_SLIDE_ITEM_CNT" val="2"/>
  <p:tag name="KSO_WM_SLIDE_INDEX" val="1"/>
  <p:tag name="KSO_WM_SLIDE_SIZE" val="851.35*252.95"/>
  <p:tag name="KSO_WM_SLIDE_POSITION" val="54.3*172.5"/>
  <p:tag name="KSO_WM_DIAGRAM_GROUP_CODE" val="l1-1"/>
  <p:tag name="KSO_WM_SLIDE_DIAGTYPE" val="l"/>
  <p:tag name="KSO_WM_TAG_VERSION" val="1.0"/>
  <p:tag name="KSO_WM_SLIDE_LAYOUT" val="a_l"/>
  <p:tag name="KSO_WM_SLIDE_LAYOUT_CNT" val="1_1"/>
</p:tagLst>
</file>

<file path=ppt/tags/tag1933.xml><?xml version="1.0" encoding="utf-8"?>
<p:tagLst xmlns:a="http://schemas.openxmlformats.org/drawingml/2006/main" xmlns:r="http://schemas.openxmlformats.org/officeDocument/2006/relationships" xmlns:p="http://schemas.openxmlformats.org/presentationml/2006/main">
  <p:tag name="KSO_WM_UNIT_LARGE_SHAPE" val="1"/>
  <p:tag name="KSO_WM_UNIT_COLOR_SCHEME_SHAPE_ID" val="56"/>
  <p:tag name="KSO_WM_UNIT_COLOR_SCHEME_PARENT_PAGE" val="0_1"/>
  <p:tag name="KSO_WM_UNIT_HIGHLIGHT" val="0"/>
  <p:tag name="KSO_WM_UNIT_COMPATIBLE" val="0"/>
  <p:tag name="KSO_WM_UNIT_DIAGRAM_ISNUMVISUAL" val="0"/>
  <p:tag name="KSO_WM_UNIT_DIAGRAM_ISREFERUNIT" val="0"/>
  <p:tag name="KSO_WM_DIAGRAM_GROUP_CODE" val="l1-1"/>
  <p:tag name="KSO_WM_UNIT_TYPE" val="i"/>
  <p:tag name="KSO_WM_UNIT_INDEX" val="3"/>
  <p:tag name="KSO_WM_UNIT_ID" val="diagram20196511_1*i*3"/>
  <p:tag name="KSO_WM_TEMPLATE_CATEGORY" val="diagram"/>
  <p:tag name="KSO_WM_TEMPLATE_INDEX" val="20196511"/>
  <p:tag name="KSO_WM_UNIT_LAYERLEVEL" val="1"/>
  <p:tag name="KSO_WM_TAG_VERSION" val="1.0"/>
  <p:tag name="KSO_WM_BEAUTIFY_FLAG" val="#wm#"/>
  <p:tag name="KSO_WM_UNIT_FILL_FORE_SCHEMECOLOR_INDEX" val="16"/>
  <p:tag name="KSO_WM_UNIT_FILL_TYPE" val="1"/>
  <p:tag name="KSO_WM_UNIT_TEXT_FILL_FORE_SCHEMECOLOR_INDEX" val="2"/>
  <p:tag name="KSO_WM_UNIT_TEXT_FILL_TYPE" val="1"/>
  <p:tag name="KSO_WM_UNIT_USESOURCEFORMAT_APPLY" val="1"/>
</p:tagLst>
</file>

<file path=ppt/tags/tag1934.xml><?xml version="1.0" encoding="utf-8"?>
<p:tagLst xmlns:a="http://schemas.openxmlformats.org/drawingml/2006/main" xmlns:r="http://schemas.openxmlformats.org/officeDocument/2006/relationships" xmlns:p="http://schemas.openxmlformats.org/presentationml/2006/main">
  <p:tag name="KSO_WM_UNIT_COLOR_SCHEME_SHAPE_ID" val="43"/>
  <p:tag name="KSO_WM_UNIT_COLOR_SCHEME_PARENT_PAGE" val="0_1"/>
  <p:tag name="KSO_WM_UNIT_FOIL_COLOR" val="1"/>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b"/>
  <p:tag name="KSO_WM_UNIT_TYPE" val="l_h_i"/>
  <p:tag name="KSO_WM_UNIT_INDEX" val="1_2_1"/>
  <p:tag name="KSO_WM_UNIT_ID" val="diagram20196511_1*l_h_i*1_2_1"/>
  <p:tag name="KSO_WM_TEMPLATE_CATEGORY" val="diagram"/>
  <p:tag name="KSO_WM_TEMPLATE_INDEX" val="20196511"/>
  <p:tag name="KSO_WM_UNIT_LAYERLEVEL" val="1_1_1"/>
  <p:tag name="KSO_WM_TAG_VERSION" val="1.0"/>
  <p:tag name="KSO_WM_BEAUTIFY_FLAG" val="#wm#"/>
  <p:tag name="KSO_WM_UNIT_FILL_FORE_SCHEMECOLOR_INDEX" val="14"/>
  <p:tag name="KSO_WM_UNIT_FILL_TYPE" val="1"/>
  <p:tag name="KSO_WM_UNIT_SHADOW_SCHEMECOLOR_INDEX" val="13"/>
  <p:tag name="KSO_WM_UNIT_TEXT_FILL_FORE_SCHEMECOLOR_INDEX" val="14"/>
  <p:tag name="KSO_WM_UNIT_TEXT_FILL_TYPE" val="1"/>
  <p:tag name="KSO_WM_UNIT_USESOURCEFORMAT_APPLY" val="1"/>
</p:tagLst>
</file>

<file path=ppt/tags/tag1935.xml><?xml version="1.0" encoding="utf-8"?>
<p:tagLst xmlns:a="http://schemas.openxmlformats.org/drawingml/2006/main" xmlns:r="http://schemas.openxmlformats.org/officeDocument/2006/relationships" xmlns:p="http://schemas.openxmlformats.org/presentationml/2006/main">
  <p:tag name="KSO_WM_UNIT_COLOR_SCHEME_SHAPE_ID" val="44"/>
  <p:tag name="KSO_WM_UNIT_COLOR_SCHEME_PARENT_PAGE" val="0_1"/>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e"/>
  <p:tag name="KSO_WM_UNIT_TYPE" val="l_h_i"/>
  <p:tag name="KSO_WM_UNIT_INDEX" val="1_2_1"/>
  <p:tag name="KSO_WM_UNIT_ID" val="diagram20196511_1*l_h_i*1_2_1"/>
  <p:tag name="KSO_WM_TEMPLATE_CATEGORY" val="diagram"/>
  <p:tag name="KSO_WM_TEMPLATE_INDEX" val="20196511"/>
  <p:tag name="KSO_WM_UNIT_LAYERLEVEL" val="1_1_1"/>
  <p:tag name="KSO_WM_TAG_VERSION" val="1.0"/>
  <p:tag name="KSO_WM_BEAUTIFY_FLAG" val="#wm#"/>
  <p:tag name="KSO_WM_UNIT_FILL_FORE_SCHEMECOLOR_INDEX" val="15"/>
  <p:tag name="KSO_WM_UNIT_FILL_TYPE" val="1"/>
  <p:tag name="KSO_WM_UNIT_TEXT_FILL_FORE_SCHEMECOLOR_INDEX" val="14"/>
  <p:tag name="KSO_WM_UNIT_TEXT_FILL_TYPE" val="1"/>
  <p:tag name="KSO_WM_UNIT_USESOURCEFORMAT_APPLY" val="1"/>
</p:tagLst>
</file>

<file path=ppt/tags/tag1936.xml><?xml version="1.0" encoding="utf-8"?>
<p:tagLst xmlns:a="http://schemas.openxmlformats.org/drawingml/2006/main" xmlns:r="http://schemas.openxmlformats.org/officeDocument/2006/relationships" xmlns:p="http://schemas.openxmlformats.org/presentationml/2006/main">
  <p:tag name="KSO_WM_UNIT_TEXT_PART_ID_V2" val="c-3-1"/>
  <p:tag name="KSO_WM_UNIT_COLOR_SCHEME_SHAPE_ID" val="51"/>
  <p:tag name="KSO_WM_UNIT_COLOR_SCHEME_PARENT_PAGE" val="0_1"/>
  <p:tag name="KSO_WM_UNIT_DIAGRAM_MODELTYPE" val="stripeEnum"/>
  <p:tag name="KSO_WM_UNIT_ISCONTENTSTITLE" val="0"/>
  <p:tag name="KSO_WM_UNIT_PRESET_TEXT" val="单击此处添加小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196511_1*l_h_a*1_2_1"/>
  <p:tag name="KSO_WM_TEMPLATE_CATEGORY" val="diagram"/>
  <p:tag name="KSO_WM_TEMPLATE_INDEX" val="20196511"/>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937.xml><?xml version="1.0" encoding="utf-8"?>
<p:tagLst xmlns:a="http://schemas.openxmlformats.org/drawingml/2006/main" xmlns:r="http://schemas.openxmlformats.org/officeDocument/2006/relationships" xmlns:p="http://schemas.openxmlformats.org/presentationml/2006/main">
  <p:tag name="KSO_WM_UNIT_COLOR_SCHEME_SHAPE_ID" val="47"/>
  <p:tag name="KSO_WM_UNIT_COLOR_SCHEME_PARENT_PAGE" val="0_1"/>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196511_1*l_h_i*1_2_1"/>
  <p:tag name="KSO_WM_TEMPLATE_CATEGORY" val="diagram"/>
  <p:tag name="KSO_WM_TEMPLATE_INDEX" val="20196511"/>
  <p:tag name="KSO_WM_UNIT_LAYERLEVEL" val="1_1_1"/>
  <p:tag name="KSO_WM_TAG_VERSION" val="1.0"/>
  <p:tag name="KSO_WM_BEAUTIFY_FLAG" val="#wm#"/>
  <p:tag name="KSO_WM_UNIT_TEXT_FILL_FORE_SCHEMECOLOR_INDEX" val="14"/>
  <p:tag name="KSO_WM_UNIT_TEXT_FILL_TYPE" val="1"/>
  <p:tag name="KSO_WM_UNIT_USESOURCEFORMAT_APPLY" val="1"/>
</p:tagLst>
</file>

<file path=ppt/tags/tag1938.xml><?xml version="1.0" encoding="utf-8"?>
<p:tagLst xmlns:a="http://schemas.openxmlformats.org/drawingml/2006/main" xmlns:r="http://schemas.openxmlformats.org/officeDocument/2006/relationships" xmlns:p="http://schemas.openxmlformats.org/presentationml/2006/main">
  <p:tag name="KSO_WM_UNIT_COLOR_SCHEME_SHAPE_ID" val="53"/>
  <p:tag name="KSO_WM_UNIT_COLOR_SCHEME_PARENT_PAGE" val="0_1"/>
  <p:tag name="KSO_WM_UNIT_FOIL_COLOR" val="1"/>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b"/>
  <p:tag name="KSO_WM_UNIT_TYPE" val="l_h_i"/>
  <p:tag name="KSO_WM_UNIT_INDEX" val="1_1_1"/>
  <p:tag name="KSO_WM_UNIT_ID" val="diagram20196511_1*l_h_i*1_1_1"/>
  <p:tag name="KSO_WM_TEMPLATE_CATEGORY" val="diagram"/>
  <p:tag name="KSO_WM_TEMPLATE_INDEX" val="20196511"/>
  <p:tag name="KSO_WM_UNIT_LAYERLEVEL" val="1_1_1"/>
  <p:tag name="KSO_WM_TAG_VERSION" val="1.0"/>
  <p:tag name="KSO_WM_BEAUTIFY_FLAG" val="#wm#"/>
  <p:tag name="KSO_WM_UNIT_FILL_FORE_SCHEMECOLOR_INDEX" val="14"/>
  <p:tag name="KSO_WM_UNIT_FILL_TYPE" val="1"/>
  <p:tag name="KSO_WM_UNIT_SHADOW_SCHEMECOLOR_INDEX" val="13"/>
  <p:tag name="KSO_WM_UNIT_TEXT_FILL_FORE_SCHEMECOLOR_INDEX" val="14"/>
  <p:tag name="KSO_WM_UNIT_TEXT_FILL_TYPE" val="1"/>
  <p:tag name="KSO_WM_UNIT_USESOURCEFORMAT_APPLY" val="1"/>
</p:tagLst>
</file>

<file path=ppt/tags/tag1939.xml><?xml version="1.0" encoding="utf-8"?>
<p:tagLst xmlns:a="http://schemas.openxmlformats.org/drawingml/2006/main" xmlns:r="http://schemas.openxmlformats.org/officeDocument/2006/relationships" xmlns:p="http://schemas.openxmlformats.org/presentationml/2006/main">
  <p:tag name="KSO_WM_UNIT_COLOR_SCHEME_SHAPE_ID" val="54"/>
  <p:tag name="KSO_WM_UNIT_COLOR_SCHEME_PARENT_PAGE" val="0_1"/>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e"/>
  <p:tag name="KSO_WM_UNIT_TYPE" val="l_h_i"/>
  <p:tag name="KSO_WM_UNIT_INDEX" val="1_1_1"/>
  <p:tag name="KSO_WM_UNIT_ID" val="diagram20196511_1*l_h_i*1_1_1"/>
  <p:tag name="KSO_WM_TEMPLATE_CATEGORY" val="diagram"/>
  <p:tag name="KSO_WM_TEMPLATE_INDEX" val="20196511"/>
  <p:tag name="KSO_WM_UNIT_LAYERLEVEL" val="1_1_1"/>
  <p:tag name="KSO_WM_TAG_VERSION" val="1.0"/>
  <p:tag name="KSO_WM_BEAUTIFY_FLAG" val="#wm#"/>
  <p:tag name="KSO_WM_UNIT_FILL_FORE_SCHEMECOLOR_INDEX" val="15"/>
  <p:tag name="KSO_WM_UNIT_FILL_TYPE" val="1"/>
  <p:tag name="KSO_WM_UNIT_TEXT_FILL_FORE_SCHEMECOLOR_INDEX" val="14"/>
  <p:tag name="KSO_WM_UNIT_TEXT_FILL_TYPE" val="1"/>
  <p:tag name="KSO_WM_UNIT_USESOURCEFORMAT_APPLY" val="1"/>
</p:tagLst>
</file>

<file path=ppt/tags/tag1940.xml><?xml version="1.0" encoding="utf-8"?>
<p:tagLst xmlns:a="http://schemas.openxmlformats.org/drawingml/2006/main" xmlns:r="http://schemas.openxmlformats.org/officeDocument/2006/relationships" xmlns:p="http://schemas.openxmlformats.org/presentationml/2006/main">
  <p:tag name="KSO_WM_UNIT_TEXT_PART_ID_V2" val="c-3-1"/>
  <p:tag name="KSO_WM_UNIT_COLOR_SCHEME_SHAPE_ID" val="60"/>
  <p:tag name="KSO_WM_UNIT_COLOR_SCHEME_PARENT_PAGE" val="0_1"/>
  <p:tag name="KSO_WM_UNIT_DIAGRAM_MODELTYPE" val="stripeEnum"/>
  <p:tag name="KSO_WM_UNIT_ISCONTENTSTITLE" val="0"/>
  <p:tag name="KSO_WM_UNIT_PRESET_TEXT" val="单击此处添加小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196511_1*l_h_a*1_1_1"/>
  <p:tag name="KSO_WM_TEMPLATE_CATEGORY" val="diagram"/>
  <p:tag name="KSO_WM_TEMPLATE_INDEX" val="20196511"/>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941.xml><?xml version="1.0" encoding="utf-8"?>
<p:tagLst xmlns:a="http://schemas.openxmlformats.org/drawingml/2006/main" xmlns:r="http://schemas.openxmlformats.org/officeDocument/2006/relationships" xmlns:p="http://schemas.openxmlformats.org/presentationml/2006/main">
  <p:tag name="KSO_WM_UNIT_COLOR_SCHEME_SHAPE_ID" val="58"/>
  <p:tag name="KSO_WM_UNIT_COLOR_SCHEME_PARENT_PAGE" val="0_1"/>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196511_1*l_h_i*1_1_1"/>
  <p:tag name="KSO_WM_TEMPLATE_CATEGORY" val="diagram"/>
  <p:tag name="KSO_WM_TEMPLATE_INDEX" val="20196511"/>
  <p:tag name="KSO_WM_UNIT_LAYERLEVEL" val="1_1_1"/>
  <p:tag name="KSO_WM_TAG_VERSION" val="1.0"/>
  <p:tag name="KSO_WM_BEAUTIFY_FLAG" val="#wm#"/>
  <p:tag name="KSO_WM_UNIT_TEXT_FILL_FORE_SCHEMECOLOR_INDEX" val="14"/>
  <p:tag name="KSO_WM_UNIT_TEXT_FILL_TYPE" val="1"/>
  <p:tag name="KSO_WM_UNIT_USESOURCEFORMAT_APPLY" val="1"/>
</p:tagLst>
</file>

<file path=ppt/tags/tag1942.xml><?xml version="1.0" encoding="utf-8"?>
<p:tagLst xmlns:a="http://schemas.openxmlformats.org/drawingml/2006/main" xmlns:r="http://schemas.openxmlformats.org/officeDocument/2006/relationships" xmlns:p="http://schemas.openxmlformats.org/presentationml/2006/main">
  <p:tag name="KSO_WM_UNIT_TEXT_PART_ID_V2" val="a-4-1"/>
  <p:tag name="KSO_WM_UNIT_COLOR_SCHEME_SHAPE_ID" val="68"/>
  <p:tag name="KSO_WM_UNIT_COLOR_SCHEME_PARENT_PAGE" val="0_1"/>
  <p:tag name="KSO_WM_UNIT_ISCONTENTSTITLE" val="0"/>
  <p:tag name="KSO_WM_UNIT_PRESET_TEXT" val="单击此处可添加您的大标题内容"/>
  <p:tag name="KSO_WM_UNIT_NOCLEAR" val="0"/>
  <p:tag name="KSO_WM_UNIT_VALUE" val="25"/>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196511_1*a*1"/>
  <p:tag name="KSO_WM_TEMPLATE_CATEGORY" val="diagram"/>
  <p:tag name="KSO_WM_TEMPLATE_INDEX" val="20196511"/>
  <p:tag name="KSO_WM_UNIT_LAYERLEVEL" val="1"/>
  <p:tag name="KSO_WM_TAG_VERSION" val="1.0"/>
  <p:tag name="KSO_WM_BEAUTIFY_FLAG" val="#wm#"/>
  <p:tag name="KSO_WM_UNIT_TEXT_FILL_FORE_SCHEMECOLOR_INDEX" val="13"/>
  <p:tag name="KSO_WM_UNIT_TEXT_FILL_TYPE" val="1"/>
  <p:tag name="KSO_WM_UNIT_USESOURCEFORMAT_APPLY" val="1"/>
</p:tagLst>
</file>

<file path=ppt/tags/tag1943.xml><?xml version="1.0" encoding="utf-8"?>
<p:tagLst xmlns:a="http://schemas.openxmlformats.org/drawingml/2006/main" xmlns:r="http://schemas.openxmlformats.org/officeDocument/2006/relationships" xmlns:p="http://schemas.openxmlformats.org/presentationml/2006/main">
  <p:tag name="KSO_WM_UNIT_COLOR_SCHEME_SHAPE_ID" val="70"/>
  <p:tag name="KSO_WM_UNIT_COLOR_SCHEME_PARENT_PAGE" val="0_1"/>
  <p:tag name="KSO_WM_UNIT_DECOLORIZATION" val="1"/>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diagram20196511_1*i*1"/>
  <p:tag name="KSO_WM_TEMPLATE_CATEGORY" val="diagram"/>
  <p:tag name="KSO_WM_TEMPLATE_INDEX" val="20196511"/>
  <p:tag name="KSO_WM_UNIT_LAYERLEVEL" val="1"/>
  <p:tag name="KSO_WM_TAG_VERSION" val="1.0"/>
  <p:tag name="KSO_WM_BEAUTIFY_FLAG" val="#wm#"/>
  <p:tag name="KSO_WM_UNIT_FILL_FORE_SCHEMECOLOR_INDEX" val="16"/>
  <p:tag name="KSO_WM_UNIT_FILL_TYPE" val="1"/>
  <p:tag name="KSO_WM_UNIT_TEXT_FILL_FORE_SCHEMECOLOR_INDEX" val="2"/>
  <p:tag name="KSO_WM_UNIT_TEXT_FILL_TYPE" val="1"/>
  <p:tag name="KSO_WM_UNIT_USESOURCEFORMAT_APPLY" val="1"/>
</p:tagLst>
</file>

<file path=ppt/tags/tag1944.xml><?xml version="1.0" encoding="utf-8"?>
<p:tagLst xmlns:a="http://schemas.openxmlformats.org/drawingml/2006/main" xmlns:r="http://schemas.openxmlformats.org/officeDocument/2006/relationships" xmlns:p="http://schemas.openxmlformats.org/presentationml/2006/main">
  <p:tag name="KSO_WM_UNIT_COLOR_SCHEME_SHAPE_ID" val="71"/>
  <p:tag name="KSO_WM_UNIT_COLOR_SCHEME_PARENT_PAGE" val="0_1"/>
  <p:tag name="KSO_WM_UNIT_DECOLORIZATION" val="1"/>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diagram20196511_1*i*2"/>
  <p:tag name="KSO_WM_TEMPLATE_CATEGORY" val="diagram"/>
  <p:tag name="KSO_WM_TEMPLATE_INDEX" val="20196511"/>
  <p:tag name="KSO_WM_UNIT_LAYERLEVEL" val="1"/>
  <p:tag name="KSO_WM_TAG_VERSION" val="1.0"/>
  <p:tag name="KSO_WM_BEAUTIFY_FLAG" val="#wm#"/>
  <p:tag name="KSO_WM_UNIT_FILL_FORE_SCHEMECOLOR_INDEX" val="16"/>
  <p:tag name="KSO_WM_UNIT_FILL_TYPE" val="1"/>
  <p:tag name="KSO_WM_UNIT_TEXT_FILL_FORE_SCHEMECOLOR_INDEX" val="2"/>
  <p:tag name="KSO_WM_UNIT_TEXT_FILL_TYPE" val="1"/>
  <p:tag name="KSO_WM_UNIT_USESOURCEFORMAT_APPLY" val="1"/>
</p:tagLst>
</file>

<file path=ppt/tags/tag1945.xml><?xml version="1.0" encoding="utf-8"?>
<p:tagLst xmlns:a="http://schemas.openxmlformats.org/drawingml/2006/main" xmlns:r="http://schemas.openxmlformats.org/officeDocument/2006/relationships" xmlns:p="http://schemas.openxmlformats.org/presentationml/2006/main">
  <p:tag name="KSO_WM_UNIT_TEXT_PART_ID_V2" val="d-3-1"/>
  <p:tag name="KSO_WM_UNIT_COLOR_SCHEME_SHAPE_ID" val="50"/>
  <p:tag name="KSO_WM_UNIT_COLOR_SCHEME_PARENT_PAGE" val="0_1"/>
  <p:tag name="KSO_WM_UNIT_DIAGRAM_MODELTYPE" val="stripeEnum"/>
  <p:tag name="KSO_WM_UNIT_PRESET_TEXT" val="点击此处添加正文文字，文字是您思想的提炼，请尽可能言简意赅的阐述您的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196511_1*l_h_f*1_2_1"/>
  <p:tag name="KSO_WM_TEMPLATE_CATEGORY" val="diagram"/>
  <p:tag name="KSO_WM_TEMPLATE_INDEX" val="20196511"/>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946.xml><?xml version="1.0" encoding="utf-8"?>
<p:tagLst xmlns:a="http://schemas.openxmlformats.org/drawingml/2006/main" xmlns:r="http://schemas.openxmlformats.org/officeDocument/2006/relationships" xmlns:p="http://schemas.openxmlformats.org/presentationml/2006/main">
  <p:tag name="KSO_WM_UNIT_TEXT_PART_ID_V2" val="d-3-1"/>
  <p:tag name="KSO_WM_UNIT_COLOR_SCHEME_SHAPE_ID" val="50"/>
  <p:tag name="KSO_WM_UNIT_COLOR_SCHEME_PARENT_PAGE" val="0_1"/>
  <p:tag name="KSO_WM_UNIT_DIAGRAM_MODELTYPE" val="stripeEnum"/>
  <p:tag name="KSO_WM_UNIT_PRESET_TEXT" val="点击此处添加正文文字，文字是您思想的提炼，请尽可能言简意赅的阐述您的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196511_1*l_h_f*1_2_1"/>
  <p:tag name="KSO_WM_TEMPLATE_CATEGORY" val="diagram"/>
  <p:tag name="KSO_WM_TEMPLATE_INDEX" val="20196511"/>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947.xml><?xml version="1.0" encoding="utf-8"?>
<p:tagLst xmlns:a="http://schemas.openxmlformats.org/drawingml/2006/main" xmlns:r="http://schemas.openxmlformats.org/officeDocument/2006/relationships" xmlns:p="http://schemas.openxmlformats.org/presentationml/2006/main">
  <p:tag name="KSO_WM_UNIT_TEXT_PART_ID_V2" val="d-3-1"/>
  <p:tag name="KSO_WM_UNIT_COLOR_SCHEME_SHAPE_ID" val="50"/>
  <p:tag name="KSO_WM_UNIT_COLOR_SCHEME_PARENT_PAGE" val="0_1"/>
  <p:tag name="KSO_WM_UNIT_DIAGRAM_MODELTYPE" val="stripeEnum"/>
  <p:tag name="KSO_WM_UNIT_PRESET_TEXT" val="点击此处添加正文文字，文字是您思想的提炼，请尽可能言简意赅的阐述您的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196511_1*l_h_f*1_2_1"/>
  <p:tag name="KSO_WM_TEMPLATE_CATEGORY" val="diagram"/>
  <p:tag name="KSO_WM_TEMPLATE_INDEX" val="20196511"/>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948.xml><?xml version="1.0" encoding="utf-8"?>
<p:tagLst xmlns:a="http://schemas.openxmlformats.org/drawingml/2006/main" xmlns:r="http://schemas.openxmlformats.org/officeDocument/2006/relationships" xmlns:p="http://schemas.openxmlformats.org/presentationml/2006/main">
  <p:tag name="KSO_WM_UNIT_TEXT_PART_ID_V2" val="d-3-1"/>
  <p:tag name="KSO_WM_UNIT_COLOR_SCHEME_SHAPE_ID" val="50"/>
  <p:tag name="KSO_WM_UNIT_COLOR_SCHEME_PARENT_PAGE" val="0_1"/>
  <p:tag name="KSO_WM_UNIT_DIAGRAM_MODELTYPE" val="stripeEnum"/>
  <p:tag name="KSO_WM_UNIT_PRESET_TEXT" val="点击此处添加正文文字，文字是您思想的提炼，请尽可能言简意赅的阐述您的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196511_1*l_h_f*1_2_1"/>
  <p:tag name="KSO_WM_TEMPLATE_CATEGORY" val="diagram"/>
  <p:tag name="KSO_WM_TEMPLATE_INDEX" val="20196511"/>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94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194755"/>
  <p:tag name="KSO_WM_SLIDE_COLORSCHEME_VERSION" val="3.2"/>
  <p:tag name="KSO_WM_SLIDE_ID" val="diagram20194755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19*457"/>
  <p:tag name="KSO_WM_SLIDE_POSITION" val="26*50"/>
  <p:tag name="KSO_WM_TAG_VERSION" val="1.0"/>
  <p:tag name="KSO_WM_SLIDE_LAYOUT" val="a_f"/>
  <p:tag name="KSO_WM_SLIDE_LAYOUT_CNT" val="1_1"/>
  <p:tag name="KSO_WM_SLIDE_BK_DARK_LIGHT" val="2"/>
  <p:tag name="KSO_WM_SLIDE_BACKGROUND_TYPE" val="general"/>
</p:tagLst>
</file>

<file path=ppt/tags/tag1950.xml><?xml version="1.0" encoding="utf-8"?>
<p:tagLst xmlns:a="http://schemas.openxmlformats.org/drawingml/2006/main" xmlns:r="http://schemas.openxmlformats.org/officeDocument/2006/relationships" xmlns:p="http://schemas.openxmlformats.org/presentationml/2006/main">
  <p:tag name="KSO_WM_UNIT_COLOR_SCHEME_SHAPE_ID" val="16"/>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1"/>
  <p:tag name="KSO_WM_UNIT_ID" val="diagram20194755_1*i*1"/>
  <p:tag name="KSO_WM_TEMPLATE_CATEGORY" val="diagram"/>
  <p:tag name="KSO_WM_TEMPLATE_INDEX" val="20194755"/>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14"/>
  <p:tag name="KSO_WM_UNIT_TEXT_FILL_TYPE" val="1"/>
</p:tagLst>
</file>

<file path=ppt/tags/tag1951.xml><?xml version="1.0" encoding="utf-8"?>
<p:tagLst xmlns:a="http://schemas.openxmlformats.org/drawingml/2006/main" xmlns:r="http://schemas.openxmlformats.org/officeDocument/2006/relationships" xmlns:p="http://schemas.openxmlformats.org/presentationml/2006/main">
  <p:tag name="KSO_WM_UNIT_COLOR_SCHEME_SHAPE_ID" val="17"/>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2"/>
  <p:tag name="KSO_WM_UNIT_ID" val="diagram20194755_1*i*2"/>
  <p:tag name="KSO_WM_TEMPLATE_CATEGORY" val="diagram"/>
  <p:tag name="KSO_WM_TEMPLATE_INDEX" val="20194755"/>
  <p:tag name="KSO_WM_UNIT_LAYERLEVEL" val="1"/>
  <p:tag name="KSO_WM_TAG_VERSION" val="1.0"/>
  <p:tag name="KSO_WM_BEAUTIFY_FLAG" val="#wm#"/>
  <p:tag name="KSO_WM_UNIT_FILL_FORE_SCHEMECOLOR_INDEX_BRIGHTNESS" val="0"/>
  <p:tag name="KSO_WM_UNIT_FILL_FORE_SCHEMECOLOR_INDEX" val="14"/>
  <p:tag name="KSO_WM_UNIT_FILL_TYPE" val="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4"/>
  <p:tag name="KSO_WM_UNIT_TEXT_FILL_TYPE" val="1"/>
</p:tagLst>
</file>

<file path=ppt/tags/tag1952.xml><?xml version="1.0" encoding="utf-8"?>
<p:tagLst xmlns:a="http://schemas.openxmlformats.org/drawingml/2006/main" xmlns:r="http://schemas.openxmlformats.org/officeDocument/2006/relationships" xmlns:p="http://schemas.openxmlformats.org/presentationml/2006/main">
  <p:tag name="KSO_WM_UNIT_COLOR_SCHEME_SHAPE_ID" val="80"/>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4"/>
  <p:tag name="KSO_WM_UNIT_ID" val="diagram20194755_1*i*4"/>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53.xml><?xml version="1.0" encoding="utf-8"?>
<p:tagLst xmlns:a="http://schemas.openxmlformats.org/drawingml/2006/main" xmlns:r="http://schemas.openxmlformats.org/officeDocument/2006/relationships" xmlns:p="http://schemas.openxmlformats.org/presentationml/2006/main">
  <p:tag name="KSO_WM_UNIT_COLOR_SCHEME_SHAPE_ID" val="81"/>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5"/>
  <p:tag name="KSO_WM_UNIT_ID" val="diagram20194755_1*i*5"/>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54.xml><?xml version="1.0" encoding="utf-8"?>
<p:tagLst xmlns:a="http://schemas.openxmlformats.org/drawingml/2006/main" xmlns:r="http://schemas.openxmlformats.org/officeDocument/2006/relationships" xmlns:p="http://schemas.openxmlformats.org/presentationml/2006/main">
  <p:tag name="KSO_WM_UNIT_COLOR_SCHEME_SHAPE_ID" val="82"/>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6"/>
  <p:tag name="KSO_WM_UNIT_ID" val="diagram20194755_1*i*6"/>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55.xml><?xml version="1.0" encoding="utf-8"?>
<p:tagLst xmlns:a="http://schemas.openxmlformats.org/drawingml/2006/main" xmlns:r="http://schemas.openxmlformats.org/officeDocument/2006/relationships" xmlns:p="http://schemas.openxmlformats.org/presentationml/2006/main">
  <p:tag name="KSO_WM_UNIT_COLOR_SCHEME_SHAPE_ID" val="83"/>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7"/>
  <p:tag name="KSO_WM_UNIT_ID" val="diagram20194755_1*i*7"/>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56.xml><?xml version="1.0" encoding="utf-8"?>
<p:tagLst xmlns:a="http://schemas.openxmlformats.org/drawingml/2006/main" xmlns:r="http://schemas.openxmlformats.org/officeDocument/2006/relationships" xmlns:p="http://schemas.openxmlformats.org/presentationml/2006/main">
  <p:tag name="KSO_WM_UNIT_COLOR_SCHEME_SHAPE_ID" val="84"/>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8"/>
  <p:tag name="KSO_WM_UNIT_ID" val="diagram20194755_1*i*8"/>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57.xml><?xml version="1.0" encoding="utf-8"?>
<p:tagLst xmlns:a="http://schemas.openxmlformats.org/drawingml/2006/main" xmlns:r="http://schemas.openxmlformats.org/officeDocument/2006/relationships" xmlns:p="http://schemas.openxmlformats.org/presentationml/2006/main">
  <p:tag name="KSO_WM_UNIT_COLOR_SCHEME_SHAPE_ID" val="85"/>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9"/>
  <p:tag name="KSO_WM_UNIT_ID" val="diagram20194755_1*i*9"/>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58.xml><?xml version="1.0" encoding="utf-8"?>
<p:tagLst xmlns:a="http://schemas.openxmlformats.org/drawingml/2006/main" xmlns:r="http://schemas.openxmlformats.org/officeDocument/2006/relationships" xmlns:p="http://schemas.openxmlformats.org/presentationml/2006/main">
  <p:tag name="KSO_WM_UNIT_COLOR_SCHEME_SHAPE_ID" val="86"/>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10"/>
  <p:tag name="KSO_WM_UNIT_ID" val="diagram20194755_1*i*10"/>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59.xml><?xml version="1.0" encoding="utf-8"?>
<p:tagLst xmlns:a="http://schemas.openxmlformats.org/drawingml/2006/main" xmlns:r="http://schemas.openxmlformats.org/officeDocument/2006/relationships" xmlns:p="http://schemas.openxmlformats.org/presentationml/2006/main">
  <p:tag name="KSO_WM_UNIT_COLOR_SCHEME_SHAPE_ID" val="87"/>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11"/>
  <p:tag name="KSO_WM_UNIT_ID" val="diagram20194755_1*i*11"/>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60.xml><?xml version="1.0" encoding="utf-8"?>
<p:tagLst xmlns:a="http://schemas.openxmlformats.org/drawingml/2006/main" xmlns:r="http://schemas.openxmlformats.org/officeDocument/2006/relationships" xmlns:p="http://schemas.openxmlformats.org/presentationml/2006/main">
  <p:tag name="KSO_WM_UNIT_COLOR_SCHEME_SHAPE_ID" val="88"/>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12"/>
  <p:tag name="KSO_WM_UNIT_ID" val="diagram20194755_1*i*12"/>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61.xml><?xml version="1.0" encoding="utf-8"?>
<p:tagLst xmlns:a="http://schemas.openxmlformats.org/drawingml/2006/main" xmlns:r="http://schemas.openxmlformats.org/officeDocument/2006/relationships" xmlns:p="http://schemas.openxmlformats.org/presentationml/2006/main">
  <p:tag name="KSO_WM_UNIT_COLOR_SCHEME_SHAPE_ID" val="89"/>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13"/>
  <p:tag name="KSO_WM_UNIT_ID" val="diagram20194755_1*i*13"/>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62.xml><?xml version="1.0" encoding="utf-8"?>
<p:tagLst xmlns:a="http://schemas.openxmlformats.org/drawingml/2006/main" xmlns:r="http://schemas.openxmlformats.org/officeDocument/2006/relationships" xmlns:p="http://schemas.openxmlformats.org/presentationml/2006/main">
  <p:tag name="KSO_WM_UNIT_COLOR_SCHEME_SHAPE_ID" val="90"/>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14"/>
  <p:tag name="KSO_WM_UNIT_ID" val="diagram20194755_1*i*14"/>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63.xml><?xml version="1.0" encoding="utf-8"?>
<p:tagLst xmlns:a="http://schemas.openxmlformats.org/drawingml/2006/main" xmlns:r="http://schemas.openxmlformats.org/officeDocument/2006/relationships" xmlns:p="http://schemas.openxmlformats.org/presentationml/2006/main">
  <p:tag name="KSO_WM_UNIT_COLOR_SCHEME_SHAPE_ID" val="69"/>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15"/>
  <p:tag name="KSO_WM_UNIT_ID" val="diagram20194755_1*i*15"/>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64.xml><?xml version="1.0" encoding="utf-8"?>
<p:tagLst xmlns:a="http://schemas.openxmlformats.org/drawingml/2006/main" xmlns:r="http://schemas.openxmlformats.org/officeDocument/2006/relationships" xmlns:p="http://schemas.openxmlformats.org/presentationml/2006/main">
  <p:tag name="KSO_WM_UNIT_COLOR_SCHEME_SHAPE_ID" val="70"/>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16"/>
  <p:tag name="KSO_WM_UNIT_ID" val="diagram20194755_1*i*16"/>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65.xml><?xml version="1.0" encoding="utf-8"?>
<p:tagLst xmlns:a="http://schemas.openxmlformats.org/drawingml/2006/main" xmlns:r="http://schemas.openxmlformats.org/officeDocument/2006/relationships" xmlns:p="http://schemas.openxmlformats.org/presentationml/2006/main">
  <p:tag name="KSO_WM_UNIT_COLOR_SCHEME_SHAPE_ID" val="71"/>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17"/>
  <p:tag name="KSO_WM_UNIT_ID" val="diagram20194755_1*i*17"/>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66.xml><?xml version="1.0" encoding="utf-8"?>
<p:tagLst xmlns:a="http://schemas.openxmlformats.org/drawingml/2006/main" xmlns:r="http://schemas.openxmlformats.org/officeDocument/2006/relationships" xmlns:p="http://schemas.openxmlformats.org/presentationml/2006/main">
  <p:tag name="KSO_WM_UNIT_COLOR_SCHEME_SHAPE_ID" val="72"/>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18"/>
  <p:tag name="KSO_WM_UNIT_ID" val="diagram20194755_1*i*18"/>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67.xml><?xml version="1.0" encoding="utf-8"?>
<p:tagLst xmlns:a="http://schemas.openxmlformats.org/drawingml/2006/main" xmlns:r="http://schemas.openxmlformats.org/officeDocument/2006/relationships" xmlns:p="http://schemas.openxmlformats.org/presentationml/2006/main">
  <p:tag name="KSO_WM_UNIT_COLOR_SCHEME_SHAPE_ID" val="73"/>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19"/>
  <p:tag name="KSO_WM_UNIT_ID" val="diagram20194755_1*i*19"/>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68.xml><?xml version="1.0" encoding="utf-8"?>
<p:tagLst xmlns:a="http://schemas.openxmlformats.org/drawingml/2006/main" xmlns:r="http://schemas.openxmlformats.org/officeDocument/2006/relationships" xmlns:p="http://schemas.openxmlformats.org/presentationml/2006/main">
  <p:tag name="KSO_WM_UNIT_COLOR_SCHEME_SHAPE_ID" val="74"/>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20"/>
  <p:tag name="KSO_WM_UNIT_ID" val="diagram20194755_1*i*20"/>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69.xml><?xml version="1.0" encoding="utf-8"?>
<p:tagLst xmlns:a="http://schemas.openxmlformats.org/drawingml/2006/main" xmlns:r="http://schemas.openxmlformats.org/officeDocument/2006/relationships" xmlns:p="http://schemas.openxmlformats.org/presentationml/2006/main">
  <p:tag name="KSO_WM_UNIT_COLOR_SCHEME_SHAPE_ID" val="75"/>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21"/>
  <p:tag name="KSO_WM_UNIT_ID" val="diagram20194755_1*i*21"/>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70.xml><?xml version="1.0" encoding="utf-8"?>
<p:tagLst xmlns:a="http://schemas.openxmlformats.org/drawingml/2006/main" xmlns:r="http://schemas.openxmlformats.org/officeDocument/2006/relationships" xmlns:p="http://schemas.openxmlformats.org/presentationml/2006/main">
  <p:tag name="KSO_WM_UNIT_COLOR_SCHEME_SHAPE_ID" val="76"/>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22"/>
  <p:tag name="KSO_WM_UNIT_ID" val="diagram20194755_1*i*22"/>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71.xml><?xml version="1.0" encoding="utf-8"?>
<p:tagLst xmlns:a="http://schemas.openxmlformats.org/drawingml/2006/main" xmlns:r="http://schemas.openxmlformats.org/officeDocument/2006/relationships" xmlns:p="http://schemas.openxmlformats.org/presentationml/2006/main">
  <p:tag name="KSO_WM_UNIT_COLOR_SCHEME_SHAPE_ID" val="77"/>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23"/>
  <p:tag name="KSO_WM_UNIT_ID" val="diagram20194755_1*i*23"/>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72.xml><?xml version="1.0" encoding="utf-8"?>
<p:tagLst xmlns:a="http://schemas.openxmlformats.org/drawingml/2006/main" xmlns:r="http://schemas.openxmlformats.org/officeDocument/2006/relationships" xmlns:p="http://schemas.openxmlformats.org/presentationml/2006/main">
  <p:tag name="KSO_WM_UNIT_COLOR_SCHEME_SHAPE_ID" val="78"/>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24"/>
  <p:tag name="KSO_WM_UNIT_ID" val="diagram20194755_1*i*24"/>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73.xml><?xml version="1.0" encoding="utf-8"?>
<p:tagLst xmlns:a="http://schemas.openxmlformats.org/drawingml/2006/main" xmlns:r="http://schemas.openxmlformats.org/officeDocument/2006/relationships" xmlns:p="http://schemas.openxmlformats.org/presentationml/2006/main">
  <p:tag name="KSO_WM_UNIT_COLOR_SCHEME_SHAPE_ID" val="79"/>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25"/>
  <p:tag name="KSO_WM_UNIT_ID" val="diagram20194755_1*i*25"/>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74.xml><?xml version="1.0" encoding="utf-8"?>
<p:tagLst xmlns:a="http://schemas.openxmlformats.org/drawingml/2006/main" xmlns:r="http://schemas.openxmlformats.org/officeDocument/2006/relationships" xmlns:p="http://schemas.openxmlformats.org/presentationml/2006/main">
  <p:tag name="KSO_WM_UNIT_COLOR_SCHEME_SHAPE_ID" val="58"/>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26"/>
  <p:tag name="KSO_WM_UNIT_ID" val="diagram20194755_1*i*26"/>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75.xml><?xml version="1.0" encoding="utf-8"?>
<p:tagLst xmlns:a="http://schemas.openxmlformats.org/drawingml/2006/main" xmlns:r="http://schemas.openxmlformats.org/officeDocument/2006/relationships" xmlns:p="http://schemas.openxmlformats.org/presentationml/2006/main">
  <p:tag name="KSO_WM_UNIT_COLOR_SCHEME_SHAPE_ID" val="59"/>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27"/>
  <p:tag name="KSO_WM_UNIT_ID" val="diagram20194755_1*i*27"/>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76.xml><?xml version="1.0" encoding="utf-8"?>
<p:tagLst xmlns:a="http://schemas.openxmlformats.org/drawingml/2006/main" xmlns:r="http://schemas.openxmlformats.org/officeDocument/2006/relationships" xmlns:p="http://schemas.openxmlformats.org/presentationml/2006/main">
  <p:tag name="KSO_WM_UNIT_COLOR_SCHEME_SHAPE_ID" val="60"/>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28"/>
  <p:tag name="KSO_WM_UNIT_ID" val="diagram20194755_1*i*28"/>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77.xml><?xml version="1.0" encoding="utf-8"?>
<p:tagLst xmlns:a="http://schemas.openxmlformats.org/drawingml/2006/main" xmlns:r="http://schemas.openxmlformats.org/officeDocument/2006/relationships" xmlns:p="http://schemas.openxmlformats.org/presentationml/2006/main">
  <p:tag name="KSO_WM_UNIT_COLOR_SCHEME_SHAPE_ID" val="61"/>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29"/>
  <p:tag name="KSO_WM_UNIT_ID" val="diagram20194755_1*i*29"/>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78.xml><?xml version="1.0" encoding="utf-8"?>
<p:tagLst xmlns:a="http://schemas.openxmlformats.org/drawingml/2006/main" xmlns:r="http://schemas.openxmlformats.org/officeDocument/2006/relationships" xmlns:p="http://schemas.openxmlformats.org/presentationml/2006/main">
  <p:tag name="KSO_WM_UNIT_COLOR_SCHEME_SHAPE_ID" val="62"/>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30"/>
  <p:tag name="KSO_WM_UNIT_ID" val="diagram20194755_1*i*30"/>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79.xml><?xml version="1.0" encoding="utf-8"?>
<p:tagLst xmlns:a="http://schemas.openxmlformats.org/drawingml/2006/main" xmlns:r="http://schemas.openxmlformats.org/officeDocument/2006/relationships" xmlns:p="http://schemas.openxmlformats.org/presentationml/2006/main">
  <p:tag name="KSO_WM_UNIT_COLOR_SCHEME_SHAPE_ID" val="63"/>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31"/>
  <p:tag name="KSO_WM_UNIT_ID" val="diagram20194755_1*i*31"/>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80.xml><?xml version="1.0" encoding="utf-8"?>
<p:tagLst xmlns:a="http://schemas.openxmlformats.org/drawingml/2006/main" xmlns:r="http://schemas.openxmlformats.org/officeDocument/2006/relationships" xmlns:p="http://schemas.openxmlformats.org/presentationml/2006/main">
  <p:tag name="KSO_WM_UNIT_COLOR_SCHEME_SHAPE_ID" val="64"/>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32"/>
  <p:tag name="KSO_WM_UNIT_ID" val="diagram20194755_1*i*32"/>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81.xml><?xml version="1.0" encoding="utf-8"?>
<p:tagLst xmlns:a="http://schemas.openxmlformats.org/drawingml/2006/main" xmlns:r="http://schemas.openxmlformats.org/officeDocument/2006/relationships" xmlns:p="http://schemas.openxmlformats.org/presentationml/2006/main">
  <p:tag name="KSO_WM_UNIT_COLOR_SCHEME_SHAPE_ID" val="65"/>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33"/>
  <p:tag name="KSO_WM_UNIT_ID" val="diagram20194755_1*i*33"/>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82.xml><?xml version="1.0" encoding="utf-8"?>
<p:tagLst xmlns:a="http://schemas.openxmlformats.org/drawingml/2006/main" xmlns:r="http://schemas.openxmlformats.org/officeDocument/2006/relationships" xmlns:p="http://schemas.openxmlformats.org/presentationml/2006/main">
  <p:tag name="KSO_WM_UNIT_COLOR_SCHEME_SHAPE_ID" val="66"/>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34"/>
  <p:tag name="KSO_WM_UNIT_ID" val="diagram20194755_1*i*34"/>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83.xml><?xml version="1.0" encoding="utf-8"?>
<p:tagLst xmlns:a="http://schemas.openxmlformats.org/drawingml/2006/main" xmlns:r="http://schemas.openxmlformats.org/officeDocument/2006/relationships" xmlns:p="http://schemas.openxmlformats.org/presentationml/2006/main">
  <p:tag name="KSO_WM_UNIT_COLOR_SCHEME_SHAPE_ID" val="67"/>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35"/>
  <p:tag name="KSO_WM_UNIT_ID" val="diagram20194755_1*i*35"/>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84.xml><?xml version="1.0" encoding="utf-8"?>
<p:tagLst xmlns:a="http://schemas.openxmlformats.org/drawingml/2006/main" xmlns:r="http://schemas.openxmlformats.org/officeDocument/2006/relationships" xmlns:p="http://schemas.openxmlformats.org/presentationml/2006/main">
  <p:tag name="KSO_WM_UNIT_COLOR_SCHEME_SHAPE_ID" val="68"/>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36"/>
  <p:tag name="KSO_WM_UNIT_ID" val="diagram20194755_1*i*36"/>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85.xml><?xml version="1.0" encoding="utf-8"?>
<p:tagLst xmlns:a="http://schemas.openxmlformats.org/drawingml/2006/main" xmlns:r="http://schemas.openxmlformats.org/officeDocument/2006/relationships" xmlns:p="http://schemas.openxmlformats.org/presentationml/2006/main">
  <p:tag name="KSO_WM_UNIT_COLOR_SCHEME_SHAPE_ID" val="47"/>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37"/>
  <p:tag name="KSO_WM_UNIT_ID" val="diagram20194755_1*i*37"/>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86.xml><?xml version="1.0" encoding="utf-8"?>
<p:tagLst xmlns:a="http://schemas.openxmlformats.org/drawingml/2006/main" xmlns:r="http://schemas.openxmlformats.org/officeDocument/2006/relationships" xmlns:p="http://schemas.openxmlformats.org/presentationml/2006/main">
  <p:tag name="KSO_WM_UNIT_COLOR_SCHEME_SHAPE_ID" val="48"/>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38"/>
  <p:tag name="KSO_WM_UNIT_ID" val="diagram20194755_1*i*38"/>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87.xml><?xml version="1.0" encoding="utf-8"?>
<p:tagLst xmlns:a="http://schemas.openxmlformats.org/drawingml/2006/main" xmlns:r="http://schemas.openxmlformats.org/officeDocument/2006/relationships" xmlns:p="http://schemas.openxmlformats.org/presentationml/2006/main">
  <p:tag name="KSO_WM_UNIT_COLOR_SCHEME_SHAPE_ID" val="49"/>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39"/>
  <p:tag name="KSO_WM_UNIT_ID" val="diagram20194755_1*i*39"/>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88.xml><?xml version="1.0" encoding="utf-8"?>
<p:tagLst xmlns:a="http://schemas.openxmlformats.org/drawingml/2006/main" xmlns:r="http://schemas.openxmlformats.org/officeDocument/2006/relationships" xmlns:p="http://schemas.openxmlformats.org/presentationml/2006/main">
  <p:tag name="KSO_WM_UNIT_COLOR_SCHEME_SHAPE_ID" val="50"/>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40"/>
  <p:tag name="KSO_WM_UNIT_ID" val="diagram20194755_1*i*40"/>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89.xml><?xml version="1.0" encoding="utf-8"?>
<p:tagLst xmlns:a="http://schemas.openxmlformats.org/drawingml/2006/main" xmlns:r="http://schemas.openxmlformats.org/officeDocument/2006/relationships" xmlns:p="http://schemas.openxmlformats.org/presentationml/2006/main">
  <p:tag name="KSO_WM_UNIT_COLOR_SCHEME_SHAPE_ID" val="51"/>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41"/>
  <p:tag name="KSO_WM_UNIT_ID" val="diagram20194755_1*i*41"/>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90.xml><?xml version="1.0" encoding="utf-8"?>
<p:tagLst xmlns:a="http://schemas.openxmlformats.org/drawingml/2006/main" xmlns:r="http://schemas.openxmlformats.org/officeDocument/2006/relationships" xmlns:p="http://schemas.openxmlformats.org/presentationml/2006/main">
  <p:tag name="KSO_WM_UNIT_COLOR_SCHEME_SHAPE_ID" val="52"/>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42"/>
  <p:tag name="KSO_WM_UNIT_ID" val="diagram20194755_1*i*42"/>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91.xml><?xml version="1.0" encoding="utf-8"?>
<p:tagLst xmlns:a="http://schemas.openxmlformats.org/drawingml/2006/main" xmlns:r="http://schemas.openxmlformats.org/officeDocument/2006/relationships" xmlns:p="http://schemas.openxmlformats.org/presentationml/2006/main">
  <p:tag name="KSO_WM_UNIT_COLOR_SCHEME_SHAPE_ID" val="53"/>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43"/>
  <p:tag name="KSO_WM_UNIT_ID" val="diagram20194755_1*i*43"/>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92.xml><?xml version="1.0" encoding="utf-8"?>
<p:tagLst xmlns:a="http://schemas.openxmlformats.org/drawingml/2006/main" xmlns:r="http://schemas.openxmlformats.org/officeDocument/2006/relationships" xmlns:p="http://schemas.openxmlformats.org/presentationml/2006/main">
  <p:tag name="KSO_WM_UNIT_COLOR_SCHEME_SHAPE_ID" val="54"/>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44"/>
  <p:tag name="KSO_WM_UNIT_ID" val="diagram20194755_1*i*44"/>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93.xml><?xml version="1.0" encoding="utf-8"?>
<p:tagLst xmlns:a="http://schemas.openxmlformats.org/drawingml/2006/main" xmlns:r="http://schemas.openxmlformats.org/officeDocument/2006/relationships" xmlns:p="http://schemas.openxmlformats.org/presentationml/2006/main">
  <p:tag name="KSO_WM_UNIT_COLOR_SCHEME_SHAPE_ID" val="55"/>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45"/>
  <p:tag name="KSO_WM_UNIT_ID" val="diagram20194755_1*i*45"/>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94.xml><?xml version="1.0" encoding="utf-8"?>
<p:tagLst xmlns:a="http://schemas.openxmlformats.org/drawingml/2006/main" xmlns:r="http://schemas.openxmlformats.org/officeDocument/2006/relationships" xmlns:p="http://schemas.openxmlformats.org/presentationml/2006/main">
  <p:tag name="KSO_WM_UNIT_COLOR_SCHEME_SHAPE_ID" val="56"/>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46"/>
  <p:tag name="KSO_WM_UNIT_ID" val="diagram20194755_1*i*46"/>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95.xml><?xml version="1.0" encoding="utf-8"?>
<p:tagLst xmlns:a="http://schemas.openxmlformats.org/drawingml/2006/main" xmlns:r="http://schemas.openxmlformats.org/officeDocument/2006/relationships" xmlns:p="http://schemas.openxmlformats.org/presentationml/2006/main">
  <p:tag name="KSO_WM_UNIT_COLOR_SCHEME_SHAPE_ID" val="57"/>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47"/>
  <p:tag name="KSO_WM_UNIT_ID" val="diagram20194755_1*i*47"/>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96.xml><?xml version="1.0" encoding="utf-8"?>
<p:tagLst xmlns:a="http://schemas.openxmlformats.org/drawingml/2006/main" xmlns:r="http://schemas.openxmlformats.org/officeDocument/2006/relationships" xmlns:p="http://schemas.openxmlformats.org/presentationml/2006/main">
  <p:tag name="KSO_WM_UNIT_COLOR_SCHEME_SHAPE_ID" val="36"/>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48"/>
  <p:tag name="KSO_WM_UNIT_ID" val="diagram20194755_1*i*48"/>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97.xml><?xml version="1.0" encoding="utf-8"?>
<p:tagLst xmlns:a="http://schemas.openxmlformats.org/drawingml/2006/main" xmlns:r="http://schemas.openxmlformats.org/officeDocument/2006/relationships" xmlns:p="http://schemas.openxmlformats.org/presentationml/2006/main">
  <p:tag name="KSO_WM_UNIT_COLOR_SCHEME_SHAPE_ID" val="37"/>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49"/>
  <p:tag name="KSO_WM_UNIT_ID" val="diagram20194755_1*i*49"/>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98.xml><?xml version="1.0" encoding="utf-8"?>
<p:tagLst xmlns:a="http://schemas.openxmlformats.org/drawingml/2006/main" xmlns:r="http://schemas.openxmlformats.org/officeDocument/2006/relationships" xmlns:p="http://schemas.openxmlformats.org/presentationml/2006/main">
  <p:tag name="KSO_WM_UNIT_COLOR_SCHEME_SHAPE_ID" val="38"/>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50"/>
  <p:tag name="KSO_WM_UNIT_ID" val="diagram20194755_1*i*50"/>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99.xml><?xml version="1.0" encoding="utf-8"?>
<p:tagLst xmlns:a="http://schemas.openxmlformats.org/drawingml/2006/main" xmlns:r="http://schemas.openxmlformats.org/officeDocument/2006/relationships" xmlns:p="http://schemas.openxmlformats.org/presentationml/2006/main">
  <p:tag name="KSO_WM_UNIT_COLOR_SCHEME_SHAPE_ID" val="39"/>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51"/>
  <p:tag name="KSO_WM_UNIT_ID" val="diagram20194755_1*i*51"/>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000.xml><?xml version="1.0" encoding="utf-8"?>
<p:tagLst xmlns:a="http://schemas.openxmlformats.org/drawingml/2006/main" xmlns:r="http://schemas.openxmlformats.org/officeDocument/2006/relationships" xmlns:p="http://schemas.openxmlformats.org/presentationml/2006/main">
  <p:tag name="KSO_WM_UNIT_COLOR_SCHEME_SHAPE_ID" val="40"/>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52"/>
  <p:tag name="KSO_WM_UNIT_ID" val="diagram20194755_1*i*52"/>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001.xml><?xml version="1.0" encoding="utf-8"?>
<p:tagLst xmlns:a="http://schemas.openxmlformats.org/drawingml/2006/main" xmlns:r="http://schemas.openxmlformats.org/officeDocument/2006/relationships" xmlns:p="http://schemas.openxmlformats.org/presentationml/2006/main">
  <p:tag name="KSO_WM_UNIT_COLOR_SCHEME_SHAPE_ID" val="41"/>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53"/>
  <p:tag name="KSO_WM_UNIT_ID" val="diagram20194755_1*i*53"/>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002.xml><?xml version="1.0" encoding="utf-8"?>
<p:tagLst xmlns:a="http://schemas.openxmlformats.org/drawingml/2006/main" xmlns:r="http://schemas.openxmlformats.org/officeDocument/2006/relationships" xmlns:p="http://schemas.openxmlformats.org/presentationml/2006/main">
  <p:tag name="KSO_WM_UNIT_COLOR_SCHEME_SHAPE_ID" val="42"/>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54"/>
  <p:tag name="KSO_WM_UNIT_ID" val="diagram20194755_1*i*54"/>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003.xml><?xml version="1.0" encoding="utf-8"?>
<p:tagLst xmlns:a="http://schemas.openxmlformats.org/drawingml/2006/main" xmlns:r="http://schemas.openxmlformats.org/officeDocument/2006/relationships" xmlns:p="http://schemas.openxmlformats.org/presentationml/2006/main">
  <p:tag name="KSO_WM_UNIT_COLOR_SCHEME_SHAPE_ID" val="43"/>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55"/>
  <p:tag name="KSO_WM_UNIT_ID" val="diagram20194755_1*i*55"/>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004.xml><?xml version="1.0" encoding="utf-8"?>
<p:tagLst xmlns:a="http://schemas.openxmlformats.org/drawingml/2006/main" xmlns:r="http://schemas.openxmlformats.org/officeDocument/2006/relationships" xmlns:p="http://schemas.openxmlformats.org/presentationml/2006/main">
  <p:tag name="KSO_WM_UNIT_COLOR_SCHEME_SHAPE_ID" val="44"/>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56"/>
  <p:tag name="KSO_WM_UNIT_ID" val="diagram20194755_1*i*56"/>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005.xml><?xml version="1.0" encoding="utf-8"?>
<p:tagLst xmlns:a="http://schemas.openxmlformats.org/drawingml/2006/main" xmlns:r="http://schemas.openxmlformats.org/officeDocument/2006/relationships" xmlns:p="http://schemas.openxmlformats.org/presentationml/2006/main">
  <p:tag name="KSO_WM_UNIT_COLOR_SCHEME_SHAPE_ID" val="45"/>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57"/>
  <p:tag name="KSO_WM_UNIT_ID" val="diagram20194755_1*i*57"/>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006.xml><?xml version="1.0" encoding="utf-8"?>
<p:tagLst xmlns:a="http://schemas.openxmlformats.org/drawingml/2006/main" xmlns:r="http://schemas.openxmlformats.org/officeDocument/2006/relationships" xmlns:p="http://schemas.openxmlformats.org/presentationml/2006/main">
  <p:tag name="KSO_WM_UNIT_COLOR_SCHEME_SHAPE_ID" val="46"/>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58"/>
  <p:tag name="KSO_WM_UNIT_ID" val="diagram20194755_1*i*58"/>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007.xml><?xml version="1.0" encoding="utf-8"?>
<p:tagLst xmlns:a="http://schemas.openxmlformats.org/drawingml/2006/main" xmlns:r="http://schemas.openxmlformats.org/officeDocument/2006/relationships" xmlns:p="http://schemas.openxmlformats.org/presentationml/2006/main">
  <p:tag name="KSO_WM_UNIT_COLOR_SCHEME_SHAPE_ID" val="25"/>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59"/>
  <p:tag name="KSO_WM_UNIT_ID" val="diagram20194755_1*i*59"/>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008.xml><?xml version="1.0" encoding="utf-8"?>
<p:tagLst xmlns:a="http://schemas.openxmlformats.org/drawingml/2006/main" xmlns:r="http://schemas.openxmlformats.org/officeDocument/2006/relationships" xmlns:p="http://schemas.openxmlformats.org/presentationml/2006/main">
  <p:tag name="KSO_WM_UNIT_COLOR_SCHEME_SHAPE_ID" val="26"/>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60"/>
  <p:tag name="KSO_WM_UNIT_ID" val="diagram20194755_1*i*60"/>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009.xml><?xml version="1.0" encoding="utf-8"?>
<p:tagLst xmlns:a="http://schemas.openxmlformats.org/drawingml/2006/main" xmlns:r="http://schemas.openxmlformats.org/officeDocument/2006/relationships" xmlns:p="http://schemas.openxmlformats.org/presentationml/2006/main">
  <p:tag name="KSO_WM_UNIT_COLOR_SCHEME_SHAPE_ID" val="27"/>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61"/>
  <p:tag name="KSO_WM_UNIT_ID" val="diagram20194755_1*i*61"/>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010.xml><?xml version="1.0" encoding="utf-8"?>
<p:tagLst xmlns:a="http://schemas.openxmlformats.org/drawingml/2006/main" xmlns:r="http://schemas.openxmlformats.org/officeDocument/2006/relationships" xmlns:p="http://schemas.openxmlformats.org/presentationml/2006/main">
  <p:tag name="KSO_WM_UNIT_COLOR_SCHEME_SHAPE_ID" val="28"/>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62"/>
  <p:tag name="KSO_WM_UNIT_ID" val="diagram20194755_1*i*62"/>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011.xml><?xml version="1.0" encoding="utf-8"?>
<p:tagLst xmlns:a="http://schemas.openxmlformats.org/drawingml/2006/main" xmlns:r="http://schemas.openxmlformats.org/officeDocument/2006/relationships" xmlns:p="http://schemas.openxmlformats.org/presentationml/2006/main">
  <p:tag name="KSO_WM_UNIT_COLOR_SCHEME_SHAPE_ID" val="29"/>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63"/>
  <p:tag name="KSO_WM_UNIT_ID" val="diagram20194755_1*i*63"/>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012.xml><?xml version="1.0" encoding="utf-8"?>
<p:tagLst xmlns:a="http://schemas.openxmlformats.org/drawingml/2006/main" xmlns:r="http://schemas.openxmlformats.org/officeDocument/2006/relationships" xmlns:p="http://schemas.openxmlformats.org/presentationml/2006/main">
  <p:tag name="KSO_WM_UNIT_COLOR_SCHEME_SHAPE_ID" val="30"/>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64"/>
  <p:tag name="KSO_WM_UNIT_ID" val="diagram20194755_1*i*64"/>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013.xml><?xml version="1.0" encoding="utf-8"?>
<p:tagLst xmlns:a="http://schemas.openxmlformats.org/drawingml/2006/main" xmlns:r="http://schemas.openxmlformats.org/officeDocument/2006/relationships" xmlns:p="http://schemas.openxmlformats.org/presentationml/2006/main">
  <p:tag name="KSO_WM_UNIT_COLOR_SCHEME_SHAPE_ID" val="31"/>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65"/>
  <p:tag name="KSO_WM_UNIT_ID" val="diagram20194755_1*i*65"/>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014.xml><?xml version="1.0" encoding="utf-8"?>
<p:tagLst xmlns:a="http://schemas.openxmlformats.org/drawingml/2006/main" xmlns:r="http://schemas.openxmlformats.org/officeDocument/2006/relationships" xmlns:p="http://schemas.openxmlformats.org/presentationml/2006/main">
  <p:tag name="KSO_WM_UNIT_COLOR_SCHEME_SHAPE_ID" val="32"/>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66"/>
  <p:tag name="KSO_WM_UNIT_ID" val="diagram20194755_1*i*66"/>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015.xml><?xml version="1.0" encoding="utf-8"?>
<p:tagLst xmlns:a="http://schemas.openxmlformats.org/drawingml/2006/main" xmlns:r="http://schemas.openxmlformats.org/officeDocument/2006/relationships" xmlns:p="http://schemas.openxmlformats.org/presentationml/2006/main">
  <p:tag name="KSO_WM_UNIT_COLOR_SCHEME_SHAPE_ID" val="33"/>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67"/>
  <p:tag name="KSO_WM_UNIT_ID" val="diagram20194755_1*i*67"/>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016.xml><?xml version="1.0" encoding="utf-8"?>
<p:tagLst xmlns:a="http://schemas.openxmlformats.org/drawingml/2006/main" xmlns:r="http://schemas.openxmlformats.org/officeDocument/2006/relationships" xmlns:p="http://schemas.openxmlformats.org/presentationml/2006/main">
  <p:tag name="KSO_WM_UNIT_COLOR_SCHEME_SHAPE_ID" val="34"/>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68"/>
  <p:tag name="KSO_WM_UNIT_ID" val="diagram20194755_1*i*68"/>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017.xml><?xml version="1.0" encoding="utf-8"?>
<p:tagLst xmlns:a="http://schemas.openxmlformats.org/drawingml/2006/main" xmlns:r="http://schemas.openxmlformats.org/officeDocument/2006/relationships" xmlns:p="http://schemas.openxmlformats.org/presentationml/2006/main">
  <p:tag name="KSO_WM_UNIT_COLOR_SCHEME_SHAPE_ID" val="35"/>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69"/>
  <p:tag name="KSO_WM_UNIT_ID" val="diagram20194755_1*i*69"/>
  <p:tag name="KSO_WM_TEMPLATE_CATEGORY" val="diagram"/>
  <p:tag name="KSO_WM_TEMPLATE_INDEX" val="20194755"/>
  <p:tag name="KSO_WM_UNIT_LAYERLEVEL" val="1"/>
  <p:tag name="KSO_WM_TAG_VERSION" val="1.0"/>
  <p:tag name="KSO_WM_BEAUTIFY_FLAG" val="#wm#"/>
  <p:tag name="KSO_WM_UNIT_FILL_FORE_SCHEMECOLOR_INDEX_BRIGHTNESS" val="-0.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018.xml><?xml version="1.0" encoding="utf-8"?>
<p:tagLst xmlns:a="http://schemas.openxmlformats.org/drawingml/2006/main" xmlns:r="http://schemas.openxmlformats.org/officeDocument/2006/relationships" xmlns:p="http://schemas.openxmlformats.org/presentationml/2006/main">
  <p:tag name="KSO_WM_UNIT_TEXT_PART_ID_V2" val="d-4-2"/>
  <p:tag name="KSO_WM_UNIT_COLOR_SCHEME_SHAPE_ID" val="2"/>
  <p:tag name="KSO_WM_UNIT_COLOR_SCHEME_PARENT_PAGE" val="0_1"/>
  <p:tag name="KSO_WM_UNIT_PRESET_TEXT" val="单击此处添加小标题：&#10;点击此处添加正文，文字是您思想的提炼，为了最终演示发布的良好效果，请尽量言简意赅的阐述观点；根据需要可酌情增减文字，以便观者可以准确理解您所传达的信息。您的正文已经简明扼要，字字珠玑，但信息却千丝万缕、错综复杂，需要用更多的文字来表述；但请您尽可能提炼思想的精髓，恰如其分的表达观点，往往可以事半功倍。&#10;我们为您  标注了最  适合的位  置您输入  的文字到  这里时就  是最佳视&#10;为了能让  您有更直  观的字数  感受并进  一步方便    &#10;单击此处添加小标题：&#10;点击此处添加正文，文字是您思想的提炼，为了最终演示发布的良好效果，请尽量言简意赅。"/>
  <p:tag name="KSO_WM_UNIT_NOCLEAR" val="1"/>
  <p:tag name="KSO_WM_UNIT_VALUE" val="468"/>
  <p:tag name="KSO_WM_UNIT_HIGHLIGHT" val="0"/>
  <p:tag name="KSO_WM_UNIT_COMPATIBLE" val="0"/>
  <p:tag name="KSO_WM_UNIT_DIAGRAM_ISNUMVISUAL" val="0"/>
  <p:tag name="KSO_WM_UNIT_DIAGRAM_ISREFERUNIT" val="0"/>
  <p:tag name="KSO_WM_UNIT_TYPE" val="f"/>
  <p:tag name="KSO_WM_UNIT_INDEX" val="1"/>
  <p:tag name="KSO_WM_UNIT_ID" val="diagram20194755_1*f*1"/>
  <p:tag name="KSO_WM_TEMPLATE_CATEGORY" val="diagram"/>
  <p:tag name="KSO_WM_TEMPLATE_INDEX" val="20194755"/>
  <p:tag name="KSO_WM_UNIT_LAYERLEVEL" val="1"/>
  <p:tag name="KSO_WM_TAG_VERSION" val="1.0"/>
  <p:tag name="KSO_WM_BEAUTIFY_FLAG" val="#wm#"/>
  <p:tag name="KSO_WM_UNIT_TEXT_FILL_FORE_SCHEMECOLOR_INDEX_BRIGHTNESS" val="0.25"/>
  <p:tag name="KSO_WM_UNIT_TEXT_FILL_FORE_SCHEMECOLOR_INDEX" val="13"/>
  <p:tag name="KSO_WM_UNIT_TEXT_FILL_TYPE" val="1"/>
</p:tagLst>
</file>

<file path=ppt/tags/tag2019.xml><?xml version="1.0" encoding="utf-8"?>
<p:tagLst xmlns:a="http://schemas.openxmlformats.org/drawingml/2006/main" xmlns:r="http://schemas.openxmlformats.org/officeDocument/2006/relationships" xmlns:p="http://schemas.openxmlformats.org/presentationml/2006/main">
  <p:tag name="KSO_WM_UNIT_TEXT_PART_ID_V2" val="a-3-2"/>
  <p:tag name="KSO_WM_UNIT_COLOR_SCHEME_SHAPE_ID" val="3"/>
  <p:tag name="KSO_WM_UNIT_COLOR_SCHEME_PARENT_PAGE" val="0_1"/>
  <p:tag name="KSO_WM_UNIT_ISCONTENTSTITLE" val="0"/>
  <p:tag name="KSO_WM_UNIT_NOCLEAR" val="0"/>
  <p:tag name="KSO_WM_UNIT_VALUE" val="17"/>
  <p:tag name="KSO_WM_UNIT_HIGHLIGHT" val="0"/>
  <p:tag name="KSO_WM_UNIT_COMPATIBLE" val="0"/>
  <p:tag name="KSO_WM_UNIT_DIAGRAM_ISNUMVISUAL" val="0"/>
  <p:tag name="KSO_WM_UNIT_DIAGRAM_ISREFERUNIT" val="0"/>
  <p:tag name="KSO_WM_UNIT_TYPE" val="a"/>
  <p:tag name="KSO_WM_UNIT_INDEX" val="1"/>
  <p:tag name="KSO_WM_UNIT_ID" val="diagram20194755_1*a*1"/>
  <p:tag name="KSO_WM_TEMPLATE_CATEGORY" val="diagram"/>
  <p:tag name="KSO_WM_TEMPLATE_INDEX" val="20194755"/>
  <p:tag name="KSO_WM_UNIT_LAYERLEVEL" val="1"/>
  <p:tag name="KSO_WM_TAG_VERSION" val="1.0"/>
  <p:tag name="KSO_WM_BEAUTIFY_FLAG" val="#wm#"/>
  <p:tag name="KSO_WM_UNIT_PRESET_TEXT" val="单击此处添加标题"/>
  <p:tag name="KSO_WM_UNIT_TEXT_FILL_FORE_SCHEMECOLOR_INDEX_BRIGHTNESS" val="0.25"/>
  <p:tag name="KSO_WM_UNIT_TEXT_FILL_FORE_SCHEMECOLOR_INDEX" val="13"/>
  <p:tag name="KSO_WM_UNIT_TEXT_FILL_TYPE" val="1"/>
</p:tagLst>
</file>

<file path=ppt/tags/tag2020.xml><?xml version="1.0" encoding="utf-8"?>
<p:tagLst xmlns:a="http://schemas.openxmlformats.org/drawingml/2006/main" xmlns:r="http://schemas.openxmlformats.org/officeDocument/2006/relationships" xmlns:p="http://schemas.openxmlformats.org/presentationml/2006/main">
  <p:tag name="KSO_WM_UNIT_COLOR_SCHEME_SHAPE_ID" val="14"/>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71"/>
  <p:tag name="KSO_WM_UNIT_ID" val="diagram20194755_1*i*71"/>
  <p:tag name="KSO_WM_TEMPLATE_CATEGORY" val="diagram"/>
  <p:tag name="KSO_WM_TEMPLATE_INDEX" val="20194755"/>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021.xml><?xml version="1.0" encoding="utf-8"?>
<p:tagLst xmlns:a="http://schemas.openxmlformats.org/drawingml/2006/main" xmlns:r="http://schemas.openxmlformats.org/officeDocument/2006/relationships" xmlns:p="http://schemas.openxmlformats.org/presentationml/2006/main">
  <p:tag name="KSO_WM_UNIT_COLOR_SCHEME_SHAPE_ID" val="15"/>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72"/>
  <p:tag name="KSO_WM_UNIT_ID" val="diagram20194755_1*i*72"/>
  <p:tag name="KSO_WM_TEMPLATE_CATEGORY" val="diagram"/>
  <p:tag name="KSO_WM_TEMPLATE_INDEX" val="20194755"/>
  <p:tag name="KSO_WM_UNIT_LAYERLEVEL" val="1"/>
  <p:tag name="KSO_WM_TAG_VERSION" val="1.0"/>
  <p:tag name="KSO_WM_BEAUTIFY_FLAG" val="#wm#"/>
  <p:tag name="KSO_WM_UNIT_FILL_FORE_SCHEMECOLOR_INDEX_BRIGHTNESS" val="-0.1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022.xml><?xml version="1.0" encoding="utf-8"?>
<p:tagLst xmlns:a="http://schemas.openxmlformats.org/drawingml/2006/main" xmlns:r="http://schemas.openxmlformats.org/officeDocument/2006/relationships" xmlns:p="http://schemas.openxmlformats.org/presentationml/2006/main">
  <p:tag name="KSO_WM_UNIT_COLOR_SCHEME_SHAPE_ID" val="12"/>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73"/>
  <p:tag name="KSO_WM_UNIT_ID" val="diagram20194755_1*i*73"/>
  <p:tag name="KSO_WM_TEMPLATE_CATEGORY" val="diagram"/>
  <p:tag name="KSO_WM_TEMPLATE_INDEX" val="20194755"/>
  <p:tag name="KSO_WM_UNIT_LAYERLEVEL" val="1"/>
  <p:tag name="KSO_WM_TAG_VERSION" val="1.0"/>
  <p:tag name="KSO_WM_BEAUTIFY_FLAG" val="#wm#"/>
  <p:tag name="KSO_WM_UNIT_LINE_FORE_SCHEMECOLOR_INDEX_BRIGHTNESS" val="0.25"/>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2023.xml><?xml version="1.0" encoding="utf-8"?>
<p:tagLst xmlns:a="http://schemas.openxmlformats.org/drawingml/2006/main" xmlns:r="http://schemas.openxmlformats.org/officeDocument/2006/relationships" xmlns:p="http://schemas.openxmlformats.org/presentationml/2006/main">
  <p:tag name="KSO_WM_UNIT_COLOR_SCHEME_SHAPE_ID" val="13"/>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74"/>
  <p:tag name="KSO_WM_UNIT_ID" val="diagram20194755_1*i*74"/>
  <p:tag name="KSO_WM_TEMPLATE_CATEGORY" val="diagram"/>
  <p:tag name="KSO_WM_TEMPLATE_INDEX" val="20194755"/>
  <p:tag name="KSO_WM_UNIT_LAYERLEVEL" val="1"/>
  <p:tag name="KSO_WM_TAG_VERSION" val="1.0"/>
  <p:tag name="KSO_WM_BEAUTIFY_FLAG" val="#wm#"/>
  <p:tag name="KSO_WM_UNIT_LINE_FORE_SCHEMECOLOR_INDEX_BRIGHTNESS" val="0.25"/>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heme/theme1.xml><?xml version="1.0" encoding="utf-8"?>
<a:theme xmlns:a="http://schemas.openxmlformats.org/drawingml/2006/main" name="Office 主题">
  <a:themeElements>
    <a:clrScheme name="自定义 21">
      <a:dk1>
        <a:srgbClr val="000000"/>
      </a:dk1>
      <a:lt1>
        <a:srgbClr val="FFFFFF"/>
      </a:lt1>
      <a:dk2>
        <a:srgbClr val="000000"/>
      </a:dk2>
      <a:lt2>
        <a:srgbClr val="FFFFFF"/>
      </a:lt2>
      <a:accent1>
        <a:srgbClr val="415163"/>
      </a:accent1>
      <a:accent2>
        <a:srgbClr val="F46346"/>
      </a:accent2>
      <a:accent3>
        <a:srgbClr val="415163"/>
      </a:accent3>
      <a:accent4>
        <a:srgbClr val="F46346"/>
      </a:accent4>
      <a:accent5>
        <a:srgbClr val="415163"/>
      </a:accent5>
      <a:accent6>
        <a:srgbClr val="F46346"/>
      </a:accent6>
      <a:hlink>
        <a:srgbClr val="415163"/>
      </a:hlink>
      <a:folHlink>
        <a:srgbClr val="F46346"/>
      </a:folHlink>
    </a:clrScheme>
    <a:fontScheme name="自定义 1">
      <a:majorFont>
        <a:latin typeface="Calibri"/>
        <a:ea typeface="字魂35号-经典雅黑"/>
        <a:cs typeface=""/>
      </a:majorFont>
      <a:minorFont>
        <a:latin typeface="Calibri"/>
        <a:ea typeface="字魂35号-经典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E7E7F0"/>
      </a:dk2>
      <a:lt2>
        <a:srgbClr val="FFFFFF"/>
      </a:lt2>
      <a:accent1>
        <a:srgbClr val="6969C7"/>
      </a:accent1>
      <a:accent2>
        <a:srgbClr val="AE64B8"/>
      </a:accent2>
      <a:accent3>
        <a:srgbClr val="DB63A3"/>
      </a:accent3>
      <a:accent4>
        <a:srgbClr val="F5738C"/>
      </a:accent4>
      <a:accent5>
        <a:srgbClr val="F79179"/>
      </a:accent5>
      <a:accent6>
        <a:srgbClr val="FAB574"/>
      </a:accent6>
      <a:hlink>
        <a:srgbClr val="304FFC"/>
      </a:hlink>
      <a:folHlink>
        <a:srgbClr val="492067"/>
      </a:folHlink>
    </a:clrScheme>
    <a:fontScheme name="商务风">
      <a:majorFont>
        <a:latin typeface="微软雅黑"/>
        <a:ea typeface="汉仪旗黑-85S"/>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
      <a:dk1>
        <a:srgbClr val="000000"/>
      </a:dk1>
      <a:lt1>
        <a:srgbClr val="FFFFFF"/>
      </a:lt1>
      <a:dk2>
        <a:srgbClr val="FCE3E4"/>
      </a:dk2>
      <a:lt2>
        <a:srgbClr val="FFFFFF"/>
      </a:lt2>
      <a:accent1>
        <a:srgbClr val="E1454E"/>
      </a:accent1>
      <a:accent2>
        <a:srgbClr val="E85837"/>
      </a:accent2>
      <a:accent3>
        <a:srgbClr val="CF762D"/>
      </a:accent3>
      <a:accent4>
        <a:srgbClr val="A39932"/>
      </a:accent4>
      <a:accent5>
        <a:srgbClr val="71BE4D"/>
      </a:accent5>
      <a:accent6>
        <a:srgbClr val="44E186"/>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8839</Words>
  <Application>Microsoft Office PowerPoint</Application>
  <PresentationFormat>全屏显示(16:9)</PresentationFormat>
  <Paragraphs>537</Paragraphs>
  <Slides>102</Slides>
  <Notes>21</Notes>
  <HiddenSlides>0</HiddenSlides>
  <MMClips>0</MMClips>
  <ScaleCrop>false</ScaleCrop>
  <HeadingPairs>
    <vt:vector size="6" baseType="variant">
      <vt:variant>
        <vt:lpstr>已用的字体</vt:lpstr>
      </vt:variant>
      <vt:variant>
        <vt:i4>11</vt:i4>
      </vt:variant>
      <vt:variant>
        <vt:lpstr>主题</vt:lpstr>
      </vt:variant>
      <vt:variant>
        <vt:i4>3</vt:i4>
      </vt:variant>
      <vt:variant>
        <vt:lpstr>幻灯片标题</vt:lpstr>
      </vt:variant>
      <vt:variant>
        <vt:i4>102</vt:i4>
      </vt:variant>
    </vt:vector>
  </HeadingPairs>
  <TitlesOfParts>
    <vt:vector size="116" baseType="lpstr">
      <vt:lpstr>+中文正文</vt:lpstr>
      <vt:lpstr>Lato Regular</vt:lpstr>
      <vt:lpstr>Noto Serif CJK SC</vt:lpstr>
      <vt:lpstr>WPS-Bullets</vt:lpstr>
      <vt:lpstr>创艺简老宋</vt:lpstr>
      <vt:lpstr>微软雅黑</vt:lpstr>
      <vt:lpstr>字魂35号-经典雅黑</vt:lpstr>
      <vt:lpstr>Agency FB</vt:lpstr>
      <vt:lpstr>Arial</vt:lpstr>
      <vt:lpstr>Calibri</vt:lpstr>
      <vt:lpstr>Wingdings</vt:lpstr>
      <vt:lpstr>Office 主题</vt:lpstr>
      <vt:lpstr>1_Office 主题​​</vt:lpstr>
      <vt:lpstr>2_Office 主题​​</vt:lpstr>
      <vt:lpstr>计算机应用基础</vt:lpstr>
      <vt:lpstr>PowerPoint 演示文稿</vt:lpstr>
      <vt:lpstr>操作系统应用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17</cp:revision>
  <dcterms:created xsi:type="dcterms:W3CDTF">2019-03-14T04:19:00Z</dcterms:created>
  <dcterms:modified xsi:type="dcterms:W3CDTF">2023-09-05T01:49:45Z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2052-11.3.0.9221</vt:lpwstr>
  </property>
</Properties>
</file>
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tags/tag2.xml" ContentType="application/vnd.openxmlformats-officedocument.presentationml.tags+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tags/tag3.xml" ContentType="application/vnd.openxmlformats-officedocument.presentationml.tags+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tags/tag4.xml" ContentType="application/vnd.openxmlformats-officedocument.presentationml.tags+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tags/tag5.xml" ContentType="application/vnd.openxmlformats-officedocument.presentationml.tags+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4"/>
  </p:notesMasterIdLst>
  <p:handoutMasterIdLst>
    <p:handoutMasterId r:id="rId115"/>
  </p:handoutMasterIdLst>
  <p:sldIdLst>
    <p:sldId id="427" r:id="rId2"/>
    <p:sldId id="339" r:id="rId3"/>
    <p:sldId id="340" r:id="rId4"/>
    <p:sldId id="341" r:id="rId5"/>
    <p:sldId id="430" r:id="rId6"/>
    <p:sldId id="722" r:id="rId7"/>
    <p:sldId id="724" r:id="rId8"/>
    <p:sldId id="725" r:id="rId9"/>
    <p:sldId id="738" r:id="rId10"/>
    <p:sldId id="1230" r:id="rId11"/>
    <p:sldId id="1231" r:id="rId12"/>
    <p:sldId id="742" r:id="rId13"/>
    <p:sldId id="747" r:id="rId14"/>
    <p:sldId id="748" r:id="rId15"/>
    <p:sldId id="749" r:id="rId16"/>
    <p:sldId id="1081" r:id="rId17"/>
    <p:sldId id="750" r:id="rId18"/>
    <p:sldId id="751" r:id="rId19"/>
    <p:sldId id="752" r:id="rId20"/>
    <p:sldId id="753" r:id="rId21"/>
    <p:sldId id="754" r:id="rId22"/>
    <p:sldId id="755" r:id="rId23"/>
    <p:sldId id="756" r:id="rId24"/>
    <p:sldId id="1075" r:id="rId25"/>
    <p:sldId id="757" r:id="rId26"/>
    <p:sldId id="758" r:id="rId27"/>
    <p:sldId id="760" r:id="rId28"/>
    <p:sldId id="759" r:id="rId29"/>
    <p:sldId id="761" r:id="rId30"/>
    <p:sldId id="762" r:id="rId31"/>
    <p:sldId id="763" r:id="rId32"/>
    <p:sldId id="766" r:id="rId33"/>
    <p:sldId id="767" r:id="rId34"/>
    <p:sldId id="768" r:id="rId35"/>
    <p:sldId id="770" r:id="rId36"/>
    <p:sldId id="771" r:id="rId37"/>
    <p:sldId id="772" r:id="rId38"/>
    <p:sldId id="777" r:id="rId39"/>
    <p:sldId id="778" r:id="rId40"/>
    <p:sldId id="779" r:id="rId41"/>
    <p:sldId id="780" r:id="rId42"/>
    <p:sldId id="782" r:id="rId43"/>
    <p:sldId id="1232" r:id="rId44"/>
    <p:sldId id="785" r:id="rId45"/>
    <p:sldId id="1076" r:id="rId46"/>
    <p:sldId id="786" r:id="rId47"/>
    <p:sldId id="1071" r:id="rId48"/>
    <p:sldId id="787" r:id="rId49"/>
    <p:sldId id="788" r:id="rId50"/>
    <p:sldId id="789" r:id="rId51"/>
    <p:sldId id="790" r:id="rId52"/>
    <p:sldId id="791" r:id="rId53"/>
    <p:sldId id="797" r:id="rId54"/>
    <p:sldId id="798" r:id="rId55"/>
    <p:sldId id="800" r:id="rId56"/>
    <p:sldId id="883" r:id="rId57"/>
    <p:sldId id="885" r:id="rId58"/>
    <p:sldId id="888" r:id="rId59"/>
    <p:sldId id="889" r:id="rId60"/>
    <p:sldId id="890" r:id="rId61"/>
    <p:sldId id="891" r:id="rId62"/>
    <p:sldId id="892" r:id="rId63"/>
    <p:sldId id="893" r:id="rId64"/>
    <p:sldId id="1077" r:id="rId65"/>
    <p:sldId id="895" r:id="rId66"/>
    <p:sldId id="896" r:id="rId67"/>
    <p:sldId id="899" r:id="rId68"/>
    <p:sldId id="900" r:id="rId69"/>
    <p:sldId id="904" r:id="rId70"/>
    <p:sldId id="905" r:id="rId71"/>
    <p:sldId id="908" r:id="rId72"/>
    <p:sldId id="910" r:id="rId73"/>
    <p:sldId id="911" r:id="rId74"/>
    <p:sldId id="915" r:id="rId75"/>
    <p:sldId id="916" r:id="rId76"/>
    <p:sldId id="917" r:id="rId77"/>
    <p:sldId id="919" r:id="rId78"/>
    <p:sldId id="1001" r:id="rId79"/>
    <p:sldId id="1002" r:id="rId80"/>
    <p:sldId id="1003" r:id="rId81"/>
    <p:sldId id="1080" r:id="rId82"/>
    <p:sldId id="1006" r:id="rId83"/>
    <p:sldId id="1008" r:id="rId84"/>
    <p:sldId id="1009" r:id="rId85"/>
    <p:sldId id="1012" r:id="rId86"/>
    <p:sldId id="1013" r:id="rId87"/>
    <p:sldId id="1233" r:id="rId88"/>
    <p:sldId id="1014" r:id="rId89"/>
    <p:sldId id="1017" r:id="rId90"/>
    <p:sldId id="1020" r:id="rId91"/>
    <p:sldId id="1022" r:id="rId92"/>
    <p:sldId id="1025" r:id="rId93"/>
    <p:sldId id="1027" r:id="rId94"/>
    <p:sldId id="1234" r:id="rId95"/>
    <p:sldId id="1030" r:id="rId96"/>
    <p:sldId id="1032" r:id="rId97"/>
    <p:sldId id="1034" r:id="rId98"/>
    <p:sldId id="1045" r:id="rId99"/>
    <p:sldId id="1046" r:id="rId100"/>
    <p:sldId id="1047" r:id="rId101"/>
    <p:sldId id="1048" r:id="rId102"/>
    <p:sldId id="1050" r:id="rId103"/>
    <p:sldId id="1051" r:id="rId104"/>
    <p:sldId id="1235" r:id="rId105"/>
    <p:sldId id="1052" r:id="rId106"/>
    <p:sldId id="1053" r:id="rId107"/>
    <p:sldId id="1054" r:id="rId108"/>
    <p:sldId id="1055" r:id="rId109"/>
    <p:sldId id="1056" r:id="rId110"/>
    <p:sldId id="1058" r:id="rId111"/>
    <p:sldId id="1059" r:id="rId112"/>
    <p:sldId id="1070" r:id="rId113"/>
  </p:sldIdLst>
  <p:sldSz cx="12192000" cy="6858000"/>
  <p:notesSz cx="6858000" cy="9144000"/>
  <p:custDataLst>
    <p:tags r:id="rId11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46" userDrawn="1">
          <p15:clr>
            <a:srgbClr val="A4A3A4"/>
          </p15:clr>
        </p15:guide>
        <p15:guide id="2" pos="3840" userDrawn="1">
          <p15:clr>
            <a:srgbClr val="A4A3A4"/>
          </p15:clr>
        </p15:guide>
        <p15:guide id="3" orient="horz" pos="2159"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enovo" initials="L"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370"/>
    <a:srgbClr val="B42C2B"/>
    <a:srgbClr val="004D4F"/>
    <a:srgbClr val="2B569A"/>
    <a:srgbClr val="0098AC"/>
    <a:srgbClr val="ECECEC"/>
    <a:srgbClr val="5E468A"/>
    <a:srgbClr val="C8BCDD"/>
    <a:srgbClr val="00C0DA"/>
    <a:srgbClr val="1F717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35758FB7-9AC5-4552-8A53-C91805E547FA}" styleName="主题样式 1 - 强调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3824" autoAdjust="0"/>
    <p:restoredTop sz="94660"/>
  </p:normalViewPr>
  <p:slideViewPr>
    <p:cSldViewPr snapToGrid="0" showGuides="1">
      <p:cViewPr varScale="1">
        <p:scale>
          <a:sx n="93" d="100"/>
          <a:sy n="93" d="100"/>
        </p:scale>
        <p:origin x="114" y="534"/>
      </p:cViewPr>
      <p:guideLst>
        <p:guide orient="horz" pos="2146"/>
        <p:guide pos="3840"/>
        <p:guide orient="horz" pos="2159"/>
      </p:guideLst>
    </p:cSldViewPr>
  </p:slideViewPr>
  <p:notesTextViewPr>
    <p:cViewPr>
      <p:scale>
        <a:sx n="1" d="1"/>
        <a:sy n="1" d="1"/>
      </p:scale>
      <p:origin x="0" y="0"/>
    </p:cViewPr>
  </p:notesTextViewPr>
  <p:sorterViewPr>
    <p:cViewPr>
      <p:scale>
        <a:sx n="33" d="100"/>
        <a:sy n="33"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commentAuthors" Target="commentAuthor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presProps" Target="pres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notesMaster" Target="notesMasters/notesMaster1.xml"/><Relationship Id="rId119" Type="http://schemas.openxmlformats.org/officeDocument/2006/relationships/viewProps" Target="viewProps.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handoutMaster" Target="handoutMasters/handout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tableStyles" Target="tableStyle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tags" Target="tags/tag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s>
</file>

<file path=ppt/diagrams/colors1.xml><?xml version="1.0" encoding="utf-8"?>
<dgm:colorsDef xmlns:dgm="http://schemas.openxmlformats.org/drawingml/2006/diagram" xmlns:a="http://schemas.openxmlformats.org/drawingml/2006/main" uniqueId="urn:microsoft.com/office/officeart/2005/8/colors/colorful5#1">
  <dgm:title val=""/>
  <dgm:desc val=""/>
  <dgm:catLst>
    <dgm:cat type="colorful" pri="10500"/>
  </dgm:catLst>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21B84B87-C6EB-435B-86D2-C67B5C2DFC04}" type="doc">
      <dgm:prSet loTypeId="urn:microsoft.com/office/officeart/2008/layout/VerticalCurvedList#1" loCatId="list" qsTypeId="urn:microsoft.com/office/officeart/2005/8/quickstyle/simple1#1" qsCatId="simple" csTypeId="urn:microsoft.com/office/officeart/2005/8/colors/colorful5#1" csCatId="colorful" phldr="1"/>
      <dgm:spPr/>
      <dgm:t>
        <a:bodyPr/>
        <a:lstStyle/>
        <a:p>
          <a:endParaRPr lang="zh-CN" altLang="en-US"/>
        </a:p>
      </dgm:t>
    </dgm:pt>
    <dgm:pt modelId="{2F127D3F-87E5-45BD-BFBF-89B7AEEF333D}">
      <dgm:prSet phldrT="[文本]"/>
      <dgm:spPr/>
      <dgm:t>
        <a:bodyPr/>
        <a:lstStyle/>
        <a:p>
          <a:r>
            <a:rPr lang="zh-CN"/>
            <a:t>线条</a:t>
          </a:r>
          <a:endParaRPr lang="zh-CN" altLang="en-US" dirty="0"/>
        </a:p>
      </dgm:t>
    </dgm:pt>
    <dgm:pt modelId="{E73047F4-A848-4CEF-8BED-06E0335136AC}" type="parTrans" cxnId="{1BBD6E46-ABDE-4568-AF23-1A8ADDF39181}">
      <dgm:prSet/>
      <dgm:spPr/>
      <dgm:t>
        <a:bodyPr/>
        <a:lstStyle/>
        <a:p>
          <a:endParaRPr lang="zh-CN" altLang="en-US"/>
        </a:p>
      </dgm:t>
    </dgm:pt>
    <dgm:pt modelId="{EA40548A-FEE9-4101-AFD8-D04BF8D87316}" type="sibTrans" cxnId="{1BBD6E46-ABDE-4568-AF23-1A8ADDF39181}">
      <dgm:prSet/>
      <dgm:spPr/>
      <dgm:t>
        <a:bodyPr/>
        <a:lstStyle/>
        <a:p>
          <a:endParaRPr lang="zh-CN" altLang="en-US"/>
        </a:p>
      </dgm:t>
    </dgm:pt>
    <dgm:pt modelId="{2958A7F2-BC9B-4346-9B63-7601338BE4A7}">
      <dgm:prSet phldrT="[文本]"/>
      <dgm:spPr/>
      <dgm:t>
        <a:bodyPr/>
        <a:lstStyle/>
        <a:p>
          <a:r>
            <a:rPr lang="zh-CN" dirty="0"/>
            <a:t>矩形</a:t>
          </a:r>
          <a:endParaRPr lang="zh-CN" altLang="en-US" dirty="0"/>
        </a:p>
      </dgm:t>
    </dgm:pt>
    <dgm:pt modelId="{85032B87-E435-45E2-9DF1-68DFAACDEE75}" type="parTrans" cxnId="{E0D8408C-FEEE-4879-B096-4B324992C86E}">
      <dgm:prSet/>
      <dgm:spPr/>
      <dgm:t>
        <a:bodyPr/>
        <a:lstStyle/>
        <a:p>
          <a:endParaRPr lang="zh-CN" altLang="en-US"/>
        </a:p>
      </dgm:t>
    </dgm:pt>
    <dgm:pt modelId="{C6975572-EB65-41BF-BDE1-F5BB69762DB2}" type="sibTrans" cxnId="{E0D8408C-FEEE-4879-B096-4B324992C86E}">
      <dgm:prSet/>
      <dgm:spPr/>
      <dgm:t>
        <a:bodyPr/>
        <a:lstStyle/>
        <a:p>
          <a:endParaRPr lang="zh-CN" altLang="en-US"/>
        </a:p>
      </dgm:t>
    </dgm:pt>
    <dgm:pt modelId="{A9AA3312-1C26-4F15-A960-4360D70EEC9B}">
      <dgm:prSet phldrT="[文本]"/>
      <dgm:spPr/>
      <dgm:t>
        <a:bodyPr/>
        <a:lstStyle/>
        <a:p>
          <a:r>
            <a:rPr lang="zh-CN" dirty="0"/>
            <a:t>基本形状</a:t>
          </a:r>
          <a:endParaRPr lang="zh-CN" altLang="en-US" dirty="0"/>
        </a:p>
      </dgm:t>
    </dgm:pt>
    <dgm:pt modelId="{B9EC43A7-9C97-4372-A0E2-FA6C3858BE16}" type="parTrans" cxnId="{28EF9DDC-D289-47FC-A7B7-7A1E676B12A8}">
      <dgm:prSet/>
      <dgm:spPr/>
      <dgm:t>
        <a:bodyPr/>
        <a:lstStyle/>
        <a:p>
          <a:endParaRPr lang="zh-CN" altLang="en-US"/>
        </a:p>
      </dgm:t>
    </dgm:pt>
    <dgm:pt modelId="{86AE93D3-A6FD-4E0D-91F9-F7972ACD47A2}" type="sibTrans" cxnId="{28EF9DDC-D289-47FC-A7B7-7A1E676B12A8}">
      <dgm:prSet/>
      <dgm:spPr/>
      <dgm:t>
        <a:bodyPr/>
        <a:lstStyle/>
        <a:p>
          <a:endParaRPr lang="zh-CN" altLang="en-US"/>
        </a:p>
      </dgm:t>
    </dgm:pt>
    <dgm:pt modelId="{0861D0DF-C65B-406B-8CE0-96C39545F326}">
      <dgm:prSet phldrT="[文本]"/>
      <dgm:spPr/>
      <dgm:t>
        <a:bodyPr/>
        <a:lstStyle/>
        <a:p>
          <a:r>
            <a:rPr lang="zh-CN" dirty="0"/>
            <a:t>箭头总汇</a:t>
          </a:r>
          <a:endParaRPr lang="zh-CN" altLang="en-US" dirty="0"/>
        </a:p>
      </dgm:t>
    </dgm:pt>
    <dgm:pt modelId="{C3AD9B36-918E-4F83-B38F-9BBDED6B1B1E}" type="parTrans" cxnId="{3F4EEDCF-AD71-4C96-946E-3C96CCF522E9}">
      <dgm:prSet/>
      <dgm:spPr/>
      <dgm:t>
        <a:bodyPr/>
        <a:lstStyle/>
        <a:p>
          <a:endParaRPr lang="zh-CN" altLang="en-US"/>
        </a:p>
      </dgm:t>
    </dgm:pt>
    <dgm:pt modelId="{9CE49DE4-1904-44A7-82CE-8EBA152E5618}" type="sibTrans" cxnId="{3F4EEDCF-AD71-4C96-946E-3C96CCF522E9}">
      <dgm:prSet/>
      <dgm:spPr/>
      <dgm:t>
        <a:bodyPr/>
        <a:lstStyle/>
        <a:p>
          <a:endParaRPr lang="zh-CN" altLang="en-US"/>
        </a:p>
      </dgm:t>
    </dgm:pt>
    <dgm:pt modelId="{CAB1B196-E456-42D9-B02F-732E56BBAD73}">
      <dgm:prSet phldrT="[文本]"/>
      <dgm:spPr/>
      <dgm:t>
        <a:bodyPr/>
        <a:lstStyle/>
        <a:p>
          <a:r>
            <a:rPr lang="zh-CN" dirty="0"/>
            <a:t>公式形状</a:t>
          </a:r>
          <a:endParaRPr lang="zh-CN" altLang="en-US" dirty="0"/>
        </a:p>
      </dgm:t>
    </dgm:pt>
    <dgm:pt modelId="{1ED295FC-76D3-4A32-B4E8-31BE06C0A99E}" type="parTrans" cxnId="{79A430F6-596B-4DBF-BC8F-175EA24C8AE4}">
      <dgm:prSet/>
      <dgm:spPr/>
      <dgm:t>
        <a:bodyPr/>
        <a:lstStyle/>
        <a:p>
          <a:endParaRPr lang="zh-CN" altLang="en-US"/>
        </a:p>
      </dgm:t>
    </dgm:pt>
    <dgm:pt modelId="{D56362DF-1AA2-43FB-A05C-5CCCA96B6E9D}" type="sibTrans" cxnId="{79A430F6-596B-4DBF-BC8F-175EA24C8AE4}">
      <dgm:prSet/>
      <dgm:spPr/>
      <dgm:t>
        <a:bodyPr/>
        <a:lstStyle/>
        <a:p>
          <a:endParaRPr lang="zh-CN" altLang="en-US"/>
        </a:p>
      </dgm:t>
    </dgm:pt>
    <dgm:pt modelId="{37E9E5CE-E1B2-45EE-B343-6C47D0C4FFD9}">
      <dgm:prSet phldrT="[文本]"/>
      <dgm:spPr/>
      <dgm:t>
        <a:bodyPr/>
        <a:lstStyle/>
        <a:p>
          <a:r>
            <a:rPr lang="zh-CN" dirty="0"/>
            <a:t>流程图</a:t>
          </a:r>
          <a:endParaRPr lang="zh-CN" altLang="en-US" dirty="0"/>
        </a:p>
      </dgm:t>
    </dgm:pt>
    <dgm:pt modelId="{08900A11-A4F8-42EB-8D33-6A196904A971}" type="parTrans" cxnId="{1694B86D-9DCE-4A7A-B7C1-03F6BDD75E1E}">
      <dgm:prSet/>
      <dgm:spPr/>
      <dgm:t>
        <a:bodyPr/>
        <a:lstStyle/>
        <a:p>
          <a:endParaRPr lang="zh-CN" altLang="en-US"/>
        </a:p>
      </dgm:t>
    </dgm:pt>
    <dgm:pt modelId="{6DEAFE9D-D667-47A7-B0EB-F997D61AC0FA}" type="sibTrans" cxnId="{1694B86D-9DCE-4A7A-B7C1-03F6BDD75E1E}">
      <dgm:prSet/>
      <dgm:spPr/>
      <dgm:t>
        <a:bodyPr/>
        <a:lstStyle/>
        <a:p>
          <a:endParaRPr lang="zh-CN" altLang="en-US"/>
        </a:p>
      </dgm:t>
    </dgm:pt>
    <dgm:pt modelId="{2B9C582E-C4B0-47F9-9CF3-D712489B9468}">
      <dgm:prSet phldrT="[文本]"/>
      <dgm:spPr/>
      <dgm:t>
        <a:bodyPr/>
        <a:lstStyle/>
        <a:p>
          <a:r>
            <a:rPr lang="zh-CN" dirty="0"/>
            <a:t>星与旗帜</a:t>
          </a:r>
          <a:endParaRPr lang="zh-CN" altLang="en-US" dirty="0"/>
        </a:p>
      </dgm:t>
    </dgm:pt>
    <dgm:pt modelId="{4909906A-0D3D-4FB1-A234-E314A75F77CD}" type="parTrans" cxnId="{4B06FB84-D201-4DA8-89CA-34C92D1EA38A}">
      <dgm:prSet/>
      <dgm:spPr/>
      <dgm:t>
        <a:bodyPr/>
        <a:lstStyle/>
        <a:p>
          <a:endParaRPr lang="zh-CN" altLang="en-US"/>
        </a:p>
      </dgm:t>
    </dgm:pt>
    <dgm:pt modelId="{39714360-DD77-42EE-847C-26B40847F8E4}" type="sibTrans" cxnId="{4B06FB84-D201-4DA8-89CA-34C92D1EA38A}">
      <dgm:prSet/>
      <dgm:spPr/>
      <dgm:t>
        <a:bodyPr/>
        <a:lstStyle/>
        <a:p>
          <a:endParaRPr lang="zh-CN" altLang="en-US"/>
        </a:p>
      </dgm:t>
    </dgm:pt>
    <dgm:pt modelId="{BBFBC8FD-7C63-4C19-A2C0-28348DF3CDCD}">
      <dgm:prSet phldrT="[文本]"/>
      <dgm:spPr/>
      <dgm:t>
        <a:bodyPr/>
        <a:lstStyle/>
        <a:p>
          <a:endParaRPr lang="zh-CN" altLang="en-US"/>
        </a:p>
      </dgm:t>
    </dgm:pt>
    <dgm:pt modelId="{ABBB4DA3-4328-4E78-9627-B5641522F389}" type="parTrans" cxnId="{24281547-C5A8-4BC7-AD70-EB1D38A0D074}">
      <dgm:prSet/>
      <dgm:spPr/>
      <dgm:t>
        <a:bodyPr/>
        <a:lstStyle/>
        <a:p>
          <a:endParaRPr lang="zh-CN" altLang="en-US"/>
        </a:p>
      </dgm:t>
    </dgm:pt>
    <dgm:pt modelId="{1A8282D9-59B1-43CF-9474-46A9967E0CA4}" type="sibTrans" cxnId="{24281547-C5A8-4BC7-AD70-EB1D38A0D074}">
      <dgm:prSet/>
      <dgm:spPr/>
      <dgm:t>
        <a:bodyPr/>
        <a:lstStyle/>
        <a:p>
          <a:endParaRPr lang="zh-CN" altLang="en-US"/>
        </a:p>
      </dgm:t>
    </dgm:pt>
    <dgm:pt modelId="{CA7655A6-D4D8-4B7E-A184-6F0DEB7A9E6A}" type="pres">
      <dgm:prSet presAssocID="{21B84B87-C6EB-435B-86D2-C67B5C2DFC04}" presName="Name0" presStyleCnt="0">
        <dgm:presLayoutVars>
          <dgm:chMax val="7"/>
          <dgm:chPref val="7"/>
          <dgm:dir/>
        </dgm:presLayoutVars>
      </dgm:prSet>
      <dgm:spPr/>
    </dgm:pt>
    <dgm:pt modelId="{5D3B2B89-4128-4270-808F-C0326BF66F64}" type="pres">
      <dgm:prSet presAssocID="{21B84B87-C6EB-435B-86D2-C67B5C2DFC04}" presName="Name1" presStyleCnt="0"/>
      <dgm:spPr/>
    </dgm:pt>
    <dgm:pt modelId="{99533F28-5CE8-4595-995A-A7BA40A1549B}" type="pres">
      <dgm:prSet presAssocID="{21B84B87-C6EB-435B-86D2-C67B5C2DFC04}" presName="cycle" presStyleCnt="0"/>
      <dgm:spPr/>
    </dgm:pt>
    <dgm:pt modelId="{B89FA25F-D8F2-4C10-BF51-DACA676E28DC}" type="pres">
      <dgm:prSet presAssocID="{21B84B87-C6EB-435B-86D2-C67B5C2DFC04}" presName="srcNode" presStyleLbl="node1" presStyleIdx="0" presStyleCnt="7"/>
      <dgm:spPr/>
    </dgm:pt>
    <dgm:pt modelId="{DA9EC5DE-00A9-492A-9302-8FCBB64E92EF}" type="pres">
      <dgm:prSet presAssocID="{21B84B87-C6EB-435B-86D2-C67B5C2DFC04}" presName="conn" presStyleLbl="parChTrans1D2" presStyleIdx="0" presStyleCnt="1"/>
      <dgm:spPr/>
    </dgm:pt>
    <dgm:pt modelId="{18647E16-0EAF-4C84-BBAB-D208BC62DD9D}" type="pres">
      <dgm:prSet presAssocID="{21B84B87-C6EB-435B-86D2-C67B5C2DFC04}" presName="extraNode" presStyleLbl="node1" presStyleIdx="0" presStyleCnt="7"/>
      <dgm:spPr/>
    </dgm:pt>
    <dgm:pt modelId="{5F620E81-067B-477E-8E43-72FC3370E4A6}" type="pres">
      <dgm:prSet presAssocID="{21B84B87-C6EB-435B-86D2-C67B5C2DFC04}" presName="dstNode" presStyleLbl="node1" presStyleIdx="0" presStyleCnt="7"/>
      <dgm:spPr/>
    </dgm:pt>
    <dgm:pt modelId="{DD7F7279-AC72-4911-BC51-D481AA4B3B73}" type="pres">
      <dgm:prSet presAssocID="{2F127D3F-87E5-45BD-BFBF-89B7AEEF333D}" presName="text_1" presStyleLbl="node1" presStyleIdx="0" presStyleCnt="7">
        <dgm:presLayoutVars>
          <dgm:bulletEnabled val="1"/>
        </dgm:presLayoutVars>
      </dgm:prSet>
      <dgm:spPr/>
    </dgm:pt>
    <dgm:pt modelId="{534826B8-F68A-4D7C-924A-12AE6763A1B2}" type="pres">
      <dgm:prSet presAssocID="{2F127D3F-87E5-45BD-BFBF-89B7AEEF333D}" presName="accent_1" presStyleCnt="0"/>
      <dgm:spPr/>
    </dgm:pt>
    <dgm:pt modelId="{1F4C31A6-DD92-4B1E-A85D-6FFC7792B43A}" type="pres">
      <dgm:prSet presAssocID="{2F127D3F-87E5-45BD-BFBF-89B7AEEF333D}" presName="accentRepeatNode" presStyleLbl="solidFgAcc1" presStyleIdx="0" presStyleCnt="7"/>
      <dgm:spPr/>
    </dgm:pt>
    <dgm:pt modelId="{569696B2-24BF-4720-AB00-FA4587023305}" type="pres">
      <dgm:prSet presAssocID="{2958A7F2-BC9B-4346-9B63-7601338BE4A7}" presName="text_2" presStyleLbl="node1" presStyleIdx="1" presStyleCnt="7">
        <dgm:presLayoutVars>
          <dgm:bulletEnabled val="1"/>
        </dgm:presLayoutVars>
      </dgm:prSet>
      <dgm:spPr/>
    </dgm:pt>
    <dgm:pt modelId="{1CEDD0A0-2A7E-45D8-953F-06B1F6BAC51C}" type="pres">
      <dgm:prSet presAssocID="{2958A7F2-BC9B-4346-9B63-7601338BE4A7}" presName="accent_2" presStyleCnt="0"/>
      <dgm:spPr/>
    </dgm:pt>
    <dgm:pt modelId="{DA0F859E-61F2-423C-BE33-E9B00347426E}" type="pres">
      <dgm:prSet presAssocID="{2958A7F2-BC9B-4346-9B63-7601338BE4A7}" presName="accentRepeatNode" presStyleLbl="solidFgAcc1" presStyleIdx="1" presStyleCnt="7"/>
      <dgm:spPr/>
    </dgm:pt>
    <dgm:pt modelId="{836BA596-1B05-4EC9-BC17-3DFA5D573CD6}" type="pres">
      <dgm:prSet presAssocID="{A9AA3312-1C26-4F15-A960-4360D70EEC9B}" presName="text_3" presStyleLbl="node1" presStyleIdx="2" presStyleCnt="7">
        <dgm:presLayoutVars>
          <dgm:bulletEnabled val="1"/>
        </dgm:presLayoutVars>
      </dgm:prSet>
      <dgm:spPr/>
    </dgm:pt>
    <dgm:pt modelId="{D0A45D8C-C0A6-45CC-A8C4-7CE595526BEF}" type="pres">
      <dgm:prSet presAssocID="{A9AA3312-1C26-4F15-A960-4360D70EEC9B}" presName="accent_3" presStyleCnt="0"/>
      <dgm:spPr/>
    </dgm:pt>
    <dgm:pt modelId="{3264059F-8F3F-4F41-98D9-F06675D3C24C}" type="pres">
      <dgm:prSet presAssocID="{A9AA3312-1C26-4F15-A960-4360D70EEC9B}" presName="accentRepeatNode" presStyleLbl="solidFgAcc1" presStyleIdx="2" presStyleCnt="7"/>
      <dgm:spPr/>
    </dgm:pt>
    <dgm:pt modelId="{08B53DBD-D6B8-46B8-8EC9-CC257371CBD0}" type="pres">
      <dgm:prSet presAssocID="{0861D0DF-C65B-406B-8CE0-96C39545F326}" presName="text_4" presStyleLbl="node1" presStyleIdx="3" presStyleCnt="7">
        <dgm:presLayoutVars>
          <dgm:bulletEnabled val="1"/>
        </dgm:presLayoutVars>
      </dgm:prSet>
      <dgm:spPr/>
    </dgm:pt>
    <dgm:pt modelId="{CF179D02-26C3-4A7D-BD23-CCC52FFA05F8}" type="pres">
      <dgm:prSet presAssocID="{0861D0DF-C65B-406B-8CE0-96C39545F326}" presName="accent_4" presStyleCnt="0"/>
      <dgm:spPr/>
    </dgm:pt>
    <dgm:pt modelId="{F49985B9-BF34-477E-AAAC-4EE290AC7EB6}" type="pres">
      <dgm:prSet presAssocID="{0861D0DF-C65B-406B-8CE0-96C39545F326}" presName="accentRepeatNode" presStyleLbl="solidFgAcc1" presStyleIdx="3" presStyleCnt="7"/>
      <dgm:spPr/>
    </dgm:pt>
    <dgm:pt modelId="{7A5B6B45-CD4E-4F5E-A0AF-DADE30029E52}" type="pres">
      <dgm:prSet presAssocID="{CAB1B196-E456-42D9-B02F-732E56BBAD73}" presName="text_5" presStyleLbl="node1" presStyleIdx="4" presStyleCnt="7">
        <dgm:presLayoutVars>
          <dgm:bulletEnabled val="1"/>
        </dgm:presLayoutVars>
      </dgm:prSet>
      <dgm:spPr/>
    </dgm:pt>
    <dgm:pt modelId="{777B6BB3-5928-4AB7-87BB-60C3F7083403}" type="pres">
      <dgm:prSet presAssocID="{CAB1B196-E456-42D9-B02F-732E56BBAD73}" presName="accent_5" presStyleCnt="0"/>
      <dgm:spPr/>
    </dgm:pt>
    <dgm:pt modelId="{4592D022-6212-49C7-B0C9-3F87554E705C}" type="pres">
      <dgm:prSet presAssocID="{CAB1B196-E456-42D9-B02F-732E56BBAD73}" presName="accentRepeatNode" presStyleLbl="solidFgAcc1" presStyleIdx="4" presStyleCnt="7"/>
      <dgm:spPr/>
    </dgm:pt>
    <dgm:pt modelId="{1FD3BC6C-E8D3-46DA-B69B-EAFEFFC7DF63}" type="pres">
      <dgm:prSet presAssocID="{37E9E5CE-E1B2-45EE-B343-6C47D0C4FFD9}" presName="text_6" presStyleLbl="node1" presStyleIdx="5" presStyleCnt="7">
        <dgm:presLayoutVars>
          <dgm:bulletEnabled val="1"/>
        </dgm:presLayoutVars>
      </dgm:prSet>
      <dgm:spPr/>
    </dgm:pt>
    <dgm:pt modelId="{46D0CBB5-ABFD-4F30-8AF2-BB453B7C2A40}" type="pres">
      <dgm:prSet presAssocID="{37E9E5CE-E1B2-45EE-B343-6C47D0C4FFD9}" presName="accent_6" presStyleCnt="0"/>
      <dgm:spPr/>
    </dgm:pt>
    <dgm:pt modelId="{77290793-EEB0-4209-91C2-F22EF1F201E3}" type="pres">
      <dgm:prSet presAssocID="{37E9E5CE-E1B2-45EE-B343-6C47D0C4FFD9}" presName="accentRepeatNode" presStyleLbl="solidFgAcc1" presStyleIdx="5" presStyleCnt="7"/>
      <dgm:spPr/>
    </dgm:pt>
    <dgm:pt modelId="{DD01BFCF-B878-4556-9A2C-472BD5A6D1BE}" type="pres">
      <dgm:prSet presAssocID="{2B9C582E-C4B0-47F9-9CF3-D712489B9468}" presName="text_7" presStyleLbl="node1" presStyleIdx="6" presStyleCnt="7">
        <dgm:presLayoutVars>
          <dgm:bulletEnabled val="1"/>
        </dgm:presLayoutVars>
      </dgm:prSet>
      <dgm:spPr/>
    </dgm:pt>
    <dgm:pt modelId="{8FD3586C-F744-4EFD-BB0E-E42EF7CFBBFE}" type="pres">
      <dgm:prSet presAssocID="{2B9C582E-C4B0-47F9-9CF3-D712489B9468}" presName="accent_7" presStyleCnt="0"/>
      <dgm:spPr/>
    </dgm:pt>
    <dgm:pt modelId="{D8368A8C-F9C4-4709-A3FB-BB495DC261EA}" type="pres">
      <dgm:prSet presAssocID="{2B9C582E-C4B0-47F9-9CF3-D712489B9468}" presName="accentRepeatNode" presStyleLbl="solidFgAcc1" presStyleIdx="6" presStyleCnt="7"/>
      <dgm:spPr/>
    </dgm:pt>
  </dgm:ptLst>
  <dgm:cxnLst>
    <dgm:cxn modelId="{47D54A2A-80D7-4FD3-9776-26E1BB8342C1}" type="presOf" srcId="{CAB1B196-E456-42D9-B02F-732E56BBAD73}" destId="{7A5B6B45-CD4E-4F5E-A0AF-DADE30029E52}" srcOrd="0" destOrd="0" presId="urn:microsoft.com/office/officeart/2008/layout/VerticalCurvedList#1"/>
    <dgm:cxn modelId="{1BBD6E46-ABDE-4568-AF23-1A8ADDF39181}" srcId="{21B84B87-C6EB-435B-86D2-C67B5C2DFC04}" destId="{2F127D3F-87E5-45BD-BFBF-89B7AEEF333D}" srcOrd="0" destOrd="0" parTransId="{E73047F4-A848-4CEF-8BED-06E0335136AC}" sibTransId="{EA40548A-FEE9-4101-AFD8-D04BF8D87316}"/>
    <dgm:cxn modelId="{24281547-C5A8-4BC7-AD70-EB1D38A0D074}" srcId="{21B84B87-C6EB-435B-86D2-C67B5C2DFC04}" destId="{BBFBC8FD-7C63-4C19-A2C0-28348DF3CDCD}" srcOrd="7" destOrd="0" parTransId="{ABBB4DA3-4328-4E78-9627-B5641522F389}" sibTransId="{1A8282D9-59B1-43CF-9474-46A9967E0CA4}"/>
    <dgm:cxn modelId="{1694B86D-9DCE-4A7A-B7C1-03F6BDD75E1E}" srcId="{21B84B87-C6EB-435B-86D2-C67B5C2DFC04}" destId="{37E9E5CE-E1B2-45EE-B343-6C47D0C4FFD9}" srcOrd="5" destOrd="0" parTransId="{08900A11-A4F8-42EB-8D33-6A196904A971}" sibTransId="{6DEAFE9D-D667-47A7-B0EB-F997D61AC0FA}"/>
    <dgm:cxn modelId="{03BC2554-2AF9-46B1-9C1D-FAF4B6341FBF}" type="presOf" srcId="{2B9C582E-C4B0-47F9-9CF3-D712489B9468}" destId="{DD01BFCF-B878-4556-9A2C-472BD5A6D1BE}" srcOrd="0" destOrd="0" presId="urn:microsoft.com/office/officeart/2008/layout/VerticalCurvedList#1"/>
    <dgm:cxn modelId="{4B06FB84-D201-4DA8-89CA-34C92D1EA38A}" srcId="{21B84B87-C6EB-435B-86D2-C67B5C2DFC04}" destId="{2B9C582E-C4B0-47F9-9CF3-D712489B9468}" srcOrd="6" destOrd="0" parTransId="{4909906A-0D3D-4FB1-A234-E314A75F77CD}" sibTransId="{39714360-DD77-42EE-847C-26B40847F8E4}"/>
    <dgm:cxn modelId="{C5790787-B07E-4911-914A-C40375872291}" type="presOf" srcId="{0861D0DF-C65B-406B-8CE0-96C39545F326}" destId="{08B53DBD-D6B8-46B8-8EC9-CC257371CBD0}" srcOrd="0" destOrd="0" presId="urn:microsoft.com/office/officeart/2008/layout/VerticalCurvedList#1"/>
    <dgm:cxn modelId="{E0D8408C-FEEE-4879-B096-4B324992C86E}" srcId="{21B84B87-C6EB-435B-86D2-C67B5C2DFC04}" destId="{2958A7F2-BC9B-4346-9B63-7601338BE4A7}" srcOrd="1" destOrd="0" parTransId="{85032B87-E435-45E2-9DF1-68DFAACDEE75}" sibTransId="{C6975572-EB65-41BF-BDE1-F5BB69762DB2}"/>
    <dgm:cxn modelId="{F55210A8-D7ED-4AC1-887E-4B7B0E1FBF1E}" type="presOf" srcId="{2F127D3F-87E5-45BD-BFBF-89B7AEEF333D}" destId="{DD7F7279-AC72-4911-BC51-D481AA4B3B73}" srcOrd="0" destOrd="0" presId="urn:microsoft.com/office/officeart/2008/layout/VerticalCurvedList#1"/>
    <dgm:cxn modelId="{5FDB18A9-00FB-4696-BDDC-02CB672789E8}" type="presOf" srcId="{2958A7F2-BC9B-4346-9B63-7601338BE4A7}" destId="{569696B2-24BF-4720-AB00-FA4587023305}" srcOrd="0" destOrd="0" presId="urn:microsoft.com/office/officeart/2008/layout/VerticalCurvedList#1"/>
    <dgm:cxn modelId="{74C93BC5-3B87-4EFA-8159-98DF48D8EB2E}" type="presOf" srcId="{37E9E5CE-E1B2-45EE-B343-6C47D0C4FFD9}" destId="{1FD3BC6C-E8D3-46DA-B69B-EAFEFFC7DF63}" srcOrd="0" destOrd="0" presId="urn:microsoft.com/office/officeart/2008/layout/VerticalCurvedList#1"/>
    <dgm:cxn modelId="{3F4EEDCF-AD71-4C96-946E-3C96CCF522E9}" srcId="{21B84B87-C6EB-435B-86D2-C67B5C2DFC04}" destId="{0861D0DF-C65B-406B-8CE0-96C39545F326}" srcOrd="3" destOrd="0" parTransId="{C3AD9B36-918E-4F83-B38F-9BBDED6B1B1E}" sibTransId="{9CE49DE4-1904-44A7-82CE-8EBA152E5618}"/>
    <dgm:cxn modelId="{E24DB4D5-6EC9-4AA4-989D-136AB589CBFC}" type="presOf" srcId="{EA40548A-FEE9-4101-AFD8-D04BF8D87316}" destId="{DA9EC5DE-00A9-492A-9302-8FCBB64E92EF}" srcOrd="0" destOrd="0" presId="urn:microsoft.com/office/officeart/2008/layout/VerticalCurvedList#1"/>
    <dgm:cxn modelId="{28EF9DDC-D289-47FC-A7B7-7A1E676B12A8}" srcId="{21B84B87-C6EB-435B-86D2-C67B5C2DFC04}" destId="{A9AA3312-1C26-4F15-A960-4360D70EEC9B}" srcOrd="2" destOrd="0" parTransId="{B9EC43A7-9C97-4372-A0E2-FA6C3858BE16}" sibTransId="{86AE93D3-A6FD-4E0D-91F9-F7972ACD47A2}"/>
    <dgm:cxn modelId="{3BA689DD-4059-4B85-8E49-22CA3AC7E2AC}" type="presOf" srcId="{21B84B87-C6EB-435B-86D2-C67B5C2DFC04}" destId="{CA7655A6-D4D8-4B7E-A184-6F0DEB7A9E6A}" srcOrd="0" destOrd="0" presId="urn:microsoft.com/office/officeart/2008/layout/VerticalCurvedList#1"/>
    <dgm:cxn modelId="{1CF5B2F4-EB14-4556-814D-7BF12B8AC95D}" type="presOf" srcId="{A9AA3312-1C26-4F15-A960-4360D70EEC9B}" destId="{836BA596-1B05-4EC9-BC17-3DFA5D573CD6}" srcOrd="0" destOrd="0" presId="urn:microsoft.com/office/officeart/2008/layout/VerticalCurvedList#1"/>
    <dgm:cxn modelId="{79A430F6-596B-4DBF-BC8F-175EA24C8AE4}" srcId="{21B84B87-C6EB-435B-86D2-C67B5C2DFC04}" destId="{CAB1B196-E456-42D9-B02F-732E56BBAD73}" srcOrd="4" destOrd="0" parTransId="{1ED295FC-76D3-4A32-B4E8-31BE06C0A99E}" sibTransId="{D56362DF-1AA2-43FB-A05C-5CCCA96B6E9D}"/>
    <dgm:cxn modelId="{6AD8CC03-3049-4E91-9DD3-90A0FD193634}" type="presParOf" srcId="{CA7655A6-D4D8-4B7E-A184-6F0DEB7A9E6A}" destId="{5D3B2B89-4128-4270-808F-C0326BF66F64}" srcOrd="0" destOrd="0" presId="urn:microsoft.com/office/officeart/2008/layout/VerticalCurvedList#1"/>
    <dgm:cxn modelId="{7A03C65F-2810-4CAE-8FD2-C12F5D2D75E1}" type="presParOf" srcId="{5D3B2B89-4128-4270-808F-C0326BF66F64}" destId="{99533F28-5CE8-4595-995A-A7BA40A1549B}" srcOrd="0" destOrd="0" presId="urn:microsoft.com/office/officeart/2008/layout/VerticalCurvedList#1"/>
    <dgm:cxn modelId="{209E7769-2B8E-4C82-977A-A095949BCEAA}" type="presParOf" srcId="{99533F28-5CE8-4595-995A-A7BA40A1549B}" destId="{B89FA25F-D8F2-4C10-BF51-DACA676E28DC}" srcOrd="0" destOrd="0" presId="urn:microsoft.com/office/officeart/2008/layout/VerticalCurvedList#1"/>
    <dgm:cxn modelId="{DD868DD3-7835-438A-9E4D-EC48906F3BFB}" type="presParOf" srcId="{99533F28-5CE8-4595-995A-A7BA40A1549B}" destId="{DA9EC5DE-00A9-492A-9302-8FCBB64E92EF}" srcOrd="1" destOrd="0" presId="urn:microsoft.com/office/officeart/2008/layout/VerticalCurvedList#1"/>
    <dgm:cxn modelId="{A75C92D0-8158-4715-9EAF-A72CAE939B83}" type="presParOf" srcId="{99533F28-5CE8-4595-995A-A7BA40A1549B}" destId="{18647E16-0EAF-4C84-BBAB-D208BC62DD9D}" srcOrd="2" destOrd="0" presId="urn:microsoft.com/office/officeart/2008/layout/VerticalCurvedList#1"/>
    <dgm:cxn modelId="{70ACDE18-D063-4CE5-8C22-C9B4D9DC1D64}" type="presParOf" srcId="{99533F28-5CE8-4595-995A-A7BA40A1549B}" destId="{5F620E81-067B-477E-8E43-72FC3370E4A6}" srcOrd="3" destOrd="0" presId="urn:microsoft.com/office/officeart/2008/layout/VerticalCurvedList#1"/>
    <dgm:cxn modelId="{6203C480-AD7A-4170-BAFB-58923C74C5EB}" type="presParOf" srcId="{5D3B2B89-4128-4270-808F-C0326BF66F64}" destId="{DD7F7279-AC72-4911-BC51-D481AA4B3B73}" srcOrd="1" destOrd="0" presId="urn:microsoft.com/office/officeart/2008/layout/VerticalCurvedList#1"/>
    <dgm:cxn modelId="{4A596FCC-B6C6-47E2-A82B-356152759922}" type="presParOf" srcId="{5D3B2B89-4128-4270-808F-C0326BF66F64}" destId="{534826B8-F68A-4D7C-924A-12AE6763A1B2}" srcOrd="2" destOrd="0" presId="urn:microsoft.com/office/officeart/2008/layout/VerticalCurvedList#1"/>
    <dgm:cxn modelId="{648EBAB9-91F2-4DA9-A4F5-130AAE942BF6}" type="presParOf" srcId="{534826B8-F68A-4D7C-924A-12AE6763A1B2}" destId="{1F4C31A6-DD92-4B1E-A85D-6FFC7792B43A}" srcOrd="0" destOrd="0" presId="urn:microsoft.com/office/officeart/2008/layout/VerticalCurvedList#1"/>
    <dgm:cxn modelId="{999C3C91-F6E4-456F-B547-DD4E6C92C267}" type="presParOf" srcId="{5D3B2B89-4128-4270-808F-C0326BF66F64}" destId="{569696B2-24BF-4720-AB00-FA4587023305}" srcOrd="3" destOrd="0" presId="urn:microsoft.com/office/officeart/2008/layout/VerticalCurvedList#1"/>
    <dgm:cxn modelId="{D4237A24-74B7-4113-A1A5-CE0856873892}" type="presParOf" srcId="{5D3B2B89-4128-4270-808F-C0326BF66F64}" destId="{1CEDD0A0-2A7E-45D8-953F-06B1F6BAC51C}" srcOrd="4" destOrd="0" presId="urn:microsoft.com/office/officeart/2008/layout/VerticalCurvedList#1"/>
    <dgm:cxn modelId="{75B46836-F9CA-4476-AFFF-C08BF81987CC}" type="presParOf" srcId="{1CEDD0A0-2A7E-45D8-953F-06B1F6BAC51C}" destId="{DA0F859E-61F2-423C-BE33-E9B00347426E}" srcOrd="0" destOrd="0" presId="urn:microsoft.com/office/officeart/2008/layout/VerticalCurvedList#1"/>
    <dgm:cxn modelId="{199488BF-BB48-4EA7-B318-5FF5AD053621}" type="presParOf" srcId="{5D3B2B89-4128-4270-808F-C0326BF66F64}" destId="{836BA596-1B05-4EC9-BC17-3DFA5D573CD6}" srcOrd="5" destOrd="0" presId="urn:microsoft.com/office/officeart/2008/layout/VerticalCurvedList#1"/>
    <dgm:cxn modelId="{890285D1-C2CB-474B-BED7-4AEAFFFC635A}" type="presParOf" srcId="{5D3B2B89-4128-4270-808F-C0326BF66F64}" destId="{D0A45D8C-C0A6-45CC-A8C4-7CE595526BEF}" srcOrd="6" destOrd="0" presId="urn:microsoft.com/office/officeart/2008/layout/VerticalCurvedList#1"/>
    <dgm:cxn modelId="{B7DFC23F-897E-424B-A262-FAEAD583211F}" type="presParOf" srcId="{D0A45D8C-C0A6-45CC-A8C4-7CE595526BEF}" destId="{3264059F-8F3F-4F41-98D9-F06675D3C24C}" srcOrd="0" destOrd="0" presId="urn:microsoft.com/office/officeart/2008/layout/VerticalCurvedList#1"/>
    <dgm:cxn modelId="{4E37532C-117E-4A57-AB09-2CE1F7C23234}" type="presParOf" srcId="{5D3B2B89-4128-4270-808F-C0326BF66F64}" destId="{08B53DBD-D6B8-46B8-8EC9-CC257371CBD0}" srcOrd="7" destOrd="0" presId="urn:microsoft.com/office/officeart/2008/layout/VerticalCurvedList#1"/>
    <dgm:cxn modelId="{81EE12A5-F2FC-478B-ADCA-E2987E5843A7}" type="presParOf" srcId="{5D3B2B89-4128-4270-808F-C0326BF66F64}" destId="{CF179D02-26C3-4A7D-BD23-CCC52FFA05F8}" srcOrd="8" destOrd="0" presId="urn:microsoft.com/office/officeart/2008/layout/VerticalCurvedList#1"/>
    <dgm:cxn modelId="{BA489ADF-BAA8-4BB5-A1D2-306E58CF0156}" type="presParOf" srcId="{CF179D02-26C3-4A7D-BD23-CCC52FFA05F8}" destId="{F49985B9-BF34-477E-AAAC-4EE290AC7EB6}" srcOrd="0" destOrd="0" presId="urn:microsoft.com/office/officeart/2008/layout/VerticalCurvedList#1"/>
    <dgm:cxn modelId="{A78A9D99-A6CE-4301-BBE9-0CB7D3BE8B08}" type="presParOf" srcId="{5D3B2B89-4128-4270-808F-C0326BF66F64}" destId="{7A5B6B45-CD4E-4F5E-A0AF-DADE30029E52}" srcOrd="9" destOrd="0" presId="urn:microsoft.com/office/officeart/2008/layout/VerticalCurvedList#1"/>
    <dgm:cxn modelId="{8B3B96CF-365F-49A5-8088-FAAF0DBDC368}" type="presParOf" srcId="{5D3B2B89-4128-4270-808F-C0326BF66F64}" destId="{777B6BB3-5928-4AB7-87BB-60C3F7083403}" srcOrd="10" destOrd="0" presId="urn:microsoft.com/office/officeart/2008/layout/VerticalCurvedList#1"/>
    <dgm:cxn modelId="{C6B4A3B8-450B-474D-A648-A5700CAC06AB}" type="presParOf" srcId="{777B6BB3-5928-4AB7-87BB-60C3F7083403}" destId="{4592D022-6212-49C7-B0C9-3F87554E705C}" srcOrd="0" destOrd="0" presId="urn:microsoft.com/office/officeart/2008/layout/VerticalCurvedList#1"/>
    <dgm:cxn modelId="{9D4C32A1-AA57-4DA6-B9C0-351C79EF4F9E}" type="presParOf" srcId="{5D3B2B89-4128-4270-808F-C0326BF66F64}" destId="{1FD3BC6C-E8D3-46DA-B69B-EAFEFFC7DF63}" srcOrd="11" destOrd="0" presId="urn:microsoft.com/office/officeart/2008/layout/VerticalCurvedList#1"/>
    <dgm:cxn modelId="{78200F81-C6DC-4CA5-B66D-57640D2732AD}" type="presParOf" srcId="{5D3B2B89-4128-4270-808F-C0326BF66F64}" destId="{46D0CBB5-ABFD-4F30-8AF2-BB453B7C2A40}" srcOrd="12" destOrd="0" presId="urn:microsoft.com/office/officeart/2008/layout/VerticalCurvedList#1"/>
    <dgm:cxn modelId="{B37C8644-70D8-4C95-9369-BEB1199E589A}" type="presParOf" srcId="{46D0CBB5-ABFD-4F30-8AF2-BB453B7C2A40}" destId="{77290793-EEB0-4209-91C2-F22EF1F201E3}" srcOrd="0" destOrd="0" presId="urn:microsoft.com/office/officeart/2008/layout/VerticalCurvedList#1"/>
    <dgm:cxn modelId="{9EDAA56E-15BF-4C52-9141-518CA6556A70}" type="presParOf" srcId="{5D3B2B89-4128-4270-808F-C0326BF66F64}" destId="{DD01BFCF-B878-4556-9A2C-472BD5A6D1BE}" srcOrd="13" destOrd="0" presId="urn:microsoft.com/office/officeart/2008/layout/VerticalCurvedList#1"/>
    <dgm:cxn modelId="{A7FFFB14-0849-4B49-BB16-B4713729D330}" type="presParOf" srcId="{5D3B2B89-4128-4270-808F-C0326BF66F64}" destId="{8FD3586C-F744-4EFD-BB0E-E42EF7CFBBFE}" srcOrd="14" destOrd="0" presId="urn:microsoft.com/office/officeart/2008/layout/VerticalCurvedList#1"/>
    <dgm:cxn modelId="{74259F7E-73A7-49CA-A2DE-9D20B89B2740}" type="presParOf" srcId="{8FD3586C-F744-4EFD-BB0E-E42EF7CFBBFE}" destId="{D8368A8C-F9C4-4709-A3FB-BB495DC261EA}" srcOrd="0" destOrd="0" presId="urn:microsoft.com/office/officeart/2008/layout/VerticalCurved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9EC5DE-00A9-492A-9302-8FCBB64E92EF}">
      <dsp:nvSpPr>
        <dsp:cNvPr id="0" name=""/>
        <dsp:cNvSpPr/>
      </dsp:nvSpPr>
      <dsp:spPr>
        <a:xfrm>
          <a:off x="-5091640" y="-559748"/>
          <a:ext cx="6065966" cy="6065966"/>
        </a:xfrm>
        <a:prstGeom prst="blockArc">
          <a:avLst>
            <a:gd name="adj1" fmla="val 18900000"/>
            <a:gd name="adj2" fmla="val 2700000"/>
            <a:gd name="adj3" fmla="val 356"/>
          </a:avLst>
        </a:pr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D7F7279-AC72-4911-BC51-D481AA4B3B73}">
      <dsp:nvSpPr>
        <dsp:cNvPr id="0" name=""/>
        <dsp:cNvSpPr/>
      </dsp:nvSpPr>
      <dsp:spPr>
        <a:xfrm>
          <a:off x="316049" y="425380"/>
          <a:ext cx="3228070" cy="40944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4997" tIns="40640" rIns="40640" bIns="40640" numCol="1" spcCol="1270" anchor="ctr" anchorCtr="0">
          <a:noAutofit/>
        </a:bodyPr>
        <a:lstStyle/>
        <a:p>
          <a:pPr marL="0" lvl="0" indent="0" algn="l" defTabSz="711200">
            <a:lnSpc>
              <a:spcPct val="90000"/>
            </a:lnSpc>
            <a:spcBef>
              <a:spcPct val="0"/>
            </a:spcBef>
            <a:spcAft>
              <a:spcPct val="35000"/>
            </a:spcAft>
            <a:buNone/>
          </a:pPr>
          <a:r>
            <a:rPr lang="zh-CN" sz="1600" kern="1200"/>
            <a:t>线条</a:t>
          </a:r>
          <a:endParaRPr lang="zh-CN" altLang="en-US" sz="1600" kern="1200" dirty="0"/>
        </a:p>
      </dsp:txBody>
      <dsp:txXfrm>
        <a:off x="316049" y="425380"/>
        <a:ext cx="3228070" cy="409444"/>
      </dsp:txXfrm>
    </dsp:sp>
    <dsp:sp modelId="{1F4C31A6-DD92-4B1E-A85D-6FFC7792B43A}">
      <dsp:nvSpPr>
        <dsp:cNvPr id="0" name=""/>
        <dsp:cNvSpPr/>
      </dsp:nvSpPr>
      <dsp:spPr>
        <a:xfrm>
          <a:off x="60146" y="374200"/>
          <a:ext cx="511805" cy="511805"/>
        </a:xfrm>
        <a:prstGeom prst="ellipse">
          <a:avLst/>
        </a:prstGeom>
        <a:solidFill>
          <a:schemeClr val="lt1">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69696B2-24BF-4720-AB00-FA4587023305}">
      <dsp:nvSpPr>
        <dsp:cNvPr id="0" name=""/>
        <dsp:cNvSpPr/>
      </dsp:nvSpPr>
      <dsp:spPr>
        <a:xfrm>
          <a:off x="686837" y="1039908"/>
          <a:ext cx="2857281" cy="409444"/>
        </a:xfrm>
        <a:prstGeom prst="rect">
          <a:avLst/>
        </a:prstGeom>
        <a:solidFill>
          <a:schemeClr val="accent5">
            <a:hueOff val="-1225557"/>
            <a:satOff val="-1705"/>
            <a:lumOff val="-65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4997" tIns="40640" rIns="40640" bIns="40640" numCol="1" spcCol="1270" anchor="ctr" anchorCtr="0">
          <a:noAutofit/>
        </a:bodyPr>
        <a:lstStyle/>
        <a:p>
          <a:pPr marL="0" lvl="0" indent="0" algn="l" defTabSz="711200">
            <a:lnSpc>
              <a:spcPct val="90000"/>
            </a:lnSpc>
            <a:spcBef>
              <a:spcPct val="0"/>
            </a:spcBef>
            <a:spcAft>
              <a:spcPct val="35000"/>
            </a:spcAft>
            <a:buNone/>
          </a:pPr>
          <a:r>
            <a:rPr lang="zh-CN" sz="1600" kern="1200" dirty="0"/>
            <a:t>矩形</a:t>
          </a:r>
          <a:endParaRPr lang="zh-CN" altLang="en-US" sz="1600" kern="1200" dirty="0"/>
        </a:p>
      </dsp:txBody>
      <dsp:txXfrm>
        <a:off x="686837" y="1039908"/>
        <a:ext cx="2857281" cy="409444"/>
      </dsp:txXfrm>
    </dsp:sp>
    <dsp:sp modelId="{DA0F859E-61F2-423C-BE33-E9B00347426E}">
      <dsp:nvSpPr>
        <dsp:cNvPr id="0" name=""/>
        <dsp:cNvSpPr/>
      </dsp:nvSpPr>
      <dsp:spPr>
        <a:xfrm>
          <a:off x="430935" y="988727"/>
          <a:ext cx="511805" cy="511805"/>
        </a:xfrm>
        <a:prstGeom prst="ellipse">
          <a:avLst/>
        </a:prstGeom>
        <a:solidFill>
          <a:schemeClr val="lt1">
            <a:hueOff val="0"/>
            <a:satOff val="0"/>
            <a:lumOff val="0"/>
            <a:alphaOff val="0"/>
          </a:schemeClr>
        </a:solidFill>
        <a:ln w="12700" cap="flat" cmpd="sng" algn="ctr">
          <a:solidFill>
            <a:schemeClr val="accent5">
              <a:hueOff val="-1225557"/>
              <a:satOff val="-1705"/>
              <a:lumOff val="-654"/>
              <a:alphaOff val="0"/>
            </a:schemeClr>
          </a:solidFill>
          <a:prstDash val="solid"/>
          <a:miter lim="800000"/>
        </a:ln>
        <a:effectLst/>
      </dsp:spPr>
      <dsp:style>
        <a:lnRef idx="2">
          <a:scrgbClr r="0" g="0" b="0"/>
        </a:lnRef>
        <a:fillRef idx="1">
          <a:scrgbClr r="0" g="0" b="0"/>
        </a:fillRef>
        <a:effectRef idx="0">
          <a:scrgbClr r="0" g="0" b="0"/>
        </a:effectRef>
        <a:fontRef idx="minor"/>
      </dsp:style>
    </dsp:sp>
    <dsp:sp modelId="{836BA596-1B05-4EC9-BC17-3DFA5D573CD6}">
      <dsp:nvSpPr>
        <dsp:cNvPr id="0" name=""/>
        <dsp:cNvSpPr/>
      </dsp:nvSpPr>
      <dsp:spPr>
        <a:xfrm>
          <a:off x="890028" y="1653984"/>
          <a:ext cx="2654091" cy="409444"/>
        </a:xfrm>
        <a:prstGeom prst="rect">
          <a:avLst/>
        </a:prstGeom>
        <a:solidFill>
          <a:schemeClr val="accent5">
            <a:hueOff val="-2451115"/>
            <a:satOff val="-3409"/>
            <a:lumOff val="-130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4997" tIns="40640" rIns="40640" bIns="40640" numCol="1" spcCol="1270" anchor="ctr" anchorCtr="0">
          <a:noAutofit/>
        </a:bodyPr>
        <a:lstStyle/>
        <a:p>
          <a:pPr marL="0" lvl="0" indent="0" algn="l" defTabSz="711200">
            <a:lnSpc>
              <a:spcPct val="90000"/>
            </a:lnSpc>
            <a:spcBef>
              <a:spcPct val="0"/>
            </a:spcBef>
            <a:spcAft>
              <a:spcPct val="35000"/>
            </a:spcAft>
            <a:buNone/>
          </a:pPr>
          <a:r>
            <a:rPr lang="zh-CN" sz="1600" kern="1200" dirty="0"/>
            <a:t>基本形状</a:t>
          </a:r>
          <a:endParaRPr lang="zh-CN" altLang="en-US" sz="1600" kern="1200" dirty="0"/>
        </a:p>
      </dsp:txBody>
      <dsp:txXfrm>
        <a:off x="890028" y="1653984"/>
        <a:ext cx="2654091" cy="409444"/>
      </dsp:txXfrm>
    </dsp:sp>
    <dsp:sp modelId="{3264059F-8F3F-4F41-98D9-F06675D3C24C}">
      <dsp:nvSpPr>
        <dsp:cNvPr id="0" name=""/>
        <dsp:cNvSpPr/>
      </dsp:nvSpPr>
      <dsp:spPr>
        <a:xfrm>
          <a:off x="634125" y="1602804"/>
          <a:ext cx="511805" cy="511805"/>
        </a:xfrm>
        <a:prstGeom prst="ellipse">
          <a:avLst/>
        </a:prstGeom>
        <a:solidFill>
          <a:schemeClr val="lt1">
            <a:hueOff val="0"/>
            <a:satOff val="0"/>
            <a:lumOff val="0"/>
            <a:alphaOff val="0"/>
          </a:schemeClr>
        </a:solidFill>
        <a:ln w="12700" cap="flat" cmpd="sng" algn="ctr">
          <a:solidFill>
            <a:schemeClr val="accent5">
              <a:hueOff val="-2451115"/>
              <a:satOff val="-3409"/>
              <a:lumOff val="-1307"/>
              <a:alphaOff val="0"/>
            </a:schemeClr>
          </a:solidFill>
          <a:prstDash val="solid"/>
          <a:miter lim="800000"/>
        </a:ln>
        <a:effectLst/>
      </dsp:spPr>
      <dsp:style>
        <a:lnRef idx="2">
          <a:scrgbClr r="0" g="0" b="0"/>
        </a:lnRef>
        <a:fillRef idx="1">
          <a:scrgbClr r="0" g="0" b="0"/>
        </a:fillRef>
        <a:effectRef idx="0">
          <a:scrgbClr r="0" g="0" b="0"/>
        </a:effectRef>
        <a:fontRef idx="minor"/>
      </dsp:style>
    </dsp:sp>
    <dsp:sp modelId="{08B53DBD-D6B8-46B8-8EC9-CC257371CBD0}">
      <dsp:nvSpPr>
        <dsp:cNvPr id="0" name=""/>
        <dsp:cNvSpPr/>
      </dsp:nvSpPr>
      <dsp:spPr>
        <a:xfrm>
          <a:off x="954905" y="2268512"/>
          <a:ext cx="2589214" cy="409444"/>
        </a:xfrm>
        <a:prstGeom prst="rect">
          <a:avLst/>
        </a:prstGeom>
        <a:solidFill>
          <a:schemeClr val="accent5">
            <a:hueOff val="-3676672"/>
            <a:satOff val="-5114"/>
            <a:lumOff val="-196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4997" tIns="40640" rIns="40640" bIns="40640" numCol="1" spcCol="1270" anchor="ctr" anchorCtr="0">
          <a:noAutofit/>
        </a:bodyPr>
        <a:lstStyle/>
        <a:p>
          <a:pPr marL="0" lvl="0" indent="0" algn="l" defTabSz="711200">
            <a:lnSpc>
              <a:spcPct val="90000"/>
            </a:lnSpc>
            <a:spcBef>
              <a:spcPct val="0"/>
            </a:spcBef>
            <a:spcAft>
              <a:spcPct val="35000"/>
            </a:spcAft>
            <a:buNone/>
          </a:pPr>
          <a:r>
            <a:rPr lang="zh-CN" sz="1600" kern="1200" dirty="0"/>
            <a:t>箭头总汇</a:t>
          </a:r>
          <a:endParaRPr lang="zh-CN" altLang="en-US" sz="1600" kern="1200" dirty="0"/>
        </a:p>
      </dsp:txBody>
      <dsp:txXfrm>
        <a:off x="954905" y="2268512"/>
        <a:ext cx="2589214" cy="409444"/>
      </dsp:txXfrm>
    </dsp:sp>
    <dsp:sp modelId="{F49985B9-BF34-477E-AAAC-4EE290AC7EB6}">
      <dsp:nvSpPr>
        <dsp:cNvPr id="0" name=""/>
        <dsp:cNvSpPr/>
      </dsp:nvSpPr>
      <dsp:spPr>
        <a:xfrm>
          <a:off x="699002" y="2217331"/>
          <a:ext cx="511805" cy="511805"/>
        </a:xfrm>
        <a:prstGeom prst="ellipse">
          <a:avLst/>
        </a:prstGeom>
        <a:solidFill>
          <a:schemeClr val="lt1">
            <a:hueOff val="0"/>
            <a:satOff val="0"/>
            <a:lumOff val="0"/>
            <a:alphaOff val="0"/>
          </a:schemeClr>
        </a:solidFill>
        <a:ln w="12700" cap="flat" cmpd="sng" algn="ctr">
          <a:solidFill>
            <a:schemeClr val="accent5">
              <a:hueOff val="-3676672"/>
              <a:satOff val="-5114"/>
              <a:lumOff val="-1961"/>
              <a:alphaOff val="0"/>
            </a:schemeClr>
          </a:solidFill>
          <a:prstDash val="solid"/>
          <a:miter lim="800000"/>
        </a:ln>
        <a:effectLst/>
      </dsp:spPr>
      <dsp:style>
        <a:lnRef idx="2">
          <a:scrgbClr r="0" g="0" b="0"/>
        </a:lnRef>
        <a:fillRef idx="1">
          <a:scrgbClr r="0" g="0" b="0"/>
        </a:fillRef>
        <a:effectRef idx="0">
          <a:scrgbClr r="0" g="0" b="0"/>
        </a:effectRef>
        <a:fontRef idx="minor"/>
      </dsp:style>
    </dsp:sp>
    <dsp:sp modelId="{7A5B6B45-CD4E-4F5E-A0AF-DADE30029E52}">
      <dsp:nvSpPr>
        <dsp:cNvPr id="0" name=""/>
        <dsp:cNvSpPr/>
      </dsp:nvSpPr>
      <dsp:spPr>
        <a:xfrm>
          <a:off x="890028" y="2883039"/>
          <a:ext cx="2654091" cy="409444"/>
        </a:xfrm>
        <a:prstGeom prst="rect">
          <a:avLst/>
        </a:prstGeom>
        <a:solidFill>
          <a:schemeClr val="accent5">
            <a:hueOff val="-4902230"/>
            <a:satOff val="-6819"/>
            <a:lumOff val="-261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4997" tIns="40640" rIns="40640" bIns="40640" numCol="1" spcCol="1270" anchor="ctr" anchorCtr="0">
          <a:noAutofit/>
        </a:bodyPr>
        <a:lstStyle/>
        <a:p>
          <a:pPr marL="0" lvl="0" indent="0" algn="l" defTabSz="711200">
            <a:lnSpc>
              <a:spcPct val="90000"/>
            </a:lnSpc>
            <a:spcBef>
              <a:spcPct val="0"/>
            </a:spcBef>
            <a:spcAft>
              <a:spcPct val="35000"/>
            </a:spcAft>
            <a:buNone/>
          </a:pPr>
          <a:r>
            <a:rPr lang="zh-CN" sz="1600" kern="1200" dirty="0"/>
            <a:t>公式形状</a:t>
          </a:r>
          <a:endParaRPr lang="zh-CN" altLang="en-US" sz="1600" kern="1200" dirty="0"/>
        </a:p>
      </dsp:txBody>
      <dsp:txXfrm>
        <a:off x="890028" y="2883039"/>
        <a:ext cx="2654091" cy="409444"/>
      </dsp:txXfrm>
    </dsp:sp>
    <dsp:sp modelId="{4592D022-6212-49C7-B0C9-3F87554E705C}">
      <dsp:nvSpPr>
        <dsp:cNvPr id="0" name=""/>
        <dsp:cNvSpPr/>
      </dsp:nvSpPr>
      <dsp:spPr>
        <a:xfrm>
          <a:off x="634125" y="2831858"/>
          <a:ext cx="511805" cy="511805"/>
        </a:xfrm>
        <a:prstGeom prst="ellipse">
          <a:avLst/>
        </a:prstGeom>
        <a:solidFill>
          <a:schemeClr val="lt1">
            <a:hueOff val="0"/>
            <a:satOff val="0"/>
            <a:lumOff val="0"/>
            <a:alphaOff val="0"/>
          </a:schemeClr>
        </a:solidFill>
        <a:ln w="12700" cap="flat" cmpd="sng" algn="ctr">
          <a:solidFill>
            <a:schemeClr val="accent5">
              <a:hueOff val="-4902230"/>
              <a:satOff val="-6819"/>
              <a:lumOff val="-2615"/>
              <a:alphaOff val="0"/>
            </a:schemeClr>
          </a:solidFill>
          <a:prstDash val="solid"/>
          <a:miter lim="800000"/>
        </a:ln>
        <a:effectLst/>
      </dsp:spPr>
      <dsp:style>
        <a:lnRef idx="2">
          <a:scrgbClr r="0" g="0" b="0"/>
        </a:lnRef>
        <a:fillRef idx="1">
          <a:scrgbClr r="0" g="0" b="0"/>
        </a:fillRef>
        <a:effectRef idx="0">
          <a:scrgbClr r="0" g="0" b="0"/>
        </a:effectRef>
        <a:fontRef idx="minor"/>
      </dsp:style>
    </dsp:sp>
    <dsp:sp modelId="{1FD3BC6C-E8D3-46DA-B69B-EAFEFFC7DF63}">
      <dsp:nvSpPr>
        <dsp:cNvPr id="0" name=""/>
        <dsp:cNvSpPr/>
      </dsp:nvSpPr>
      <dsp:spPr>
        <a:xfrm>
          <a:off x="686837" y="3497116"/>
          <a:ext cx="2857281" cy="409444"/>
        </a:xfrm>
        <a:prstGeom prst="rect">
          <a:avLst/>
        </a:prstGeom>
        <a:solidFill>
          <a:schemeClr val="accent5">
            <a:hueOff val="-6127787"/>
            <a:satOff val="-8523"/>
            <a:lumOff val="-326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4997" tIns="40640" rIns="40640" bIns="40640" numCol="1" spcCol="1270" anchor="ctr" anchorCtr="0">
          <a:noAutofit/>
        </a:bodyPr>
        <a:lstStyle/>
        <a:p>
          <a:pPr marL="0" lvl="0" indent="0" algn="l" defTabSz="711200">
            <a:lnSpc>
              <a:spcPct val="90000"/>
            </a:lnSpc>
            <a:spcBef>
              <a:spcPct val="0"/>
            </a:spcBef>
            <a:spcAft>
              <a:spcPct val="35000"/>
            </a:spcAft>
            <a:buNone/>
          </a:pPr>
          <a:r>
            <a:rPr lang="zh-CN" sz="1600" kern="1200" dirty="0"/>
            <a:t>流程图</a:t>
          </a:r>
          <a:endParaRPr lang="zh-CN" altLang="en-US" sz="1600" kern="1200" dirty="0"/>
        </a:p>
      </dsp:txBody>
      <dsp:txXfrm>
        <a:off x="686837" y="3497116"/>
        <a:ext cx="2857281" cy="409444"/>
      </dsp:txXfrm>
    </dsp:sp>
    <dsp:sp modelId="{77290793-EEB0-4209-91C2-F22EF1F201E3}">
      <dsp:nvSpPr>
        <dsp:cNvPr id="0" name=""/>
        <dsp:cNvSpPr/>
      </dsp:nvSpPr>
      <dsp:spPr>
        <a:xfrm>
          <a:off x="430935" y="3445935"/>
          <a:ext cx="511805" cy="511805"/>
        </a:xfrm>
        <a:prstGeom prst="ellipse">
          <a:avLst/>
        </a:prstGeom>
        <a:solidFill>
          <a:schemeClr val="lt1">
            <a:hueOff val="0"/>
            <a:satOff val="0"/>
            <a:lumOff val="0"/>
            <a:alphaOff val="0"/>
          </a:schemeClr>
        </a:solidFill>
        <a:ln w="12700" cap="flat" cmpd="sng" algn="ctr">
          <a:solidFill>
            <a:schemeClr val="accent5">
              <a:hueOff val="-6127787"/>
              <a:satOff val="-8523"/>
              <a:lumOff val="-3268"/>
              <a:alphaOff val="0"/>
            </a:schemeClr>
          </a:solidFill>
          <a:prstDash val="solid"/>
          <a:miter lim="800000"/>
        </a:ln>
        <a:effectLst/>
      </dsp:spPr>
      <dsp:style>
        <a:lnRef idx="2">
          <a:scrgbClr r="0" g="0" b="0"/>
        </a:lnRef>
        <a:fillRef idx="1">
          <a:scrgbClr r="0" g="0" b="0"/>
        </a:fillRef>
        <a:effectRef idx="0">
          <a:scrgbClr r="0" g="0" b="0"/>
        </a:effectRef>
        <a:fontRef idx="minor"/>
      </dsp:style>
    </dsp:sp>
    <dsp:sp modelId="{DD01BFCF-B878-4556-9A2C-472BD5A6D1BE}">
      <dsp:nvSpPr>
        <dsp:cNvPr id="0" name=""/>
        <dsp:cNvSpPr/>
      </dsp:nvSpPr>
      <dsp:spPr>
        <a:xfrm>
          <a:off x="316049" y="4111643"/>
          <a:ext cx="3228070" cy="409444"/>
        </a:xfrm>
        <a:prstGeom prst="rect">
          <a:avLst/>
        </a:prstGeom>
        <a:solidFill>
          <a:schemeClr val="accent5">
            <a:hueOff val="-7353344"/>
            <a:satOff val="-10228"/>
            <a:lumOff val="-392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4997" tIns="40640" rIns="40640" bIns="40640" numCol="1" spcCol="1270" anchor="ctr" anchorCtr="0">
          <a:noAutofit/>
        </a:bodyPr>
        <a:lstStyle/>
        <a:p>
          <a:pPr marL="0" lvl="0" indent="0" algn="l" defTabSz="711200">
            <a:lnSpc>
              <a:spcPct val="90000"/>
            </a:lnSpc>
            <a:spcBef>
              <a:spcPct val="0"/>
            </a:spcBef>
            <a:spcAft>
              <a:spcPct val="35000"/>
            </a:spcAft>
            <a:buNone/>
          </a:pPr>
          <a:r>
            <a:rPr lang="zh-CN" sz="1600" kern="1200" dirty="0"/>
            <a:t>星与旗帜</a:t>
          </a:r>
          <a:endParaRPr lang="zh-CN" altLang="en-US" sz="1600" kern="1200" dirty="0"/>
        </a:p>
      </dsp:txBody>
      <dsp:txXfrm>
        <a:off x="316049" y="4111643"/>
        <a:ext cx="3228070" cy="409444"/>
      </dsp:txXfrm>
    </dsp:sp>
    <dsp:sp modelId="{D8368A8C-F9C4-4709-A3FB-BB495DC261EA}">
      <dsp:nvSpPr>
        <dsp:cNvPr id="0" name=""/>
        <dsp:cNvSpPr/>
      </dsp:nvSpPr>
      <dsp:spPr>
        <a:xfrm>
          <a:off x="60146" y="4060463"/>
          <a:ext cx="511805" cy="511805"/>
        </a:xfrm>
        <a:prstGeom prst="ellipse">
          <a:avLst/>
        </a:prstGeom>
        <a:solidFill>
          <a:schemeClr val="lt1">
            <a:hueOff val="0"/>
            <a:satOff val="0"/>
            <a:lumOff val="0"/>
            <a:alphaOff val="0"/>
          </a:schemeClr>
        </a:solidFill>
        <a:ln w="12700" cap="flat" cmpd="sng" algn="ctr">
          <a:solidFill>
            <a:schemeClr val="accent5">
              <a:hueOff val="-7353344"/>
              <a:satOff val="-10228"/>
              <a:lumOff val="-3922"/>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VerticalCurvedList#1">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srcNode" val="srcNode"/>
            <dgm:param type="dstNode" val="dstNode"/>
            <dgm:param type="endSty" val="noArr"/>
            <dgm:param type="connRout" val="curve"/>
            <dgm:param type="begPts" val="ctr"/>
            <dgm:param type="endPts" val="ct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parTxRTLAlign" val="l"/>
                <dgm:param type="shpTxLTRAlignCh" val="l"/>
                <dgm:param type="shpTxRTLAlignCh" val="l"/>
              </dgm:alg>
            </dgm:if>
            <dgm:else name="Name2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parTxRTLAlign" val="l"/>
                <dgm:param type="shpTxLTRAlignCh" val="l"/>
                <dgm:param type="shpTxRTLAlignCh" val="l"/>
              </dgm:alg>
            </dgm:if>
            <dgm:else name="Name32">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parTxRTLAlign" val="l"/>
                <dgm:param type="shpTxLTRAlignCh" val="l"/>
                <dgm:param type="shpTxRTLAlignCh" val="l"/>
              </dgm:alg>
            </dgm:if>
            <dgm:else name="Name3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parTxRTLAlign" val="l"/>
                <dgm:param type="shpTxLTRAlignCh" val="l"/>
                <dgm:param type="shpTxRTLAlignCh" val="l"/>
              </dgm:alg>
            </dgm:if>
            <dgm:else name="Name42">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parTxRTLAlign" val="l"/>
                <dgm:param type="shpTxLTRAlignCh" val="l"/>
                <dgm:param type="shpTxRTLAlignCh" val="l"/>
              </dgm:alg>
            </dgm:if>
            <dgm:else name="Name4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parTxRTLAlign" val="l"/>
                <dgm:param type="shpTxLTRAlignCh" val="l"/>
                <dgm:param type="shpTxRTLAlignCh" val="l"/>
              </dgm:alg>
            </dgm:if>
            <dgm:else name="Name52">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parTxRTLAlign" val="l"/>
                <dgm:param type="shpTxLTRAlignCh" val="l"/>
                <dgm:param type="shpTxRTLAlignCh" val="l"/>
              </dgm:alg>
            </dgm:if>
            <dgm:else name="Name5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2026/9/2</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CD6085-2FCD-469C-8B54-92772EED5E21}" type="datetimeFigureOut">
              <a:rPr lang="zh-CN" altLang="en-US" smtClean="0"/>
              <a:t>2026/9/2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474821-61F6-4667-8EBA-DF0C75380FDB}"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21</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22</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23</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24</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25</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26</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27</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28</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29</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30</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31</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32</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33</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34</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35</a:t>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36</a:t>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37</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38</a:t>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39</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40</a:t>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41</a:t>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42</a:t>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43</a:t>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44</a:t>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45</a:t>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46</a:t>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47</a:t>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48</a:t>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49</a:t>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50</a:t>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51</a:t>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52</a:t>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53</a:t>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54</a:t>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55</a:t>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56</a:t>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57</a:t>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58</a:t>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59</a:t>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60</a:t>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61</a:t>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62</a:t>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63</a:t>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64</a:t>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65</a:t>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66</a:t>
            </a:fld>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67</a:t>
            </a:fld>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68</a:t>
            </a:fld>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69</a:t>
            </a:fld>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70</a:t>
            </a:fld>
            <a:endParaRPr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71</a:t>
            </a:fld>
            <a:endParaRPr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72</a:t>
            </a:fld>
            <a:endParaRPr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73</a:t>
            </a:fld>
            <a:endParaRPr lang="zh-CN"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74</a:t>
            </a:fld>
            <a:endParaRPr lang="zh-CN"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75</a:t>
            </a:fld>
            <a:endParaRPr lang="zh-CN"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76</a:t>
            </a:fld>
            <a:endParaRPr lang="zh-CN"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77</a:t>
            </a:fld>
            <a:endParaRPr lang="zh-CN" alt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78</a:t>
            </a:fld>
            <a:endParaRPr lang="zh-CN" alt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79</a:t>
            </a:fld>
            <a:endParaRPr lang="zh-CN" alt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80</a:t>
            </a:fld>
            <a:endParaRPr lang="zh-CN" alt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81</a:t>
            </a:fld>
            <a:endParaRPr lang="zh-CN" alt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82</a:t>
            </a:fld>
            <a:endParaRPr lang="zh-CN" alt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83</a:t>
            </a:fld>
            <a:endParaRPr lang="zh-CN" alt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84</a:t>
            </a:fld>
            <a:endParaRPr lang="zh-CN" alt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85</a:t>
            </a:fld>
            <a:endParaRPr lang="zh-CN" altLang="en-US"/>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86</a:t>
            </a:fld>
            <a:endParaRPr lang="zh-CN" altLang="en-US"/>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87</a:t>
            </a:fld>
            <a:endParaRPr lang="zh-CN" alt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88</a:t>
            </a:fld>
            <a:endParaRPr lang="zh-CN" altLang="en-US"/>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89</a:t>
            </a:fld>
            <a:endParaRPr lang="zh-CN" altLang="en-US"/>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90</a:t>
            </a:fld>
            <a:endParaRPr lang="zh-CN" altLang="en-US"/>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91</a:t>
            </a:fld>
            <a:endParaRPr lang="zh-CN" altLang="en-US"/>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92</a:t>
            </a:fld>
            <a:endParaRPr lang="zh-CN" altLang="en-US"/>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93</a:t>
            </a:fld>
            <a:endParaRPr lang="zh-CN" altLang="en-US"/>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94</a:t>
            </a:fld>
            <a:endParaRPr lang="zh-CN" altLang="en-US"/>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95</a:t>
            </a:fld>
            <a:endParaRPr lang="zh-CN" altLang="en-US"/>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96</a:t>
            </a:fld>
            <a:endParaRPr lang="zh-CN" altLang="en-US"/>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97</a:t>
            </a:fld>
            <a:endParaRPr lang="zh-CN" altLang="en-US"/>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98</a:t>
            </a:fld>
            <a:endParaRPr lang="zh-CN" altLang="en-US"/>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99</a:t>
            </a:fld>
            <a:endParaRPr lang="zh-CN" altLang="en-US"/>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100</a:t>
            </a:fld>
            <a:endParaRPr lang="zh-CN" altLang="en-US"/>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101</a:t>
            </a:fld>
            <a:endParaRPr lang="zh-CN" altLang="en-US"/>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102</a:t>
            </a:fld>
            <a:endParaRPr lang="zh-CN" altLang="en-US"/>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103</a:t>
            </a:fld>
            <a:endParaRPr lang="zh-CN" altLang="en-US"/>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104</a:t>
            </a:fld>
            <a:endParaRPr lang="zh-CN" altLang="en-US"/>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105</a:t>
            </a:fld>
            <a:endParaRPr lang="zh-CN" altLang="en-US"/>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106</a:t>
            </a:fld>
            <a:endParaRPr lang="zh-CN" altLang="en-US"/>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107</a:t>
            </a:fld>
            <a:endParaRPr lang="zh-CN" altLang="en-US"/>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108</a:t>
            </a:fld>
            <a:endParaRPr lang="zh-CN" altLang="en-US"/>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109</a:t>
            </a:fld>
            <a:endParaRPr lang="zh-CN" altLang="en-US"/>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110</a:t>
            </a:fld>
            <a:endParaRPr lang="zh-CN" altLang="en-US"/>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111</a:t>
            </a:fld>
            <a:endParaRPr lang="zh-CN" altLang="en-US"/>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t>112</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nt">
    <p:spTree>
      <p:nvGrpSpPr>
        <p:cNvPr id="1" name=""/>
        <p:cNvGrpSpPr/>
        <p:nvPr/>
      </p:nvGrpSpPr>
      <p:grpSpPr>
        <a:xfrm>
          <a:off x="0" y="0"/>
          <a:ext cx="0" cy="0"/>
          <a:chOff x="0" y="0"/>
          <a:chExt cx="0" cy="0"/>
        </a:xfrm>
      </p:grpSpPr>
      <p:sp>
        <p:nvSpPr>
          <p:cNvPr id="4" name="Freeform 5">
            <a:extLst>
              <a:ext uri="{FF2B5EF4-FFF2-40B4-BE49-F238E27FC236}">
                <a16:creationId xmlns:a16="http://schemas.microsoft.com/office/drawing/2014/main" id="{261BD8D6-49A1-59DB-A3AF-ABC24E03E534}"/>
              </a:ext>
            </a:extLst>
          </p:cNvPr>
          <p:cNvSpPr/>
          <p:nvPr userDrawn="1"/>
        </p:nvSpPr>
        <p:spPr bwMode="auto">
          <a:xfrm rot="5400000" flipV="1">
            <a:off x="145377" y="219128"/>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B42C2B"/>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2" name="标题 1">
            <a:extLst>
              <a:ext uri="{FF2B5EF4-FFF2-40B4-BE49-F238E27FC236}">
                <a16:creationId xmlns:a16="http://schemas.microsoft.com/office/drawing/2014/main" id="{4ABC7F04-E257-96A1-DF0C-DD6E6D4F37C8}"/>
              </a:ext>
            </a:extLst>
          </p:cNvPr>
          <p:cNvSpPr>
            <a:spLocks noGrp="1"/>
          </p:cNvSpPr>
          <p:nvPr>
            <p:ph type="title"/>
          </p:nvPr>
        </p:nvSpPr>
        <p:spPr>
          <a:xfrm>
            <a:off x="1549458" y="540000"/>
            <a:ext cx="5400000" cy="523220"/>
          </a:xfrm>
        </p:spPr>
        <p:txBody>
          <a:bodyPr>
            <a:spAutoFit/>
          </a:bodyPr>
          <a:lstStyle>
            <a:lvl1pPr>
              <a:defRPr>
                <a:solidFill>
                  <a:srgbClr val="B42C2B"/>
                </a:solidFill>
              </a:defRPr>
            </a:lvl1pPr>
          </a:lstStyle>
          <a:p>
            <a:r>
              <a:rPr lang="zh-CN" altLang="en-US"/>
              <a:t>单击此处编辑母版标题样式</a:t>
            </a:r>
          </a:p>
        </p:txBody>
      </p:sp>
      <p:sp>
        <p:nvSpPr>
          <p:cNvPr id="6" name="内容占位符 5">
            <a:extLst>
              <a:ext uri="{FF2B5EF4-FFF2-40B4-BE49-F238E27FC236}">
                <a16:creationId xmlns:a16="http://schemas.microsoft.com/office/drawing/2014/main" id="{B1DBCB0C-B0F2-B255-08AF-923B19179F31}"/>
              </a:ext>
            </a:extLst>
          </p:cNvPr>
          <p:cNvSpPr>
            <a:spLocks noGrp="1"/>
          </p:cNvSpPr>
          <p:nvPr>
            <p:ph sz="quarter" idx="10"/>
          </p:nvPr>
        </p:nvSpPr>
        <p:spPr>
          <a:xfrm>
            <a:off x="1549458" y="1152000"/>
            <a:ext cx="9947217" cy="5146746"/>
          </a:xfrm>
        </p:spPr>
        <p:txBody>
          <a:bodyPr/>
          <a:lstStyle>
            <a:lvl1pPr>
              <a:lnSpc>
                <a:spcPct val="150000"/>
              </a:lnSpc>
              <a:spcBef>
                <a:spcPts val="0"/>
              </a:spcBef>
              <a:defRPr/>
            </a:lvl1pPr>
            <a:lvl2pPr>
              <a:lnSpc>
                <a:spcPct val="150000"/>
              </a:lnSpc>
              <a:spcBef>
                <a:spcPts val="0"/>
              </a:spcBef>
              <a:defRPr/>
            </a:lvl2pPr>
            <a:lvl3pPr>
              <a:lnSpc>
                <a:spcPct val="150000"/>
              </a:lnSpc>
              <a:spcBef>
                <a:spcPts val="0"/>
              </a:spcBef>
              <a:defRPr/>
            </a:lvl3pPr>
            <a:lvl4pPr>
              <a:lnSpc>
                <a:spcPct val="150000"/>
              </a:lnSpc>
              <a:spcBef>
                <a:spcPts val="0"/>
              </a:spcBef>
              <a:defRPr/>
            </a:lvl4pPr>
            <a:lvl5pPr>
              <a:lnSpc>
                <a:spcPct val="150000"/>
              </a:lnSpc>
              <a:spcBef>
                <a:spcPts val="0"/>
              </a:spcBef>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8" name="文本占位符 7">
            <a:extLst>
              <a:ext uri="{FF2B5EF4-FFF2-40B4-BE49-F238E27FC236}">
                <a16:creationId xmlns:a16="http://schemas.microsoft.com/office/drawing/2014/main" id="{E3D0E5E7-6BD2-623B-A843-FFB94EACC684}"/>
              </a:ext>
            </a:extLst>
          </p:cNvPr>
          <p:cNvSpPr>
            <a:spLocks noGrp="1"/>
          </p:cNvSpPr>
          <p:nvPr>
            <p:ph type="body" sz="quarter" idx="11"/>
          </p:nvPr>
        </p:nvSpPr>
        <p:spPr>
          <a:xfrm>
            <a:off x="7170738" y="663110"/>
            <a:ext cx="4325937" cy="400110"/>
          </a:xfrm>
        </p:spPr>
        <p:txBody>
          <a:bodyPr>
            <a:spAutoFit/>
          </a:bodyPr>
          <a:lstStyle>
            <a:lvl1pPr marL="0" indent="0" algn="r">
              <a:spcBef>
                <a:spcPts val="0"/>
              </a:spcBef>
              <a:spcAft>
                <a:spcPts val="0"/>
              </a:spcAft>
              <a:buNone/>
              <a:defRPr baseline="0">
                <a:solidFill>
                  <a:schemeClr val="tx1"/>
                </a:solidFill>
                <a:latin typeface="+mj-lt"/>
                <a:ea typeface="+mj-ea"/>
              </a:defRPr>
            </a:lvl1pPr>
            <a:lvl2pPr>
              <a:buNone/>
              <a:defRPr/>
            </a:lvl2pPr>
            <a:lvl3pPr>
              <a:buNone/>
              <a:defRPr/>
            </a:lvl3pPr>
            <a:lvl4pPr>
              <a:buNone/>
              <a:defRPr/>
            </a:lvl4pPr>
            <a:lvl5pPr>
              <a:buNone/>
              <a:defRPr/>
            </a:lvl5pPr>
          </a:lstStyle>
          <a:p>
            <a:pPr lvl="0"/>
            <a:r>
              <a:rPr lang="zh-CN" altLang="en-US" dirty="0"/>
              <a:t>单击此处编辑母版文本样式</a:t>
            </a:r>
          </a:p>
        </p:txBody>
      </p:sp>
      <p:cxnSp>
        <p:nvCxnSpPr>
          <p:cNvPr id="29" name="直接连接符 28"/>
          <p:cNvCxnSpPr>
            <a:cxnSpLocks/>
          </p:cNvCxnSpPr>
          <p:nvPr userDrawn="1"/>
        </p:nvCxnSpPr>
        <p:spPr>
          <a:xfrm flipV="1">
            <a:off x="1549458" y="1044170"/>
            <a:ext cx="5400000"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4" name="文本占位符 13">
            <a:extLst>
              <a:ext uri="{FF2B5EF4-FFF2-40B4-BE49-F238E27FC236}">
                <a16:creationId xmlns:a16="http://schemas.microsoft.com/office/drawing/2014/main" id="{36005272-6DE9-7AA2-F2A2-65A12AABE9D1}"/>
              </a:ext>
            </a:extLst>
          </p:cNvPr>
          <p:cNvSpPr>
            <a:spLocks noGrp="1"/>
          </p:cNvSpPr>
          <p:nvPr>
            <p:ph type="body" sz="quarter" idx="12" hasCustomPrompt="1"/>
          </p:nvPr>
        </p:nvSpPr>
        <p:spPr>
          <a:xfrm>
            <a:off x="172589" y="478444"/>
            <a:ext cx="1260000" cy="646331"/>
          </a:xfrm>
        </p:spPr>
        <p:txBody>
          <a:bodyPr>
            <a:spAutoFit/>
          </a:bodyPr>
          <a:lstStyle>
            <a:lvl1pPr algn="ctr">
              <a:buNone/>
              <a:defRPr sz="3600">
                <a:solidFill>
                  <a:schemeClr val="bg1"/>
                </a:solidFill>
              </a:defRPr>
            </a:lvl1pPr>
          </a:lstStyle>
          <a:p>
            <a:pPr lvl="0"/>
            <a:r>
              <a:rPr lang="en-US" altLang="zh-CN" dirty="0"/>
              <a:t>8.8</a:t>
            </a:r>
            <a:endParaRPr lang="zh-CN" altLang="en-US" dirty="0"/>
          </a:p>
        </p:txBody>
      </p:sp>
    </p:spTree>
    <p:extLst>
      <p:ext uri="{BB962C8B-B14F-4D97-AF65-F5344CB8AC3E}">
        <p14:creationId xmlns:p14="http://schemas.microsoft.com/office/powerpoint/2010/main" val="667873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7" name="矩形 6"/>
          <p:cNvSpPr/>
          <p:nvPr userDrawn="1"/>
        </p:nvSpPr>
        <p:spPr>
          <a:xfrm>
            <a:off x="0" y="1"/>
            <a:ext cx="12191999" cy="1296000"/>
          </a:xfrm>
          <a:prstGeom prst="rect">
            <a:avLst/>
          </a:prstGeom>
          <a:solidFill>
            <a:srgbClr val="B42C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63100" y="223884"/>
            <a:ext cx="2295762" cy="1268574"/>
          </a:xfrm>
          <a:prstGeom prst="rect">
            <a:avLst/>
          </a:prstGeom>
          <a:effectLst>
            <a:outerShdw blurRad="50800" dist="38100" dir="2700000" algn="tl" rotWithShape="0">
              <a:prstClr val="black">
                <a:alpha val="40000"/>
              </a:prstClr>
            </a:outerShdw>
            <a:reflection blurRad="203200" stA="51000" endPos="38000" dir="5400000" sy="-100000" algn="bl" rotWithShape="0"/>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2" presetClass="entr" presetSubtype="0" fill="hold" nodeType="after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750"/>
                                        <p:tgtEl>
                                          <p:spTgt spid="8"/>
                                        </p:tgtEl>
                                      </p:cBhvr>
                                    </p:animEffect>
                                    <p:anim calcmode="lin" valueType="num">
                                      <p:cBhvr>
                                        <p:cTn id="13" dur="750" fill="hold"/>
                                        <p:tgtEl>
                                          <p:spTgt spid="8"/>
                                        </p:tgtEl>
                                        <p:attrNameLst>
                                          <p:attrName>ppt_x</p:attrName>
                                        </p:attrNameLst>
                                      </p:cBhvr>
                                      <p:tavLst>
                                        <p:tav tm="0">
                                          <p:val>
                                            <p:strVal val="#ppt_x"/>
                                          </p:val>
                                        </p:tav>
                                        <p:tav tm="100000">
                                          <p:val>
                                            <p:strVal val="#ppt_x"/>
                                          </p:val>
                                        </p:tav>
                                      </p:tavLst>
                                    </p:anim>
                                    <p:anim calcmode="lin" valueType="num">
                                      <p:cBhvr>
                                        <p:cTn id="14" dur="75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apter">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108AEE7-B38D-ADC3-0DEC-E0671B972C82}"/>
              </a:ext>
            </a:extLst>
          </p:cNvPr>
          <p:cNvSpPr>
            <a:spLocks noGrp="1"/>
          </p:cNvSpPr>
          <p:nvPr>
            <p:ph type="title"/>
          </p:nvPr>
        </p:nvSpPr>
        <p:spPr>
          <a:xfrm>
            <a:off x="3990938" y="2660328"/>
            <a:ext cx="6946352" cy="869939"/>
          </a:xfrm>
          <a:noFill/>
        </p:spPr>
        <p:txBody>
          <a:bodyPr wrap="square" lIns="38567" tIns="19283" rIns="38567" bIns="19283" rtlCol="0">
            <a:spAutoFit/>
          </a:bodyPr>
          <a:lstStyle>
            <a:lvl1pPr>
              <a:defRPr lang="zh-CN" altLang="en-US" sz="5400" spc="1000" baseline="0" dirty="0">
                <a:solidFill>
                  <a:srgbClr val="006370"/>
                </a:solidFill>
              </a:defRPr>
            </a:lvl1pPr>
          </a:lstStyle>
          <a:p>
            <a:pPr marL="0" lvl="0"/>
            <a:r>
              <a:rPr lang="zh-CN" altLang="en-US" dirty="0"/>
              <a:t>单击此处编辑</a:t>
            </a:r>
          </a:p>
        </p:txBody>
      </p:sp>
      <p:cxnSp>
        <p:nvCxnSpPr>
          <p:cNvPr id="29" name="直接连接符 28"/>
          <p:cNvCxnSpPr>
            <a:cxnSpLocks/>
          </p:cNvCxnSpPr>
          <p:nvPr userDrawn="1"/>
        </p:nvCxnSpPr>
        <p:spPr>
          <a:xfrm flipV="1">
            <a:off x="3990938" y="3512601"/>
            <a:ext cx="7200000" cy="1766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 name="Freeform 5">
            <a:extLst>
              <a:ext uri="{FF2B5EF4-FFF2-40B4-BE49-F238E27FC236}">
                <a16:creationId xmlns:a16="http://schemas.microsoft.com/office/drawing/2014/main" id="{180A77AD-9F1C-727F-47AC-5B5D518E340F}"/>
              </a:ext>
            </a:extLst>
          </p:cNvPr>
          <p:cNvSpPr/>
          <p:nvPr userDrawn="1"/>
        </p:nvSpPr>
        <p:spPr bwMode="auto">
          <a:xfrm rot="5400000" flipV="1">
            <a:off x="1674796" y="2585850"/>
            <a:ext cx="1685310" cy="1686300"/>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reflection blurRad="6350" stA="50000" endA="300" endPos="35000" dist="50800" dir="5400000" sy="-100000" algn="bl" rotWithShape="0"/>
          </a:effectLst>
        </p:spPr>
        <p:txBody>
          <a:bodyPr vert="horz" wrap="square" lIns="121920" tIns="60960" rIns="121920" bIns="60960" numCol="1" anchor="t" anchorCtr="0" compatLnSpc="1"/>
          <a:lstStyle/>
          <a:p>
            <a:endParaRPr lang="zh-CN" altLang="en-US" sz="6600" b="1" dirty="0">
              <a:solidFill>
                <a:schemeClr val="bg1"/>
              </a:solidFill>
              <a:latin typeface="微软雅黑" panose="020B0503020204020204" pitchFamily="34" charset="-122"/>
              <a:ea typeface="微软雅黑" panose="020B0503020204020204" pitchFamily="34" charset="-122"/>
            </a:endParaRPr>
          </a:p>
        </p:txBody>
      </p:sp>
      <p:sp>
        <p:nvSpPr>
          <p:cNvPr id="10" name="文本占位符 9">
            <a:extLst>
              <a:ext uri="{FF2B5EF4-FFF2-40B4-BE49-F238E27FC236}">
                <a16:creationId xmlns:a16="http://schemas.microsoft.com/office/drawing/2014/main" id="{21772A3D-0697-2DCD-3F54-FD200FF31939}"/>
              </a:ext>
            </a:extLst>
          </p:cNvPr>
          <p:cNvSpPr>
            <a:spLocks noGrp="1"/>
          </p:cNvSpPr>
          <p:nvPr>
            <p:ph type="body" sz="quarter" idx="10" hasCustomPrompt="1"/>
          </p:nvPr>
        </p:nvSpPr>
        <p:spPr>
          <a:xfrm>
            <a:off x="1653067" y="2921168"/>
            <a:ext cx="1728000" cy="1015663"/>
          </a:xfrm>
          <a:noFill/>
        </p:spPr>
        <p:txBody>
          <a:bodyPr wrap="square" rtlCol="0">
            <a:spAutoFit/>
          </a:bodyPr>
          <a:lstStyle>
            <a:lvl1pPr algn="ctr">
              <a:buNone/>
              <a:defRPr lang="zh-CN" altLang="en-US" sz="6000" baseline="0" dirty="0">
                <a:solidFill>
                  <a:schemeClr val="bg1"/>
                </a:solidFill>
                <a:latin typeface="+mj-lt"/>
                <a:ea typeface="+mj-ea"/>
              </a:defRPr>
            </a:lvl1pPr>
          </a:lstStyle>
          <a:p>
            <a:pPr marL="0" lvl="0" algn="ctr"/>
            <a:r>
              <a:rPr lang="zh-CN" altLang="en-US" dirty="0"/>
              <a:t>序号</a:t>
            </a:r>
          </a:p>
        </p:txBody>
      </p:sp>
    </p:spTree>
    <p:extLst>
      <p:ext uri="{BB962C8B-B14F-4D97-AF65-F5344CB8AC3E}">
        <p14:creationId xmlns:p14="http://schemas.microsoft.com/office/powerpoint/2010/main" val="15846282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96000" y="540000"/>
            <a:ext cx="10800000" cy="523220"/>
          </a:xfrm>
          <a:prstGeom prst="rect">
            <a:avLst/>
          </a:prstGeom>
        </p:spPr>
        <p:txBody>
          <a:bodyPr vert="horz" lIns="91440" tIns="45720" rIns="91440" bIns="45720" rtlCol="0" anchor="ctr">
            <a:spAutoFit/>
          </a:bodyPr>
          <a:lstStyle/>
          <a:p>
            <a:r>
              <a:rPr lang="zh-CN" altLang="en-US" dirty="0"/>
              <a:t>单击此处编辑母版标题样式</a:t>
            </a:r>
          </a:p>
        </p:txBody>
      </p:sp>
      <p:sp>
        <p:nvSpPr>
          <p:cNvPr id="3" name="文本占位符 2"/>
          <p:cNvSpPr>
            <a:spLocks noGrp="1"/>
          </p:cNvSpPr>
          <p:nvPr>
            <p:ph type="body" idx="1"/>
          </p:nvPr>
        </p:nvSpPr>
        <p:spPr>
          <a:xfrm>
            <a:off x="696000" y="1152000"/>
            <a:ext cx="10800000" cy="4887446"/>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 bg1="lt1" tx1="dk1" bg2="lt2" tx2="dk2" accent1="accent1" accent2="accent2" accent3="accent3" accent4="accent4" accent5="accent5" accent6="accent6" hlink="hlink" folHlink="folHlink"/>
  <p:sldLayoutIdLst>
    <p:sldLayoutId id="2147483656" r:id="rId1"/>
    <p:sldLayoutId id="2147483650" r:id="rId2"/>
    <p:sldLayoutId id="2147483657" r:id="rId3"/>
    <p:sldLayoutId id="2147483655" r:id="rId4"/>
  </p:sldLayoutIdLst>
  <p:txStyles>
    <p:titleStyle>
      <a:lvl1pPr algn="l" defTabSz="914400" rtl="0" eaLnBrk="1" latinLnBrk="0" hangingPunct="1">
        <a:lnSpc>
          <a:spcPct val="100000"/>
        </a:lnSpc>
        <a:spcBef>
          <a:spcPct val="0"/>
        </a:spcBef>
        <a:buNone/>
        <a:defRPr lang="zh-CN" altLang="en-US" sz="2800" kern="1200">
          <a:solidFill>
            <a:schemeClr val="tx1"/>
          </a:solidFill>
          <a:latin typeface="+mj-lt"/>
          <a:ea typeface="+mj-ea"/>
          <a:cs typeface="+mj-cs"/>
        </a:defRPr>
      </a:lvl1pPr>
    </p:titleStyle>
    <p:bodyStyle>
      <a:lvl1pPr marL="180000" indent="-180000" algn="l" defTabSz="914400" rtl="0" eaLnBrk="1" latinLnBrk="0" hangingPunct="1">
        <a:lnSpc>
          <a:spcPct val="100000"/>
        </a:lnSpc>
        <a:spcBef>
          <a:spcPts val="1200"/>
        </a:spcBef>
        <a:spcAft>
          <a:spcPts val="600"/>
        </a:spcAft>
        <a:buFont typeface="Wingdings" panose="05000000000000000000" pitchFamily="2" charset="2"/>
        <a:buChar char="§"/>
        <a:defRPr sz="2000" kern="1200">
          <a:solidFill>
            <a:schemeClr val="tx1"/>
          </a:solidFill>
          <a:latin typeface="+mn-lt"/>
          <a:ea typeface="+mn-ea"/>
          <a:cs typeface="+mn-cs"/>
        </a:defRPr>
      </a:lvl1pPr>
      <a:lvl2pPr marL="540000" indent="-180000" algn="l" defTabSz="914400" rtl="0" eaLnBrk="1" latinLnBrk="0" hangingPunct="1">
        <a:lnSpc>
          <a:spcPct val="100000"/>
        </a:lnSpc>
        <a:spcBef>
          <a:spcPts val="1200"/>
        </a:spcBef>
        <a:spcAft>
          <a:spcPts val="600"/>
        </a:spcAft>
        <a:buFont typeface="Arial" panose="020B0604020202020204" pitchFamily="34" charset="0"/>
        <a:buChar char="•"/>
        <a:defRPr sz="1800" kern="1200">
          <a:solidFill>
            <a:schemeClr val="tx1"/>
          </a:solidFill>
          <a:latin typeface="+mn-lt"/>
          <a:ea typeface="+mn-ea"/>
          <a:cs typeface="+mn-cs"/>
        </a:defRPr>
      </a:lvl2pPr>
      <a:lvl3pPr marL="1080000" indent="-180000" algn="l" defTabSz="914400" rtl="0" eaLnBrk="1" latinLnBrk="0" hangingPunct="1">
        <a:lnSpc>
          <a:spcPct val="100000"/>
        </a:lnSpc>
        <a:spcBef>
          <a:spcPts val="1200"/>
        </a:spcBef>
        <a:spcAft>
          <a:spcPts val="600"/>
        </a:spcAft>
        <a:buFont typeface="Montserrat" panose="00000500000000000000" pitchFamily="2" charset="0"/>
        <a:buChar char="‐"/>
        <a:defRPr sz="1600" kern="1200">
          <a:solidFill>
            <a:schemeClr val="tx1"/>
          </a:solidFill>
          <a:latin typeface="+mn-lt"/>
          <a:ea typeface="+mn-ea"/>
          <a:cs typeface="+mn-cs"/>
        </a:defRPr>
      </a:lvl3pPr>
      <a:lvl4pPr marL="1620000" indent="-180000" algn="l" defTabSz="914400" rtl="0" eaLnBrk="1" latinLnBrk="0" hangingPunct="1">
        <a:lnSpc>
          <a:spcPct val="100000"/>
        </a:lnSpc>
        <a:spcBef>
          <a:spcPts val="1200"/>
        </a:spcBef>
        <a:spcAft>
          <a:spcPts val="600"/>
        </a:spcAft>
        <a:buFont typeface="Arial" panose="020B0604020202020204" pitchFamily="34" charset="0"/>
        <a:buChar char="•"/>
        <a:defRPr sz="1400" kern="1200">
          <a:solidFill>
            <a:schemeClr val="tx1"/>
          </a:solidFill>
          <a:latin typeface="+mn-lt"/>
          <a:ea typeface="+mn-ea"/>
          <a:cs typeface="+mn-cs"/>
        </a:defRPr>
      </a:lvl4pPr>
      <a:lvl5pPr marL="2160000" indent="-180000" algn="l" defTabSz="914400" rtl="0" eaLnBrk="1" latinLnBrk="0" hangingPunct="1">
        <a:lnSpc>
          <a:spcPct val="100000"/>
        </a:lnSpc>
        <a:spcBef>
          <a:spcPts val="1200"/>
        </a:spcBef>
        <a:spcAft>
          <a:spcPts val="600"/>
        </a:spcAft>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4.xml"/><Relationship Id="rId1" Type="http://schemas.openxmlformats.org/officeDocument/2006/relationships/tags" Target="../tags/tag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52.xml"/><Relationship Id="rId1" Type="http://schemas.openxmlformats.org/officeDocument/2006/relationships/slideLayout" Target="../slideLayouts/slideLayout4.xml"/><Relationship Id="rId4" Type="http://schemas.openxmlformats.org/officeDocument/2006/relationships/image" Target="../media/image40.wmf"/></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53.xml"/><Relationship Id="rId1" Type="http://schemas.openxmlformats.org/officeDocument/2006/relationships/slideLayout" Target="../slideLayouts/slideLayout4.xml"/><Relationship Id="rId4" Type="http://schemas.openxmlformats.org/officeDocument/2006/relationships/image" Target="../media/image41.wmf"/></Relationships>
</file>

<file path=ppt/slides/_rels/slide5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4.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4.xml"/><Relationship Id="rId1" Type="http://schemas.openxmlformats.org/officeDocument/2006/relationships/tags" Target="../tags/tag3.xml"/><Relationship Id="rId4" Type="http://schemas.openxmlformats.org/officeDocument/2006/relationships/image" Target="../media/image43.png"/></Relationships>
</file>

<file path=ppt/slides/_rels/slide57.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57.xml"/><Relationship Id="rId1" Type="http://schemas.openxmlformats.org/officeDocument/2006/relationships/slideLayout" Target="../slideLayouts/slideLayout4.xml"/><Relationship Id="rId5" Type="http://schemas.openxmlformats.org/officeDocument/2006/relationships/image" Target="../media/image46.png"/><Relationship Id="rId4" Type="http://schemas.openxmlformats.org/officeDocument/2006/relationships/image" Target="../media/image45.jpe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59.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60.xml"/><Relationship Id="rId1" Type="http://schemas.openxmlformats.org/officeDocument/2006/relationships/slideLayout" Target="../slideLayouts/slideLayout4.xml"/><Relationship Id="rId4" Type="http://schemas.openxmlformats.org/officeDocument/2006/relationships/image" Target="../media/image49.png"/></Relationships>
</file>

<file path=ppt/slides/_rels/slide61.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61.xml"/><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63.xml"/><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65.xml"/><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66.xml"/><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68.xml"/><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9.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70.xml"/><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71.xml"/><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72.xml"/><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73.xml"/><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74.xml"/><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75.xml"/><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76.xml"/><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77.xml"/><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78.xml"/><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79.xml"/><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80.xml"/><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3" Type="http://schemas.openxmlformats.org/officeDocument/2006/relationships/notesSlide" Target="../notesSlides/notesSlide82.xml"/><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83.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83.xml"/><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84.xml"/><Relationship Id="rId1" Type="http://schemas.openxmlformats.org/officeDocument/2006/relationships/slideLayout" Target="../slideLayouts/slideLayout4.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86.xml"/><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88.xml"/><Relationship Id="rId1" Type="http://schemas.openxmlformats.org/officeDocument/2006/relationships/slideLayout" Target="../slideLayouts/slideLayout4.xml"/><Relationship Id="rId4" Type="http://schemas.openxmlformats.org/officeDocument/2006/relationships/image" Target="../media/image70.jpeg"/></Relationships>
</file>

<file path=ppt/slides/_rels/slide89.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89.xml"/><Relationship Id="rId1" Type="http://schemas.openxmlformats.org/officeDocument/2006/relationships/slideLayout" Target="../slideLayouts/slideLayout4.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91.xml"/><Relationship Id="rId1" Type="http://schemas.openxmlformats.org/officeDocument/2006/relationships/slideLayout" Target="../slideLayouts/slideLayout4.xml"/><Relationship Id="rId4" Type="http://schemas.openxmlformats.org/officeDocument/2006/relationships/image" Target="../media/image73.jpeg"/></Relationships>
</file>

<file path=ppt/slides/_rels/slide92.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92.xml"/><Relationship Id="rId1" Type="http://schemas.openxmlformats.org/officeDocument/2006/relationships/slideLayout" Target="../slideLayouts/slideLayout4.xml"/><Relationship Id="rId4" Type="http://schemas.openxmlformats.org/officeDocument/2006/relationships/image" Target="../media/image75.jpeg"/></Relationships>
</file>

<file path=ppt/slides/_rels/slide93.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93.xml"/><Relationship Id="rId1" Type="http://schemas.openxmlformats.org/officeDocument/2006/relationships/slideLayout" Target="../slideLayouts/slideLayout4.xml"/><Relationship Id="rId4" Type="http://schemas.openxmlformats.org/officeDocument/2006/relationships/image" Target="../media/image77.jpeg"/></Relationships>
</file>

<file path=ppt/slides/_rels/slide94.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notesSlide" Target="../notesSlides/notesSlide94.xml"/><Relationship Id="rId1" Type="http://schemas.openxmlformats.org/officeDocument/2006/relationships/slideLayout" Target="../slideLayouts/slideLayout4.xml"/><Relationship Id="rId4" Type="http://schemas.openxmlformats.org/officeDocument/2006/relationships/image" Target="../media/image79.jpeg"/></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4.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4.xml"/></Relationships>
</file>

<file path=ppt/slides/_rels/slide97.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notesSlide" Target="../notesSlides/notesSlide97.xml"/><Relationship Id="rId1" Type="http://schemas.openxmlformats.org/officeDocument/2006/relationships/slideLayout" Target="../slideLayouts/slideLayout4.xml"/><Relationship Id="rId4" Type="http://schemas.openxmlformats.org/officeDocument/2006/relationships/image" Target="../media/image81.jpeg"/></Relationships>
</file>

<file path=ppt/slides/_rels/slide98.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98.xml"/><Relationship Id="rId1" Type="http://schemas.openxmlformats.org/officeDocument/2006/relationships/slideLayout" Target="../slideLayouts/slideLayout4.xml"/></Relationships>
</file>

<file path=ppt/slides/_rels/slide99.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notesSlide" Target="../notesSlides/notesSlide99.xml"/><Relationship Id="rId1" Type="http://schemas.openxmlformats.org/officeDocument/2006/relationships/slideLayout" Target="../slideLayouts/slideLayout4.xml"/><Relationship Id="rId4" Type="http://schemas.openxmlformats.org/officeDocument/2006/relationships/image" Target="../media/image84.jpeg"/></Relationships>
</file>

<file path=ppt/slides/_rels/slide100.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notesSlide" Target="../notesSlides/notesSlide100.xml"/><Relationship Id="rId1" Type="http://schemas.openxmlformats.org/officeDocument/2006/relationships/slideLayout" Target="../slideLayouts/slideLayout4.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4.xml"/></Relationships>
</file>

<file path=ppt/slides/_rels/slide102.xml.rels><?xml version="1.0" encoding="UTF-8" standalone="yes"?>
<Relationships xmlns="http://schemas.openxmlformats.org/package/2006/relationships"><Relationship Id="rId3" Type="http://schemas.openxmlformats.org/officeDocument/2006/relationships/image" Target="../media/image86.jpeg"/><Relationship Id="rId2" Type="http://schemas.openxmlformats.org/officeDocument/2006/relationships/notesSlide" Target="../notesSlides/notesSlide102.xml"/><Relationship Id="rId1" Type="http://schemas.openxmlformats.org/officeDocument/2006/relationships/slideLayout" Target="../slideLayouts/slideLayout4.xml"/></Relationships>
</file>

<file path=ppt/slides/_rels/slide103.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notesSlide" Target="../notesSlides/notesSlide103.xml"/><Relationship Id="rId1" Type="http://schemas.openxmlformats.org/officeDocument/2006/relationships/slideLayout" Target="../slideLayouts/slideLayout4.xml"/></Relationships>
</file>

<file path=ppt/slides/_rels/slide104.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notesSlide" Target="../notesSlides/notesSlide104.xml"/><Relationship Id="rId1" Type="http://schemas.openxmlformats.org/officeDocument/2006/relationships/slideLayout" Target="../slideLayouts/slideLayout4.xml"/></Relationships>
</file>

<file path=ppt/slides/_rels/slide105.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notesSlide" Target="../notesSlides/notesSlide105.xml"/><Relationship Id="rId1" Type="http://schemas.openxmlformats.org/officeDocument/2006/relationships/slideLayout" Target="../slideLayouts/slideLayout4.xml"/><Relationship Id="rId4" Type="http://schemas.openxmlformats.org/officeDocument/2006/relationships/image" Target="../media/image90.jpeg"/></Relationships>
</file>

<file path=ppt/slides/_rels/slide106.xml.rels><?xml version="1.0" encoding="UTF-8" standalone="yes"?>
<Relationships xmlns="http://schemas.openxmlformats.org/package/2006/relationships"><Relationship Id="rId3" Type="http://schemas.openxmlformats.org/officeDocument/2006/relationships/image" Target="../media/image91.jpeg"/><Relationship Id="rId2" Type="http://schemas.openxmlformats.org/officeDocument/2006/relationships/notesSlide" Target="../notesSlides/notesSlide106.xml"/><Relationship Id="rId1" Type="http://schemas.openxmlformats.org/officeDocument/2006/relationships/slideLayout" Target="../slideLayouts/slideLayout4.xml"/><Relationship Id="rId4" Type="http://schemas.openxmlformats.org/officeDocument/2006/relationships/image" Target="../media/image92.jpeg"/></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4.xml"/></Relationships>
</file>

<file path=ppt/slides/_rels/slide108.xml.rels><?xml version="1.0" encoding="UTF-8" standalone="yes"?>
<Relationships xmlns="http://schemas.openxmlformats.org/package/2006/relationships"><Relationship Id="rId3" Type="http://schemas.openxmlformats.org/officeDocument/2006/relationships/notesSlide" Target="../notesSlides/notesSlide108.xml"/><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4.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4.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4.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4786009"/>
            <a:ext cx="12192000" cy="2071991"/>
          </a:xfrm>
          <a:prstGeom prst="rect">
            <a:avLst/>
          </a:prstGeom>
          <a:solidFill>
            <a:srgbClr val="B42C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extBox 7"/>
          <p:cNvSpPr txBox="1"/>
          <p:nvPr/>
        </p:nvSpPr>
        <p:spPr>
          <a:xfrm>
            <a:off x="1570068" y="2374395"/>
            <a:ext cx="9358774" cy="808384"/>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pPr algn="dist"/>
            <a:r>
              <a:rPr lang="zh-CN" altLang="en-US" b="0" dirty="0">
                <a:solidFill>
                  <a:schemeClr val="tx1"/>
                </a:solidFill>
                <a:latin typeface="+mj-lt"/>
                <a:ea typeface="+mj-ea"/>
              </a:rPr>
              <a:t>WPS Office智能办公</a:t>
            </a:r>
          </a:p>
        </p:txBody>
      </p:sp>
      <p:sp>
        <p:nvSpPr>
          <p:cNvPr id="19" name="TextBox 8"/>
          <p:cNvSpPr txBox="1"/>
          <p:nvPr/>
        </p:nvSpPr>
        <p:spPr>
          <a:xfrm>
            <a:off x="3817671" y="5344963"/>
            <a:ext cx="7740756" cy="954083"/>
          </a:xfrm>
          <a:prstGeom prst="rect">
            <a:avLst/>
          </a:prstGeom>
          <a:noFill/>
        </p:spPr>
        <p:txBody>
          <a:bodyPr wrap="square" lIns="91416" tIns="45708" rIns="91416" bIns="45708" rtlCol="0">
            <a:spAutoFit/>
          </a:bodyPr>
          <a:lstStyle>
            <a:defPPr>
              <a:defRPr lang="zh-CN"/>
            </a:defPPr>
            <a:lvl1pPr>
              <a:defRPr sz="2000">
                <a:solidFill>
                  <a:schemeClr val="accent2"/>
                </a:solidFill>
                <a:latin typeface="+mn-ea"/>
                <a:ea typeface="+mn-ea"/>
              </a:defRPr>
            </a:lvl1pPr>
          </a:lstStyle>
          <a:p>
            <a:r>
              <a:rPr lang="zh-CN" altLang="en-US" sz="2800" b="1" dirty="0">
                <a:solidFill>
                  <a:schemeClr val="bg1"/>
                </a:solidFill>
                <a:latin typeface="微软雅黑" panose="020B0503020204020204" pitchFamily="34" charset="-122"/>
                <a:ea typeface="微软雅黑" panose="020B0503020204020204" pitchFamily="34" charset="-122"/>
              </a:rPr>
              <a:t>计算机工程学院</a:t>
            </a:r>
            <a:endParaRPr lang="en-US" altLang="zh-CN" sz="2800" b="1" dirty="0">
              <a:solidFill>
                <a:schemeClr val="bg1"/>
              </a:solidFill>
              <a:latin typeface="微软雅黑" panose="020B0503020204020204" pitchFamily="34" charset="-122"/>
              <a:ea typeface="微软雅黑" panose="020B0503020204020204" pitchFamily="34" charset="-122"/>
            </a:endParaRPr>
          </a:p>
          <a:p>
            <a:r>
              <a:rPr lang="zh-CN" altLang="en-US" sz="2800" b="1" dirty="0">
                <a:solidFill>
                  <a:schemeClr val="bg1"/>
                </a:solidFill>
                <a:latin typeface="微软雅黑" panose="020B0503020204020204" pitchFamily="34" charset="-122"/>
                <a:ea typeface="微软雅黑" panose="020B0503020204020204" pitchFamily="34" charset="-122"/>
              </a:rPr>
              <a:t>张树彬</a:t>
            </a:r>
          </a:p>
        </p:txBody>
      </p:sp>
      <p:pic>
        <p:nvPicPr>
          <p:cNvPr id="2" name="图片 1">
            <a:extLst>
              <a:ext uri="{FF2B5EF4-FFF2-40B4-BE49-F238E27FC236}">
                <a16:creationId xmlns:a16="http://schemas.microsoft.com/office/drawing/2014/main" id="{9750F9CB-34AA-92E4-45B8-89C35438510F}"/>
              </a:ext>
            </a:extLst>
          </p:cNvPr>
          <p:cNvPicPr>
            <a:picLocks noChangeAspect="1"/>
          </p:cNvPicPr>
          <p:nvPr/>
        </p:nvPicPr>
        <p:blipFill>
          <a:blip r:embed="rId3"/>
          <a:stretch>
            <a:fillRect/>
          </a:stretch>
        </p:blipFill>
        <p:spPr>
          <a:xfrm>
            <a:off x="343112" y="5314068"/>
            <a:ext cx="2793651" cy="1015873"/>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2" presetClass="entr" presetSubtype="1" decel="53300" fill="hold" grpId="0" nodeType="afterEffect">
                                  <p:stCondLst>
                                    <p:cond delay="0"/>
                                  </p:stCondLst>
                                  <p:iterate type="lt">
                                    <p:tmPct val="10000"/>
                                  </p:iterate>
                                  <p:childTnLst>
                                    <p:set>
                                      <p:cBhvr>
                                        <p:cTn id="10" dur="1" fill="hold">
                                          <p:stCondLst>
                                            <p:cond delay="0"/>
                                          </p:stCondLst>
                                        </p:cTn>
                                        <p:tgtEl>
                                          <p:spTgt spid="9"/>
                                        </p:tgtEl>
                                        <p:attrNameLst>
                                          <p:attrName>style.visibility</p:attrName>
                                        </p:attrNameLst>
                                      </p:cBhvr>
                                      <p:to>
                                        <p:strVal val="visible"/>
                                      </p:to>
                                    </p:set>
                                    <p:anim calcmode="lin" valueType="num">
                                      <p:cBhvr additive="base">
                                        <p:cTn id="11" dur="750" fill="hold"/>
                                        <p:tgtEl>
                                          <p:spTgt spid="9"/>
                                        </p:tgtEl>
                                        <p:attrNameLst>
                                          <p:attrName>ppt_x</p:attrName>
                                        </p:attrNameLst>
                                      </p:cBhvr>
                                      <p:tavLst>
                                        <p:tav tm="0">
                                          <p:val>
                                            <p:strVal val="#ppt_x"/>
                                          </p:val>
                                        </p:tav>
                                        <p:tav tm="100000">
                                          <p:val>
                                            <p:strVal val="#ppt_x"/>
                                          </p:val>
                                        </p:tav>
                                      </p:tavLst>
                                    </p:anim>
                                    <p:anim calcmode="lin" valueType="num">
                                      <p:cBhvr additive="base">
                                        <p:cTn id="12" dur="750" fill="hold"/>
                                        <p:tgtEl>
                                          <p:spTgt spid="9"/>
                                        </p:tgtEl>
                                        <p:attrNameLst>
                                          <p:attrName>ppt_y</p:attrName>
                                        </p:attrNameLst>
                                      </p:cBhvr>
                                      <p:tavLst>
                                        <p:tav tm="0">
                                          <p:val>
                                            <p:strVal val="0-#ppt_h/2"/>
                                          </p:val>
                                        </p:tav>
                                        <p:tav tm="100000">
                                          <p:val>
                                            <p:strVal val="#ppt_y"/>
                                          </p:val>
                                        </p:tav>
                                      </p:tavLst>
                                    </p:anim>
                                  </p:childTnLst>
                                </p:cTn>
                              </p:par>
                            </p:childTnLst>
                          </p:cTn>
                        </p:par>
                        <p:par>
                          <p:cTn id="13" fill="hold">
                            <p:stCondLst>
                              <p:cond delay="2224"/>
                            </p:stCondLst>
                            <p:childTnLst>
                              <p:par>
                                <p:cTn id="14" presetID="22" presetClass="entr" presetSubtype="8" fill="hold" grpId="0" nodeType="after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wipe(left)">
                                      <p:cBhvr>
                                        <p:cTn id="16"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9" grpId="0"/>
      <p:bldP spid="19"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18"/>
          <p:cNvSpPr txBox="1">
            <a:spLocks noChangeArrowheads="1"/>
          </p:cNvSpPr>
          <p:nvPr/>
        </p:nvSpPr>
        <p:spPr bwMode="auto">
          <a:xfrm>
            <a:off x="3701062" y="3052058"/>
            <a:ext cx="1440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SzTx/>
              <a:buFontTx/>
              <a:buNone/>
            </a:pPr>
            <a:r>
              <a:rPr lang="zh-CN" altLang="en-US" sz="2800" dirty="0">
                <a:latin typeface="+mj-lt"/>
                <a:ea typeface="+mj-ea"/>
              </a:rPr>
              <a:t>第 </a:t>
            </a:r>
            <a:r>
              <a:rPr lang="en-US" altLang="zh-CN" sz="2800" dirty="0">
                <a:latin typeface="+mj-lt"/>
                <a:ea typeface="+mj-ea"/>
              </a:rPr>
              <a:t>4</a:t>
            </a:r>
            <a:r>
              <a:rPr lang="zh-CN" altLang="en-US" sz="2800" dirty="0">
                <a:latin typeface="+mj-lt"/>
                <a:ea typeface="+mj-ea"/>
              </a:rPr>
              <a:t> 章</a:t>
            </a:r>
          </a:p>
        </p:txBody>
      </p:sp>
      <p:sp>
        <p:nvSpPr>
          <p:cNvPr id="11" name="矩形 10"/>
          <p:cNvSpPr/>
          <p:nvPr/>
        </p:nvSpPr>
        <p:spPr>
          <a:xfrm>
            <a:off x="-15875" y="0"/>
            <a:ext cx="2374900" cy="6858000"/>
          </a:xfrm>
          <a:prstGeom prst="rect">
            <a:avLst/>
          </a:prstGeom>
          <a:solidFill>
            <a:srgbClr val="B42C2B"/>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anchor="ctr"/>
          <a:lstStyle/>
          <a:p>
            <a:pPr algn="ctr">
              <a:defRPr/>
            </a:pPr>
            <a:r>
              <a:rPr lang="zh-CN" altLang="en-US" sz="6000" dirty="0">
                <a:solidFill>
                  <a:prstClr val="white"/>
                </a:solidFill>
                <a:latin typeface="+mj-lt"/>
                <a:ea typeface="+mj-ea"/>
              </a:rPr>
              <a:t>目录</a:t>
            </a:r>
          </a:p>
        </p:txBody>
      </p:sp>
      <p:sp>
        <p:nvSpPr>
          <p:cNvPr id="25" name="文本框 28"/>
          <p:cNvSpPr txBox="1">
            <a:spLocks noChangeArrowheads="1"/>
          </p:cNvSpPr>
          <p:nvPr/>
        </p:nvSpPr>
        <p:spPr bwMode="auto">
          <a:xfrm>
            <a:off x="5580662" y="1605726"/>
            <a:ext cx="432000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ts val="0"/>
              </a:spcBef>
              <a:buClrTx/>
              <a:buSzTx/>
              <a:buFontTx/>
              <a:buNone/>
            </a:pPr>
            <a:r>
              <a:rPr lang="en-US" altLang="zh-CN" sz="2800" dirty="0">
                <a:latin typeface="+mj-lt"/>
                <a:ea typeface="+mj-ea"/>
                <a:sym typeface="+mn-ea"/>
              </a:rPr>
              <a:t>WPS</a:t>
            </a:r>
            <a:r>
              <a:rPr lang="zh-CN" altLang="en-US" sz="2800" dirty="0">
                <a:latin typeface="+mj-lt"/>
                <a:ea typeface="+mj-ea"/>
                <a:sym typeface="+mn-ea"/>
              </a:rPr>
              <a:t>表格数据处理</a:t>
            </a:r>
            <a:endParaRPr lang="zh-CN" altLang="en-US" sz="2800" dirty="0">
              <a:latin typeface="+mj-lt"/>
              <a:ea typeface="+mj-ea"/>
            </a:endParaRPr>
          </a:p>
        </p:txBody>
      </p:sp>
      <p:sp>
        <p:nvSpPr>
          <p:cNvPr id="26" name="文本框 29"/>
          <p:cNvSpPr txBox="1">
            <a:spLocks noChangeArrowheads="1"/>
          </p:cNvSpPr>
          <p:nvPr/>
        </p:nvSpPr>
        <p:spPr bwMode="auto">
          <a:xfrm>
            <a:off x="5580662" y="2329533"/>
            <a:ext cx="4320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l">
              <a:spcBef>
                <a:spcPts val="0"/>
              </a:spcBef>
              <a:buClrTx/>
              <a:buSzTx/>
              <a:buFontTx/>
              <a:buNone/>
            </a:pPr>
            <a:r>
              <a:rPr lang="en-US" altLang="zh-CN" sz="2800" dirty="0">
                <a:latin typeface="+mj-lt"/>
                <a:ea typeface="+mj-ea"/>
                <a:sym typeface="+mn-ea"/>
              </a:rPr>
              <a:t>WPS</a:t>
            </a:r>
            <a:r>
              <a:rPr lang="zh-CN" altLang="en-US" sz="2800" dirty="0">
                <a:latin typeface="+mj-lt"/>
                <a:ea typeface="+mj-ea"/>
                <a:sym typeface="+mn-ea"/>
              </a:rPr>
              <a:t>演示文稿制作</a:t>
            </a:r>
            <a:endParaRPr lang="zh-CN" altLang="en-US" sz="2800" dirty="0">
              <a:latin typeface="+mj-lt"/>
              <a:ea typeface="+mj-ea"/>
            </a:endParaRPr>
          </a:p>
        </p:txBody>
      </p:sp>
      <p:sp>
        <p:nvSpPr>
          <p:cNvPr id="27" name="文本框 30"/>
          <p:cNvSpPr txBox="1">
            <a:spLocks noChangeArrowheads="1"/>
          </p:cNvSpPr>
          <p:nvPr/>
        </p:nvSpPr>
        <p:spPr bwMode="auto">
          <a:xfrm>
            <a:off x="5580662" y="3054590"/>
            <a:ext cx="432000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ts val="0"/>
              </a:spcBef>
              <a:buClrTx/>
              <a:buSzTx/>
              <a:buFontTx/>
              <a:buNone/>
            </a:pPr>
            <a:r>
              <a:rPr sz="2800" dirty="0">
                <a:latin typeface="+mj-lt"/>
                <a:ea typeface="+mj-ea"/>
              </a:rPr>
              <a:t>WPS文字高级应用案例</a:t>
            </a:r>
          </a:p>
        </p:txBody>
      </p:sp>
      <p:sp>
        <p:nvSpPr>
          <p:cNvPr id="31" name="文本框 30"/>
          <p:cNvSpPr txBox="1">
            <a:spLocks noChangeArrowheads="1"/>
          </p:cNvSpPr>
          <p:nvPr/>
        </p:nvSpPr>
        <p:spPr bwMode="auto">
          <a:xfrm>
            <a:off x="5580662" y="3778397"/>
            <a:ext cx="432000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ts val="0"/>
              </a:spcBef>
              <a:buClrTx/>
              <a:buSzTx/>
              <a:buFontTx/>
              <a:buNone/>
            </a:pPr>
            <a:r>
              <a:rPr sz="2800" dirty="0">
                <a:latin typeface="+mj-lt"/>
                <a:ea typeface="+mj-ea"/>
              </a:rPr>
              <a:t>WPS表格高级应用案例</a:t>
            </a:r>
          </a:p>
        </p:txBody>
      </p:sp>
      <p:sp>
        <p:nvSpPr>
          <p:cNvPr id="33" name="文本框 30"/>
          <p:cNvSpPr txBox="1">
            <a:spLocks noChangeArrowheads="1"/>
          </p:cNvSpPr>
          <p:nvPr/>
        </p:nvSpPr>
        <p:spPr bwMode="auto">
          <a:xfrm>
            <a:off x="5580662" y="4502204"/>
            <a:ext cx="432000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ts val="0"/>
              </a:spcBef>
              <a:buClrTx/>
              <a:buSzTx/>
              <a:buFontTx/>
              <a:buNone/>
            </a:pPr>
            <a:r>
              <a:rPr sz="2800" dirty="0">
                <a:latin typeface="+mj-lt"/>
                <a:ea typeface="+mj-ea"/>
              </a:rPr>
              <a:t>WPS演示高级应用案例</a:t>
            </a:r>
          </a:p>
        </p:txBody>
      </p:sp>
      <p:sp>
        <p:nvSpPr>
          <p:cNvPr id="35" name="文本框 18"/>
          <p:cNvSpPr txBox="1">
            <a:spLocks noChangeArrowheads="1"/>
          </p:cNvSpPr>
          <p:nvPr/>
        </p:nvSpPr>
        <p:spPr bwMode="auto">
          <a:xfrm>
            <a:off x="3701062" y="1605497"/>
            <a:ext cx="144000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SzTx/>
              <a:buFontTx/>
              <a:buNone/>
            </a:pPr>
            <a:r>
              <a:rPr lang="zh-CN" altLang="en-US" sz="2800" dirty="0">
                <a:latin typeface="+mj-lt"/>
                <a:ea typeface="+mj-ea"/>
              </a:rPr>
              <a:t>第 </a:t>
            </a:r>
            <a:r>
              <a:rPr lang="en-US" altLang="zh-CN" sz="2800" dirty="0">
                <a:latin typeface="+mj-lt"/>
                <a:ea typeface="+mj-ea"/>
              </a:rPr>
              <a:t>2</a:t>
            </a:r>
            <a:r>
              <a:rPr lang="zh-CN" altLang="en-US" sz="2800" dirty="0">
                <a:latin typeface="+mj-lt"/>
                <a:ea typeface="+mj-ea"/>
              </a:rPr>
              <a:t> 章</a:t>
            </a:r>
          </a:p>
        </p:txBody>
      </p:sp>
      <p:sp>
        <p:nvSpPr>
          <p:cNvPr id="37" name="文本框 18"/>
          <p:cNvSpPr txBox="1">
            <a:spLocks noChangeArrowheads="1"/>
          </p:cNvSpPr>
          <p:nvPr/>
        </p:nvSpPr>
        <p:spPr bwMode="auto">
          <a:xfrm>
            <a:off x="3701062" y="3776291"/>
            <a:ext cx="1440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SzTx/>
              <a:buFontTx/>
              <a:buNone/>
            </a:pPr>
            <a:r>
              <a:rPr lang="zh-CN" altLang="en-US" sz="2800" dirty="0">
                <a:latin typeface="+mj-lt"/>
                <a:ea typeface="+mj-ea"/>
              </a:rPr>
              <a:t>第 </a:t>
            </a:r>
            <a:r>
              <a:rPr lang="en-US" altLang="zh-CN" sz="2800" dirty="0">
                <a:latin typeface="+mj-lt"/>
                <a:ea typeface="+mj-ea"/>
              </a:rPr>
              <a:t>5</a:t>
            </a:r>
            <a:r>
              <a:rPr lang="zh-CN" altLang="en-US" sz="2800" dirty="0">
                <a:latin typeface="+mj-lt"/>
                <a:ea typeface="+mj-ea"/>
              </a:rPr>
              <a:t> 章</a:t>
            </a:r>
          </a:p>
        </p:txBody>
      </p:sp>
      <p:sp>
        <p:nvSpPr>
          <p:cNvPr id="38" name="文本框 18"/>
          <p:cNvSpPr txBox="1">
            <a:spLocks noChangeArrowheads="1"/>
          </p:cNvSpPr>
          <p:nvPr/>
        </p:nvSpPr>
        <p:spPr bwMode="auto">
          <a:xfrm>
            <a:off x="3701062" y="4500524"/>
            <a:ext cx="1440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SzTx/>
              <a:buFontTx/>
              <a:buNone/>
            </a:pPr>
            <a:r>
              <a:rPr lang="zh-CN" altLang="en-US" sz="2800" dirty="0">
                <a:latin typeface="+mj-lt"/>
                <a:ea typeface="+mj-ea"/>
              </a:rPr>
              <a:t>第 </a:t>
            </a:r>
            <a:r>
              <a:rPr lang="en-US" altLang="zh-CN" sz="2800" dirty="0">
                <a:latin typeface="+mj-lt"/>
                <a:ea typeface="+mj-ea"/>
              </a:rPr>
              <a:t>6</a:t>
            </a:r>
            <a:r>
              <a:rPr lang="zh-CN" altLang="en-US" sz="2800" dirty="0">
                <a:latin typeface="+mj-lt"/>
                <a:ea typeface="+mj-ea"/>
              </a:rPr>
              <a:t> 章</a:t>
            </a:r>
          </a:p>
        </p:txBody>
      </p:sp>
      <p:sp>
        <p:nvSpPr>
          <p:cNvPr id="41" name="文本框 30"/>
          <p:cNvSpPr txBox="1">
            <a:spLocks noChangeArrowheads="1"/>
          </p:cNvSpPr>
          <p:nvPr/>
        </p:nvSpPr>
        <p:spPr bwMode="auto">
          <a:xfrm>
            <a:off x="5580662" y="5226010"/>
            <a:ext cx="432000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ts val="0"/>
              </a:spcBef>
              <a:buClrTx/>
              <a:buSzTx/>
              <a:buFontTx/>
              <a:buNone/>
            </a:pPr>
            <a:r>
              <a:rPr lang="zh-CN" altLang="en-US" sz="2800" dirty="0">
                <a:latin typeface="+mj-lt"/>
                <a:ea typeface="+mj-ea"/>
              </a:rPr>
              <a:t>多维表搭建轻量化应用</a:t>
            </a:r>
          </a:p>
        </p:txBody>
      </p:sp>
      <p:sp>
        <p:nvSpPr>
          <p:cNvPr id="42" name="文本框 18"/>
          <p:cNvSpPr txBox="1">
            <a:spLocks noChangeArrowheads="1"/>
          </p:cNvSpPr>
          <p:nvPr/>
        </p:nvSpPr>
        <p:spPr bwMode="auto">
          <a:xfrm>
            <a:off x="3701062" y="5224760"/>
            <a:ext cx="1440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SzTx/>
              <a:buFontTx/>
              <a:buNone/>
            </a:pPr>
            <a:r>
              <a:rPr lang="zh-CN" altLang="en-US" sz="2800" dirty="0">
                <a:latin typeface="+mj-lt"/>
                <a:ea typeface="+mj-ea"/>
              </a:rPr>
              <a:t>第 </a:t>
            </a:r>
            <a:r>
              <a:rPr lang="en-US" altLang="zh-CN" sz="2800" dirty="0">
                <a:latin typeface="+mj-lt"/>
                <a:ea typeface="+mj-ea"/>
              </a:rPr>
              <a:t>7</a:t>
            </a:r>
            <a:r>
              <a:rPr lang="zh-CN" altLang="en-US" sz="2800" dirty="0">
                <a:latin typeface="+mj-lt"/>
                <a:ea typeface="+mj-ea"/>
              </a:rPr>
              <a:t> 章</a:t>
            </a:r>
          </a:p>
        </p:txBody>
      </p:sp>
      <p:sp>
        <p:nvSpPr>
          <p:cNvPr id="2" name="文本框 28"/>
          <p:cNvSpPr txBox="1">
            <a:spLocks noChangeArrowheads="1"/>
          </p:cNvSpPr>
          <p:nvPr/>
        </p:nvSpPr>
        <p:spPr bwMode="auto">
          <a:xfrm>
            <a:off x="5580662" y="881919"/>
            <a:ext cx="432000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ts val="0"/>
              </a:spcBef>
              <a:buClrTx/>
              <a:buSzTx/>
              <a:buFontTx/>
              <a:buNone/>
            </a:pPr>
            <a:r>
              <a:rPr lang="en-US" altLang="zh-CN" sz="2800" dirty="0">
                <a:solidFill>
                  <a:srgbClr val="C00000"/>
                </a:solidFill>
                <a:latin typeface="+mj-lt"/>
                <a:ea typeface="+mj-ea"/>
                <a:sym typeface="+mn-ea"/>
              </a:rPr>
              <a:t>WPS</a:t>
            </a:r>
            <a:r>
              <a:rPr lang="zh-CN" altLang="en-US" sz="2800" dirty="0">
                <a:solidFill>
                  <a:srgbClr val="C00000"/>
                </a:solidFill>
                <a:latin typeface="+mj-lt"/>
                <a:ea typeface="+mj-ea"/>
                <a:sym typeface="+mn-ea"/>
              </a:rPr>
              <a:t>文字文档编辑</a:t>
            </a:r>
            <a:endParaRPr lang="zh-CN" altLang="en-US" sz="2800" dirty="0">
              <a:solidFill>
                <a:srgbClr val="004D4F"/>
              </a:solidFill>
              <a:latin typeface="+mj-lt"/>
              <a:ea typeface="+mj-ea"/>
            </a:endParaRPr>
          </a:p>
        </p:txBody>
      </p:sp>
      <p:sp>
        <p:nvSpPr>
          <p:cNvPr id="3" name="文本框 18"/>
          <p:cNvSpPr txBox="1">
            <a:spLocks noChangeArrowheads="1"/>
          </p:cNvSpPr>
          <p:nvPr/>
        </p:nvSpPr>
        <p:spPr bwMode="auto">
          <a:xfrm>
            <a:off x="3701062" y="881919"/>
            <a:ext cx="1440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SzTx/>
              <a:buFontTx/>
              <a:buNone/>
            </a:pPr>
            <a:r>
              <a:rPr lang="zh-CN" altLang="en-US" sz="2800" dirty="0">
                <a:latin typeface="+mj-lt"/>
                <a:ea typeface="+mj-ea"/>
              </a:rPr>
              <a:t>第</a:t>
            </a:r>
            <a:r>
              <a:rPr lang="en-US" altLang="zh-CN" sz="2800" dirty="0">
                <a:latin typeface="+mj-lt"/>
                <a:ea typeface="+mj-ea"/>
              </a:rPr>
              <a:t> 1</a:t>
            </a:r>
            <a:r>
              <a:rPr lang="zh-CN" altLang="en-US" sz="2800" dirty="0">
                <a:latin typeface="+mj-lt"/>
                <a:ea typeface="+mj-ea"/>
              </a:rPr>
              <a:t> 章</a:t>
            </a:r>
          </a:p>
        </p:txBody>
      </p:sp>
      <p:sp>
        <p:nvSpPr>
          <p:cNvPr id="5" name="文本框 18"/>
          <p:cNvSpPr txBox="1">
            <a:spLocks noChangeArrowheads="1"/>
          </p:cNvSpPr>
          <p:nvPr/>
        </p:nvSpPr>
        <p:spPr bwMode="auto">
          <a:xfrm>
            <a:off x="3701062" y="2327825"/>
            <a:ext cx="1440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SzTx/>
              <a:buFontTx/>
              <a:buNone/>
            </a:pPr>
            <a:r>
              <a:rPr lang="zh-CN" altLang="en-US" sz="2800" dirty="0">
                <a:latin typeface="+mj-lt"/>
                <a:ea typeface="+mj-ea"/>
              </a:rPr>
              <a:t>第 </a:t>
            </a:r>
            <a:r>
              <a:rPr lang="en-US" altLang="zh-CN" sz="2800" dirty="0">
                <a:latin typeface="+mj-lt"/>
                <a:ea typeface="+mj-ea"/>
              </a:rPr>
              <a:t>3</a:t>
            </a:r>
            <a:r>
              <a:rPr lang="zh-CN" altLang="en-US" sz="2800" dirty="0">
                <a:latin typeface="+mj-lt"/>
                <a:ea typeface="+mj-ea"/>
              </a:rPr>
              <a:t> 章</a:t>
            </a:r>
          </a:p>
        </p:txBody>
      </p:sp>
      <p:pic>
        <p:nvPicPr>
          <p:cNvPr id="29" name="图片 2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8692" y="687301"/>
            <a:ext cx="1425767" cy="1366067"/>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750" fill="hold"/>
                                        <p:tgtEl>
                                          <p:spTgt spid="11"/>
                                        </p:tgtEl>
                                        <p:attrNameLst>
                                          <p:attrName>ppt_x</p:attrName>
                                        </p:attrNameLst>
                                      </p:cBhvr>
                                      <p:tavLst>
                                        <p:tav tm="0">
                                          <p:val>
                                            <p:strVal val="0-#ppt_w/2"/>
                                          </p:val>
                                        </p:tav>
                                        <p:tav tm="100000">
                                          <p:val>
                                            <p:strVal val="#ppt_x"/>
                                          </p:val>
                                        </p:tav>
                                      </p:tavLst>
                                    </p:anim>
                                    <p:anim calcmode="lin" valueType="num">
                                      <p:cBhvr additive="base">
                                        <p:cTn id="8" dur="75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0" y="0"/>
            <a:ext cx="12191999" cy="1750224"/>
          </a:xfrm>
          <a:prstGeom prst="rect">
            <a:avLst/>
          </a:prstGeom>
          <a:solidFill>
            <a:srgbClr val="B42C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nvSpPr>
        <p:spPr>
          <a:xfrm>
            <a:off x="1337945" y="449580"/>
            <a:ext cx="9397111" cy="922020"/>
          </a:xfrm>
          <a:prstGeom prst="rect">
            <a:avLst/>
          </a:prstGeom>
          <a:noFill/>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dist">
              <a:spcBef>
                <a:spcPct val="0"/>
              </a:spcBef>
              <a:buClrTx/>
              <a:buSzTx/>
              <a:buFontTx/>
              <a:buNone/>
            </a:pPr>
            <a:r>
              <a:rPr lang="zh-CN" altLang="en-US" sz="5400" b="1" dirty="0">
                <a:solidFill>
                  <a:srgbClr val="FFFFFF"/>
                </a:solidFill>
                <a:latin typeface="微软雅黑" panose="020B0503020204020204" pitchFamily="34" charset="-122"/>
                <a:ea typeface="微软雅黑" panose="020B0503020204020204" pitchFamily="34" charset="-122"/>
              </a:rPr>
              <a:t>第</a:t>
            </a:r>
            <a:r>
              <a:rPr lang="en-US" altLang="zh-CN" sz="5400" b="1" dirty="0">
                <a:solidFill>
                  <a:srgbClr val="FFFFFF"/>
                </a:solidFill>
                <a:latin typeface="微软雅黑" panose="020B0503020204020204" pitchFamily="34" charset="-122"/>
                <a:ea typeface="微软雅黑" panose="020B0503020204020204" pitchFamily="34" charset="-122"/>
              </a:rPr>
              <a:t>1</a:t>
            </a:r>
            <a:r>
              <a:rPr lang="zh-CN" altLang="en-US" sz="5400" b="1" dirty="0">
                <a:solidFill>
                  <a:srgbClr val="FFFFFF"/>
                </a:solidFill>
                <a:latin typeface="微软雅黑" panose="020B0503020204020204" pitchFamily="34" charset="-122"/>
                <a:ea typeface="微软雅黑" panose="020B0503020204020204" pitchFamily="34" charset="-122"/>
              </a:rPr>
              <a:t>章  </a:t>
            </a:r>
            <a:r>
              <a:rPr lang="en-US" altLang="zh-CN" sz="5400" b="1" dirty="0">
                <a:solidFill>
                  <a:srgbClr val="FFFFFF"/>
                </a:solidFill>
                <a:latin typeface="微软雅黑" panose="020B0503020204020204" pitchFamily="34" charset="-122"/>
                <a:ea typeface="微软雅黑" panose="020B0503020204020204" pitchFamily="34" charset="-122"/>
              </a:rPr>
              <a:t>WPS</a:t>
            </a:r>
            <a:r>
              <a:rPr lang="zh-CN" altLang="en-US" sz="5400" b="1" dirty="0">
                <a:solidFill>
                  <a:srgbClr val="FFFFFF"/>
                </a:solidFill>
                <a:latin typeface="微软雅黑" panose="020B0503020204020204" pitchFamily="34" charset="-122"/>
                <a:ea typeface="微软雅黑" panose="020B0503020204020204" pitchFamily="34" charset="-122"/>
              </a:rPr>
              <a:t>文字文档编辑</a:t>
            </a:r>
          </a:p>
        </p:txBody>
      </p:sp>
      <p:grpSp>
        <p:nvGrpSpPr>
          <p:cNvPr id="18" name="组合 17"/>
          <p:cNvGrpSpPr/>
          <p:nvPr/>
        </p:nvGrpSpPr>
        <p:grpSpPr>
          <a:xfrm>
            <a:off x="1644343" y="2463939"/>
            <a:ext cx="816410" cy="756490"/>
            <a:chOff x="3108276" y="1499353"/>
            <a:chExt cx="1196335" cy="1108531"/>
          </a:xfrm>
          <a:solidFill>
            <a:srgbClr val="B42C2B"/>
          </a:solidFill>
        </p:grpSpPr>
        <p:sp>
          <p:nvSpPr>
            <p:cNvPr id="19" name="椭圆 1"/>
            <p:cNvSpPr/>
            <p:nvPr/>
          </p:nvSpPr>
          <p:spPr>
            <a:xfrm rot="16200000">
              <a:off x="3163813" y="1467086"/>
              <a:ext cx="1095032" cy="1186564"/>
            </a:xfrm>
            <a:custGeom>
              <a:avLst/>
              <a:gdLst/>
              <a:ahLst/>
              <a:cxnLst/>
              <a:rect l="l" t="t" r="r" b="b"/>
              <a:pathLst>
                <a:path w="3456384" h="3744416">
                  <a:moveTo>
                    <a:pt x="1728192" y="0"/>
                  </a:moveTo>
                  <a:cubicBezTo>
                    <a:pt x="2682646" y="0"/>
                    <a:pt x="3456384" y="773738"/>
                    <a:pt x="3456384" y="1728192"/>
                  </a:cubicBezTo>
                  <a:cubicBezTo>
                    <a:pt x="3456384" y="2620989"/>
                    <a:pt x="2779384" y="3355664"/>
                    <a:pt x="1910712" y="3446573"/>
                  </a:cubicBezTo>
                  <a:lnTo>
                    <a:pt x="1712150" y="3744416"/>
                  </a:lnTo>
                  <a:lnTo>
                    <a:pt x="1509954" y="3441122"/>
                  </a:lnTo>
                  <a:cubicBezTo>
                    <a:pt x="658425" y="3335335"/>
                    <a:pt x="0" y="2608655"/>
                    <a:pt x="0" y="1728192"/>
                  </a:cubicBezTo>
                  <a:cubicBezTo>
                    <a:pt x="0" y="773738"/>
                    <a:pt x="773738" y="0"/>
                    <a:pt x="1728192" y="0"/>
                  </a:cubicBezTo>
                  <a:close/>
                </a:path>
              </a:pathLst>
            </a:custGeom>
            <a:grpFill/>
            <a:ln w="12700" cap="flat" cmpd="sng" algn="ctr">
              <a:noFill/>
              <a:prstDash val="solid"/>
            </a:ln>
            <a:effectLst/>
          </p:spPr>
          <p:txBody>
            <a:bodyPr lIns="86404" tIns="43202" rIns="86404" bIns="43202" anchor="ctr"/>
            <a:lstStyle/>
            <a:p>
              <a:pPr algn="ctr">
                <a:defRPr/>
              </a:pPr>
              <a:endParaRPr lang="en-US" sz="1000" kern="0" dirty="0">
                <a:solidFill>
                  <a:sysClr val="window" lastClr="FFFFFF"/>
                </a:solidFill>
                <a:latin typeface="Calibri" panose="020F0502020204030204"/>
              </a:endParaRPr>
            </a:p>
          </p:txBody>
        </p:sp>
        <p:sp>
          <p:nvSpPr>
            <p:cNvPr id="20" name="椭圆 19"/>
            <p:cNvSpPr/>
            <p:nvPr/>
          </p:nvSpPr>
          <p:spPr>
            <a:xfrm>
              <a:off x="3108276" y="1499353"/>
              <a:ext cx="1107097" cy="1108531"/>
            </a:xfrm>
            <a:prstGeom prst="ellipse">
              <a:avLst/>
            </a:prstGeom>
            <a:grpFill/>
            <a:ln w="25400" cap="flat" cmpd="sng" algn="ctr">
              <a:noFill/>
              <a:prstDash val="solid"/>
            </a:ln>
            <a:effectLst/>
          </p:spPr>
          <p:txBody>
            <a:bodyPr lIns="0" tIns="0" rIns="0" bIns="0" anchor="ctr"/>
            <a:lstStyle/>
            <a:p>
              <a:pPr algn="ctr">
                <a:defRPr/>
              </a:pPr>
              <a:r>
                <a:rPr lang="en-US" sz="2400" b="1" kern="0" dirty="0">
                  <a:solidFill>
                    <a:sysClr val="window" lastClr="FFFFFF"/>
                  </a:solidFill>
                  <a:latin typeface="微软雅黑" panose="020B0503020204020204" pitchFamily="34" charset="-122"/>
                  <a:ea typeface="微软雅黑" panose="020B0503020204020204" pitchFamily="34" charset="-122"/>
                </a:rPr>
                <a:t>1.1</a:t>
              </a:r>
            </a:p>
          </p:txBody>
        </p:sp>
      </p:grpSp>
      <p:sp>
        <p:nvSpPr>
          <p:cNvPr id="37" name="TextBox 15"/>
          <p:cNvSpPr txBox="1"/>
          <p:nvPr/>
        </p:nvSpPr>
        <p:spPr>
          <a:xfrm>
            <a:off x="2589877" y="2569749"/>
            <a:ext cx="3600000" cy="561674"/>
          </a:xfrm>
          <a:prstGeom prst="rect">
            <a:avLst/>
          </a:prstGeom>
          <a:noFill/>
        </p:spPr>
        <p:txBody>
          <a:bodyPr wrap="square" lIns="68562" tIns="34281" rIns="68562" bIns="34281" rtlCol="0">
            <a:spAutoFit/>
          </a:bodyPr>
          <a:lstStyle/>
          <a:p>
            <a:r>
              <a:rPr lang="zh-CN" altLang="en-US" sz="3200" b="1" dirty="0">
                <a:latin typeface="微软雅黑" panose="020B0503020204020204" pitchFamily="34" charset="-122"/>
                <a:ea typeface="微软雅黑" panose="020B0503020204020204" pitchFamily="34" charset="-122"/>
              </a:rPr>
              <a:t>创建和编辑文档</a:t>
            </a:r>
          </a:p>
        </p:txBody>
      </p:sp>
      <p:grpSp>
        <p:nvGrpSpPr>
          <p:cNvPr id="41" name="组合 40"/>
          <p:cNvGrpSpPr/>
          <p:nvPr/>
        </p:nvGrpSpPr>
        <p:grpSpPr>
          <a:xfrm>
            <a:off x="1651011" y="3434308"/>
            <a:ext cx="816410" cy="756490"/>
            <a:chOff x="3108276" y="1499353"/>
            <a:chExt cx="1196335" cy="1108531"/>
          </a:xfrm>
          <a:solidFill>
            <a:srgbClr val="B42C2B"/>
          </a:solidFill>
        </p:grpSpPr>
        <p:sp>
          <p:nvSpPr>
            <p:cNvPr id="42" name="椭圆 1"/>
            <p:cNvSpPr/>
            <p:nvPr/>
          </p:nvSpPr>
          <p:spPr>
            <a:xfrm rot="16200000">
              <a:off x="3163813" y="1467086"/>
              <a:ext cx="1095032" cy="1186564"/>
            </a:xfrm>
            <a:custGeom>
              <a:avLst/>
              <a:gdLst/>
              <a:ahLst/>
              <a:cxnLst/>
              <a:rect l="l" t="t" r="r" b="b"/>
              <a:pathLst>
                <a:path w="3456384" h="3744416">
                  <a:moveTo>
                    <a:pt x="1728192" y="0"/>
                  </a:moveTo>
                  <a:cubicBezTo>
                    <a:pt x="2682646" y="0"/>
                    <a:pt x="3456384" y="773738"/>
                    <a:pt x="3456384" y="1728192"/>
                  </a:cubicBezTo>
                  <a:cubicBezTo>
                    <a:pt x="3456384" y="2620989"/>
                    <a:pt x="2779384" y="3355664"/>
                    <a:pt x="1910712" y="3446573"/>
                  </a:cubicBezTo>
                  <a:lnTo>
                    <a:pt x="1712150" y="3744416"/>
                  </a:lnTo>
                  <a:lnTo>
                    <a:pt x="1509954" y="3441122"/>
                  </a:lnTo>
                  <a:cubicBezTo>
                    <a:pt x="658425" y="3335335"/>
                    <a:pt x="0" y="2608655"/>
                    <a:pt x="0" y="1728192"/>
                  </a:cubicBezTo>
                  <a:cubicBezTo>
                    <a:pt x="0" y="773738"/>
                    <a:pt x="773738" y="0"/>
                    <a:pt x="1728192" y="0"/>
                  </a:cubicBezTo>
                  <a:close/>
                </a:path>
              </a:pathLst>
            </a:custGeom>
            <a:grpFill/>
            <a:ln w="12700" cap="flat" cmpd="sng" algn="ctr">
              <a:noFill/>
              <a:prstDash val="solid"/>
            </a:ln>
            <a:effectLst/>
          </p:spPr>
          <p:txBody>
            <a:bodyPr lIns="86404" tIns="43202" rIns="86404" bIns="43202" anchor="ctr"/>
            <a:lstStyle/>
            <a:p>
              <a:pPr algn="ctr">
                <a:defRPr/>
              </a:pPr>
              <a:endParaRPr lang="en-US" sz="1000" kern="0" dirty="0">
                <a:solidFill>
                  <a:sysClr val="window" lastClr="FFFFFF"/>
                </a:solidFill>
                <a:latin typeface="Calibri" panose="020F0502020204030204"/>
              </a:endParaRPr>
            </a:p>
          </p:txBody>
        </p:sp>
        <p:sp>
          <p:nvSpPr>
            <p:cNvPr id="43" name="椭圆 42"/>
            <p:cNvSpPr/>
            <p:nvPr/>
          </p:nvSpPr>
          <p:spPr>
            <a:xfrm>
              <a:off x="3108276" y="1499353"/>
              <a:ext cx="1107097" cy="1108531"/>
            </a:xfrm>
            <a:prstGeom prst="ellipse">
              <a:avLst/>
            </a:prstGeom>
            <a:grpFill/>
            <a:ln w="25400" cap="flat" cmpd="sng" algn="ctr">
              <a:noFill/>
              <a:prstDash val="solid"/>
            </a:ln>
            <a:effectLst/>
          </p:spPr>
          <p:txBody>
            <a:bodyPr lIns="0" tIns="0" rIns="0" bIns="0" anchor="ctr"/>
            <a:lstStyle/>
            <a:p>
              <a:pPr algn="ctr">
                <a:defRPr/>
              </a:pPr>
              <a:r>
                <a:rPr lang="en-US" sz="2400" b="1" kern="0" dirty="0">
                  <a:solidFill>
                    <a:sysClr val="window" lastClr="FFFFFF"/>
                  </a:solidFill>
                  <a:latin typeface="微软雅黑" panose="020B0503020204020204" pitchFamily="34" charset="-122"/>
                  <a:ea typeface="微软雅黑" panose="020B0503020204020204" pitchFamily="34" charset="-122"/>
                </a:rPr>
                <a:t>1.2</a:t>
              </a:r>
            </a:p>
          </p:txBody>
        </p:sp>
      </p:grpSp>
      <p:sp>
        <p:nvSpPr>
          <p:cNvPr id="44" name="TextBox 15"/>
          <p:cNvSpPr txBox="1"/>
          <p:nvPr/>
        </p:nvSpPr>
        <p:spPr>
          <a:xfrm>
            <a:off x="2589560" y="3524243"/>
            <a:ext cx="3600000" cy="561674"/>
          </a:xfrm>
          <a:prstGeom prst="rect">
            <a:avLst/>
          </a:prstGeom>
          <a:noFill/>
        </p:spPr>
        <p:txBody>
          <a:bodyPr wrap="square" lIns="68562" tIns="34281" rIns="68562" bIns="34281" rtlCol="0">
            <a:spAutoFit/>
          </a:bodyPr>
          <a:lstStyle/>
          <a:p>
            <a:r>
              <a:rPr lang="zh-CN" altLang="en-US" sz="3200" b="1" dirty="0">
                <a:latin typeface="微软雅黑" panose="020B0503020204020204" pitchFamily="34" charset="-122"/>
                <a:ea typeface="微软雅黑" panose="020B0503020204020204" pitchFamily="34" charset="-122"/>
              </a:rPr>
              <a:t>文档格式设置</a:t>
            </a:r>
          </a:p>
        </p:txBody>
      </p:sp>
      <p:grpSp>
        <p:nvGrpSpPr>
          <p:cNvPr id="45" name="组合 44"/>
          <p:cNvGrpSpPr/>
          <p:nvPr/>
        </p:nvGrpSpPr>
        <p:grpSpPr>
          <a:xfrm>
            <a:off x="1644343" y="4431893"/>
            <a:ext cx="816410" cy="756490"/>
            <a:chOff x="3108276" y="1499353"/>
            <a:chExt cx="1196335" cy="1108531"/>
          </a:xfrm>
          <a:solidFill>
            <a:srgbClr val="B42C2B"/>
          </a:solidFill>
        </p:grpSpPr>
        <p:sp>
          <p:nvSpPr>
            <p:cNvPr id="46" name="椭圆 1"/>
            <p:cNvSpPr/>
            <p:nvPr/>
          </p:nvSpPr>
          <p:spPr>
            <a:xfrm rot="16200000">
              <a:off x="3163813" y="1467086"/>
              <a:ext cx="1095032" cy="1186564"/>
            </a:xfrm>
            <a:custGeom>
              <a:avLst/>
              <a:gdLst/>
              <a:ahLst/>
              <a:cxnLst/>
              <a:rect l="l" t="t" r="r" b="b"/>
              <a:pathLst>
                <a:path w="3456384" h="3744416">
                  <a:moveTo>
                    <a:pt x="1728192" y="0"/>
                  </a:moveTo>
                  <a:cubicBezTo>
                    <a:pt x="2682646" y="0"/>
                    <a:pt x="3456384" y="773738"/>
                    <a:pt x="3456384" y="1728192"/>
                  </a:cubicBezTo>
                  <a:cubicBezTo>
                    <a:pt x="3456384" y="2620989"/>
                    <a:pt x="2779384" y="3355664"/>
                    <a:pt x="1910712" y="3446573"/>
                  </a:cubicBezTo>
                  <a:lnTo>
                    <a:pt x="1712150" y="3744416"/>
                  </a:lnTo>
                  <a:lnTo>
                    <a:pt x="1509954" y="3441122"/>
                  </a:lnTo>
                  <a:cubicBezTo>
                    <a:pt x="658425" y="3335335"/>
                    <a:pt x="0" y="2608655"/>
                    <a:pt x="0" y="1728192"/>
                  </a:cubicBezTo>
                  <a:cubicBezTo>
                    <a:pt x="0" y="773738"/>
                    <a:pt x="773738" y="0"/>
                    <a:pt x="1728192" y="0"/>
                  </a:cubicBezTo>
                  <a:close/>
                </a:path>
              </a:pathLst>
            </a:custGeom>
            <a:grpFill/>
            <a:ln w="12700" cap="flat" cmpd="sng" algn="ctr">
              <a:noFill/>
              <a:prstDash val="solid"/>
            </a:ln>
            <a:effectLst/>
          </p:spPr>
          <p:txBody>
            <a:bodyPr lIns="86404" tIns="43202" rIns="86404" bIns="43202" anchor="ctr"/>
            <a:lstStyle/>
            <a:p>
              <a:pPr algn="ctr">
                <a:defRPr/>
              </a:pPr>
              <a:endParaRPr lang="en-US" sz="1000" kern="0" dirty="0">
                <a:solidFill>
                  <a:sysClr val="window" lastClr="FFFFFF"/>
                </a:solidFill>
                <a:latin typeface="Calibri" panose="020F0502020204030204"/>
              </a:endParaRPr>
            </a:p>
          </p:txBody>
        </p:sp>
        <p:sp>
          <p:nvSpPr>
            <p:cNvPr id="47" name="椭圆 46"/>
            <p:cNvSpPr/>
            <p:nvPr/>
          </p:nvSpPr>
          <p:spPr>
            <a:xfrm>
              <a:off x="3108276" y="1499353"/>
              <a:ext cx="1107097" cy="1108531"/>
            </a:xfrm>
            <a:prstGeom prst="ellipse">
              <a:avLst/>
            </a:prstGeom>
            <a:grpFill/>
            <a:ln w="25400" cap="flat" cmpd="sng" algn="ctr">
              <a:noFill/>
              <a:prstDash val="solid"/>
            </a:ln>
            <a:effectLst/>
          </p:spPr>
          <p:txBody>
            <a:bodyPr lIns="0" tIns="0" rIns="0" bIns="0" anchor="ctr"/>
            <a:lstStyle/>
            <a:p>
              <a:pPr algn="ctr">
                <a:defRPr/>
              </a:pPr>
              <a:r>
                <a:rPr lang="en-US" sz="2400" b="1" kern="0" dirty="0">
                  <a:solidFill>
                    <a:sysClr val="window" lastClr="FFFFFF"/>
                  </a:solidFill>
                  <a:latin typeface="微软雅黑" panose="020B0503020204020204" pitchFamily="34" charset="-122"/>
                  <a:ea typeface="微软雅黑" panose="020B0503020204020204" pitchFamily="34" charset="-122"/>
                </a:rPr>
                <a:t>1.3</a:t>
              </a:r>
            </a:p>
          </p:txBody>
        </p:sp>
      </p:grpSp>
      <p:sp>
        <p:nvSpPr>
          <p:cNvPr id="48" name="TextBox 15"/>
          <p:cNvSpPr txBox="1"/>
          <p:nvPr/>
        </p:nvSpPr>
        <p:spPr>
          <a:xfrm>
            <a:off x="2474307" y="4504048"/>
            <a:ext cx="3600000" cy="561674"/>
          </a:xfrm>
          <a:prstGeom prst="rect">
            <a:avLst/>
          </a:prstGeom>
          <a:noFill/>
        </p:spPr>
        <p:txBody>
          <a:bodyPr wrap="square" lIns="68562" tIns="34281" rIns="68562" bIns="34281" rtlCol="0">
            <a:spAutoFit/>
          </a:bodyPr>
          <a:lstStyle/>
          <a:p>
            <a:r>
              <a:rPr lang="zh-CN" altLang="en-US" sz="3200" b="1" dirty="0">
                <a:latin typeface="微软雅黑" panose="020B0503020204020204" pitchFamily="34" charset="-122"/>
                <a:ea typeface="微软雅黑" panose="020B0503020204020204" pitchFamily="34" charset="-122"/>
              </a:rPr>
              <a:t> 表格编辑处理</a:t>
            </a:r>
          </a:p>
        </p:txBody>
      </p:sp>
      <p:grpSp>
        <p:nvGrpSpPr>
          <p:cNvPr id="49" name="组合 48"/>
          <p:cNvGrpSpPr/>
          <p:nvPr/>
        </p:nvGrpSpPr>
        <p:grpSpPr>
          <a:xfrm>
            <a:off x="7247928" y="2454414"/>
            <a:ext cx="816410" cy="756490"/>
            <a:chOff x="3108276" y="1499353"/>
            <a:chExt cx="1196335" cy="1108531"/>
          </a:xfrm>
          <a:solidFill>
            <a:srgbClr val="B42C2B"/>
          </a:solidFill>
        </p:grpSpPr>
        <p:sp>
          <p:nvSpPr>
            <p:cNvPr id="50" name="椭圆 1"/>
            <p:cNvSpPr/>
            <p:nvPr/>
          </p:nvSpPr>
          <p:spPr>
            <a:xfrm rot="16200000">
              <a:off x="3163813" y="1467086"/>
              <a:ext cx="1095032" cy="1186564"/>
            </a:xfrm>
            <a:custGeom>
              <a:avLst/>
              <a:gdLst/>
              <a:ahLst/>
              <a:cxnLst/>
              <a:rect l="l" t="t" r="r" b="b"/>
              <a:pathLst>
                <a:path w="3456384" h="3744416">
                  <a:moveTo>
                    <a:pt x="1728192" y="0"/>
                  </a:moveTo>
                  <a:cubicBezTo>
                    <a:pt x="2682646" y="0"/>
                    <a:pt x="3456384" y="773738"/>
                    <a:pt x="3456384" y="1728192"/>
                  </a:cubicBezTo>
                  <a:cubicBezTo>
                    <a:pt x="3456384" y="2620989"/>
                    <a:pt x="2779384" y="3355664"/>
                    <a:pt x="1910712" y="3446573"/>
                  </a:cubicBezTo>
                  <a:lnTo>
                    <a:pt x="1712150" y="3744416"/>
                  </a:lnTo>
                  <a:lnTo>
                    <a:pt x="1509954" y="3441122"/>
                  </a:lnTo>
                  <a:cubicBezTo>
                    <a:pt x="658425" y="3335335"/>
                    <a:pt x="0" y="2608655"/>
                    <a:pt x="0" y="1728192"/>
                  </a:cubicBezTo>
                  <a:cubicBezTo>
                    <a:pt x="0" y="773738"/>
                    <a:pt x="773738" y="0"/>
                    <a:pt x="1728192" y="0"/>
                  </a:cubicBezTo>
                  <a:close/>
                </a:path>
              </a:pathLst>
            </a:custGeom>
            <a:grpFill/>
            <a:ln w="12700" cap="flat" cmpd="sng" algn="ctr">
              <a:noFill/>
              <a:prstDash val="solid"/>
            </a:ln>
            <a:effectLst/>
          </p:spPr>
          <p:txBody>
            <a:bodyPr lIns="86404" tIns="43202" rIns="86404" bIns="43202" anchor="ctr"/>
            <a:lstStyle/>
            <a:p>
              <a:pPr algn="ctr">
                <a:defRPr/>
              </a:pPr>
              <a:endParaRPr lang="en-US" sz="1000" kern="0" dirty="0">
                <a:solidFill>
                  <a:sysClr val="window" lastClr="FFFFFF"/>
                </a:solidFill>
                <a:latin typeface="Calibri" panose="020F0502020204030204"/>
              </a:endParaRPr>
            </a:p>
          </p:txBody>
        </p:sp>
        <p:sp>
          <p:nvSpPr>
            <p:cNvPr id="51" name="椭圆 50"/>
            <p:cNvSpPr/>
            <p:nvPr/>
          </p:nvSpPr>
          <p:spPr>
            <a:xfrm>
              <a:off x="3108276" y="1499353"/>
              <a:ext cx="1107097" cy="1108531"/>
            </a:xfrm>
            <a:prstGeom prst="ellipse">
              <a:avLst/>
            </a:prstGeom>
            <a:grpFill/>
            <a:ln w="25400" cap="flat" cmpd="sng" algn="ctr">
              <a:noFill/>
              <a:prstDash val="solid"/>
            </a:ln>
            <a:effectLst/>
          </p:spPr>
          <p:txBody>
            <a:bodyPr lIns="0" tIns="0" rIns="0" bIns="0" anchor="ctr"/>
            <a:lstStyle/>
            <a:p>
              <a:pPr algn="ctr">
                <a:defRPr/>
              </a:pPr>
              <a:r>
                <a:rPr lang="en-US" sz="2400" b="1" kern="0" dirty="0">
                  <a:solidFill>
                    <a:sysClr val="window" lastClr="FFFFFF"/>
                  </a:solidFill>
                  <a:latin typeface="微软雅黑" panose="020B0503020204020204" pitchFamily="34" charset="-122"/>
                  <a:ea typeface="微软雅黑" panose="020B0503020204020204" pitchFamily="34" charset="-122"/>
                </a:rPr>
                <a:t>1.4</a:t>
              </a:r>
            </a:p>
          </p:txBody>
        </p:sp>
      </p:grpSp>
      <p:sp>
        <p:nvSpPr>
          <p:cNvPr id="52" name="TextBox 15"/>
          <p:cNvSpPr txBox="1"/>
          <p:nvPr/>
        </p:nvSpPr>
        <p:spPr>
          <a:xfrm>
            <a:off x="8193462" y="2546889"/>
            <a:ext cx="3600000" cy="561674"/>
          </a:xfrm>
          <a:prstGeom prst="rect">
            <a:avLst/>
          </a:prstGeom>
          <a:noFill/>
        </p:spPr>
        <p:txBody>
          <a:bodyPr wrap="square" lIns="68562" tIns="34281" rIns="68562" bIns="34281" rtlCol="0">
            <a:spAutoFit/>
          </a:bodyPr>
          <a:lstStyle/>
          <a:p>
            <a:r>
              <a:rPr lang="zh-CN" altLang="en-US" sz="3200" b="1" dirty="0">
                <a:latin typeface="微软雅黑" panose="020B0503020204020204" pitchFamily="34" charset="-122"/>
                <a:ea typeface="微软雅黑" panose="020B0503020204020204" pitchFamily="34" charset="-122"/>
              </a:rPr>
              <a:t>插入各类对象</a:t>
            </a:r>
          </a:p>
        </p:txBody>
      </p:sp>
      <p:grpSp>
        <p:nvGrpSpPr>
          <p:cNvPr id="53" name="组合 52"/>
          <p:cNvGrpSpPr/>
          <p:nvPr/>
        </p:nvGrpSpPr>
        <p:grpSpPr>
          <a:xfrm>
            <a:off x="7247928" y="3424783"/>
            <a:ext cx="816410" cy="756490"/>
            <a:chOff x="3108276" y="1499353"/>
            <a:chExt cx="1196335" cy="1108531"/>
          </a:xfrm>
          <a:solidFill>
            <a:srgbClr val="B42C2B"/>
          </a:solidFill>
        </p:grpSpPr>
        <p:sp>
          <p:nvSpPr>
            <p:cNvPr id="54" name="椭圆 1"/>
            <p:cNvSpPr/>
            <p:nvPr/>
          </p:nvSpPr>
          <p:spPr>
            <a:xfrm rot="16200000">
              <a:off x="3163813" y="1467086"/>
              <a:ext cx="1095032" cy="1186564"/>
            </a:xfrm>
            <a:custGeom>
              <a:avLst/>
              <a:gdLst/>
              <a:ahLst/>
              <a:cxnLst/>
              <a:rect l="l" t="t" r="r" b="b"/>
              <a:pathLst>
                <a:path w="3456384" h="3744416">
                  <a:moveTo>
                    <a:pt x="1728192" y="0"/>
                  </a:moveTo>
                  <a:cubicBezTo>
                    <a:pt x="2682646" y="0"/>
                    <a:pt x="3456384" y="773738"/>
                    <a:pt x="3456384" y="1728192"/>
                  </a:cubicBezTo>
                  <a:cubicBezTo>
                    <a:pt x="3456384" y="2620989"/>
                    <a:pt x="2779384" y="3355664"/>
                    <a:pt x="1910712" y="3446573"/>
                  </a:cubicBezTo>
                  <a:lnTo>
                    <a:pt x="1712150" y="3744416"/>
                  </a:lnTo>
                  <a:lnTo>
                    <a:pt x="1509954" y="3441122"/>
                  </a:lnTo>
                  <a:cubicBezTo>
                    <a:pt x="658425" y="3335335"/>
                    <a:pt x="0" y="2608655"/>
                    <a:pt x="0" y="1728192"/>
                  </a:cubicBezTo>
                  <a:cubicBezTo>
                    <a:pt x="0" y="773738"/>
                    <a:pt x="773738" y="0"/>
                    <a:pt x="1728192" y="0"/>
                  </a:cubicBezTo>
                  <a:close/>
                </a:path>
              </a:pathLst>
            </a:custGeom>
            <a:grpFill/>
            <a:ln w="12700" cap="flat" cmpd="sng" algn="ctr">
              <a:noFill/>
              <a:prstDash val="solid"/>
            </a:ln>
            <a:effectLst/>
          </p:spPr>
          <p:txBody>
            <a:bodyPr lIns="86404" tIns="43202" rIns="86404" bIns="43202" anchor="ctr"/>
            <a:lstStyle/>
            <a:p>
              <a:pPr algn="ctr">
                <a:defRPr/>
              </a:pPr>
              <a:endParaRPr lang="en-US" sz="1000" kern="0" dirty="0">
                <a:solidFill>
                  <a:sysClr val="window" lastClr="FFFFFF"/>
                </a:solidFill>
                <a:latin typeface="Calibri" panose="020F0502020204030204"/>
              </a:endParaRPr>
            </a:p>
          </p:txBody>
        </p:sp>
        <p:sp>
          <p:nvSpPr>
            <p:cNvPr id="55" name="椭圆 54"/>
            <p:cNvSpPr/>
            <p:nvPr/>
          </p:nvSpPr>
          <p:spPr>
            <a:xfrm>
              <a:off x="3108276" y="1499353"/>
              <a:ext cx="1107097" cy="1108531"/>
            </a:xfrm>
            <a:prstGeom prst="ellipse">
              <a:avLst/>
            </a:prstGeom>
            <a:grpFill/>
            <a:ln w="25400" cap="flat" cmpd="sng" algn="ctr">
              <a:noFill/>
              <a:prstDash val="solid"/>
            </a:ln>
            <a:effectLst/>
          </p:spPr>
          <p:txBody>
            <a:bodyPr lIns="0" tIns="0" rIns="0" bIns="0" anchor="ctr"/>
            <a:lstStyle/>
            <a:p>
              <a:pPr algn="ctr">
                <a:defRPr/>
              </a:pPr>
              <a:r>
                <a:rPr lang="en-US" sz="2400" b="1" kern="0" dirty="0">
                  <a:solidFill>
                    <a:sysClr val="window" lastClr="FFFFFF"/>
                  </a:solidFill>
                  <a:latin typeface="微软雅黑" panose="020B0503020204020204" pitchFamily="34" charset="-122"/>
                  <a:ea typeface="微软雅黑" panose="020B0503020204020204" pitchFamily="34" charset="-122"/>
                </a:rPr>
                <a:t>1.5</a:t>
              </a:r>
            </a:p>
          </p:txBody>
        </p:sp>
      </p:grpSp>
      <p:sp>
        <p:nvSpPr>
          <p:cNvPr id="56" name="TextBox 15"/>
          <p:cNvSpPr txBox="1"/>
          <p:nvPr/>
        </p:nvSpPr>
        <p:spPr>
          <a:xfrm>
            <a:off x="8193462" y="3514718"/>
            <a:ext cx="3600000" cy="561674"/>
          </a:xfrm>
          <a:prstGeom prst="rect">
            <a:avLst/>
          </a:prstGeom>
          <a:noFill/>
        </p:spPr>
        <p:txBody>
          <a:bodyPr wrap="square" lIns="68562" tIns="34281" rIns="68562" bIns="34281" rtlCol="0">
            <a:spAutoFit/>
          </a:bodyPr>
          <a:lstStyle/>
          <a:p>
            <a:r>
              <a:rPr lang="zh-CN" altLang="en-US" sz="3200" b="1" dirty="0">
                <a:latin typeface="微软雅黑" panose="020B0503020204020204" pitchFamily="34" charset="-122"/>
                <a:ea typeface="微软雅黑" panose="020B0503020204020204" pitchFamily="34" charset="-122"/>
              </a:rPr>
              <a:t>长文档排版</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KSO_Shape"/>
          <p:cNvSpPr>
            <a:spLocks noChangeAspect="1"/>
          </p:cNvSpPr>
          <p:nvPr/>
        </p:nvSpPr>
        <p:spPr bwMode="auto">
          <a:xfrm>
            <a:off x="4093328" y="3873532"/>
            <a:ext cx="252421" cy="252000"/>
          </a:xfrm>
          <a:custGeom>
            <a:avLst/>
            <a:gdLst>
              <a:gd name="T0" fmla="*/ 346433 w 5026"/>
              <a:gd name="T1" fmla="*/ 0 h 5027"/>
              <a:gd name="T2" fmla="*/ 293748 w 5026"/>
              <a:gd name="T3" fmla="*/ 4164 h 5027"/>
              <a:gd name="T4" fmla="*/ 243337 w 5026"/>
              <a:gd name="T5" fmla="*/ 15897 h 5027"/>
              <a:gd name="T6" fmla="*/ 196337 w 5026"/>
              <a:gd name="T7" fmla="*/ 34065 h 5027"/>
              <a:gd name="T8" fmla="*/ 153128 w 5026"/>
              <a:gd name="T9" fmla="*/ 59046 h 5027"/>
              <a:gd name="T10" fmla="*/ 113709 w 5026"/>
              <a:gd name="T11" fmla="*/ 90083 h 5027"/>
              <a:gd name="T12" fmla="*/ 79217 w 5026"/>
              <a:gd name="T13" fmla="*/ 126041 h 5027"/>
              <a:gd name="T14" fmla="*/ 50411 w 5026"/>
              <a:gd name="T15" fmla="*/ 166541 h 5027"/>
              <a:gd name="T16" fmla="*/ 27290 w 5026"/>
              <a:gd name="T17" fmla="*/ 211204 h 5027"/>
              <a:gd name="T18" fmla="*/ 10992 w 5026"/>
              <a:gd name="T19" fmla="*/ 259652 h 5027"/>
              <a:gd name="T20" fmla="*/ 1895 w 5026"/>
              <a:gd name="T21" fmla="*/ 310750 h 5027"/>
              <a:gd name="T22" fmla="*/ 0 w 5026"/>
              <a:gd name="T23" fmla="*/ 1556777 h 5027"/>
              <a:gd name="T24" fmla="*/ 1895 w 5026"/>
              <a:gd name="T25" fmla="*/ 1591978 h 5027"/>
              <a:gd name="T26" fmla="*/ 10992 w 5026"/>
              <a:gd name="T27" fmla="*/ 1643076 h 5027"/>
              <a:gd name="T28" fmla="*/ 27290 w 5026"/>
              <a:gd name="T29" fmla="*/ 1691524 h 5027"/>
              <a:gd name="T30" fmla="*/ 50411 w 5026"/>
              <a:gd name="T31" fmla="*/ 1736566 h 5027"/>
              <a:gd name="T32" fmla="*/ 79217 w 5026"/>
              <a:gd name="T33" fmla="*/ 1777065 h 5027"/>
              <a:gd name="T34" fmla="*/ 113709 w 5026"/>
              <a:gd name="T35" fmla="*/ 1812645 h 5027"/>
              <a:gd name="T36" fmla="*/ 153128 w 5026"/>
              <a:gd name="T37" fmla="*/ 1843682 h 5027"/>
              <a:gd name="T38" fmla="*/ 196337 w 5026"/>
              <a:gd name="T39" fmla="*/ 1868663 h 5027"/>
              <a:gd name="T40" fmla="*/ 243337 w 5026"/>
              <a:gd name="T41" fmla="*/ 1887209 h 5027"/>
              <a:gd name="T42" fmla="*/ 293748 w 5026"/>
              <a:gd name="T43" fmla="*/ 1898564 h 5027"/>
              <a:gd name="T44" fmla="*/ 346433 w 5026"/>
              <a:gd name="T45" fmla="*/ 1902728 h 5027"/>
              <a:gd name="T46" fmla="*/ 1576761 w 5026"/>
              <a:gd name="T47" fmla="*/ 1901971 h 5027"/>
              <a:gd name="T48" fmla="*/ 1628688 w 5026"/>
              <a:gd name="T49" fmla="*/ 1895536 h 5027"/>
              <a:gd name="T50" fmla="*/ 1677962 w 5026"/>
              <a:gd name="T51" fmla="*/ 1881532 h 5027"/>
              <a:gd name="T52" fmla="*/ 1723824 w 5026"/>
              <a:gd name="T53" fmla="*/ 1861093 h 5027"/>
              <a:gd name="T54" fmla="*/ 1766275 w 5026"/>
              <a:gd name="T55" fmla="*/ 1834219 h 5027"/>
              <a:gd name="T56" fmla="*/ 1803799 w 5026"/>
              <a:gd name="T57" fmla="*/ 1801290 h 5027"/>
              <a:gd name="T58" fmla="*/ 1836396 w 5026"/>
              <a:gd name="T59" fmla="*/ 1763818 h 5027"/>
              <a:gd name="T60" fmla="*/ 1863686 w 5026"/>
              <a:gd name="T61" fmla="*/ 1721426 h 5027"/>
              <a:gd name="T62" fmla="*/ 1884153 w 5026"/>
              <a:gd name="T63" fmla="*/ 1675627 h 5027"/>
              <a:gd name="T64" fmla="*/ 1898177 w 5026"/>
              <a:gd name="T65" fmla="*/ 1626422 h 5027"/>
              <a:gd name="T66" fmla="*/ 1904621 w 5026"/>
              <a:gd name="T67" fmla="*/ 1574567 h 5027"/>
              <a:gd name="T68" fmla="*/ 1905000 w 5026"/>
              <a:gd name="T69" fmla="*/ 345951 h 5027"/>
              <a:gd name="T70" fmla="*/ 1901210 w 5026"/>
              <a:gd name="T71" fmla="*/ 293339 h 5027"/>
              <a:gd name="T72" fmla="*/ 1889839 w 5026"/>
              <a:gd name="T73" fmla="*/ 242998 h 5027"/>
              <a:gd name="T74" fmla="*/ 1870887 w 5026"/>
              <a:gd name="T75" fmla="*/ 196064 h 5027"/>
              <a:gd name="T76" fmla="*/ 1846250 w 5026"/>
              <a:gd name="T77" fmla="*/ 152915 h 5027"/>
              <a:gd name="T78" fmla="*/ 1815170 w 5026"/>
              <a:gd name="T79" fmla="*/ 113551 h 5027"/>
              <a:gd name="T80" fmla="*/ 1779162 w 5026"/>
              <a:gd name="T81" fmla="*/ 79107 h 5027"/>
              <a:gd name="T82" fmla="*/ 1738606 w 5026"/>
              <a:gd name="T83" fmla="*/ 50341 h 5027"/>
              <a:gd name="T84" fmla="*/ 1693881 w 5026"/>
              <a:gd name="T85" fmla="*/ 27252 h 5027"/>
              <a:gd name="T86" fmla="*/ 1645744 w 5026"/>
              <a:gd name="T87" fmla="*/ 10977 h 5027"/>
              <a:gd name="T88" fmla="*/ 1594196 w 5026"/>
              <a:gd name="T89" fmla="*/ 1893 h 5027"/>
              <a:gd name="T90" fmla="*/ 1559326 w 5026"/>
              <a:gd name="T91" fmla="*/ 1124529 h 5027"/>
              <a:gd name="T92" fmla="*/ 779663 w 5026"/>
              <a:gd name="T93" fmla="*/ 1557156 h 5027"/>
              <a:gd name="T94" fmla="*/ 346433 w 5026"/>
              <a:gd name="T95" fmla="*/ 778578 h 5027"/>
              <a:gd name="T96" fmla="*/ 1126095 w 5026"/>
              <a:gd name="T97" fmla="*/ 345951 h 5027"/>
              <a:gd name="T98" fmla="*/ 1559326 w 5026"/>
              <a:gd name="T99" fmla="*/ 1124529 h 502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026" h="5027">
                <a:moveTo>
                  <a:pt x="4113" y="0"/>
                </a:moveTo>
                <a:lnTo>
                  <a:pt x="914" y="0"/>
                </a:lnTo>
                <a:lnTo>
                  <a:pt x="867" y="1"/>
                </a:lnTo>
                <a:lnTo>
                  <a:pt x="821" y="5"/>
                </a:lnTo>
                <a:lnTo>
                  <a:pt x="775" y="11"/>
                </a:lnTo>
                <a:lnTo>
                  <a:pt x="730" y="19"/>
                </a:lnTo>
                <a:lnTo>
                  <a:pt x="686" y="29"/>
                </a:lnTo>
                <a:lnTo>
                  <a:pt x="642" y="42"/>
                </a:lnTo>
                <a:lnTo>
                  <a:pt x="599" y="56"/>
                </a:lnTo>
                <a:lnTo>
                  <a:pt x="558" y="72"/>
                </a:lnTo>
                <a:lnTo>
                  <a:pt x="518" y="90"/>
                </a:lnTo>
                <a:lnTo>
                  <a:pt x="478" y="111"/>
                </a:lnTo>
                <a:lnTo>
                  <a:pt x="440" y="133"/>
                </a:lnTo>
                <a:lnTo>
                  <a:pt x="404" y="156"/>
                </a:lnTo>
                <a:lnTo>
                  <a:pt x="368" y="182"/>
                </a:lnTo>
                <a:lnTo>
                  <a:pt x="333" y="209"/>
                </a:lnTo>
                <a:lnTo>
                  <a:pt x="300" y="238"/>
                </a:lnTo>
                <a:lnTo>
                  <a:pt x="268" y="268"/>
                </a:lnTo>
                <a:lnTo>
                  <a:pt x="238" y="300"/>
                </a:lnTo>
                <a:lnTo>
                  <a:pt x="209" y="333"/>
                </a:lnTo>
                <a:lnTo>
                  <a:pt x="181" y="368"/>
                </a:lnTo>
                <a:lnTo>
                  <a:pt x="156" y="404"/>
                </a:lnTo>
                <a:lnTo>
                  <a:pt x="133" y="440"/>
                </a:lnTo>
                <a:lnTo>
                  <a:pt x="111" y="478"/>
                </a:lnTo>
                <a:lnTo>
                  <a:pt x="90" y="518"/>
                </a:lnTo>
                <a:lnTo>
                  <a:pt x="72" y="558"/>
                </a:lnTo>
                <a:lnTo>
                  <a:pt x="56" y="599"/>
                </a:lnTo>
                <a:lnTo>
                  <a:pt x="42" y="642"/>
                </a:lnTo>
                <a:lnTo>
                  <a:pt x="29" y="686"/>
                </a:lnTo>
                <a:lnTo>
                  <a:pt x="19" y="730"/>
                </a:lnTo>
                <a:lnTo>
                  <a:pt x="11" y="775"/>
                </a:lnTo>
                <a:lnTo>
                  <a:pt x="5" y="821"/>
                </a:lnTo>
                <a:lnTo>
                  <a:pt x="1" y="867"/>
                </a:lnTo>
                <a:lnTo>
                  <a:pt x="0" y="914"/>
                </a:lnTo>
                <a:lnTo>
                  <a:pt x="0" y="4113"/>
                </a:lnTo>
                <a:lnTo>
                  <a:pt x="1" y="4160"/>
                </a:lnTo>
                <a:lnTo>
                  <a:pt x="5" y="4206"/>
                </a:lnTo>
                <a:lnTo>
                  <a:pt x="11" y="4252"/>
                </a:lnTo>
                <a:lnTo>
                  <a:pt x="19" y="4297"/>
                </a:lnTo>
                <a:lnTo>
                  <a:pt x="29" y="4341"/>
                </a:lnTo>
                <a:lnTo>
                  <a:pt x="42" y="4385"/>
                </a:lnTo>
                <a:lnTo>
                  <a:pt x="56" y="4427"/>
                </a:lnTo>
                <a:lnTo>
                  <a:pt x="72" y="4469"/>
                </a:lnTo>
                <a:lnTo>
                  <a:pt x="90" y="4509"/>
                </a:lnTo>
                <a:lnTo>
                  <a:pt x="111" y="4548"/>
                </a:lnTo>
                <a:lnTo>
                  <a:pt x="133" y="4588"/>
                </a:lnTo>
                <a:lnTo>
                  <a:pt x="156" y="4624"/>
                </a:lnTo>
                <a:lnTo>
                  <a:pt x="181" y="4660"/>
                </a:lnTo>
                <a:lnTo>
                  <a:pt x="209" y="4695"/>
                </a:lnTo>
                <a:lnTo>
                  <a:pt x="238" y="4728"/>
                </a:lnTo>
                <a:lnTo>
                  <a:pt x="268" y="4759"/>
                </a:lnTo>
                <a:lnTo>
                  <a:pt x="300" y="4789"/>
                </a:lnTo>
                <a:lnTo>
                  <a:pt x="333" y="4818"/>
                </a:lnTo>
                <a:lnTo>
                  <a:pt x="368" y="4846"/>
                </a:lnTo>
                <a:lnTo>
                  <a:pt x="404" y="4871"/>
                </a:lnTo>
                <a:lnTo>
                  <a:pt x="440" y="4895"/>
                </a:lnTo>
                <a:lnTo>
                  <a:pt x="478" y="4917"/>
                </a:lnTo>
                <a:lnTo>
                  <a:pt x="518" y="4937"/>
                </a:lnTo>
                <a:lnTo>
                  <a:pt x="558" y="4955"/>
                </a:lnTo>
                <a:lnTo>
                  <a:pt x="599" y="4971"/>
                </a:lnTo>
                <a:lnTo>
                  <a:pt x="642" y="4986"/>
                </a:lnTo>
                <a:lnTo>
                  <a:pt x="686" y="4999"/>
                </a:lnTo>
                <a:lnTo>
                  <a:pt x="730" y="5008"/>
                </a:lnTo>
                <a:lnTo>
                  <a:pt x="775" y="5016"/>
                </a:lnTo>
                <a:lnTo>
                  <a:pt x="821" y="5022"/>
                </a:lnTo>
                <a:lnTo>
                  <a:pt x="867" y="5025"/>
                </a:lnTo>
                <a:lnTo>
                  <a:pt x="914" y="5027"/>
                </a:lnTo>
                <a:lnTo>
                  <a:pt x="4113" y="5027"/>
                </a:lnTo>
                <a:lnTo>
                  <a:pt x="4160" y="5025"/>
                </a:lnTo>
                <a:lnTo>
                  <a:pt x="4206" y="5022"/>
                </a:lnTo>
                <a:lnTo>
                  <a:pt x="4252" y="5016"/>
                </a:lnTo>
                <a:lnTo>
                  <a:pt x="4297" y="5008"/>
                </a:lnTo>
                <a:lnTo>
                  <a:pt x="4342" y="4999"/>
                </a:lnTo>
                <a:lnTo>
                  <a:pt x="4384" y="4986"/>
                </a:lnTo>
                <a:lnTo>
                  <a:pt x="4427" y="4971"/>
                </a:lnTo>
                <a:lnTo>
                  <a:pt x="4469" y="4955"/>
                </a:lnTo>
                <a:lnTo>
                  <a:pt x="4509" y="4937"/>
                </a:lnTo>
                <a:lnTo>
                  <a:pt x="4548" y="4917"/>
                </a:lnTo>
                <a:lnTo>
                  <a:pt x="4587" y="4895"/>
                </a:lnTo>
                <a:lnTo>
                  <a:pt x="4624" y="4871"/>
                </a:lnTo>
                <a:lnTo>
                  <a:pt x="4660" y="4846"/>
                </a:lnTo>
                <a:lnTo>
                  <a:pt x="4694" y="4818"/>
                </a:lnTo>
                <a:lnTo>
                  <a:pt x="4728" y="4789"/>
                </a:lnTo>
                <a:lnTo>
                  <a:pt x="4759" y="4759"/>
                </a:lnTo>
                <a:lnTo>
                  <a:pt x="4789" y="4728"/>
                </a:lnTo>
                <a:lnTo>
                  <a:pt x="4818" y="4695"/>
                </a:lnTo>
                <a:lnTo>
                  <a:pt x="4845" y="4660"/>
                </a:lnTo>
                <a:lnTo>
                  <a:pt x="4871" y="4624"/>
                </a:lnTo>
                <a:lnTo>
                  <a:pt x="4895" y="4588"/>
                </a:lnTo>
                <a:lnTo>
                  <a:pt x="4917" y="4548"/>
                </a:lnTo>
                <a:lnTo>
                  <a:pt x="4936" y="4509"/>
                </a:lnTo>
                <a:lnTo>
                  <a:pt x="4955" y="4469"/>
                </a:lnTo>
                <a:lnTo>
                  <a:pt x="4971" y="4427"/>
                </a:lnTo>
                <a:lnTo>
                  <a:pt x="4986" y="4385"/>
                </a:lnTo>
                <a:lnTo>
                  <a:pt x="4997" y="4341"/>
                </a:lnTo>
                <a:lnTo>
                  <a:pt x="5008" y="4297"/>
                </a:lnTo>
                <a:lnTo>
                  <a:pt x="5016" y="4252"/>
                </a:lnTo>
                <a:lnTo>
                  <a:pt x="5022" y="4206"/>
                </a:lnTo>
                <a:lnTo>
                  <a:pt x="5025" y="4160"/>
                </a:lnTo>
                <a:lnTo>
                  <a:pt x="5026" y="4113"/>
                </a:lnTo>
                <a:lnTo>
                  <a:pt x="5026" y="914"/>
                </a:lnTo>
                <a:lnTo>
                  <a:pt x="5025" y="867"/>
                </a:lnTo>
                <a:lnTo>
                  <a:pt x="5022" y="821"/>
                </a:lnTo>
                <a:lnTo>
                  <a:pt x="5016" y="775"/>
                </a:lnTo>
                <a:lnTo>
                  <a:pt x="5008" y="730"/>
                </a:lnTo>
                <a:lnTo>
                  <a:pt x="4997" y="686"/>
                </a:lnTo>
                <a:lnTo>
                  <a:pt x="4986" y="642"/>
                </a:lnTo>
                <a:lnTo>
                  <a:pt x="4971" y="599"/>
                </a:lnTo>
                <a:lnTo>
                  <a:pt x="4955" y="558"/>
                </a:lnTo>
                <a:lnTo>
                  <a:pt x="4936" y="518"/>
                </a:lnTo>
                <a:lnTo>
                  <a:pt x="4917" y="478"/>
                </a:lnTo>
                <a:lnTo>
                  <a:pt x="4895" y="440"/>
                </a:lnTo>
                <a:lnTo>
                  <a:pt x="4871" y="404"/>
                </a:lnTo>
                <a:lnTo>
                  <a:pt x="4845" y="368"/>
                </a:lnTo>
                <a:lnTo>
                  <a:pt x="4818" y="333"/>
                </a:lnTo>
                <a:lnTo>
                  <a:pt x="4789" y="300"/>
                </a:lnTo>
                <a:lnTo>
                  <a:pt x="4759" y="268"/>
                </a:lnTo>
                <a:lnTo>
                  <a:pt x="4728" y="238"/>
                </a:lnTo>
                <a:lnTo>
                  <a:pt x="4694" y="209"/>
                </a:lnTo>
                <a:lnTo>
                  <a:pt x="4660" y="182"/>
                </a:lnTo>
                <a:lnTo>
                  <a:pt x="4624" y="156"/>
                </a:lnTo>
                <a:lnTo>
                  <a:pt x="4587" y="133"/>
                </a:lnTo>
                <a:lnTo>
                  <a:pt x="4548" y="111"/>
                </a:lnTo>
                <a:lnTo>
                  <a:pt x="4509" y="90"/>
                </a:lnTo>
                <a:lnTo>
                  <a:pt x="4469" y="72"/>
                </a:lnTo>
                <a:lnTo>
                  <a:pt x="4427" y="56"/>
                </a:lnTo>
                <a:lnTo>
                  <a:pt x="4384" y="42"/>
                </a:lnTo>
                <a:lnTo>
                  <a:pt x="4342" y="29"/>
                </a:lnTo>
                <a:lnTo>
                  <a:pt x="4297" y="19"/>
                </a:lnTo>
                <a:lnTo>
                  <a:pt x="4252" y="11"/>
                </a:lnTo>
                <a:lnTo>
                  <a:pt x="4206" y="5"/>
                </a:lnTo>
                <a:lnTo>
                  <a:pt x="4160" y="1"/>
                </a:lnTo>
                <a:lnTo>
                  <a:pt x="4113" y="0"/>
                </a:lnTo>
                <a:close/>
                <a:moveTo>
                  <a:pt x="4114" y="2971"/>
                </a:moveTo>
                <a:lnTo>
                  <a:pt x="2971" y="2971"/>
                </a:lnTo>
                <a:lnTo>
                  <a:pt x="2971" y="4114"/>
                </a:lnTo>
                <a:lnTo>
                  <a:pt x="2057" y="4114"/>
                </a:lnTo>
                <a:lnTo>
                  <a:pt x="2057" y="2971"/>
                </a:lnTo>
                <a:lnTo>
                  <a:pt x="914" y="2971"/>
                </a:lnTo>
                <a:lnTo>
                  <a:pt x="914" y="2057"/>
                </a:lnTo>
                <a:lnTo>
                  <a:pt x="2057" y="2057"/>
                </a:lnTo>
                <a:lnTo>
                  <a:pt x="2057" y="914"/>
                </a:lnTo>
                <a:lnTo>
                  <a:pt x="2971" y="914"/>
                </a:lnTo>
                <a:lnTo>
                  <a:pt x="2971" y="2057"/>
                </a:lnTo>
                <a:lnTo>
                  <a:pt x="4114" y="2057"/>
                </a:lnTo>
                <a:lnTo>
                  <a:pt x="4114" y="2971"/>
                </a:lnTo>
                <a:close/>
              </a:path>
            </a:pathLst>
          </a:custGeom>
          <a:solidFill>
            <a:srgbClr val="1F717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algn="ctr">
              <a:defRPr/>
            </a:pPr>
            <a:endParaRPr lang="zh-CN" altLang="en-US" sz="2000" b="1" dirty="0">
              <a:solidFill>
                <a:schemeClr val="tx1">
                  <a:lumMod val="75000"/>
                  <a:lumOff val="25000"/>
                </a:schemeClr>
              </a:solidFill>
            </a:endParaRPr>
          </a:p>
        </p:txBody>
      </p:sp>
      <p:sp>
        <p:nvSpPr>
          <p:cNvPr id="23" name="KSO_Shape"/>
          <p:cNvSpPr>
            <a:spLocks noChangeAspect="1"/>
          </p:cNvSpPr>
          <p:nvPr/>
        </p:nvSpPr>
        <p:spPr bwMode="auto">
          <a:xfrm>
            <a:off x="4093328" y="4435779"/>
            <a:ext cx="252421" cy="252000"/>
          </a:xfrm>
          <a:custGeom>
            <a:avLst/>
            <a:gdLst>
              <a:gd name="T0" fmla="*/ 346433 w 5026"/>
              <a:gd name="T1" fmla="*/ 0 h 5027"/>
              <a:gd name="T2" fmla="*/ 293748 w 5026"/>
              <a:gd name="T3" fmla="*/ 4164 h 5027"/>
              <a:gd name="T4" fmla="*/ 243337 w 5026"/>
              <a:gd name="T5" fmla="*/ 15897 h 5027"/>
              <a:gd name="T6" fmla="*/ 196337 w 5026"/>
              <a:gd name="T7" fmla="*/ 34065 h 5027"/>
              <a:gd name="T8" fmla="*/ 153128 w 5026"/>
              <a:gd name="T9" fmla="*/ 59046 h 5027"/>
              <a:gd name="T10" fmla="*/ 113709 w 5026"/>
              <a:gd name="T11" fmla="*/ 90083 h 5027"/>
              <a:gd name="T12" fmla="*/ 79217 w 5026"/>
              <a:gd name="T13" fmla="*/ 126041 h 5027"/>
              <a:gd name="T14" fmla="*/ 50411 w 5026"/>
              <a:gd name="T15" fmla="*/ 166541 h 5027"/>
              <a:gd name="T16" fmla="*/ 27290 w 5026"/>
              <a:gd name="T17" fmla="*/ 211204 h 5027"/>
              <a:gd name="T18" fmla="*/ 10992 w 5026"/>
              <a:gd name="T19" fmla="*/ 259652 h 5027"/>
              <a:gd name="T20" fmla="*/ 1895 w 5026"/>
              <a:gd name="T21" fmla="*/ 310750 h 5027"/>
              <a:gd name="T22" fmla="*/ 0 w 5026"/>
              <a:gd name="T23" fmla="*/ 1556777 h 5027"/>
              <a:gd name="T24" fmla="*/ 1895 w 5026"/>
              <a:gd name="T25" fmla="*/ 1591978 h 5027"/>
              <a:gd name="T26" fmla="*/ 10992 w 5026"/>
              <a:gd name="T27" fmla="*/ 1643076 h 5027"/>
              <a:gd name="T28" fmla="*/ 27290 w 5026"/>
              <a:gd name="T29" fmla="*/ 1691524 h 5027"/>
              <a:gd name="T30" fmla="*/ 50411 w 5026"/>
              <a:gd name="T31" fmla="*/ 1736566 h 5027"/>
              <a:gd name="T32" fmla="*/ 79217 w 5026"/>
              <a:gd name="T33" fmla="*/ 1777065 h 5027"/>
              <a:gd name="T34" fmla="*/ 113709 w 5026"/>
              <a:gd name="T35" fmla="*/ 1812645 h 5027"/>
              <a:gd name="T36" fmla="*/ 153128 w 5026"/>
              <a:gd name="T37" fmla="*/ 1843682 h 5027"/>
              <a:gd name="T38" fmla="*/ 196337 w 5026"/>
              <a:gd name="T39" fmla="*/ 1868663 h 5027"/>
              <a:gd name="T40" fmla="*/ 243337 w 5026"/>
              <a:gd name="T41" fmla="*/ 1887209 h 5027"/>
              <a:gd name="T42" fmla="*/ 293748 w 5026"/>
              <a:gd name="T43" fmla="*/ 1898564 h 5027"/>
              <a:gd name="T44" fmla="*/ 346433 w 5026"/>
              <a:gd name="T45" fmla="*/ 1902728 h 5027"/>
              <a:gd name="T46" fmla="*/ 1576761 w 5026"/>
              <a:gd name="T47" fmla="*/ 1901971 h 5027"/>
              <a:gd name="T48" fmla="*/ 1628688 w 5026"/>
              <a:gd name="T49" fmla="*/ 1895536 h 5027"/>
              <a:gd name="T50" fmla="*/ 1677962 w 5026"/>
              <a:gd name="T51" fmla="*/ 1881532 h 5027"/>
              <a:gd name="T52" fmla="*/ 1723824 w 5026"/>
              <a:gd name="T53" fmla="*/ 1861093 h 5027"/>
              <a:gd name="T54" fmla="*/ 1766275 w 5026"/>
              <a:gd name="T55" fmla="*/ 1834219 h 5027"/>
              <a:gd name="T56" fmla="*/ 1803799 w 5026"/>
              <a:gd name="T57" fmla="*/ 1801290 h 5027"/>
              <a:gd name="T58" fmla="*/ 1836396 w 5026"/>
              <a:gd name="T59" fmla="*/ 1763818 h 5027"/>
              <a:gd name="T60" fmla="*/ 1863686 w 5026"/>
              <a:gd name="T61" fmla="*/ 1721426 h 5027"/>
              <a:gd name="T62" fmla="*/ 1884153 w 5026"/>
              <a:gd name="T63" fmla="*/ 1675627 h 5027"/>
              <a:gd name="T64" fmla="*/ 1898177 w 5026"/>
              <a:gd name="T65" fmla="*/ 1626422 h 5027"/>
              <a:gd name="T66" fmla="*/ 1904621 w 5026"/>
              <a:gd name="T67" fmla="*/ 1574567 h 5027"/>
              <a:gd name="T68" fmla="*/ 1905000 w 5026"/>
              <a:gd name="T69" fmla="*/ 345951 h 5027"/>
              <a:gd name="T70" fmla="*/ 1901210 w 5026"/>
              <a:gd name="T71" fmla="*/ 293339 h 5027"/>
              <a:gd name="T72" fmla="*/ 1889839 w 5026"/>
              <a:gd name="T73" fmla="*/ 242998 h 5027"/>
              <a:gd name="T74" fmla="*/ 1870887 w 5026"/>
              <a:gd name="T75" fmla="*/ 196064 h 5027"/>
              <a:gd name="T76" fmla="*/ 1846250 w 5026"/>
              <a:gd name="T77" fmla="*/ 152915 h 5027"/>
              <a:gd name="T78" fmla="*/ 1815170 w 5026"/>
              <a:gd name="T79" fmla="*/ 113551 h 5027"/>
              <a:gd name="T80" fmla="*/ 1779162 w 5026"/>
              <a:gd name="T81" fmla="*/ 79107 h 5027"/>
              <a:gd name="T82" fmla="*/ 1738606 w 5026"/>
              <a:gd name="T83" fmla="*/ 50341 h 5027"/>
              <a:gd name="T84" fmla="*/ 1693881 w 5026"/>
              <a:gd name="T85" fmla="*/ 27252 h 5027"/>
              <a:gd name="T86" fmla="*/ 1645744 w 5026"/>
              <a:gd name="T87" fmla="*/ 10977 h 5027"/>
              <a:gd name="T88" fmla="*/ 1594196 w 5026"/>
              <a:gd name="T89" fmla="*/ 1893 h 5027"/>
              <a:gd name="T90" fmla="*/ 1559326 w 5026"/>
              <a:gd name="T91" fmla="*/ 1124529 h 5027"/>
              <a:gd name="T92" fmla="*/ 779663 w 5026"/>
              <a:gd name="T93" fmla="*/ 1557156 h 5027"/>
              <a:gd name="T94" fmla="*/ 346433 w 5026"/>
              <a:gd name="T95" fmla="*/ 778578 h 5027"/>
              <a:gd name="T96" fmla="*/ 1126095 w 5026"/>
              <a:gd name="T97" fmla="*/ 345951 h 5027"/>
              <a:gd name="T98" fmla="*/ 1559326 w 5026"/>
              <a:gd name="T99" fmla="*/ 1124529 h 502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026" h="5027">
                <a:moveTo>
                  <a:pt x="4113" y="0"/>
                </a:moveTo>
                <a:lnTo>
                  <a:pt x="914" y="0"/>
                </a:lnTo>
                <a:lnTo>
                  <a:pt x="867" y="1"/>
                </a:lnTo>
                <a:lnTo>
                  <a:pt x="821" y="5"/>
                </a:lnTo>
                <a:lnTo>
                  <a:pt x="775" y="11"/>
                </a:lnTo>
                <a:lnTo>
                  <a:pt x="730" y="19"/>
                </a:lnTo>
                <a:lnTo>
                  <a:pt x="686" y="29"/>
                </a:lnTo>
                <a:lnTo>
                  <a:pt x="642" y="42"/>
                </a:lnTo>
                <a:lnTo>
                  <a:pt x="599" y="56"/>
                </a:lnTo>
                <a:lnTo>
                  <a:pt x="558" y="72"/>
                </a:lnTo>
                <a:lnTo>
                  <a:pt x="518" y="90"/>
                </a:lnTo>
                <a:lnTo>
                  <a:pt x="478" y="111"/>
                </a:lnTo>
                <a:lnTo>
                  <a:pt x="440" y="133"/>
                </a:lnTo>
                <a:lnTo>
                  <a:pt x="404" y="156"/>
                </a:lnTo>
                <a:lnTo>
                  <a:pt x="368" y="182"/>
                </a:lnTo>
                <a:lnTo>
                  <a:pt x="333" y="209"/>
                </a:lnTo>
                <a:lnTo>
                  <a:pt x="300" y="238"/>
                </a:lnTo>
                <a:lnTo>
                  <a:pt x="268" y="268"/>
                </a:lnTo>
                <a:lnTo>
                  <a:pt x="238" y="300"/>
                </a:lnTo>
                <a:lnTo>
                  <a:pt x="209" y="333"/>
                </a:lnTo>
                <a:lnTo>
                  <a:pt x="181" y="368"/>
                </a:lnTo>
                <a:lnTo>
                  <a:pt x="156" y="404"/>
                </a:lnTo>
                <a:lnTo>
                  <a:pt x="133" y="440"/>
                </a:lnTo>
                <a:lnTo>
                  <a:pt x="111" y="478"/>
                </a:lnTo>
                <a:lnTo>
                  <a:pt x="90" y="518"/>
                </a:lnTo>
                <a:lnTo>
                  <a:pt x="72" y="558"/>
                </a:lnTo>
                <a:lnTo>
                  <a:pt x="56" y="599"/>
                </a:lnTo>
                <a:lnTo>
                  <a:pt x="42" y="642"/>
                </a:lnTo>
                <a:lnTo>
                  <a:pt x="29" y="686"/>
                </a:lnTo>
                <a:lnTo>
                  <a:pt x="19" y="730"/>
                </a:lnTo>
                <a:lnTo>
                  <a:pt x="11" y="775"/>
                </a:lnTo>
                <a:lnTo>
                  <a:pt x="5" y="821"/>
                </a:lnTo>
                <a:lnTo>
                  <a:pt x="1" y="867"/>
                </a:lnTo>
                <a:lnTo>
                  <a:pt x="0" y="914"/>
                </a:lnTo>
                <a:lnTo>
                  <a:pt x="0" y="4113"/>
                </a:lnTo>
                <a:lnTo>
                  <a:pt x="1" y="4160"/>
                </a:lnTo>
                <a:lnTo>
                  <a:pt x="5" y="4206"/>
                </a:lnTo>
                <a:lnTo>
                  <a:pt x="11" y="4252"/>
                </a:lnTo>
                <a:lnTo>
                  <a:pt x="19" y="4297"/>
                </a:lnTo>
                <a:lnTo>
                  <a:pt x="29" y="4341"/>
                </a:lnTo>
                <a:lnTo>
                  <a:pt x="42" y="4385"/>
                </a:lnTo>
                <a:lnTo>
                  <a:pt x="56" y="4427"/>
                </a:lnTo>
                <a:lnTo>
                  <a:pt x="72" y="4469"/>
                </a:lnTo>
                <a:lnTo>
                  <a:pt x="90" y="4509"/>
                </a:lnTo>
                <a:lnTo>
                  <a:pt x="111" y="4548"/>
                </a:lnTo>
                <a:lnTo>
                  <a:pt x="133" y="4588"/>
                </a:lnTo>
                <a:lnTo>
                  <a:pt x="156" y="4624"/>
                </a:lnTo>
                <a:lnTo>
                  <a:pt x="181" y="4660"/>
                </a:lnTo>
                <a:lnTo>
                  <a:pt x="209" y="4695"/>
                </a:lnTo>
                <a:lnTo>
                  <a:pt x="238" y="4728"/>
                </a:lnTo>
                <a:lnTo>
                  <a:pt x="268" y="4759"/>
                </a:lnTo>
                <a:lnTo>
                  <a:pt x="300" y="4789"/>
                </a:lnTo>
                <a:lnTo>
                  <a:pt x="333" y="4818"/>
                </a:lnTo>
                <a:lnTo>
                  <a:pt x="368" y="4846"/>
                </a:lnTo>
                <a:lnTo>
                  <a:pt x="404" y="4871"/>
                </a:lnTo>
                <a:lnTo>
                  <a:pt x="440" y="4895"/>
                </a:lnTo>
                <a:lnTo>
                  <a:pt x="478" y="4917"/>
                </a:lnTo>
                <a:lnTo>
                  <a:pt x="518" y="4937"/>
                </a:lnTo>
                <a:lnTo>
                  <a:pt x="558" y="4955"/>
                </a:lnTo>
                <a:lnTo>
                  <a:pt x="599" y="4971"/>
                </a:lnTo>
                <a:lnTo>
                  <a:pt x="642" y="4986"/>
                </a:lnTo>
                <a:lnTo>
                  <a:pt x="686" y="4999"/>
                </a:lnTo>
                <a:lnTo>
                  <a:pt x="730" y="5008"/>
                </a:lnTo>
                <a:lnTo>
                  <a:pt x="775" y="5016"/>
                </a:lnTo>
                <a:lnTo>
                  <a:pt x="821" y="5022"/>
                </a:lnTo>
                <a:lnTo>
                  <a:pt x="867" y="5025"/>
                </a:lnTo>
                <a:lnTo>
                  <a:pt x="914" y="5027"/>
                </a:lnTo>
                <a:lnTo>
                  <a:pt x="4113" y="5027"/>
                </a:lnTo>
                <a:lnTo>
                  <a:pt x="4160" y="5025"/>
                </a:lnTo>
                <a:lnTo>
                  <a:pt x="4206" y="5022"/>
                </a:lnTo>
                <a:lnTo>
                  <a:pt x="4252" y="5016"/>
                </a:lnTo>
                <a:lnTo>
                  <a:pt x="4297" y="5008"/>
                </a:lnTo>
                <a:lnTo>
                  <a:pt x="4342" y="4999"/>
                </a:lnTo>
                <a:lnTo>
                  <a:pt x="4384" y="4986"/>
                </a:lnTo>
                <a:lnTo>
                  <a:pt x="4427" y="4971"/>
                </a:lnTo>
                <a:lnTo>
                  <a:pt x="4469" y="4955"/>
                </a:lnTo>
                <a:lnTo>
                  <a:pt x="4509" y="4937"/>
                </a:lnTo>
                <a:lnTo>
                  <a:pt x="4548" y="4917"/>
                </a:lnTo>
                <a:lnTo>
                  <a:pt x="4587" y="4895"/>
                </a:lnTo>
                <a:lnTo>
                  <a:pt x="4624" y="4871"/>
                </a:lnTo>
                <a:lnTo>
                  <a:pt x="4660" y="4846"/>
                </a:lnTo>
                <a:lnTo>
                  <a:pt x="4694" y="4818"/>
                </a:lnTo>
                <a:lnTo>
                  <a:pt x="4728" y="4789"/>
                </a:lnTo>
                <a:lnTo>
                  <a:pt x="4759" y="4759"/>
                </a:lnTo>
                <a:lnTo>
                  <a:pt x="4789" y="4728"/>
                </a:lnTo>
                <a:lnTo>
                  <a:pt x="4818" y="4695"/>
                </a:lnTo>
                <a:lnTo>
                  <a:pt x="4845" y="4660"/>
                </a:lnTo>
                <a:lnTo>
                  <a:pt x="4871" y="4624"/>
                </a:lnTo>
                <a:lnTo>
                  <a:pt x="4895" y="4588"/>
                </a:lnTo>
                <a:lnTo>
                  <a:pt x="4917" y="4548"/>
                </a:lnTo>
                <a:lnTo>
                  <a:pt x="4936" y="4509"/>
                </a:lnTo>
                <a:lnTo>
                  <a:pt x="4955" y="4469"/>
                </a:lnTo>
                <a:lnTo>
                  <a:pt x="4971" y="4427"/>
                </a:lnTo>
                <a:lnTo>
                  <a:pt x="4986" y="4385"/>
                </a:lnTo>
                <a:lnTo>
                  <a:pt x="4997" y="4341"/>
                </a:lnTo>
                <a:lnTo>
                  <a:pt x="5008" y="4297"/>
                </a:lnTo>
                <a:lnTo>
                  <a:pt x="5016" y="4252"/>
                </a:lnTo>
                <a:lnTo>
                  <a:pt x="5022" y="4206"/>
                </a:lnTo>
                <a:lnTo>
                  <a:pt x="5025" y="4160"/>
                </a:lnTo>
                <a:lnTo>
                  <a:pt x="5026" y="4113"/>
                </a:lnTo>
                <a:lnTo>
                  <a:pt x="5026" y="914"/>
                </a:lnTo>
                <a:lnTo>
                  <a:pt x="5025" y="867"/>
                </a:lnTo>
                <a:lnTo>
                  <a:pt x="5022" y="821"/>
                </a:lnTo>
                <a:lnTo>
                  <a:pt x="5016" y="775"/>
                </a:lnTo>
                <a:lnTo>
                  <a:pt x="5008" y="730"/>
                </a:lnTo>
                <a:lnTo>
                  <a:pt x="4997" y="686"/>
                </a:lnTo>
                <a:lnTo>
                  <a:pt x="4986" y="642"/>
                </a:lnTo>
                <a:lnTo>
                  <a:pt x="4971" y="599"/>
                </a:lnTo>
                <a:lnTo>
                  <a:pt x="4955" y="558"/>
                </a:lnTo>
                <a:lnTo>
                  <a:pt x="4936" y="518"/>
                </a:lnTo>
                <a:lnTo>
                  <a:pt x="4917" y="478"/>
                </a:lnTo>
                <a:lnTo>
                  <a:pt x="4895" y="440"/>
                </a:lnTo>
                <a:lnTo>
                  <a:pt x="4871" y="404"/>
                </a:lnTo>
                <a:lnTo>
                  <a:pt x="4845" y="368"/>
                </a:lnTo>
                <a:lnTo>
                  <a:pt x="4818" y="333"/>
                </a:lnTo>
                <a:lnTo>
                  <a:pt x="4789" y="300"/>
                </a:lnTo>
                <a:lnTo>
                  <a:pt x="4759" y="268"/>
                </a:lnTo>
                <a:lnTo>
                  <a:pt x="4728" y="238"/>
                </a:lnTo>
                <a:lnTo>
                  <a:pt x="4694" y="209"/>
                </a:lnTo>
                <a:lnTo>
                  <a:pt x="4660" y="182"/>
                </a:lnTo>
                <a:lnTo>
                  <a:pt x="4624" y="156"/>
                </a:lnTo>
                <a:lnTo>
                  <a:pt x="4587" y="133"/>
                </a:lnTo>
                <a:lnTo>
                  <a:pt x="4548" y="111"/>
                </a:lnTo>
                <a:lnTo>
                  <a:pt x="4509" y="90"/>
                </a:lnTo>
                <a:lnTo>
                  <a:pt x="4469" y="72"/>
                </a:lnTo>
                <a:lnTo>
                  <a:pt x="4427" y="56"/>
                </a:lnTo>
                <a:lnTo>
                  <a:pt x="4384" y="42"/>
                </a:lnTo>
                <a:lnTo>
                  <a:pt x="4342" y="29"/>
                </a:lnTo>
                <a:lnTo>
                  <a:pt x="4297" y="19"/>
                </a:lnTo>
                <a:lnTo>
                  <a:pt x="4252" y="11"/>
                </a:lnTo>
                <a:lnTo>
                  <a:pt x="4206" y="5"/>
                </a:lnTo>
                <a:lnTo>
                  <a:pt x="4160" y="1"/>
                </a:lnTo>
                <a:lnTo>
                  <a:pt x="4113" y="0"/>
                </a:lnTo>
                <a:close/>
                <a:moveTo>
                  <a:pt x="4114" y="2971"/>
                </a:moveTo>
                <a:lnTo>
                  <a:pt x="2971" y="2971"/>
                </a:lnTo>
                <a:lnTo>
                  <a:pt x="2971" y="4114"/>
                </a:lnTo>
                <a:lnTo>
                  <a:pt x="2057" y="4114"/>
                </a:lnTo>
                <a:lnTo>
                  <a:pt x="2057" y="2971"/>
                </a:lnTo>
                <a:lnTo>
                  <a:pt x="914" y="2971"/>
                </a:lnTo>
                <a:lnTo>
                  <a:pt x="914" y="2057"/>
                </a:lnTo>
                <a:lnTo>
                  <a:pt x="2057" y="2057"/>
                </a:lnTo>
                <a:lnTo>
                  <a:pt x="2057" y="914"/>
                </a:lnTo>
                <a:lnTo>
                  <a:pt x="2971" y="914"/>
                </a:lnTo>
                <a:lnTo>
                  <a:pt x="2971" y="2057"/>
                </a:lnTo>
                <a:lnTo>
                  <a:pt x="4114" y="2057"/>
                </a:lnTo>
                <a:lnTo>
                  <a:pt x="4114" y="2971"/>
                </a:lnTo>
                <a:close/>
              </a:path>
            </a:pathLst>
          </a:custGeom>
          <a:solidFill>
            <a:srgbClr val="1F717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algn="ctr">
              <a:defRPr/>
            </a:pPr>
            <a:endParaRPr lang="zh-CN" altLang="en-US" sz="2000" b="1">
              <a:solidFill>
                <a:schemeClr val="tx1">
                  <a:lumMod val="75000"/>
                  <a:lumOff val="25000"/>
                </a:schemeClr>
              </a:solidFill>
            </a:endParaRPr>
          </a:p>
        </p:txBody>
      </p:sp>
      <p:sp>
        <p:nvSpPr>
          <p:cNvPr id="24" name="KSO_Shape"/>
          <p:cNvSpPr>
            <a:spLocks noChangeAspect="1"/>
          </p:cNvSpPr>
          <p:nvPr/>
        </p:nvSpPr>
        <p:spPr bwMode="auto">
          <a:xfrm>
            <a:off x="8189190" y="4435779"/>
            <a:ext cx="252421" cy="252000"/>
          </a:xfrm>
          <a:custGeom>
            <a:avLst/>
            <a:gdLst>
              <a:gd name="T0" fmla="*/ 346433 w 5026"/>
              <a:gd name="T1" fmla="*/ 0 h 5027"/>
              <a:gd name="T2" fmla="*/ 293748 w 5026"/>
              <a:gd name="T3" fmla="*/ 4164 h 5027"/>
              <a:gd name="T4" fmla="*/ 243337 w 5026"/>
              <a:gd name="T5" fmla="*/ 15897 h 5027"/>
              <a:gd name="T6" fmla="*/ 196337 w 5026"/>
              <a:gd name="T7" fmla="*/ 34065 h 5027"/>
              <a:gd name="T8" fmla="*/ 153128 w 5026"/>
              <a:gd name="T9" fmla="*/ 59046 h 5027"/>
              <a:gd name="T10" fmla="*/ 113709 w 5026"/>
              <a:gd name="T11" fmla="*/ 90083 h 5027"/>
              <a:gd name="T12" fmla="*/ 79217 w 5026"/>
              <a:gd name="T13" fmla="*/ 126041 h 5027"/>
              <a:gd name="T14" fmla="*/ 50411 w 5026"/>
              <a:gd name="T15" fmla="*/ 166541 h 5027"/>
              <a:gd name="T16" fmla="*/ 27290 w 5026"/>
              <a:gd name="T17" fmla="*/ 211204 h 5027"/>
              <a:gd name="T18" fmla="*/ 10992 w 5026"/>
              <a:gd name="T19" fmla="*/ 259652 h 5027"/>
              <a:gd name="T20" fmla="*/ 1895 w 5026"/>
              <a:gd name="T21" fmla="*/ 310750 h 5027"/>
              <a:gd name="T22" fmla="*/ 0 w 5026"/>
              <a:gd name="T23" fmla="*/ 1556777 h 5027"/>
              <a:gd name="T24" fmla="*/ 1895 w 5026"/>
              <a:gd name="T25" fmla="*/ 1591978 h 5027"/>
              <a:gd name="T26" fmla="*/ 10992 w 5026"/>
              <a:gd name="T27" fmla="*/ 1643076 h 5027"/>
              <a:gd name="T28" fmla="*/ 27290 w 5026"/>
              <a:gd name="T29" fmla="*/ 1691524 h 5027"/>
              <a:gd name="T30" fmla="*/ 50411 w 5026"/>
              <a:gd name="T31" fmla="*/ 1736566 h 5027"/>
              <a:gd name="T32" fmla="*/ 79217 w 5026"/>
              <a:gd name="T33" fmla="*/ 1777065 h 5027"/>
              <a:gd name="T34" fmla="*/ 113709 w 5026"/>
              <a:gd name="T35" fmla="*/ 1812645 h 5027"/>
              <a:gd name="T36" fmla="*/ 153128 w 5026"/>
              <a:gd name="T37" fmla="*/ 1843682 h 5027"/>
              <a:gd name="T38" fmla="*/ 196337 w 5026"/>
              <a:gd name="T39" fmla="*/ 1868663 h 5027"/>
              <a:gd name="T40" fmla="*/ 243337 w 5026"/>
              <a:gd name="T41" fmla="*/ 1887209 h 5027"/>
              <a:gd name="T42" fmla="*/ 293748 w 5026"/>
              <a:gd name="T43" fmla="*/ 1898564 h 5027"/>
              <a:gd name="T44" fmla="*/ 346433 w 5026"/>
              <a:gd name="T45" fmla="*/ 1902728 h 5027"/>
              <a:gd name="T46" fmla="*/ 1576761 w 5026"/>
              <a:gd name="T47" fmla="*/ 1901971 h 5027"/>
              <a:gd name="T48" fmla="*/ 1628688 w 5026"/>
              <a:gd name="T49" fmla="*/ 1895536 h 5027"/>
              <a:gd name="T50" fmla="*/ 1677962 w 5026"/>
              <a:gd name="T51" fmla="*/ 1881532 h 5027"/>
              <a:gd name="T52" fmla="*/ 1723824 w 5026"/>
              <a:gd name="T53" fmla="*/ 1861093 h 5027"/>
              <a:gd name="T54" fmla="*/ 1766275 w 5026"/>
              <a:gd name="T55" fmla="*/ 1834219 h 5027"/>
              <a:gd name="T56" fmla="*/ 1803799 w 5026"/>
              <a:gd name="T57" fmla="*/ 1801290 h 5027"/>
              <a:gd name="T58" fmla="*/ 1836396 w 5026"/>
              <a:gd name="T59" fmla="*/ 1763818 h 5027"/>
              <a:gd name="T60" fmla="*/ 1863686 w 5026"/>
              <a:gd name="T61" fmla="*/ 1721426 h 5027"/>
              <a:gd name="T62" fmla="*/ 1884153 w 5026"/>
              <a:gd name="T63" fmla="*/ 1675627 h 5027"/>
              <a:gd name="T64" fmla="*/ 1898177 w 5026"/>
              <a:gd name="T65" fmla="*/ 1626422 h 5027"/>
              <a:gd name="T66" fmla="*/ 1904621 w 5026"/>
              <a:gd name="T67" fmla="*/ 1574567 h 5027"/>
              <a:gd name="T68" fmla="*/ 1905000 w 5026"/>
              <a:gd name="T69" fmla="*/ 345951 h 5027"/>
              <a:gd name="T70" fmla="*/ 1901210 w 5026"/>
              <a:gd name="T71" fmla="*/ 293339 h 5027"/>
              <a:gd name="T72" fmla="*/ 1889839 w 5026"/>
              <a:gd name="T73" fmla="*/ 242998 h 5027"/>
              <a:gd name="T74" fmla="*/ 1870887 w 5026"/>
              <a:gd name="T75" fmla="*/ 196064 h 5027"/>
              <a:gd name="T76" fmla="*/ 1846250 w 5026"/>
              <a:gd name="T77" fmla="*/ 152915 h 5027"/>
              <a:gd name="T78" fmla="*/ 1815170 w 5026"/>
              <a:gd name="T79" fmla="*/ 113551 h 5027"/>
              <a:gd name="T80" fmla="*/ 1779162 w 5026"/>
              <a:gd name="T81" fmla="*/ 79107 h 5027"/>
              <a:gd name="T82" fmla="*/ 1738606 w 5026"/>
              <a:gd name="T83" fmla="*/ 50341 h 5027"/>
              <a:gd name="T84" fmla="*/ 1693881 w 5026"/>
              <a:gd name="T85" fmla="*/ 27252 h 5027"/>
              <a:gd name="T86" fmla="*/ 1645744 w 5026"/>
              <a:gd name="T87" fmla="*/ 10977 h 5027"/>
              <a:gd name="T88" fmla="*/ 1594196 w 5026"/>
              <a:gd name="T89" fmla="*/ 1893 h 5027"/>
              <a:gd name="T90" fmla="*/ 1559326 w 5026"/>
              <a:gd name="T91" fmla="*/ 1124529 h 5027"/>
              <a:gd name="T92" fmla="*/ 779663 w 5026"/>
              <a:gd name="T93" fmla="*/ 1557156 h 5027"/>
              <a:gd name="T94" fmla="*/ 346433 w 5026"/>
              <a:gd name="T95" fmla="*/ 778578 h 5027"/>
              <a:gd name="T96" fmla="*/ 1126095 w 5026"/>
              <a:gd name="T97" fmla="*/ 345951 h 5027"/>
              <a:gd name="T98" fmla="*/ 1559326 w 5026"/>
              <a:gd name="T99" fmla="*/ 1124529 h 502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026" h="5027">
                <a:moveTo>
                  <a:pt x="4113" y="0"/>
                </a:moveTo>
                <a:lnTo>
                  <a:pt x="914" y="0"/>
                </a:lnTo>
                <a:lnTo>
                  <a:pt x="867" y="1"/>
                </a:lnTo>
                <a:lnTo>
                  <a:pt x="821" y="5"/>
                </a:lnTo>
                <a:lnTo>
                  <a:pt x="775" y="11"/>
                </a:lnTo>
                <a:lnTo>
                  <a:pt x="730" y="19"/>
                </a:lnTo>
                <a:lnTo>
                  <a:pt x="686" y="29"/>
                </a:lnTo>
                <a:lnTo>
                  <a:pt x="642" y="42"/>
                </a:lnTo>
                <a:lnTo>
                  <a:pt x="599" y="56"/>
                </a:lnTo>
                <a:lnTo>
                  <a:pt x="558" y="72"/>
                </a:lnTo>
                <a:lnTo>
                  <a:pt x="518" y="90"/>
                </a:lnTo>
                <a:lnTo>
                  <a:pt x="478" y="111"/>
                </a:lnTo>
                <a:lnTo>
                  <a:pt x="440" y="133"/>
                </a:lnTo>
                <a:lnTo>
                  <a:pt x="404" y="156"/>
                </a:lnTo>
                <a:lnTo>
                  <a:pt x="368" y="182"/>
                </a:lnTo>
                <a:lnTo>
                  <a:pt x="333" y="209"/>
                </a:lnTo>
                <a:lnTo>
                  <a:pt x="300" y="238"/>
                </a:lnTo>
                <a:lnTo>
                  <a:pt x="268" y="268"/>
                </a:lnTo>
                <a:lnTo>
                  <a:pt x="238" y="300"/>
                </a:lnTo>
                <a:lnTo>
                  <a:pt x="209" y="333"/>
                </a:lnTo>
                <a:lnTo>
                  <a:pt x="181" y="368"/>
                </a:lnTo>
                <a:lnTo>
                  <a:pt x="156" y="404"/>
                </a:lnTo>
                <a:lnTo>
                  <a:pt x="133" y="440"/>
                </a:lnTo>
                <a:lnTo>
                  <a:pt x="111" y="478"/>
                </a:lnTo>
                <a:lnTo>
                  <a:pt x="90" y="518"/>
                </a:lnTo>
                <a:lnTo>
                  <a:pt x="72" y="558"/>
                </a:lnTo>
                <a:lnTo>
                  <a:pt x="56" y="599"/>
                </a:lnTo>
                <a:lnTo>
                  <a:pt x="42" y="642"/>
                </a:lnTo>
                <a:lnTo>
                  <a:pt x="29" y="686"/>
                </a:lnTo>
                <a:lnTo>
                  <a:pt x="19" y="730"/>
                </a:lnTo>
                <a:lnTo>
                  <a:pt x="11" y="775"/>
                </a:lnTo>
                <a:lnTo>
                  <a:pt x="5" y="821"/>
                </a:lnTo>
                <a:lnTo>
                  <a:pt x="1" y="867"/>
                </a:lnTo>
                <a:lnTo>
                  <a:pt x="0" y="914"/>
                </a:lnTo>
                <a:lnTo>
                  <a:pt x="0" y="4113"/>
                </a:lnTo>
                <a:lnTo>
                  <a:pt x="1" y="4160"/>
                </a:lnTo>
                <a:lnTo>
                  <a:pt x="5" y="4206"/>
                </a:lnTo>
                <a:lnTo>
                  <a:pt x="11" y="4252"/>
                </a:lnTo>
                <a:lnTo>
                  <a:pt x="19" y="4297"/>
                </a:lnTo>
                <a:lnTo>
                  <a:pt x="29" y="4341"/>
                </a:lnTo>
                <a:lnTo>
                  <a:pt x="42" y="4385"/>
                </a:lnTo>
                <a:lnTo>
                  <a:pt x="56" y="4427"/>
                </a:lnTo>
                <a:lnTo>
                  <a:pt x="72" y="4469"/>
                </a:lnTo>
                <a:lnTo>
                  <a:pt x="90" y="4509"/>
                </a:lnTo>
                <a:lnTo>
                  <a:pt x="111" y="4548"/>
                </a:lnTo>
                <a:lnTo>
                  <a:pt x="133" y="4588"/>
                </a:lnTo>
                <a:lnTo>
                  <a:pt x="156" y="4624"/>
                </a:lnTo>
                <a:lnTo>
                  <a:pt x="181" y="4660"/>
                </a:lnTo>
                <a:lnTo>
                  <a:pt x="209" y="4695"/>
                </a:lnTo>
                <a:lnTo>
                  <a:pt x="238" y="4728"/>
                </a:lnTo>
                <a:lnTo>
                  <a:pt x="268" y="4759"/>
                </a:lnTo>
                <a:lnTo>
                  <a:pt x="300" y="4789"/>
                </a:lnTo>
                <a:lnTo>
                  <a:pt x="333" y="4818"/>
                </a:lnTo>
                <a:lnTo>
                  <a:pt x="368" y="4846"/>
                </a:lnTo>
                <a:lnTo>
                  <a:pt x="404" y="4871"/>
                </a:lnTo>
                <a:lnTo>
                  <a:pt x="440" y="4895"/>
                </a:lnTo>
                <a:lnTo>
                  <a:pt x="478" y="4917"/>
                </a:lnTo>
                <a:lnTo>
                  <a:pt x="518" y="4937"/>
                </a:lnTo>
                <a:lnTo>
                  <a:pt x="558" y="4955"/>
                </a:lnTo>
                <a:lnTo>
                  <a:pt x="599" y="4971"/>
                </a:lnTo>
                <a:lnTo>
                  <a:pt x="642" y="4986"/>
                </a:lnTo>
                <a:lnTo>
                  <a:pt x="686" y="4999"/>
                </a:lnTo>
                <a:lnTo>
                  <a:pt x="730" y="5008"/>
                </a:lnTo>
                <a:lnTo>
                  <a:pt x="775" y="5016"/>
                </a:lnTo>
                <a:lnTo>
                  <a:pt x="821" y="5022"/>
                </a:lnTo>
                <a:lnTo>
                  <a:pt x="867" y="5025"/>
                </a:lnTo>
                <a:lnTo>
                  <a:pt x="914" y="5027"/>
                </a:lnTo>
                <a:lnTo>
                  <a:pt x="4113" y="5027"/>
                </a:lnTo>
                <a:lnTo>
                  <a:pt x="4160" y="5025"/>
                </a:lnTo>
                <a:lnTo>
                  <a:pt x="4206" y="5022"/>
                </a:lnTo>
                <a:lnTo>
                  <a:pt x="4252" y="5016"/>
                </a:lnTo>
                <a:lnTo>
                  <a:pt x="4297" y="5008"/>
                </a:lnTo>
                <a:lnTo>
                  <a:pt x="4342" y="4999"/>
                </a:lnTo>
                <a:lnTo>
                  <a:pt x="4384" y="4986"/>
                </a:lnTo>
                <a:lnTo>
                  <a:pt x="4427" y="4971"/>
                </a:lnTo>
                <a:lnTo>
                  <a:pt x="4469" y="4955"/>
                </a:lnTo>
                <a:lnTo>
                  <a:pt x="4509" y="4937"/>
                </a:lnTo>
                <a:lnTo>
                  <a:pt x="4548" y="4917"/>
                </a:lnTo>
                <a:lnTo>
                  <a:pt x="4587" y="4895"/>
                </a:lnTo>
                <a:lnTo>
                  <a:pt x="4624" y="4871"/>
                </a:lnTo>
                <a:lnTo>
                  <a:pt x="4660" y="4846"/>
                </a:lnTo>
                <a:lnTo>
                  <a:pt x="4694" y="4818"/>
                </a:lnTo>
                <a:lnTo>
                  <a:pt x="4728" y="4789"/>
                </a:lnTo>
                <a:lnTo>
                  <a:pt x="4759" y="4759"/>
                </a:lnTo>
                <a:lnTo>
                  <a:pt x="4789" y="4728"/>
                </a:lnTo>
                <a:lnTo>
                  <a:pt x="4818" y="4695"/>
                </a:lnTo>
                <a:lnTo>
                  <a:pt x="4845" y="4660"/>
                </a:lnTo>
                <a:lnTo>
                  <a:pt x="4871" y="4624"/>
                </a:lnTo>
                <a:lnTo>
                  <a:pt x="4895" y="4588"/>
                </a:lnTo>
                <a:lnTo>
                  <a:pt x="4917" y="4548"/>
                </a:lnTo>
                <a:lnTo>
                  <a:pt x="4936" y="4509"/>
                </a:lnTo>
                <a:lnTo>
                  <a:pt x="4955" y="4469"/>
                </a:lnTo>
                <a:lnTo>
                  <a:pt x="4971" y="4427"/>
                </a:lnTo>
                <a:lnTo>
                  <a:pt x="4986" y="4385"/>
                </a:lnTo>
                <a:lnTo>
                  <a:pt x="4997" y="4341"/>
                </a:lnTo>
                <a:lnTo>
                  <a:pt x="5008" y="4297"/>
                </a:lnTo>
                <a:lnTo>
                  <a:pt x="5016" y="4252"/>
                </a:lnTo>
                <a:lnTo>
                  <a:pt x="5022" y="4206"/>
                </a:lnTo>
                <a:lnTo>
                  <a:pt x="5025" y="4160"/>
                </a:lnTo>
                <a:lnTo>
                  <a:pt x="5026" y="4113"/>
                </a:lnTo>
                <a:lnTo>
                  <a:pt x="5026" y="914"/>
                </a:lnTo>
                <a:lnTo>
                  <a:pt x="5025" y="867"/>
                </a:lnTo>
                <a:lnTo>
                  <a:pt x="5022" y="821"/>
                </a:lnTo>
                <a:lnTo>
                  <a:pt x="5016" y="775"/>
                </a:lnTo>
                <a:lnTo>
                  <a:pt x="5008" y="730"/>
                </a:lnTo>
                <a:lnTo>
                  <a:pt x="4997" y="686"/>
                </a:lnTo>
                <a:lnTo>
                  <a:pt x="4986" y="642"/>
                </a:lnTo>
                <a:lnTo>
                  <a:pt x="4971" y="599"/>
                </a:lnTo>
                <a:lnTo>
                  <a:pt x="4955" y="558"/>
                </a:lnTo>
                <a:lnTo>
                  <a:pt x="4936" y="518"/>
                </a:lnTo>
                <a:lnTo>
                  <a:pt x="4917" y="478"/>
                </a:lnTo>
                <a:lnTo>
                  <a:pt x="4895" y="440"/>
                </a:lnTo>
                <a:lnTo>
                  <a:pt x="4871" y="404"/>
                </a:lnTo>
                <a:lnTo>
                  <a:pt x="4845" y="368"/>
                </a:lnTo>
                <a:lnTo>
                  <a:pt x="4818" y="333"/>
                </a:lnTo>
                <a:lnTo>
                  <a:pt x="4789" y="300"/>
                </a:lnTo>
                <a:lnTo>
                  <a:pt x="4759" y="268"/>
                </a:lnTo>
                <a:lnTo>
                  <a:pt x="4728" y="238"/>
                </a:lnTo>
                <a:lnTo>
                  <a:pt x="4694" y="209"/>
                </a:lnTo>
                <a:lnTo>
                  <a:pt x="4660" y="182"/>
                </a:lnTo>
                <a:lnTo>
                  <a:pt x="4624" y="156"/>
                </a:lnTo>
                <a:lnTo>
                  <a:pt x="4587" y="133"/>
                </a:lnTo>
                <a:lnTo>
                  <a:pt x="4548" y="111"/>
                </a:lnTo>
                <a:lnTo>
                  <a:pt x="4509" y="90"/>
                </a:lnTo>
                <a:lnTo>
                  <a:pt x="4469" y="72"/>
                </a:lnTo>
                <a:lnTo>
                  <a:pt x="4427" y="56"/>
                </a:lnTo>
                <a:lnTo>
                  <a:pt x="4384" y="42"/>
                </a:lnTo>
                <a:lnTo>
                  <a:pt x="4342" y="29"/>
                </a:lnTo>
                <a:lnTo>
                  <a:pt x="4297" y="19"/>
                </a:lnTo>
                <a:lnTo>
                  <a:pt x="4252" y="11"/>
                </a:lnTo>
                <a:lnTo>
                  <a:pt x="4206" y="5"/>
                </a:lnTo>
                <a:lnTo>
                  <a:pt x="4160" y="1"/>
                </a:lnTo>
                <a:lnTo>
                  <a:pt x="4113" y="0"/>
                </a:lnTo>
                <a:close/>
                <a:moveTo>
                  <a:pt x="4114" y="2971"/>
                </a:moveTo>
                <a:lnTo>
                  <a:pt x="2971" y="2971"/>
                </a:lnTo>
                <a:lnTo>
                  <a:pt x="2971" y="4114"/>
                </a:lnTo>
                <a:lnTo>
                  <a:pt x="2057" y="4114"/>
                </a:lnTo>
                <a:lnTo>
                  <a:pt x="2057" y="2971"/>
                </a:lnTo>
                <a:lnTo>
                  <a:pt x="914" y="2971"/>
                </a:lnTo>
                <a:lnTo>
                  <a:pt x="914" y="2057"/>
                </a:lnTo>
                <a:lnTo>
                  <a:pt x="2057" y="2057"/>
                </a:lnTo>
                <a:lnTo>
                  <a:pt x="2057" y="914"/>
                </a:lnTo>
                <a:lnTo>
                  <a:pt x="2971" y="914"/>
                </a:lnTo>
                <a:lnTo>
                  <a:pt x="2971" y="2057"/>
                </a:lnTo>
                <a:lnTo>
                  <a:pt x="4114" y="2057"/>
                </a:lnTo>
                <a:lnTo>
                  <a:pt x="4114" y="2971"/>
                </a:lnTo>
                <a:close/>
              </a:path>
            </a:pathLst>
          </a:custGeom>
          <a:solidFill>
            <a:srgbClr val="1F717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algn="ctr">
              <a:defRPr/>
            </a:pPr>
            <a:endParaRPr lang="zh-CN" altLang="en-US" sz="2000" b="1">
              <a:solidFill>
                <a:schemeClr val="tx1">
                  <a:lumMod val="75000"/>
                  <a:lumOff val="25000"/>
                </a:schemeClr>
              </a:solidFill>
            </a:endParaRPr>
          </a:p>
        </p:txBody>
      </p:sp>
      <p:sp>
        <p:nvSpPr>
          <p:cNvPr id="25" name="TextBox 7"/>
          <p:cNvSpPr txBox="1"/>
          <p:nvPr/>
        </p:nvSpPr>
        <p:spPr>
          <a:xfrm>
            <a:off x="4422775" y="3795395"/>
            <a:ext cx="3757930" cy="408274"/>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en-US" sz="2400" dirty="0">
                <a:solidFill>
                  <a:schemeClr val="tx1"/>
                </a:solidFill>
              </a:rPr>
              <a:t>WPS Office</a:t>
            </a:r>
            <a:r>
              <a:rPr lang="zh-CN" altLang="en-US" sz="2400" dirty="0">
                <a:solidFill>
                  <a:schemeClr val="tx1"/>
                </a:solidFill>
              </a:rPr>
              <a:t>启动与退出</a:t>
            </a:r>
          </a:p>
        </p:txBody>
      </p:sp>
      <p:sp>
        <p:nvSpPr>
          <p:cNvPr id="26" name="TextBox 7"/>
          <p:cNvSpPr txBox="1"/>
          <p:nvPr/>
        </p:nvSpPr>
        <p:spPr>
          <a:xfrm>
            <a:off x="4422738" y="4357642"/>
            <a:ext cx="3691741" cy="408274"/>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en-US" altLang="zh-CN" sz="2400" dirty="0">
                <a:solidFill>
                  <a:schemeClr val="tx1"/>
                </a:solidFill>
              </a:rPr>
              <a:t>WPS</a:t>
            </a:r>
            <a:r>
              <a:rPr lang="zh-CN" altLang="en-US" sz="2400" dirty="0">
                <a:solidFill>
                  <a:schemeClr val="tx1"/>
                </a:solidFill>
              </a:rPr>
              <a:t>文字工作窗口的组成</a:t>
            </a:r>
          </a:p>
        </p:txBody>
      </p:sp>
      <p:sp>
        <p:nvSpPr>
          <p:cNvPr id="28" name="TextBox 7"/>
          <p:cNvSpPr txBox="1"/>
          <p:nvPr/>
        </p:nvSpPr>
        <p:spPr>
          <a:xfrm>
            <a:off x="8596630" y="4357642"/>
            <a:ext cx="3060000" cy="408274"/>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en-US" altLang="zh-CN" sz="2400" dirty="0">
                <a:solidFill>
                  <a:schemeClr val="tx1"/>
                </a:solidFill>
              </a:rPr>
              <a:t>WPS</a:t>
            </a:r>
            <a:r>
              <a:rPr lang="zh-CN" altLang="en-US" sz="2400" dirty="0">
                <a:solidFill>
                  <a:schemeClr val="tx1"/>
                </a:solidFill>
                <a:sym typeface="+mn-ea"/>
              </a:rPr>
              <a:t>文字的基本操作</a:t>
            </a:r>
            <a:endParaRPr lang="en-US" altLang="zh-CN" sz="2400" dirty="0">
              <a:solidFill>
                <a:schemeClr val="tx1"/>
              </a:solidFill>
            </a:endParaRPr>
          </a:p>
        </p:txBody>
      </p:sp>
      <p:sp>
        <p:nvSpPr>
          <p:cNvPr id="18" name="KSO_Shape"/>
          <p:cNvSpPr>
            <a:spLocks noChangeAspect="1"/>
          </p:cNvSpPr>
          <p:nvPr/>
        </p:nvSpPr>
        <p:spPr bwMode="auto">
          <a:xfrm>
            <a:off x="8189190" y="3873532"/>
            <a:ext cx="252421" cy="252000"/>
          </a:xfrm>
          <a:custGeom>
            <a:avLst/>
            <a:gdLst>
              <a:gd name="T0" fmla="*/ 346433 w 5026"/>
              <a:gd name="T1" fmla="*/ 0 h 5027"/>
              <a:gd name="T2" fmla="*/ 293748 w 5026"/>
              <a:gd name="T3" fmla="*/ 4164 h 5027"/>
              <a:gd name="T4" fmla="*/ 243337 w 5026"/>
              <a:gd name="T5" fmla="*/ 15897 h 5027"/>
              <a:gd name="T6" fmla="*/ 196337 w 5026"/>
              <a:gd name="T7" fmla="*/ 34065 h 5027"/>
              <a:gd name="T8" fmla="*/ 153128 w 5026"/>
              <a:gd name="T9" fmla="*/ 59046 h 5027"/>
              <a:gd name="T10" fmla="*/ 113709 w 5026"/>
              <a:gd name="T11" fmla="*/ 90083 h 5027"/>
              <a:gd name="T12" fmla="*/ 79217 w 5026"/>
              <a:gd name="T13" fmla="*/ 126041 h 5027"/>
              <a:gd name="T14" fmla="*/ 50411 w 5026"/>
              <a:gd name="T15" fmla="*/ 166541 h 5027"/>
              <a:gd name="T16" fmla="*/ 27290 w 5026"/>
              <a:gd name="T17" fmla="*/ 211204 h 5027"/>
              <a:gd name="T18" fmla="*/ 10992 w 5026"/>
              <a:gd name="T19" fmla="*/ 259652 h 5027"/>
              <a:gd name="T20" fmla="*/ 1895 w 5026"/>
              <a:gd name="T21" fmla="*/ 310750 h 5027"/>
              <a:gd name="T22" fmla="*/ 0 w 5026"/>
              <a:gd name="T23" fmla="*/ 1556777 h 5027"/>
              <a:gd name="T24" fmla="*/ 1895 w 5026"/>
              <a:gd name="T25" fmla="*/ 1591978 h 5027"/>
              <a:gd name="T26" fmla="*/ 10992 w 5026"/>
              <a:gd name="T27" fmla="*/ 1643076 h 5027"/>
              <a:gd name="T28" fmla="*/ 27290 w 5026"/>
              <a:gd name="T29" fmla="*/ 1691524 h 5027"/>
              <a:gd name="T30" fmla="*/ 50411 w 5026"/>
              <a:gd name="T31" fmla="*/ 1736566 h 5027"/>
              <a:gd name="T32" fmla="*/ 79217 w 5026"/>
              <a:gd name="T33" fmla="*/ 1777065 h 5027"/>
              <a:gd name="T34" fmla="*/ 113709 w 5026"/>
              <a:gd name="T35" fmla="*/ 1812645 h 5027"/>
              <a:gd name="T36" fmla="*/ 153128 w 5026"/>
              <a:gd name="T37" fmla="*/ 1843682 h 5027"/>
              <a:gd name="T38" fmla="*/ 196337 w 5026"/>
              <a:gd name="T39" fmla="*/ 1868663 h 5027"/>
              <a:gd name="T40" fmla="*/ 243337 w 5026"/>
              <a:gd name="T41" fmla="*/ 1887209 h 5027"/>
              <a:gd name="T42" fmla="*/ 293748 w 5026"/>
              <a:gd name="T43" fmla="*/ 1898564 h 5027"/>
              <a:gd name="T44" fmla="*/ 346433 w 5026"/>
              <a:gd name="T45" fmla="*/ 1902728 h 5027"/>
              <a:gd name="T46" fmla="*/ 1576761 w 5026"/>
              <a:gd name="T47" fmla="*/ 1901971 h 5027"/>
              <a:gd name="T48" fmla="*/ 1628688 w 5026"/>
              <a:gd name="T49" fmla="*/ 1895536 h 5027"/>
              <a:gd name="T50" fmla="*/ 1677962 w 5026"/>
              <a:gd name="T51" fmla="*/ 1881532 h 5027"/>
              <a:gd name="T52" fmla="*/ 1723824 w 5026"/>
              <a:gd name="T53" fmla="*/ 1861093 h 5027"/>
              <a:gd name="T54" fmla="*/ 1766275 w 5026"/>
              <a:gd name="T55" fmla="*/ 1834219 h 5027"/>
              <a:gd name="T56" fmla="*/ 1803799 w 5026"/>
              <a:gd name="T57" fmla="*/ 1801290 h 5027"/>
              <a:gd name="T58" fmla="*/ 1836396 w 5026"/>
              <a:gd name="T59" fmla="*/ 1763818 h 5027"/>
              <a:gd name="T60" fmla="*/ 1863686 w 5026"/>
              <a:gd name="T61" fmla="*/ 1721426 h 5027"/>
              <a:gd name="T62" fmla="*/ 1884153 w 5026"/>
              <a:gd name="T63" fmla="*/ 1675627 h 5027"/>
              <a:gd name="T64" fmla="*/ 1898177 w 5026"/>
              <a:gd name="T65" fmla="*/ 1626422 h 5027"/>
              <a:gd name="T66" fmla="*/ 1904621 w 5026"/>
              <a:gd name="T67" fmla="*/ 1574567 h 5027"/>
              <a:gd name="T68" fmla="*/ 1905000 w 5026"/>
              <a:gd name="T69" fmla="*/ 345951 h 5027"/>
              <a:gd name="T70" fmla="*/ 1901210 w 5026"/>
              <a:gd name="T71" fmla="*/ 293339 h 5027"/>
              <a:gd name="T72" fmla="*/ 1889839 w 5026"/>
              <a:gd name="T73" fmla="*/ 242998 h 5027"/>
              <a:gd name="T74" fmla="*/ 1870887 w 5026"/>
              <a:gd name="T75" fmla="*/ 196064 h 5027"/>
              <a:gd name="T76" fmla="*/ 1846250 w 5026"/>
              <a:gd name="T77" fmla="*/ 152915 h 5027"/>
              <a:gd name="T78" fmla="*/ 1815170 w 5026"/>
              <a:gd name="T79" fmla="*/ 113551 h 5027"/>
              <a:gd name="T80" fmla="*/ 1779162 w 5026"/>
              <a:gd name="T81" fmla="*/ 79107 h 5027"/>
              <a:gd name="T82" fmla="*/ 1738606 w 5026"/>
              <a:gd name="T83" fmla="*/ 50341 h 5027"/>
              <a:gd name="T84" fmla="*/ 1693881 w 5026"/>
              <a:gd name="T85" fmla="*/ 27252 h 5027"/>
              <a:gd name="T86" fmla="*/ 1645744 w 5026"/>
              <a:gd name="T87" fmla="*/ 10977 h 5027"/>
              <a:gd name="T88" fmla="*/ 1594196 w 5026"/>
              <a:gd name="T89" fmla="*/ 1893 h 5027"/>
              <a:gd name="T90" fmla="*/ 1559326 w 5026"/>
              <a:gd name="T91" fmla="*/ 1124529 h 5027"/>
              <a:gd name="T92" fmla="*/ 779663 w 5026"/>
              <a:gd name="T93" fmla="*/ 1557156 h 5027"/>
              <a:gd name="T94" fmla="*/ 346433 w 5026"/>
              <a:gd name="T95" fmla="*/ 778578 h 5027"/>
              <a:gd name="T96" fmla="*/ 1126095 w 5026"/>
              <a:gd name="T97" fmla="*/ 345951 h 5027"/>
              <a:gd name="T98" fmla="*/ 1559326 w 5026"/>
              <a:gd name="T99" fmla="*/ 1124529 h 502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026" h="5027">
                <a:moveTo>
                  <a:pt x="4113" y="0"/>
                </a:moveTo>
                <a:lnTo>
                  <a:pt x="914" y="0"/>
                </a:lnTo>
                <a:lnTo>
                  <a:pt x="867" y="1"/>
                </a:lnTo>
                <a:lnTo>
                  <a:pt x="821" y="5"/>
                </a:lnTo>
                <a:lnTo>
                  <a:pt x="775" y="11"/>
                </a:lnTo>
                <a:lnTo>
                  <a:pt x="730" y="19"/>
                </a:lnTo>
                <a:lnTo>
                  <a:pt x="686" y="29"/>
                </a:lnTo>
                <a:lnTo>
                  <a:pt x="642" y="42"/>
                </a:lnTo>
                <a:lnTo>
                  <a:pt x="599" y="56"/>
                </a:lnTo>
                <a:lnTo>
                  <a:pt x="558" y="72"/>
                </a:lnTo>
                <a:lnTo>
                  <a:pt x="518" y="90"/>
                </a:lnTo>
                <a:lnTo>
                  <a:pt x="478" y="111"/>
                </a:lnTo>
                <a:lnTo>
                  <a:pt x="440" y="133"/>
                </a:lnTo>
                <a:lnTo>
                  <a:pt x="404" y="156"/>
                </a:lnTo>
                <a:lnTo>
                  <a:pt x="368" y="182"/>
                </a:lnTo>
                <a:lnTo>
                  <a:pt x="333" y="209"/>
                </a:lnTo>
                <a:lnTo>
                  <a:pt x="300" y="238"/>
                </a:lnTo>
                <a:lnTo>
                  <a:pt x="268" y="268"/>
                </a:lnTo>
                <a:lnTo>
                  <a:pt x="238" y="300"/>
                </a:lnTo>
                <a:lnTo>
                  <a:pt x="209" y="333"/>
                </a:lnTo>
                <a:lnTo>
                  <a:pt x="181" y="368"/>
                </a:lnTo>
                <a:lnTo>
                  <a:pt x="156" y="404"/>
                </a:lnTo>
                <a:lnTo>
                  <a:pt x="133" y="440"/>
                </a:lnTo>
                <a:lnTo>
                  <a:pt x="111" y="478"/>
                </a:lnTo>
                <a:lnTo>
                  <a:pt x="90" y="518"/>
                </a:lnTo>
                <a:lnTo>
                  <a:pt x="72" y="558"/>
                </a:lnTo>
                <a:lnTo>
                  <a:pt x="56" y="599"/>
                </a:lnTo>
                <a:lnTo>
                  <a:pt x="42" y="642"/>
                </a:lnTo>
                <a:lnTo>
                  <a:pt x="29" y="686"/>
                </a:lnTo>
                <a:lnTo>
                  <a:pt x="19" y="730"/>
                </a:lnTo>
                <a:lnTo>
                  <a:pt x="11" y="775"/>
                </a:lnTo>
                <a:lnTo>
                  <a:pt x="5" y="821"/>
                </a:lnTo>
                <a:lnTo>
                  <a:pt x="1" y="867"/>
                </a:lnTo>
                <a:lnTo>
                  <a:pt x="0" y="914"/>
                </a:lnTo>
                <a:lnTo>
                  <a:pt x="0" y="4113"/>
                </a:lnTo>
                <a:lnTo>
                  <a:pt x="1" y="4160"/>
                </a:lnTo>
                <a:lnTo>
                  <a:pt x="5" y="4206"/>
                </a:lnTo>
                <a:lnTo>
                  <a:pt x="11" y="4252"/>
                </a:lnTo>
                <a:lnTo>
                  <a:pt x="19" y="4297"/>
                </a:lnTo>
                <a:lnTo>
                  <a:pt x="29" y="4341"/>
                </a:lnTo>
                <a:lnTo>
                  <a:pt x="42" y="4385"/>
                </a:lnTo>
                <a:lnTo>
                  <a:pt x="56" y="4427"/>
                </a:lnTo>
                <a:lnTo>
                  <a:pt x="72" y="4469"/>
                </a:lnTo>
                <a:lnTo>
                  <a:pt x="90" y="4509"/>
                </a:lnTo>
                <a:lnTo>
                  <a:pt x="111" y="4548"/>
                </a:lnTo>
                <a:lnTo>
                  <a:pt x="133" y="4588"/>
                </a:lnTo>
                <a:lnTo>
                  <a:pt x="156" y="4624"/>
                </a:lnTo>
                <a:lnTo>
                  <a:pt x="181" y="4660"/>
                </a:lnTo>
                <a:lnTo>
                  <a:pt x="209" y="4695"/>
                </a:lnTo>
                <a:lnTo>
                  <a:pt x="238" y="4728"/>
                </a:lnTo>
                <a:lnTo>
                  <a:pt x="268" y="4759"/>
                </a:lnTo>
                <a:lnTo>
                  <a:pt x="300" y="4789"/>
                </a:lnTo>
                <a:lnTo>
                  <a:pt x="333" y="4818"/>
                </a:lnTo>
                <a:lnTo>
                  <a:pt x="368" y="4846"/>
                </a:lnTo>
                <a:lnTo>
                  <a:pt x="404" y="4871"/>
                </a:lnTo>
                <a:lnTo>
                  <a:pt x="440" y="4895"/>
                </a:lnTo>
                <a:lnTo>
                  <a:pt x="478" y="4917"/>
                </a:lnTo>
                <a:lnTo>
                  <a:pt x="518" y="4937"/>
                </a:lnTo>
                <a:lnTo>
                  <a:pt x="558" y="4955"/>
                </a:lnTo>
                <a:lnTo>
                  <a:pt x="599" y="4971"/>
                </a:lnTo>
                <a:lnTo>
                  <a:pt x="642" y="4986"/>
                </a:lnTo>
                <a:lnTo>
                  <a:pt x="686" y="4999"/>
                </a:lnTo>
                <a:lnTo>
                  <a:pt x="730" y="5008"/>
                </a:lnTo>
                <a:lnTo>
                  <a:pt x="775" y="5016"/>
                </a:lnTo>
                <a:lnTo>
                  <a:pt x="821" y="5022"/>
                </a:lnTo>
                <a:lnTo>
                  <a:pt x="867" y="5025"/>
                </a:lnTo>
                <a:lnTo>
                  <a:pt x="914" y="5027"/>
                </a:lnTo>
                <a:lnTo>
                  <a:pt x="4113" y="5027"/>
                </a:lnTo>
                <a:lnTo>
                  <a:pt x="4160" y="5025"/>
                </a:lnTo>
                <a:lnTo>
                  <a:pt x="4206" y="5022"/>
                </a:lnTo>
                <a:lnTo>
                  <a:pt x="4252" y="5016"/>
                </a:lnTo>
                <a:lnTo>
                  <a:pt x="4297" y="5008"/>
                </a:lnTo>
                <a:lnTo>
                  <a:pt x="4342" y="4999"/>
                </a:lnTo>
                <a:lnTo>
                  <a:pt x="4384" y="4986"/>
                </a:lnTo>
                <a:lnTo>
                  <a:pt x="4427" y="4971"/>
                </a:lnTo>
                <a:lnTo>
                  <a:pt x="4469" y="4955"/>
                </a:lnTo>
                <a:lnTo>
                  <a:pt x="4509" y="4937"/>
                </a:lnTo>
                <a:lnTo>
                  <a:pt x="4548" y="4917"/>
                </a:lnTo>
                <a:lnTo>
                  <a:pt x="4587" y="4895"/>
                </a:lnTo>
                <a:lnTo>
                  <a:pt x="4624" y="4871"/>
                </a:lnTo>
                <a:lnTo>
                  <a:pt x="4660" y="4846"/>
                </a:lnTo>
                <a:lnTo>
                  <a:pt x="4694" y="4818"/>
                </a:lnTo>
                <a:lnTo>
                  <a:pt x="4728" y="4789"/>
                </a:lnTo>
                <a:lnTo>
                  <a:pt x="4759" y="4759"/>
                </a:lnTo>
                <a:lnTo>
                  <a:pt x="4789" y="4728"/>
                </a:lnTo>
                <a:lnTo>
                  <a:pt x="4818" y="4695"/>
                </a:lnTo>
                <a:lnTo>
                  <a:pt x="4845" y="4660"/>
                </a:lnTo>
                <a:lnTo>
                  <a:pt x="4871" y="4624"/>
                </a:lnTo>
                <a:lnTo>
                  <a:pt x="4895" y="4588"/>
                </a:lnTo>
                <a:lnTo>
                  <a:pt x="4917" y="4548"/>
                </a:lnTo>
                <a:lnTo>
                  <a:pt x="4936" y="4509"/>
                </a:lnTo>
                <a:lnTo>
                  <a:pt x="4955" y="4469"/>
                </a:lnTo>
                <a:lnTo>
                  <a:pt x="4971" y="4427"/>
                </a:lnTo>
                <a:lnTo>
                  <a:pt x="4986" y="4385"/>
                </a:lnTo>
                <a:lnTo>
                  <a:pt x="4997" y="4341"/>
                </a:lnTo>
                <a:lnTo>
                  <a:pt x="5008" y="4297"/>
                </a:lnTo>
                <a:lnTo>
                  <a:pt x="5016" y="4252"/>
                </a:lnTo>
                <a:lnTo>
                  <a:pt x="5022" y="4206"/>
                </a:lnTo>
                <a:lnTo>
                  <a:pt x="5025" y="4160"/>
                </a:lnTo>
                <a:lnTo>
                  <a:pt x="5026" y="4113"/>
                </a:lnTo>
                <a:lnTo>
                  <a:pt x="5026" y="914"/>
                </a:lnTo>
                <a:lnTo>
                  <a:pt x="5025" y="867"/>
                </a:lnTo>
                <a:lnTo>
                  <a:pt x="5022" y="821"/>
                </a:lnTo>
                <a:lnTo>
                  <a:pt x="5016" y="775"/>
                </a:lnTo>
                <a:lnTo>
                  <a:pt x="5008" y="730"/>
                </a:lnTo>
                <a:lnTo>
                  <a:pt x="4997" y="686"/>
                </a:lnTo>
                <a:lnTo>
                  <a:pt x="4986" y="642"/>
                </a:lnTo>
                <a:lnTo>
                  <a:pt x="4971" y="599"/>
                </a:lnTo>
                <a:lnTo>
                  <a:pt x="4955" y="558"/>
                </a:lnTo>
                <a:lnTo>
                  <a:pt x="4936" y="518"/>
                </a:lnTo>
                <a:lnTo>
                  <a:pt x="4917" y="478"/>
                </a:lnTo>
                <a:lnTo>
                  <a:pt x="4895" y="440"/>
                </a:lnTo>
                <a:lnTo>
                  <a:pt x="4871" y="404"/>
                </a:lnTo>
                <a:lnTo>
                  <a:pt x="4845" y="368"/>
                </a:lnTo>
                <a:lnTo>
                  <a:pt x="4818" y="333"/>
                </a:lnTo>
                <a:lnTo>
                  <a:pt x="4789" y="300"/>
                </a:lnTo>
                <a:lnTo>
                  <a:pt x="4759" y="268"/>
                </a:lnTo>
                <a:lnTo>
                  <a:pt x="4728" y="238"/>
                </a:lnTo>
                <a:lnTo>
                  <a:pt x="4694" y="209"/>
                </a:lnTo>
                <a:lnTo>
                  <a:pt x="4660" y="182"/>
                </a:lnTo>
                <a:lnTo>
                  <a:pt x="4624" y="156"/>
                </a:lnTo>
                <a:lnTo>
                  <a:pt x="4587" y="133"/>
                </a:lnTo>
                <a:lnTo>
                  <a:pt x="4548" y="111"/>
                </a:lnTo>
                <a:lnTo>
                  <a:pt x="4509" y="90"/>
                </a:lnTo>
                <a:lnTo>
                  <a:pt x="4469" y="72"/>
                </a:lnTo>
                <a:lnTo>
                  <a:pt x="4427" y="56"/>
                </a:lnTo>
                <a:lnTo>
                  <a:pt x="4384" y="42"/>
                </a:lnTo>
                <a:lnTo>
                  <a:pt x="4342" y="29"/>
                </a:lnTo>
                <a:lnTo>
                  <a:pt x="4297" y="19"/>
                </a:lnTo>
                <a:lnTo>
                  <a:pt x="4252" y="11"/>
                </a:lnTo>
                <a:lnTo>
                  <a:pt x="4206" y="5"/>
                </a:lnTo>
                <a:lnTo>
                  <a:pt x="4160" y="1"/>
                </a:lnTo>
                <a:lnTo>
                  <a:pt x="4113" y="0"/>
                </a:lnTo>
                <a:close/>
                <a:moveTo>
                  <a:pt x="4114" y="2971"/>
                </a:moveTo>
                <a:lnTo>
                  <a:pt x="2971" y="2971"/>
                </a:lnTo>
                <a:lnTo>
                  <a:pt x="2971" y="4114"/>
                </a:lnTo>
                <a:lnTo>
                  <a:pt x="2057" y="4114"/>
                </a:lnTo>
                <a:lnTo>
                  <a:pt x="2057" y="2971"/>
                </a:lnTo>
                <a:lnTo>
                  <a:pt x="914" y="2971"/>
                </a:lnTo>
                <a:lnTo>
                  <a:pt x="914" y="2057"/>
                </a:lnTo>
                <a:lnTo>
                  <a:pt x="2057" y="2057"/>
                </a:lnTo>
                <a:lnTo>
                  <a:pt x="2057" y="914"/>
                </a:lnTo>
                <a:lnTo>
                  <a:pt x="2971" y="914"/>
                </a:lnTo>
                <a:lnTo>
                  <a:pt x="2971" y="2057"/>
                </a:lnTo>
                <a:lnTo>
                  <a:pt x="4114" y="2057"/>
                </a:lnTo>
                <a:lnTo>
                  <a:pt x="4114" y="2971"/>
                </a:lnTo>
                <a:close/>
              </a:path>
            </a:pathLst>
          </a:custGeom>
          <a:solidFill>
            <a:srgbClr val="1F717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algn="ctr">
              <a:defRPr/>
            </a:pPr>
            <a:endParaRPr lang="zh-CN" altLang="en-US" sz="2000" b="1">
              <a:solidFill>
                <a:schemeClr val="tx1">
                  <a:lumMod val="75000"/>
                  <a:lumOff val="25000"/>
                </a:schemeClr>
              </a:solidFill>
            </a:endParaRPr>
          </a:p>
        </p:txBody>
      </p:sp>
      <p:sp>
        <p:nvSpPr>
          <p:cNvPr id="19" name="TextBox 7"/>
          <p:cNvSpPr txBox="1"/>
          <p:nvPr/>
        </p:nvSpPr>
        <p:spPr>
          <a:xfrm>
            <a:off x="8620234" y="3795395"/>
            <a:ext cx="3168000" cy="408274"/>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en-US" sz="2400" dirty="0">
                <a:solidFill>
                  <a:schemeClr val="tx1"/>
                </a:solidFill>
              </a:rPr>
              <a:t>WPS</a:t>
            </a:r>
            <a:r>
              <a:rPr lang="zh-CN" altLang="en-US" sz="2400" dirty="0">
                <a:solidFill>
                  <a:schemeClr val="tx1"/>
                </a:solidFill>
              </a:rPr>
              <a:t>首页的组成</a:t>
            </a:r>
          </a:p>
        </p:txBody>
      </p:sp>
      <p:sp>
        <p:nvSpPr>
          <p:cNvPr id="2" name="KSO_Shape"/>
          <p:cNvSpPr>
            <a:spLocks noChangeAspect="1"/>
          </p:cNvSpPr>
          <p:nvPr/>
        </p:nvSpPr>
        <p:spPr bwMode="auto">
          <a:xfrm>
            <a:off x="4095868" y="4998025"/>
            <a:ext cx="252421" cy="252000"/>
          </a:xfrm>
          <a:custGeom>
            <a:avLst/>
            <a:gdLst>
              <a:gd name="T0" fmla="*/ 346433 w 5026"/>
              <a:gd name="T1" fmla="*/ 0 h 5027"/>
              <a:gd name="T2" fmla="*/ 293748 w 5026"/>
              <a:gd name="T3" fmla="*/ 4164 h 5027"/>
              <a:gd name="T4" fmla="*/ 243337 w 5026"/>
              <a:gd name="T5" fmla="*/ 15897 h 5027"/>
              <a:gd name="T6" fmla="*/ 196337 w 5026"/>
              <a:gd name="T7" fmla="*/ 34065 h 5027"/>
              <a:gd name="T8" fmla="*/ 153128 w 5026"/>
              <a:gd name="T9" fmla="*/ 59046 h 5027"/>
              <a:gd name="T10" fmla="*/ 113709 w 5026"/>
              <a:gd name="T11" fmla="*/ 90083 h 5027"/>
              <a:gd name="T12" fmla="*/ 79217 w 5026"/>
              <a:gd name="T13" fmla="*/ 126041 h 5027"/>
              <a:gd name="T14" fmla="*/ 50411 w 5026"/>
              <a:gd name="T15" fmla="*/ 166541 h 5027"/>
              <a:gd name="T16" fmla="*/ 27290 w 5026"/>
              <a:gd name="T17" fmla="*/ 211204 h 5027"/>
              <a:gd name="T18" fmla="*/ 10992 w 5026"/>
              <a:gd name="T19" fmla="*/ 259652 h 5027"/>
              <a:gd name="T20" fmla="*/ 1895 w 5026"/>
              <a:gd name="T21" fmla="*/ 310750 h 5027"/>
              <a:gd name="T22" fmla="*/ 0 w 5026"/>
              <a:gd name="T23" fmla="*/ 1556777 h 5027"/>
              <a:gd name="T24" fmla="*/ 1895 w 5026"/>
              <a:gd name="T25" fmla="*/ 1591978 h 5027"/>
              <a:gd name="T26" fmla="*/ 10992 w 5026"/>
              <a:gd name="T27" fmla="*/ 1643076 h 5027"/>
              <a:gd name="T28" fmla="*/ 27290 w 5026"/>
              <a:gd name="T29" fmla="*/ 1691524 h 5027"/>
              <a:gd name="T30" fmla="*/ 50411 w 5026"/>
              <a:gd name="T31" fmla="*/ 1736566 h 5027"/>
              <a:gd name="T32" fmla="*/ 79217 w 5026"/>
              <a:gd name="T33" fmla="*/ 1777065 h 5027"/>
              <a:gd name="T34" fmla="*/ 113709 w 5026"/>
              <a:gd name="T35" fmla="*/ 1812645 h 5027"/>
              <a:gd name="T36" fmla="*/ 153128 w 5026"/>
              <a:gd name="T37" fmla="*/ 1843682 h 5027"/>
              <a:gd name="T38" fmla="*/ 196337 w 5026"/>
              <a:gd name="T39" fmla="*/ 1868663 h 5027"/>
              <a:gd name="T40" fmla="*/ 243337 w 5026"/>
              <a:gd name="T41" fmla="*/ 1887209 h 5027"/>
              <a:gd name="T42" fmla="*/ 293748 w 5026"/>
              <a:gd name="T43" fmla="*/ 1898564 h 5027"/>
              <a:gd name="T44" fmla="*/ 346433 w 5026"/>
              <a:gd name="T45" fmla="*/ 1902728 h 5027"/>
              <a:gd name="T46" fmla="*/ 1576761 w 5026"/>
              <a:gd name="T47" fmla="*/ 1901971 h 5027"/>
              <a:gd name="T48" fmla="*/ 1628688 w 5026"/>
              <a:gd name="T49" fmla="*/ 1895536 h 5027"/>
              <a:gd name="T50" fmla="*/ 1677962 w 5026"/>
              <a:gd name="T51" fmla="*/ 1881532 h 5027"/>
              <a:gd name="T52" fmla="*/ 1723824 w 5026"/>
              <a:gd name="T53" fmla="*/ 1861093 h 5027"/>
              <a:gd name="T54" fmla="*/ 1766275 w 5026"/>
              <a:gd name="T55" fmla="*/ 1834219 h 5027"/>
              <a:gd name="T56" fmla="*/ 1803799 w 5026"/>
              <a:gd name="T57" fmla="*/ 1801290 h 5027"/>
              <a:gd name="T58" fmla="*/ 1836396 w 5026"/>
              <a:gd name="T59" fmla="*/ 1763818 h 5027"/>
              <a:gd name="T60" fmla="*/ 1863686 w 5026"/>
              <a:gd name="T61" fmla="*/ 1721426 h 5027"/>
              <a:gd name="T62" fmla="*/ 1884153 w 5026"/>
              <a:gd name="T63" fmla="*/ 1675627 h 5027"/>
              <a:gd name="T64" fmla="*/ 1898177 w 5026"/>
              <a:gd name="T65" fmla="*/ 1626422 h 5027"/>
              <a:gd name="T66" fmla="*/ 1904621 w 5026"/>
              <a:gd name="T67" fmla="*/ 1574567 h 5027"/>
              <a:gd name="T68" fmla="*/ 1905000 w 5026"/>
              <a:gd name="T69" fmla="*/ 345951 h 5027"/>
              <a:gd name="T70" fmla="*/ 1901210 w 5026"/>
              <a:gd name="T71" fmla="*/ 293339 h 5027"/>
              <a:gd name="T72" fmla="*/ 1889839 w 5026"/>
              <a:gd name="T73" fmla="*/ 242998 h 5027"/>
              <a:gd name="T74" fmla="*/ 1870887 w 5026"/>
              <a:gd name="T75" fmla="*/ 196064 h 5027"/>
              <a:gd name="T76" fmla="*/ 1846250 w 5026"/>
              <a:gd name="T77" fmla="*/ 152915 h 5027"/>
              <a:gd name="T78" fmla="*/ 1815170 w 5026"/>
              <a:gd name="T79" fmla="*/ 113551 h 5027"/>
              <a:gd name="T80" fmla="*/ 1779162 w 5026"/>
              <a:gd name="T81" fmla="*/ 79107 h 5027"/>
              <a:gd name="T82" fmla="*/ 1738606 w 5026"/>
              <a:gd name="T83" fmla="*/ 50341 h 5027"/>
              <a:gd name="T84" fmla="*/ 1693881 w 5026"/>
              <a:gd name="T85" fmla="*/ 27252 h 5027"/>
              <a:gd name="T86" fmla="*/ 1645744 w 5026"/>
              <a:gd name="T87" fmla="*/ 10977 h 5027"/>
              <a:gd name="T88" fmla="*/ 1594196 w 5026"/>
              <a:gd name="T89" fmla="*/ 1893 h 5027"/>
              <a:gd name="T90" fmla="*/ 1559326 w 5026"/>
              <a:gd name="T91" fmla="*/ 1124529 h 5027"/>
              <a:gd name="T92" fmla="*/ 779663 w 5026"/>
              <a:gd name="T93" fmla="*/ 1557156 h 5027"/>
              <a:gd name="T94" fmla="*/ 346433 w 5026"/>
              <a:gd name="T95" fmla="*/ 778578 h 5027"/>
              <a:gd name="T96" fmla="*/ 1126095 w 5026"/>
              <a:gd name="T97" fmla="*/ 345951 h 5027"/>
              <a:gd name="T98" fmla="*/ 1559326 w 5026"/>
              <a:gd name="T99" fmla="*/ 1124529 h 502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026" h="5027">
                <a:moveTo>
                  <a:pt x="4113" y="0"/>
                </a:moveTo>
                <a:lnTo>
                  <a:pt x="914" y="0"/>
                </a:lnTo>
                <a:lnTo>
                  <a:pt x="867" y="1"/>
                </a:lnTo>
                <a:lnTo>
                  <a:pt x="821" y="5"/>
                </a:lnTo>
                <a:lnTo>
                  <a:pt x="775" y="11"/>
                </a:lnTo>
                <a:lnTo>
                  <a:pt x="730" y="19"/>
                </a:lnTo>
                <a:lnTo>
                  <a:pt x="686" y="29"/>
                </a:lnTo>
                <a:lnTo>
                  <a:pt x="642" y="42"/>
                </a:lnTo>
                <a:lnTo>
                  <a:pt x="599" y="56"/>
                </a:lnTo>
                <a:lnTo>
                  <a:pt x="558" y="72"/>
                </a:lnTo>
                <a:lnTo>
                  <a:pt x="518" y="90"/>
                </a:lnTo>
                <a:lnTo>
                  <a:pt x="478" y="111"/>
                </a:lnTo>
                <a:lnTo>
                  <a:pt x="440" y="133"/>
                </a:lnTo>
                <a:lnTo>
                  <a:pt x="404" y="156"/>
                </a:lnTo>
                <a:lnTo>
                  <a:pt x="368" y="182"/>
                </a:lnTo>
                <a:lnTo>
                  <a:pt x="333" y="209"/>
                </a:lnTo>
                <a:lnTo>
                  <a:pt x="300" y="238"/>
                </a:lnTo>
                <a:lnTo>
                  <a:pt x="268" y="268"/>
                </a:lnTo>
                <a:lnTo>
                  <a:pt x="238" y="300"/>
                </a:lnTo>
                <a:lnTo>
                  <a:pt x="209" y="333"/>
                </a:lnTo>
                <a:lnTo>
                  <a:pt x="181" y="368"/>
                </a:lnTo>
                <a:lnTo>
                  <a:pt x="156" y="404"/>
                </a:lnTo>
                <a:lnTo>
                  <a:pt x="133" y="440"/>
                </a:lnTo>
                <a:lnTo>
                  <a:pt x="111" y="478"/>
                </a:lnTo>
                <a:lnTo>
                  <a:pt x="90" y="518"/>
                </a:lnTo>
                <a:lnTo>
                  <a:pt x="72" y="558"/>
                </a:lnTo>
                <a:lnTo>
                  <a:pt x="56" y="599"/>
                </a:lnTo>
                <a:lnTo>
                  <a:pt x="42" y="642"/>
                </a:lnTo>
                <a:lnTo>
                  <a:pt x="29" y="686"/>
                </a:lnTo>
                <a:lnTo>
                  <a:pt x="19" y="730"/>
                </a:lnTo>
                <a:lnTo>
                  <a:pt x="11" y="775"/>
                </a:lnTo>
                <a:lnTo>
                  <a:pt x="5" y="821"/>
                </a:lnTo>
                <a:lnTo>
                  <a:pt x="1" y="867"/>
                </a:lnTo>
                <a:lnTo>
                  <a:pt x="0" y="914"/>
                </a:lnTo>
                <a:lnTo>
                  <a:pt x="0" y="4113"/>
                </a:lnTo>
                <a:lnTo>
                  <a:pt x="1" y="4160"/>
                </a:lnTo>
                <a:lnTo>
                  <a:pt x="5" y="4206"/>
                </a:lnTo>
                <a:lnTo>
                  <a:pt x="11" y="4252"/>
                </a:lnTo>
                <a:lnTo>
                  <a:pt x="19" y="4297"/>
                </a:lnTo>
                <a:lnTo>
                  <a:pt x="29" y="4341"/>
                </a:lnTo>
                <a:lnTo>
                  <a:pt x="42" y="4385"/>
                </a:lnTo>
                <a:lnTo>
                  <a:pt x="56" y="4427"/>
                </a:lnTo>
                <a:lnTo>
                  <a:pt x="72" y="4469"/>
                </a:lnTo>
                <a:lnTo>
                  <a:pt x="90" y="4509"/>
                </a:lnTo>
                <a:lnTo>
                  <a:pt x="111" y="4548"/>
                </a:lnTo>
                <a:lnTo>
                  <a:pt x="133" y="4588"/>
                </a:lnTo>
                <a:lnTo>
                  <a:pt x="156" y="4624"/>
                </a:lnTo>
                <a:lnTo>
                  <a:pt x="181" y="4660"/>
                </a:lnTo>
                <a:lnTo>
                  <a:pt x="209" y="4695"/>
                </a:lnTo>
                <a:lnTo>
                  <a:pt x="238" y="4728"/>
                </a:lnTo>
                <a:lnTo>
                  <a:pt x="268" y="4759"/>
                </a:lnTo>
                <a:lnTo>
                  <a:pt x="300" y="4789"/>
                </a:lnTo>
                <a:lnTo>
                  <a:pt x="333" y="4818"/>
                </a:lnTo>
                <a:lnTo>
                  <a:pt x="368" y="4846"/>
                </a:lnTo>
                <a:lnTo>
                  <a:pt x="404" y="4871"/>
                </a:lnTo>
                <a:lnTo>
                  <a:pt x="440" y="4895"/>
                </a:lnTo>
                <a:lnTo>
                  <a:pt x="478" y="4917"/>
                </a:lnTo>
                <a:lnTo>
                  <a:pt x="518" y="4937"/>
                </a:lnTo>
                <a:lnTo>
                  <a:pt x="558" y="4955"/>
                </a:lnTo>
                <a:lnTo>
                  <a:pt x="599" y="4971"/>
                </a:lnTo>
                <a:lnTo>
                  <a:pt x="642" y="4986"/>
                </a:lnTo>
                <a:lnTo>
                  <a:pt x="686" y="4999"/>
                </a:lnTo>
                <a:lnTo>
                  <a:pt x="730" y="5008"/>
                </a:lnTo>
                <a:lnTo>
                  <a:pt x="775" y="5016"/>
                </a:lnTo>
                <a:lnTo>
                  <a:pt x="821" y="5022"/>
                </a:lnTo>
                <a:lnTo>
                  <a:pt x="867" y="5025"/>
                </a:lnTo>
                <a:lnTo>
                  <a:pt x="914" y="5027"/>
                </a:lnTo>
                <a:lnTo>
                  <a:pt x="4113" y="5027"/>
                </a:lnTo>
                <a:lnTo>
                  <a:pt x="4160" y="5025"/>
                </a:lnTo>
                <a:lnTo>
                  <a:pt x="4206" y="5022"/>
                </a:lnTo>
                <a:lnTo>
                  <a:pt x="4252" y="5016"/>
                </a:lnTo>
                <a:lnTo>
                  <a:pt x="4297" y="5008"/>
                </a:lnTo>
                <a:lnTo>
                  <a:pt x="4342" y="4999"/>
                </a:lnTo>
                <a:lnTo>
                  <a:pt x="4384" y="4986"/>
                </a:lnTo>
                <a:lnTo>
                  <a:pt x="4427" y="4971"/>
                </a:lnTo>
                <a:lnTo>
                  <a:pt x="4469" y="4955"/>
                </a:lnTo>
                <a:lnTo>
                  <a:pt x="4509" y="4937"/>
                </a:lnTo>
                <a:lnTo>
                  <a:pt x="4548" y="4917"/>
                </a:lnTo>
                <a:lnTo>
                  <a:pt x="4587" y="4895"/>
                </a:lnTo>
                <a:lnTo>
                  <a:pt x="4624" y="4871"/>
                </a:lnTo>
                <a:lnTo>
                  <a:pt x="4660" y="4846"/>
                </a:lnTo>
                <a:lnTo>
                  <a:pt x="4694" y="4818"/>
                </a:lnTo>
                <a:lnTo>
                  <a:pt x="4728" y="4789"/>
                </a:lnTo>
                <a:lnTo>
                  <a:pt x="4759" y="4759"/>
                </a:lnTo>
                <a:lnTo>
                  <a:pt x="4789" y="4728"/>
                </a:lnTo>
                <a:lnTo>
                  <a:pt x="4818" y="4695"/>
                </a:lnTo>
                <a:lnTo>
                  <a:pt x="4845" y="4660"/>
                </a:lnTo>
                <a:lnTo>
                  <a:pt x="4871" y="4624"/>
                </a:lnTo>
                <a:lnTo>
                  <a:pt x="4895" y="4588"/>
                </a:lnTo>
                <a:lnTo>
                  <a:pt x="4917" y="4548"/>
                </a:lnTo>
                <a:lnTo>
                  <a:pt x="4936" y="4509"/>
                </a:lnTo>
                <a:lnTo>
                  <a:pt x="4955" y="4469"/>
                </a:lnTo>
                <a:lnTo>
                  <a:pt x="4971" y="4427"/>
                </a:lnTo>
                <a:lnTo>
                  <a:pt x="4986" y="4385"/>
                </a:lnTo>
                <a:lnTo>
                  <a:pt x="4997" y="4341"/>
                </a:lnTo>
                <a:lnTo>
                  <a:pt x="5008" y="4297"/>
                </a:lnTo>
                <a:lnTo>
                  <a:pt x="5016" y="4252"/>
                </a:lnTo>
                <a:lnTo>
                  <a:pt x="5022" y="4206"/>
                </a:lnTo>
                <a:lnTo>
                  <a:pt x="5025" y="4160"/>
                </a:lnTo>
                <a:lnTo>
                  <a:pt x="5026" y="4113"/>
                </a:lnTo>
                <a:lnTo>
                  <a:pt x="5026" y="914"/>
                </a:lnTo>
                <a:lnTo>
                  <a:pt x="5025" y="867"/>
                </a:lnTo>
                <a:lnTo>
                  <a:pt x="5022" y="821"/>
                </a:lnTo>
                <a:lnTo>
                  <a:pt x="5016" y="775"/>
                </a:lnTo>
                <a:lnTo>
                  <a:pt x="5008" y="730"/>
                </a:lnTo>
                <a:lnTo>
                  <a:pt x="4997" y="686"/>
                </a:lnTo>
                <a:lnTo>
                  <a:pt x="4986" y="642"/>
                </a:lnTo>
                <a:lnTo>
                  <a:pt x="4971" y="599"/>
                </a:lnTo>
                <a:lnTo>
                  <a:pt x="4955" y="558"/>
                </a:lnTo>
                <a:lnTo>
                  <a:pt x="4936" y="518"/>
                </a:lnTo>
                <a:lnTo>
                  <a:pt x="4917" y="478"/>
                </a:lnTo>
                <a:lnTo>
                  <a:pt x="4895" y="440"/>
                </a:lnTo>
                <a:lnTo>
                  <a:pt x="4871" y="404"/>
                </a:lnTo>
                <a:lnTo>
                  <a:pt x="4845" y="368"/>
                </a:lnTo>
                <a:lnTo>
                  <a:pt x="4818" y="333"/>
                </a:lnTo>
                <a:lnTo>
                  <a:pt x="4789" y="300"/>
                </a:lnTo>
                <a:lnTo>
                  <a:pt x="4759" y="268"/>
                </a:lnTo>
                <a:lnTo>
                  <a:pt x="4728" y="238"/>
                </a:lnTo>
                <a:lnTo>
                  <a:pt x="4694" y="209"/>
                </a:lnTo>
                <a:lnTo>
                  <a:pt x="4660" y="182"/>
                </a:lnTo>
                <a:lnTo>
                  <a:pt x="4624" y="156"/>
                </a:lnTo>
                <a:lnTo>
                  <a:pt x="4587" y="133"/>
                </a:lnTo>
                <a:lnTo>
                  <a:pt x="4548" y="111"/>
                </a:lnTo>
                <a:lnTo>
                  <a:pt x="4509" y="90"/>
                </a:lnTo>
                <a:lnTo>
                  <a:pt x="4469" y="72"/>
                </a:lnTo>
                <a:lnTo>
                  <a:pt x="4427" y="56"/>
                </a:lnTo>
                <a:lnTo>
                  <a:pt x="4384" y="42"/>
                </a:lnTo>
                <a:lnTo>
                  <a:pt x="4342" y="29"/>
                </a:lnTo>
                <a:lnTo>
                  <a:pt x="4297" y="19"/>
                </a:lnTo>
                <a:lnTo>
                  <a:pt x="4252" y="11"/>
                </a:lnTo>
                <a:lnTo>
                  <a:pt x="4206" y="5"/>
                </a:lnTo>
                <a:lnTo>
                  <a:pt x="4160" y="1"/>
                </a:lnTo>
                <a:lnTo>
                  <a:pt x="4113" y="0"/>
                </a:lnTo>
                <a:close/>
                <a:moveTo>
                  <a:pt x="4114" y="2971"/>
                </a:moveTo>
                <a:lnTo>
                  <a:pt x="2971" y="2971"/>
                </a:lnTo>
                <a:lnTo>
                  <a:pt x="2971" y="4114"/>
                </a:lnTo>
                <a:lnTo>
                  <a:pt x="2057" y="4114"/>
                </a:lnTo>
                <a:lnTo>
                  <a:pt x="2057" y="2971"/>
                </a:lnTo>
                <a:lnTo>
                  <a:pt x="914" y="2971"/>
                </a:lnTo>
                <a:lnTo>
                  <a:pt x="914" y="2057"/>
                </a:lnTo>
                <a:lnTo>
                  <a:pt x="2057" y="2057"/>
                </a:lnTo>
                <a:lnTo>
                  <a:pt x="2057" y="914"/>
                </a:lnTo>
                <a:lnTo>
                  <a:pt x="2971" y="914"/>
                </a:lnTo>
                <a:lnTo>
                  <a:pt x="2971" y="2057"/>
                </a:lnTo>
                <a:lnTo>
                  <a:pt x="4114" y="2057"/>
                </a:lnTo>
                <a:lnTo>
                  <a:pt x="4114" y="2971"/>
                </a:lnTo>
                <a:close/>
              </a:path>
            </a:pathLst>
          </a:custGeom>
          <a:solidFill>
            <a:srgbClr val="1F717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algn="ctr">
              <a:defRPr/>
            </a:pPr>
            <a:endParaRPr lang="zh-CN" altLang="en-US" sz="2000" b="1">
              <a:solidFill>
                <a:schemeClr val="tx1">
                  <a:lumMod val="75000"/>
                  <a:lumOff val="25000"/>
                </a:schemeClr>
              </a:solidFill>
            </a:endParaRPr>
          </a:p>
        </p:txBody>
      </p:sp>
      <p:sp>
        <p:nvSpPr>
          <p:cNvPr id="3" name="TextBox 7"/>
          <p:cNvSpPr txBox="1"/>
          <p:nvPr/>
        </p:nvSpPr>
        <p:spPr>
          <a:xfrm>
            <a:off x="4389718" y="4919888"/>
            <a:ext cx="3691741" cy="408274"/>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2400" dirty="0">
                <a:solidFill>
                  <a:schemeClr val="tx1"/>
                </a:solidFill>
              </a:rPr>
              <a:t>文本的编辑</a:t>
            </a:r>
          </a:p>
        </p:txBody>
      </p:sp>
      <p:sp>
        <p:nvSpPr>
          <p:cNvPr id="4" name="标题 3">
            <a:extLst>
              <a:ext uri="{FF2B5EF4-FFF2-40B4-BE49-F238E27FC236}">
                <a16:creationId xmlns:a16="http://schemas.microsoft.com/office/drawing/2014/main" id="{E95933EF-3154-6D17-3EC8-462AA2A09134}"/>
              </a:ext>
            </a:extLst>
          </p:cNvPr>
          <p:cNvSpPr>
            <a:spLocks noGrp="1"/>
          </p:cNvSpPr>
          <p:nvPr>
            <p:ph type="title"/>
          </p:nvPr>
        </p:nvSpPr>
        <p:spPr>
          <a:xfrm>
            <a:off x="3990938" y="2660328"/>
            <a:ext cx="6946352" cy="869939"/>
          </a:xfrm>
        </p:spPr>
        <p:txBody>
          <a:bodyPr/>
          <a:lstStyle/>
          <a:p>
            <a:r>
              <a:rPr lang="zh-CN" altLang="en-US" dirty="0"/>
              <a:t>创建和编辑文档</a:t>
            </a:r>
          </a:p>
        </p:txBody>
      </p:sp>
      <p:sp>
        <p:nvSpPr>
          <p:cNvPr id="5" name="文本占位符 4">
            <a:extLst>
              <a:ext uri="{FF2B5EF4-FFF2-40B4-BE49-F238E27FC236}">
                <a16:creationId xmlns:a16="http://schemas.microsoft.com/office/drawing/2014/main" id="{7B7301FF-5BA1-AC2C-2CBE-25A418E78E21}"/>
              </a:ext>
            </a:extLst>
          </p:cNvPr>
          <p:cNvSpPr>
            <a:spLocks noGrp="1"/>
          </p:cNvSpPr>
          <p:nvPr>
            <p:ph type="body" sz="quarter" idx="10"/>
          </p:nvPr>
        </p:nvSpPr>
        <p:spPr>
          <a:xfrm>
            <a:off x="1653067" y="2921168"/>
            <a:ext cx="1728000" cy="1015663"/>
          </a:xfrm>
        </p:spPr>
        <p:txBody>
          <a:bodyPr/>
          <a:lstStyle/>
          <a:p>
            <a:r>
              <a:rPr lang="en-US" altLang="zh-CN" dirty="0"/>
              <a:t>1.1</a:t>
            </a:r>
            <a:endParaRPr lang="zh-CN" alt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9250494" y="5963756"/>
            <a:ext cx="1196266" cy="369332"/>
          </a:xfrm>
          <a:prstGeom prst="rect">
            <a:avLst/>
          </a:prstGeom>
          <a:noFill/>
        </p:spPr>
        <p:txBody>
          <a:bodyPr wrap="square">
            <a:spAutoFit/>
          </a:bodyPr>
          <a:lstStyle/>
          <a:p>
            <a:r>
              <a:rPr lang="zh-CN" altLang="en-US" dirty="0">
                <a:latin typeface="微软雅黑" panose="020B0503020204020204" pitchFamily="34" charset="-122"/>
                <a:ea typeface="微软雅黑" panose="020B0503020204020204" pitchFamily="34" charset="-122"/>
              </a:rPr>
              <a:t>任务栏</a:t>
            </a:r>
          </a:p>
        </p:txBody>
      </p:sp>
      <p:pic>
        <p:nvPicPr>
          <p:cNvPr id="2" name="图片 224" descr="D:\书稿《大学计算机应用基础教程》\3.插图\第4章 WPS文档编辑插图\4-1.jpg4-1"/>
          <p:cNvPicPr>
            <a:picLocks noChangeAspect="1" noChangeArrowheads="1"/>
          </p:cNvPicPr>
          <p:nvPr/>
        </p:nvPicPr>
        <p:blipFill>
          <a:blip r:embed="rId3"/>
          <a:srcRect/>
          <a:stretch>
            <a:fillRect/>
          </a:stretch>
        </p:blipFill>
        <p:spPr>
          <a:xfrm>
            <a:off x="3012758" y="5873477"/>
            <a:ext cx="6166485" cy="549910"/>
          </a:xfrm>
          <a:prstGeom prst="rect">
            <a:avLst/>
          </a:prstGeom>
          <a:noFill/>
          <a:ln>
            <a:noFill/>
          </a:ln>
        </p:spPr>
      </p:pic>
      <p:sp>
        <p:nvSpPr>
          <p:cNvPr id="15" name="标题 14">
            <a:extLst>
              <a:ext uri="{FF2B5EF4-FFF2-40B4-BE49-F238E27FC236}">
                <a16:creationId xmlns:a16="http://schemas.microsoft.com/office/drawing/2014/main" id="{2CC5DE21-6C3C-3272-543E-F95C5E103302}"/>
              </a:ext>
            </a:extLst>
          </p:cNvPr>
          <p:cNvSpPr>
            <a:spLocks noGrp="1"/>
          </p:cNvSpPr>
          <p:nvPr>
            <p:ph type="title"/>
          </p:nvPr>
        </p:nvSpPr>
        <p:spPr>
          <a:xfrm>
            <a:off x="1549458" y="540000"/>
            <a:ext cx="5400000" cy="523220"/>
          </a:xfrm>
        </p:spPr>
        <p:txBody>
          <a:bodyPr/>
          <a:lstStyle/>
          <a:p>
            <a:r>
              <a:rPr lang="zh-CN" altLang="en-US" dirty="0"/>
              <a:t>创建和编辑文档</a:t>
            </a:r>
          </a:p>
        </p:txBody>
      </p:sp>
      <p:sp>
        <p:nvSpPr>
          <p:cNvPr id="5" name="内容占位符 4">
            <a:extLst>
              <a:ext uri="{FF2B5EF4-FFF2-40B4-BE49-F238E27FC236}">
                <a16:creationId xmlns:a16="http://schemas.microsoft.com/office/drawing/2014/main" id="{DF25D40E-92B1-029D-D504-F06060233171}"/>
              </a:ext>
            </a:extLst>
          </p:cNvPr>
          <p:cNvSpPr>
            <a:spLocks noGrp="1"/>
          </p:cNvSpPr>
          <p:nvPr>
            <p:ph sz="quarter" idx="10"/>
          </p:nvPr>
        </p:nvSpPr>
        <p:spPr>
          <a:xfrm>
            <a:off x="1549458" y="1152000"/>
            <a:ext cx="9947217" cy="5146746"/>
          </a:xfrm>
        </p:spPr>
        <p:txBody>
          <a:bodyPr/>
          <a:lstStyle/>
          <a:p>
            <a:r>
              <a:rPr lang="zh-CN" altLang="en-US" dirty="0"/>
              <a:t>启动 </a:t>
            </a:r>
            <a:r>
              <a:rPr lang="en-US" altLang="zh-CN" dirty="0"/>
              <a:t>WPS Office</a:t>
            </a:r>
          </a:p>
          <a:p>
            <a:pPr lvl="1"/>
            <a:r>
              <a:rPr lang="zh-CN" altLang="en-US" dirty="0"/>
              <a:t>方法</a:t>
            </a:r>
            <a:r>
              <a:rPr lang="en-US" altLang="zh-CN" dirty="0"/>
              <a:t>1</a:t>
            </a:r>
            <a:r>
              <a:rPr lang="zh-CN" altLang="en-US" dirty="0"/>
              <a:t>：单击</a:t>
            </a:r>
            <a:r>
              <a:rPr lang="en-US" altLang="zh-CN" dirty="0"/>
              <a:t>Windows</a:t>
            </a:r>
            <a:r>
              <a:rPr lang="zh-CN" altLang="en-US" dirty="0"/>
              <a:t>任务栏中的“开始”按钮，在展开的程序列表中，选择“</a:t>
            </a:r>
            <a:r>
              <a:rPr lang="en-US" altLang="zh-CN" dirty="0"/>
              <a:t>WPS Office </a:t>
            </a:r>
            <a:r>
              <a:rPr lang="zh-CN" altLang="en-US" dirty="0"/>
              <a:t>教育版”</a:t>
            </a:r>
          </a:p>
          <a:p>
            <a:pPr lvl="1"/>
            <a:r>
              <a:rPr lang="zh-CN" altLang="en-US" dirty="0"/>
              <a:t>方法</a:t>
            </a:r>
            <a:r>
              <a:rPr lang="en-US" altLang="zh-CN" dirty="0"/>
              <a:t>2</a:t>
            </a:r>
            <a:r>
              <a:rPr lang="zh-CN" altLang="en-US" dirty="0"/>
              <a:t>：在任务栏里单击</a:t>
            </a:r>
            <a:r>
              <a:rPr lang="en-US" altLang="zh-CN" dirty="0"/>
              <a:t>WPS Office</a:t>
            </a:r>
            <a:r>
              <a:rPr lang="zh-CN" altLang="en-US" dirty="0"/>
              <a:t>教育版图标</a:t>
            </a:r>
          </a:p>
          <a:p>
            <a:pPr lvl="1"/>
            <a:r>
              <a:rPr lang="zh-CN" altLang="en-US" dirty="0"/>
              <a:t>方法</a:t>
            </a:r>
            <a:r>
              <a:rPr lang="en-US" altLang="zh-CN" dirty="0"/>
              <a:t>3</a:t>
            </a:r>
            <a:r>
              <a:rPr lang="zh-CN" altLang="en-US" dirty="0"/>
              <a:t>：在“开始”屏幕里单击</a:t>
            </a:r>
            <a:r>
              <a:rPr lang="en-US" altLang="zh-CN" dirty="0"/>
              <a:t>WPS Office</a:t>
            </a:r>
            <a:r>
              <a:rPr lang="zh-CN" altLang="en-US" dirty="0"/>
              <a:t>教育版图标</a:t>
            </a:r>
          </a:p>
          <a:p>
            <a:pPr lvl="1"/>
            <a:r>
              <a:rPr lang="zh-CN" altLang="en-US" dirty="0"/>
              <a:t>方法</a:t>
            </a:r>
            <a:r>
              <a:rPr lang="en-US" altLang="zh-CN" dirty="0"/>
              <a:t>4</a:t>
            </a:r>
            <a:r>
              <a:rPr lang="zh-CN" altLang="en-US" dirty="0"/>
              <a:t>：双击桌面 “</a:t>
            </a:r>
            <a:r>
              <a:rPr lang="en-US" altLang="zh-CN" dirty="0"/>
              <a:t>WPS Office</a:t>
            </a:r>
            <a:r>
              <a:rPr lang="zh-CN" altLang="en-US" dirty="0"/>
              <a:t>教育版”快捷方式图标</a:t>
            </a:r>
          </a:p>
          <a:p>
            <a:endParaRPr lang="zh-CN" altLang="en-US" dirty="0"/>
          </a:p>
        </p:txBody>
      </p:sp>
      <p:sp>
        <p:nvSpPr>
          <p:cNvPr id="9" name="文本占位符 8">
            <a:extLst>
              <a:ext uri="{FF2B5EF4-FFF2-40B4-BE49-F238E27FC236}">
                <a16:creationId xmlns:a16="http://schemas.microsoft.com/office/drawing/2014/main" id="{6F6C9A35-73BF-E3FD-1D4F-10145B3472B4}"/>
              </a:ext>
            </a:extLst>
          </p:cNvPr>
          <p:cNvSpPr>
            <a:spLocks noGrp="1"/>
          </p:cNvSpPr>
          <p:nvPr>
            <p:ph type="body" sz="quarter" idx="11"/>
          </p:nvPr>
        </p:nvSpPr>
        <p:spPr>
          <a:xfrm>
            <a:off x="7170738" y="663110"/>
            <a:ext cx="4325937" cy="400110"/>
          </a:xfrm>
        </p:spPr>
        <p:txBody>
          <a:bodyPr/>
          <a:lstStyle/>
          <a:p>
            <a:r>
              <a:rPr lang="en-US" altLang="zh-CN" dirty="0"/>
              <a:t>1.1.1 </a:t>
            </a:r>
            <a:r>
              <a:rPr lang="en-US" altLang="zh-CN" dirty="0">
                <a:sym typeface="+mn-ea"/>
              </a:rPr>
              <a:t>WPS Office</a:t>
            </a:r>
            <a:r>
              <a:rPr lang="zh-CN" altLang="en-US" dirty="0">
                <a:sym typeface="+mn-ea"/>
              </a:rPr>
              <a:t>的启动与退出</a:t>
            </a:r>
          </a:p>
        </p:txBody>
      </p:sp>
      <p:sp>
        <p:nvSpPr>
          <p:cNvPr id="33" name="文本占位符 32">
            <a:extLst>
              <a:ext uri="{FF2B5EF4-FFF2-40B4-BE49-F238E27FC236}">
                <a16:creationId xmlns:a16="http://schemas.microsoft.com/office/drawing/2014/main" id="{99F9A0CA-55FB-89B2-2BDA-6AD53AC9137D}"/>
              </a:ext>
            </a:extLst>
          </p:cNvPr>
          <p:cNvSpPr>
            <a:spLocks noGrp="1"/>
          </p:cNvSpPr>
          <p:nvPr>
            <p:ph type="body" sz="quarter" idx="12"/>
          </p:nvPr>
        </p:nvSpPr>
        <p:spPr>
          <a:xfrm>
            <a:off x="172589" y="478444"/>
            <a:ext cx="1260000" cy="646331"/>
          </a:xfrm>
        </p:spPr>
        <p:txBody>
          <a:bodyPr/>
          <a:lstStyle/>
          <a:p>
            <a:r>
              <a:rPr lang="en-US" altLang="zh-CN" dirty="0"/>
              <a:t>1.1</a:t>
            </a:r>
            <a:endParaRPr lang="zh-CN" alt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A096D52E-452B-B1C5-33CA-D5C98280DD77}"/>
              </a:ext>
            </a:extLst>
          </p:cNvPr>
          <p:cNvSpPr>
            <a:spLocks noGrp="1"/>
          </p:cNvSpPr>
          <p:nvPr>
            <p:ph type="title"/>
          </p:nvPr>
        </p:nvSpPr>
        <p:spPr>
          <a:xfrm>
            <a:off x="1549458" y="540000"/>
            <a:ext cx="5400000" cy="523220"/>
          </a:xfrm>
        </p:spPr>
        <p:txBody>
          <a:bodyPr/>
          <a:lstStyle/>
          <a:p>
            <a:r>
              <a:rPr lang="zh-CN" altLang="en-US" dirty="0"/>
              <a:t>创建和编辑文档</a:t>
            </a:r>
          </a:p>
        </p:txBody>
      </p:sp>
      <p:sp>
        <p:nvSpPr>
          <p:cNvPr id="6" name="内容占位符 5">
            <a:extLst>
              <a:ext uri="{FF2B5EF4-FFF2-40B4-BE49-F238E27FC236}">
                <a16:creationId xmlns:a16="http://schemas.microsoft.com/office/drawing/2014/main" id="{F3CCFF45-1D43-EA33-41EB-7B4A1E003555}"/>
              </a:ext>
            </a:extLst>
          </p:cNvPr>
          <p:cNvSpPr>
            <a:spLocks noGrp="1"/>
          </p:cNvSpPr>
          <p:nvPr>
            <p:ph sz="quarter" idx="10"/>
          </p:nvPr>
        </p:nvSpPr>
        <p:spPr>
          <a:xfrm>
            <a:off x="1549458" y="1152000"/>
            <a:ext cx="9947217" cy="5146746"/>
          </a:xfrm>
        </p:spPr>
        <p:txBody>
          <a:bodyPr/>
          <a:lstStyle/>
          <a:p>
            <a:r>
              <a:rPr lang="zh-CN" altLang="en-US" dirty="0"/>
              <a:t>退出</a:t>
            </a:r>
            <a:r>
              <a:rPr lang="en-US" altLang="zh-CN" dirty="0"/>
              <a:t>Word</a:t>
            </a:r>
          </a:p>
          <a:p>
            <a:pPr lvl="1"/>
            <a:r>
              <a:rPr lang="zh-CN" altLang="en-US" dirty="0"/>
              <a:t>方法</a:t>
            </a:r>
            <a:r>
              <a:rPr lang="en-US" altLang="zh-CN" dirty="0"/>
              <a:t>1</a:t>
            </a:r>
            <a:r>
              <a:rPr lang="zh-CN" altLang="en-US" dirty="0"/>
              <a:t>：单击</a:t>
            </a:r>
            <a:r>
              <a:rPr lang="en-US" altLang="zh-CN" dirty="0"/>
              <a:t>WPS Office</a:t>
            </a:r>
            <a:r>
              <a:rPr lang="zh-CN" altLang="en-US" dirty="0"/>
              <a:t>窗口右上角“关闭”按钮</a:t>
            </a:r>
          </a:p>
          <a:p>
            <a:pPr lvl="1"/>
            <a:r>
              <a:rPr lang="zh-CN" altLang="en-US" dirty="0"/>
              <a:t>方法</a:t>
            </a:r>
            <a:r>
              <a:rPr lang="en-US" altLang="zh-CN" dirty="0"/>
              <a:t>2</a:t>
            </a:r>
            <a:r>
              <a:rPr lang="zh-CN" altLang="en-US" dirty="0"/>
              <a:t>：键盘快捷键 </a:t>
            </a:r>
            <a:r>
              <a:rPr lang="en-US" altLang="zh-CN" dirty="0"/>
              <a:t>Alt+F4</a:t>
            </a:r>
          </a:p>
          <a:p>
            <a:endParaRPr lang="zh-CN" altLang="en-US" dirty="0"/>
          </a:p>
        </p:txBody>
      </p:sp>
      <p:sp>
        <p:nvSpPr>
          <p:cNvPr id="7" name="文本占位符 6">
            <a:extLst>
              <a:ext uri="{FF2B5EF4-FFF2-40B4-BE49-F238E27FC236}">
                <a16:creationId xmlns:a16="http://schemas.microsoft.com/office/drawing/2014/main" id="{A7A6AC55-6394-1BB6-DF65-CAB619B8E55E}"/>
              </a:ext>
            </a:extLst>
          </p:cNvPr>
          <p:cNvSpPr>
            <a:spLocks noGrp="1"/>
          </p:cNvSpPr>
          <p:nvPr>
            <p:ph type="body" sz="quarter" idx="11"/>
          </p:nvPr>
        </p:nvSpPr>
        <p:spPr>
          <a:xfrm>
            <a:off x="7170738" y="663110"/>
            <a:ext cx="4325937" cy="400110"/>
          </a:xfrm>
        </p:spPr>
        <p:txBody>
          <a:bodyPr/>
          <a:lstStyle/>
          <a:p>
            <a:r>
              <a:rPr lang="en-US" altLang="zh-CN" dirty="0"/>
              <a:t>1.1.1 </a:t>
            </a:r>
            <a:r>
              <a:rPr lang="en-US" altLang="zh-CN" dirty="0">
                <a:sym typeface="+mn-ea"/>
              </a:rPr>
              <a:t>WPS Office</a:t>
            </a:r>
            <a:r>
              <a:rPr lang="zh-CN" altLang="en-US" dirty="0">
                <a:sym typeface="+mn-ea"/>
              </a:rPr>
              <a:t>的启动与退出</a:t>
            </a:r>
          </a:p>
          <a:p>
            <a:endParaRPr lang="zh-CN" altLang="en-US" dirty="0"/>
          </a:p>
        </p:txBody>
      </p:sp>
      <p:sp>
        <p:nvSpPr>
          <p:cNvPr id="14" name="文本占位符 13">
            <a:extLst>
              <a:ext uri="{FF2B5EF4-FFF2-40B4-BE49-F238E27FC236}">
                <a16:creationId xmlns:a16="http://schemas.microsoft.com/office/drawing/2014/main" id="{6F59701D-1D45-30E3-37CB-31B5DE708DDA}"/>
              </a:ext>
            </a:extLst>
          </p:cNvPr>
          <p:cNvSpPr>
            <a:spLocks noGrp="1"/>
          </p:cNvSpPr>
          <p:nvPr>
            <p:ph type="body" sz="quarter" idx="12"/>
          </p:nvPr>
        </p:nvSpPr>
        <p:spPr>
          <a:xfrm>
            <a:off x="172589" y="478444"/>
            <a:ext cx="1260000" cy="646331"/>
          </a:xfrm>
        </p:spPr>
        <p:txBody>
          <a:bodyPr/>
          <a:lstStyle/>
          <a:p>
            <a:r>
              <a:rPr lang="en-US" altLang="zh-CN" dirty="0"/>
              <a:t>1.1</a:t>
            </a:r>
            <a:endParaRPr lang="zh-CN" alt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图片 34" descr="4-2"/>
          <p:cNvPicPr>
            <a:picLocks noChangeAspect="1"/>
          </p:cNvPicPr>
          <p:nvPr/>
        </p:nvPicPr>
        <p:blipFill>
          <a:blip r:embed="rId3"/>
          <a:stretch>
            <a:fillRect/>
          </a:stretch>
        </p:blipFill>
        <p:spPr>
          <a:xfrm>
            <a:off x="2162810" y="2039620"/>
            <a:ext cx="7865745" cy="4424680"/>
          </a:xfrm>
          <a:prstGeom prst="rect">
            <a:avLst/>
          </a:prstGeom>
        </p:spPr>
      </p:pic>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1.1</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创建和编辑文档</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sz="2800" b="1" spc="225" dirty="0">
                <a:solidFill>
                  <a:srgbClr val="006370"/>
                </a:solidFill>
                <a:latin typeface="微软雅黑" panose="020B0503020204020204" pitchFamily="34" charset="-122"/>
                <a:ea typeface="微软雅黑" panose="020B0503020204020204" pitchFamily="34" charset="-122"/>
              </a:rPr>
              <a:t>1</a:t>
            </a:r>
            <a:r>
              <a:rPr sz="2800" b="1" spc="225" dirty="0">
                <a:solidFill>
                  <a:srgbClr val="006370"/>
                </a:solidFill>
                <a:latin typeface="微软雅黑" panose="020B0503020204020204" pitchFamily="34" charset="-122"/>
                <a:ea typeface="微软雅黑" panose="020B0503020204020204" pitchFamily="34" charset="-122"/>
              </a:rPr>
              <a:t>.1.</a:t>
            </a:r>
            <a:r>
              <a:rPr lang="en-US" sz="2800" b="1" spc="225" dirty="0">
                <a:solidFill>
                  <a:srgbClr val="006370"/>
                </a:solidFill>
                <a:latin typeface="微软雅黑" panose="020B0503020204020204" pitchFamily="34" charset="-122"/>
                <a:ea typeface="微软雅黑" panose="020B0503020204020204" pitchFamily="34" charset="-122"/>
              </a:rPr>
              <a:t>2 WPS</a:t>
            </a:r>
            <a:r>
              <a:rPr lang="zh-CN" altLang="en-US" sz="2800" b="1" spc="225" dirty="0">
                <a:solidFill>
                  <a:srgbClr val="006370"/>
                </a:solidFill>
                <a:latin typeface="微软雅黑" panose="020B0503020204020204" pitchFamily="34" charset="-122"/>
                <a:ea typeface="微软雅黑" panose="020B0503020204020204" pitchFamily="34" charset="-122"/>
              </a:rPr>
              <a:t>首页的组成</a:t>
            </a:r>
            <a:endParaRPr lang="zh-CN" altLang="en-US" sz="2800" b="1" spc="225" dirty="0">
              <a:solidFill>
                <a:srgbClr val="006370"/>
              </a:solidFill>
              <a:latin typeface="微软雅黑" panose="020B0503020204020204" pitchFamily="34" charset="-122"/>
              <a:ea typeface="微软雅黑" panose="020B0503020204020204" pitchFamily="34" charset="-122"/>
              <a:sym typeface="+mn-ea"/>
            </a:endParaRPr>
          </a:p>
        </p:txBody>
      </p:sp>
      <p:grpSp>
        <p:nvGrpSpPr>
          <p:cNvPr id="1073744006" name="组合 45"/>
          <p:cNvGrpSpPr/>
          <p:nvPr/>
        </p:nvGrpSpPr>
        <p:grpSpPr>
          <a:xfrm>
            <a:off x="1843405" y="1550353"/>
            <a:ext cx="1104900" cy="654685"/>
            <a:chOff x="1433" y="26033"/>
            <a:chExt cx="1740" cy="1031"/>
          </a:xfrm>
        </p:grpSpPr>
        <p:sp>
          <p:nvSpPr>
            <p:cNvPr id="1073744007" name="文本框 1073744006"/>
            <p:cNvSpPr txBox="1"/>
            <p:nvPr/>
          </p:nvSpPr>
          <p:spPr>
            <a:xfrm>
              <a:off x="1433" y="26033"/>
              <a:ext cx="1740" cy="432"/>
            </a:xfrm>
            <a:prstGeom prst="rect">
              <a:avLst/>
            </a:prstGeom>
            <a:noFill/>
            <a:ln w="9525">
              <a:noFill/>
            </a:ln>
          </p:spPr>
          <p:txBody>
            <a:bodyPr/>
            <a:lstStyle/>
            <a:p>
              <a:pPr indent="0" algn="ctr">
                <a:lnSpc>
                  <a:spcPct val="2000"/>
                </a:lnSpc>
              </a:pPr>
              <a:r>
                <a:rPr lang="zh-CN" altLang="en-US"/>
                <a:t>主导航</a:t>
              </a:r>
            </a:p>
            <a:p>
              <a:endParaRPr lang="zh-CN" altLang="en-US"/>
            </a:p>
          </p:txBody>
        </p:sp>
        <p:sp>
          <p:nvSpPr>
            <p:cNvPr id="1073744008" name="直接连接符 1073744007"/>
            <p:cNvSpPr/>
            <p:nvPr/>
          </p:nvSpPr>
          <p:spPr>
            <a:xfrm flipH="1">
              <a:off x="2283" y="26444"/>
              <a:ext cx="1" cy="620"/>
            </a:xfrm>
            <a:prstGeom prst="line">
              <a:avLst/>
            </a:prstGeom>
            <a:ln w="6350" cap="flat" cmpd="sng">
              <a:solidFill>
                <a:srgbClr val="000000"/>
              </a:solidFill>
              <a:prstDash val="solid"/>
              <a:miter/>
              <a:headEnd type="none" w="med" len="med"/>
              <a:tailEnd type="oval" w="med" len="med"/>
            </a:ln>
          </p:spPr>
        </p:sp>
      </p:grpSp>
      <p:grpSp>
        <p:nvGrpSpPr>
          <p:cNvPr id="1073744009" name="组合 49"/>
          <p:cNvGrpSpPr/>
          <p:nvPr/>
        </p:nvGrpSpPr>
        <p:grpSpPr>
          <a:xfrm>
            <a:off x="3803015" y="1712278"/>
            <a:ext cx="1438275" cy="647065"/>
            <a:chOff x="3764" y="25829"/>
            <a:chExt cx="2265" cy="1019"/>
          </a:xfrm>
        </p:grpSpPr>
        <p:sp>
          <p:nvSpPr>
            <p:cNvPr id="1073744010" name="直接连接符 1073744009"/>
            <p:cNvSpPr/>
            <p:nvPr/>
          </p:nvSpPr>
          <p:spPr>
            <a:xfrm flipH="1">
              <a:off x="5151" y="26228"/>
              <a:ext cx="1" cy="620"/>
            </a:xfrm>
            <a:prstGeom prst="line">
              <a:avLst/>
            </a:prstGeom>
            <a:ln w="6350" cap="flat" cmpd="sng">
              <a:solidFill>
                <a:srgbClr val="000000"/>
              </a:solidFill>
              <a:prstDash val="solid"/>
              <a:miter/>
              <a:headEnd type="none" w="med" len="med"/>
              <a:tailEnd type="oval" w="med" len="med"/>
            </a:ln>
          </p:spPr>
        </p:sp>
        <p:sp>
          <p:nvSpPr>
            <p:cNvPr id="1073744011" name="文本框 1073744010"/>
            <p:cNvSpPr txBox="1"/>
            <p:nvPr/>
          </p:nvSpPr>
          <p:spPr>
            <a:xfrm>
              <a:off x="3764" y="25829"/>
              <a:ext cx="2265" cy="432"/>
            </a:xfrm>
            <a:prstGeom prst="rect">
              <a:avLst/>
            </a:prstGeom>
            <a:noFill/>
            <a:ln w="9525">
              <a:noFill/>
            </a:ln>
          </p:spPr>
          <p:txBody>
            <a:bodyPr/>
            <a:lstStyle/>
            <a:p>
              <a:pPr indent="0" algn="ctr">
                <a:lnSpc>
                  <a:spcPct val="2000"/>
                </a:lnSpc>
              </a:pPr>
              <a:r>
                <a:rPr lang="zh-CN" altLang="en-US"/>
                <a:t>全局搜索框</a:t>
              </a:r>
            </a:p>
            <a:p>
              <a:endParaRPr lang="zh-CN" altLang="en-US"/>
            </a:p>
          </p:txBody>
        </p:sp>
      </p:grpSp>
      <p:grpSp>
        <p:nvGrpSpPr>
          <p:cNvPr id="1073744003" name="组合 50"/>
          <p:cNvGrpSpPr/>
          <p:nvPr/>
        </p:nvGrpSpPr>
        <p:grpSpPr>
          <a:xfrm>
            <a:off x="5728970" y="1870393"/>
            <a:ext cx="1104900" cy="1405890"/>
            <a:chOff x="5981" y="25877"/>
            <a:chExt cx="1740" cy="2214"/>
          </a:xfrm>
        </p:grpSpPr>
        <p:sp>
          <p:nvSpPr>
            <p:cNvPr id="1073744004" name="文本框 1073744003"/>
            <p:cNvSpPr txBox="1"/>
            <p:nvPr/>
          </p:nvSpPr>
          <p:spPr>
            <a:xfrm>
              <a:off x="5981" y="25877"/>
              <a:ext cx="1740" cy="432"/>
            </a:xfrm>
            <a:prstGeom prst="rect">
              <a:avLst/>
            </a:prstGeom>
            <a:noFill/>
            <a:ln w="9525">
              <a:noFill/>
            </a:ln>
          </p:spPr>
          <p:txBody>
            <a:bodyPr/>
            <a:lstStyle/>
            <a:p>
              <a:pPr indent="0" algn="ctr">
                <a:lnSpc>
                  <a:spcPct val="2000"/>
                </a:lnSpc>
              </a:pPr>
              <a:r>
                <a:rPr lang="zh-CN" altLang="en-US"/>
                <a:t>文件列表</a:t>
              </a:r>
            </a:p>
            <a:p>
              <a:endParaRPr lang="zh-CN" altLang="en-US"/>
            </a:p>
          </p:txBody>
        </p:sp>
        <p:sp>
          <p:nvSpPr>
            <p:cNvPr id="1073744005" name="直接连接符 1073744004"/>
            <p:cNvSpPr/>
            <p:nvPr/>
          </p:nvSpPr>
          <p:spPr>
            <a:xfrm>
              <a:off x="6879" y="26061"/>
              <a:ext cx="10" cy="2030"/>
            </a:xfrm>
            <a:prstGeom prst="line">
              <a:avLst/>
            </a:prstGeom>
            <a:ln w="6350" cap="flat" cmpd="sng">
              <a:solidFill>
                <a:srgbClr val="000000"/>
              </a:solidFill>
              <a:prstDash val="solid"/>
              <a:miter/>
              <a:headEnd type="none" w="med" len="med"/>
              <a:tailEnd type="oval" w="med" len="med"/>
            </a:ln>
          </p:spPr>
        </p:sp>
      </p:grpSp>
      <p:grpSp>
        <p:nvGrpSpPr>
          <p:cNvPr id="1073744000" name="组合 51"/>
          <p:cNvGrpSpPr/>
          <p:nvPr/>
        </p:nvGrpSpPr>
        <p:grpSpPr>
          <a:xfrm>
            <a:off x="8567420" y="1783398"/>
            <a:ext cx="1385570" cy="465455"/>
            <a:chOff x="9083" y="26031"/>
            <a:chExt cx="2182" cy="733"/>
          </a:xfrm>
        </p:grpSpPr>
        <p:sp>
          <p:nvSpPr>
            <p:cNvPr id="1073744001" name="直接连接符 1073744000"/>
            <p:cNvSpPr/>
            <p:nvPr/>
          </p:nvSpPr>
          <p:spPr>
            <a:xfrm flipH="1">
              <a:off x="10371" y="26144"/>
              <a:ext cx="1" cy="620"/>
            </a:xfrm>
            <a:prstGeom prst="line">
              <a:avLst/>
            </a:prstGeom>
            <a:ln w="6350" cap="flat" cmpd="sng">
              <a:solidFill>
                <a:srgbClr val="000000"/>
              </a:solidFill>
              <a:prstDash val="solid"/>
              <a:miter/>
              <a:headEnd type="none" w="med" len="med"/>
              <a:tailEnd type="oval" w="med" len="med"/>
            </a:ln>
          </p:spPr>
        </p:sp>
        <p:sp>
          <p:nvSpPr>
            <p:cNvPr id="1073744002" name="文本框 1073744001"/>
            <p:cNvSpPr txBox="1"/>
            <p:nvPr/>
          </p:nvSpPr>
          <p:spPr>
            <a:xfrm>
              <a:off x="9083" y="26031"/>
              <a:ext cx="2182" cy="432"/>
            </a:xfrm>
            <a:prstGeom prst="rect">
              <a:avLst/>
            </a:prstGeom>
            <a:noFill/>
            <a:ln w="9525">
              <a:noFill/>
            </a:ln>
          </p:spPr>
          <p:txBody>
            <a:bodyPr/>
            <a:lstStyle/>
            <a:p>
              <a:pPr indent="0" algn="ctr">
                <a:lnSpc>
                  <a:spcPct val="2000"/>
                </a:lnSpc>
              </a:pPr>
              <a:r>
                <a:rPr lang="zh-CN" altLang="en-US"/>
                <a:t>设置</a:t>
              </a:r>
            </a:p>
            <a:p>
              <a:endParaRPr lang="zh-CN" altLang="en-US"/>
            </a:p>
          </p:txBody>
        </p:sp>
      </p:grpSp>
      <p:grpSp>
        <p:nvGrpSpPr>
          <p:cNvPr id="1073743874" name="组合 52"/>
          <p:cNvGrpSpPr/>
          <p:nvPr/>
        </p:nvGrpSpPr>
        <p:grpSpPr>
          <a:xfrm>
            <a:off x="9342120" y="1790383"/>
            <a:ext cx="1016000" cy="458470"/>
            <a:chOff x="10259" y="25989"/>
            <a:chExt cx="1600" cy="722"/>
          </a:xfrm>
        </p:grpSpPr>
        <p:sp>
          <p:nvSpPr>
            <p:cNvPr id="1073743998" name="直接连接符 1073743997"/>
            <p:cNvSpPr/>
            <p:nvPr/>
          </p:nvSpPr>
          <p:spPr>
            <a:xfrm flipH="1">
              <a:off x="11031" y="26091"/>
              <a:ext cx="1" cy="620"/>
            </a:xfrm>
            <a:prstGeom prst="line">
              <a:avLst/>
            </a:prstGeom>
            <a:ln w="6350" cap="flat" cmpd="sng">
              <a:solidFill>
                <a:srgbClr val="000000"/>
              </a:solidFill>
              <a:prstDash val="solid"/>
              <a:miter/>
              <a:headEnd type="none" w="med" len="med"/>
              <a:tailEnd type="oval" w="med" len="med"/>
            </a:ln>
          </p:spPr>
        </p:sp>
        <p:sp>
          <p:nvSpPr>
            <p:cNvPr id="1073743999" name="文本框 1073743998"/>
            <p:cNvSpPr txBox="1"/>
            <p:nvPr/>
          </p:nvSpPr>
          <p:spPr>
            <a:xfrm>
              <a:off x="10259" y="25989"/>
              <a:ext cx="1600" cy="432"/>
            </a:xfrm>
            <a:prstGeom prst="rect">
              <a:avLst/>
            </a:prstGeom>
            <a:noFill/>
            <a:ln w="9525">
              <a:noFill/>
            </a:ln>
          </p:spPr>
          <p:txBody>
            <a:bodyPr/>
            <a:lstStyle/>
            <a:p>
              <a:pPr indent="0" algn="ctr">
                <a:lnSpc>
                  <a:spcPct val="2000"/>
                </a:lnSpc>
              </a:pPr>
              <a:r>
                <a:rPr lang="zh-CN" altLang="en-US"/>
                <a:t>账号</a:t>
              </a:r>
            </a:p>
            <a:p>
              <a:endParaRPr lang="zh-CN" altLang="en-US"/>
            </a:p>
          </p:txBody>
        </p:sp>
      </p:grpSp>
      <p:sp>
        <p:nvSpPr>
          <p:cNvPr id="10" name="文本框 9"/>
          <p:cNvSpPr txBox="1"/>
          <p:nvPr/>
        </p:nvSpPr>
        <p:spPr>
          <a:xfrm>
            <a:off x="9385300" y="5639956"/>
            <a:ext cx="2340000" cy="368300"/>
          </a:xfrm>
          <a:prstGeom prst="rect">
            <a:avLst/>
          </a:prstGeom>
          <a:noFill/>
        </p:spPr>
        <p:txBody>
          <a:bodyPr wrap="square">
            <a:spAutoFit/>
          </a:bodyPr>
          <a:lstStyle/>
          <a:p>
            <a:r>
              <a:rPr lang="en-US" altLang="zh-CN" b="1" dirty="0"/>
              <a:t>WPS</a:t>
            </a:r>
            <a:r>
              <a:rPr lang="zh-CN" altLang="en-US" b="1" dirty="0"/>
              <a:t>文字的工作窗口</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8" name="图片 218" descr="D:\书稿《大学计算机应用基础教程》\3.插图\第4章 WPS文档编辑插图\4-3.jpg4-3"/>
          <p:cNvPicPr>
            <a:picLocks noChangeAspect="1" noChangeArrowheads="1"/>
          </p:cNvPicPr>
          <p:nvPr/>
        </p:nvPicPr>
        <p:blipFill>
          <a:blip r:embed="rId3"/>
          <a:srcRect/>
          <a:stretch>
            <a:fillRect/>
          </a:stretch>
        </p:blipFill>
        <p:spPr>
          <a:xfrm>
            <a:off x="1744980" y="1424305"/>
            <a:ext cx="9258300" cy="5207635"/>
          </a:xfrm>
          <a:prstGeom prst="rect">
            <a:avLst/>
          </a:prstGeom>
          <a:noFill/>
          <a:ln>
            <a:solidFill>
              <a:schemeClr val="bg1">
                <a:lumMod val="85000"/>
              </a:schemeClr>
            </a:solidFill>
          </a:ln>
        </p:spPr>
      </p:pic>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1.1</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创建和编辑文档</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sz="2800" b="1" spc="225" dirty="0">
                <a:solidFill>
                  <a:srgbClr val="006370"/>
                </a:solidFill>
                <a:latin typeface="微软雅黑" panose="020B0503020204020204" pitchFamily="34" charset="-122"/>
                <a:ea typeface="微软雅黑" panose="020B0503020204020204" pitchFamily="34" charset="-122"/>
              </a:rPr>
              <a:t>1</a:t>
            </a:r>
            <a:r>
              <a:rPr sz="2800" b="1" spc="225" dirty="0">
                <a:solidFill>
                  <a:srgbClr val="006370"/>
                </a:solidFill>
                <a:latin typeface="微软雅黑" panose="020B0503020204020204" pitchFamily="34" charset="-122"/>
                <a:ea typeface="微软雅黑" panose="020B0503020204020204" pitchFamily="34" charset="-122"/>
              </a:rPr>
              <a:t>.1.</a:t>
            </a:r>
            <a:r>
              <a:rPr lang="en-US" sz="2800" b="1" spc="225" dirty="0">
                <a:solidFill>
                  <a:srgbClr val="006370"/>
                </a:solidFill>
                <a:latin typeface="微软雅黑" panose="020B0503020204020204" pitchFamily="34" charset="-122"/>
                <a:ea typeface="微软雅黑" panose="020B0503020204020204" pitchFamily="34" charset="-122"/>
              </a:rPr>
              <a:t>3 WPS</a:t>
            </a:r>
            <a:r>
              <a:rPr lang="zh-CN" altLang="en-US" sz="2800" b="1" spc="225" dirty="0">
                <a:solidFill>
                  <a:srgbClr val="006370"/>
                </a:solidFill>
                <a:latin typeface="微软雅黑" panose="020B0503020204020204" pitchFamily="34" charset="-122"/>
                <a:ea typeface="微软雅黑" panose="020B0503020204020204" pitchFamily="34" charset="-122"/>
              </a:rPr>
              <a:t>的</a:t>
            </a:r>
            <a:r>
              <a:rPr lang="en-US" sz="2800" b="1" spc="225" dirty="0">
                <a:solidFill>
                  <a:srgbClr val="006370"/>
                </a:solidFill>
                <a:latin typeface="微软雅黑" panose="020B0503020204020204" pitchFamily="34" charset="-122"/>
                <a:ea typeface="微软雅黑" panose="020B0503020204020204" pitchFamily="34" charset="-122"/>
                <a:sym typeface="+mn-ea"/>
              </a:rPr>
              <a:t>工作窗口组成</a:t>
            </a:r>
          </a:p>
        </p:txBody>
      </p:sp>
      <p:sp>
        <p:nvSpPr>
          <p:cNvPr id="1073744028" name="Text Box 27"/>
          <p:cNvSpPr txBox="1"/>
          <p:nvPr/>
        </p:nvSpPr>
        <p:spPr>
          <a:xfrm>
            <a:off x="832485" y="4697095"/>
            <a:ext cx="329565" cy="274320"/>
          </a:xfrm>
          <a:prstGeom prst="rect">
            <a:avLst/>
          </a:prstGeom>
          <a:noFill/>
          <a:ln w="9525">
            <a:noFill/>
          </a:ln>
        </p:spPr>
        <p:txBody>
          <a:bodyPr/>
          <a:lstStyle/>
          <a:p>
            <a:pPr indent="0" algn="ctr" fontAlgn="auto">
              <a:lnSpc>
                <a:spcPct val="100000"/>
              </a:lnSpc>
            </a:pPr>
            <a:r>
              <a:rPr lang="zh-CN" altLang="en-US">
                <a:latin typeface="微软雅黑" panose="020B0503020204020204" pitchFamily="34" charset="-122"/>
                <a:ea typeface="微软雅黑" panose="020B0503020204020204" pitchFamily="34" charset="-122"/>
              </a:rPr>
              <a:t>垂直标尺</a:t>
            </a:r>
          </a:p>
          <a:p>
            <a:endParaRPr lang="zh-CN" altLang="en-US">
              <a:latin typeface="微软雅黑" panose="020B0503020204020204" pitchFamily="34" charset="-122"/>
              <a:ea typeface="微软雅黑" panose="020B0503020204020204" pitchFamily="34" charset="-122"/>
            </a:endParaRPr>
          </a:p>
        </p:txBody>
      </p:sp>
      <p:sp>
        <p:nvSpPr>
          <p:cNvPr id="1073744029" name="直接连接符 1073744028"/>
          <p:cNvSpPr/>
          <p:nvPr/>
        </p:nvSpPr>
        <p:spPr>
          <a:xfrm rot="5400000" flipV="1">
            <a:off x="1453515" y="4971415"/>
            <a:ext cx="10160" cy="682625"/>
          </a:xfrm>
          <a:prstGeom prst="line">
            <a:avLst/>
          </a:prstGeom>
          <a:ln w="6350" cap="flat" cmpd="sng">
            <a:solidFill>
              <a:srgbClr val="000000"/>
            </a:solidFill>
            <a:prstDash val="solid"/>
            <a:miter/>
            <a:headEnd type="none" w="med" len="med"/>
            <a:tailEnd type="oval" w="med" len="med"/>
          </a:ln>
        </p:spPr>
      </p:sp>
      <p:sp>
        <p:nvSpPr>
          <p:cNvPr id="1073744421" name="直接连接符 1073744420"/>
          <p:cNvSpPr/>
          <p:nvPr/>
        </p:nvSpPr>
        <p:spPr>
          <a:xfrm rot="10800000" flipV="1">
            <a:off x="3275330" y="6118860"/>
            <a:ext cx="635" cy="431165"/>
          </a:xfrm>
          <a:prstGeom prst="line">
            <a:avLst/>
          </a:prstGeom>
          <a:ln w="6350" cap="flat" cmpd="sng">
            <a:solidFill>
              <a:srgbClr val="000000"/>
            </a:solidFill>
            <a:prstDash val="solid"/>
            <a:miter/>
            <a:headEnd type="none" w="med" len="med"/>
            <a:tailEnd type="oval" w="med" len="med"/>
          </a:ln>
        </p:spPr>
      </p:sp>
      <p:sp>
        <p:nvSpPr>
          <p:cNvPr id="1073744424" name="Text Box 19"/>
          <p:cNvSpPr txBox="1"/>
          <p:nvPr/>
        </p:nvSpPr>
        <p:spPr>
          <a:xfrm>
            <a:off x="2988945" y="3244850"/>
            <a:ext cx="537210" cy="274320"/>
          </a:xfrm>
          <a:prstGeom prst="rect">
            <a:avLst/>
          </a:prstGeom>
          <a:noFill/>
          <a:ln w="9525">
            <a:noFill/>
          </a:ln>
        </p:spPr>
        <p:txBody>
          <a:bodyPr/>
          <a:lstStyle/>
          <a:p>
            <a:pPr indent="0" algn="ctr" fontAlgn="auto">
              <a:lnSpc>
                <a:spcPct val="100000"/>
              </a:lnSpc>
            </a:pPr>
            <a:r>
              <a:rPr lang="zh-CN" altLang="en-US">
                <a:latin typeface="微软雅黑" panose="020B0503020204020204" pitchFamily="34" charset="-122"/>
                <a:ea typeface="微软雅黑" panose="020B0503020204020204" pitchFamily="34" charset="-122"/>
              </a:rPr>
              <a:t>文档编辑区</a:t>
            </a:r>
          </a:p>
          <a:p>
            <a:endParaRPr lang="zh-CN" altLang="en-US">
              <a:latin typeface="微软雅黑" panose="020B0503020204020204" pitchFamily="34" charset="-122"/>
              <a:ea typeface="微软雅黑" panose="020B0503020204020204" pitchFamily="34" charset="-122"/>
            </a:endParaRPr>
          </a:p>
        </p:txBody>
      </p:sp>
      <p:sp>
        <p:nvSpPr>
          <p:cNvPr id="1073744420" name="直接连接符 1073744419"/>
          <p:cNvSpPr/>
          <p:nvPr/>
        </p:nvSpPr>
        <p:spPr>
          <a:xfrm rot="5400000" flipV="1">
            <a:off x="4132580" y="3124200"/>
            <a:ext cx="635" cy="1479550"/>
          </a:xfrm>
          <a:prstGeom prst="line">
            <a:avLst/>
          </a:prstGeom>
          <a:ln w="6350" cap="flat" cmpd="sng">
            <a:solidFill>
              <a:srgbClr val="000000"/>
            </a:solidFill>
            <a:prstDash val="solid"/>
            <a:miter/>
            <a:headEnd type="none" w="med" len="med"/>
            <a:tailEnd type="oval" w="med" len="med"/>
          </a:ln>
        </p:spPr>
      </p:sp>
      <p:sp>
        <p:nvSpPr>
          <p:cNvPr id="1073744027" name="直接连接符 1073744026"/>
          <p:cNvSpPr/>
          <p:nvPr/>
        </p:nvSpPr>
        <p:spPr>
          <a:xfrm flipH="1" flipV="1">
            <a:off x="4447540" y="2249170"/>
            <a:ext cx="8890" cy="905510"/>
          </a:xfrm>
          <a:prstGeom prst="line">
            <a:avLst/>
          </a:prstGeom>
          <a:ln w="6350" cap="flat" cmpd="sng">
            <a:solidFill>
              <a:srgbClr val="000000"/>
            </a:solidFill>
            <a:prstDash val="solid"/>
            <a:miter/>
            <a:headEnd type="none" w="med" len="med"/>
            <a:tailEnd type="oval" w="med" len="med"/>
          </a:ln>
        </p:spPr>
      </p:sp>
      <p:sp>
        <p:nvSpPr>
          <p:cNvPr id="1073744423" name="Text Box 29"/>
          <p:cNvSpPr txBox="1"/>
          <p:nvPr/>
        </p:nvSpPr>
        <p:spPr>
          <a:xfrm>
            <a:off x="3526155" y="3154680"/>
            <a:ext cx="1798320" cy="274320"/>
          </a:xfrm>
          <a:prstGeom prst="rect">
            <a:avLst/>
          </a:prstGeom>
          <a:noFill/>
          <a:ln w="9525">
            <a:noFill/>
          </a:ln>
        </p:spPr>
        <p:txBody>
          <a:bodyPr/>
          <a:lstStyle/>
          <a:p>
            <a:pPr indent="0" algn="ctr" fontAlgn="auto">
              <a:lnSpc>
                <a:spcPct val="100000"/>
              </a:lnSpc>
            </a:pPr>
            <a:r>
              <a:rPr lang="zh-CN" altLang="en-US">
                <a:latin typeface="微软雅黑" panose="020B0503020204020204" pitchFamily="34" charset="-122"/>
                <a:ea typeface="微软雅黑" panose="020B0503020204020204" pitchFamily="34" charset="-122"/>
              </a:rPr>
              <a:t>水平标尺</a:t>
            </a:r>
          </a:p>
          <a:p>
            <a:endParaRPr lang="zh-CN" altLang="en-US">
              <a:latin typeface="微软雅黑" panose="020B0503020204020204" pitchFamily="34" charset="-122"/>
              <a:ea typeface="微软雅黑" panose="020B0503020204020204" pitchFamily="34" charset="-122"/>
            </a:endParaRPr>
          </a:p>
        </p:txBody>
      </p:sp>
      <p:sp>
        <p:nvSpPr>
          <p:cNvPr id="1073744422" name="Text Box 22"/>
          <p:cNvSpPr txBox="1"/>
          <p:nvPr/>
        </p:nvSpPr>
        <p:spPr>
          <a:xfrm>
            <a:off x="8533765" y="5635625"/>
            <a:ext cx="1758315" cy="274320"/>
          </a:xfrm>
          <a:prstGeom prst="rect">
            <a:avLst/>
          </a:prstGeom>
          <a:noFill/>
          <a:ln w="9525">
            <a:noFill/>
          </a:ln>
        </p:spPr>
        <p:txBody>
          <a:bodyPr/>
          <a:lstStyle/>
          <a:p>
            <a:pPr indent="0" algn="ctr" fontAlgn="auto">
              <a:lnSpc>
                <a:spcPct val="100000"/>
              </a:lnSpc>
            </a:pPr>
            <a:r>
              <a:rPr lang="zh-CN" altLang="en-US">
                <a:latin typeface="微软雅黑" panose="020B0503020204020204" pitchFamily="34" charset="-122"/>
                <a:ea typeface="微软雅黑" panose="020B0503020204020204" pitchFamily="34" charset="-122"/>
              </a:rPr>
              <a:t>显示比例</a:t>
            </a:r>
          </a:p>
          <a:p>
            <a:endParaRPr lang="zh-CN" altLang="en-US">
              <a:latin typeface="微软雅黑" panose="020B0503020204020204" pitchFamily="34" charset="-122"/>
              <a:ea typeface="微软雅黑" panose="020B0503020204020204" pitchFamily="34" charset="-122"/>
            </a:endParaRPr>
          </a:p>
        </p:txBody>
      </p:sp>
      <p:sp>
        <p:nvSpPr>
          <p:cNvPr id="1073744025" name="直接连接符 1073744024"/>
          <p:cNvSpPr/>
          <p:nvPr/>
        </p:nvSpPr>
        <p:spPr>
          <a:xfrm flipV="1">
            <a:off x="8634730" y="5217160"/>
            <a:ext cx="635" cy="1332865"/>
          </a:xfrm>
          <a:prstGeom prst="line">
            <a:avLst/>
          </a:prstGeom>
          <a:ln w="6350" cap="flat" cmpd="sng">
            <a:solidFill>
              <a:srgbClr val="000000"/>
            </a:solidFill>
            <a:prstDash val="solid"/>
            <a:miter/>
            <a:headEnd type="none" w="med" len="med"/>
            <a:tailEnd type="oval" w="med" len="med"/>
          </a:ln>
        </p:spPr>
      </p:sp>
      <p:sp>
        <p:nvSpPr>
          <p:cNvPr id="1073744024" name="直接连接符 1073744023"/>
          <p:cNvSpPr/>
          <p:nvPr/>
        </p:nvSpPr>
        <p:spPr>
          <a:xfrm rot="10800000" flipH="1" flipV="1">
            <a:off x="9416415" y="5983605"/>
            <a:ext cx="8890" cy="566420"/>
          </a:xfrm>
          <a:prstGeom prst="line">
            <a:avLst/>
          </a:prstGeom>
          <a:ln w="6350" cap="flat" cmpd="sng">
            <a:solidFill>
              <a:srgbClr val="000000"/>
            </a:solidFill>
            <a:prstDash val="solid"/>
            <a:miter/>
            <a:headEnd type="none" w="med" len="med"/>
            <a:tailEnd type="oval" w="med" len="med"/>
          </a:ln>
        </p:spPr>
      </p:sp>
      <p:sp>
        <p:nvSpPr>
          <p:cNvPr id="1073744419" name="直接连接符 1073744418"/>
          <p:cNvSpPr/>
          <p:nvPr/>
        </p:nvSpPr>
        <p:spPr>
          <a:xfrm flipV="1">
            <a:off x="10941685" y="4022725"/>
            <a:ext cx="635" cy="1479550"/>
          </a:xfrm>
          <a:prstGeom prst="line">
            <a:avLst/>
          </a:prstGeom>
          <a:ln w="6350" cap="flat" cmpd="sng">
            <a:solidFill>
              <a:srgbClr val="000000"/>
            </a:solidFill>
            <a:prstDash val="solid"/>
            <a:miter/>
            <a:headEnd type="none" w="med" len="med"/>
            <a:tailEnd type="oval" w="med" len="med"/>
          </a:ln>
        </p:spPr>
      </p:sp>
      <p:sp>
        <p:nvSpPr>
          <p:cNvPr id="1073744418" name="Text Box 25"/>
          <p:cNvSpPr txBox="1"/>
          <p:nvPr/>
        </p:nvSpPr>
        <p:spPr>
          <a:xfrm>
            <a:off x="10332720" y="5680075"/>
            <a:ext cx="1452245" cy="274320"/>
          </a:xfrm>
          <a:prstGeom prst="rect">
            <a:avLst/>
          </a:prstGeom>
          <a:noFill/>
          <a:ln w="9525">
            <a:noFill/>
          </a:ln>
        </p:spPr>
        <p:txBody>
          <a:bodyPr/>
          <a:lstStyle/>
          <a:p>
            <a:pPr indent="0" algn="ctr">
              <a:lnSpc>
                <a:spcPct val="2000"/>
              </a:lnSpc>
            </a:pPr>
            <a:r>
              <a:rPr lang="zh-CN" altLang="en-US">
                <a:latin typeface="微软雅黑" panose="020B0503020204020204" pitchFamily="34" charset="-122"/>
                <a:ea typeface="微软雅黑" panose="020B0503020204020204" pitchFamily="34" charset="-122"/>
              </a:rPr>
              <a:t>滚动条</a:t>
            </a:r>
          </a:p>
          <a:p>
            <a:endParaRPr lang="zh-CN" altLang="en-US">
              <a:latin typeface="微软雅黑" panose="020B0503020204020204" pitchFamily="34" charset="-122"/>
              <a:ea typeface="微软雅黑" panose="020B0503020204020204" pitchFamily="34" charset="-122"/>
            </a:endParaRPr>
          </a:p>
        </p:txBody>
      </p:sp>
      <p:sp>
        <p:nvSpPr>
          <p:cNvPr id="2" name="Text Box 16"/>
          <p:cNvSpPr txBox="1"/>
          <p:nvPr/>
        </p:nvSpPr>
        <p:spPr>
          <a:xfrm>
            <a:off x="2609850" y="5983605"/>
            <a:ext cx="1330960" cy="274320"/>
          </a:xfrm>
          <a:prstGeom prst="rect">
            <a:avLst/>
          </a:prstGeom>
          <a:noFill/>
          <a:ln w="9525">
            <a:noFill/>
          </a:ln>
        </p:spPr>
        <p:txBody>
          <a:bodyPr/>
          <a:lstStyle/>
          <a:p>
            <a:pPr indent="0" algn="ctr">
              <a:lnSpc>
                <a:spcPct val="2000"/>
              </a:lnSpc>
            </a:pPr>
            <a:r>
              <a:rPr lang="zh-CN" altLang="en-US">
                <a:latin typeface="微软雅黑" panose="020B0503020204020204" pitchFamily="34" charset="-122"/>
                <a:ea typeface="微软雅黑" panose="020B0503020204020204" pitchFamily="34" charset="-122"/>
              </a:rPr>
              <a:t>状态栏</a:t>
            </a:r>
          </a:p>
          <a:p>
            <a:endParaRPr lang="zh-CN" altLang="en-US">
              <a:latin typeface="微软雅黑" panose="020B0503020204020204" pitchFamily="34" charset="-122"/>
              <a:ea typeface="微软雅黑" panose="020B0503020204020204" pitchFamily="34" charset="-122"/>
            </a:endParaRPr>
          </a:p>
        </p:txBody>
      </p:sp>
      <p:sp>
        <p:nvSpPr>
          <p:cNvPr id="4" name="Text Box 22"/>
          <p:cNvSpPr txBox="1"/>
          <p:nvPr/>
        </p:nvSpPr>
        <p:spPr>
          <a:xfrm>
            <a:off x="8084820" y="4824095"/>
            <a:ext cx="1247775" cy="274320"/>
          </a:xfrm>
          <a:prstGeom prst="rect">
            <a:avLst/>
          </a:prstGeom>
          <a:noFill/>
          <a:ln w="9525">
            <a:noFill/>
          </a:ln>
        </p:spPr>
        <p:txBody>
          <a:bodyPr/>
          <a:lstStyle/>
          <a:p>
            <a:r>
              <a:rPr lang="zh-CN" altLang="en-US">
                <a:latin typeface="微软雅黑" panose="020B0503020204020204" pitchFamily="34" charset="-122"/>
                <a:ea typeface="微软雅黑" panose="020B0503020204020204" pitchFamily="34" charset="-122"/>
              </a:rPr>
              <a:t>视图按钮</a:t>
            </a:r>
          </a:p>
        </p:txBody>
      </p:sp>
      <p:sp>
        <p:nvSpPr>
          <p:cNvPr id="5" name="直接连接符 4"/>
          <p:cNvSpPr/>
          <p:nvPr/>
        </p:nvSpPr>
        <p:spPr>
          <a:xfrm flipH="1" flipV="1">
            <a:off x="3393440" y="1767840"/>
            <a:ext cx="8890" cy="905510"/>
          </a:xfrm>
          <a:prstGeom prst="line">
            <a:avLst/>
          </a:prstGeom>
          <a:ln w="6350" cap="flat" cmpd="sng">
            <a:solidFill>
              <a:srgbClr val="000000"/>
            </a:solidFill>
            <a:prstDash val="solid"/>
            <a:miter/>
            <a:headEnd type="none" w="med" len="med"/>
            <a:tailEnd type="oval" w="med" len="med"/>
          </a:ln>
        </p:spPr>
      </p:sp>
      <p:sp>
        <p:nvSpPr>
          <p:cNvPr id="6" name="Text Box 29"/>
          <p:cNvSpPr txBox="1"/>
          <p:nvPr/>
        </p:nvSpPr>
        <p:spPr>
          <a:xfrm>
            <a:off x="2966085" y="2635885"/>
            <a:ext cx="903605" cy="274320"/>
          </a:xfrm>
          <a:prstGeom prst="rect">
            <a:avLst/>
          </a:prstGeom>
          <a:noFill/>
          <a:ln w="9525">
            <a:noFill/>
          </a:ln>
        </p:spPr>
        <p:txBody>
          <a:bodyPr/>
          <a:lstStyle/>
          <a:p>
            <a:r>
              <a:rPr lang="zh-CN" altLang="en-US">
                <a:latin typeface="微软雅黑" panose="020B0503020204020204" pitchFamily="34" charset="-122"/>
                <a:ea typeface="微软雅黑" panose="020B0503020204020204" pitchFamily="34" charset="-122"/>
              </a:rPr>
              <a:t>选项卡</a:t>
            </a:r>
          </a:p>
        </p:txBody>
      </p:sp>
      <p:sp>
        <p:nvSpPr>
          <p:cNvPr id="7" name="直接连接符 6"/>
          <p:cNvSpPr/>
          <p:nvPr/>
        </p:nvSpPr>
        <p:spPr>
          <a:xfrm flipH="1" flipV="1">
            <a:off x="5794375" y="2065020"/>
            <a:ext cx="8890" cy="905510"/>
          </a:xfrm>
          <a:prstGeom prst="line">
            <a:avLst/>
          </a:prstGeom>
          <a:ln w="6350" cap="flat" cmpd="sng">
            <a:solidFill>
              <a:srgbClr val="000000"/>
            </a:solidFill>
            <a:prstDash val="solid"/>
            <a:miter/>
            <a:headEnd type="none" w="med" len="med"/>
            <a:tailEnd type="oval" w="med" len="med"/>
          </a:ln>
        </p:spPr>
      </p:sp>
      <p:sp>
        <p:nvSpPr>
          <p:cNvPr id="8" name="Text Box 29"/>
          <p:cNvSpPr txBox="1"/>
          <p:nvPr/>
        </p:nvSpPr>
        <p:spPr>
          <a:xfrm>
            <a:off x="5324475" y="2970530"/>
            <a:ext cx="1346835" cy="274320"/>
          </a:xfrm>
          <a:prstGeom prst="rect">
            <a:avLst/>
          </a:prstGeom>
          <a:noFill/>
          <a:ln w="9525">
            <a:noFill/>
          </a:ln>
        </p:spPr>
        <p:txBody>
          <a:bodyPr/>
          <a:lstStyle/>
          <a:p>
            <a:r>
              <a:rPr lang="zh-CN" altLang="en-US">
                <a:latin typeface="微软雅黑" panose="020B0503020204020204" pitchFamily="34" charset="-122"/>
                <a:ea typeface="微软雅黑" panose="020B0503020204020204" pitchFamily="34" charset="-122"/>
              </a:rPr>
              <a:t>功能区</a:t>
            </a:r>
          </a:p>
        </p:txBody>
      </p:sp>
      <p:sp>
        <p:nvSpPr>
          <p:cNvPr id="9" name="直接连接符 8"/>
          <p:cNvSpPr/>
          <p:nvPr/>
        </p:nvSpPr>
        <p:spPr>
          <a:xfrm flipH="1" flipV="1">
            <a:off x="2799080" y="1530985"/>
            <a:ext cx="8890" cy="905510"/>
          </a:xfrm>
          <a:prstGeom prst="line">
            <a:avLst/>
          </a:prstGeom>
          <a:ln w="6350" cap="flat" cmpd="sng">
            <a:solidFill>
              <a:srgbClr val="000000"/>
            </a:solidFill>
            <a:prstDash val="solid"/>
            <a:miter/>
            <a:headEnd type="none" w="med" len="med"/>
            <a:tailEnd type="oval" w="med" len="med"/>
          </a:ln>
        </p:spPr>
      </p:sp>
      <p:sp>
        <p:nvSpPr>
          <p:cNvPr id="10" name="Text Box 29"/>
          <p:cNvSpPr txBox="1"/>
          <p:nvPr/>
        </p:nvSpPr>
        <p:spPr>
          <a:xfrm>
            <a:off x="2371725" y="2363470"/>
            <a:ext cx="903605" cy="274320"/>
          </a:xfrm>
          <a:prstGeom prst="rect">
            <a:avLst/>
          </a:prstGeom>
          <a:noFill/>
          <a:ln w="9525">
            <a:noFill/>
          </a:ln>
        </p:spPr>
        <p:txBody>
          <a:bodyPr/>
          <a:lstStyle/>
          <a:p>
            <a:r>
              <a:rPr lang="zh-CN" altLang="en-US">
                <a:latin typeface="微软雅黑" panose="020B0503020204020204" pitchFamily="34" charset="-122"/>
                <a:ea typeface="微软雅黑" panose="020B0503020204020204" pitchFamily="34" charset="-122"/>
              </a:rPr>
              <a:t>标签页</a:t>
            </a:r>
          </a:p>
        </p:txBody>
      </p:sp>
      <p:sp>
        <p:nvSpPr>
          <p:cNvPr id="13" name="直接连接符 12"/>
          <p:cNvSpPr/>
          <p:nvPr/>
        </p:nvSpPr>
        <p:spPr>
          <a:xfrm flipH="1" flipV="1">
            <a:off x="1976755" y="1803400"/>
            <a:ext cx="8890" cy="905510"/>
          </a:xfrm>
          <a:prstGeom prst="line">
            <a:avLst/>
          </a:prstGeom>
          <a:ln w="6350" cap="flat" cmpd="sng">
            <a:solidFill>
              <a:srgbClr val="000000"/>
            </a:solidFill>
            <a:prstDash val="solid"/>
            <a:miter/>
            <a:headEnd type="none" w="med" len="med"/>
            <a:tailEnd type="oval" w="med" len="med"/>
          </a:ln>
        </p:spPr>
      </p:sp>
      <p:sp>
        <p:nvSpPr>
          <p:cNvPr id="14" name="Text Box 29"/>
          <p:cNvSpPr txBox="1"/>
          <p:nvPr/>
        </p:nvSpPr>
        <p:spPr>
          <a:xfrm>
            <a:off x="1449705" y="2635885"/>
            <a:ext cx="1172210" cy="274320"/>
          </a:xfrm>
          <a:prstGeom prst="rect">
            <a:avLst/>
          </a:prstGeom>
          <a:noFill/>
          <a:ln w="9525">
            <a:noFill/>
          </a:ln>
        </p:spPr>
        <p:txBody>
          <a:bodyPr/>
          <a:lstStyle/>
          <a:p>
            <a:r>
              <a:rPr lang="zh-CN" altLang="en-US">
                <a:latin typeface="微软雅黑" panose="020B0503020204020204" pitchFamily="34" charset="-122"/>
                <a:ea typeface="微软雅黑" panose="020B0503020204020204" pitchFamily="34" charset="-122"/>
              </a:rPr>
              <a:t>文件按钮</a:t>
            </a:r>
          </a:p>
        </p:txBody>
      </p:sp>
      <p:sp>
        <p:nvSpPr>
          <p:cNvPr id="15" name="直接连接符 14"/>
          <p:cNvSpPr/>
          <p:nvPr/>
        </p:nvSpPr>
        <p:spPr>
          <a:xfrm flipH="1" flipV="1">
            <a:off x="10738485" y="1602105"/>
            <a:ext cx="8890" cy="905510"/>
          </a:xfrm>
          <a:prstGeom prst="line">
            <a:avLst/>
          </a:prstGeom>
          <a:ln w="6350" cap="flat" cmpd="sng">
            <a:solidFill>
              <a:srgbClr val="000000"/>
            </a:solidFill>
            <a:prstDash val="solid"/>
            <a:miter/>
            <a:headEnd type="none" w="med" len="med"/>
            <a:tailEnd type="oval" w="med" len="med"/>
          </a:ln>
        </p:spPr>
      </p:sp>
      <p:sp>
        <p:nvSpPr>
          <p:cNvPr id="16" name="Text Box 29"/>
          <p:cNvSpPr txBox="1"/>
          <p:nvPr/>
        </p:nvSpPr>
        <p:spPr>
          <a:xfrm>
            <a:off x="9925685" y="2507615"/>
            <a:ext cx="1689735" cy="274320"/>
          </a:xfrm>
          <a:prstGeom prst="rect">
            <a:avLst/>
          </a:prstGeom>
          <a:noFill/>
          <a:ln w="9525">
            <a:noFill/>
          </a:ln>
        </p:spPr>
        <p:txBody>
          <a:bodyPr/>
          <a:lstStyle/>
          <a:p>
            <a:r>
              <a:rPr lang="zh-CN" altLang="en-US">
                <a:latin typeface="微软雅黑" panose="020B0503020204020204" pitchFamily="34" charset="-122"/>
                <a:ea typeface="微软雅黑" panose="020B0503020204020204" pitchFamily="34" charset="-122"/>
              </a:rPr>
              <a:t>窗口控制按钮</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1.1</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创建和编辑文档</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sz="2800" b="1" spc="225" dirty="0">
                <a:solidFill>
                  <a:srgbClr val="006370"/>
                </a:solidFill>
                <a:latin typeface="微软雅黑" panose="020B0503020204020204" pitchFamily="34" charset="-122"/>
                <a:ea typeface="微软雅黑" panose="020B0503020204020204" pitchFamily="34" charset="-122"/>
              </a:rPr>
              <a:t>1</a:t>
            </a:r>
            <a:r>
              <a:rPr sz="2800" b="1" spc="225" dirty="0">
                <a:solidFill>
                  <a:srgbClr val="006370"/>
                </a:solidFill>
                <a:latin typeface="微软雅黑" panose="020B0503020204020204" pitchFamily="34" charset="-122"/>
                <a:ea typeface="微软雅黑" panose="020B0503020204020204" pitchFamily="34" charset="-122"/>
              </a:rPr>
              <a:t>.1.</a:t>
            </a:r>
            <a:r>
              <a:rPr lang="en-US" sz="2800" b="1" spc="225" dirty="0">
                <a:solidFill>
                  <a:srgbClr val="006370"/>
                </a:solidFill>
                <a:latin typeface="微软雅黑" panose="020B0503020204020204" pitchFamily="34" charset="-122"/>
                <a:ea typeface="微软雅黑" panose="020B0503020204020204" pitchFamily="34" charset="-122"/>
              </a:rPr>
              <a:t>3 </a:t>
            </a:r>
            <a:r>
              <a:rPr lang="en-US" sz="2800" b="1" spc="225" dirty="0">
                <a:solidFill>
                  <a:srgbClr val="006370"/>
                </a:solidFill>
                <a:latin typeface="微软雅黑" panose="020B0503020204020204" pitchFamily="34" charset="-122"/>
                <a:ea typeface="微软雅黑" panose="020B0503020204020204" pitchFamily="34" charset="-122"/>
                <a:sym typeface="+mn-ea"/>
              </a:rPr>
              <a:t>WPS文字的基本操作</a:t>
            </a:r>
          </a:p>
        </p:txBody>
      </p:sp>
      <p:sp>
        <p:nvSpPr>
          <p:cNvPr id="3" name="文本框 2"/>
          <p:cNvSpPr txBox="1"/>
          <p:nvPr/>
        </p:nvSpPr>
        <p:spPr>
          <a:xfrm>
            <a:off x="865964" y="1276027"/>
            <a:ext cx="10664190" cy="968375"/>
          </a:xfrm>
          <a:prstGeom prst="rect">
            <a:avLst/>
          </a:prstGeom>
          <a:noFill/>
        </p:spPr>
        <p:txBody>
          <a:bodyPr wrap="square" rtlCol="0" anchor="t">
            <a:spAutoFit/>
          </a:bodyPr>
          <a:lstStyle/>
          <a:p>
            <a:pPr marL="285750" fontAlgn="auto">
              <a:lnSpc>
                <a:spcPct val="150000"/>
              </a:lnSpc>
            </a:pPr>
            <a:r>
              <a:rPr sz="2000" b="1" dirty="0"/>
              <a:t>1.创建空白的新文档</a:t>
            </a:r>
          </a:p>
          <a:p>
            <a:pPr marL="285750" fontAlgn="auto">
              <a:lnSpc>
                <a:spcPct val="150000"/>
              </a:lnSpc>
            </a:pPr>
            <a:r>
              <a:t>第一次启动WPS Office，会弹出首页标签页，可以创建新文档或者打开最近的文档。</a:t>
            </a:r>
          </a:p>
        </p:txBody>
      </p:sp>
      <p:pic>
        <p:nvPicPr>
          <p:cNvPr id="238" name="图片 238" descr="D:\书稿《大学计算机应用基础教程》\3.插图\第4章 WPS文档编辑插图\4-4.jpg4-4"/>
          <p:cNvPicPr>
            <a:picLocks noChangeAspect="1" noChangeArrowheads="1"/>
          </p:cNvPicPr>
          <p:nvPr/>
        </p:nvPicPr>
        <p:blipFill>
          <a:blip r:embed="rId3"/>
          <a:srcRect/>
          <a:stretch>
            <a:fillRect/>
          </a:stretch>
        </p:blipFill>
        <p:spPr>
          <a:xfrm>
            <a:off x="2321560" y="2322195"/>
            <a:ext cx="7549515" cy="4246880"/>
          </a:xfrm>
          <a:prstGeom prst="rect">
            <a:avLst/>
          </a:prstGeom>
          <a:noFill/>
          <a:ln w="6350" cmpd="sng">
            <a:solidFill>
              <a:schemeClr val="bg1">
                <a:lumMod val="85000"/>
                <a:lumOff val="0"/>
              </a:schemeClr>
            </a:solidFill>
            <a:miter lim="800000"/>
            <a:headEnd/>
            <a:tailEnd/>
          </a:ln>
          <a:effectLst/>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1.1</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创建和编辑文档</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sz="2800" b="1" spc="225" dirty="0">
                <a:solidFill>
                  <a:srgbClr val="006370"/>
                </a:solidFill>
                <a:latin typeface="微软雅黑" panose="020B0503020204020204" pitchFamily="34" charset="-122"/>
                <a:ea typeface="微软雅黑" panose="020B0503020204020204" pitchFamily="34" charset="-122"/>
              </a:rPr>
              <a:t>1</a:t>
            </a:r>
            <a:r>
              <a:rPr sz="2800" b="1" spc="225" dirty="0">
                <a:solidFill>
                  <a:srgbClr val="006370"/>
                </a:solidFill>
                <a:latin typeface="微软雅黑" panose="020B0503020204020204" pitchFamily="34" charset="-122"/>
                <a:ea typeface="微软雅黑" panose="020B0503020204020204" pitchFamily="34" charset="-122"/>
              </a:rPr>
              <a:t>.1.</a:t>
            </a:r>
            <a:r>
              <a:rPr lang="en-US" sz="2800" b="1" spc="225" dirty="0">
                <a:solidFill>
                  <a:srgbClr val="006370"/>
                </a:solidFill>
                <a:latin typeface="微软雅黑" panose="020B0503020204020204" pitchFamily="34" charset="-122"/>
                <a:ea typeface="微软雅黑" panose="020B0503020204020204" pitchFamily="34" charset="-122"/>
              </a:rPr>
              <a:t>3 </a:t>
            </a:r>
            <a:r>
              <a:rPr lang="en-US" sz="2800" b="1" spc="225" dirty="0">
                <a:solidFill>
                  <a:srgbClr val="006370"/>
                </a:solidFill>
                <a:latin typeface="微软雅黑" panose="020B0503020204020204" pitchFamily="34" charset="-122"/>
                <a:ea typeface="微软雅黑" panose="020B0503020204020204" pitchFamily="34" charset="-122"/>
                <a:sym typeface="+mn-ea"/>
              </a:rPr>
              <a:t>WPS文字的基本操作</a:t>
            </a:r>
          </a:p>
        </p:txBody>
      </p:sp>
      <p:sp>
        <p:nvSpPr>
          <p:cNvPr id="3" name="文本框 2"/>
          <p:cNvSpPr txBox="1"/>
          <p:nvPr/>
        </p:nvSpPr>
        <p:spPr>
          <a:xfrm>
            <a:off x="865964" y="1276027"/>
            <a:ext cx="10664190" cy="968375"/>
          </a:xfrm>
          <a:prstGeom prst="rect">
            <a:avLst/>
          </a:prstGeom>
          <a:noFill/>
        </p:spPr>
        <p:txBody>
          <a:bodyPr wrap="square" rtlCol="0" anchor="t">
            <a:spAutoFit/>
          </a:bodyPr>
          <a:lstStyle/>
          <a:p>
            <a:pPr marL="285750" fontAlgn="auto">
              <a:lnSpc>
                <a:spcPct val="150000"/>
              </a:lnSpc>
            </a:pPr>
            <a:r>
              <a:rPr sz="2000" b="1" dirty="0"/>
              <a:t>2.利用模板创建新文档</a:t>
            </a:r>
          </a:p>
          <a:p>
            <a:pPr marL="285750" fontAlgn="auto">
              <a:lnSpc>
                <a:spcPct val="150000"/>
              </a:lnSpc>
            </a:pPr>
            <a:r>
              <a:t>利用特定的模板创建WPS文字文档，可以大大提高工作效率</a:t>
            </a:r>
          </a:p>
        </p:txBody>
      </p:sp>
      <p:pic>
        <p:nvPicPr>
          <p:cNvPr id="226" name="图片 226" descr="D:\书稿《大学计算机应用基础教程》\3.插图\第4章 WPS文档编辑插图\4-5.jpg4-5"/>
          <p:cNvPicPr>
            <a:picLocks noChangeAspect="1" noChangeArrowheads="1"/>
          </p:cNvPicPr>
          <p:nvPr/>
        </p:nvPicPr>
        <p:blipFill>
          <a:blip r:embed="rId3"/>
          <a:srcRect/>
          <a:stretch>
            <a:fillRect/>
          </a:stretch>
        </p:blipFill>
        <p:spPr>
          <a:xfrm>
            <a:off x="2522220" y="2322195"/>
            <a:ext cx="7471410" cy="4203065"/>
          </a:xfrm>
          <a:prstGeom prst="rect">
            <a:avLst/>
          </a:prstGeom>
          <a:noFill/>
          <a:ln>
            <a:noFill/>
          </a:ln>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1.1</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创建和编辑文档</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sz="2800" b="1" spc="225" dirty="0">
                <a:solidFill>
                  <a:srgbClr val="006370"/>
                </a:solidFill>
                <a:latin typeface="微软雅黑" panose="020B0503020204020204" pitchFamily="34" charset="-122"/>
                <a:ea typeface="微软雅黑" panose="020B0503020204020204" pitchFamily="34" charset="-122"/>
              </a:rPr>
              <a:t>1</a:t>
            </a:r>
            <a:r>
              <a:rPr sz="2800" b="1" spc="225" dirty="0">
                <a:solidFill>
                  <a:srgbClr val="006370"/>
                </a:solidFill>
                <a:latin typeface="微软雅黑" panose="020B0503020204020204" pitchFamily="34" charset="-122"/>
                <a:ea typeface="微软雅黑" panose="020B0503020204020204" pitchFamily="34" charset="-122"/>
              </a:rPr>
              <a:t>.1.</a:t>
            </a:r>
            <a:r>
              <a:rPr lang="en-US" sz="2800" b="1" spc="225" dirty="0">
                <a:solidFill>
                  <a:srgbClr val="006370"/>
                </a:solidFill>
                <a:latin typeface="微软雅黑" panose="020B0503020204020204" pitchFamily="34" charset="-122"/>
                <a:ea typeface="微软雅黑" panose="020B0503020204020204" pitchFamily="34" charset="-122"/>
              </a:rPr>
              <a:t>3 </a:t>
            </a:r>
            <a:r>
              <a:rPr lang="en-US" sz="2800" b="1" spc="225" dirty="0">
                <a:solidFill>
                  <a:srgbClr val="006370"/>
                </a:solidFill>
                <a:latin typeface="微软雅黑" panose="020B0503020204020204" pitchFamily="34" charset="-122"/>
                <a:ea typeface="微软雅黑" panose="020B0503020204020204" pitchFamily="34" charset="-122"/>
                <a:sym typeface="+mn-ea"/>
              </a:rPr>
              <a:t>WPS文字的基本操作</a:t>
            </a:r>
          </a:p>
        </p:txBody>
      </p:sp>
      <p:sp>
        <p:nvSpPr>
          <p:cNvPr id="3" name="文本框 2"/>
          <p:cNvSpPr txBox="1"/>
          <p:nvPr/>
        </p:nvSpPr>
        <p:spPr>
          <a:xfrm>
            <a:off x="865964" y="1276027"/>
            <a:ext cx="10664190" cy="968375"/>
          </a:xfrm>
          <a:prstGeom prst="rect">
            <a:avLst/>
          </a:prstGeom>
          <a:noFill/>
        </p:spPr>
        <p:txBody>
          <a:bodyPr wrap="square" rtlCol="0" anchor="t">
            <a:spAutoFit/>
          </a:bodyPr>
          <a:lstStyle/>
          <a:p>
            <a:pPr marL="285750" fontAlgn="auto">
              <a:lnSpc>
                <a:spcPct val="150000"/>
              </a:lnSpc>
            </a:pPr>
            <a:r>
              <a:rPr sz="2000" b="1" dirty="0"/>
              <a:t>2.利用模板创建新文档</a:t>
            </a:r>
          </a:p>
          <a:p>
            <a:pPr marL="285750" fontAlgn="auto">
              <a:lnSpc>
                <a:spcPct val="150000"/>
              </a:lnSpc>
            </a:pPr>
            <a:r>
              <a:t>如果找不到合适的模板，可以在窗口 “搜索联机模板”输入框中，输入检索的关键词，例如“行政公文”</a:t>
            </a:r>
          </a:p>
        </p:txBody>
      </p:sp>
      <p:pic>
        <p:nvPicPr>
          <p:cNvPr id="228" name="图片 228" descr="D:\书稿《大学计算机应用基础教程》\3.插图\第4章 WPS文档编辑插图\4-7.jpg4-7"/>
          <p:cNvPicPr>
            <a:picLocks noChangeAspect="1" noChangeArrowheads="1"/>
          </p:cNvPicPr>
          <p:nvPr/>
        </p:nvPicPr>
        <p:blipFill>
          <a:blip r:embed="rId3"/>
          <a:srcRect/>
          <a:stretch>
            <a:fillRect/>
          </a:stretch>
        </p:blipFill>
        <p:spPr>
          <a:xfrm>
            <a:off x="2314575" y="2322195"/>
            <a:ext cx="7767955" cy="4370070"/>
          </a:xfrm>
          <a:prstGeom prst="rect">
            <a:avLst/>
          </a:prstGeom>
          <a:noFill/>
          <a:ln>
            <a:solidFill>
              <a:schemeClr val="bg1">
                <a:lumMod val="85000"/>
              </a:schemeClr>
            </a:solidFill>
          </a:ln>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1.1</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创建和编辑文档</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sz="2800" b="1" spc="225" dirty="0">
                <a:solidFill>
                  <a:srgbClr val="006370"/>
                </a:solidFill>
                <a:latin typeface="微软雅黑" panose="020B0503020204020204" pitchFamily="34" charset="-122"/>
                <a:ea typeface="微软雅黑" panose="020B0503020204020204" pitchFamily="34" charset="-122"/>
                <a:sym typeface="+mn-ea"/>
              </a:rPr>
              <a:t>1</a:t>
            </a:r>
            <a:r>
              <a:rPr sz="2800" b="1" spc="225" dirty="0">
                <a:solidFill>
                  <a:srgbClr val="006370"/>
                </a:solidFill>
                <a:latin typeface="微软雅黑" panose="020B0503020204020204" pitchFamily="34" charset="-122"/>
                <a:ea typeface="微软雅黑" panose="020B0503020204020204" pitchFamily="34" charset="-122"/>
                <a:sym typeface="+mn-ea"/>
              </a:rPr>
              <a:t>.1.</a:t>
            </a:r>
            <a:r>
              <a:rPr lang="en-US" sz="2800" b="1" spc="225" dirty="0">
                <a:solidFill>
                  <a:srgbClr val="006370"/>
                </a:solidFill>
                <a:latin typeface="微软雅黑" panose="020B0503020204020204" pitchFamily="34" charset="-122"/>
                <a:ea typeface="微软雅黑" panose="020B0503020204020204" pitchFamily="34" charset="-122"/>
                <a:sym typeface="+mn-ea"/>
              </a:rPr>
              <a:t>3 WPS文字的基本操作</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970280" y="1342390"/>
            <a:ext cx="10797540" cy="1383665"/>
          </a:xfrm>
          <a:prstGeom prst="rect">
            <a:avLst/>
          </a:prstGeom>
          <a:noFill/>
        </p:spPr>
        <p:txBody>
          <a:bodyPr wrap="square" rtlCol="0" anchor="t">
            <a:spAutoFit/>
          </a:bodyPr>
          <a:lstStyle/>
          <a:p>
            <a:pPr marL="285750" fontAlgn="auto">
              <a:lnSpc>
                <a:spcPct val="150000"/>
              </a:lnSpc>
            </a:pPr>
            <a:r>
              <a:rPr sz="2000" b="1" dirty="0"/>
              <a:t>3.保存WPS文字文档</a:t>
            </a:r>
          </a:p>
          <a:p>
            <a:pPr marL="285750" fontAlgn="auto">
              <a:lnSpc>
                <a:spcPct val="150000"/>
              </a:lnSpc>
            </a:pPr>
            <a:r>
              <a:t>可以按照原来的文件名保存WPS文字文档，也可以用不同的名称或在不同位置保存文档的副本，还可以以另外的文件扩展名保存文档，以便于在其他应用程序中使用</a:t>
            </a:r>
          </a:p>
        </p:txBody>
      </p:sp>
      <p:pic>
        <p:nvPicPr>
          <p:cNvPr id="2" name="图片 234" descr="D:\书稿《大学计算机应用基础教程》\3.插图\第4章 WPS文档编辑插图\4-8.jpg4-8"/>
          <p:cNvPicPr>
            <a:picLocks noChangeAspect="1" noChangeArrowheads="1"/>
          </p:cNvPicPr>
          <p:nvPr/>
        </p:nvPicPr>
        <p:blipFill>
          <a:blip r:embed="rId3"/>
          <a:srcRect/>
          <a:stretch>
            <a:fillRect/>
          </a:stretch>
        </p:blipFill>
        <p:spPr>
          <a:xfrm>
            <a:off x="2997200" y="2726055"/>
            <a:ext cx="6744335" cy="3794125"/>
          </a:xfrm>
          <a:prstGeom prst="rect">
            <a:avLst/>
          </a:prstGeom>
          <a:noFill/>
          <a:ln>
            <a:noFill/>
          </a:ln>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1.1</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创建和编辑文档</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sz="2800" b="1" spc="225" dirty="0">
                <a:solidFill>
                  <a:srgbClr val="006370"/>
                </a:solidFill>
                <a:latin typeface="微软雅黑" panose="020B0503020204020204" pitchFamily="34" charset="-122"/>
                <a:ea typeface="微软雅黑" panose="020B0503020204020204" pitchFamily="34" charset="-122"/>
              </a:rPr>
              <a:t>1</a:t>
            </a:r>
            <a:r>
              <a:rPr sz="2800" b="1" spc="225" dirty="0">
                <a:solidFill>
                  <a:srgbClr val="006370"/>
                </a:solidFill>
                <a:latin typeface="微软雅黑" panose="020B0503020204020204" pitchFamily="34" charset="-122"/>
                <a:ea typeface="微软雅黑" panose="020B0503020204020204" pitchFamily="34" charset="-122"/>
              </a:rPr>
              <a:t>.1.</a:t>
            </a:r>
            <a:r>
              <a:rPr lang="en-US" sz="2800" b="1" spc="225" dirty="0">
                <a:solidFill>
                  <a:srgbClr val="006370"/>
                </a:solidFill>
                <a:latin typeface="微软雅黑" panose="020B0503020204020204" pitchFamily="34" charset="-122"/>
                <a:ea typeface="微软雅黑" panose="020B0503020204020204" pitchFamily="34" charset="-122"/>
              </a:rPr>
              <a:t>4 </a:t>
            </a:r>
            <a:r>
              <a:rPr sz="2800" b="1" spc="225" dirty="0">
                <a:solidFill>
                  <a:srgbClr val="006370"/>
                </a:solidFill>
                <a:latin typeface="微软雅黑" panose="020B0503020204020204" pitchFamily="34" charset="-122"/>
                <a:ea typeface="微软雅黑" panose="020B0503020204020204" pitchFamily="34" charset="-122"/>
                <a:sym typeface="+mn-ea"/>
              </a:rPr>
              <a:t>文本的编辑</a:t>
            </a:r>
          </a:p>
        </p:txBody>
      </p:sp>
      <p:sp>
        <p:nvSpPr>
          <p:cNvPr id="3" name="文本框 2"/>
          <p:cNvSpPr txBox="1"/>
          <p:nvPr/>
        </p:nvSpPr>
        <p:spPr>
          <a:xfrm>
            <a:off x="524510" y="1528445"/>
            <a:ext cx="10885170" cy="1337945"/>
          </a:xfrm>
          <a:prstGeom prst="rect">
            <a:avLst/>
          </a:prstGeom>
          <a:noFill/>
        </p:spPr>
        <p:txBody>
          <a:bodyPr wrap="square" rtlCol="0" anchor="t">
            <a:spAutoFit/>
          </a:bodyPr>
          <a:lstStyle/>
          <a:p>
            <a:pPr marL="285750" fontAlgn="auto">
              <a:lnSpc>
                <a:spcPct val="150000"/>
              </a:lnSpc>
            </a:pPr>
            <a:r>
              <a:rPr lang="en-US" altLang="zh-CN" sz="2000" b="1" dirty="0"/>
              <a:t>1.</a:t>
            </a:r>
            <a:r>
              <a:rPr lang="zh-CN" altLang="en-US" sz="2000" b="1" dirty="0"/>
              <a:t>文本的输入</a:t>
            </a:r>
          </a:p>
          <a:p>
            <a:pPr marL="285750" indent="457200" fontAlgn="auto">
              <a:lnSpc>
                <a:spcPct val="150000"/>
              </a:lnSpc>
              <a:buFont typeface="Wingdings" panose="05000000000000000000" charset="0"/>
              <a:buChar char="Ø"/>
              <a:extLst>
                <a:ext uri="{35155182-B16C-46BC-9424-99874614C6A1}">
                  <wpsdc:indentchars xmlns="" xmlns:wpsdc="http://www.wps.cn/officeDocument/2017/drawingmlCustomData" val="200" checksum="59296752"/>
                </a:ext>
              </a:extLst>
            </a:pPr>
            <a:r>
              <a:rPr lang="zh-CN" altLang="en-US" dirty="0"/>
              <a:t>文本输入的插入点的定位，可以移动鼠标到指定位置后单击，也可以使用键盘定位的快捷键，常用的键盘定位快捷键及其功能入表</a:t>
            </a:r>
          </a:p>
        </p:txBody>
      </p:sp>
      <p:pic>
        <p:nvPicPr>
          <p:cNvPr id="2" name="图片 1"/>
          <p:cNvPicPr>
            <a:picLocks noChangeAspect="1"/>
          </p:cNvPicPr>
          <p:nvPr/>
        </p:nvPicPr>
        <p:blipFill>
          <a:blip r:embed="rId3"/>
          <a:stretch>
            <a:fillRect/>
          </a:stretch>
        </p:blipFill>
        <p:spPr>
          <a:xfrm>
            <a:off x="1460882" y="3234680"/>
            <a:ext cx="9270236" cy="2880835"/>
          </a:xfrm>
          <a:prstGeom prst="rect">
            <a:avLst/>
          </a:prstGeom>
          <a:ln>
            <a:solidFill>
              <a:schemeClr val="tx1"/>
            </a:solidFill>
          </a:ln>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1.1</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创建和编辑文档</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defPPr>
              <a:defRPr lang="zh-CN"/>
            </a:defPPr>
            <a:lvl1pPr>
              <a:defRPr sz="2800" b="1" spc="225">
                <a:solidFill>
                  <a:srgbClr val="006370"/>
                </a:solidFill>
                <a:latin typeface="微软雅黑" panose="020B0503020204020204" pitchFamily="34" charset="-122"/>
                <a:ea typeface="微软雅黑" panose="020B0503020204020204" pitchFamily="34" charset="-122"/>
              </a:defRPr>
            </a:lvl1pPr>
          </a:lstStyle>
          <a:p>
            <a:r>
              <a:rPr lang="en-US" dirty="0"/>
              <a:t>1</a:t>
            </a:r>
            <a:r>
              <a:rPr dirty="0"/>
              <a:t>.1.</a:t>
            </a:r>
            <a:r>
              <a:rPr lang="en-US" dirty="0"/>
              <a:t>4 </a:t>
            </a:r>
            <a:r>
              <a:rPr lang="zh-CN" altLang="en-US" dirty="0">
                <a:sym typeface="+mn-ea"/>
              </a:rPr>
              <a:t>文本的编辑</a:t>
            </a:r>
          </a:p>
        </p:txBody>
      </p:sp>
      <p:sp>
        <p:nvSpPr>
          <p:cNvPr id="3" name="文本框 2"/>
          <p:cNvSpPr txBox="1"/>
          <p:nvPr/>
        </p:nvSpPr>
        <p:spPr>
          <a:xfrm>
            <a:off x="699608" y="1878640"/>
            <a:ext cx="4494962" cy="3646170"/>
          </a:xfrm>
          <a:prstGeom prst="rect">
            <a:avLst/>
          </a:prstGeom>
          <a:noFill/>
        </p:spPr>
        <p:txBody>
          <a:bodyPr wrap="square" rtlCol="0" anchor="t">
            <a:spAutoFit/>
          </a:bodyPr>
          <a:lstStyle/>
          <a:p>
            <a:pPr marL="285750" indent="457200" fontAlgn="auto">
              <a:lnSpc>
                <a:spcPct val="150000"/>
              </a:lnSpc>
              <a:spcBef>
                <a:spcPts val="1800"/>
              </a:spcBef>
              <a:buFont typeface="Wingdings" panose="05000000000000000000" charset="0"/>
              <a:buChar char="Ø"/>
              <a:extLst>
                <a:ext uri="{35155182-B16C-46BC-9424-99874614C6A1}">
                  <wpsdc:indentchars xmlns="" xmlns:wpsdc="http://www.wps.cn/officeDocument/2017/drawingmlCustomData" val="200" checksum="59296752"/>
                </a:ext>
              </a:extLst>
            </a:pPr>
            <a:r>
              <a:rPr lang="zh-CN" altLang="en-US" dirty="0"/>
              <a:t>输入中文汉字，可以使用操作系统中所安装的输入法</a:t>
            </a:r>
          </a:p>
          <a:p>
            <a:pPr marL="285750" indent="457200" fontAlgn="auto">
              <a:lnSpc>
                <a:spcPct val="150000"/>
              </a:lnSpc>
              <a:spcBef>
                <a:spcPts val="1800"/>
              </a:spcBef>
              <a:buFont typeface="Wingdings" panose="05000000000000000000" charset="0"/>
              <a:buChar char="Ø"/>
              <a:extLst>
                <a:ext uri="{35155182-B16C-46BC-9424-99874614C6A1}">
                  <wpsdc:indentchars xmlns="" xmlns:wpsdc="http://www.wps.cn/officeDocument/2017/drawingmlCustomData" val="200" checksum="59296752"/>
                </a:ext>
              </a:extLst>
            </a:pPr>
            <a:r>
              <a:rPr lang="zh-CN" altLang="en-US" dirty="0"/>
              <a:t>如果要输入特殊字符，首先将插入点移动到插入处，单击“插入”选项卡中的“符号”功能区的“符号”按钮，在弹出的下拉框中单击选择“其他符号”按钮，在弹出的“符号”对话框中，选择需要插入的符号，然后单击“插入”按钮。</a:t>
            </a:r>
          </a:p>
        </p:txBody>
      </p:sp>
      <p:pic>
        <p:nvPicPr>
          <p:cNvPr id="2" name="图片 239" descr="D:\书稿《大学计算机应用基础教程》\3.插图\第4章 WPS文档编辑插图\4-9.jpg4-9"/>
          <p:cNvPicPr>
            <a:picLocks noChangeAspect="1" noChangeArrowheads="1"/>
          </p:cNvPicPr>
          <p:nvPr/>
        </p:nvPicPr>
        <p:blipFill>
          <a:blip r:embed="rId3"/>
          <a:srcRect/>
          <a:stretch>
            <a:fillRect/>
          </a:stretch>
        </p:blipFill>
        <p:spPr>
          <a:xfrm>
            <a:off x="5415915" y="1691640"/>
            <a:ext cx="5771515" cy="4346575"/>
          </a:xfrm>
          <a:prstGeom prst="rect">
            <a:avLst/>
          </a:prstGeom>
          <a:noFill/>
          <a:ln>
            <a:noFill/>
          </a:ln>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1.1</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创建和编辑文档</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defPPr>
              <a:defRPr lang="zh-CN"/>
            </a:defPPr>
            <a:lvl1pPr>
              <a:defRPr sz="2800" b="1" spc="225">
                <a:solidFill>
                  <a:srgbClr val="006370"/>
                </a:solidFill>
                <a:latin typeface="微软雅黑" panose="020B0503020204020204" pitchFamily="34" charset="-122"/>
                <a:ea typeface="微软雅黑" panose="020B0503020204020204" pitchFamily="34" charset="-122"/>
              </a:defRPr>
            </a:lvl1pPr>
          </a:lstStyle>
          <a:p>
            <a:r>
              <a:rPr lang="en-US" dirty="0"/>
              <a:t>1</a:t>
            </a:r>
            <a:r>
              <a:rPr dirty="0"/>
              <a:t>.1.</a:t>
            </a:r>
            <a:r>
              <a:rPr lang="en-US" dirty="0"/>
              <a:t>4 </a:t>
            </a:r>
            <a:r>
              <a:rPr lang="zh-CN" altLang="en-US" dirty="0">
                <a:sym typeface="+mn-ea"/>
              </a:rPr>
              <a:t>文本的编辑</a:t>
            </a:r>
          </a:p>
        </p:txBody>
      </p:sp>
      <p:sp>
        <p:nvSpPr>
          <p:cNvPr id="3" name="文本框 2"/>
          <p:cNvSpPr txBox="1"/>
          <p:nvPr/>
        </p:nvSpPr>
        <p:spPr>
          <a:xfrm>
            <a:off x="524510" y="1528445"/>
            <a:ext cx="10885170" cy="1338123"/>
          </a:xfrm>
          <a:prstGeom prst="rect">
            <a:avLst/>
          </a:prstGeom>
          <a:noFill/>
        </p:spPr>
        <p:txBody>
          <a:bodyPr wrap="square" rtlCol="0" anchor="t">
            <a:spAutoFit/>
          </a:bodyPr>
          <a:lstStyle/>
          <a:p>
            <a:pPr marL="285750" fontAlgn="auto">
              <a:lnSpc>
                <a:spcPct val="150000"/>
              </a:lnSpc>
            </a:pPr>
            <a:r>
              <a:rPr lang="en-US" altLang="zh-CN" sz="2000" b="1" dirty="0"/>
              <a:t>2.</a:t>
            </a:r>
            <a:r>
              <a:rPr lang="zh-CN" altLang="en-US" sz="2000" b="1" dirty="0"/>
              <a:t>文本的选择</a:t>
            </a:r>
          </a:p>
          <a:p>
            <a:pPr marL="285750" indent="457200">
              <a:lnSpc>
                <a:spcPct val="150000"/>
              </a:lnSpc>
              <a:buFont typeface="Wingdings" panose="05000000000000000000" charset="0"/>
              <a:buChar char="Ø"/>
              <a:extLst>
                <a:ext uri="{35155182-B16C-46BC-9424-99874614C6A1}">
                  <wpsdc:indentchars xmlns="" xmlns:wpsdc="http://www.wps.cn/officeDocument/2017/drawingmlCustomData" val="200" checksum="59296752"/>
                </a:ext>
              </a:extLst>
            </a:pPr>
            <a:r>
              <a:rPr lang="zh-CN" altLang="en-US" dirty="0"/>
              <a:t>使用鼠标，配合键盘快捷键，可以对文档中的字词、句子等进行选择</a:t>
            </a:r>
            <a:r>
              <a:rPr lang="en-US" altLang="zh-CN" dirty="0"/>
              <a:t>.</a:t>
            </a:r>
          </a:p>
          <a:p>
            <a:pPr marL="285750" indent="457200" fontAlgn="auto">
              <a:lnSpc>
                <a:spcPct val="150000"/>
              </a:lnSpc>
              <a:buFont typeface="Wingdings" panose="05000000000000000000" charset="0"/>
              <a:buChar char="Ø"/>
              <a:extLst>
                <a:ext uri="{35155182-B16C-46BC-9424-99874614C6A1}">
                  <wpsdc:indentchars xmlns="" xmlns:wpsdc="http://www.wps.cn/officeDocument/2017/drawingmlCustomData" val="200" checksum="59296752"/>
                </a:ext>
              </a:extLst>
            </a:pPr>
            <a:r>
              <a:rPr lang="zh-CN" altLang="en-US" dirty="0"/>
              <a:t>文本被选中后，如果要取消选择，可以用鼠标单击文档的任意位置或者按键盘的任意方向键。</a:t>
            </a:r>
          </a:p>
        </p:txBody>
      </p:sp>
      <p:pic>
        <p:nvPicPr>
          <p:cNvPr id="2" name="图片 1"/>
          <p:cNvPicPr>
            <a:picLocks noChangeAspect="1"/>
          </p:cNvPicPr>
          <p:nvPr/>
        </p:nvPicPr>
        <p:blipFill>
          <a:blip r:embed="rId3"/>
          <a:stretch>
            <a:fillRect/>
          </a:stretch>
        </p:blipFill>
        <p:spPr>
          <a:xfrm>
            <a:off x="1640840" y="3281680"/>
            <a:ext cx="8910320" cy="3070225"/>
          </a:xfrm>
          <a:prstGeom prst="rect">
            <a:avLst/>
          </a:prstGeom>
          <a:ln>
            <a:solidFill>
              <a:schemeClr val="tx1"/>
            </a:solidFill>
          </a:ln>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1.1</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创建和编辑文档</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defPPr>
              <a:defRPr lang="zh-CN"/>
            </a:defPPr>
            <a:lvl1pPr>
              <a:defRPr sz="2800" b="1" spc="225">
                <a:solidFill>
                  <a:srgbClr val="006370"/>
                </a:solidFill>
                <a:latin typeface="微软雅黑" panose="020B0503020204020204" pitchFamily="34" charset="-122"/>
                <a:ea typeface="微软雅黑" panose="020B0503020204020204" pitchFamily="34" charset="-122"/>
              </a:defRPr>
            </a:lvl1pPr>
          </a:lstStyle>
          <a:p>
            <a:r>
              <a:rPr lang="en-US" dirty="0"/>
              <a:t>1</a:t>
            </a:r>
            <a:r>
              <a:rPr dirty="0"/>
              <a:t>.1.</a:t>
            </a:r>
            <a:r>
              <a:rPr lang="en-US" dirty="0"/>
              <a:t>4 </a:t>
            </a:r>
            <a:r>
              <a:rPr lang="zh-CN" altLang="en-US" dirty="0">
                <a:sym typeface="+mn-ea"/>
              </a:rPr>
              <a:t>文本的编辑</a:t>
            </a:r>
          </a:p>
        </p:txBody>
      </p:sp>
      <p:sp>
        <p:nvSpPr>
          <p:cNvPr id="4" name="文本框 3">
            <a:extLst>
              <a:ext uri="{FF2B5EF4-FFF2-40B4-BE49-F238E27FC236}">
                <a16:creationId xmlns:a16="http://schemas.microsoft.com/office/drawing/2014/main" id="{4F070432-FAB9-1E21-4BDA-E45ABEF5F035}"/>
              </a:ext>
            </a:extLst>
          </p:cNvPr>
          <p:cNvSpPr txBox="1"/>
          <p:nvPr/>
        </p:nvSpPr>
        <p:spPr>
          <a:xfrm>
            <a:off x="653415" y="1606935"/>
            <a:ext cx="10885170" cy="3338671"/>
          </a:xfrm>
          <a:prstGeom prst="rect">
            <a:avLst/>
          </a:prstGeom>
          <a:noFill/>
        </p:spPr>
        <p:txBody>
          <a:bodyPr wrap="square" rtlCol="0" anchor="t">
            <a:spAutoFit/>
          </a:bodyPr>
          <a:lstStyle/>
          <a:p>
            <a:pPr marL="285750" fontAlgn="auto">
              <a:lnSpc>
                <a:spcPct val="150000"/>
              </a:lnSpc>
              <a:spcBef>
                <a:spcPts val="600"/>
              </a:spcBef>
            </a:pPr>
            <a:r>
              <a:rPr lang="en-US" altLang="zh-CN" b="1" dirty="0"/>
              <a:t>3.</a:t>
            </a:r>
            <a:r>
              <a:rPr lang="zh-CN" altLang="en-US" b="1" dirty="0"/>
              <a:t>复制、剪切和粘贴文本</a:t>
            </a:r>
          </a:p>
          <a:p>
            <a:pPr marL="285750" indent="457200" fontAlgn="auto">
              <a:lnSpc>
                <a:spcPct val="150000"/>
              </a:lnSpc>
              <a:spcBef>
                <a:spcPts val="600"/>
              </a:spcBef>
              <a:buFont typeface="Wingdings" panose="05000000000000000000" charset="0"/>
              <a:buChar char="Ø"/>
            </a:pPr>
            <a:r>
              <a:rPr lang="zh-CN" altLang="en-US" dirty="0"/>
              <a:t>复制和剪切文本，可以将文本移动到另外的位置；复制和粘贴文本，可以将文本的副本拷贝另外的位置。可以采用鼠标拖动和剪贴板两种方式来移动或复制文本</a:t>
            </a:r>
          </a:p>
          <a:p>
            <a:pPr marL="285750" fontAlgn="auto">
              <a:lnSpc>
                <a:spcPct val="150000"/>
              </a:lnSpc>
              <a:spcBef>
                <a:spcPts val="600"/>
              </a:spcBef>
            </a:pPr>
            <a:r>
              <a:rPr lang="zh-CN" altLang="en-US" dirty="0"/>
              <a:t>（</a:t>
            </a:r>
            <a:r>
              <a:rPr lang="en-US" altLang="zh-CN" dirty="0"/>
              <a:t>1</a:t>
            </a:r>
            <a:r>
              <a:rPr lang="zh-CN" altLang="en-US" dirty="0"/>
              <a:t>）用鼠标拖动的方法</a:t>
            </a:r>
          </a:p>
          <a:p>
            <a:pPr marL="571500" indent="-285750" fontAlgn="auto">
              <a:lnSpc>
                <a:spcPct val="150000"/>
              </a:lnSpc>
              <a:spcBef>
                <a:spcPts val="600"/>
              </a:spcBef>
              <a:buFont typeface="Arial" panose="020B0604020202020204" pitchFamily="34" charset="0"/>
              <a:buChar char="•"/>
            </a:pPr>
            <a:r>
              <a:rPr lang="zh-CN" altLang="en-US" dirty="0"/>
              <a:t>首先，选择需要复制或剪切的文本</a:t>
            </a:r>
          </a:p>
          <a:p>
            <a:pPr marL="571500" indent="-285750" fontAlgn="auto">
              <a:lnSpc>
                <a:spcPct val="150000"/>
              </a:lnSpc>
              <a:spcBef>
                <a:spcPts val="600"/>
              </a:spcBef>
              <a:buFont typeface="Arial" panose="020B0604020202020204" pitchFamily="34" charset="0"/>
              <a:buChar char="•"/>
            </a:pPr>
            <a:r>
              <a:rPr lang="zh-CN" altLang="en-US" dirty="0"/>
              <a:t>其次，按住键盘</a:t>
            </a:r>
            <a:r>
              <a:rPr lang="en-US" altLang="zh-CN" dirty="0"/>
              <a:t>Ctrl</a:t>
            </a:r>
            <a:r>
              <a:rPr lang="zh-CN" altLang="en-US" dirty="0"/>
              <a:t>键，同时按住鼠标左键，拖拽鼠标到新的位置，即可完成</a:t>
            </a:r>
            <a:r>
              <a:rPr lang="zh-CN" altLang="en-US" dirty="0">
                <a:solidFill>
                  <a:srgbClr val="C00000"/>
                </a:solidFill>
              </a:rPr>
              <a:t>复制</a:t>
            </a:r>
            <a:r>
              <a:rPr lang="zh-CN" altLang="en-US" dirty="0"/>
              <a:t>文本的操作</a:t>
            </a:r>
          </a:p>
          <a:p>
            <a:pPr marL="571500" indent="-285750" fontAlgn="auto">
              <a:lnSpc>
                <a:spcPct val="150000"/>
              </a:lnSpc>
              <a:spcBef>
                <a:spcPts val="600"/>
              </a:spcBef>
              <a:buFont typeface="Arial" panose="020B0604020202020204" pitchFamily="34" charset="0"/>
              <a:buChar char="•"/>
            </a:pPr>
            <a:r>
              <a:rPr lang="zh-CN" altLang="en-US" dirty="0"/>
              <a:t>如果不按键盘</a:t>
            </a:r>
            <a:r>
              <a:rPr lang="en-US" altLang="zh-CN" dirty="0"/>
              <a:t>Ctrl</a:t>
            </a:r>
            <a:r>
              <a:rPr lang="zh-CN" altLang="en-US" dirty="0"/>
              <a:t>键，直接将选择的文本拖曳到新的位置，即可完成</a:t>
            </a:r>
            <a:r>
              <a:rPr lang="zh-CN" altLang="en-US" dirty="0">
                <a:solidFill>
                  <a:srgbClr val="C00000"/>
                </a:solidFill>
              </a:rPr>
              <a:t>移动</a:t>
            </a:r>
            <a:r>
              <a:rPr lang="zh-CN" altLang="en-US" dirty="0"/>
              <a:t>文本的操作</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1.1</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创建和编辑文档</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defPPr>
              <a:defRPr lang="zh-CN"/>
            </a:defPPr>
            <a:lvl1pPr>
              <a:defRPr sz="2800" b="1" spc="225">
                <a:solidFill>
                  <a:srgbClr val="006370"/>
                </a:solidFill>
                <a:latin typeface="微软雅黑" panose="020B0503020204020204" pitchFamily="34" charset="-122"/>
                <a:ea typeface="微软雅黑" panose="020B0503020204020204" pitchFamily="34" charset="-122"/>
              </a:defRPr>
            </a:lvl1pPr>
          </a:lstStyle>
          <a:p>
            <a:r>
              <a:rPr lang="en-US" dirty="0"/>
              <a:t>1</a:t>
            </a:r>
            <a:r>
              <a:rPr dirty="0"/>
              <a:t>.1.</a:t>
            </a:r>
            <a:r>
              <a:rPr lang="en-US" dirty="0"/>
              <a:t>4 </a:t>
            </a:r>
            <a:r>
              <a:rPr lang="zh-CN" altLang="en-US" dirty="0">
                <a:sym typeface="+mn-ea"/>
              </a:rPr>
              <a:t>文本的编辑</a:t>
            </a:r>
          </a:p>
        </p:txBody>
      </p:sp>
      <p:sp>
        <p:nvSpPr>
          <p:cNvPr id="3" name="文本框 2"/>
          <p:cNvSpPr txBox="1"/>
          <p:nvPr/>
        </p:nvSpPr>
        <p:spPr>
          <a:xfrm>
            <a:off x="653415" y="1606935"/>
            <a:ext cx="10885170" cy="4246612"/>
          </a:xfrm>
          <a:prstGeom prst="rect">
            <a:avLst/>
          </a:prstGeom>
          <a:noFill/>
        </p:spPr>
        <p:txBody>
          <a:bodyPr wrap="square" rtlCol="0" anchor="t">
            <a:spAutoFit/>
          </a:bodyPr>
          <a:lstStyle/>
          <a:p>
            <a:pPr marL="285750" fontAlgn="auto">
              <a:lnSpc>
                <a:spcPct val="150000"/>
              </a:lnSpc>
              <a:spcBef>
                <a:spcPts val="600"/>
              </a:spcBef>
            </a:pPr>
            <a:r>
              <a:rPr lang="en-US" altLang="zh-CN" b="1" dirty="0"/>
              <a:t>3.</a:t>
            </a:r>
            <a:r>
              <a:rPr lang="zh-CN" altLang="en-US" b="1" dirty="0"/>
              <a:t>复制、剪切和粘贴文本</a:t>
            </a:r>
          </a:p>
          <a:p>
            <a:pPr marL="285750" indent="457200" fontAlgn="auto">
              <a:lnSpc>
                <a:spcPct val="150000"/>
              </a:lnSpc>
              <a:spcBef>
                <a:spcPts val="600"/>
              </a:spcBef>
              <a:buFont typeface="Wingdings" panose="05000000000000000000" charset="0"/>
              <a:buChar char="Ø"/>
            </a:pPr>
            <a:r>
              <a:rPr lang="zh-CN" altLang="en-US" dirty="0"/>
              <a:t>复制和剪切文本，可以将文本移动到另外的位置；复制和粘贴文本，可以将文本的副本拷贝另外的位置。可以采用鼠标拖动和剪贴板两种方式来移动或复制文本</a:t>
            </a:r>
          </a:p>
          <a:p>
            <a:pPr marL="285750" fontAlgn="auto">
              <a:lnSpc>
                <a:spcPct val="150000"/>
              </a:lnSpc>
              <a:spcBef>
                <a:spcPts val="600"/>
              </a:spcBef>
            </a:pPr>
            <a:r>
              <a:rPr lang="zh-CN" altLang="en-US" dirty="0"/>
              <a:t>（</a:t>
            </a:r>
            <a:r>
              <a:rPr lang="en-US" altLang="zh-CN" dirty="0"/>
              <a:t>2</a:t>
            </a:r>
            <a:r>
              <a:rPr lang="zh-CN" altLang="en-US" dirty="0"/>
              <a:t>）用剪贴板的方法</a:t>
            </a:r>
          </a:p>
          <a:p>
            <a:pPr marL="571500" indent="-285750" fontAlgn="auto">
              <a:lnSpc>
                <a:spcPct val="150000"/>
              </a:lnSpc>
              <a:spcBef>
                <a:spcPts val="600"/>
              </a:spcBef>
              <a:buFont typeface="Arial" panose="020B0604020202020204" pitchFamily="34" charset="0"/>
              <a:buChar char="•"/>
            </a:pPr>
            <a:r>
              <a:rPr lang="zh-CN" altLang="en-US" dirty="0"/>
              <a:t>首先，选择需要复制或剪切的文本</a:t>
            </a:r>
          </a:p>
          <a:p>
            <a:pPr marL="571500" indent="-285750" fontAlgn="auto">
              <a:lnSpc>
                <a:spcPct val="150000"/>
              </a:lnSpc>
              <a:spcBef>
                <a:spcPts val="600"/>
              </a:spcBef>
              <a:buFont typeface="Arial" panose="020B0604020202020204" pitchFamily="34" charset="0"/>
              <a:buChar char="•"/>
            </a:pPr>
            <a:r>
              <a:rPr lang="zh-CN" altLang="en-US" dirty="0"/>
              <a:t>其次，单击“开始”选项卡里的“复制”按钮或“剪切”按钮，然后将插入点移动到文本要复制或移动的新的位置</a:t>
            </a:r>
          </a:p>
          <a:p>
            <a:pPr marL="571500" indent="-285750" fontAlgn="auto">
              <a:lnSpc>
                <a:spcPct val="150000"/>
              </a:lnSpc>
              <a:spcBef>
                <a:spcPts val="600"/>
              </a:spcBef>
              <a:buFont typeface="Arial" panose="020B0604020202020204" pitchFamily="34" charset="0"/>
              <a:buChar char="•"/>
            </a:pPr>
            <a:r>
              <a:rPr lang="zh-CN" altLang="en-US" dirty="0"/>
              <a:t>最后，单击“开始”选项卡里的“粘贴”按钮，即可完成复制或移动文本的操作</a:t>
            </a:r>
          </a:p>
          <a:p>
            <a:pPr marL="285750" fontAlgn="auto">
              <a:lnSpc>
                <a:spcPct val="150000"/>
              </a:lnSpc>
              <a:spcBef>
                <a:spcPts val="600"/>
              </a:spcBef>
            </a:pPr>
            <a:r>
              <a:rPr lang="zh-CN" altLang="en-US" dirty="0"/>
              <a:t>快捷键：“复制” </a:t>
            </a:r>
            <a:r>
              <a:rPr lang="en-US" altLang="zh-CN" dirty="0"/>
              <a:t> Ctrl + C</a:t>
            </a:r>
            <a:r>
              <a:rPr lang="zh-CN" altLang="en-US" dirty="0"/>
              <a:t>；“剪切” </a:t>
            </a:r>
            <a:r>
              <a:rPr lang="en-US" altLang="zh-CN" dirty="0"/>
              <a:t>Ctrl + X</a:t>
            </a:r>
            <a:r>
              <a:rPr lang="zh-CN" altLang="en-US" dirty="0"/>
              <a:t>；“粘贴” </a:t>
            </a:r>
            <a:r>
              <a:rPr lang="en-US" altLang="zh-CN" dirty="0"/>
              <a:t>Ctrl + V</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1.1</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创建和编辑文档</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defPPr>
              <a:defRPr lang="zh-CN"/>
            </a:defPPr>
            <a:lvl1pPr>
              <a:defRPr sz="2800" b="1" spc="225">
                <a:solidFill>
                  <a:srgbClr val="006370"/>
                </a:solidFill>
                <a:latin typeface="微软雅黑" panose="020B0503020204020204" pitchFamily="34" charset="-122"/>
                <a:ea typeface="微软雅黑" panose="020B0503020204020204" pitchFamily="34" charset="-122"/>
              </a:defRPr>
            </a:lvl1pPr>
          </a:lstStyle>
          <a:p>
            <a:r>
              <a:rPr lang="en-US" dirty="0"/>
              <a:t>1</a:t>
            </a:r>
            <a:r>
              <a:rPr dirty="0"/>
              <a:t>.1.</a:t>
            </a:r>
            <a:r>
              <a:rPr lang="en-US" dirty="0"/>
              <a:t>4 </a:t>
            </a:r>
            <a:r>
              <a:rPr lang="zh-CN" altLang="en-US" dirty="0">
                <a:sym typeface="+mn-ea"/>
              </a:rPr>
              <a:t>文本的编辑</a:t>
            </a:r>
          </a:p>
        </p:txBody>
      </p:sp>
      <p:sp>
        <p:nvSpPr>
          <p:cNvPr id="4" name="文本框 3">
            <a:extLst>
              <a:ext uri="{FF2B5EF4-FFF2-40B4-BE49-F238E27FC236}">
                <a16:creationId xmlns:a16="http://schemas.microsoft.com/office/drawing/2014/main" id="{A9BB5EAC-F394-0ECF-7A9F-AE2AE8797723}"/>
              </a:ext>
            </a:extLst>
          </p:cNvPr>
          <p:cNvSpPr txBox="1"/>
          <p:nvPr/>
        </p:nvSpPr>
        <p:spPr>
          <a:xfrm>
            <a:off x="653415" y="1606935"/>
            <a:ext cx="10885170" cy="3184783"/>
          </a:xfrm>
          <a:prstGeom prst="rect">
            <a:avLst/>
          </a:prstGeom>
          <a:noFill/>
        </p:spPr>
        <p:txBody>
          <a:bodyPr wrap="square" rtlCol="0" anchor="t">
            <a:spAutoFit/>
          </a:bodyPr>
          <a:lstStyle/>
          <a:p>
            <a:pPr marL="285750" algn="just" fontAlgn="auto">
              <a:lnSpc>
                <a:spcPct val="150000"/>
              </a:lnSpc>
              <a:spcBef>
                <a:spcPts val="600"/>
              </a:spcBef>
            </a:pPr>
            <a:r>
              <a:rPr lang="en-US" altLang="zh-CN" b="1" dirty="0"/>
              <a:t>4. </a:t>
            </a:r>
            <a:r>
              <a:rPr lang="zh-CN" altLang="en-US" b="1" dirty="0"/>
              <a:t>删除文本</a:t>
            </a:r>
          </a:p>
          <a:p>
            <a:pPr marL="285750" algn="just" fontAlgn="auto">
              <a:lnSpc>
                <a:spcPct val="150000"/>
              </a:lnSpc>
              <a:spcBef>
                <a:spcPts val="600"/>
              </a:spcBef>
            </a:pPr>
            <a:r>
              <a:rPr lang="zh-CN" altLang="en-US" dirty="0"/>
              <a:t>（</a:t>
            </a:r>
            <a:r>
              <a:rPr lang="en-US" altLang="zh-CN" dirty="0"/>
              <a:t>1</a:t>
            </a:r>
            <a:r>
              <a:rPr lang="zh-CN" altLang="en-US" dirty="0"/>
              <a:t>）逐个删除单个或多个字符或文字。首先将插入点移动到被删除文本的左侧，然后按键盘删除键</a:t>
            </a:r>
            <a:r>
              <a:rPr lang="en-US" altLang="zh-CN" dirty="0"/>
              <a:t>Delete</a:t>
            </a:r>
            <a:r>
              <a:rPr lang="zh-CN" altLang="en-US" dirty="0"/>
              <a:t>键，即可逐个删除；或者将插入点移动到被删除文本的右侧，然后按键盘退格键</a:t>
            </a:r>
            <a:r>
              <a:rPr lang="en-US" altLang="zh-CN" dirty="0"/>
              <a:t>Backspace</a:t>
            </a:r>
            <a:r>
              <a:rPr lang="zh-CN" altLang="en-US" dirty="0"/>
              <a:t>键，也可逐个删除</a:t>
            </a:r>
          </a:p>
          <a:p>
            <a:pPr marL="285750" algn="just" fontAlgn="auto">
              <a:lnSpc>
                <a:spcPct val="150000"/>
              </a:lnSpc>
              <a:spcBef>
                <a:spcPts val="600"/>
              </a:spcBef>
            </a:pPr>
            <a:r>
              <a:rPr lang="zh-CN" altLang="en-US" dirty="0"/>
              <a:t>（</a:t>
            </a:r>
            <a:r>
              <a:rPr lang="en-US" altLang="zh-CN" dirty="0"/>
              <a:t>2</a:t>
            </a:r>
            <a:r>
              <a:rPr lang="zh-CN" altLang="en-US" dirty="0"/>
              <a:t>）删除多行或者大段文字。首先选择需要删除的文本；然后按键盘删除键</a:t>
            </a:r>
            <a:r>
              <a:rPr lang="en-US" altLang="zh-CN" dirty="0"/>
              <a:t>Delete</a:t>
            </a:r>
            <a:r>
              <a:rPr lang="zh-CN" altLang="en-US" dirty="0"/>
              <a:t>键</a:t>
            </a:r>
          </a:p>
          <a:p>
            <a:pPr marL="285750" algn="just" fontAlgn="auto">
              <a:lnSpc>
                <a:spcPct val="150000"/>
              </a:lnSpc>
              <a:spcBef>
                <a:spcPts val="600"/>
              </a:spcBef>
            </a:pPr>
            <a:r>
              <a:rPr lang="zh-CN" altLang="en-US" dirty="0"/>
              <a:t>（</a:t>
            </a:r>
            <a:r>
              <a:rPr lang="en-US" altLang="zh-CN" dirty="0"/>
              <a:t>3</a:t>
            </a:r>
            <a:r>
              <a:rPr lang="zh-CN" altLang="en-US" dirty="0"/>
              <a:t>）恢复被删除的文本。单击“快速访问工具栏”中的“撤销键入”按钮，即可恢复之前被删除的文本。按键盘组合快捷键</a:t>
            </a:r>
            <a:r>
              <a:rPr lang="en-US" altLang="zh-CN" dirty="0" err="1"/>
              <a:t>Ctrl+Z</a:t>
            </a:r>
            <a:r>
              <a:rPr lang="zh-CN" altLang="en-US" dirty="0"/>
              <a:t>，也可以达到同样的目的</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1.1</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创建和编辑文档</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defPPr>
              <a:defRPr lang="zh-CN"/>
            </a:defPPr>
            <a:lvl1pPr>
              <a:defRPr sz="2800" b="1" spc="225">
                <a:solidFill>
                  <a:srgbClr val="006370"/>
                </a:solidFill>
                <a:latin typeface="微软雅黑" panose="020B0503020204020204" pitchFamily="34" charset="-122"/>
                <a:ea typeface="微软雅黑" panose="020B0503020204020204" pitchFamily="34" charset="-122"/>
              </a:defRPr>
            </a:lvl1pPr>
          </a:lstStyle>
          <a:p>
            <a:r>
              <a:rPr lang="en-US" dirty="0"/>
              <a:t>1</a:t>
            </a:r>
            <a:r>
              <a:rPr dirty="0"/>
              <a:t>.1.</a:t>
            </a:r>
            <a:r>
              <a:rPr lang="en-US" dirty="0"/>
              <a:t>4 </a:t>
            </a:r>
            <a:r>
              <a:rPr lang="zh-CN" altLang="en-US" dirty="0">
                <a:sym typeface="+mn-ea"/>
              </a:rPr>
              <a:t>文本的编辑</a:t>
            </a:r>
          </a:p>
        </p:txBody>
      </p:sp>
      <p:sp>
        <p:nvSpPr>
          <p:cNvPr id="3" name="文本框 2"/>
          <p:cNvSpPr txBox="1"/>
          <p:nvPr/>
        </p:nvSpPr>
        <p:spPr>
          <a:xfrm>
            <a:off x="666264" y="1385381"/>
            <a:ext cx="4914839" cy="4292600"/>
          </a:xfrm>
          <a:prstGeom prst="rect">
            <a:avLst/>
          </a:prstGeom>
          <a:noFill/>
        </p:spPr>
        <p:txBody>
          <a:bodyPr wrap="square" rtlCol="0" anchor="t">
            <a:spAutoFit/>
          </a:bodyPr>
          <a:lstStyle/>
          <a:p>
            <a:pPr marL="285750" fontAlgn="auto">
              <a:lnSpc>
                <a:spcPct val="150000"/>
              </a:lnSpc>
            </a:pPr>
            <a:r>
              <a:rPr lang="en-US" altLang="zh-CN" sz="2400" b="1" dirty="0"/>
              <a:t>5. </a:t>
            </a:r>
            <a:r>
              <a:rPr lang="zh-CN" altLang="en-US" sz="2400" b="1" dirty="0"/>
              <a:t>查找文本</a:t>
            </a:r>
          </a:p>
          <a:p>
            <a:pPr marL="285750" fontAlgn="auto">
              <a:lnSpc>
                <a:spcPct val="150000"/>
              </a:lnSpc>
              <a:spcBef>
                <a:spcPts val="1800"/>
              </a:spcBef>
            </a:pPr>
            <a:r>
              <a:rPr lang="zh-CN" altLang="en-US" sz="2000" dirty="0"/>
              <a:t>（</a:t>
            </a:r>
            <a:r>
              <a:rPr lang="en-US" altLang="zh-CN" sz="2000" dirty="0"/>
              <a:t>1</a:t>
            </a:r>
            <a:r>
              <a:rPr lang="zh-CN" altLang="en-US" sz="2000" dirty="0"/>
              <a:t>）普通查找</a:t>
            </a:r>
          </a:p>
          <a:p>
            <a:pPr marL="285750" indent="457200" fontAlgn="auto">
              <a:lnSpc>
                <a:spcPct val="150000"/>
              </a:lnSpc>
              <a:spcBef>
                <a:spcPts val="1800"/>
              </a:spcBef>
              <a:buFont typeface="Wingdings" panose="05000000000000000000" charset="0"/>
              <a:buChar char="Ø"/>
              <a:extLst>
                <a:ext uri="{35155182-B16C-46BC-9424-99874614C6A1}">
                  <wpsdc:indentchars xmlns="" xmlns:wpsdc="http://www.wps.cn/officeDocument/2017/drawingmlCustomData" val="200" checksum="59296752"/>
                </a:ext>
              </a:extLst>
            </a:pPr>
            <a:r>
              <a:rPr lang="zh-CN" altLang="en-US" dirty="0"/>
              <a:t>首先，在“开始”选项卡的“编辑”功能区里，单击“查找”按钮，或者按键盘快捷键</a:t>
            </a:r>
            <a:r>
              <a:rPr lang="en-US" altLang="zh-CN" dirty="0"/>
              <a:t>Ctrl + F</a:t>
            </a:r>
            <a:r>
              <a:rPr lang="zh-CN" altLang="en-US" dirty="0"/>
              <a:t>，即可在工作窗口左侧打开“导航”窗格</a:t>
            </a:r>
          </a:p>
          <a:p>
            <a:pPr marL="285750" indent="457200" fontAlgn="auto">
              <a:lnSpc>
                <a:spcPct val="150000"/>
              </a:lnSpc>
              <a:spcBef>
                <a:spcPts val="1800"/>
              </a:spcBef>
              <a:buFont typeface="Wingdings" panose="05000000000000000000" charset="0"/>
              <a:buChar char="Ø"/>
              <a:extLst>
                <a:ext uri="{35155182-B16C-46BC-9424-99874614C6A1}">
                  <wpsdc:indentchars xmlns="" xmlns:wpsdc="http://www.wps.cn/officeDocument/2017/drawingmlCustomData" val="200" checksum="59296752"/>
                </a:ext>
              </a:extLst>
            </a:pPr>
            <a:r>
              <a:rPr lang="zh-CN" altLang="en-US" dirty="0"/>
              <a:t>在搜索文本框中输入要查找的内容，例如，输入“奉献”，按回车键</a:t>
            </a:r>
            <a:r>
              <a:rPr lang="en-US" altLang="zh-CN" dirty="0"/>
              <a:t>Enter</a:t>
            </a:r>
            <a:r>
              <a:rPr lang="zh-CN" altLang="en-US" dirty="0"/>
              <a:t>，即可在文档中以黄色突出显示查找到的文本内容</a:t>
            </a:r>
          </a:p>
        </p:txBody>
      </p:sp>
      <p:pic>
        <p:nvPicPr>
          <p:cNvPr id="2" name="图片 241" descr="D:\书稿《大学计算机应用基础教程》\3.插图\第4章 WPS文档编辑插图\4-10.jpg4-10"/>
          <p:cNvPicPr>
            <a:picLocks noChangeAspect="1" noChangeArrowheads="1"/>
          </p:cNvPicPr>
          <p:nvPr/>
        </p:nvPicPr>
        <p:blipFill>
          <a:blip r:embed="rId3"/>
          <a:srcRect/>
          <a:stretch>
            <a:fillRect/>
          </a:stretch>
        </p:blipFill>
        <p:spPr>
          <a:xfrm>
            <a:off x="5751195" y="2551430"/>
            <a:ext cx="5626100" cy="3164840"/>
          </a:xfrm>
          <a:prstGeom prst="rect">
            <a:avLst/>
          </a:prstGeom>
          <a:noFill/>
          <a:ln>
            <a:noFill/>
          </a:ln>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1.1</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创建和编辑文档</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defPPr>
              <a:defRPr lang="zh-CN"/>
            </a:defPPr>
            <a:lvl1pPr>
              <a:defRPr sz="2800" b="1" spc="225">
                <a:solidFill>
                  <a:srgbClr val="006370"/>
                </a:solidFill>
                <a:latin typeface="微软雅黑" panose="020B0503020204020204" pitchFamily="34" charset="-122"/>
                <a:ea typeface="微软雅黑" panose="020B0503020204020204" pitchFamily="34" charset="-122"/>
              </a:defRPr>
            </a:lvl1pPr>
          </a:lstStyle>
          <a:p>
            <a:r>
              <a:rPr lang="en-US" dirty="0"/>
              <a:t>1</a:t>
            </a:r>
            <a:r>
              <a:rPr dirty="0"/>
              <a:t>.1.</a:t>
            </a:r>
            <a:r>
              <a:rPr lang="en-US" dirty="0"/>
              <a:t>4 </a:t>
            </a:r>
            <a:r>
              <a:rPr lang="zh-CN" altLang="en-US" dirty="0">
                <a:sym typeface="+mn-ea"/>
              </a:rPr>
              <a:t>文本的编辑</a:t>
            </a:r>
          </a:p>
        </p:txBody>
      </p:sp>
      <p:sp>
        <p:nvSpPr>
          <p:cNvPr id="3" name="文本框 2"/>
          <p:cNvSpPr txBox="1"/>
          <p:nvPr/>
        </p:nvSpPr>
        <p:spPr>
          <a:xfrm>
            <a:off x="598170" y="1718852"/>
            <a:ext cx="5153025" cy="2445385"/>
          </a:xfrm>
          <a:prstGeom prst="rect">
            <a:avLst/>
          </a:prstGeom>
          <a:noFill/>
        </p:spPr>
        <p:txBody>
          <a:bodyPr wrap="square" rtlCol="0" anchor="t">
            <a:spAutoFit/>
          </a:bodyPr>
          <a:lstStyle/>
          <a:p>
            <a:pPr marL="285750" fontAlgn="auto">
              <a:lnSpc>
                <a:spcPct val="150000"/>
              </a:lnSpc>
              <a:spcBef>
                <a:spcPts val="1800"/>
              </a:spcBef>
            </a:pPr>
            <a:r>
              <a:rPr lang="zh-CN" altLang="en-US" sz="2000" b="1" dirty="0"/>
              <a:t>（</a:t>
            </a:r>
            <a:r>
              <a:rPr lang="en-US" altLang="zh-CN" sz="2000" b="1" dirty="0"/>
              <a:t>2</a:t>
            </a:r>
            <a:r>
              <a:rPr lang="zh-CN" altLang="en-US" sz="2000" b="1" dirty="0"/>
              <a:t>）高级查找 </a:t>
            </a:r>
            <a:r>
              <a:rPr lang="en-US" altLang="zh-CN" sz="2000" b="1" dirty="0"/>
              <a:t>-</a:t>
            </a:r>
            <a:r>
              <a:rPr lang="zh-CN" altLang="en-US" sz="2000" dirty="0"/>
              <a:t>查找特定格式的文本</a:t>
            </a:r>
            <a:endParaRPr lang="zh-CN" altLang="en-US" sz="2000" b="1" dirty="0"/>
          </a:p>
          <a:p>
            <a:pPr marL="285750" indent="457200" fontAlgn="auto">
              <a:lnSpc>
                <a:spcPct val="150000"/>
              </a:lnSpc>
              <a:spcBef>
                <a:spcPts val="1800"/>
              </a:spcBef>
              <a:buFont typeface="Wingdings" panose="05000000000000000000" charset="0"/>
              <a:buChar char="Ø"/>
              <a:extLst>
                <a:ext uri="{35155182-B16C-46BC-9424-99874614C6A1}">
                  <wpsdc:indentchars xmlns="" xmlns:wpsdc="http://www.wps.cn/officeDocument/2017/drawingmlCustomData" val="200" checksum="59296752"/>
                </a:ext>
              </a:extLst>
            </a:pPr>
            <a:r>
              <a:rPr lang="zh-CN" altLang="en-US" dirty="0"/>
              <a:t>按键盘快捷键</a:t>
            </a:r>
            <a:r>
              <a:rPr lang="en-US" altLang="zh-CN" dirty="0"/>
              <a:t>Ctrl + F</a:t>
            </a:r>
            <a:r>
              <a:rPr lang="zh-CN" altLang="en-US" dirty="0"/>
              <a:t>，或者单击“开始”选项卡功能区中的“查找替换”按钮，即可打开“查找替换”对话框，在“查找内容”下拉列表框中输入需要查找的内容，例如文本“奉献 ”</a:t>
            </a:r>
          </a:p>
        </p:txBody>
      </p:sp>
      <p:pic>
        <p:nvPicPr>
          <p:cNvPr id="2" name="图片 242" descr="D:\书稿《大学计算机应用基础教程》\3.插图\第4章 WPS文档编辑插图\4-11.jpg4-11"/>
          <p:cNvPicPr>
            <a:picLocks noChangeAspect="1" noChangeArrowheads="1"/>
          </p:cNvPicPr>
          <p:nvPr/>
        </p:nvPicPr>
        <p:blipFill>
          <a:blip r:embed="rId3"/>
          <a:srcRect/>
          <a:stretch>
            <a:fillRect/>
          </a:stretch>
        </p:blipFill>
        <p:spPr>
          <a:xfrm>
            <a:off x="6001385" y="1718945"/>
            <a:ext cx="4585335" cy="3997325"/>
          </a:xfrm>
          <a:prstGeom prst="rect">
            <a:avLst/>
          </a:prstGeom>
          <a:noFill/>
          <a:ln>
            <a:noFill/>
          </a:ln>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1.1</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创建和编辑文档</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defPPr>
              <a:defRPr lang="zh-CN"/>
            </a:defPPr>
            <a:lvl1pPr>
              <a:defRPr sz="2800" b="1" spc="225">
                <a:solidFill>
                  <a:srgbClr val="006370"/>
                </a:solidFill>
                <a:latin typeface="微软雅黑" panose="020B0503020204020204" pitchFamily="34" charset="-122"/>
                <a:ea typeface="微软雅黑" panose="020B0503020204020204" pitchFamily="34" charset="-122"/>
              </a:defRPr>
            </a:lvl1pPr>
          </a:lstStyle>
          <a:p>
            <a:r>
              <a:rPr lang="en-US" dirty="0"/>
              <a:t>1</a:t>
            </a:r>
            <a:r>
              <a:rPr dirty="0"/>
              <a:t>.1.</a:t>
            </a:r>
            <a:r>
              <a:rPr lang="en-US" dirty="0"/>
              <a:t>4 </a:t>
            </a:r>
            <a:r>
              <a:rPr lang="zh-CN" altLang="en-US" dirty="0">
                <a:sym typeface="+mn-ea"/>
              </a:rPr>
              <a:t>文本的编辑</a:t>
            </a:r>
          </a:p>
        </p:txBody>
      </p:sp>
      <p:sp>
        <p:nvSpPr>
          <p:cNvPr id="3" name="文本框 2"/>
          <p:cNvSpPr txBox="1"/>
          <p:nvPr/>
        </p:nvSpPr>
        <p:spPr>
          <a:xfrm>
            <a:off x="966975" y="1812927"/>
            <a:ext cx="5153025" cy="3943515"/>
          </a:xfrm>
          <a:prstGeom prst="rect">
            <a:avLst/>
          </a:prstGeom>
          <a:noFill/>
        </p:spPr>
        <p:txBody>
          <a:bodyPr wrap="square" rtlCol="0" anchor="t">
            <a:spAutoFit/>
          </a:bodyPr>
          <a:lstStyle/>
          <a:p>
            <a:pPr marL="285750" indent="457200" fontAlgn="auto">
              <a:lnSpc>
                <a:spcPct val="150000"/>
              </a:lnSpc>
              <a:spcBef>
                <a:spcPts val="1200"/>
              </a:spcBef>
              <a:buFont typeface="Wingdings" panose="05000000000000000000" charset="0"/>
              <a:buChar char="Ø"/>
              <a:extLst>
                <a:ext uri="{35155182-B16C-46BC-9424-99874614C6A1}">
                  <wpsdc:indentchars xmlns="" xmlns:wpsdc="http://www.wps.cn/officeDocument/2017/drawingmlCustomData" val="200" checksum="59296752"/>
                </a:ext>
              </a:extLst>
            </a:pPr>
            <a:r>
              <a:rPr lang="zh-CN" altLang="en-US" dirty="0"/>
              <a:t>例如，要查找特定格式的文本，例如中文字体为“微软雅黑”，字号为“五号”的文本，可以单击“格式”按钮，在弹出的快捷菜单选择“字体”命令，然后在弹出的“查找字体”对话框中，“中文字体”下拉列表框中选择“微软雅黑”，“字号”下拉列表框中选择“五号”，然后单击“确定”按钮</a:t>
            </a:r>
          </a:p>
          <a:p>
            <a:pPr marL="285750" indent="457200" fontAlgn="auto">
              <a:lnSpc>
                <a:spcPct val="150000"/>
              </a:lnSpc>
              <a:spcBef>
                <a:spcPts val="1200"/>
              </a:spcBef>
              <a:buFont typeface="Wingdings" panose="05000000000000000000" charset="0"/>
              <a:buChar char="Ø"/>
              <a:extLst>
                <a:ext uri="{35155182-B16C-46BC-9424-99874614C6A1}">
                  <wpsdc:indentchars xmlns="" xmlns:wpsdc="http://www.wps.cn/officeDocument/2017/drawingmlCustomData" val="200" checksum="59296752"/>
                </a:ext>
              </a:extLst>
            </a:pPr>
            <a:r>
              <a:rPr lang="zh-CN" altLang="en-US" dirty="0"/>
              <a:t>在“查找和替换”对话框“查找”选项卡里，单击“查找下一处”，即可将符合特定格式的文本查找出来</a:t>
            </a:r>
          </a:p>
        </p:txBody>
      </p:sp>
      <p:pic>
        <p:nvPicPr>
          <p:cNvPr id="2" name="图片 243" descr="D:\书稿《大学计算机应用基础教程》\3.插图\第4章 WPS文档编辑插图\4-12.jpg4-12"/>
          <p:cNvPicPr>
            <a:picLocks noChangeAspect="1" noChangeArrowheads="1"/>
          </p:cNvPicPr>
          <p:nvPr/>
        </p:nvPicPr>
        <p:blipFill>
          <a:blip r:embed="rId3"/>
          <a:srcRect/>
          <a:stretch>
            <a:fillRect/>
          </a:stretch>
        </p:blipFill>
        <p:spPr>
          <a:xfrm>
            <a:off x="6750685" y="1437005"/>
            <a:ext cx="3674745" cy="5062220"/>
          </a:xfrm>
          <a:prstGeom prst="rect">
            <a:avLst/>
          </a:prstGeom>
          <a:noFill/>
          <a:ln>
            <a:noFill/>
          </a:ln>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1.1</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创建和编辑文档</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defPPr>
              <a:defRPr lang="zh-CN"/>
            </a:defPPr>
            <a:lvl1pPr>
              <a:defRPr sz="2800" b="1" spc="225">
                <a:solidFill>
                  <a:srgbClr val="006370"/>
                </a:solidFill>
                <a:latin typeface="微软雅黑" panose="020B0503020204020204" pitchFamily="34" charset="-122"/>
                <a:ea typeface="微软雅黑" panose="020B0503020204020204" pitchFamily="34" charset="-122"/>
              </a:defRPr>
            </a:lvl1pPr>
          </a:lstStyle>
          <a:p>
            <a:r>
              <a:rPr lang="en-US" dirty="0"/>
              <a:t>1</a:t>
            </a:r>
            <a:r>
              <a:rPr dirty="0"/>
              <a:t>.1.</a:t>
            </a:r>
            <a:r>
              <a:rPr lang="en-US" dirty="0"/>
              <a:t>4 </a:t>
            </a:r>
            <a:r>
              <a:rPr lang="zh-CN" altLang="en-US" dirty="0">
                <a:sym typeface="+mn-ea"/>
              </a:rPr>
              <a:t>文本的编辑</a:t>
            </a:r>
          </a:p>
        </p:txBody>
      </p:sp>
      <p:sp>
        <p:nvSpPr>
          <p:cNvPr id="3" name="文本框 2"/>
          <p:cNvSpPr txBox="1"/>
          <p:nvPr/>
        </p:nvSpPr>
        <p:spPr>
          <a:xfrm>
            <a:off x="609776" y="1511463"/>
            <a:ext cx="5759450" cy="5082289"/>
          </a:xfrm>
          <a:prstGeom prst="rect">
            <a:avLst/>
          </a:prstGeom>
          <a:noFill/>
        </p:spPr>
        <p:txBody>
          <a:bodyPr wrap="square" rtlCol="0" anchor="t">
            <a:spAutoFit/>
          </a:bodyPr>
          <a:lstStyle/>
          <a:p>
            <a:pPr marL="285750" fontAlgn="auto">
              <a:lnSpc>
                <a:spcPct val="150000"/>
              </a:lnSpc>
            </a:pPr>
            <a:r>
              <a:rPr lang="en-US" altLang="zh-CN" sz="2000" b="1" dirty="0"/>
              <a:t>6.</a:t>
            </a:r>
            <a:r>
              <a:rPr lang="zh-CN" altLang="en-US" sz="2000" b="1" dirty="0"/>
              <a:t> 替换文本</a:t>
            </a:r>
          </a:p>
          <a:p>
            <a:pPr marL="285750" indent="457200" fontAlgn="auto">
              <a:lnSpc>
                <a:spcPct val="150000"/>
              </a:lnSpc>
              <a:buFont typeface="Wingdings" panose="05000000000000000000" charset="0"/>
              <a:buChar char="Ø"/>
              <a:extLst>
                <a:ext uri="{35155182-B16C-46BC-9424-99874614C6A1}">
                  <wpsdc:indentchars xmlns="" xmlns:wpsdc="http://www.wps.cn/officeDocument/2017/drawingmlCustomData" val="200" checksum="59296752"/>
                </a:ext>
              </a:extLst>
            </a:pPr>
            <a:r>
              <a:rPr lang="zh-CN" altLang="en-US" dirty="0"/>
              <a:t>在“开始”选项卡的“编辑”功能区里，单击“替换”按钮，会弹出“查找和替换”对话框，在“查找内容”下拉列表框中输入替换之前的内容，例如“奉献”；在“替换为”下拉列表框中输入替换之后的内容，例如“乐于奉献”</a:t>
            </a:r>
          </a:p>
          <a:p>
            <a:pPr marL="285750" indent="457200" fontAlgn="auto">
              <a:lnSpc>
                <a:spcPct val="150000"/>
              </a:lnSpc>
              <a:buFont typeface="Wingdings" panose="05000000000000000000" charset="0"/>
              <a:buChar char="Ø"/>
              <a:extLst>
                <a:ext uri="{35155182-B16C-46BC-9424-99874614C6A1}">
                  <wpsdc:indentchars xmlns="" xmlns:wpsdc="http://www.wps.cn/officeDocument/2017/drawingmlCustomData" val="200" checksum="59296752"/>
                </a:ext>
              </a:extLst>
            </a:pPr>
            <a:r>
              <a:rPr lang="zh-CN" altLang="en-US" dirty="0"/>
              <a:t>单击“全部替换”按钮，会将文档中所有的“奉献”替换为“乐于奉献”</a:t>
            </a:r>
          </a:p>
          <a:p>
            <a:pPr marL="285750" indent="457200" fontAlgn="auto">
              <a:lnSpc>
                <a:spcPct val="150000"/>
              </a:lnSpc>
              <a:buFont typeface="Wingdings" panose="05000000000000000000" charset="0"/>
              <a:buChar char="Ø"/>
              <a:extLst>
                <a:ext uri="{35155182-B16C-46BC-9424-99874614C6A1}">
                  <wpsdc:indentchars xmlns="" xmlns:wpsdc="http://www.wps.cn/officeDocument/2017/drawingmlCustomData" val="200" checksum="59296752"/>
                </a:ext>
              </a:extLst>
            </a:pPr>
            <a:r>
              <a:rPr lang="zh-CN" altLang="en-US" dirty="0"/>
              <a:t>也可以逐个替换，单击“查找下一处”按钮，查找到后，单击“替换”按钮，即可完成当前的替换；如果不需要替换，则再次单击“查找下一处”按钮，继续往下查找</a:t>
            </a:r>
          </a:p>
        </p:txBody>
      </p:sp>
      <p:pic>
        <p:nvPicPr>
          <p:cNvPr id="2" name="图片 244" descr="D:\书稿《大学计算机应用基础教程》\3.插图\第4章 WPS文档编辑插图\4-13.jpg4-13"/>
          <p:cNvPicPr>
            <a:picLocks noChangeAspect="1" noChangeArrowheads="1"/>
          </p:cNvPicPr>
          <p:nvPr/>
        </p:nvPicPr>
        <p:blipFill>
          <a:blip r:embed="rId3"/>
          <a:srcRect/>
          <a:stretch>
            <a:fillRect/>
          </a:stretch>
        </p:blipFill>
        <p:spPr>
          <a:xfrm>
            <a:off x="6510020" y="1993900"/>
            <a:ext cx="4677410" cy="4084320"/>
          </a:xfrm>
          <a:prstGeom prst="rect">
            <a:avLst/>
          </a:prstGeom>
          <a:noFill/>
          <a:ln>
            <a:noFill/>
          </a:ln>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1.1</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创建和编辑文档</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defPPr>
              <a:defRPr lang="zh-CN"/>
            </a:defPPr>
            <a:lvl1pPr>
              <a:defRPr sz="2800" b="1" spc="225">
                <a:solidFill>
                  <a:srgbClr val="006370"/>
                </a:solidFill>
                <a:latin typeface="微软雅黑" panose="020B0503020204020204" pitchFamily="34" charset="-122"/>
                <a:ea typeface="微软雅黑" panose="020B0503020204020204" pitchFamily="34" charset="-122"/>
              </a:defRPr>
            </a:lvl1pPr>
          </a:lstStyle>
          <a:p>
            <a:r>
              <a:rPr lang="en-US" dirty="0"/>
              <a:t>1.1</a:t>
            </a:r>
            <a:r>
              <a:rPr dirty="0"/>
              <a:t>.</a:t>
            </a:r>
            <a:r>
              <a:rPr lang="en-US" dirty="0"/>
              <a:t>4 </a:t>
            </a:r>
            <a:r>
              <a:rPr lang="zh-CN" altLang="en-US" dirty="0">
                <a:sym typeface="+mn-ea"/>
              </a:rPr>
              <a:t>文本的编辑</a:t>
            </a:r>
          </a:p>
        </p:txBody>
      </p:sp>
      <p:sp>
        <p:nvSpPr>
          <p:cNvPr id="3" name="文本框 2"/>
          <p:cNvSpPr txBox="1"/>
          <p:nvPr/>
        </p:nvSpPr>
        <p:spPr>
          <a:xfrm>
            <a:off x="828993" y="1392191"/>
            <a:ext cx="3986848" cy="3461385"/>
          </a:xfrm>
          <a:prstGeom prst="rect">
            <a:avLst/>
          </a:prstGeom>
          <a:noFill/>
        </p:spPr>
        <p:txBody>
          <a:bodyPr wrap="square" rtlCol="0" anchor="t">
            <a:spAutoFit/>
          </a:bodyPr>
          <a:lstStyle/>
          <a:p>
            <a:pPr marL="285750" fontAlgn="auto">
              <a:lnSpc>
                <a:spcPct val="150000"/>
              </a:lnSpc>
            </a:pPr>
            <a:r>
              <a:rPr lang="en-US" altLang="zh-CN" sz="2000" b="1" dirty="0"/>
              <a:t>7.</a:t>
            </a:r>
            <a:r>
              <a:rPr lang="zh-CN" altLang="en-US" sz="2000" b="1" dirty="0"/>
              <a:t> 定位文本</a:t>
            </a:r>
          </a:p>
          <a:p>
            <a:pPr marL="285750" indent="457200" fontAlgn="auto">
              <a:lnSpc>
                <a:spcPct val="150000"/>
              </a:lnSpc>
              <a:buFont typeface="Wingdings" panose="05000000000000000000" charset="0"/>
              <a:buChar char="Ø"/>
              <a:extLst>
                <a:ext uri="{35155182-B16C-46BC-9424-99874614C6A1}">
                  <wpsdc:indentchars xmlns="" xmlns:wpsdc="http://www.wps.cn/officeDocument/2017/drawingmlCustomData" val="200" checksum="59296752"/>
                </a:ext>
              </a:extLst>
            </a:pPr>
            <a:r>
              <a:rPr lang="zh-CN" altLang="en-US" dirty="0"/>
              <a:t>在“查找和替换”对话框的“定位”选项卡中，“定位目标”可以按照“页”“节”“行”“书签”等进行文本的定位，例如：“定位目标”选择“页”，“输入页号”输入框中输入“</a:t>
            </a:r>
            <a:r>
              <a:rPr lang="en-US" altLang="zh-CN" dirty="0"/>
              <a:t>3”</a:t>
            </a:r>
            <a:r>
              <a:rPr lang="zh-CN" altLang="en-US" dirty="0"/>
              <a:t>，单击“定位”按钮，那么当前页面会跳转至文档的第</a:t>
            </a:r>
            <a:r>
              <a:rPr lang="en-US" altLang="zh-CN" dirty="0"/>
              <a:t>3</a:t>
            </a:r>
            <a:r>
              <a:rPr lang="zh-CN" altLang="en-US" dirty="0"/>
              <a:t>页</a:t>
            </a:r>
          </a:p>
        </p:txBody>
      </p:sp>
      <p:pic>
        <p:nvPicPr>
          <p:cNvPr id="2" name="图片 245" descr="D:\书稿《大学计算机应用基础教程》\3.插图\第4章 WPS文档编辑插图\4-14.jpg4-14"/>
          <p:cNvPicPr>
            <a:picLocks noChangeAspect="1" noChangeArrowheads="1"/>
          </p:cNvPicPr>
          <p:nvPr/>
        </p:nvPicPr>
        <p:blipFill>
          <a:blip r:embed="rId3"/>
          <a:srcRect/>
          <a:stretch>
            <a:fillRect/>
          </a:stretch>
        </p:blipFill>
        <p:spPr>
          <a:xfrm>
            <a:off x="5183505" y="1789430"/>
            <a:ext cx="6003925" cy="3444875"/>
          </a:xfrm>
          <a:prstGeom prst="rect">
            <a:avLst/>
          </a:prstGeom>
          <a:noFill/>
          <a:ln>
            <a:noFill/>
          </a:ln>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KSO_Shape"/>
          <p:cNvSpPr>
            <a:spLocks noChangeAspect="1"/>
          </p:cNvSpPr>
          <p:nvPr/>
        </p:nvSpPr>
        <p:spPr bwMode="auto">
          <a:xfrm>
            <a:off x="4093328" y="3862345"/>
            <a:ext cx="252421" cy="252000"/>
          </a:xfrm>
          <a:custGeom>
            <a:avLst/>
            <a:gdLst>
              <a:gd name="T0" fmla="*/ 346433 w 5026"/>
              <a:gd name="T1" fmla="*/ 0 h 5027"/>
              <a:gd name="T2" fmla="*/ 293748 w 5026"/>
              <a:gd name="T3" fmla="*/ 4164 h 5027"/>
              <a:gd name="T4" fmla="*/ 243337 w 5026"/>
              <a:gd name="T5" fmla="*/ 15897 h 5027"/>
              <a:gd name="T6" fmla="*/ 196337 w 5026"/>
              <a:gd name="T7" fmla="*/ 34065 h 5027"/>
              <a:gd name="T8" fmla="*/ 153128 w 5026"/>
              <a:gd name="T9" fmla="*/ 59046 h 5027"/>
              <a:gd name="T10" fmla="*/ 113709 w 5026"/>
              <a:gd name="T11" fmla="*/ 90083 h 5027"/>
              <a:gd name="T12" fmla="*/ 79217 w 5026"/>
              <a:gd name="T13" fmla="*/ 126041 h 5027"/>
              <a:gd name="T14" fmla="*/ 50411 w 5026"/>
              <a:gd name="T15" fmla="*/ 166541 h 5027"/>
              <a:gd name="T16" fmla="*/ 27290 w 5026"/>
              <a:gd name="T17" fmla="*/ 211204 h 5027"/>
              <a:gd name="T18" fmla="*/ 10992 w 5026"/>
              <a:gd name="T19" fmla="*/ 259652 h 5027"/>
              <a:gd name="T20" fmla="*/ 1895 w 5026"/>
              <a:gd name="T21" fmla="*/ 310750 h 5027"/>
              <a:gd name="T22" fmla="*/ 0 w 5026"/>
              <a:gd name="T23" fmla="*/ 1556777 h 5027"/>
              <a:gd name="T24" fmla="*/ 1895 w 5026"/>
              <a:gd name="T25" fmla="*/ 1591978 h 5027"/>
              <a:gd name="T26" fmla="*/ 10992 w 5026"/>
              <a:gd name="T27" fmla="*/ 1643076 h 5027"/>
              <a:gd name="T28" fmla="*/ 27290 w 5026"/>
              <a:gd name="T29" fmla="*/ 1691524 h 5027"/>
              <a:gd name="T30" fmla="*/ 50411 w 5026"/>
              <a:gd name="T31" fmla="*/ 1736566 h 5027"/>
              <a:gd name="T32" fmla="*/ 79217 w 5026"/>
              <a:gd name="T33" fmla="*/ 1777065 h 5027"/>
              <a:gd name="T34" fmla="*/ 113709 w 5026"/>
              <a:gd name="T35" fmla="*/ 1812645 h 5027"/>
              <a:gd name="T36" fmla="*/ 153128 w 5026"/>
              <a:gd name="T37" fmla="*/ 1843682 h 5027"/>
              <a:gd name="T38" fmla="*/ 196337 w 5026"/>
              <a:gd name="T39" fmla="*/ 1868663 h 5027"/>
              <a:gd name="T40" fmla="*/ 243337 w 5026"/>
              <a:gd name="T41" fmla="*/ 1887209 h 5027"/>
              <a:gd name="T42" fmla="*/ 293748 w 5026"/>
              <a:gd name="T43" fmla="*/ 1898564 h 5027"/>
              <a:gd name="T44" fmla="*/ 346433 w 5026"/>
              <a:gd name="T45" fmla="*/ 1902728 h 5027"/>
              <a:gd name="T46" fmla="*/ 1576761 w 5026"/>
              <a:gd name="T47" fmla="*/ 1901971 h 5027"/>
              <a:gd name="T48" fmla="*/ 1628688 w 5026"/>
              <a:gd name="T49" fmla="*/ 1895536 h 5027"/>
              <a:gd name="T50" fmla="*/ 1677962 w 5026"/>
              <a:gd name="T51" fmla="*/ 1881532 h 5027"/>
              <a:gd name="T52" fmla="*/ 1723824 w 5026"/>
              <a:gd name="T53" fmla="*/ 1861093 h 5027"/>
              <a:gd name="T54" fmla="*/ 1766275 w 5026"/>
              <a:gd name="T55" fmla="*/ 1834219 h 5027"/>
              <a:gd name="T56" fmla="*/ 1803799 w 5026"/>
              <a:gd name="T57" fmla="*/ 1801290 h 5027"/>
              <a:gd name="T58" fmla="*/ 1836396 w 5026"/>
              <a:gd name="T59" fmla="*/ 1763818 h 5027"/>
              <a:gd name="T60" fmla="*/ 1863686 w 5026"/>
              <a:gd name="T61" fmla="*/ 1721426 h 5027"/>
              <a:gd name="T62" fmla="*/ 1884153 w 5026"/>
              <a:gd name="T63" fmla="*/ 1675627 h 5027"/>
              <a:gd name="T64" fmla="*/ 1898177 w 5026"/>
              <a:gd name="T65" fmla="*/ 1626422 h 5027"/>
              <a:gd name="T66" fmla="*/ 1904621 w 5026"/>
              <a:gd name="T67" fmla="*/ 1574567 h 5027"/>
              <a:gd name="T68" fmla="*/ 1905000 w 5026"/>
              <a:gd name="T69" fmla="*/ 345951 h 5027"/>
              <a:gd name="T70" fmla="*/ 1901210 w 5026"/>
              <a:gd name="T71" fmla="*/ 293339 h 5027"/>
              <a:gd name="T72" fmla="*/ 1889839 w 5026"/>
              <a:gd name="T73" fmla="*/ 242998 h 5027"/>
              <a:gd name="T74" fmla="*/ 1870887 w 5026"/>
              <a:gd name="T75" fmla="*/ 196064 h 5027"/>
              <a:gd name="T76" fmla="*/ 1846250 w 5026"/>
              <a:gd name="T77" fmla="*/ 152915 h 5027"/>
              <a:gd name="T78" fmla="*/ 1815170 w 5026"/>
              <a:gd name="T79" fmla="*/ 113551 h 5027"/>
              <a:gd name="T80" fmla="*/ 1779162 w 5026"/>
              <a:gd name="T81" fmla="*/ 79107 h 5027"/>
              <a:gd name="T82" fmla="*/ 1738606 w 5026"/>
              <a:gd name="T83" fmla="*/ 50341 h 5027"/>
              <a:gd name="T84" fmla="*/ 1693881 w 5026"/>
              <a:gd name="T85" fmla="*/ 27252 h 5027"/>
              <a:gd name="T86" fmla="*/ 1645744 w 5026"/>
              <a:gd name="T87" fmla="*/ 10977 h 5027"/>
              <a:gd name="T88" fmla="*/ 1594196 w 5026"/>
              <a:gd name="T89" fmla="*/ 1893 h 5027"/>
              <a:gd name="T90" fmla="*/ 1559326 w 5026"/>
              <a:gd name="T91" fmla="*/ 1124529 h 5027"/>
              <a:gd name="T92" fmla="*/ 779663 w 5026"/>
              <a:gd name="T93" fmla="*/ 1557156 h 5027"/>
              <a:gd name="T94" fmla="*/ 346433 w 5026"/>
              <a:gd name="T95" fmla="*/ 778578 h 5027"/>
              <a:gd name="T96" fmla="*/ 1126095 w 5026"/>
              <a:gd name="T97" fmla="*/ 345951 h 5027"/>
              <a:gd name="T98" fmla="*/ 1559326 w 5026"/>
              <a:gd name="T99" fmla="*/ 1124529 h 502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026" h="5027">
                <a:moveTo>
                  <a:pt x="4113" y="0"/>
                </a:moveTo>
                <a:lnTo>
                  <a:pt x="914" y="0"/>
                </a:lnTo>
                <a:lnTo>
                  <a:pt x="867" y="1"/>
                </a:lnTo>
                <a:lnTo>
                  <a:pt x="821" y="5"/>
                </a:lnTo>
                <a:lnTo>
                  <a:pt x="775" y="11"/>
                </a:lnTo>
                <a:lnTo>
                  <a:pt x="730" y="19"/>
                </a:lnTo>
                <a:lnTo>
                  <a:pt x="686" y="29"/>
                </a:lnTo>
                <a:lnTo>
                  <a:pt x="642" y="42"/>
                </a:lnTo>
                <a:lnTo>
                  <a:pt x="599" y="56"/>
                </a:lnTo>
                <a:lnTo>
                  <a:pt x="558" y="72"/>
                </a:lnTo>
                <a:lnTo>
                  <a:pt x="518" y="90"/>
                </a:lnTo>
                <a:lnTo>
                  <a:pt x="478" y="111"/>
                </a:lnTo>
                <a:lnTo>
                  <a:pt x="440" y="133"/>
                </a:lnTo>
                <a:lnTo>
                  <a:pt x="404" y="156"/>
                </a:lnTo>
                <a:lnTo>
                  <a:pt x="368" y="182"/>
                </a:lnTo>
                <a:lnTo>
                  <a:pt x="333" y="209"/>
                </a:lnTo>
                <a:lnTo>
                  <a:pt x="300" y="238"/>
                </a:lnTo>
                <a:lnTo>
                  <a:pt x="268" y="268"/>
                </a:lnTo>
                <a:lnTo>
                  <a:pt x="238" y="300"/>
                </a:lnTo>
                <a:lnTo>
                  <a:pt x="209" y="333"/>
                </a:lnTo>
                <a:lnTo>
                  <a:pt x="181" y="368"/>
                </a:lnTo>
                <a:lnTo>
                  <a:pt x="156" y="404"/>
                </a:lnTo>
                <a:lnTo>
                  <a:pt x="133" y="440"/>
                </a:lnTo>
                <a:lnTo>
                  <a:pt x="111" y="478"/>
                </a:lnTo>
                <a:lnTo>
                  <a:pt x="90" y="518"/>
                </a:lnTo>
                <a:lnTo>
                  <a:pt x="72" y="558"/>
                </a:lnTo>
                <a:lnTo>
                  <a:pt x="56" y="599"/>
                </a:lnTo>
                <a:lnTo>
                  <a:pt x="42" y="642"/>
                </a:lnTo>
                <a:lnTo>
                  <a:pt x="29" y="686"/>
                </a:lnTo>
                <a:lnTo>
                  <a:pt x="19" y="730"/>
                </a:lnTo>
                <a:lnTo>
                  <a:pt x="11" y="775"/>
                </a:lnTo>
                <a:lnTo>
                  <a:pt x="5" y="821"/>
                </a:lnTo>
                <a:lnTo>
                  <a:pt x="1" y="867"/>
                </a:lnTo>
                <a:lnTo>
                  <a:pt x="0" y="914"/>
                </a:lnTo>
                <a:lnTo>
                  <a:pt x="0" y="4113"/>
                </a:lnTo>
                <a:lnTo>
                  <a:pt x="1" y="4160"/>
                </a:lnTo>
                <a:lnTo>
                  <a:pt x="5" y="4206"/>
                </a:lnTo>
                <a:lnTo>
                  <a:pt x="11" y="4252"/>
                </a:lnTo>
                <a:lnTo>
                  <a:pt x="19" y="4297"/>
                </a:lnTo>
                <a:lnTo>
                  <a:pt x="29" y="4341"/>
                </a:lnTo>
                <a:lnTo>
                  <a:pt x="42" y="4385"/>
                </a:lnTo>
                <a:lnTo>
                  <a:pt x="56" y="4427"/>
                </a:lnTo>
                <a:lnTo>
                  <a:pt x="72" y="4469"/>
                </a:lnTo>
                <a:lnTo>
                  <a:pt x="90" y="4509"/>
                </a:lnTo>
                <a:lnTo>
                  <a:pt x="111" y="4548"/>
                </a:lnTo>
                <a:lnTo>
                  <a:pt x="133" y="4588"/>
                </a:lnTo>
                <a:lnTo>
                  <a:pt x="156" y="4624"/>
                </a:lnTo>
                <a:lnTo>
                  <a:pt x="181" y="4660"/>
                </a:lnTo>
                <a:lnTo>
                  <a:pt x="209" y="4695"/>
                </a:lnTo>
                <a:lnTo>
                  <a:pt x="238" y="4728"/>
                </a:lnTo>
                <a:lnTo>
                  <a:pt x="268" y="4759"/>
                </a:lnTo>
                <a:lnTo>
                  <a:pt x="300" y="4789"/>
                </a:lnTo>
                <a:lnTo>
                  <a:pt x="333" y="4818"/>
                </a:lnTo>
                <a:lnTo>
                  <a:pt x="368" y="4846"/>
                </a:lnTo>
                <a:lnTo>
                  <a:pt x="404" y="4871"/>
                </a:lnTo>
                <a:lnTo>
                  <a:pt x="440" y="4895"/>
                </a:lnTo>
                <a:lnTo>
                  <a:pt x="478" y="4917"/>
                </a:lnTo>
                <a:lnTo>
                  <a:pt x="518" y="4937"/>
                </a:lnTo>
                <a:lnTo>
                  <a:pt x="558" y="4955"/>
                </a:lnTo>
                <a:lnTo>
                  <a:pt x="599" y="4971"/>
                </a:lnTo>
                <a:lnTo>
                  <a:pt x="642" y="4986"/>
                </a:lnTo>
                <a:lnTo>
                  <a:pt x="686" y="4999"/>
                </a:lnTo>
                <a:lnTo>
                  <a:pt x="730" y="5008"/>
                </a:lnTo>
                <a:lnTo>
                  <a:pt x="775" y="5016"/>
                </a:lnTo>
                <a:lnTo>
                  <a:pt x="821" y="5022"/>
                </a:lnTo>
                <a:lnTo>
                  <a:pt x="867" y="5025"/>
                </a:lnTo>
                <a:lnTo>
                  <a:pt x="914" y="5027"/>
                </a:lnTo>
                <a:lnTo>
                  <a:pt x="4113" y="5027"/>
                </a:lnTo>
                <a:lnTo>
                  <a:pt x="4160" y="5025"/>
                </a:lnTo>
                <a:lnTo>
                  <a:pt x="4206" y="5022"/>
                </a:lnTo>
                <a:lnTo>
                  <a:pt x="4252" y="5016"/>
                </a:lnTo>
                <a:lnTo>
                  <a:pt x="4297" y="5008"/>
                </a:lnTo>
                <a:lnTo>
                  <a:pt x="4342" y="4999"/>
                </a:lnTo>
                <a:lnTo>
                  <a:pt x="4384" y="4986"/>
                </a:lnTo>
                <a:lnTo>
                  <a:pt x="4427" y="4971"/>
                </a:lnTo>
                <a:lnTo>
                  <a:pt x="4469" y="4955"/>
                </a:lnTo>
                <a:lnTo>
                  <a:pt x="4509" y="4937"/>
                </a:lnTo>
                <a:lnTo>
                  <a:pt x="4548" y="4917"/>
                </a:lnTo>
                <a:lnTo>
                  <a:pt x="4587" y="4895"/>
                </a:lnTo>
                <a:lnTo>
                  <a:pt x="4624" y="4871"/>
                </a:lnTo>
                <a:lnTo>
                  <a:pt x="4660" y="4846"/>
                </a:lnTo>
                <a:lnTo>
                  <a:pt x="4694" y="4818"/>
                </a:lnTo>
                <a:lnTo>
                  <a:pt x="4728" y="4789"/>
                </a:lnTo>
                <a:lnTo>
                  <a:pt x="4759" y="4759"/>
                </a:lnTo>
                <a:lnTo>
                  <a:pt x="4789" y="4728"/>
                </a:lnTo>
                <a:lnTo>
                  <a:pt x="4818" y="4695"/>
                </a:lnTo>
                <a:lnTo>
                  <a:pt x="4845" y="4660"/>
                </a:lnTo>
                <a:lnTo>
                  <a:pt x="4871" y="4624"/>
                </a:lnTo>
                <a:lnTo>
                  <a:pt x="4895" y="4588"/>
                </a:lnTo>
                <a:lnTo>
                  <a:pt x="4917" y="4548"/>
                </a:lnTo>
                <a:lnTo>
                  <a:pt x="4936" y="4509"/>
                </a:lnTo>
                <a:lnTo>
                  <a:pt x="4955" y="4469"/>
                </a:lnTo>
                <a:lnTo>
                  <a:pt x="4971" y="4427"/>
                </a:lnTo>
                <a:lnTo>
                  <a:pt x="4986" y="4385"/>
                </a:lnTo>
                <a:lnTo>
                  <a:pt x="4997" y="4341"/>
                </a:lnTo>
                <a:lnTo>
                  <a:pt x="5008" y="4297"/>
                </a:lnTo>
                <a:lnTo>
                  <a:pt x="5016" y="4252"/>
                </a:lnTo>
                <a:lnTo>
                  <a:pt x="5022" y="4206"/>
                </a:lnTo>
                <a:lnTo>
                  <a:pt x="5025" y="4160"/>
                </a:lnTo>
                <a:lnTo>
                  <a:pt x="5026" y="4113"/>
                </a:lnTo>
                <a:lnTo>
                  <a:pt x="5026" y="914"/>
                </a:lnTo>
                <a:lnTo>
                  <a:pt x="5025" y="867"/>
                </a:lnTo>
                <a:lnTo>
                  <a:pt x="5022" y="821"/>
                </a:lnTo>
                <a:lnTo>
                  <a:pt x="5016" y="775"/>
                </a:lnTo>
                <a:lnTo>
                  <a:pt x="5008" y="730"/>
                </a:lnTo>
                <a:lnTo>
                  <a:pt x="4997" y="686"/>
                </a:lnTo>
                <a:lnTo>
                  <a:pt x="4986" y="642"/>
                </a:lnTo>
                <a:lnTo>
                  <a:pt x="4971" y="599"/>
                </a:lnTo>
                <a:lnTo>
                  <a:pt x="4955" y="558"/>
                </a:lnTo>
                <a:lnTo>
                  <a:pt x="4936" y="518"/>
                </a:lnTo>
                <a:lnTo>
                  <a:pt x="4917" y="478"/>
                </a:lnTo>
                <a:lnTo>
                  <a:pt x="4895" y="440"/>
                </a:lnTo>
                <a:lnTo>
                  <a:pt x="4871" y="404"/>
                </a:lnTo>
                <a:lnTo>
                  <a:pt x="4845" y="368"/>
                </a:lnTo>
                <a:lnTo>
                  <a:pt x="4818" y="333"/>
                </a:lnTo>
                <a:lnTo>
                  <a:pt x="4789" y="300"/>
                </a:lnTo>
                <a:lnTo>
                  <a:pt x="4759" y="268"/>
                </a:lnTo>
                <a:lnTo>
                  <a:pt x="4728" y="238"/>
                </a:lnTo>
                <a:lnTo>
                  <a:pt x="4694" y="209"/>
                </a:lnTo>
                <a:lnTo>
                  <a:pt x="4660" y="182"/>
                </a:lnTo>
                <a:lnTo>
                  <a:pt x="4624" y="156"/>
                </a:lnTo>
                <a:lnTo>
                  <a:pt x="4587" y="133"/>
                </a:lnTo>
                <a:lnTo>
                  <a:pt x="4548" y="111"/>
                </a:lnTo>
                <a:lnTo>
                  <a:pt x="4509" y="90"/>
                </a:lnTo>
                <a:lnTo>
                  <a:pt x="4469" y="72"/>
                </a:lnTo>
                <a:lnTo>
                  <a:pt x="4427" y="56"/>
                </a:lnTo>
                <a:lnTo>
                  <a:pt x="4384" y="42"/>
                </a:lnTo>
                <a:lnTo>
                  <a:pt x="4342" y="29"/>
                </a:lnTo>
                <a:lnTo>
                  <a:pt x="4297" y="19"/>
                </a:lnTo>
                <a:lnTo>
                  <a:pt x="4252" y="11"/>
                </a:lnTo>
                <a:lnTo>
                  <a:pt x="4206" y="5"/>
                </a:lnTo>
                <a:lnTo>
                  <a:pt x="4160" y="1"/>
                </a:lnTo>
                <a:lnTo>
                  <a:pt x="4113" y="0"/>
                </a:lnTo>
                <a:close/>
                <a:moveTo>
                  <a:pt x="4114" y="2971"/>
                </a:moveTo>
                <a:lnTo>
                  <a:pt x="2971" y="2971"/>
                </a:lnTo>
                <a:lnTo>
                  <a:pt x="2971" y="4114"/>
                </a:lnTo>
                <a:lnTo>
                  <a:pt x="2057" y="4114"/>
                </a:lnTo>
                <a:lnTo>
                  <a:pt x="2057" y="2971"/>
                </a:lnTo>
                <a:lnTo>
                  <a:pt x="914" y="2971"/>
                </a:lnTo>
                <a:lnTo>
                  <a:pt x="914" y="2057"/>
                </a:lnTo>
                <a:lnTo>
                  <a:pt x="2057" y="2057"/>
                </a:lnTo>
                <a:lnTo>
                  <a:pt x="2057" y="914"/>
                </a:lnTo>
                <a:lnTo>
                  <a:pt x="2971" y="914"/>
                </a:lnTo>
                <a:lnTo>
                  <a:pt x="2971" y="2057"/>
                </a:lnTo>
                <a:lnTo>
                  <a:pt x="4114" y="2057"/>
                </a:lnTo>
                <a:lnTo>
                  <a:pt x="4114" y="2971"/>
                </a:lnTo>
                <a:close/>
              </a:path>
            </a:pathLst>
          </a:custGeom>
          <a:solidFill>
            <a:srgbClr val="1F717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algn="ctr">
              <a:defRPr/>
            </a:pPr>
            <a:endParaRPr lang="zh-CN" altLang="en-US" sz="2000" b="1" dirty="0">
              <a:solidFill>
                <a:schemeClr val="tx1">
                  <a:lumMod val="75000"/>
                  <a:lumOff val="25000"/>
                </a:schemeClr>
              </a:solidFill>
            </a:endParaRPr>
          </a:p>
        </p:txBody>
      </p:sp>
      <p:sp>
        <p:nvSpPr>
          <p:cNvPr id="23" name="KSO_Shape"/>
          <p:cNvSpPr>
            <a:spLocks noChangeAspect="1"/>
          </p:cNvSpPr>
          <p:nvPr/>
        </p:nvSpPr>
        <p:spPr bwMode="auto">
          <a:xfrm>
            <a:off x="4093328" y="4413963"/>
            <a:ext cx="252421" cy="252000"/>
          </a:xfrm>
          <a:custGeom>
            <a:avLst/>
            <a:gdLst>
              <a:gd name="T0" fmla="*/ 346433 w 5026"/>
              <a:gd name="T1" fmla="*/ 0 h 5027"/>
              <a:gd name="T2" fmla="*/ 293748 w 5026"/>
              <a:gd name="T3" fmla="*/ 4164 h 5027"/>
              <a:gd name="T4" fmla="*/ 243337 w 5026"/>
              <a:gd name="T5" fmla="*/ 15897 h 5027"/>
              <a:gd name="T6" fmla="*/ 196337 w 5026"/>
              <a:gd name="T7" fmla="*/ 34065 h 5027"/>
              <a:gd name="T8" fmla="*/ 153128 w 5026"/>
              <a:gd name="T9" fmla="*/ 59046 h 5027"/>
              <a:gd name="T10" fmla="*/ 113709 w 5026"/>
              <a:gd name="T11" fmla="*/ 90083 h 5027"/>
              <a:gd name="T12" fmla="*/ 79217 w 5026"/>
              <a:gd name="T13" fmla="*/ 126041 h 5027"/>
              <a:gd name="T14" fmla="*/ 50411 w 5026"/>
              <a:gd name="T15" fmla="*/ 166541 h 5027"/>
              <a:gd name="T16" fmla="*/ 27290 w 5026"/>
              <a:gd name="T17" fmla="*/ 211204 h 5027"/>
              <a:gd name="T18" fmla="*/ 10992 w 5026"/>
              <a:gd name="T19" fmla="*/ 259652 h 5027"/>
              <a:gd name="T20" fmla="*/ 1895 w 5026"/>
              <a:gd name="T21" fmla="*/ 310750 h 5027"/>
              <a:gd name="T22" fmla="*/ 0 w 5026"/>
              <a:gd name="T23" fmla="*/ 1556777 h 5027"/>
              <a:gd name="T24" fmla="*/ 1895 w 5026"/>
              <a:gd name="T25" fmla="*/ 1591978 h 5027"/>
              <a:gd name="T26" fmla="*/ 10992 w 5026"/>
              <a:gd name="T27" fmla="*/ 1643076 h 5027"/>
              <a:gd name="T28" fmla="*/ 27290 w 5026"/>
              <a:gd name="T29" fmla="*/ 1691524 h 5027"/>
              <a:gd name="T30" fmla="*/ 50411 w 5026"/>
              <a:gd name="T31" fmla="*/ 1736566 h 5027"/>
              <a:gd name="T32" fmla="*/ 79217 w 5026"/>
              <a:gd name="T33" fmla="*/ 1777065 h 5027"/>
              <a:gd name="T34" fmla="*/ 113709 w 5026"/>
              <a:gd name="T35" fmla="*/ 1812645 h 5027"/>
              <a:gd name="T36" fmla="*/ 153128 w 5026"/>
              <a:gd name="T37" fmla="*/ 1843682 h 5027"/>
              <a:gd name="T38" fmla="*/ 196337 w 5026"/>
              <a:gd name="T39" fmla="*/ 1868663 h 5027"/>
              <a:gd name="T40" fmla="*/ 243337 w 5026"/>
              <a:gd name="T41" fmla="*/ 1887209 h 5027"/>
              <a:gd name="T42" fmla="*/ 293748 w 5026"/>
              <a:gd name="T43" fmla="*/ 1898564 h 5027"/>
              <a:gd name="T44" fmla="*/ 346433 w 5026"/>
              <a:gd name="T45" fmla="*/ 1902728 h 5027"/>
              <a:gd name="T46" fmla="*/ 1576761 w 5026"/>
              <a:gd name="T47" fmla="*/ 1901971 h 5027"/>
              <a:gd name="T48" fmla="*/ 1628688 w 5026"/>
              <a:gd name="T49" fmla="*/ 1895536 h 5027"/>
              <a:gd name="T50" fmla="*/ 1677962 w 5026"/>
              <a:gd name="T51" fmla="*/ 1881532 h 5027"/>
              <a:gd name="T52" fmla="*/ 1723824 w 5026"/>
              <a:gd name="T53" fmla="*/ 1861093 h 5027"/>
              <a:gd name="T54" fmla="*/ 1766275 w 5026"/>
              <a:gd name="T55" fmla="*/ 1834219 h 5027"/>
              <a:gd name="T56" fmla="*/ 1803799 w 5026"/>
              <a:gd name="T57" fmla="*/ 1801290 h 5027"/>
              <a:gd name="T58" fmla="*/ 1836396 w 5026"/>
              <a:gd name="T59" fmla="*/ 1763818 h 5027"/>
              <a:gd name="T60" fmla="*/ 1863686 w 5026"/>
              <a:gd name="T61" fmla="*/ 1721426 h 5027"/>
              <a:gd name="T62" fmla="*/ 1884153 w 5026"/>
              <a:gd name="T63" fmla="*/ 1675627 h 5027"/>
              <a:gd name="T64" fmla="*/ 1898177 w 5026"/>
              <a:gd name="T65" fmla="*/ 1626422 h 5027"/>
              <a:gd name="T66" fmla="*/ 1904621 w 5026"/>
              <a:gd name="T67" fmla="*/ 1574567 h 5027"/>
              <a:gd name="T68" fmla="*/ 1905000 w 5026"/>
              <a:gd name="T69" fmla="*/ 345951 h 5027"/>
              <a:gd name="T70" fmla="*/ 1901210 w 5026"/>
              <a:gd name="T71" fmla="*/ 293339 h 5027"/>
              <a:gd name="T72" fmla="*/ 1889839 w 5026"/>
              <a:gd name="T73" fmla="*/ 242998 h 5027"/>
              <a:gd name="T74" fmla="*/ 1870887 w 5026"/>
              <a:gd name="T75" fmla="*/ 196064 h 5027"/>
              <a:gd name="T76" fmla="*/ 1846250 w 5026"/>
              <a:gd name="T77" fmla="*/ 152915 h 5027"/>
              <a:gd name="T78" fmla="*/ 1815170 w 5026"/>
              <a:gd name="T79" fmla="*/ 113551 h 5027"/>
              <a:gd name="T80" fmla="*/ 1779162 w 5026"/>
              <a:gd name="T81" fmla="*/ 79107 h 5027"/>
              <a:gd name="T82" fmla="*/ 1738606 w 5026"/>
              <a:gd name="T83" fmla="*/ 50341 h 5027"/>
              <a:gd name="T84" fmla="*/ 1693881 w 5026"/>
              <a:gd name="T85" fmla="*/ 27252 h 5027"/>
              <a:gd name="T86" fmla="*/ 1645744 w 5026"/>
              <a:gd name="T87" fmla="*/ 10977 h 5027"/>
              <a:gd name="T88" fmla="*/ 1594196 w 5026"/>
              <a:gd name="T89" fmla="*/ 1893 h 5027"/>
              <a:gd name="T90" fmla="*/ 1559326 w 5026"/>
              <a:gd name="T91" fmla="*/ 1124529 h 5027"/>
              <a:gd name="T92" fmla="*/ 779663 w 5026"/>
              <a:gd name="T93" fmla="*/ 1557156 h 5027"/>
              <a:gd name="T94" fmla="*/ 346433 w 5026"/>
              <a:gd name="T95" fmla="*/ 778578 h 5027"/>
              <a:gd name="T96" fmla="*/ 1126095 w 5026"/>
              <a:gd name="T97" fmla="*/ 345951 h 5027"/>
              <a:gd name="T98" fmla="*/ 1559326 w 5026"/>
              <a:gd name="T99" fmla="*/ 1124529 h 502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026" h="5027">
                <a:moveTo>
                  <a:pt x="4113" y="0"/>
                </a:moveTo>
                <a:lnTo>
                  <a:pt x="914" y="0"/>
                </a:lnTo>
                <a:lnTo>
                  <a:pt x="867" y="1"/>
                </a:lnTo>
                <a:lnTo>
                  <a:pt x="821" y="5"/>
                </a:lnTo>
                <a:lnTo>
                  <a:pt x="775" y="11"/>
                </a:lnTo>
                <a:lnTo>
                  <a:pt x="730" y="19"/>
                </a:lnTo>
                <a:lnTo>
                  <a:pt x="686" y="29"/>
                </a:lnTo>
                <a:lnTo>
                  <a:pt x="642" y="42"/>
                </a:lnTo>
                <a:lnTo>
                  <a:pt x="599" y="56"/>
                </a:lnTo>
                <a:lnTo>
                  <a:pt x="558" y="72"/>
                </a:lnTo>
                <a:lnTo>
                  <a:pt x="518" y="90"/>
                </a:lnTo>
                <a:lnTo>
                  <a:pt x="478" y="111"/>
                </a:lnTo>
                <a:lnTo>
                  <a:pt x="440" y="133"/>
                </a:lnTo>
                <a:lnTo>
                  <a:pt x="404" y="156"/>
                </a:lnTo>
                <a:lnTo>
                  <a:pt x="368" y="182"/>
                </a:lnTo>
                <a:lnTo>
                  <a:pt x="333" y="209"/>
                </a:lnTo>
                <a:lnTo>
                  <a:pt x="300" y="238"/>
                </a:lnTo>
                <a:lnTo>
                  <a:pt x="268" y="268"/>
                </a:lnTo>
                <a:lnTo>
                  <a:pt x="238" y="300"/>
                </a:lnTo>
                <a:lnTo>
                  <a:pt x="209" y="333"/>
                </a:lnTo>
                <a:lnTo>
                  <a:pt x="181" y="368"/>
                </a:lnTo>
                <a:lnTo>
                  <a:pt x="156" y="404"/>
                </a:lnTo>
                <a:lnTo>
                  <a:pt x="133" y="440"/>
                </a:lnTo>
                <a:lnTo>
                  <a:pt x="111" y="478"/>
                </a:lnTo>
                <a:lnTo>
                  <a:pt x="90" y="518"/>
                </a:lnTo>
                <a:lnTo>
                  <a:pt x="72" y="558"/>
                </a:lnTo>
                <a:lnTo>
                  <a:pt x="56" y="599"/>
                </a:lnTo>
                <a:lnTo>
                  <a:pt x="42" y="642"/>
                </a:lnTo>
                <a:lnTo>
                  <a:pt x="29" y="686"/>
                </a:lnTo>
                <a:lnTo>
                  <a:pt x="19" y="730"/>
                </a:lnTo>
                <a:lnTo>
                  <a:pt x="11" y="775"/>
                </a:lnTo>
                <a:lnTo>
                  <a:pt x="5" y="821"/>
                </a:lnTo>
                <a:lnTo>
                  <a:pt x="1" y="867"/>
                </a:lnTo>
                <a:lnTo>
                  <a:pt x="0" y="914"/>
                </a:lnTo>
                <a:lnTo>
                  <a:pt x="0" y="4113"/>
                </a:lnTo>
                <a:lnTo>
                  <a:pt x="1" y="4160"/>
                </a:lnTo>
                <a:lnTo>
                  <a:pt x="5" y="4206"/>
                </a:lnTo>
                <a:lnTo>
                  <a:pt x="11" y="4252"/>
                </a:lnTo>
                <a:lnTo>
                  <a:pt x="19" y="4297"/>
                </a:lnTo>
                <a:lnTo>
                  <a:pt x="29" y="4341"/>
                </a:lnTo>
                <a:lnTo>
                  <a:pt x="42" y="4385"/>
                </a:lnTo>
                <a:lnTo>
                  <a:pt x="56" y="4427"/>
                </a:lnTo>
                <a:lnTo>
                  <a:pt x="72" y="4469"/>
                </a:lnTo>
                <a:lnTo>
                  <a:pt x="90" y="4509"/>
                </a:lnTo>
                <a:lnTo>
                  <a:pt x="111" y="4548"/>
                </a:lnTo>
                <a:lnTo>
                  <a:pt x="133" y="4588"/>
                </a:lnTo>
                <a:lnTo>
                  <a:pt x="156" y="4624"/>
                </a:lnTo>
                <a:lnTo>
                  <a:pt x="181" y="4660"/>
                </a:lnTo>
                <a:lnTo>
                  <a:pt x="209" y="4695"/>
                </a:lnTo>
                <a:lnTo>
                  <a:pt x="238" y="4728"/>
                </a:lnTo>
                <a:lnTo>
                  <a:pt x="268" y="4759"/>
                </a:lnTo>
                <a:lnTo>
                  <a:pt x="300" y="4789"/>
                </a:lnTo>
                <a:lnTo>
                  <a:pt x="333" y="4818"/>
                </a:lnTo>
                <a:lnTo>
                  <a:pt x="368" y="4846"/>
                </a:lnTo>
                <a:lnTo>
                  <a:pt x="404" y="4871"/>
                </a:lnTo>
                <a:lnTo>
                  <a:pt x="440" y="4895"/>
                </a:lnTo>
                <a:lnTo>
                  <a:pt x="478" y="4917"/>
                </a:lnTo>
                <a:lnTo>
                  <a:pt x="518" y="4937"/>
                </a:lnTo>
                <a:lnTo>
                  <a:pt x="558" y="4955"/>
                </a:lnTo>
                <a:lnTo>
                  <a:pt x="599" y="4971"/>
                </a:lnTo>
                <a:lnTo>
                  <a:pt x="642" y="4986"/>
                </a:lnTo>
                <a:lnTo>
                  <a:pt x="686" y="4999"/>
                </a:lnTo>
                <a:lnTo>
                  <a:pt x="730" y="5008"/>
                </a:lnTo>
                <a:lnTo>
                  <a:pt x="775" y="5016"/>
                </a:lnTo>
                <a:lnTo>
                  <a:pt x="821" y="5022"/>
                </a:lnTo>
                <a:lnTo>
                  <a:pt x="867" y="5025"/>
                </a:lnTo>
                <a:lnTo>
                  <a:pt x="914" y="5027"/>
                </a:lnTo>
                <a:lnTo>
                  <a:pt x="4113" y="5027"/>
                </a:lnTo>
                <a:lnTo>
                  <a:pt x="4160" y="5025"/>
                </a:lnTo>
                <a:lnTo>
                  <a:pt x="4206" y="5022"/>
                </a:lnTo>
                <a:lnTo>
                  <a:pt x="4252" y="5016"/>
                </a:lnTo>
                <a:lnTo>
                  <a:pt x="4297" y="5008"/>
                </a:lnTo>
                <a:lnTo>
                  <a:pt x="4342" y="4999"/>
                </a:lnTo>
                <a:lnTo>
                  <a:pt x="4384" y="4986"/>
                </a:lnTo>
                <a:lnTo>
                  <a:pt x="4427" y="4971"/>
                </a:lnTo>
                <a:lnTo>
                  <a:pt x="4469" y="4955"/>
                </a:lnTo>
                <a:lnTo>
                  <a:pt x="4509" y="4937"/>
                </a:lnTo>
                <a:lnTo>
                  <a:pt x="4548" y="4917"/>
                </a:lnTo>
                <a:lnTo>
                  <a:pt x="4587" y="4895"/>
                </a:lnTo>
                <a:lnTo>
                  <a:pt x="4624" y="4871"/>
                </a:lnTo>
                <a:lnTo>
                  <a:pt x="4660" y="4846"/>
                </a:lnTo>
                <a:lnTo>
                  <a:pt x="4694" y="4818"/>
                </a:lnTo>
                <a:lnTo>
                  <a:pt x="4728" y="4789"/>
                </a:lnTo>
                <a:lnTo>
                  <a:pt x="4759" y="4759"/>
                </a:lnTo>
                <a:lnTo>
                  <a:pt x="4789" y="4728"/>
                </a:lnTo>
                <a:lnTo>
                  <a:pt x="4818" y="4695"/>
                </a:lnTo>
                <a:lnTo>
                  <a:pt x="4845" y="4660"/>
                </a:lnTo>
                <a:lnTo>
                  <a:pt x="4871" y="4624"/>
                </a:lnTo>
                <a:lnTo>
                  <a:pt x="4895" y="4588"/>
                </a:lnTo>
                <a:lnTo>
                  <a:pt x="4917" y="4548"/>
                </a:lnTo>
                <a:lnTo>
                  <a:pt x="4936" y="4509"/>
                </a:lnTo>
                <a:lnTo>
                  <a:pt x="4955" y="4469"/>
                </a:lnTo>
                <a:lnTo>
                  <a:pt x="4971" y="4427"/>
                </a:lnTo>
                <a:lnTo>
                  <a:pt x="4986" y="4385"/>
                </a:lnTo>
                <a:lnTo>
                  <a:pt x="4997" y="4341"/>
                </a:lnTo>
                <a:lnTo>
                  <a:pt x="5008" y="4297"/>
                </a:lnTo>
                <a:lnTo>
                  <a:pt x="5016" y="4252"/>
                </a:lnTo>
                <a:lnTo>
                  <a:pt x="5022" y="4206"/>
                </a:lnTo>
                <a:lnTo>
                  <a:pt x="5025" y="4160"/>
                </a:lnTo>
                <a:lnTo>
                  <a:pt x="5026" y="4113"/>
                </a:lnTo>
                <a:lnTo>
                  <a:pt x="5026" y="914"/>
                </a:lnTo>
                <a:lnTo>
                  <a:pt x="5025" y="867"/>
                </a:lnTo>
                <a:lnTo>
                  <a:pt x="5022" y="821"/>
                </a:lnTo>
                <a:lnTo>
                  <a:pt x="5016" y="775"/>
                </a:lnTo>
                <a:lnTo>
                  <a:pt x="5008" y="730"/>
                </a:lnTo>
                <a:lnTo>
                  <a:pt x="4997" y="686"/>
                </a:lnTo>
                <a:lnTo>
                  <a:pt x="4986" y="642"/>
                </a:lnTo>
                <a:lnTo>
                  <a:pt x="4971" y="599"/>
                </a:lnTo>
                <a:lnTo>
                  <a:pt x="4955" y="558"/>
                </a:lnTo>
                <a:lnTo>
                  <a:pt x="4936" y="518"/>
                </a:lnTo>
                <a:lnTo>
                  <a:pt x="4917" y="478"/>
                </a:lnTo>
                <a:lnTo>
                  <a:pt x="4895" y="440"/>
                </a:lnTo>
                <a:lnTo>
                  <a:pt x="4871" y="404"/>
                </a:lnTo>
                <a:lnTo>
                  <a:pt x="4845" y="368"/>
                </a:lnTo>
                <a:lnTo>
                  <a:pt x="4818" y="333"/>
                </a:lnTo>
                <a:lnTo>
                  <a:pt x="4789" y="300"/>
                </a:lnTo>
                <a:lnTo>
                  <a:pt x="4759" y="268"/>
                </a:lnTo>
                <a:lnTo>
                  <a:pt x="4728" y="238"/>
                </a:lnTo>
                <a:lnTo>
                  <a:pt x="4694" y="209"/>
                </a:lnTo>
                <a:lnTo>
                  <a:pt x="4660" y="182"/>
                </a:lnTo>
                <a:lnTo>
                  <a:pt x="4624" y="156"/>
                </a:lnTo>
                <a:lnTo>
                  <a:pt x="4587" y="133"/>
                </a:lnTo>
                <a:lnTo>
                  <a:pt x="4548" y="111"/>
                </a:lnTo>
                <a:lnTo>
                  <a:pt x="4509" y="90"/>
                </a:lnTo>
                <a:lnTo>
                  <a:pt x="4469" y="72"/>
                </a:lnTo>
                <a:lnTo>
                  <a:pt x="4427" y="56"/>
                </a:lnTo>
                <a:lnTo>
                  <a:pt x="4384" y="42"/>
                </a:lnTo>
                <a:lnTo>
                  <a:pt x="4342" y="29"/>
                </a:lnTo>
                <a:lnTo>
                  <a:pt x="4297" y="19"/>
                </a:lnTo>
                <a:lnTo>
                  <a:pt x="4252" y="11"/>
                </a:lnTo>
                <a:lnTo>
                  <a:pt x="4206" y="5"/>
                </a:lnTo>
                <a:lnTo>
                  <a:pt x="4160" y="1"/>
                </a:lnTo>
                <a:lnTo>
                  <a:pt x="4113" y="0"/>
                </a:lnTo>
                <a:close/>
                <a:moveTo>
                  <a:pt x="4114" y="2971"/>
                </a:moveTo>
                <a:lnTo>
                  <a:pt x="2971" y="2971"/>
                </a:lnTo>
                <a:lnTo>
                  <a:pt x="2971" y="4114"/>
                </a:lnTo>
                <a:lnTo>
                  <a:pt x="2057" y="4114"/>
                </a:lnTo>
                <a:lnTo>
                  <a:pt x="2057" y="2971"/>
                </a:lnTo>
                <a:lnTo>
                  <a:pt x="914" y="2971"/>
                </a:lnTo>
                <a:lnTo>
                  <a:pt x="914" y="2057"/>
                </a:lnTo>
                <a:lnTo>
                  <a:pt x="2057" y="2057"/>
                </a:lnTo>
                <a:lnTo>
                  <a:pt x="2057" y="914"/>
                </a:lnTo>
                <a:lnTo>
                  <a:pt x="2971" y="914"/>
                </a:lnTo>
                <a:lnTo>
                  <a:pt x="2971" y="2057"/>
                </a:lnTo>
                <a:lnTo>
                  <a:pt x="4114" y="2057"/>
                </a:lnTo>
                <a:lnTo>
                  <a:pt x="4114" y="2971"/>
                </a:lnTo>
                <a:close/>
              </a:path>
            </a:pathLst>
          </a:custGeom>
          <a:solidFill>
            <a:srgbClr val="1F717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algn="ctr">
              <a:defRPr/>
            </a:pPr>
            <a:endParaRPr lang="zh-CN" altLang="en-US" sz="2000" b="1">
              <a:solidFill>
                <a:schemeClr val="tx1">
                  <a:lumMod val="75000"/>
                  <a:lumOff val="25000"/>
                </a:schemeClr>
              </a:solidFill>
            </a:endParaRPr>
          </a:p>
        </p:txBody>
      </p:sp>
      <p:sp>
        <p:nvSpPr>
          <p:cNvPr id="25" name="TextBox 7"/>
          <p:cNvSpPr txBox="1"/>
          <p:nvPr/>
        </p:nvSpPr>
        <p:spPr>
          <a:xfrm>
            <a:off x="4422738" y="3795396"/>
            <a:ext cx="2901394" cy="408274"/>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rPr>
              <a:t>页面格式设置</a:t>
            </a:r>
          </a:p>
        </p:txBody>
      </p:sp>
      <p:sp>
        <p:nvSpPr>
          <p:cNvPr id="26" name="TextBox 7"/>
          <p:cNvSpPr txBox="1"/>
          <p:nvPr/>
        </p:nvSpPr>
        <p:spPr>
          <a:xfrm>
            <a:off x="4422738" y="4357278"/>
            <a:ext cx="3691741" cy="408274"/>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rPr>
              <a:t>文本格式设置</a:t>
            </a:r>
          </a:p>
        </p:txBody>
      </p:sp>
      <p:sp>
        <p:nvSpPr>
          <p:cNvPr id="20" name="KSO_Shape"/>
          <p:cNvSpPr>
            <a:spLocks noChangeAspect="1"/>
          </p:cNvSpPr>
          <p:nvPr/>
        </p:nvSpPr>
        <p:spPr bwMode="auto">
          <a:xfrm>
            <a:off x="7401121" y="3870326"/>
            <a:ext cx="252421" cy="252000"/>
          </a:xfrm>
          <a:custGeom>
            <a:avLst/>
            <a:gdLst>
              <a:gd name="T0" fmla="*/ 346433 w 5026"/>
              <a:gd name="T1" fmla="*/ 0 h 5027"/>
              <a:gd name="T2" fmla="*/ 293748 w 5026"/>
              <a:gd name="T3" fmla="*/ 4164 h 5027"/>
              <a:gd name="T4" fmla="*/ 243337 w 5026"/>
              <a:gd name="T5" fmla="*/ 15897 h 5027"/>
              <a:gd name="T6" fmla="*/ 196337 w 5026"/>
              <a:gd name="T7" fmla="*/ 34065 h 5027"/>
              <a:gd name="T8" fmla="*/ 153128 w 5026"/>
              <a:gd name="T9" fmla="*/ 59046 h 5027"/>
              <a:gd name="T10" fmla="*/ 113709 w 5026"/>
              <a:gd name="T11" fmla="*/ 90083 h 5027"/>
              <a:gd name="T12" fmla="*/ 79217 w 5026"/>
              <a:gd name="T13" fmla="*/ 126041 h 5027"/>
              <a:gd name="T14" fmla="*/ 50411 w 5026"/>
              <a:gd name="T15" fmla="*/ 166541 h 5027"/>
              <a:gd name="T16" fmla="*/ 27290 w 5026"/>
              <a:gd name="T17" fmla="*/ 211204 h 5027"/>
              <a:gd name="T18" fmla="*/ 10992 w 5026"/>
              <a:gd name="T19" fmla="*/ 259652 h 5027"/>
              <a:gd name="T20" fmla="*/ 1895 w 5026"/>
              <a:gd name="T21" fmla="*/ 310750 h 5027"/>
              <a:gd name="T22" fmla="*/ 0 w 5026"/>
              <a:gd name="T23" fmla="*/ 1556777 h 5027"/>
              <a:gd name="T24" fmla="*/ 1895 w 5026"/>
              <a:gd name="T25" fmla="*/ 1591978 h 5027"/>
              <a:gd name="T26" fmla="*/ 10992 w 5026"/>
              <a:gd name="T27" fmla="*/ 1643076 h 5027"/>
              <a:gd name="T28" fmla="*/ 27290 w 5026"/>
              <a:gd name="T29" fmla="*/ 1691524 h 5027"/>
              <a:gd name="T30" fmla="*/ 50411 w 5026"/>
              <a:gd name="T31" fmla="*/ 1736566 h 5027"/>
              <a:gd name="T32" fmla="*/ 79217 w 5026"/>
              <a:gd name="T33" fmla="*/ 1777065 h 5027"/>
              <a:gd name="T34" fmla="*/ 113709 w 5026"/>
              <a:gd name="T35" fmla="*/ 1812645 h 5027"/>
              <a:gd name="T36" fmla="*/ 153128 w 5026"/>
              <a:gd name="T37" fmla="*/ 1843682 h 5027"/>
              <a:gd name="T38" fmla="*/ 196337 w 5026"/>
              <a:gd name="T39" fmla="*/ 1868663 h 5027"/>
              <a:gd name="T40" fmla="*/ 243337 w 5026"/>
              <a:gd name="T41" fmla="*/ 1887209 h 5027"/>
              <a:gd name="T42" fmla="*/ 293748 w 5026"/>
              <a:gd name="T43" fmla="*/ 1898564 h 5027"/>
              <a:gd name="T44" fmla="*/ 346433 w 5026"/>
              <a:gd name="T45" fmla="*/ 1902728 h 5027"/>
              <a:gd name="T46" fmla="*/ 1576761 w 5026"/>
              <a:gd name="T47" fmla="*/ 1901971 h 5027"/>
              <a:gd name="T48" fmla="*/ 1628688 w 5026"/>
              <a:gd name="T49" fmla="*/ 1895536 h 5027"/>
              <a:gd name="T50" fmla="*/ 1677962 w 5026"/>
              <a:gd name="T51" fmla="*/ 1881532 h 5027"/>
              <a:gd name="T52" fmla="*/ 1723824 w 5026"/>
              <a:gd name="T53" fmla="*/ 1861093 h 5027"/>
              <a:gd name="T54" fmla="*/ 1766275 w 5026"/>
              <a:gd name="T55" fmla="*/ 1834219 h 5027"/>
              <a:gd name="T56" fmla="*/ 1803799 w 5026"/>
              <a:gd name="T57" fmla="*/ 1801290 h 5027"/>
              <a:gd name="T58" fmla="*/ 1836396 w 5026"/>
              <a:gd name="T59" fmla="*/ 1763818 h 5027"/>
              <a:gd name="T60" fmla="*/ 1863686 w 5026"/>
              <a:gd name="T61" fmla="*/ 1721426 h 5027"/>
              <a:gd name="T62" fmla="*/ 1884153 w 5026"/>
              <a:gd name="T63" fmla="*/ 1675627 h 5027"/>
              <a:gd name="T64" fmla="*/ 1898177 w 5026"/>
              <a:gd name="T65" fmla="*/ 1626422 h 5027"/>
              <a:gd name="T66" fmla="*/ 1904621 w 5026"/>
              <a:gd name="T67" fmla="*/ 1574567 h 5027"/>
              <a:gd name="T68" fmla="*/ 1905000 w 5026"/>
              <a:gd name="T69" fmla="*/ 345951 h 5027"/>
              <a:gd name="T70" fmla="*/ 1901210 w 5026"/>
              <a:gd name="T71" fmla="*/ 293339 h 5027"/>
              <a:gd name="T72" fmla="*/ 1889839 w 5026"/>
              <a:gd name="T73" fmla="*/ 242998 h 5027"/>
              <a:gd name="T74" fmla="*/ 1870887 w 5026"/>
              <a:gd name="T75" fmla="*/ 196064 h 5027"/>
              <a:gd name="T76" fmla="*/ 1846250 w 5026"/>
              <a:gd name="T77" fmla="*/ 152915 h 5027"/>
              <a:gd name="T78" fmla="*/ 1815170 w 5026"/>
              <a:gd name="T79" fmla="*/ 113551 h 5027"/>
              <a:gd name="T80" fmla="*/ 1779162 w 5026"/>
              <a:gd name="T81" fmla="*/ 79107 h 5027"/>
              <a:gd name="T82" fmla="*/ 1738606 w 5026"/>
              <a:gd name="T83" fmla="*/ 50341 h 5027"/>
              <a:gd name="T84" fmla="*/ 1693881 w 5026"/>
              <a:gd name="T85" fmla="*/ 27252 h 5027"/>
              <a:gd name="T86" fmla="*/ 1645744 w 5026"/>
              <a:gd name="T87" fmla="*/ 10977 h 5027"/>
              <a:gd name="T88" fmla="*/ 1594196 w 5026"/>
              <a:gd name="T89" fmla="*/ 1893 h 5027"/>
              <a:gd name="T90" fmla="*/ 1559326 w 5026"/>
              <a:gd name="T91" fmla="*/ 1124529 h 5027"/>
              <a:gd name="T92" fmla="*/ 779663 w 5026"/>
              <a:gd name="T93" fmla="*/ 1557156 h 5027"/>
              <a:gd name="T94" fmla="*/ 346433 w 5026"/>
              <a:gd name="T95" fmla="*/ 778578 h 5027"/>
              <a:gd name="T96" fmla="*/ 1126095 w 5026"/>
              <a:gd name="T97" fmla="*/ 345951 h 5027"/>
              <a:gd name="T98" fmla="*/ 1559326 w 5026"/>
              <a:gd name="T99" fmla="*/ 1124529 h 502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026" h="5027">
                <a:moveTo>
                  <a:pt x="4113" y="0"/>
                </a:moveTo>
                <a:lnTo>
                  <a:pt x="914" y="0"/>
                </a:lnTo>
                <a:lnTo>
                  <a:pt x="867" y="1"/>
                </a:lnTo>
                <a:lnTo>
                  <a:pt x="821" y="5"/>
                </a:lnTo>
                <a:lnTo>
                  <a:pt x="775" y="11"/>
                </a:lnTo>
                <a:lnTo>
                  <a:pt x="730" y="19"/>
                </a:lnTo>
                <a:lnTo>
                  <a:pt x="686" y="29"/>
                </a:lnTo>
                <a:lnTo>
                  <a:pt x="642" y="42"/>
                </a:lnTo>
                <a:lnTo>
                  <a:pt x="599" y="56"/>
                </a:lnTo>
                <a:lnTo>
                  <a:pt x="558" y="72"/>
                </a:lnTo>
                <a:lnTo>
                  <a:pt x="518" y="90"/>
                </a:lnTo>
                <a:lnTo>
                  <a:pt x="478" y="111"/>
                </a:lnTo>
                <a:lnTo>
                  <a:pt x="440" y="133"/>
                </a:lnTo>
                <a:lnTo>
                  <a:pt x="404" y="156"/>
                </a:lnTo>
                <a:lnTo>
                  <a:pt x="368" y="182"/>
                </a:lnTo>
                <a:lnTo>
                  <a:pt x="333" y="209"/>
                </a:lnTo>
                <a:lnTo>
                  <a:pt x="300" y="238"/>
                </a:lnTo>
                <a:lnTo>
                  <a:pt x="268" y="268"/>
                </a:lnTo>
                <a:lnTo>
                  <a:pt x="238" y="300"/>
                </a:lnTo>
                <a:lnTo>
                  <a:pt x="209" y="333"/>
                </a:lnTo>
                <a:lnTo>
                  <a:pt x="181" y="368"/>
                </a:lnTo>
                <a:lnTo>
                  <a:pt x="156" y="404"/>
                </a:lnTo>
                <a:lnTo>
                  <a:pt x="133" y="440"/>
                </a:lnTo>
                <a:lnTo>
                  <a:pt x="111" y="478"/>
                </a:lnTo>
                <a:lnTo>
                  <a:pt x="90" y="518"/>
                </a:lnTo>
                <a:lnTo>
                  <a:pt x="72" y="558"/>
                </a:lnTo>
                <a:lnTo>
                  <a:pt x="56" y="599"/>
                </a:lnTo>
                <a:lnTo>
                  <a:pt x="42" y="642"/>
                </a:lnTo>
                <a:lnTo>
                  <a:pt x="29" y="686"/>
                </a:lnTo>
                <a:lnTo>
                  <a:pt x="19" y="730"/>
                </a:lnTo>
                <a:lnTo>
                  <a:pt x="11" y="775"/>
                </a:lnTo>
                <a:lnTo>
                  <a:pt x="5" y="821"/>
                </a:lnTo>
                <a:lnTo>
                  <a:pt x="1" y="867"/>
                </a:lnTo>
                <a:lnTo>
                  <a:pt x="0" y="914"/>
                </a:lnTo>
                <a:lnTo>
                  <a:pt x="0" y="4113"/>
                </a:lnTo>
                <a:lnTo>
                  <a:pt x="1" y="4160"/>
                </a:lnTo>
                <a:lnTo>
                  <a:pt x="5" y="4206"/>
                </a:lnTo>
                <a:lnTo>
                  <a:pt x="11" y="4252"/>
                </a:lnTo>
                <a:lnTo>
                  <a:pt x="19" y="4297"/>
                </a:lnTo>
                <a:lnTo>
                  <a:pt x="29" y="4341"/>
                </a:lnTo>
                <a:lnTo>
                  <a:pt x="42" y="4385"/>
                </a:lnTo>
                <a:lnTo>
                  <a:pt x="56" y="4427"/>
                </a:lnTo>
                <a:lnTo>
                  <a:pt x="72" y="4469"/>
                </a:lnTo>
                <a:lnTo>
                  <a:pt x="90" y="4509"/>
                </a:lnTo>
                <a:lnTo>
                  <a:pt x="111" y="4548"/>
                </a:lnTo>
                <a:lnTo>
                  <a:pt x="133" y="4588"/>
                </a:lnTo>
                <a:lnTo>
                  <a:pt x="156" y="4624"/>
                </a:lnTo>
                <a:lnTo>
                  <a:pt x="181" y="4660"/>
                </a:lnTo>
                <a:lnTo>
                  <a:pt x="209" y="4695"/>
                </a:lnTo>
                <a:lnTo>
                  <a:pt x="238" y="4728"/>
                </a:lnTo>
                <a:lnTo>
                  <a:pt x="268" y="4759"/>
                </a:lnTo>
                <a:lnTo>
                  <a:pt x="300" y="4789"/>
                </a:lnTo>
                <a:lnTo>
                  <a:pt x="333" y="4818"/>
                </a:lnTo>
                <a:lnTo>
                  <a:pt x="368" y="4846"/>
                </a:lnTo>
                <a:lnTo>
                  <a:pt x="404" y="4871"/>
                </a:lnTo>
                <a:lnTo>
                  <a:pt x="440" y="4895"/>
                </a:lnTo>
                <a:lnTo>
                  <a:pt x="478" y="4917"/>
                </a:lnTo>
                <a:lnTo>
                  <a:pt x="518" y="4937"/>
                </a:lnTo>
                <a:lnTo>
                  <a:pt x="558" y="4955"/>
                </a:lnTo>
                <a:lnTo>
                  <a:pt x="599" y="4971"/>
                </a:lnTo>
                <a:lnTo>
                  <a:pt x="642" y="4986"/>
                </a:lnTo>
                <a:lnTo>
                  <a:pt x="686" y="4999"/>
                </a:lnTo>
                <a:lnTo>
                  <a:pt x="730" y="5008"/>
                </a:lnTo>
                <a:lnTo>
                  <a:pt x="775" y="5016"/>
                </a:lnTo>
                <a:lnTo>
                  <a:pt x="821" y="5022"/>
                </a:lnTo>
                <a:lnTo>
                  <a:pt x="867" y="5025"/>
                </a:lnTo>
                <a:lnTo>
                  <a:pt x="914" y="5027"/>
                </a:lnTo>
                <a:lnTo>
                  <a:pt x="4113" y="5027"/>
                </a:lnTo>
                <a:lnTo>
                  <a:pt x="4160" y="5025"/>
                </a:lnTo>
                <a:lnTo>
                  <a:pt x="4206" y="5022"/>
                </a:lnTo>
                <a:lnTo>
                  <a:pt x="4252" y="5016"/>
                </a:lnTo>
                <a:lnTo>
                  <a:pt x="4297" y="5008"/>
                </a:lnTo>
                <a:lnTo>
                  <a:pt x="4342" y="4999"/>
                </a:lnTo>
                <a:lnTo>
                  <a:pt x="4384" y="4986"/>
                </a:lnTo>
                <a:lnTo>
                  <a:pt x="4427" y="4971"/>
                </a:lnTo>
                <a:lnTo>
                  <a:pt x="4469" y="4955"/>
                </a:lnTo>
                <a:lnTo>
                  <a:pt x="4509" y="4937"/>
                </a:lnTo>
                <a:lnTo>
                  <a:pt x="4548" y="4917"/>
                </a:lnTo>
                <a:lnTo>
                  <a:pt x="4587" y="4895"/>
                </a:lnTo>
                <a:lnTo>
                  <a:pt x="4624" y="4871"/>
                </a:lnTo>
                <a:lnTo>
                  <a:pt x="4660" y="4846"/>
                </a:lnTo>
                <a:lnTo>
                  <a:pt x="4694" y="4818"/>
                </a:lnTo>
                <a:lnTo>
                  <a:pt x="4728" y="4789"/>
                </a:lnTo>
                <a:lnTo>
                  <a:pt x="4759" y="4759"/>
                </a:lnTo>
                <a:lnTo>
                  <a:pt x="4789" y="4728"/>
                </a:lnTo>
                <a:lnTo>
                  <a:pt x="4818" y="4695"/>
                </a:lnTo>
                <a:lnTo>
                  <a:pt x="4845" y="4660"/>
                </a:lnTo>
                <a:lnTo>
                  <a:pt x="4871" y="4624"/>
                </a:lnTo>
                <a:lnTo>
                  <a:pt x="4895" y="4588"/>
                </a:lnTo>
                <a:lnTo>
                  <a:pt x="4917" y="4548"/>
                </a:lnTo>
                <a:lnTo>
                  <a:pt x="4936" y="4509"/>
                </a:lnTo>
                <a:lnTo>
                  <a:pt x="4955" y="4469"/>
                </a:lnTo>
                <a:lnTo>
                  <a:pt x="4971" y="4427"/>
                </a:lnTo>
                <a:lnTo>
                  <a:pt x="4986" y="4385"/>
                </a:lnTo>
                <a:lnTo>
                  <a:pt x="4997" y="4341"/>
                </a:lnTo>
                <a:lnTo>
                  <a:pt x="5008" y="4297"/>
                </a:lnTo>
                <a:lnTo>
                  <a:pt x="5016" y="4252"/>
                </a:lnTo>
                <a:lnTo>
                  <a:pt x="5022" y="4206"/>
                </a:lnTo>
                <a:lnTo>
                  <a:pt x="5025" y="4160"/>
                </a:lnTo>
                <a:lnTo>
                  <a:pt x="5026" y="4113"/>
                </a:lnTo>
                <a:lnTo>
                  <a:pt x="5026" y="914"/>
                </a:lnTo>
                <a:lnTo>
                  <a:pt x="5025" y="867"/>
                </a:lnTo>
                <a:lnTo>
                  <a:pt x="5022" y="821"/>
                </a:lnTo>
                <a:lnTo>
                  <a:pt x="5016" y="775"/>
                </a:lnTo>
                <a:lnTo>
                  <a:pt x="5008" y="730"/>
                </a:lnTo>
                <a:lnTo>
                  <a:pt x="4997" y="686"/>
                </a:lnTo>
                <a:lnTo>
                  <a:pt x="4986" y="642"/>
                </a:lnTo>
                <a:lnTo>
                  <a:pt x="4971" y="599"/>
                </a:lnTo>
                <a:lnTo>
                  <a:pt x="4955" y="558"/>
                </a:lnTo>
                <a:lnTo>
                  <a:pt x="4936" y="518"/>
                </a:lnTo>
                <a:lnTo>
                  <a:pt x="4917" y="478"/>
                </a:lnTo>
                <a:lnTo>
                  <a:pt x="4895" y="440"/>
                </a:lnTo>
                <a:lnTo>
                  <a:pt x="4871" y="404"/>
                </a:lnTo>
                <a:lnTo>
                  <a:pt x="4845" y="368"/>
                </a:lnTo>
                <a:lnTo>
                  <a:pt x="4818" y="333"/>
                </a:lnTo>
                <a:lnTo>
                  <a:pt x="4789" y="300"/>
                </a:lnTo>
                <a:lnTo>
                  <a:pt x="4759" y="268"/>
                </a:lnTo>
                <a:lnTo>
                  <a:pt x="4728" y="238"/>
                </a:lnTo>
                <a:lnTo>
                  <a:pt x="4694" y="209"/>
                </a:lnTo>
                <a:lnTo>
                  <a:pt x="4660" y="182"/>
                </a:lnTo>
                <a:lnTo>
                  <a:pt x="4624" y="156"/>
                </a:lnTo>
                <a:lnTo>
                  <a:pt x="4587" y="133"/>
                </a:lnTo>
                <a:lnTo>
                  <a:pt x="4548" y="111"/>
                </a:lnTo>
                <a:lnTo>
                  <a:pt x="4509" y="90"/>
                </a:lnTo>
                <a:lnTo>
                  <a:pt x="4469" y="72"/>
                </a:lnTo>
                <a:lnTo>
                  <a:pt x="4427" y="56"/>
                </a:lnTo>
                <a:lnTo>
                  <a:pt x="4384" y="42"/>
                </a:lnTo>
                <a:lnTo>
                  <a:pt x="4342" y="29"/>
                </a:lnTo>
                <a:lnTo>
                  <a:pt x="4297" y="19"/>
                </a:lnTo>
                <a:lnTo>
                  <a:pt x="4252" y="11"/>
                </a:lnTo>
                <a:lnTo>
                  <a:pt x="4206" y="5"/>
                </a:lnTo>
                <a:lnTo>
                  <a:pt x="4160" y="1"/>
                </a:lnTo>
                <a:lnTo>
                  <a:pt x="4113" y="0"/>
                </a:lnTo>
                <a:close/>
                <a:moveTo>
                  <a:pt x="4114" y="2971"/>
                </a:moveTo>
                <a:lnTo>
                  <a:pt x="2971" y="2971"/>
                </a:lnTo>
                <a:lnTo>
                  <a:pt x="2971" y="4114"/>
                </a:lnTo>
                <a:lnTo>
                  <a:pt x="2057" y="4114"/>
                </a:lnTo>
                <a:lnTo>
                  <a:pt x="2057" y="2971"/>
                </a:lnTo>
                <a:lnTo>
                  <a:pt x="914" y="2971"/>
                </a:lnTo>
                <a:lnTo>
                  <a:pt x="914" y="2057"/>
                </a:lnTo>
                <a:lnTo>
                  <a:pt x="2057" y="2057"/>
                </a:lnTo>
                <a:lnTo>
                  <a:pt x="2057" y="914"/>
                </a:lnTo>
                <a:lnTo>
                  <a:pt x="2971" y="914"/>
                </a:lnTo>
                <a:lnTo>
                  <a:pt x="2971" y="2057"/>
                </a:lnTo>
                <a:lnTo>
                  <a:pt x="4114" y="2057"/>
                </a:lnTo>
                <a:lnTo>
                  <a:pt x="4114" y="2971"/>
                </a:lnTo>
                <a:close/>
              </a:path>
            </a:pathLst>
          </a:custGeom>
          <a:solidFill>
            <a:srgbClr val="1F717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algn="ctr">
              <a:defRPr/>
            </a:pPr>
            <a:endParaRPr lang="zh-CN" altLang="en-US" sz="2000" b="1">
              <a:solidFill>
                <a:schemeClr val="tx1">
                  <a:lumMod val="75000"/>
                  <a:lumOff val="25000"/>
                </a:schemeClr>
              </a:solidFill>
            </a:endParaRPr>
          </a:p>
        </p:txBody>
      </p:sp>
      <p:sp>
        <p:nvSpPr>
          <p:cNvPr id="21" name="TextBox 7"/>
          <p:cNvSpPr txBox="1"/>
          <p:nvPr/>
        </p:nvSpPr>
        <p:spPr>
          <a:xfrm>
            <a:off x="7730531" y="3795885"/>
            <a:ext cx="3206759" cy="408274"/>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rPr>
              <a:t>段落格式设置</a:t>
            </a:r>
          </a:p>
        </p:txBody>
      </p:sp>
      <p:sp>
        <p:nvSpPr>
          <p:cNvPr id="2" name="标题 1">
            <a:extLst>
              <a:ext uri="{FF2B5EF4-FFF2-40B4-BE49-F238E27FC236}">
                <a16:creationId xmlns:a16="http://schemas.microsoft.com/office/drawing/2014/main" id="{E8B6ED37-BB6D-A7BD-B220-2A7743024835}"/>
              </a:ext>
            </a:extLst>
          </p:cNvPr>
          <p:cNvSpPr>
            <a:spLocks noGrp="1"/>
          </p:cNvSpPr>
          <p:nvPr>
            <p:ph type="title"/>
          </p:nvPr>
        </p:nvSpPr>
        <p:spPr>
          <a:xfrm>
            <a:off x="3990938" y="2660328"/>
            <a:ext cx="6946352" cy="869939"/>
          </a:xfrm>
        </p:spPr>
        <p:txBody>
          <a:bodyPr/>
          <a:lstStyle/>
          <a:p>
            <a:r>
              <a:rPr lang="zh-CN" altLang="en-US" dirty="0"/>
              <a:t>文档格式设置</a:t>
            </a:r>
          </a:p>
        </p:txBody>
      </p:sp>
      <p:sp>
        <p:nvSpPr>
          <p:cNvPr id="3" name="文本占位符 2">
            <a:extLst>
              <a:ext uri="{FF2B5EF4-FFF2-40B4-BE49-F238E27FC236}">
                <a16:creationId xmlns:a16="http://schemas.microsoft.com/office/drawing/2014/main" id="{E8F2DF73-A425-9436-392A-C461B5CC3057}"/>
              </a:ext>
            </a:extLst>
          </p:cNvPr>
          <p:cNvSpPr>
            <a:spLocks noGrp="1"/>
          </p:cNvSpPr>
          <p:nvPr>
            <p:ph type="body" sz="quarter" idx="10"/>
          </p:nvPr>
        </p:nvSpPr>
        <p:spPr>
          <a:xfrm>
            <a:off x="1653067" y="2921168"/>
            <a:ext cx="1728000" cy="1015663"/>
          </a:xfrm>
        </p:spPr>
        <p:txBody>
          <a:bodyPr/>
          <a:lstStyle/>
          <a:p>
            <a:r>
              <a:rPr lang="en-US" altLang="zh-CN" dirty="0"/>
              <a:t>1.2</a:t>
            </a:r>
            <a:endParaRPr lang="zh-CN" alt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1.2</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文档格式设置</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1672714" y="1175932"/>
            <a:ext cx="3947282" cy="521970"/>
          </a:xfrm>
          <a:prstGeom prst="rect">
            <a:avLst/>
          </a:prstGeom>
          <a:noFill/>
        </p:spPr>
        <p:txBody>
          <a:bodyPr wrap="square">
            <a:spAutoFit/>
          </a:bodyPr>
          <a:lstStyle/>
          <a:p>
            <a:r>
              <a:rPr lang="en-US" sz="2800" b="1" spc="225" dirty="0">
                <a:solidFill>
                  <a:srgbClr val="006370"/>
                </a:solidFill>
                <a:latin typeface="微软雅黑" panose="020B0503020204020204" pitchFamily="34" charset="-122"/>
                <a:ea typeface="微软雅黑" panose="020B0503020204020204" pitchFamily="34" charset="-122"/>
              </a:rPr>
              <a:t>1</a:t>
            </a:r>
            <a:r>
              <a:rPr sz="2800" b="1" spc="225" dirty="0">
                <a:solidFill>
                  <a:srgbClr val="006370"/>
                </a:solidFill>
                <a:latin typeface="微软雅黑" panose="020B0503020204020204" pitchFamily="34" charset="-122"/>
                <a:ea typeface="微软雅黑" panose="020B0503020204020204" pitchFamily="34" charset="-122"/>
              </a:rPr>
              <a:t>.</a:t>
            </a:r>
            <a:r>
              <a:rPr lang="en-US" sz="2800" b="1" spc="225" dirty="0">
                <a:solidFill>
                  <a:srgbClr val="006370"/>
                </a:solidFill>
                <a:latin typeface="微软雅黑" panose="020B0503020204020204" pitchFamily="34" charset="-122"/>
                <a:ea typeface="微软雅黑" panose="020B0503020204020204" pitchFamily="34" charset="-122"/>
              </a:rPr>
              <a:t>2</a:t>
            </a:r>
            <a:r>
              <a:rPr sz="2800" b="1" spc="225" dirty="0">
                <a:solidFill>
                  <a:srgbClr val="006370"/>
                </a:solidFill>
                <a:latin typeface="微软雅黑" panose="020B0503020204020204" pitchFamily="34" charset="-122"/>
                <a:ea typeface="微软雅黑" panose="020B0503020204020204" pitchFamily="34" charset="-122"/>
              </a:rPr>
              <a:t>.</a:t>
            </a:r>
            <a:r>
              <a:rPr lang="en-US" sz="2800" b="1" spc="225" dirty="0">
                <a:solidFill>
                  <a:srgbClr val="006370"/>
                </a:solidFill>
                <a:latin typeface="微软雅黑" panose="020B0503020204020204" pitchFamily="34" charset="-122"/>
                <a:ea typeface="微软雅黑" panose="020B0503020204020204" pitchFamily="34" charset="-122"/>
              </a:rPr>
              <a:t>1 </a:t>
            </a:r>
            <a:r>
              <a:rPr lang="en-US" sz="2800" b="1" spc="225" dirty="0" err="1">
                <a:solidFill>
                  <a:srgbClr val="006370"/>
                </a:solidFill>
                <a:latin typeface="微软雅黑" panose="020B0503020204020204" pitchFamily="34" charset="-122"/>
                <a:ea typeface="微软雅黑" panose="020B0503020204020204" pitchFamily="34" charset="-122"/>
                <a:sym typeface="+mn-ea"/>
              </a:rPr>
              <a:t>页面格式设置</a:t>
            </a:r>
            <a:endParaRPr lang="en-US" sz="2800" b="1" spc="225" dirty="0">
              <a:solidFill>
                <a:srgbClr val="006370"/>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384496" y="1800000"/>
            <a:ext cx="6079238" cy="3307893"/>
          </a:xfrm>
          <a:prstGeom prst="rect">
            <a:avLst/>
          </a:prstGeom>
          <a:noFill/>
        </p:spPr>
        <p:txBody>
          <a:bodyPr wrap="square" rtlCol="0" anchor="t">
            <a:spAutoFit/>
          </a:bodyPr>
          <a:lstStyle/>
          <a:p>
            <a:pPr marL="285750" algn="just" fontAlgn="auto">
              <a:lnSpc>
                <a:spcPct val="150000"/>
              </a:lnSpc>
              <a:spcBef>
                <a:spcPts val="1200"/>
              </a:spcBef>
            </a:pPr>
            <a:r>
              <a:rPr lang="en-US" altLang="zh-CN" sz="2000" b="1" dirty="0"/>
              <a:t>1.</a:t>
            </a:r>
            <a:r>
              <a:rPr lang="zh-CN" altLang="en-US" sz="2000" b="1" dirty="0"/>
              <a:t>设置页边距</a:t>
            </a:r>
          </a:p>
          <a:p>
            <a:pPr marL="285750" indent="457200" algn="just" fontAlgn="auto">
              <a:lnSpc>
                <a:spcPct val="150000"/>
              </a:lnSpc>
              <a:spcBef>
                <a:spcPts val="1200"/>
              </a:spcBef>
              <a:buFont typeface="Wingdings" panose="05000000000000000000" charset="0"/>
              <a:buChar char="Ø"/>
              <a:extLst>
                <a:ext uri="{35155182-B16C-46BC-9424-99874614C6A1}">
                  <wpsdc:indentchars xmlns="" xmlns:wpsdc="http://www.wps.cn/officeDocument/2017/drawingmlCustomData" val="200" checksum="59296752"/>
                </a:ext>
              </a:extLst>
            </a:pPr>
            <a:r>
              <a:rPr lang="zh-CN" altLang="en-US" dirty="0"/>
              <a:t>页边距是指文本正文距离纸张的上、下、左、右边界的大小，即上边距、下边距、左边距和右边距。</a:t>
            </a:r>
          </a:p>
          <a:p>
            <a:pPr marL="285750" algn="just" fontAlgn="auto">
              <a:lnSpc>
                <a:spcPct val="150000"/>
              </a:lnSpc>
              <a:spcBef>
                <a:spcPts val="1200"/>
              </a:spcBef>
            </a:pPr>
            <a:r>
              <a:rPr lang="zh-CN" altLang="en-US" dirty="0"/>
              <a:t>（</a:t>
            </a:r>
            <a:r>
              <a:rPr lang="en-US" altLang="zh-CN" dirty="0"/>
              <a:t>1</a:t>
            </a:r>
            <a:r>
              <a:rPr lang="zh-CN" altLang="en-US" dirty="0"/>
              <a:t>）选择预定义的页边距。单击“页面布局”选项卡功能区中的“页边距”按钮，在弹出的“页边距”下拉列表中，单击选择“普通”“窄”“适中”“宽”其中的某一项，例如“普通”选项</a:t>
            </a:r>
          </a:p>
        </p:txBody>
      </p:sp>
      <p:pic>
        <p:nvPicPr>
          <p:cNvPr id="2" name="图片 246" descr="D:\书稿《大学计算机应用基础教程》\3.插图\第4章 WPS文档编辑插图\4-15.jpg4-15"/>
          <p:cNvPicPr>
            <a:picLocks noChangeAspect="1" noChangeArrowheads="1"/>
          </p:cNvPicPr>
          <p:nvPr/>
        </p:nvPicPr>
        <p:blipFill>
          <a:blip r:embed="rId3"/>
          <a:srcRect/>
          <a:stretch>
            <a:fillRect/>
          </a:stretch>
        </p:blipFill>
        <p:spPr>
          <a:xfrm>
            <a:off x="7066280" y="348615"/>
            <a:ext cx="4258945" cy="6157595"/>
          </a:xfrm>
          <a:prstGeom prst="rect">
            <a:avLst/>
          </a:prstGeom>
          <a:noFill/>
          <a:ln>
            <a:noFill/>
          </a:ln>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1.2</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文档格式设置</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384495" y="1800000"/>
            <a:ext cx="6459603" cy="4138890"/>
          </a:xfrm>
          <a:prstGeom prst="rect">
            <a:avLst/>
          </a:prstGeom>
          <a:noFill/>
        </p:spPr>
        <p:txBody>
          <a:bodyPr wrap="square" rtlCol="0" anchor="t">
            <a:spAutoFit/>
          </a:bodyPr>
          <a:lstStyle/>
          <a:p>
            <a:pPr marL="285750" fontAlgn="auto">
              <a:lnSpc>
                <a:spcPct val="150000"/>
              </a:lnSpc>
              <a:spcBef>
                <a:spcPts val="1200"/>
              </a:spcBef>
            </a:pPr>
            <a:r>
              <a:rPr lang="en-US" altLang="zh-CN" sz="2000" b="1" dirty="0"/>
              <a:t>2.</a:t>
            </a:r>
            <a:r>
              <a:rPr lang="zh-CN" altLang="en-US" sz="2000" b="1" dirty="0"/>
              <a:t>设置纸张</a:t>
            </a:r>
          </a:p>
          <a:p>
            <a:pPr marL="285750" indent="457200" fontAlgn="auto">
              <a:lnSpc>
                <a:spcPct val="150000"/>
              </a:lnSpc>
              <a:spcBef>
                <a:spcPts val="1200"/>
              </a:spcBef>
              <a:buFont typeface="Wingdings" panose="05000000000000000000" charset="0"/>
              <a:buChar char="Ø"/>
              <a:extLst>
                <a:ext uri="{35155182-B16C-46BC-9424-99874614C6A1}">
                  <wpsdc:indentchars xmlns="" xmlns:wpsdc="http://www.wps.cn/officeDocument/2017/drawingmlCustomData" val="200" checksum="59296752"/>
                </a:ext>
              </a:extLst>
            </a:pPr>
            <a:r>
              <a:rPr lang="zh-CN" altLang="en-US" dirty="0"/>
              <a:t>纸张的设置包括纸张大小的设置和纸张来源的设置（</a:t>
            </a:r>
            <a:r>
              <a:rPr lang="en-US" altLang="zh-CN" dirty="0"/>
              <a:t>1</a:t>
            </a:r>
            <a:r>
              <a:rPr lang="zh-CN" altLang="en-US" dirty="0"/>
              <a:t>）纸张大小的设置：单击“页面布局”选项卡功能区中的“纸张大小”按钮，在弹出的“纸张大小”下拉列表中，单击选择“其他页面大小”命令，会弹出“页面设置”对话框，在“纸张”选项卡的“纸张大小”列表框中，选择合适的纸张大小规格</a:t>
            </a:r>
          </a:p>
          <a:p>
            <a:pPr marL="285750" fontAlgn="auto">
              <a:lnSpc>
                <a:spcPct val="150000"/>
              </a:lnSpc>
              <a:spcBef>
                <a:spcPts val="1200"/>
              </a:spcBef>
            </a:pPr>
            <a:r>
              <a:rPr lang="zh-CN" altLang="en-US" dirty="0"/>
              <a:t>（</a:t>
            </a:r>
            <a:r>
              <a:rPr lang="en-US" altLang="zh-CN" dirty="0"/>
              <a:t>2</a:t>
            </a:r>
            <a:r>
              <a:rPr lang="zh-CN" altLang="en-US" dirty="0"/>
              <a:t>）纸张来源的设置：在“页面设置”对话框 “纸张”选项卡中，设置“纸张来源”是指定文档打印时纸张以什么方式取打印纸</a:t>
            </a:r>
          </a:p>
        </p:txBody>
      </p:sp>
      <p:pic>
        <p:nvPicPr>
          <p:cNvPr id="2" name="图片 1"/>
          <p:cNvPicPr>
            <a:picLocks noChangeAspect="1"/>
          </p:cNvPicPr>
          <p:nvPr/>
        </p:nvPicPr>
        <p:blipFill>
          <a:blip r:embed="rId3"/>
          <a:stretch>
            <a:fillRect/>
          </a:stretch>
        </p:blipFill>
        <p:spPr>
          <a:xfrm>
            <a:off x="6905625" y="715010"/>
            <a:ext cx="4424045" cy="5428615"/>
          </a:xfrm>
          <a:prstGeom prst="rect">
            <a:avLst/>
          </a:prstGeom>
        </p:spPr>
      </p:pic>
      <p:sp>
        <p:nvSpPr>
          <p:cNvPr id="5" name="文本框 4">
            <a:extLst>
              <a:ext uri="{FF2B5EF4-FFF2-40B4-BE49-F238E27FC236}">
                <a16:creationId xmlns:a16="http://schemas.microsoft.com/office/drawing/2014/main" id="{9F1CA84B-839B-90A9-FDB9-47C7281827BB}"/>
              </a:ext>
            </a:extLst>
          </p:cNvPr>
          <p:cNvSpPr txBox="1"/>
          <p:nvPr/>
        </p:nvSpPr>
        <p:spPr>
          <a:xfrm>
            <a:off x="1672714" y="1175932"/>
            <a:ext cx="3947282" cy="521970"/>
          </a:xfrm>
          <a:prstGeom prst="rect">
            <a:avLst/>
          </a:prstGeom>
          <a:noFill/>
        </p:spPr>
        <p:txBody>
          <a:bodyPr wrap="square">
            <a:spAutoFit/>
          </a:bodyPr>
          <a:lstStyle/>
          <a:p>
            <a:r>
              <a:rPr lang="en-US" sz="2800" b="1" spc="225" dirty="0">
                <a:solidFill>
                  <a:srgbClr val="006370"/>
                </a:solidFill>
                <a:latin typeface="微软雅黑" panose="020B0503020204020204" pitchFamily="34" charset="-122"/>
                <a:ea typeface="微软雅黑" panose="020B0503020204020204" pitchFamily="34" charset="-122"/>
              </a:rPr>
              <a:t>1</a:t>
            </a:r>
            <a:r>
              <a:rPr sz="2800" b="1" spc="225" dirty="0">
                <a:solidFill>
                  <a:srgbClr val="006370"/>
                </a:solidFill>
                <a:latin typeface="微软雅黑" panose="020B0503020204020204" pitchFamily="34" charset="-122"/>
                <a:ea typeface="微软雅黑" panose="020B0503020204020204" pitchFamily="34" charset="-122"/>
              </a:rPr>
              <a:t>.</a:t>
            </a:r>
            <a:r>
              <a:rPr lang="en-US" sz="2800" b="1" spc="225" dirty="0">
                <a:solidFill>
                  <a:srgbClr val="006370"/>
                </a:solidFill>
                <a:latin typeface="微软雅黑" panose="020B0503020204020204" pitchFamily="34" charset="-122"/>
                <a:ea typeface="微软雅黑" panose="020B0503020204020204" pitchFamily="34" charset="-122"/>
              </a:rPr>
              <a:t>2</a:t>
            </a:r>
            <a:r>
              <a:rPr sz="2800" b="1" spc="225" dirty="0">
                <a:solidFill>
                  <a:srgbClr val="006370"/>
                </a:solidFill>
                <a:latin typeface="微软雅黑" panose="020B0503020204020204" pitchFamily="34" charset="-122"/>
                <a:ea typeface="微软雅黑" panose="020B0503020204020204" pitchFamily="34" charset="-122"/>
              </a:rPr>
              <a:t>.</a:t>
            </a:r>
            <a:r>
              <a:rPr lang="en-US" sz="2800" b="1" spc="225" dirty="0">
                <a:solidFill>
                  <a:srgbClr val="006370"/>
                </a:solidFill>
                <a:latin typeface="微软雅黑" panose="020B0503020204020204" pitchFamily="34" charset="-122"/>
                <a:ea typeface="微软雅黑" panose="020B0503020204020204" pitchFamily="34" charset="-122"/>
              </a:rPr>
              <a:t>1 </a:t>
            </a:r>
            <a:r>
              <a:rPr lang="en-US" sz="2800" b="1" spc="225" dirty="0" err="1">
                <a:solidFill>
                  <a:srgbClr val="006370"/>
                </a:solidFill>
                <a:latin typeface="微软雅黑" panose="020B0503020204020204" pitchFamily="34" charset="-122"/>
                <a:ea typeface="微软雅黑" panose="020B0503020204020204" pitchFamily="34" charset="-122"/>
                <a:sym typeface="+mn-ea"/>
              </a:rPr>
              <a:t>页面格式设置</a:t>
            </a:r>
            <a:endParaRPr lang="en-US" sz="2800" b="1" spc="225" dirty="0">
              <a:solidFill>
                <a:srgbClr val="006370"/>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1.2</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文档格式设置</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384495" y="1800000"/>
            <a:ext cx="5872801" cy="3923030"/>
          </a:xfrm>
          <a:prstGeom prst="rect">
            <a:avLst/>
          </a:prstGeom>
          <a:noFill/>
        </p:spPr>
        <p:txBody>
          <a:bodyPr wrap="square" rtlCol="0" anchor="t">
            <a:spAutoFit/>
          </a:bodyPr>
          <a:lstStyle/>
          <a:p>
            <a:pPr marL="285750" fontAlgn="auto">
              <a:lnSpc>
                <a:spcPct val="150000"/>
              </a:lnSpc>
              <a:spcBef>
                <a:spcPts val="1800"/>
              </a:spcBef>
            </a:pPr>
            <a:r>
              <a:rPr lang="en-US" altLang="zh-CN" sz="2000" b="1" dirty="0"/>
              <a:t>3.</a:t>
            </a:r>
            <a:r>
              <a:rPr lang="zh-CN" altLang="en-US" sz="2000" b="1" dirty="0"/>
              <a:t>设置布局</a:t>
            </a:r>
          </a:p>
          <a:p>
            <a:pPr marL="285750" indent="457200" fontAlgn="auto">
              <a:lnSpc>
                <a:spcPct val="150000"/>
              </a:lnSpc>
              <a:spcBef>
                <a:spcPts val="1800"/>
              </a:spcBef>
              <a:buFont typeface="Wingdings" panose="05000000000000000000" charset="0"/>
              <a:buChar char="Ø"/>
              <a:extLst>
                <a:ext uri="{35155182-B16C-46BC-9424-99874614C6A1}">
                  <wpsdc:indentchars xmlns="" xmlns:wpsdc="http://www.wps.cn/officeDocument/2017/drawingmlCustomData" val="200" checksum="59296752"/>
                </a:ext>
              </a:extLst>
            </a:pPr>
            <a:r>
              <a:rPr lang="zh-CN" altLang="en-US" dirty="0"/>
              <a:t>在“页面设置”对话框 “版式”选项卡中，可以设置“节的起始位置”，其下拉列表可以选择“接续本页”“新建栏”“新建页”“偶数页”“奇数页”等选项</a:t>
            </a:r>
          </a:p>
          <a:p>
            <a:pPr marL="285750" indent="457200" fontAlgn="auto">
              <a:lnSpc>
                <a:spcPct val="150000"/>
              </a:lnSpc>
              <a:spcBef>
                <a:spcPts val="1800"/>
              </a:spcBef>
              <a:buFont typeface="Wingdings" panose="05000000000000000000" charset="0"/>
              <a:buChar char="Ø"/>
              <a:extLst>
                <a:ext uri="{35155182-B16C-46BC-9424-99874614C6A1}">
                  <wpsdc:indentchars xmlns="" xmlns:wpsdc="http://www.wps.cn/officeDocument/2017/drawingmlCustomData" val="200" checksum="59296752"/>
                </a:ext>
              </a:extLst>
            </a:pPr>
            <a:r>
              <a:rPr lang="zh-CN" altLang="en-US" dirty="0"/>
              <a:t>“页眉和页脚”可以勾选“奇偶页不同”“首页不同”复选框，以设置奇数页和偶数页不同的页眉或页脚，设置首页和其他页的页眉或页脚不同。还可以设置页眉和页脚距纸张边界的距离</a:t>
            </a:r>
          </a:p>
        </p:txBody>
      </p:sp>
      <p:pic>
        <p:nvPicPr>
          <p:cNvPr id="2" name="图片 1"/>
          <p:cNvPicPr>
            <a:picLocks noChangeAspect="1"/>
          </p:cNvPicPr>
          <p:nvPr/>
        </p:nvPicPr>
        <p:blipFill>
          <a:blip r:embed="rId3"/>
          <a:srcRect l="12624" t="21365" r="66938" b="8665"/>
          <a:stretch>
            <a:fillRect/>
          </a:stretch>
        </p:blipFill>
        <p:spPr>
          <a:xfrm>
            <a:off x="6736715" y="548005"/>
            <a:ext cx="4708525" cy="5716270"/>
          </a:xfrm>
          <a:prstGeom prst="rect">
            <a:avLst/>
          </a:prstGeom>
          <a:ln>
            <a:solidFill>
              <a:schemeClr val="bg1">
                <a:lumMod val="85000"/>
              </a:schemeClr>
            </a:solidFill>
          </a:ln>
        </p:spPr>
      </p:pic>
      <p:sp>
        <p:nvSpPr>
          <p:cNvPr id="5" name="文本框 4">
            <a:extLst>
              <a:ext uri="{FF2B5EF4-FFF2-40B4-BE49-F238E27FC236}">
                <a16:creationId xmlns:a16="http://schemas.microsoft.com/office/drawing/2014/main" id="{30E013B2-C1CD-850F-2B02-878B755B1DBA}"/>
              </a:ext>
            </a:extLst>
          </p:cNvPr>
          <p:cNvSpPr txBox="1"/>
          <p:nvPr/>
        </p:nvSpPr>
        <p:spPr>
          <a:xfrm>
            <a:off x="1672714" y="1175932"/>
            <a:ext cx="3947282" cy="521970"/>
          </a:xfrm>
          <a:prstGeom prst="rect">
            <a:avLst/>
          </a:prstGeom>
          <a:noFill/>
        </p:spPr>
        <p:txBody>
          <a:bodyPr wrap="square">
            <a:spAutoFit/>
          </a:bodyPr>
          <a:lstStyle/>
          <a:p>
            <a:r>
              <a:rPr lang="en-US" sz="2800" b="1" spc="225" dirty="0">
                <a:solidFill>
                  <a:srgbClr val="006370"/>
                </a:solidFill>
                <a:latin typeface="微软雅黑" panose="020B0503020204020204" pitchFamily="34" charset="-122"/>
                <a:ea typeface="微软雅黑" panose="020B0503020204020204" pitchFamily="34" charset="-122"/>
              </a:rPr>
              <a:t>1</a:t>
            </a:r>
            <a:r>
              <a:rPr sz="2800" b="1" spc="225" dirty="0">
                <a:solidFill>
                  <a:srgbClr val="006370"/>
                </a:solidFill>
                <a:latin typeface="微软雅黑" panose="020B0503020204020204" pitchFamily="34" charset="-122"/>
                <a:ea typeface="微软雅黑" panose="020B0503020204020204" pitchFamily="34" charset="-122"/>
              </a:rPr>
              <a:t>.</a:t>
            </a:r>
            <a:r>
              <a:rPr lang="en-US" sz="2800" b="1" spc="225" dirty="0">
                <a:solidFill>
                  <a:srgbClr val="006370"/>
                </a:solidFill>
                <a:latin typeface="微软雅黑" panose="020B0503020204020204" pitchFamily="34" charset="-122"/>
                <a:ea typeface="微软雅黑" panose="020B0503020204020204" pitchFamily="34" charset="-122"/>
              </a:rPr>
              <a:t>2</a:t>
            </a:r>
            <a:r>
              <a:rPr sz="2800" b="1" spc="225" dirty="0">
                <a:solidFill>
                  <a:srgbClr val="006370"/>
                </a:solidFill>
                <a:latin typeface="微软雅黑" panose="020B0503020204020204" pitchFamily="34" charset="-122"/>
                <a:ea typeface="微软雅黑" panose="020B0503020204020204" pitchFamily="34" charset="-122"/>
              </a:rPr>
              <a:t>.</a:t>
            </a:r>
            <a:r>
              <a:rPr lang="en-US" sz="2800" b="1" spc="225" dirty="0">
                <a:solidFill>
                  <a:srgbClr val="006370"/>
                </a:solidFill>
                <a:latin typeface="微软雅黑" panose="020B0503020204020204" pitchFamily="34" charset="-122"/>
                <a:ea typeface="微软雅黑" panose="020B0503020204020204" pitchFamily="34" charset="-122"/>
              </a:rPr>
              <a:t>1 </a:t>
            </a:r>
            <a:r>
              <a:rPr lang="en-US" sz="2800" b="1" spc="225" dirty="0" err="1">
                <a:solidFill>
                  <a:srgbClr val="006370"/>
                </a:solidFill>
                <a:latin typeface="微软雅黑" panose="020B0503020204020204" pitchFamily="34" charset="-122"/>
                <a:ea typeface="微软雅黑" panose="020B0503020204020204" pitchFamily="34" charset="-122"/>
                <a:sym typeface="+mn-ea"/>
              </a:rPr>
              <a:t>页面格式设置</a:t>
            </a:r>
            <a:endParaRPr lang="en-US" sz="2800" b="1" spc="225" dirty="0">
              <a:solidFill>
                <a:srgbClr val="006370"/>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1.2</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文档格式设置</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384496" y="1800000"/>
            <a:ext cx="6278714" cy="3399790"/>
          </a:xfrm>
          <a:prstGeom prst="rect">
            <a:avLst/>
          </a:prstGeom>
          <a:noFill/>
        </p:spPr>
        <p:txBody>
          <a:bodyPr wrap="square" rtlCol="0" anchor="t">
            <a:spAutoFit/>
          </a:bodyPr>
          <a:lstStyle/>
          <a:p>
            <a:pPr marL="285750" fontAlgn="auto">
              <a:lnSpc>
                <a:spcPct val="150000"/>
              </a:lnSpc>
              <a:spcBef>
                <a:spcPts val="1200"/>
              </a:spcBef>
            </a:pPr>
            <a:r>
              <a:rPr lang="en-US" altLang="zh-CN" sz="2000" b="1" dirty="0"/>
              <a:t>4.</a:t>
            </a:r>
            <a:r>
              <a:rPr lang="zh-CN" altLang="en-US" sz="2000" b="1" dirty="0"/>
              <a:t>设置文档网格</a:t>
            </a:r>
          </a:p>
          <a:p>
            <a:pPr marL="285750" fontAlgn="auto">
              <a:lnSpc>
                <a:spcPct val="150000"/>
              </a:lnSpc>
              <a:spcBef>
                <a:spcPts val="1200"/>
              </a:spcBef>
            </a:pPr>
            <a:r>
              <a:rPr lang="zh-CN" altLang="en-US" dirty="0"/>
              <a:t>在“页面设置”对话框 “文档网格”选项卡中，可以：</a:t>
            </a:r>
          </a:p>
          <a:p>
            <a:pPr marL="571500" indent="-285750" fontAlgn="auto">
              <a:lnSpc>
                <a:spcPct val="150000"/>
              </a:lnSpc>
              <a:spcBef>
                <a:spcPts val="1200"/>
              </a:spcBef>
              <a:buFont typeface="Arial" panose="020B0604020202020204" pitchFamily="34" charset="0"/>
              <a:buChar char="•"/>
            </a:pPr>
            <a:r>
              <a:rPr lang="zh-CN" altLang="en-US" dirty="0"/>
              <a:t>设置“文字排列”的“方向”为“水平”或者“垂直”</a:t>
            </a:r>
          </a:p>
          <a:p>
            <a:pPr marL="571500" indent="-285750" fontAlgn="auto">
              <a:lnSpc>
                <a:spcPct val="150000"/>
              </a:lnSpc>
              <a:spcBef>
                <a:spcPts val="1200"/>
              </a:spcBef>
              <a:buFont typeface="Arial" panose="020B0604020202020204" pitchFamily="34" charset="0"/>
              <a:buChar char="•"/>
            </a:pPr>
            <a:r>
              <a:rPr lang="zh-CN" altLang="en-US" dirty="0"/>
              <a:t>设置“每行”的“字符数”</a:t>
            </a:r>
          </a:p>
          <a:p>
            <a:pPr marL="571500" indent="-285750" fontAlgn="auto">
              <a:lnSpc>
                <a:spcPct val="150000"/>
              </a:lnSpc>
              <a:spcBef>
                <a:spcPts val="1200"/>
              </a:spcBef>
              <a:buFont typeface="Arial" panose="020B0604020202020204" pitchFamily="34" charset="0"/>
              <a:buChar char="•"/>
            </a:pPr>
            <a:r>
              <a:rPr lang="zh-CN" altLang="en-US" dirty="0"/>
              <a:t>设置“每页”的“行数”</a:t>
            </a:r>
          </a:p>
          <a:p>
            <a:pPr marL="571500" indent="-285750" fontAlgn="auto">
              <a:lnSpc>
                <a:spcPct val="150000"/>
              </a:lnSpc>
              <a:spcBef>
                <a:spcPts val="1200"/>
              </a:spcBef>
              <a:buFont typeface="Arial" panose="020B0604020202020204" pitchFamily="34" charset="0"/>
              <a:buChar char="•"/>
            </a:pPr>
            <a:r>
              <a:rPr lang="zh-CN" altLang="en-US" dirty="0"/>
              <a:t>设置网格线和参考线、字体格式等</a:t>
            </a:r>
          </a:p>
        </p:txBody>
      </p:sp>
      <p:pic>
        <p:nvPicPr>
          <p:cNvPr id="2" name="图片 1"/>
          <p:cNvPicPr>
            <a:picLocks noChangeAspect="1"/>
          </p:cNvPicPr>
          <p:nvPr/>
        </p:nvPicPr>
        <p:blipFill>
          <a:blip r:embed="rId3"/>
          <a:srcRect l="1379" r="1296"/>
          <a:stretch>
            <a:fillRect/>
          </a:stretch>
        </p:blipFill>
        <p:spPr>
          <a:xfrm>
            <a:off x="6726555" y="817245"/>
            <a:ext cx="4481830" cy="5630545"/>
          </a:xfrm>
          <a:prstGeom prst="rect">
            <a:avLst/>
          </a:prstGeom>
          <a:ln>
            <a:solidFill>
              <a:schemeClr val="bg1">
                <a:lumMod val="85000"/>
              </a:schemeClr>
            </a:solidFill>
          </a:ln>
        </p:spPr>
      </p:pic>
      <p:sp>
        <p:nvSpPr>
          <p:cNvPr id="5" name="文本框 4">
            <a:extLst>
              <a:ext uri="{FF2B5EF4-FFF2-40B4-BE49-F238E27FC236}">
                <a16:creationId xmlns:a16="http://schemas.microsoft.com/office/drawing/2014/main" id="{50BC04ED-B9A3-ECA3-C4E5-90DD662D4B67}"/>
              </a:ext>
            </a:extLst>
          </p:cNvPr>
          <p:cNvSpPr txBox="1"/>
          <p:nvPr/>
        </p:nvSpPr>
        <p:spPr>
          <a:xfrm>
            <a:off x="1672714" y="1175932"/>
            <a:ext cx="3947282" cy="521970"/>
          </a:xfrm>
          <a:prstGeom prst="rect">
            <a:avLst/>
          </a:prstGeom>
          <a:noFill/>
        </p:spPr>
        <p:txBody>
          <a:bodyPr wrap="square">
            <a:spAutoFit/>
          </a:bodyPr>
          <a:lstStyle/>
          <a:p>
            <a:r>
              <a:rPr lang="en-US" sz="2800" b="1" spc="225" dirty="0">
                <a:solidFill>
                  <a:srgbClr val="006370"/>
                </a:solidFill>
                <a:latin typeface="微软雅黑" panose="020B0503020204020204" pitchFamily="34" charset="-122"/>
                <a:ea typeface="微软雅黑" panose="020B0503020204020204" pitchFamily="34" charset="-122"/>
              </a:rPr>
              <a:t>1</a:t>
            </a:r>
            <a:r>
              <a:rPr sz="2800" b="1" spc="225" dirty="0">
                <a:solidFill>
                  <a:srgbClr val="006370"/>
                </a:solidFill>
                <a:latin typeface="微软雅黑" panose="020B0503020204020204" pitchFamily="34" charset="-122"/>
                <a:ea typeface="微软雅黑" panose="020B0503020204020204" pitchFamily="34" charset="-122"/>
              </a:rPr>
              <a:t>.</a:t>
            </a:r>
            <a:r>
              <a:rPr lang="en-US" sz="2800" b="1" spc="225" dirty="0">
                <a:solidFill>
                  <a:srgbClr val="006370"/>
                </a:solidFill>
                <a:latin typeface="微软雅黑" panose="020B0503020204020204" pitchFamily="34" charset="-122"/>
                <a:ea typeface="微软雅黑" panose="020B0503020204020204" pitchFamily="34" charset="-122"/>
              </a:rPr>
              <a:t>2</a:t>
            </a:r>
            <a:r>
              <a:rPr sz="2800" b="1" spc="225" dirty="0">
                <a:solidFill>
                  <a:srgbClr val="006370"/>
                </a:solidFill>
                <a:latin typeface="微软雅黑" panose="020B0503020204020204" pitchFamily="34" charset="-122"/>
                <a:ea typeface="微软雅黑" panose="020B0503020204020204" pitchFamily="34" charset="-122"/>
              </a:rPr>
              <a:t>.</a:t>
            </a:r>
            <a:r>
              <a:rPr lang="en-US" sz="2800" b="1" spc="225" dirty="0">
                <a:solidFill>
                  <a:srgbClr val="006370"/>
                </a:solidFill>
                <a:latin typeface="微软雅黑" panose="020B0503020204020204" pitchFamily="34" charset="-122"/>
                <a:ea typeface="微软雅黑" panose="020B0503020204020204" pitchFamily="34" charset="-122"/>
              </a:rPr>
              <a:t>1 </a:t>
            </a:r>
            <a:r>
              <a:rPr lang="en-US" sz="2800" b="1" spc="225" dirty="0" err="1">
                <a:solidFill>
                  <a:srgbClr val="006370"/>
                </a:solidFill>
                <a:latin typeface="微软雅黑" panose="020B0503020204020204" pitchFamily="34" charset="-122"/>
                <a:ea typeface="微软雅黑" panose="020B0503020204020204" pitchFamily="34" charset="-122"/>
                <a:sym typeface="+mn-ea"/>
              </a:rPr>
              <a:t>页面格式设置</a:t>
            </a:r>
            <a:endParaRPr lang="en-US" sz="2800" b="1" spc="225" dirty="0">
              <a:solidFill>
                <a:srgbClr val="006370"/>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1.2</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文档格式设置</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384495" y="1800000"/>
            <a:ext cx="5873290" cy="3507740"/>
          </a:xfrm>
          <a:prstGeom prst="rect">
            <a:avLst/>
          </a:prstGeom>
          <a:noFill/>
        </p:spPr>
        <p:txBody>
          <a:bodyPr wrap="square" rtlCol="0" anchor="t">
            <a:spAutoFit/>
          </a:bodyPr>
          <a:lstStyle/>
          <a:p>
            <a:pPr marL="285750" fontAlgn="auto">
              <a:lnSpc>
                <a:spcPct val="150000"/>
              </a:lnSpc>
              <a:spcBef>
                <a:spcPts val="1800"/>
              </a:spcBef>
            </a:pPr>
            <a:r>
              <a:rPr lang="en-US" altLang="zh-CN" sz="2000" b="1" dirty="0"/>
              <a:t>5.</a:t>
            </a:r>
            <a:r>
              <a:rPr lang="zh-CN" altLang="en-US" sz="2000" b="1" dirty="0"/>
              <a:t>设置页面背景</a:t>
            </a:r>
          </a:p>
          <a:p>
            <a:pPr marL="285750" indent="457200" fontAlgn="auto">
              <a:lnSpc>
                <a:spcPct val="150000"/>
              </a:lnSpc>
              <a:spcBef>
                <a:spcPts val="1800"/>
              </a:spcBef>
              <a:buFont typeface="Wingdings" panose="05000000000000000000" charset="0"/>
              <a:buChar char="Ø"/>
              <a:extLst>
                <a:ext uri="{35155182-B16C-46BC-9424-99874614C6A1}">
                  <wpsdc:indentchars xmlns="" xmlns:wpsdc="http://www.wps.cn/officeDocument/2017/drawingmlCustomData" val="200" checksum="59296752"/>
                </a:ext>
              </a:extLst>
            </a:pPr>
            <a:r>
              <a:rPr lang="en-US" altLang="zh-CN" dirty="0"/>
              <a:t>Word</a:t>
            </a:r>
            <a:r>
              <a:rPr lang="zh-CN" altLang="en-US" dirty="0"/>
              <a:t>文档可以设置水印、页面颜色和页面边框等页面背景，为文档增加丰富的背景效果。</a:t>
            </a:r>
          </a:p>
          <a:p>
            <a:pPr marL="285750" fontAlgn="auto">
              <a:lnSpc>
                <a:spcPct val="150000"/>
              </a:lnSpc>
              <a:spcBef>
                <a:spcPts val="1800"/>
              </a:spcBef>
            </a:pPr>
            <a:r>
              <a:rPr lang="zh-CN" altLang="en-US" dirty="0"/>
              <a:t>（</a:t>
            </a:r>
            <a:r>
              <a:rPr lang="en-US" altLang="zh-CN" dirty="0"/>
              <a:t>1</a:t>
            </a:r>
            <a:r>
              <a:rPr lang="zh-CN" altLang="en-US" dirty="0"/>
              <a:t>）设置水印。在“页面布局”选项卡功能区中，单击“背景”按钮，在弹出的下拉列表中单击“水印”命令，在弹出的选项列表中可以自定义水印或者选择预设的水印</a:t>
            </a:r>
          </a:p>
        </p:txBody>
      </p:sp>
      <p:pic>
        <p:nvPicPr>
          <p:cNvPr id="2" name="图片 251" descr="D:\书稿《大学计算机应用基础教程》\3.插图\第4章 WPS文档编辑插图\4-17.jpg4-17"/>
          <p:cNvPicPr>
            <a:picLocks noChangeAspect="1" noChangeArrowheads="1"/>
          </p:cNvPicPr>
          <p:nvPr/>
        </p:nvPicPr>
        <p:blipFill>
          <a:blip r:embed="rId3"/>
          <a:srcRect/>
          <a:stretch>
            <a:fillRect/>
          </a:stretch>
        </p:blipFill>
        <p:spPr>
          <a:xfrm>
            <a:off x="6831330" y="466725"/>
            <a:ext cx="3985260" cy="5924550"/>
          </a:xfrm>
          <a:prstGeom prst="rect">
            <a:avLst/>
          </a:prstGeom>
          <a:noFill/>
          <a:ln>
            <a:solidFill>
              <a:schemeClr val="bg1">
                <a:lumMod val="85000"/>
              </a:schemeClr>
            </a:solidFill>
          </a:ln>
        </p:spPr>
      </p:pic>
      <p:sp>
        <p:nvSpPr>
          <p:cNvPr id="5" name="文本框 4">
            <a:extLst>
              <a:ext uri="{FF2B5EF4-FFF2-40B4-BE49-F238E27FC236}">
                <a16:creationId xmlns:a16="http://schemas.microsoft.com/office/drawing/2014/main" id="{6CB69AFD-37B4-5046-F8F4-FAFA9F99B60A}"/>
              </a:ext>
            </a:extLst>
          </p:cNvPr>
          <p:cNvSpPr txBox="1"/>
          <p:nvPr/>
        </p:nvSpPr>
        <p:spPr>
          <a:xfrm>
            <a:off x="1672714" y="1175932"/>
            <a:ext cx="3947282" cy="521970"/>
          </a:xfrm>
          <a:prstGeom prst="rect">
            <a:avLst/>
          </a:prstGeom>
          <a:noFill/>
        </p:spPr>
        <p:txBody>
          <a:bodyPr wrap="square">
            <a:spAutoFit/>
          </a:bodyPr>
          <a:lstStyle/>
          <a:p>
            <a:r>
              <a:rPr lang="en-US" sz="2800" b="1" spc="225" dirty="0">
                <a:solidFill>
                  <a:srgbClr val="006370"/>
                </a:solidFill>
                <a:latin typeface="微软雅黑" panose="020B0503020204020204" pitchFamily="34" charset="-122"/>
                <a:ea typeface="微软雅黑" panose="020B0503020204020204" pitchFamily="34" charset="-122"/>
              </a:rPr>
              <a:t>1</a:t>
            </a:r>
            <a:r>
              <a:rPr sz="2800" b="1" spc="225" dirty="0">
                <a:solidFill>
                  <a:srgbClr val="006370"/>
                </a:solidFill>
                <a:latin typeface="微软雅黑" panose="020B0503020204020204" pitchFamily="34" charset="-122"/>
                <a:ea typeface="微软雅黑" panose="020B0503020204020204" pitchFamily="34" charset="-122"/>
              </a:rPr>
              <a:t>.</a:t>
            </a:r>
            <a:r>
              <a:rPr lang="en-US" sz="2800" b="1" spc="225" dirty="0">
                <a:solidFill>
                  <a:srgbClr val="006370"/>
                </a:solidFill>
                <a:latin typeface="微软雅黑" panose="020B0503020204020204" pitchFamily="34" charset="-122"/>
                <a:ea typeface="微软雅黑" panose="020B0503020204020204" pitchFamily="34" charset="-122"/>
              </a:rPr>
              <a:t>2</a:t>
            </a:r>
            <a:r>
              <a:rPr sz="2800" b="1" spc="225" dirty="0">
                <a:solidFill>
                  <a:srgbClr val="006370"/>
                </a:solidFill>
                <a:latin typeface="微软雅黑" panose="020B0503020204020204" pitchFamily="34" charset="-122"/>
                <a:ea typeface="微软雅黑" panose="020B0503020204020204" pitchFamily="34" charset="-122"/>
              </a:rPr>
              <a:t>.</a:t>
            </a:r>
            <a:r>
              <a:rPr lang="en-US" sz="2800" b="1" spc="225" dirty="0">
                <a:solidFill>
                  <a:srgbClr val="006370"/>
                </a:solidFill>
                <a:latin typeface="微软雅黑" panose="020B0503020204020204" pitchFamily="34" charset="-122"/>
                <a:ea typeface="微软雅黑" panose="020B0503020204020204" pitchFamily="34" charset="-122"/>
              </a:rPr>
              <a:t>1 </a:t>
            </a:r>
            <a:r>
              <a:rPr lang="en-US" sz="2800" b="1" spc="225" dirty="0" err="1">
                <a:solidFill>
                  <a:srgbClr val="006370"/>
                </a:solidFill>
                <a:latin typeface="微软雅黑" panose="020B0503020204020204" pitchFamily="34" charset="-122"/>
                <a:ea typeface="微软雅黑" panose="020B0503020204020204" pitchFamily="34" charset="-122"/>
                <a:sym typeface="+mn-ea"/>
              </a:rPr>
              <a:t>页面格式设置</a:t>
            </a:r>
            <a:endParaRPr lang="en-US" sz="2800" b="1" spc="225" dirty="0">
              <a:solidFill>
                <a:srgbClr val="006370"/>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1.2</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文档格式设置</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384495" y="1800000"/>
            <a:ext cx="5892494" cy="876458"/>
          </a:xfrm>
          <a:prstGeom prst="rect">
            <a:avLst/>
          </a:prstGeom>
          <a:noFill/>
        </p:spPr>
        <p:txBody>
          <a:bodyPr wrap="square" rtlCol="0" anchor="t">
            <a:spAutoFit/>
          </a:bodyPr>
          <a:lstStyle/>
          <a:p>
            <a:pPr marL="285750" indent="457200" fontAlgn="auto">
              <a:lnSpc>
                <a:spcPct val="150000"/>
              </a:lnSpc>
              <a:spcBef>
                <a:spcPts val="1800"/>
              </a:spcBef>
              <a:buFont typeface="Wingdings" panose="05000000000000000000" charset="0"/>
              <a:buChar char="Ø"/>
              <a:extLst>
                <a:ext uri="{35155182-B16C-46BC-9424-99874614C6A1}">
                  <wpsdc:indentchars xmlns="" xmlns:wpsdc="http://www.wps.cn/officeDocument/2017/drawingmlCustomData" val="200" checksum="59296752"/>
                </a:ext>
              </a:extLst>
            </a:pPr>
            <a:r>
              <a:rPr lang="zh-CN" altLang="en-US" dirty="0"/>
              <a:t>也可以单击“自定义水印”命令，在弹出的“水印”对话框中，可以设置图片水印，也可以设置文字水印</a:t>
            </a:r>
          </a:p>
        </p:txBody>
      </p:sp>
      <p:pic>
        <p:nvPicPr>
          <p:cNvPr id="2" name="图片 252" descr="D:\书稿《大学计算机应用基础教程》\3.插图\第4章 WPS文档编辑插图\4-18.jpg4-18"/>
          <p:cNvPicPr>
            <a:picLocks noChangeAspect="1" noChangeArrowheads="1"/>
          </p:cNvPicPr>
          <p:nvPr/>
        </p:nvPicPr>
        <p:blipFill>
          <a:blip r:embed="rId3"/>
          <a:srcRect/>
          <a:stretch>
            <a:fillRect/>
          </a:stretch>
        </p:blipFill>
        <p:spPr>
          <a:xfrm>
            <a:off x="6515735" y="1750060"/>
            <a:ext cx="4541520" cy="4242435"/>
          </a:xfrm>
          <a:prstGeom prst="rect">
            <a:avLst/>
          </a:prstGeom>
          <a:noFill/>
          <a:ln>
            <a:noFill/>
          </a:ln>
        </p:spPr>
      </p:pic>
      <p:sp>
        <p:nvSpPr>
          <p:cNvPr id="5" name="文本框 4">
            <a:extLst>
              <a:ext uri="{FF2B5EF4-FFF2-40B4-BE49-F238E27FC236}">
                <a16:creationId xmlns:a16="http://schemas.microsoft.com/office/drawing/2014/main" id="{5A97B773-5C88-1BFB-8F50-59D284281175}"/>
              </a:ext>
            </a:extLst>
          </p:cNvPr>
          <p:cNvSpPr txBox="1"/>
          <p:nvPr/>
        </p:nvSpPr>
        <p:spPr>
          <a:xfrm>
            <a:off x="1672714" y="1175932"/>
            <a:ext cx="3947282" cy="521970"/>
          </a:xfrm>
          <a:prstGeom prst="rect">
            <a:avLst/>
          </a:prstGeom>
          <a:noFill/>
        </p:spPr>
        <p:txBody>
          <a:bodyPr wrap="square">
            <a:spAutoFit/>
          </a:bodyPr>
          <a:lstStyle/>
          <a:p>
            <a:r>
              <a:rPr lang="en-US" sz="2800" b="1" spc="225" dirty="0">
                <a:solidFill>
                  <a:srgbClr val="006370"/>
                </a:solidFill>
                <a:latin typeface="微软雅黑" panose="020B0503020204020204" pitchFamily="34" charset="-122"/>
                <a:ea typeface="微软雅黑" panose="020B0503020204020204" pitchFamily="34" charset="-122"/>
              </a:rPr>
              <a:t>1</a:t>
            </a:r>
            <a:r>
              <a:rPr sz="2800" b="1" spc="225" dirty="0">
                <a:solidFill>
                  <a:srgbClr val="006370"/>
                </a:solidFill>
                <a:latin typeface="微软雅黑" panose="020B0503020204020204" pitchFamily="34" charset="-122"/>
                <a:ea typeface="微软雅黑" panose="020B0503020204020204" pitchFamily="34" charset="-122"/>
              </a:rPr>
              <a:t>.</a:t>
            </a:r>
            <a:r>
              <a:rPr lang="en-US" sz="2800" b="1" spc="225" dirty="0">
                <a:solidFill>
                  <a:srgbClr val="006370"/>
                </a:solidFill>
                <a:latin typeface="微软雅黑" panose="020B0503020204020204" pitchFamily="34" charset="-122"/>
                <a:ea typeface="微软雅黑" panose="020B0503020204020204" pitchFamily="34" charset="-122"/>
              </a:rPr>
              <a:t>2</a:t>
            </a:r>
            <a:r>
              <a:rPr sz="2800" b="1" spc="225" dirty="0">
                <a:solidFill>
                  <a:srgbClr val="006370"/>
                </a:solidFill>
                <a:latin typeface="微软雅黑" panose="020B0503020204020204" pitchFamily="34" charset="-122"/>
                <a:ea typeface="微软雅黑" panose="020B0503020204020204" pitchFamily="34" charset="-122"/>
              </a:rPr>
              <a:t>.</a:t>
            </a:r>
            <a:r>
              <a:rPr lang="en-US" sz="2800" b="1" spc="225" dirty="0">
                <a:solidFill>
                  <a:srgbClr val="006370"/>
                </a:solidFill>
                <a:latin typeface="微软雅黑" panose="020B0503020204020204" pitchFamily="34" charset="-122"/>
                <a:ea typeface="微软雅黑" panose="020B0503020204020204" pitchFamily="34" charset="-122"/>
              </a:rPr>
              <a:t>1 </a:t>
            </a:r>
            <a:r>
              <a:rPr lang="en-US" sz="2800" b="1" spc="225" dirty="0" err="1">
                <a:solidFill>
                  <a:srgbClr val="006370"/>
                </a:solidFill>
                <a:latin typeface="微软雅黑" panose="020B0503020204020204" pitchFamily="34" charset="-122"/>
                <a:ea typeface="微软雅黑" panose="020B0503020204020204" pitchFamily="34" charset="-122"/>
                <a:sym typeface="+mn-ea"/>
              </a:rPr>
              <a:t>页面格式设置</a:t>
            </a:r>
            <a:endParaRPr lang="en-US" sz="2800" b="1" spc="225" dirty="0">
              <a:solidFill>
                <a:srgbClr val="006370"/>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1.2</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文档格式设置</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384496" y="1800000"/>
            <a:ext cx="10369230" cy="3046095"/>
          </a:xfrm>
          <a:prstGeom prst="rect">
            <a:avLst/>
          </a:prstGeom>
          <a:noFill/>
        </p:spPr>
        <p:txBody>
          <a:bodyPr wrap="square" rtlCol="0" anchor="t">
            <a:spAutoFit/>
          </a:bodyPr>
          <a:lstStyle/>
          <a:p>
            <a:pPr marL="285750" fontAlgn="auto">
              <a:lnSpc>
                <a:spcPct val="150000"/>
              </a:lnSpc>
              <a:spcBef>
                <a:spcPts val="1200"/>
              </a:spcBef>
            </a:pPr>
            <a:r>
              <a:rPr dirty="0"/>
              <a:t>（2）设置背景颜色或填充效果</a:t>
            </a:r>
            <a:endParaRPr lang="en-US" dirty="0"/>
          </a:p>
          <a:p>
            <a:pPr marL="285750" indent="457200" fontAlgn="auto">
              <a:lnSpc>
                <a:spcPct val="150000"/>
              </a:lnSpc>
              <a:spcBef>
                <a:spcPts val="1200"/>
              </a:spcBef>
              <a:buFont typeface="Wingdings" panose="05000000000000000000" charset="0"/>
              <a:buChar char="Ø"/>
              <a:extLst>
                <a:ext uri="{35155182-B16C-46BC-9424-99874614C6A1}">
                  <wpsdc:indentchars xmlns:wpsdc="http://www.wps.cn/officeDocument/2017/drawingmlCustomData" xmlns="" val="200" checksum="59296752"/>
                </a:ext>
              </a:extLst>
            </a:pPr>
            <a:r>
              <a:rPr dirty="0"/>
              <a:t>在“页面布局”选项卡功能区中，单击“背景”按钮，在弹出的下拉列表中，可以单击选择主题颜色、标准色、渐变填充等颜色作为页面颜色</a:t>
            </a:r>
          </a:p>
          <a:p>
            <a:pPr marL="285750" indent="457200" fontAlgn="auto">
              <a:lnSpc>
                <a:spcPct val="150000"/>
              </a:lnSpc>
              <a:spcBef>
                <a:spcPts val="1200"/>
              </a:spcBef>
              <a:buFont typeface="Wingdings" panose="05000000000000000000" charset="0"/>
              <a:buChar char="Ø"/>
              <a:extLst>
                <a:ext uri="{35155182-B16C-46BC-9424-99874614C6A1}">
                  <wpsdc:indentchars xmlns:wpsdc="http://www.wps.cn/officeDocument/2017/drawingmlCustomData" xmlns="" val="200" checksum="59296752"/>
                </a:ext>
              </a:extLst>
            </a:pPr>
            <a:r>
              <a:rPr dirty="0"/>
              <a:t>如果没有适合的颜色，可以单击“其他填充颜色”命令，在弹出的“颜色”对话框中，单击选定“标准”选项卡里的颜色，或者在“自定义”选项卡里自行设定颜色</a:t>
            </a:r>
          </a:p>
          <a:p>
            <a:pPr marL="285750" indent="457200" fontAlgn="auto">
              <a:lnSpc>
                <a:spcPct val="150000"/>
              </a:lnSpc>
              <a:spcBef>
                <a:spcPts val="1200"/>
              </a:spcBef>
              <a:buFont typeface="Wingdings" panose="05000000000000000000" charset="0"/>
              <a:buChar char="Ø"/>
              <a:extLst>
                <a:ext uri="{35155182-B16C-46BC-9424-99874614C6A1}">
                  <wpsdc:indentchars xmlns:wpsdc="http://www.wps.cn/officeDocument/2017/drawingmlCustomData" xmlns="" val="200" checksum="59296752"/>
                </a:ext>
              </a:extLst>
            </a:pPr>
            <a:r>
              <a:rPr dirty="0"/>
              <a:t>还可以使用取色器，在当前工作界面中单击选取任意一处的颜色作为页面颜色</a:t>
            </a:r>
          </a:p>
        </p:txBody>
      </p:sp>
      <p:sp>
        <p:nvSpPr>
          <p:cNvPr id="4" name="文本框 3">
            <a:extLst>
              <a:ext uri="{FF2B5EF4-FFF2-40B4-BE49-F238E27FC236}">
                <a16:creationId xmlns:a16="http://schemas.microsoft.com/office/drawing/2014/main" id="{94BE8529-FCE1-0FE0-5B91-7B5179EE6B7B}"/>
              </a:ext>
            </a:extLst>
          </p:cNvPr>
          <p:cNvSpPr txBox="1"/>
          <p:nvPr/>
        </p:nvSpPr>
        <p:spPr>
          <a:xfrm>
            <a:off x="1672714" y="1175932"/>
            <a:ext cx="3947282" cy="521970"/>
          </a:xfrm>
          <a:prstGeom prst="rect">
            <a:avLst/>
          </a:prstGeom>
          <a:noFill/>
        </p:spPr>
        <p:txBody>
          <a:bodyPr wrap="square">
            <a:spAutoFit/>
          </a:bodyPr>
          <a:lstStyle/>
          <a:p>
            <a:r>
              <a:rPr lang="en-US" sz="2800" b="1" spc="225" dirty="0">
                <a:solidFill>
                  <a:srgbClr val="006370"/>
                </a:solidFill>
                <a:latin typeface="微软雅黑" panose="020B0503020204020204" pitchFamily="34" charset="-122"/>
                <a:ea typeface="微软雅黑" panose="020B0503020204020204" pitchFamily="34" charset="-122"/>
              </a:rPr>
              <a:t>1</a:t>
            </a:r>
            <a:r>
              <a:rPr sz="2800" b="1" spc="225" dirty="0">
                <a:solidFill>
                  <a:srgbClr val="006370"/>
                </a:solidFill>
                <a:latin typeface="微软雅黑" panose="020B0503020204020204" pitchFamily="34" charset="-122"/>
                <a:ea typeface="微软雅黑" panose="020B0503020204020204" pitchFamily="34" charset="-122"/>
              </a:rPr>
              <a:t>.</a:t>
            </a:r>
            <a:r>
              <a:rPr lang="en-US" sz="2800" b="1" spc="225" dirty="0">
                <a:solidFill>
                  <a:srgbClr val="006370"/>
                </a:solidFill>
                <a:latin typeface="微软雅黑" panose="020B0503020204020204" pitchFamily="34" charset="-122"/>
                <a:ea typeface="微软雅黑" panose="020B0503020204020204" pitchFamily="34" charset="-122"/>
              </a:rPr>
              <a:t>2</a:t>
            </a:r>
            <a:r>
              <a:rPr sz="2800" b="1" spc="225" dirty="0">
                <a:solidFill>
                  <a:srgbClr val="006370"/>
                </a:solidFill>
                <a:latin typeface="微软雅黑" panose="020B0503020204020204" pitchFamily="34" charset="-122"/>
                <a:ea typeface="微软雅黑" panose="020B0503020204020204" pitchFamily="34" charset="-122"/>
              </a:rPr>
              <a:t>.</a:t>
            </a:r>
            <a:r>
              <a:rPr lang="en-US" sz="2800" b="1" spc="225" dirty="0">
                <a:solidFill>
                  <a:srgbClr val="006370"/>
                </a:solidFill>
                <a:latin typeface="微软雅黑" panose="020B0503020204020204" pitchFamily="34" charset="-122"/>
                <a:ea typeface="微软雅黑" panose="020B0503020204020204" pitchFamily="34" charset="-122"/>
              </a:rPr>
              <a:t>1 </a:t>
            </a:r>
            <a:r>
              <a:rPr lang="en-US" sz="2800" b="1" spc="225" dirty="0" err="1">
                <a:solidFill>
                  <a:srgbClr val="006370"/>
                </a:solidFill>
                <a:latin typeface="微软雅黑" panose="020B0503020204020204" pitchFamily="34" charset="-122"/>
                <a:ea typeface="微软雅黑" panose="020B0503020204020204" pitchFamily="34" charset="-122"/>
                <a:sym typeface="+mn-ea"/>
              </a:rPr>
              <a:t>页面格式设置</a:t>
            </a:r>
            <a:endParaRPr lang="en-US" sz="2800" b="1" spc="225" dirty="0">
              <a:solidFill>
                <a:srgbClr val="006370"/>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1.2</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文档格式设置</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384495" y="1800000"/>
            <a:ext cx="5366700" cy="4528291"/>
          </a:xfrm>
          <a:prstGeom prst="rect">
            <a:avLst/>
          </a:prstGeom>
          <a:noFill/>
        </p:spPr>
        <p:txBody>
          <a:bodyPr wrap="square" rtlCol="0" anchor="t">
            <a:spAutoFit/>
          </a:bodyPr>
          <a:lstStyle/>
          <a:p>
            <a:pPr marL="285750" fontAlgn="auto">
              <a:lnSpc>
                <a:spcPct val="150000"/>
              </a:lnSpc>
              <a:spcBef>
                <a:spcPts val="1800"/>
              </a:spcBef>
            </a:pPr>
            <a:r>
              <a:rPr lang="en-US" altLang="zh-CN" sz="2000" b="1" dirty="0"/>
              <a:t>1.</a:t>
            </a:r>
            <a:r>
              <a:rPr lang="zh-CN" altLang="en-US" sz="2000" b="1" dirty="0"/>
              <a:t>设置字体和字号</a:t>
            </a:r>
          </a:p>
          <a:p>
            <a:pPr marL="285750" indent="457200" fontAlgn="auto">
              <a:lnSpc>
                <a:spcPct val="150000"/>
              </a:lnSpc>
              <a:spcBef>
                <a:spcPts val="1800"/>
              </a:spcBef>
              <a:buFont typeface="Wingdings" panose="05000000000000000000" charset="0"/>
              <a:buChar char="Ø"/>
              <a:extLst>
                <a:ext uri="{35155182-B16C-46BC-9424-99874614C6A1}">
                  <wpsdc:indentchars xmlns="" xmlns:wpsdc="http://www.wps.cn/officeDocument/2017/drawingmlCustomData" val="200" checksum="59296752"/>
                </a:ext>
              </a:extLst>
            </a:pPr>
            <a:r>
              <a:rPr lang="zh-CN" altLang="en-US" dirty="0"/>
              <a:t>字体是文字的风格样式，例如汉字的常用字体有宋体、楷体、仿宋、黑体、隶书等，这些是</a:t>
            </a:r>
            <a:r>
              <a:rPr lang="en-US" altLang="zh-CN" dirty="0"/>
              <a:t>Windows</a:t>
            </a:r>
            <a:r>
              <a:rPr lang="zh-CN" altLang="en-US" dirty="0"/>
              <a:t>系统自带的字体</a:t>
            </a:r>
          </a:p>
          <a:p>
            <a:pPr marL="285750" indent="457200" fontAlgn="auto">
              <a:lnSpc>
                <a:spcPct val="150000"/>
              </a:lnSpc>
              <a:spcBef>
                <a:spcPts val="1800"/>
              </a:spcBef>
              <a:buFont typeface="Wingdings" panose="05000000000000000000" charset="0"/>
              <a:buChar char="Ø"/>
              <a:extLst>
                <a:ext uri="{35155182-B16C-46BC-9424-99874614C6A1}">
                  <wpsdc:indentchars xmlns="" xmlns:wpsdc="http://www.wps.cn/officeDocument/2017/drawingmlCustomData" val="200" checksum="59296752"/>
                </a:ext>
              </a:extLst>
            </a:pPr>
            <a:r>
              <a:rPr lang="zh-CN" altLang="en-US" dirty="0"/>
              <a:t>如果需要额外的字体，则必须首先安装该字体，才能使用。</a:t>
            </a:r>
          </a:p>
          <a:p>
            <a:pPr marL="285750" indent="457200" fontAlgn="auto">
              <a:lnSpc>
                <a:spcPct val="150000"/>
              </a:lnSpc>
              <a:spcBef>
                <a:spcPts val="1800"/>
              </a:spcBef>
              <a:buFont typeface="Wingdings" panose="05000000000000000000" charset="0"/>
              <a:buChar char="Ø"/>
              <a:extLst>
                <a:ext uri="{35155182-B16C-46BC-9424-99874614C6A1}">
                  <wpsdc:indentchars xmlns="" xmlns:wpsdc="http://www.wps.cn/officeDocument/2017/drawingmlCustomData" val="200" checksum="59296752"/>
                </a:ext>
              </a:extLst>
            </a:pPr>
            <a:r>
              <a:rPr lang="zh-CN" altLang="en-US" dirty="0"/>
              <a:t>安装方法是，将字体文件复制到目录</a:t>
            </a:r>
            <a:r>
              <a:rPr lang="en-US" altLang="zh-CN" dirty="0"/>
              <a:t>C:\Windows\Fonts</a:t>
            </a:r>
            <a:r>
              <a:rPr lang="zh-CN" altLang="en-US" dirty="0"/>
              <a:t>下即可，该目录包含所有已安装的字体文件</a:t>
            </a:r>
            <a:r>
              <a:rPr lang="en-US" altLang="zh-CN" dirty="0"/>
              <a:t>.</a:t>
            </a:r>
          </a:p>
        </p:txBody>
      </p:sp>
      <p:pic>
        <p:nvPicPr>
          <p:cNvPr id="2" name="图片 272" descr="D:\书稿《大学计算机应用基础教程》\3.插图\第4章 WPS文档编辑插图\4-19.jpg4-19"/>
          <p:cNvPicPr>
            <a:picLocks noChangeAspect="1" noChangeArrowheads="1"/>
          </p:cNvPicPr>
          <p:nvPr/>
        </p:nvPicPr>
        <p:blipFill>
          <a:blip r:embed="rId3"/>
          <a:srcRect/>
          <a:stretch>
            <a:fillRect/>
          </a:stretch>
        </p:blipFill>
        <p:spPr>
          <a:xfrm>
            <a:off x="5751195" y="2561590"/>
            <a:ext cx="5758815" cy="3239135"/>
          </a:xfrm>
          <a:prstGeom prst="rect">
            <a:avLst/>
          </a:prstGeom>
          <a:noFill/>
          <a:ln>
            <a:solidFill>
              <a:schemeClr val="bg1">
                <a:lumMod val="85000"/>
              </a:schemeClr>
            </a:solidFill>
          </a:ln>
        </p:spPr>
      </p:pic>
      <p:sp>
        <p:nvSpPr>
          <p:cNvPr id="5" name="文本框 4">
            <a:extLst>
              <a:ext uri="{FF2B5EF4-FFF2-40B4-BE49-F238E27FC236}">
                <a16:creationId xmlns:a16="http://schemas.microsoft.com/office/drawing/2014/main" id="{B5055FC3-766D-2397-E24E-6E577BD939E7}"/>
              </a:ext>
            </a:extLst>
          </p:cNvPr>
          <p:cNvSpPr txBox="1"/>
          <p:nvPr/>
        </p:nvSpPr>
        <p:spPr>
          <a:xfrm>
            <a:off x="1672714" y="1175932"/>
            <a:ext cx="3947282"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1.2.2 </a:t>
            </a:r>
            <a:r>
              <a:rPr lang="zh-CN" altLang="en-US" sz="2800" b="1" spc="225" dirty="0">
                <a:solidFill>
                  <a:srgbClr val="006370"/>
                </a:solidFill>
                <a:latin typeface="微软雅黑" panose="020B0503020204020204" pitchFamily="34" charset="-122"/>
                <a:ea typeface="微软雅黑" panose="020B0503020204020204" pitchFamily="34" charset="-122"/>
              </a:rPr>
              <a:t>文本格式设置</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1.2</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文档格式设置</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384495" y="1800000"/>
            <a:ext cx="6263423" cy="3277116"/>
          </a:xfrm>
          <a:prstGeom prst="rect">
            <a:avLst/>
          </a:prstGeom>
          <a:noFill/>
        </p:spPr>
        <p:txBody>
          <a:bodyPr wrap="square" rtlCol="0" anchor="t">
            <a:spAutoFit/>
          </a:bodyPr>
          <a:lstStyle/>
          <a:p>
            <a:pPr marL="285750" fontAlgn="auto">
              <a:lnSpc>
                <a:spcPct val="150000"/>
              </a:lnSpc>
              <a:spcBef>
                <a:spcPts val="1200"/>
              </a:spcBef>
            </a:pPr>
            <a:r>
              <a:rPr lang="zh-CN" altLang="en-US" sz="2000" b="1" dirty="0"/>
              <a:t>设置字体的方法步骤如下：</a:t>
            </a:r>
          </a:p>
          <a:p>
            <a:pPr marL="285750" fontAlgn="auto">
              <a:lnSpc>
                <a:spcPct val="150000"/>
              </a:lnSpc>
              <a:spcBef>
                <a:spcPts val="1200"/>
              </a:spcBef>
            </a:pPr>
            <a:r>
              <a:rPr lang="zh-CN" altLang="en-US" sz="2000" dirty="0"/>
              <a:t>（</a:t>
            </a:r>
            <a:r>
              <a:rPr lang="en-US" altLang="zh-CN" sz="2000" dirty="0"/>
              <a:t>1</a:t>
            </a:r>
            <a:r>
              <a:rPr lang="zh-CN" altLang="en-US" sz="2000" dirty="0"/>
              <a:t>）选择需要设置字体的文本</a:t>
            </a:r>
          </a:p>
          <a:p>
            <a:pPr marL="285750" fontAlgn="auto">
              <a:lnSpc>
                <a:spcPct val="150000"/>
              </a:lnSpc>
              <a:spcBef>
                <a:spcPts val="1200"/>
              </a:spcBef>
            </a:pPr>
            <a:r>
              <a:rPr lang="zh-CN" altLang="en-US" sz="2000" dirty="0"/>
              <a:t>（</a:t>
            </a:r>
            <a:r>
              <a:rPr lang="en-US" altLang="zh-CN" sz="2000" dirty="0"/>
              <a:t>2</a:t>
            </a:r>
            <a:r>
              <a:rPr lang="zh-CN" altLang="en-US" sz="2000" dirty="0"/>
              <a:t>）单击“开始”选项卡中的“字体”下拉列表框右侧的下三角按钮</a:t>
            </a:r>
          </a:p>
          <a:p>
            <a:pPr marL="285750" fontAlgn="auto">
              <a:lnSpc>
                <a:spcPct val="150000"/>
              </a:lnSpc>
              <a:spcBef>
                <a:spcPts val="1200"/>
              </a:spcBef>
            </a:pPr>
            <a:r>
              <a:rPr lang="zh-CN" altLang="en-US" sz="2000" dirty="0"/>
              <a:t>（</a:t>
            </a:r>
            <a:r>
              <a:rPr lang="en-US" altLang="zh-CN" sz="2000" dirty="0"/>
              <a:t>3</a:t>
            </a:r>
            <a:r>
              <a:rPr lang="zh-CN" altLang="en-US" sz="2000" dirty="0"/>
              <a:t>）在弹出的“字体”列表框中，选择需要设置的字体，例如选择“微软雅黑”字体</a:t>
            </a:r>
          </a:p>
        </p:txBody>
      </p:sp>
      <p:pic>
        <p:nvPicPr>
          <p:cNvPr id="2" name="图片 278" descr="D:\书稿《大学计算机应用基础教程》\3.插图\第4章 WPS文档编辑插图\4-20.jpg4-20"/>
          <p:cNvPicPr>
            <a:picLocks noChangeAspect="1" noChangeArrowheads="1"/>
          </p:cNvPicPr>
          <p:nvPr/>
        </p:nvPicPr>
        <p:blipFill>
          <a:blip r:embed="rId3"/>
          <a:srcRect/>
          <a:stretch>
            <a:fillRect/>
          </a:stretch>
        </p:blipFill>
        <p:spPr>
          <a:xfrm>
            <a:off x="6967220" y="745490"/>
            <a:ext cx="3966210" cy="5207000"/>
          </a:xfrm>
          <a:prstGeom prst="rect">
            <a:avLst/>
          </a:prstGeom>
          <a:noFill/>
          <a:ln>
            <a:solidFill>
              <a:schemeClr val="bg1">
                <a:lumMod val="85000"/>
              </a:schemeClr>
            </a:solidFill>
          </a:ln>
        </p:spPr>
      </p:pic>
      <p:sp>
        <p:nvSpPr>
          <p:cNvPr id="5" name="文本框 4">
            <a:extLst>
              <a:ext uri="{FF2B5EF4-FFF2-40B4-BE49-F238E27FC236}">
                <a16:creationId xmlns:a16="http://schemas.microsoft.com/office/drawing/2014/main" id="{4FD2DF56-8753-BC8E-DE47-B722A1E3BF78}"/>
              </a:ext>
            </a:extLst>
          </p:cNvPr>
          <p:cNvSpPr txBox="1"/>
          <p:nvPr/>
        </p:nvSpPr>
        <p:spPr>
          <a:xfrm>
            <a:off x="1672714" y="1175932"/>
            <a:ext cx="3947282"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1.2.2 </a:t>
            </a:r>
            <a:r>
              <a:rPr lang="zh-CN" altLang="en-US" sz="2800" b="1" spc="225" dirty="0">
                <a:solidFill>
                  <a:srgbClr val="006370"/>
                </a:solidFill>
                <a:latin typeface="微软雅黑" panose="020B0503020204020204" pitchFamily="34" charset="-122"/>
                <a:ea typeface="微软雅黑" panose="020B0503020204020204" pitchFamily="34" charset="-122"/>
              </a:rPr>
              <a:t>文本格式设置</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1.2</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文档格式设置</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384495" y="1800000"/>
            <a:ext cx="6155084" cy="3600281"/>
          </a:xfrm>
          <a:prstGeom prst="rect">
            <a:avLst/>
          </a:prstGeom>
          <a:noFill/>
        </p:spPr>
        <p:txBody>
          <a:bodyPr wrap="square" rtlCol="0" anchor="t">
            <a:spAutoFit/>
          </a:bodyPr>
          <a:lstStyle/>
          <a:p>
            <a:pPr marL="285750" fontAlgn="auto">
              <a:lnSpc>
                <a:spcPct val="150000"/>
              </a:lnSpc>
              <a:spcBef>
                <a:spcPts val="1800"/>
              </a:spcBef>
            </a:pPr>
            <a:r>
              <a:rPr lang="zh-CN" altLang="en-US" sz="2000" b="1" dirty="0"/>
              <a:t> 设置字号的方法步骤如下：</a:t>
            </a:r>
          </a:p>
          <a:p>
            <a:pPr marL="285750" fontAlgn="auto">
              <a:lnSpc>
                <a:spcPct val="150000"/>
              </a:lnSpc>
              <a:spcBef>
                <a:spcPts val="1800"/>
              </a:spcBef>
            </a:pPr>
            <a:r>
              <a:rPr lang="zh-CN" altLang="en-US" sz="2000" dirty="0"/>
              <a:t>（</a:t>
            </a:r>
            <a:r>
              <a:rPr lang="en-US" altLang="zh-CN" sz="2000" dirty="0"/>
              <a:t>1</a:t>
            </a:r>
            <a:r>
              <a:rPr lang="zh-CN" altLang="en-US" sz="2000" dirty="0"/>
              <a:t>）选择需要设置字号的文本</a:t>
            </a:r>
          </a:p>
          <a:p>
            <a:pPr marL="285750" fontAlgn="auto">
              <a:lnSpc>
                <a:spcPct val="150000"/>
              </a:lnSpc>
              <a:spcBef>
                <a:spcPts val="1800"/>
              </a:spcBef>
            </a:pPr>
            <a:r>
              <a:rPr lang="zh-CN" altLang="en-US" sz="2000" dirty="0"/>
              <a:t>（</a:t>
            </a:r>
            <a:r>
              <a:rPr lang="en-US" altLang="zh-CN" sz="2000" dirty="0"/>
              <a:t>2</a:t>
            </a:r>
            <a:r>
              <a:rPr lang="zh-CN" altLang="en-US" sz="2000" dirty="0"/>
              <a:t>）单击“开始”选项卡中的“字号”下拉列表框右侧的下三角按钮</a:t>
            </a:r>
          </a:p>
          <a:p>
            <a:pPr marL="285750" fontAlgn="auto">
              <a:lnSpc>
                <a:spcPct val="150000"/>
              </a:lnSpc>
              <a:spcBef>
                <a:spcPts val="1800"/>
              </a:spcBef>
            </a:pPr>
            <a:r>
              <a:rPr lang="zh-CN" altLang="en-US" sz="2000" dirty="0"/>
              <a:t>（</a:t>
            </a:r>
            <a:r>
              <a:rPr lang="en-US" altLang="zh-CN" sz="2000" dirty="0"/>
              <a:t>3</a:t>
            </a:r>
            <a:r>
              <a:rPr lang="zh-CN" altLang="en-US" sz="2000" dirty="0"/>
              <a:t>）在弹出的“字号”列表框中，选择需要设置的字号，例如选择“三号”字号</a:t>
            </a:r>
          </a:p>
        </p:txBody>
      </p:sp>
      <p:pic>
        <p:nvPicPr>
          <p:cNvPr id="2" name="图片 282" descr="D:\书稿《大学计算机应用基础教程》\3.插图\第4章 WPS文档编辑插图\4-21.jpg4-21"/>
          <p:cNvPicPr>
            <a:picLocks noChangeAspect="1" noChangeArrowheads="1"/>
          </p:cNvPicPr>
          <p:nvPr/>
        </p:nvPicPr>
        <p:blipFill>
          <a:blip r:embed="rId3"/>
          <a:srcRect/>
          <a:stretch>
            <a:fillRect/>
          </a:stretch>
        </p:blipFill>
        <p:spPr>
          <a:xfrm>
            <a:off x="7088505" y="685165"/>
            <a:ext cx="3248025" cy="5484495"/>
          </a:xfrm>
          <a:prstGeom prst="rect">
            <a:avLst/>
          </a:prstGeom>
          <a:noFill/>
          <a:ln>
            <a:noFill/>
          </a:ln>
        </p:spPr>
      </p:pic>
      <p:sp>
        <p:nvSpPr>
          <p:cNvPr id="5" name="文本框 4">
            <a:extLst>
              <a:ext uri="{FF2B5EF4-FFF2-40B4-BE49-F238E27FC236}">
                <a16:creationId xmlns:a16="http://schemas.microsoft.com/office/drawing/2014/main" id="{1A750510-5B9D-E509-68B5-F7E8571C8807}"/>
              </a:ext>
            </a:extLst>
          </p:cNvPr>
          <p:cNvSpPr txBox="1"/>
          <p:nvPr/>
        </p:nvSpPr>
        <p:spPr>
          <a:xfrm>
            <a:off x="1672714" y="1175932"/>
            <a:ext cx="3947282"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1.2.2 </a:t>
            </a:r>
            <a:r>
              <a:rPr lang="zh-CN" altLang="en-US" sz="2800" b="1" spc="225" dirty="0">
                <a:solidFill>
                  <a:srgbClr val="006370"/>
                </a:solidFill>
                <a:latin typeface="微软雅黑" panose="020B0503020204020204" pitchFamily="34" charset="-122"/>
                <a:ea typeface="微软雅黑" panose="020B0503020204020204" pitchFamily="34" charset="-122"/>
              </a:rPr>
              <a:t>文本格式设置</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1.2</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文档格式设置</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384495" y="1800000"/>
            <a:ext cx="5494985" cy="3923446"/>
          </a:xfrm>
          <a:prstGeom prst="rect">
            <a:avLst/>
          </a:prstGeom>
          <a:noFill/>
        </p:spPr>
        <p:txBody>
          <a:bodyPr wrap="square" rtlCol="0" anchor="t">
            <a:spAutoFit/>
          </a:bodyPr>
          <a:lstStyle/>
          <a:p>
            <a:pPr marL="285750" fontAlgn="auto">
              <a:lnSpc>
                <a:spcPct val="150000"/>
              </a:lnSpc>
            </a:pPr>
            <a:r>
              <a:rPr lang="en-US" sz="2400" b="1" dirty="0"/>
              <a:t>2</a:t>
            </a:r>
            <a:r>
              <a:rPr sz="2400" b="1" dirty="0"/>
              <a:t>.设置字体颜色</a:t>
            </a:r>
          </a:p>
          <a:p>
            <a:pPr marL="285750" indent="457200" fontAlgn="auto">
              <a:lnSpc>
                <a:spcPct val="150000"/>
              </a:lnSpc>
              <a:buFont typeface="Wingdings" panose="05000000000000000000" charset="0"/>
              <a:buChar char="Ø"/>
              <a:extLst>
                <a:ext uri="{35155182-B16C-46BC-9424-99874614C6A1}">
                  <wpsdc:indentchars xmlns:wpsdc="http://www.wps.cn/officeDocument/2017/drawingmlCustomData" xmlns="" val="200" checksum="59296752"/>
                </a:ext>
              </a:extLst>
            </a:pPr>
            <a:r>
              <a:rPr dirty="0" err="1"/>
              <a:t>字体颜色既可以设置为预定义好的主题颜色或标准色，也可以选取自定义颜色或设置渐变效果</a:t>
            </a:r>
            <a:endParaRPr lang="en-US" dirty="0"/>
          </a:p>
          <a:p>
            <a:pPr marL="285750" indent="457200" fontAlgn="auto">
              <a:lnSpc>
                <a:spcPct val="150000"/>
              </a:lnSpc>
              <a:buFont typeface="Wingdings" panose="05000000000000000000" charset="0"/>
              <a:buChar char="Ø"/>
              <a:extLst>
                <a:ext uri="{35155182-B16C-46BC-9424-99874614C6A1}">
                  <wpsdc:indentchars xmlns:wpsdc="http://www.wps.cn/officeDocument/2017/drawingmlCustomData" xmlns="" val="200" checksum="59296752"/>
                </a:ext>
              </a:extLst>
            </a:pPr>
            <a:r>
              <a:rPr dirty="0"/>
              <a:t>首先，选择需要设置颜色的文本，单击“开始”选项卡“字体”功能区中的“字体颜色”按钮右侧的下三角按钮，在弹出的“颜色”下拉列表中，选择需要的颜色</a:t>
            </a:r>
            <a:endParaRPr lang="en-US" dirty="0"/>
          </a:p>
          <a:p>
            <a:pPr marL="285750" indent="457200" fontAlgn="auto">
              <a:lnSpc>
                <a:spcPct val="150000"/>
              </a:lnSpc>
              <a:buFont typeface="Wingdings" panose="05000000000000000000" charset="0"/>
              <a:buChar char="Ø"/>
              <a:extLst>
                <a:ext uri="{35155182-B16C-46BC-9424-99874614C6A1}">
                  <wpsdc:indentchars xmlns:wpsdc="http://www.wps.cn/officeDocument/2017/drawingmlCustomData" xmlns="" val="200" checksum="59296752"/>
                </a:ext>
              </a:extLst>
            </a:pPr>
            <a:r>
              <a:rPr dirty="0"/>
              <a:t>例如，将选中的标题文本设为“标准色”“</a:t>
            </a:r>
            <a:r>
              <a:rPr dirty="0" err="1"/>
              <a:t>深红</a:t>
            </a:r>
            <a:r>
              <a:rPr dirty="0"/>
              <a:t>”</a:t>
            </a:r>
            <a:endParaRPr lang="zh-CN" dirty="0"/>
          </a:p>
        </p:txBody>
      </p:sp>
      <p:pic>
        <p:nvPicPr>
          <p:cNvPr id="33" name="图片 33" descr="4-22"/>
          <p:cNvPicPr>
            <a:picLocks noChangeAspect="1"/>
          </p:cNvPicPr>
          <p:nvPr/>
        </p:nvPicPr>
        <p:blipFill>
          <a:blip r:embed="rId3"/>
          <a:stretch>
            <a:fillRect/>
          </a:stretch>
        </p:blipFill>
        <p:spPr>
          <a:xfrm>
            <a:off x="5879465" y="2360930"/>
            <a:ext cx="5852160" cy="3291840"/>
          </a:xfrm>
          <a:prstGeom prst="rect">
            <a:avLst/>
          </a:prstGeom>
          <a:ln>
            <a:solidFill>
              <a:schemeClr val="bg1">
                <a:lumMod val="85000"/>
              </a:schemeClr>
            </a:solidFill>
          </a:ln>
        </p:spPr>
      </p:pic>
      <p:sp>
        <p:nvSpPr>
          <p:cNvPr id="4" name="文本框 3">
            <a:extLst>
              <a:ext uri="{FF2B5EF4-FFF2-40B4-BE49-F238E27FC236}">
                <a16:creationId xmlns:a16="http://schemas.microsoft.com/office/drawing/2014/main" id="{BF093B92-4B86-0188-862D-DD0F8D256417}"/>
              </a:ext>
            </a:extLst>
          </p:cNvPr>
          <p:cNvSpPr txBox="1"/>
          <p:nvPr/>
        </p:nvSpPr>
        <p:spPr>
          <a:xfrm>
            <a:off x="1672714" y="1175932"/>
            <a:ext cx="3947282"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1.2.2 </a:t>
            </a:r>
            <a:r>
              <a:rPr lang="zh-CN" altLang="en-US" sz="2800" b="1" spc="225" dirty="0">
                <a:solidFill>
                  <a:srgbClr val="006370"/>
                </a:solidFill>
                <a:latin typeface="微软雅黑" panose="020B0503020204020204" pitchFamily="34" charset="-122"/>
                <a:ea typeface="微软雅黑" panose="020B0503020204020204" pitchFamily="34" charset="-122"/>
              </a:rPr>
              <a:t>文本格式设置</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1.2</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文档格式设置</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384495" y="1800000"/>
            <a:ext cx="5616453" cy="1938020"/>
          </a:xfrm>
          <a:prstGeom prst="rect">
            <a:avLst/>
          </a:prstGeom>
          <a:noFill/>
        </p:spPr>
        <p:txBody>
          <a:bodyPr wrap="square" rtlCol="0" anchor="t">
            <a:spAutoFit/>
          </a:bodyPr>
          <a:lstStyle/>
          <a:p>
            <a:pPr marL="285750" indent="508000" fontAlgn="auto">
              <a:lnSpc>
                <a:spcPct val="150000"/>
              </a:lnSpc>
              <a:buFont typeface="Wingdings" panose="05000000000000000000" charset="0"/>
              <a:buChar char="Ø"/>
              <a:extLst>
                <a:ext uri="{35155182-B16C-46BC-9424-99874614C6A1}">
                  <wpsdc:indentchars xmlns:wpsdc="http://www.wps.cn/officeDocument/2017/drawingmlCustomData" xmlns="" val="200" checksum="282533468"/>
                </a:ext>
              </a:extLst>
            </a:pPr>
            <a:r>
              <a:rPr sz="2000" dirty="0"/>
              <a:t>如果系统提供的主题颜色和标准色没有所需要的颜色，那么可以单击“其他字体颜色”命令，在弹出的“颜色”对话框“标准”选项卡中单击选取需要的颜色</a:t>
            </a:r>
          </a:p>
        </p:txBody>
      </p:sp>
      <p:pic>
        <p:nvPicPr>
          <p:cNvPr id="2" name="图片 258" descr="D:\书稿《大学计算机应用基础教程》\3.插图\第4章 WPS文档编辑插图\4-23.jpg4-23"/>
          <p:cNvPicPr>
            <a:picLocks noChangeAspect="1"/>
          </p:cNvPicPr>
          <p:nvPr/>
        </p:nvPicPr>
        <p:blipFill>
          <a:blip r:embed="rId3"/>
          <a:srcRect/>
          <a:stretch>
            <a:fillRect/>
          </a:stretch>
        </p:blipFill>
        <p:spPr>
          <a:xfrm>
            <a:off x="6445250" y="1650365"/>
            <a:ext cx="4164330" cy="4619625"/>
          </a:xfrm>
          <a:prstGeom prst="rect">
            <a:avLst/>
          </a:prstGeom>
        </p:spPr>
      </p:pic>
      <p:sp>
        <p:nvSpPr>
          <p:cNvPr id="5" name="文本框 4">
            <a:extLst>
              <a:ext uri="{FF2B5EF4-FFF2-40B4-BE49-F238E27FC236}">
                <a16:creationId xmlns:a16="http://schemas.microsoft.com/office/drawing/2014/main" id="{15B9B91F-EA7C-F037-89D0-A1AD21D593B1}"/>
              </a:ext>
            </a:extLst>
          </p:cNvPr>
          <p:cNvSpPr txBox="1"/>
          <p:nvPr/>
        </p:nvSpPr>
        <p:spPr>
          <a:xfrm>
            <a:off x="1672714" y="1175932"/>
            <a:ext cx="3947282"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1.2.2 </a:t>
            </a:r>
            <a:r>
              <a:rPr lang="zh-CN" altLang="en-US" sz="2800" b="1" spc="225" dirty="0">
                <a:solidFill>
                  <a:srgbClr val="006370"/>
                </a:solidFill>
                <a:latin typeface="微软雅黑" panose="020B0503020204020204" pitchFamily="34" charset="-122"/>
                <a:ea typeface="微软雅黑" panose="020B0503020204020204" pitchFamily="34" charset="-122"/>
              </a:rPr>
              <a:t>文本格式设置</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1.2</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文档格式设置</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1184324" y="1790442"/>
            <a:ext cx="4328685" cy="3507948"/>
          </a:xfrm>
          <a:prstGeom prst="rect">
            <a:avLst/>
          </a:prstGeom>
          <a:noFill/>
        </p:spPr>
        <p:txBody>
          <a:bodyPr wrap="square" rtlCol="0" anchor="t">
            <a:spAutoFit/>
          </a:bodyPr>
          <a:lstStyle/>
          <a:p>
            <a:pPr marL="285750" indent="508000" fontAlgn="auto">
              <a:lnSpc>
                <a:spcPct val="150000"/>
              </a:lnSpc>
              <a:spcBef>
                <a:spcPts val="1800"/>
              </a:spcBef>
              <a:buFont typeface="Wingdings" panose="05000000000000000000" charset="0"/>
              <a:buChar char="Ø"/>
              <a:extLst>
                <a:ext uri="{35155182-B16C-46BC-9424-99874614C6A1}">
                  <wpsdc:indentchars xmlns:wpsdc="http://www.wps.cn/officeDocument/2017/drawingmlCustomData" xmlns="" val="200" checksum="282533468"/>
                </a:ext>
              </a:extLst>
            </a:pPr>
            <a:r>
              <a:rPr lang="zh-CN" altLang="en-US" sz="2000" dirty="0"/>
              <a:t>或者在“自定义”选项卡中，设置</a:t>
            </a:r>
            <a:r>
              <a:rPr lang="en-US" altLang="zh-CN" sz="2000" dirty="0"/>
              <a:t>RGB</a:t>
            </a:r>
            <a:r>
              <a:rPr lang="zh-CN" altLang="en-US" sz="2000" dirty="0"/>
              <a:t>颜色模式的“红色（</a:t>
            </a:r>
            <a:r>
              <a:rPr lang="en-US" altLang="zh-CN" sz="2000" dirty="0"/>
              <a:t>R</a:t>
            </a:r>
            <a:r>
              <a:rPr lang="zh-CN" altLang="en-US" sz="2000" dirty="0"/>
              <a:t>）”“滤色（</a:t>
            </a:r>
            <a:r>
              <a:rPr lang="en-US" altLang="zh-CN" sz="2000" dirty="0"/>
              <a:t>G</a:t>
            </a:r>
            <a:r>
              <a:rPr lang="zh-CN" altLang="en-US" sz="2000" dirty="0"/>
              <a:t>）”“蓝色（</a:t>
            </a:r>
            <a:r>
              <a:rPr lang="en-US" altLang="zh-CN" sz="2000" dirty="0"/>
              <a:t>B</a:t>
            </a:r>
            <a:r>
              <a:rPr lang="zh-CN" altLang="en-US" sz="2000" dirty="0"/>
              <a:t>）”的数值，取值范围在</a:t>
            </a:r>
            <a:r>
              <a:rPr lang="en-US" altLang="zh-CN" sz="2000" dirty="0"/>
              <a:t>0~255</a:t>
            </a:r>
            <a:r>
              <a:rPr lang="zh-CN" altLang="en-US" sz="2000" dirty="0"/>
              <a:t>之间</a:t>
            </a:r>
            <a:endParaRPr lang="en-US" altLang="zh-CN" sz="2000" dirty="0"/>
          </a:p>
          <a:p>
            <a:pPr marL="285750" indent="508000" fontAlgn="auto">
              <a:lnSpc>
                <a:spcPct val="150000"/>
              </a:lnSpc>
              <a:spcBef>
                <a:spcPts val="1800"/>
              </a:spcBef>
              <a:buFont typeface="Wingdings" panose="05000000000000000000" charset="0"/>
              <a:buChar char="Ø"/>
              <a:extLst>
                <a:ext uri="{35155182-B16C-46BC-9424-99874614C6A1}">
                  <wpsdc:indentchars xmlns:wpsdc="http://www.wps.cn/officeDocument/2017/drawingmlCustomData" xmlns="" val="200" checksum="282533468"/>
                </a:ext>
              </a:extLst>
            </a:pPr>
            <a:r>
              <a:rPr lang="zh-CN" altLang="en-US" sz="2000" dirty="0"/>
              <a:t>或者在“十六进制”输入框中直接输入以符号“</a:t>
            </a:r>
            <a:r>
              <a:rPr lang="en-US" altLang="zh-CN" sz="2000" dirty="0"/>
              <a:t>#”</a:t>
            </a:r>
            <a:r>
              <a:rPr lang="zh-CN" altLang="en-US" sz="2000" dirty="0"/>
              <a:t>开头的</a:t>
            </a:r>
            <a:r>
              <a:rPr lang="en-US" altLang="zh-CN" sz="2000" dirty="0"/>
              <a:t>6</a:t>
            </a:r>
            <a:r>
              <a:rPr lang="zh-CN" altLang="en-US" sz="2000" dirty="0"/>
              <a:t>个十六进制的数值</a:t>
            </a:r>
          </a:p>
        </p:txBody>
      </p:sp>
      <p:cxnSp>
        <p:nvCxnSpPr>
          <p:cNvPr id="4" name="直接箭头连接符 3"/>
          <p:cNvCxnSpPr/>
          <p:nvPr/>
        </p:nvCxnSpPr>
        <p:spPr>
          <a:xfrm>
            <a:off x="6329680" y="4632960"/>
            <a:ext cx="680720" cy="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a:off x="6329680" y="5740400"/>
            <a:ext cx="680720" cy="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pic>
        <p:nvPicPr>
          <p:cNvPr id="2" name="图片 261" descr="D:\书稿《大学计算机应用基础教程》\3.插图\第4章 WPS文档编辑插图\4-24.jpg4-24"/>
          <p:cNvPicPr>
            <a:picLocks noChangeAspect="1"/>
          </p:cNvPicPr>
          <p:nvPr/>
        </p:nvPicPr>
        <p:blipFill>
          <a:blip r:embed="rId3"/>
          <a:srcRect/>
          <a:stretch>
            <a:fillRect/>
          </a:stretch>
        </p:blipFill>
        <p:spPr>
          <a:xfrm>
            <a:off x="7055485" y="1260475"/>
            <a:ext cx="4309745" cy="4782820"/>
          </a:xfrm>
          <a:prstGeom prst="rect">
            <a:avLst/>
          </a:prstGeom>
        </p:spPr>
      </p:pic>
      <p:sp>
        <p:nvSpPr>
          <p:cNvPr id="6" name="文本框 5">
            <a:extLst>
              <a:ext uri="{FF2B5EF4-FFF2-40B4-BE49-F238E27FC236}">
                <a16:creationId xmlns:a16="http://schemas.microsoft.com/office/drawing/2014/main" id="{B27675DF-46E2-9F96-A5C6-2EF245EF7B35}"/>
              </a:ext>
            </a:extLst>
          </p:cNvPr>
          <p:cNvSpPr txBox="1"/>
          <p:nvPr/>
        </p:nvSpPr>
        <p:spPr>
          <a:xfrm>
            <a:off x="1672714" y="1175932"/>
            <a:ext cx="3947282"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1.2.2 </a:t>
            </a:r>
            <a:r>
              <a:rPr lang="zh-CN" altLang="en-US" sz="2800" b="1" spc="225" dirty="0">
                <a:solidFill>
                  <a:srgbClr val="006370"/>
                </a:solidFill>
                <a:latin typeface="微软雅黑" panose="020B0503020204020204" pitchFamily="34" charset="-122"/>
                <a:ea typeface="微软雅黑" panose="020B0503020204020204" pitchFamily="34" charset="-122"/>
              </a:rPr>
              <a:t>文本格式设置</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1.2</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文档格式设置</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950455" y="1805117"/>
            <a:ext cx="5297170" cy="3831113"/>
          </a:xfrm>
          <a:prstGeom prst="rect">
            <a:avLst/>
          </a:prstGeom>
          <a:noFill/>
        </p:spPr>
        <p:txBody>
          <a:bodyPr wrap="square" rtlCol="0" anchor="t">
            <a:spAutoFit/>
          </a:bodyPr>
          <a:lstStyle/>
          <a:p>
            <a:pPr marL="285750" fontAlgn="auto">
              <a:lnSpc>
                <a:spcPct val="150000"/>
              </a:lnSpc>
              <a:spcBef>
                <a:spcPts val="1200"/>
              </a:spcBef>
            </a:pPr>
            <a:r>
              <a:rPr sz="2400" b="1" dirty="0"/>
              <a:t>1.段落的对齐</a:t>
            </a:r>
          </a:p>
          <a:p>
            <a:pPr marL="285750" indent="457200" fontAlgn="auto">
              <a:lnSpc>
                <a:spcPct val="150000"/>
              </a:lnSpc>
              <a:spcBef>
                <a:spcPts val="1200"/>
              </a:spcBef>
              <a:buFont typeface="Wingdings" panose="05000000000000000000" charset="0"/>
              <a:buChar char="Ø"/>
            </a:pPr>
            <a:r>
              <a:rPr sz="2000" dirty="0"/>
              <a:t>段落的对齐方式有左对齐、居中对齐、右对齐、两端对齐和分散对齐5种方式</a:t>
            </a:r>
            <a:endParaRPr lang="en-US" sz="2000" dirty="0"/>
          </a:p>
          <a:p>
            <a:pPr marL="285750" indent="457200" fontAlgn="auto">
              <a:lnSpc>
                <a:spcPct val="150000"/>
              </a:lnSpc>
              <a:spcBef>
                <a:spcPts val="1200"/>
              </a:spcBef>
              <a:buFont typeface="Wingdings" panose="05000000000000000000" charset="0"/>
              <a:buChar char="Ø"/>
            </a:pPr>
            <a:r>
              <a:rPr sz="2000" dirty="0" err="1"/>
              <a:t>设置段落的对齐方式</a:t>
            </a:r>
            <a:r>
              <a:rPr lang="zh-CN" altLang="en-US" sz="2000" dirty="0"/>
              <a:t>的</a:t>
            </a:r>
            <a:r>
              <a:rPr sz="2000" dirty="0" err="1"/>
              <a:t>两个方法</a:t>
            </a:r>
            <a:r>
              <a:rPr sz="2000" dirty="0"/>
              <a:t>：</a:t>
            </a:r>
          </a:p>
          <a:p>
            <a:pPr marL="285750" fontAlgn="auto">
              <a:lnSpc>
                <a:spcPct val="150000"/>
              </a:lnSpc>
              <a:spcBef>
                <a:spcPts val="1200"/>
              </a:spcBef>
            </a:pPr>
            <a:r>
              <a:rPr sz="2000" dirty="0"/>
              <a:t>（1）选中要对齐的段落后，单击“开始”选项卡“段落”功能区中对应的对齐按钮，可以分别设置相应的对齐方式</a:t>
            </a:r>
            <a:endParaRPr lang="en-US" sz="2000" dirty="0"/>
          </a:p>
        </p:txBody>
      </p:sp>
      <p:pic>
        <p:nvPicPr>
          <p:cNvPr id="273" name="图片 273" descr="D:\书稿《大学计算机应用基础教程》\3.插图\第4章 WPS文档编辑插图\4-26.jpg4-26"/>
          <p:cNvPicPr>
            <a:picLocks noChangeAspect="1"/>
          </p:cNvPicPr>
          <p:nvPr/>
        </p:nvPicPr>
        <p:blipFill>
          <a:blip r:embed="rId3"/>
          <a:srcRect/>
          <a:stretch>
            <a:fillRect/>
          </a:stretch>
        </p:blipFill>
        <p:spPr>
          <a:xfrm>
            <a:off x="6764655" y="3222625"/>
            <a:ext cx="4499610" cy="1173480"/>
          </a:xfrm>
          <a:prstGeom prst="rect">
            <a:avLst/>
          </a:prstGeom>
        </p:spPr>
      </p:pic>
      <p:grpSp>
        <p:nvGrpSpPr>
          <p:cNvPr id="1073744426" name="组合 286"/>
          <p:cNvGrpSpPr/>
          <p:nvPr/>
        </p:nvGrpSpPr>
        <p:grpSpPr>
          <a:xfrm>
            <a:off x="5457330" y="2632075"/>
            <a:ext cx="4409734" cy="2661920"/>
            <a:chOff x="1959" y="0"/>
            <a:chExt cx="21967" cy="13258"/>
          </a:xfrm>
        </p:grpSpPr>
        <p:sp>
          <p:nvSpPr>
            <p:cNvPr id="1073744427" name="直接连接符 1073744426"/>
            <p:cNvSpPr/>
            <p:nvPr/>
          </p:nvSpPr>
          <p:spPr>
            <a:xfrm flipV="1">
              <a:off x="5715" y="7086"/>
              <a:ext cx="3962" cy="0"/>
            </a:xfrm>
            <a:prstGeom prst="line">
              <a:avLst/>
            </a:prstGeom>
            <a:ln w="6350" cap="flat" cmpd="sng">
              <a:solidFill>
                <a:srgbClr val="000000"/>
              </a:solidFill>
              <a:prstDash val="solid"/>
              <a:miter/>
              <a:headEnd type="none" w="med" len="med"/>
              <a:tailEnd type="oval" w="med" len="med"/>
            </a:ln>
          </p:spPr>
        </p:sp>
        <p:sp>
          <p:nvSpPr>
            <p:cNvPr id="1073744428" name="文本框 1073744427"/>
            <p:cNvSpPr txBox="1"/>
            <p:nvPr/>
          </p:nvSpPr>
          <p:spPr>
            <a:xfrm>
              <a:off x="1959" y="5464"/>
              <a:ext cx="8534" cy="2744"/>
            </a:xfrm>
            <a:prstGeom prst="rect">
              <a:avLst/>
            </a:prstGeom>
            <a:noFill/>
            <a:ln w="9525">
              <a:noFill/>
            </a:ln>
          </p:spPr>
          <p:txBody>
            <a:bodyPr/>
            <a:lstStyle/>
            <a:p>
              <a:pPr indent="0" algn="ctr" fontAlgn="auto">
                <a:lnSpc>
                  <a:spcPct val="100000"/>
                </a:lnSpc>
              </a:pPr>
              <a:r>
                <a:rPr lang="zh-CN" altLang="en-US"/>
                <a:t>左对齐</a:t>
              </a:r>
            </a:p>
            <a:p>
              <a:endParaRPr lang="zh-CN" altLang="en-US"/>
            </a:p>
          </p:txBody>
        </p:sp>
        <p:sp>
          <p:nvSpPr>
            <p:cNvPr id="1073744488" name="直接连接符 1073744487"/>
            <p:cNvSpPr/>
            <p:nvPr/>
          </p:nvSpPr>
          <p:spPr>
            <a:xfrm flipV="1">
              <a:off x="12954" y="7772"/>
              <a:ext cx="0" cy="3124"/>
            </a:xfrm>
            <a:prstGeom prst="line">
              <a:avLst/>
            </a:prstGeom>
            <a:ln w="6350" cap="flat" cmpd="sng">
              <a:solidFill>
                <a:srgbClr val="000000"/>
              </a:solidFill>
              <a:prstDash val="solid"/>
              <a:miter/>
              <a:headEnd type="none" w="med" len="med"/>
              <a:tailEnd type="oval" w="med" len="med"/>
            </a:ln>
          </p:spPr>
        </p:sp>
        <p:sp>
          <p:nvSpPr>
            <p:cNvPr id="1073744489" name="文本框 1073744488"/>
            <p:cNvSpPr txBox="1"/>
            <p:nvPr/>
          </p:nvSpPr>
          <p:spPr>
            <a:xfrm>
              <a:off x="7315" y="10515"/>
              <a:ext cx="8534" cy="2743"/>
            </a:xfrm>
            <a:prstGeom prst="rect">
              <a:avLst/>
            </a:prstGeom>
            <a:noFill/>
            <a:ln w="9525">
              <a:noFill/>
            </a:ln>
          </p:spPr>
          <p:txBody>
            <a:bodyPr/>
            <a:lstStyle/>
            <a:p>
              <a:pPr indent="0" algn="ctr" fontAlgn="auto">
                <a:lnSpc>
                  <a:spcPct val="100000"/>
                </a:lnSpc>
              </a:pPr>
              <a:r>
                <a:rPr lang="zh-CN" altLang="en-US"/>
                <a:t>居中对齐</a:t>
              </a:r>
            </a:p>
            <a:p>
              <a:endParaRPr lang="zh-CN" altLang="en-US"/>
            </a:p>
          </p:txBody>
        </p:sp>
        <p:sp>
          <p:nvSpPr>
            <p:cNvPr id="1073744490" name="直接连接符 1073744489"/>
            <p:cNvSpPr/>
            <p:nvPr/>
          </p:nvSpPr>
          <p:spPr>
            <a:xfrm flipV="1">
              <a:off x="17221" y="7772"/>
              <a:ext cx="0" cy="3124"/>
            </a:xfrm>
            <a:prstGeom prst="line">
              <a:avLst/>
            </a:prstGeom>
            <a:ln w="6350" cap="flat" cmpd="sng">
              <a:solidFill>
                <a:srgbClr val="000000"/>
              </a:solidFill>
              <a:prstDash val="solid"/>
              <a:miter/>
              <a:headEnd type="none" w="med" len="med"/>
              <a:tailEnd type="oval" w="med" len="med"/>
            </a:ln>
          </p:spPr>
        </p:sp>
        <p:sp>
          <p:nvSpPr>
            <p:cNvPr id="1073744550" name="直接连接符 1073744549"/>
            <p:cNvSpPr/>
            <p:nvPr/>
          </p:nvSpPr>
          <p:spPr>
            <a:xfrm>
              <a:off x="14935" y="2819"/>
              <a:ext cx="0" cy="2819"/>
            </a:xfrm>
            <a:prstGeom prst="line">
              <a:avLst/>
            </a:prstGeom>
            <a:ln w="6350" cap="flat" cmpd="sng">
              <a:solidFill>
                <a:srgbClr val="000000"/>
              </a:solidFill>
              <a:prstDash val="solid"/>
              <a:miter/>
              <a:headEnd type="none" w="med" len="med"/>
              <a:tailEnd type="oval" w="med" len="med"/>
            </a:ln>
          </p:spPr>
        </p:sp>
        <p:sp>
          <p:nvSpPr>
            <p:cNvPr id="1073744551" name="文本框 1073744550"/>
            <p:cNvSpPr txBox="1"/>
            <p:nvPr/>
          </p:nvSpPr>
          <p:spPr>
            <a:xfrm>
              <a:off x="9677" y="76"/>
              <a:ext cx="8534" cy="2743"/>
            </a:xfrm>
            <a:prstGeom prst="rect">
              <a:avLst/>
            </a:prstGeom>
            <a:noFill/>
            <a:ln w="9525">
              <a:noFill/>
            </a:ln>
          </p:spPr>
          <p:txBody>
            <a:bodyPr/>
            <a:lstStyle/>
            <a:p>
              <a:pPr indent="0" algn="ctr" fontAlgn="auto">
                <a:lnSpc>
                  <a:spcPct val="100000"/>
                </a:lnSpc>
              </a:pPr>
              <a:r>
                <a:rPr lang="zh-CN" altLang="en-US"/>
                <a:t>右对齐</a:t>
              </a:r>
            </a:p>
            <a:p>
              <a:endParaRPr lang="zh-CN" altLang="en-US"/>
            </a:p>
          </p:txBody>
        </p:sp>
        <p:sp>
          <p:nvSpPr>
            <p:cNvPr id="1073744552" name="文本框 1073744551"/>
            <p:cNvSpPr txBox="1"/>
            <p:nvPr/>
          </p:nvSpPr>
          <p:spPr>
            <a:xfrm>
              <a:off x="14401" y="10515"/>
              <a:ext cx="8535" cy="2743"/>
            </a:xfrm>
            <a:prstGeom prst="rect">
              <a:avLst/>
            </a:prstGeom>
            <a:noFill/>
            <a:ln w="9525">
              <a:noFill/>
            </a:ln>
          </p:spPr>
          <p:txBody>
            <a:bodyPr/>
            <a:lstStyle/>
            <a:p>
              <a:pPr indent="0" algn="ctr" fontAlgn="auto">
                <a:lnSpc>
                  <a:spcPct val="100000"/>
                </a:lnSpc>
              </a:pPr>
              <a:r>
                <a:rPr lang="zh-CN" altLang="en-US"/>
                <a:t>两端对齐</a:t>
              </a:r>
            </a:p>
            <a:p>
              <a:endParaRPr lang="zh-CN" altLang="en-US"/>
            </a:p>
          </p:txBody>
        </p:sp>
        <p:sp>
          <p:nvSpPr>
            <p:cNvPr id="1073744553" name="文本框 1073744552"/>
            <p:cNvSpPr txBox="1"/>
            <p:nvPr/>
          </p:nvSpPr>
          <p:spPr>
            <a:xfrm>
              <a:off x="15392" y="0"/>
              <a:ext cx="8534" cy="2743"/>
            </a:xfrm>
            <a:prstGeom prst="rect">
              <a:avLst/>
            </a:prstGeom>
            <a:noFill/>
            <a:ln w="9525">
              <a:noFill/>
            </a:ln>
          </p:spPr>
          <p:txBody>
            <a:bodyPr/>
            <a:lstStyle/>
            <a:p>
              <a:pPr indent="0" algn="ctr" fontAlgn="auto">
                <a:lnSpc>
                  <a:spcPct val="100000"/>
                </a:lnSpc>
              </a:pPr>
              <a:r>
                <a:rPr lang="zh-CN" altLang="en-US"/>
                <a:t>分散对齐</a:t>
              </a:r>
            </a:p>
            <a:p>
              <a:endParaRPr lang="zh-CN" altLang="en-US"/>
            </a:p>
          </p:txBody>
        </p:sp>
      </p:grpSp>
      <p:sp>
        <p:nvSpPr>
          <p:cNvPr id="4" name="文本框 3">
            <a:extLst>
              <a:ext uri="{FF2B5EF4-FFF2-40B4-BE49-F238E27FC236}">
                <a16:creationId xmlns:a16="http://schemas.microsoft.com/office/drawing/2014/main" id="{7CBE0067-9BAD-CB91-BC45-C9AB726ADA19}"/>
              </a:ext>
            </a:extLst>
          </p:cNvPr>
          <p:cNvSpPr txBox="1"/>
          <p:nvPr/>
        </p:nvSpPr>
        <p:spPr>
          <a:xfrm>
            <a:off x="1672714" y="1175932"/>
            <a:ext cx="3947282"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1.2.3 </a:t>
            </a:r>
            <a:r>
              <a:rPr lang="zh-CN" altLang="en-US" sz="2800" b="1" spc="225" dirty="0">
                <a:solidFill>
                  <a:srgbClr val="006370"/>
                </a:solidFill>
                <a:latin typeface="微软雅黑" panose="020B0503020204020204" pitchFamily="34" charset="-122"/>
                <a:ea typeface="微软雅黑" panose="020B0503020204020204" pitchFamily="34" charset="-122"/>
              </a:rPr>
              <a:t>段落格式设置</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1.2</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文档格式设置</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922582" y="1731888"/>
            <a:ext cx="5546312" cy="4554220"/>
          </a:xfrm>
          <a:prstGeom prst="rect">
            <a:avLst/>
          </a:prstGeom>
          <a:noFill/>
        </p:spPr>
        <p:txBody>
          <a:bodyPr wrap="square" rtlCol="0" anchor="t">
            <a:spAutoFit/>
          </a:bodyPr>
          <a:lstStyle/>
          <a:p>
            <a:pPr marL="285750" fontAlgn="auto">
              <a:lnSpc>
                <a:spcPct val="150000"/>
              </a:lnSpc>
              <a:spcBef>
                <a:spcPts val="1200"/>
              </a:spcBef>
            </a:pPr>
            <a:r>
              <a:rPr sz="2000" b="1" dirty="0"/>
              <a:t>2.段落的缩进</a:t>
            </a:r>
          </a:p>
          <a:p>
            <a:pPr marL="628650" indent="-342900" fontAlgn="auto">
              <a:lnSpc>
                <a:spcPct val="150000"/>
              </a:lnSpc>
              <a:spcBef>
                <a:spcPts val="1200"/>
              </a:spcBef>
              <a:buFont typeface="Wingdings" panose="05000000000000000000" pitchFamily="2" charset="2"/>
              <a:buChar char="Ø"/>
            </a:pPr>
            <a:r>
              <a:rPr sz="2000" dirty="0" err="1"/>
              <a:t>选中需要设置缩进的段落后，设置段落的缩进有三种方法</a:t>
            </a:r>
            <a:r>
              <a:rPr sz="2000" dirty="0"/>
              <a:t>：</a:t>
            </a:r>
          </a:p>
          <a:p>
            <a:pPr marL="285750" fontAlgn="auto">
              <a:lnSpc>
                <a:spcPct val="150000"/>
              </a:lnSpc>
              <a:spcBef>
                <a:spcPts val="1200"/>
              </a:spcBef>
            </a:pPr>
            <a:r>
              <a:rPr sz="2000" dirty="0"/>
              <a:t>（1）单击“开始”选项卡设置段落格式的功能区右下角的按钮，在弹出的“段落”对话框“缩进和间距”选项卡中，单击设置“特殊格式”下拉列表框中的“首行缩进”或“悬挂缩进”，输入“度量值”的数值，例如，选择“首行缩进”，“度量值”为“2字符”</a:t>
            </a:r>
          </a:p>
        </p:txBody>
      </p:sp>
      <p:pic>
        <p:nvPicPr>
          <p:cNvPr id="4" name="图片 288" descr="D:\书稿《大学计算机应用基础教程》\3.插图\第4章 WPS文档编辑插图\4-28.jpg4-28"/>
          <p:cNvPicPr>
            <a:picLocks noChangeAspect="1"/>
          </p:cNvPicPr>
          <p:nvPr/>
        </p:nvPicPr>
        <p:blipFill>
          <a:blip r:embed="rId3"/>
          <a:srcRect/>
          <a:stretch>
            <a:fillRect/>
          </a:stretch>
        </p:blipFill>
        <p:spPr>
          <a:xfrm>
            <a:off x="6692265" y="582930"/>
            <a:ext cx="4469130" cy="5692775"/>
          </a:xfrm>
          <a:prstGeom prst="rect">
            <a:avLst/>
          </a:prstGeom>
        </p:spPr>
      </p:pic>
      <p:sp>
        <p:nvSpPr>
          <p:cNvPr id="5" name="文本框 4">
            <a:extLst>
              <a:ext uri="{FF2B5EF4-FFF2-40B4-BE49-F238E27FC236}">
                <a16:creationId xmlns:a16="http://schemas.microsoft.com/office/drawing/2014/main" id="{811A990D-E621-6C1E-6055-15620476BD13}"/>
              </a:ext>
            </a:extLst>
          </p:cNvPr>
          <p:cNvSpPr txBox="1"/>
          <p:nvPr/>
        </p:nvSpPr>
        <p:spPr>
          <a:xfrm>
            <a:off x="1672714" y="1175932"/>
            <a:ext cx="3947282"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1.2.3 </a:t>
            </a:r>
            <a:r>
              <a:rPr lang="zh-CN" altLang="en-US" sz="2800" b="1" spc="225" dirty="0">
                <a:solidFill>
                  <a:srgbClr val="006370"/>
                </a:solidFill>
                <a:latin typeface="微软雅黑" panose="020B0503020204020204" pitchFamily="34" charset="-122"/>
                <a:ea typeface="微软雅黑" panose="020B0503020204020204" pitchFamily="34" charset="-122"/>
              </a:rPr>
              <a:t>段落格式设置</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2" name="图片 292" descr="D:\书稿《大学计算机应用基础教程》\3.插图\第4章 WPS文档编辑插图\4-29.jpg4-29"/>
          <p:cNvPicPr>
            <a:picLocks noChangeAspect="1"/>
          </p:cNvPicPr>
          <p:nvPr/>
        </p:nvPicPr>
        <p:blipFill>
          <a:blip r:embed="rId3"/>
          <a:srcRect/>
          <a:stretch>
            <a:fillRect/>
          </a:stretch>
        </p:blipFill>
        <p:spPr>
          <a:xfrm>
            <a:off x="1106170" y="4583430"/>
            <a:ext cx="10349230" cy="454025"/>
          </a:xfrm>
          <a:prstGeom prst="rect">
            <a:avLst/>
          </a:prstGeom>
          <a:ln w="3175">
            <a:solidFill>
              <a:schemeClr val="bg1">
                <a:lumMod val="95000"/>
              </a:schemeClr>
            </a:solidFill>
          </a:ln>
        </p:spPr>
      </p:pic>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1.2</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文档格式设置</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896620" y="1462405"/>
            <a:ext cx="10651490" cy="2584450"/>
          </a:xfrm>
          <a:prstGeom prst="rect">
            <a:avLst/>
          </a:prstGeom>
          <a:noFill/>
        </p:spPr>
        <p:txBody>
          <a:bodyPr wrap="square" rtlCol="0" anchor="t">
            <a:spAutoFit/>
          </a:bodyPr>
          <a:lstStyle/>
          <a:p>
            <a:pPr marL="285750" fontAlgn="auto">
              <a:lnSpc>
                <a:spcPct val="150000"/>
              </a:lnSpc>
            </a:pPr>
            <a:r>
              <a:rPr dirty="0"/>
              <a:t>（2）调整水平标尺上标记的位置，即可设置首行缩进、左缩进、右缩进等。按住鼠标左键拖拽“首行缩进”标记，即可调节首行缩进的距离；同样，拖拽“左缩进”或者“右缩进”标记，也可以调节左缩进或者右缩进的距离；在拖拽“左缩进”标记时，“首行缩进”标记也会跟随一起移动，这样就保持段落的首行缩进的值不会变。</a:t>
            </a:r>
          </a:p>
          <a:p>
            <a:pPr marL="285750" fontAlgn="auto">
              <a:lnSpc>
                <a:spcPct val="150000"/>
              </a:lnSpc>
            </a:pPr>
            <a:r>
              <a:rPr dirty="0"/>
              <a:t>（3）单击“开始”选项卡“段落”功能区中的“减少缩进量”按钮和“增加缩进量”按钮，可以减少或者增加段落的整体缩进量。每单击一次按钮，可以减少或者增加一个中文字符的缩进量</a:t>
            </a:r>
          </a:p>
        </p:txBody>
      </p:sp>
      <p:sp>
        <p:nvSpPr>
          <p:cNvPr id="1073744557" name="直接连接符 1073744556"/>
          <p:cNvSpPr/>
          <p:nvPr/>
        </p:nvSpPr>
        <p:spPr>
          <a:xfrm flipV="1">
            <a:off x="9872980" y="4927600"/>
            <a:ext cx="1270" cy="312420"/>
          </a:xfrm>
          <a:prstGeom prst="line">
            <a:avLst/>
          </a:prstGeom>
          <a:ln w="6350" cap="flat" cmpd="sng">
            <a:solidFill>
              <a:srgbClr val="000000"/>
            </a:solidFill>
            <a:prstDash val="solid"/>
            <a:miter/>
            <a:headEnd type="none" w="med" len="med"/>
            <a:tailEnd type="oval" w="med" len="med"/>
          </a:ln>
        </p:spPr>
      </p:sp>
      <p:sp>
        <p:nvSpPr>
          <p:cNvPr id="1073744556" name="文本框 1073744555"/>
          <p:cNvSpPr txBox="1"/>
          <p:nvPr/>
        </p:nvSpPr>
        <p:spPr>
          <a:xfrm>
            <a:off x="8907780" y="5205730"/>
            <a:ext cx="2208530" cy="274320"/>
          </a:xfrm>
          <a:prstGeom prst="rect">
            <a:avLst/>
          </a:prstGeom>
          <a:noFill/>
          <a:ln w="9525">
            <a:noFill/>
          </a:ln>
        </p:spPr>
        <p:txBody>
          <a:bodyPr/>
          <a:lstStyle/>
          <a:p>
            <a:pPr indent="0" algn="ctr" fontAlgn="auto">
              <a:lnSpc>
                <a:spcPct val="100000"/>
              </a:lnSpc>
            </a:pPr>
            <a:r>
              <a:rPr lang="zh-CN" altLang="en-US"/>
              <a:t>右缩进</a:t>
            </a:r>
          </a:p>
          <a:p>
            <a:endParaRPr lang="zh-CN" altLang="en-US"/>
          </a:p>
        </p:txBody>
      </p:sp>
      <p:sp>
        <p:nvSpPr>
          <p:cNvPr id="1073744555" name="直接连接符 1073744554"/>
          <p:cNvSpPr/>
          <p:nvPr/>
        </p:nvSpPr>
        <p:spPr>
          <a:xfrm flipV="1">
            <a:off x="3065780" y="4824095"/>
            <a:ext cx="1270" cy="426720"/>
          </a:xfrm>
          <a:prstGeom prst="line">
            <a:avLst/>
          </a:prstGeom>
          <a:ln w="6350" cap="flat" cmpd="sng">
            <a:solidFill>
              <a:srgbClr val="000000"/>
            </a:solidFill>
            <a:prstDash val="solid"/>
            <a:miter/>
            <a:headEnd type="none" w="med" len="med"/>
            <a:tailEnd type="oval" w="med" len="med"/>
          </a:ln>
        </p:spPr>
      </p:sp>
      <p:sp>
        <p:nvSpPr>
          <p:cNvPr id="1073744558" name="文本框 1073744557"/>
          <p:cNvSpPr txBox="1"/>
          <p:nvPr/>
        </p:nvSpPr>
        <p:spPr>
          <a:xfrm>
            <a:off x="2221230" y="5250815"/>
            <a:ext cx="2208530" cy="274320"/>
          </a:xfrm>
          <a:prstGeom prst="rect">
            <a:avLst/>
          </a:prstGeom>
          <a:noFill/>
          <a:ln w="9525">
            <a:noFill/>
          </a:ln>
        </p:spPr>
        <p:txBody>
          <a:bodyPr/>
          <a:lstStyle/>
          <a:p>
            <a:pPr indent="0" algn="ctr" fontAlgn="auto">
              <a:lnSpc>
                <a:spcPct val="100000"/>
              </a:lnSpc>
            </a:pPr>
            <a:r>
              <a:rPr lang="zh-CN" altLang="en-US"/>
              <a:t>首行缩进</a:t>
            </a:r>
          </a:p>
          <a:p>
            <a:endParaRPr lang="zh-CN" altLang="en-US"/>
          </a:p>
        </p:txBody>
      </p:sp>
      <p:sp>
        <p:nvSpPr>
          <p:cNvPr id="1073744560" name="直接连接符 1073744559"/>
          <p:cNvSpPr/>
          <p:nvPr/>
        </p:nvSpPr>
        <p:spPr>
          <a:xfrm flipV="1">
            <a:off x="2707005" y="4999355"/>
            <a:ext cx="3175" cy="850900"/>
          </a:xfrm>
          <a:prstGeom prst="line">
            <a:avLst/>
          </a:prstGeom>
          <a:ln w="6350" cap="flat" cmpd="sng">
            <a:solidFill>
              <a:srgbClr val="000000"/>
            </a:solidFill>
            <a:prstDash val="solid"/>
            <a:miter/>
            <a:headEnd type="none" w="med" len="med"/>
            <a:tailEnd type="oval" w="med" len="med"/>
          </a:ln>
        </p:spPr>
      </p:sp>
      <p:sp>
        <p:nvSpPr>
          <p:cNvPr id="1073744559" name="文本框 1073744558"/>
          <p:cNvSpPr txBox="1"/>
          <p:nvPr/>
        </p:nvSpPr>
        <p:spPr>
          <a:xfrm>
            <a:off x="1672590" y="5890895"/>
            <a:ext cx="2208530" cy="274320"/>
          </a:xfrm>
          <a:prstGeom prst="rect">
            <a:avLst/>
          </a:prstGeom>
          <a:noFill/>
          <a:ln w="9525">
            <a:noFill/>
          </a:ln>
        </p:spPr>
        <p:txBody>
          <a:bodyPr/>
          <a:lstStyle/>
          <a:p>
            <a:pPr indent="0" algn="ctr" fontAlgn="auto">
              <a:lnSpc>
                <a:spcPct val="100000"/>
              </a:lnSpc>
            </a:pPr>
            <a:r>
              <a:rPr lang="zh-CN" altLang="en-US"/>
              <a:t>左缩进</a:t>
            </a:r>
          </a:p>
          <a:p>
            <a:endParaRPr lang="zh-CN" altLang="en-US"/>
          </a:p>
        </p:txBody>
      </p:sp>
      <p:sp>
        <p:nvSpPr>
          <p:cNvPr id="4" name="文本框 3">
            <a:extLst>
              <a:ext uri="{FF2B5EF4-FFF2-40B4-BE49-F238E27FC236}">
                <a16:creationId xmlns:a16="http://schemas.microsoft.com/office/drawing/2014/main" id="{A8437D25-B8C2-7A3F-C93F-9801D1329227}"/>
              </a:ext>
            </a:extLst>
          </p:cNvPr>
          <p:cNvSpPr txBox="1"/>
          <p:nvPr/>
        </p:nvSpPr>
        <p:spPr>
          <a:xfrm>
            <a:off x="1672714" y="1175932"/>
            <a:ext cx="3947282"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1.2.3 </a:t>
            </a:r>
            <a:r>
              <a:rPr lang="zh-CN" altLang="en-US" sz="2800" b="1" spc="225" dirty="0">
                <a:solidFill>
                  <a:srgbClr val="006370"/>
                </a:solidFill>
                <a:latin typeface="微软雅黑" panose="020B0503020204020204" pitchFamily="34" charset="-122"/>
                <a:ea typeface="微软雅黑" panose="020B0503020204020204" pitchFamily="34" charset="-122"/>
              </a:rPr>
              <a:t>段落格式设置</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1.2</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文档格式设置</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1120140" y="1729288"/>
            <a:ext cx="5187950" cy="2030095"/>
          </a:xfrm>
          <a:prstGeom prst="rect">
            <a:avLst/>
          </a:prstGeom>
          <a:noFill/>
        </p:spPr>
        <p:txBody>
          <a:bodyPr wrap="square" rtlCol="0" anchor="t">
            <a:spAutoFit/>
          </a:bodyPr>
          <a:lstStyle/>
          <a:p>
            <a:pPr marL="285750" fontAlgn="auto">
              <a:lnSpc>
                <a:spcPct val="150000"/>
              </a:lnSpc>
            </a:pPr>
            <a:r>
              <a:rPr sz="2400" b="1" dirty="0"/>
              <a:t>3.段落的间距及行距</a:t>
            </a:r>
          </a:p>
          <a:p>
            <a:pPr marL="285750" indent="457200" fontAlgn="auto">
              <a:lnSpc>
                <a:spcPct val="150000"/>
              </a:lnSpc>
              <a:buFont typeface="Wingdings" panose="05000000000000000000" charset="0"/>
              <a:buChar char="Ø"/>
            </a:pPr>
            <a:r>
              <a:rPr sz="2000" dirty="0" err="1"/>
              <a:t>段落的间距是段与段之间的间隔距离，行距是段内行与行之间的间隔距离。选中段落后，设置段落的间距及行距</a:t>
            </a:r>
            <a:endParaRPr lang="zh-CN" sz="2000" dirty="0"/>
          </a:p>
        </p:txBody>
      </p:sp>
      <p:pic>
        <p:nvPicPr>
          <p:cNvPr id="2" name="图片 1"/>
          <p:cNvPicPr>
            <a:picLocks noChangeAspect="1"/>
          </p:cNvPicPr>
          <p:nvPr/>
        </p:nvPicPr>
        <p:blipFill>
          <a:blip r:embed="rId3"/>
          <a:stretch>
            <a:fillRect/>
          </a:stretch>
        </p:blipFill>
        <p:spPr>
          <a:xfrm>
            <a:off x="6598285" y="1372235"/>
            <a:ext cx="4316730" cy="4973955"/>
          </a:xfrm>
          <a:prstGeom prst="rect">
            <a:avLst/>
          </a:prstGeom>
        </p:spPr>
      </p:pic>
      <p:sp>
        <p:nvSpPr>
          <p:cNvPr id="5" name="文本框 4">
            <a:extLst>
              <a:ext uri="{FF2B5EF4-FFF2-40B4-BE49-F238E27FC236}">
                <a16:creationId xmlns:a16="http://schemas.microsoft.com/office/drawing/2014/main" id="{9D5C6783-5EBA-886E-9344-B9DEF712B853}"/>
              </a:ext>
            </a:extLst>
          </p:cNvPr>
          <p:cNvSpPr txBox="1"/>
          <p:nvPr/>
        </p:nvSpPr>
        <p:spPr>
          <a:xfrm>
            <a:off x="1672714" y="1175932"/>
            <a:ext cx="3947282"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1.2.3 </a:t>
            </a:r>
            <a:r>
              <a:rPr lang="zh-CN" altLang="en-US" sz="2800" b="1" spc="225" dirty="0">
                <a:solidFill>
                  <a:srgbClr val="006370"/>
                </a:solidFill>
                <a:latin typeface="微软雅黑" panose="020B0503020204020204" pitchFamily="34" charset="-122"/>
                <a:ea typeface="微软雅黑" panose="020B0503020204020204" pitchFamily="34" charset="-122"/>
              </a:rPr>
              <a:t>段落格式设置</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1.2</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文档格式设置</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1120140" y="1445895"/>
            <a:ext cx="4979035" cy="3876675"/>
          </a:xfrm>
          <a:prstGeom prst="rect">
            <a:avLst/>
          </a:prstGeom>
          <a:noFill/>
        </p:spPr>
        <p:txBody>
          <a:bodyPr wrap="square" rtlCol="0" anchor="t">
            <a:spAutoFit/>
          </a:bodyPr>
          <a:lstStyle/>
          <a:p>
            <a:pPr marL="285750" fontAlgn="auto">
              <a:lnSpc>
                <a:spcPct val="150000"/>
              </a:lnSpc>
              <a:spcBef>
                <a:spcPts val="1200"/>
              </a:spcBef>
            </a:pPr>
            <a:r>
              <a:rPr sz="2400" b="1" dirty="0"/>
              <a:t>4.边框和底纹</a:t>
            </a:r>
          </a:p>
          <a:p>
            <a:pPr marL="285750" indent="457200" fontAlgn="auto">
              <a:lnSpc>
                <a:spcPct val="150000"/>
              </a:lnSpc>
              <a:spcBef>
                <a:spcPts val="1200"/>
              </a:spcBef>
              <a:buFont typeface="Wingdings" panose="05000000000000000000" charset="0"/>
              <a:buChar char="Ø"/>
            </a:pPr>
            <a:r>
              <a:rPr sz="2000" dirty="0"/>
              <a:t>边框和底纹的设置对象，可以是某些文字、段落或者是全部文档。</a:t>
            </a:r>
          </a:p>
          <a:p>
            <a:pPr marL="285750" indent="457200" fontAlgn="auto">
              <a:lnSpc>
                <a:spcPct val="150000"/>
              </a:lnSpc>
              <a:spcBef>
                <a:spcPts val="1200"/>
              </a:spcBef>
              <a:buFont typeface="Wingdings" panose="05000000000000000000" charset="0"/>
              <a:buChar char="Ø"/>
            </a:pPr>
            <a:r>
              <a:rPr sz="2000" dirty="0"/>
              <a:t>文本的边框和底纹是针对文本作用的，而页面边框是针对整个文档页面作用的，两者是有区别的</a:t>
            </a:r>
            <a:endParaRPr lang="en-US" sz="2000" dirty="0"/>
          </a:p>
          <a:p>
            <a:pPr marL="285750" indent="457200" fontAlgn="auto">
              <a:lnSpc>
                <a:spcPct val="150000"/>
              </a:lnSpc>
              <a:spcBef>
                <a:spcPts val="1200"/>
              </a:spcBef>
              <a:buFont typeface="Wingdings" panose="05000000000000000000" charset="0"/>
              <a:buChar char="Ø"/>
            </a:pPr>
            <a:endParaRPr sz="2000" dirty="0"/>
          </a:p>
        </p:txBody>
      </p:sp>
      <p:pic>
        <p:nvPicPr>
          <p:cNvPr id="307" name="图片 307" descr="D:\书稿《大学计算机应用基础教程》\3.插图\第4章 WPS文档编辑插图\4-30.jpg4-30"/>
          <p:cNvPicPr>
            <a:picLocks noChangeAspect="1"/>
          </p:cNvPicPr>
          <p:nvPr/>
        </p:nvPicPr>
        <p:blipFill>
          <a:blip r:embed="rId3"/>
          <a:srcRect/>
          <a:stretch>
            <a:fillRect/>
          </a:stretch>
        </p:blipFill>
        <p:spPr>
          <a:xfrm>
            <a:off x="6099175" y="1445895"/>
            <a:ext cx="5420995" cy="4722495"/>
          </a:xfrm>
          <a:prstGeom prst="rect">
            <a:avLst/>
          </a:prstGeom>
        </p:spPr>
      </p:pic>
      <p:sp>
        <p:nvSpPr>
          <p:cNvPr id="4" name="文本框 3">
            <a:extLst>
              <a:ext uri="{FF2B5EF4-FFF2-40B4-BE49-F238E27FC236}">
                <a16:creationId xmlns:a16="http://schemas.microsoft.com/office/drawing/2014/main" id="{5D2E254D-3A20-E80F-DF43-BFBE04FBFE9E}"/>
              </a:ext>
            </a:extLst>
          </p:cNvPr>
          <p:cNvSpPr txBox="1"/>
          <p:nvPr/>
        </p:nvSpPr>
        <p:spPr>
          <a:xfrm>
            <a:off x="1672714" y="1175932"/>
            <a:ext cx="3947282"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1.2.3 </a:t>
            </a:r>
            <a:r>
              <a:rPr lang="zh-CN" altLang="en-US" sz="2800" b="1" spc="225" dirty="0">
                <a:solidFill>
                  <a:srgbClr val="006370"/>
                </a:solidFill>
                <a:latin typeface="微软雅黑" panose="020B0503020204020204" pitchFamily="34" charset="-122"/>
                <a:ea typeface="微软雅黑" panose="020B0503020204020204" pitchFamily="34" charset="-122"/>
              </a:rPr>
              <a:t>段落格式设置</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1.2</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文档格式设置</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1120140" y="1445895"/>
            <a:ext cx="4979035" cy="3876675"/>
          </a:xfrm>
          <a:prstGeom prst="rect">
            <a:avLst/>
          </a:prstGeom>
          <a:noFill/>
        </p:spPr>
        <p:txBody>
          <a:bodyPr wrap="square" rtlCol="0" anchor="t">
            <a:spAutoFit/>
          </a:bodyPr>
          <a:lstStyle/>
          <a:p>
            <a:pPr marL="285750" fontAlgn="auto">
              <a:lnSpc>
                <a:spcPct val="150000"/>
              </a:lnSpc>
              <a:spcBef>
                <a:spcPts val="1200"/>
              </a:spcBef>
            </a:pPr>
            <a:r>
              <a:rPr sz="2400" b="1" dirty="0"/>
              <a:t>4.边框和底纹</a:t>
            </a:r>
          </a:p>
          <a:p>
            <a:pPr marL="285750" indent="457200" fontAlgn="auto">
              <a:lnSpc>
                <a:spcPct val="150000"/>
              </a:lnSpc>
              <a:spcBef>
                <a:spcPts val="1200"/>
              </a:spcBef>
              <a:buFont typeface="Wingdings" panose="05000000000000000000" charset="0"/>
              <a:buChar char="Ø"/>
            </a:pPr>
            <a:r>
              <a:rPr sz="2000" dirty="0"/>
              <a:t>边框和底纹的设置对象，可以是某些文字、段落或者是全部文档。</a:t>
            </a:r>
          </a:p>
          <a:p>
            <a:pPr marL="285750" indent="457200" fontAlgn="auto">
              <a:lnSpc>
                <a:spcPct val="150000"/>
              </a:lnSpc>
              <a:spcBef>
                <a:spcPts val="1200"/>
              </a:spcBef>
              <a:buFont typeface="Wingdings" panose="05000000000000000000" charset="0"/>
              <a:buChar char="Ø"/>
            </a:pPr>
            <a:r>
              <a:rPr sz="2000" dirty="0"/>
              <a:t>文本的边框和底纹是针对文本作用的，而页面边框是针对整个文档页面作用的，两者是有区别的</a:t>
            </a:r>
            <a:endParaRPr lang="en-US" sz="2000" dirty="0"/>
          </a:p>
          <a:p>
            <a:pPr marL="285750" indent="457200" fontAlgn="auto">
              <a:lnSpc>
                <a:spcPct val="150000"/>
              </a:lnSpc>
              <a:spcBef>
                <a:spcPts val="1200"/>
              </a:spcBef>
              <a:buFont typeface="Wingdings" panose="05000000000000000000" charset="0"/>
              <a:buChar char="Ø"/>
            </a:pPr>
            <a:endParaRPr sz="2000" dirty="0"/>
          </a:p>
        </p:txBody>
      </p:sp>
      <p:pic>
        <p:nvPicPr>
          <p:cNvPr id="308" name="图片 308" descr="D:\书稿《大学计算机应用基础教程》\3.插图\第4章 WPS文档编辑插图\4-31.jpg4-31"/>
          <p:cNvPicPr>
            <a:picLocks noChangeAspect="1"/>
          </p:cNvPicPr>
          <p:nvPr/>
        </p:nvPicPr>
        <p:blipFill>
          <a:blip r:embed="rId3"/>
          <a:srcRect/>
          <a:stretch>
            <a:fillRect/>
          </a:stretch>
        </p:blipFill>
        <p:spPr>
          <a:xfrm>
            <a:off x="6099175" y="1445895"/>
            <a:ext cx="5459730" cy="4755515"/>
          </a:xfrm>
          <a:prstGeom prst="rect">
            <a:avLst/>
          </a:prstGeom>
        </p:spPr>
      </p:pic>
      <p:sp>
        <p:nvSpPr>
          <p:cNvPr id="4" name="文本框 3">
            <a:extLst>
              <a:ext uri="{FF2B5EF4-FFF2-40B4-BE49-F238E27FC236}">
                <a16:creationId xmlns:a16="http://schemas.microsoft.com/office/drawing/2014/main" id="{F938F51B-EF99-0639-CB5C-F0DDE1201BFB}"/>
              </a:ext>
            </a:extLst>
          </p:cNvPr>
          <p:cNvSpPr txBox="1"/>
          <p:nvPr/>
        </p:nvSpPr>
        <p:spPr>
          <a:xfrm>
            <a:off x="1672714" y="1175932"/>
            <a:ext cx="3947282"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1.2.3 </a:t>
            </a:r>
            <a:r>
              <a:rPr lang="zh-CN" altLang="en-US" sz="2800" b="1" spc="225" dirty="0">
                <a:solidFill>
                  <a:srgbClr val="006370"/>
                </a:solidFill>
                <a:latin typeface="微软雅黑" panose="020B0503020204020204" pitchFamily="34" charset="-122"/>
                <a:ea typeface="微软雅黑" panose="020B0503020204020204" pitchFamily="34" charset="-122"/>
              </a:rPr>
              <a:t>段落格式设置</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1.2</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文档格式设置</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966975" y="1466353"/>
            <a:ext cx="10614660" cy="1537970"/>
          </a:xfrm>
          <a:prstGeom prst="rect">
            <a:avLst/>
          </a:prstGeom>
          <a:noFill/>
        </p:spPr>
        <p:txBody>
          <a:bodyPr wrap="square" rtlCol="0" anchor="t">
            <a:spAutoFit/>
          </a:bodyPr>
          <a:lstStyle/>
          <a:p>
            <a:pPr marL="285750" fontAlgn="auto">
              <a:lnSpc>
                <a:spcPct val="150000"/>
              </a:lnSpc>
              <a:spcBef>
                <a:spcPts val="1200"/>
              </a:spcBef>
            </a:pPr>
            <a:r>
              <a:rPr sz="2000" b="1" dirty="0"/>
              <a:t>5.格式刷</a:t>
            </a:r>
          </a:p>
          <a:p>
            <a:pPr marL="285750" indent="457200" fontAlgn="auto">
              <a:lnSpc>
                <a:spcPct val="150000"/>
              </a:lnSpc>
              <a:spcBef>
                <a:spcPts val="1200"/>
              </a:spcBef>
              <a:buFont typeface="Wingdings" panose="05000000000000000000" charset="0"/>
              <a:buChar char="Ø"/>
              <a:extLst>
                <a:ext uri="{35155182-B16C-46BC-9424-99874614C6A1}">
                  <wpsdc:indentchars xmlns:wpsdc="http://www.wps.cn/officeDocument/2017/drawingmlCustomData" xmlns="" val="200" checksum="59296752"/>
                </a:ext>
              </a:extLst>
            </a:pPr>
            <a:r>
              <a:rPr dirty="0"/>
              <a:t>格式刷可以将设置好的文本格式快速应用到其他需要同样格式的文本上，如同文本格式被复制到新的文本上一样。使用格式刷可以大大提高设置文本格式的效率</a:t>
            </a:r>
          </a:p>
        </p:txBody>
      </p:sp>
      <p:pic>
        <p:nvPicPr>
          <p:cNvPr id="2" name="图片 1"/>
          <p:cNvPicPr>
            <a:picLocks noChangeAspect="1"/>
          </p:cNvPicPr>
          <p:nvPr/>
        </p:nvPicPr>
        <p:blipFill>
          <a:blip r:embed="rId3"/>
          <a:stretch>
            <a:fillRect/>
          </a:stretch>
        </p:blipFill>
        <p:spPr>
          <a:xfrm>
            <a:off x="2554605" y="3496945"/>
            <a:ext cx="7620000" cy="1706880"/>
          </a:xfrm>
          <a:prstGeom prst="rect">
            <a:avLst/>
          </a:prstGeom>
        </p:spPr>
      </p:pic>
      <p:sp>
        <p:nvSpPr>
          <p:cNvPr id="4" name="矩形标注 3"/>
          <p:cNvSpPr/>
          <p:nvPr/>
        </p:nvSpPr>
        <p:spPr>
          <a:xfrm>
            <a:off x="2631440" y="4083050"/>
            <a:ext cx="1048385" cy="983615"/>
          </a:xfrm>
          <a:prstGeom prst="wedgeRectCallout">
            <a:avLst>
              <a:gd name="adj1" fmla="val -131405"/>
              <a:gd name="adj2" fmla="val 120109"/>
            </a:avLst>
          </a:prstGeom>
          <a:noFill/>
          <a:ln w="28575">
            <a:solidFill>
              <a:srgbClr val="C00000"/>
            </a:solidFill>
          </a:ln>
          <a:extLst>
            <a:ext uri="{909E8E84-426E-40DD-AFC4-6F175D3DCCD1}">
              <a14:hiddenFill xmlns:a14="http://schemas.microsoft.com/office/drawing/2010/main">
                <a:solidFill>
                  <a:srgbClr val="0098AC"/>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1052830" y="5864860"/>
            <a:ext cx="1010285" cy="398780"/>
          </a:xfrm>
          <a:prstGeom prst="rect">
            <a:avLst/>
          </a:prstGeom>
          <a:noFill/>
        </p:spPr>
        <p:txBody>
          <a:bodyPr wrap="square" rtlCol="0" anchor="t">
            <a:spAutoFit/>
          </a:bodyPr>
          <a:lstStyle/>
          <a:p>
            <a:r>
              <a:rPr sz="2000" b="1" dirty="0">
                <a:sym typeface="+mn-ea"/>
              </a:rPr>
              <a:t>格式刷</a:t>
            </a:r>
            <a:endParaRPr lang="zh-CN" altLang="en-US" sz="2000" b="1" dirty="0">
              <a:sym typeface="+mn-ea"/>
            </a:endParaRPr>
          </a:p>
        </p:txBody>
      </p:sp>
      <p:sp>
        <p:nvSpPr>
          <p:cNvPr id="7" name="文本框 6">
            <a:extLst>
              <a:ext uri="{FF2B5EF4-FFF2-40B4-BE49-F238E27FC236}">
                <a16:creationId xmlns:a16="http://schemas.microsoft.com/office/drawing/2014/main" id="{3AC217F7-9F7E-E46E-54E7-58072AD3BF79}"/>
              </a:ext>
            </a:extLst>
          </p:cNvPr>
          <p:cNvSpPr txBox="1"/>
          <p:nvPr/>
        </p:nvSpPr>
        <p:spPr>
          <a:xfrm>
            <a:off x="1672714" y="1175932"/>
            <a:ext cx="3947282"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1.2.3 </a:t>
            </a:r>
            <a:r>
              <a:rPr lang="zh-CN" altLang="en-US" sz="2800" b="1" spc="225" dirty="0">
                <a:solidFill>
                  <a:srgbClr val="006370"/>
                </a:solidFill>
                <a:latin typeface="微软雅黑" panose="020B0503020204020204" pitchFamily="34" charset="-122"/>
                <a:ea typeface="微软雅黑" panose="020B0503020204020204" pitchFamily="34" charset="-122"/>
              </a:rPr>
              <a:t>段落格式设置</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KSO_Shape"/>
          <p:cNvSpPr>
            <a:spLocks noChangeAspect="1"/>
          </p:cNvSpPr>
          <p:nvPr/>
        </p:nvSpPr>
        <p:spPr bwMode="auto">
          <a:xfrm>
            <a:off x="4093328" y="3862345"/>
            <a:ext cx="252421" cy="252000"/>
          </a:xfrm>
          <a:custGeom>
            <a:avLst/>
            <a:gdLst>
              <a:gd name="T0" fmla="*/ 346433 w 5026"/>
              <a:gd name="T1" fmla="*/ 0 h 5027"/>
              <a:gd name="T2" fmla="*/ 293748 w 5026"/>
              <a:gd name="T3" fmla="*/ 4164 h 5027"/>
              <a:gd name="T4" fmla="*/ 243337 w 5026"/>
              <a:gd name="T5" fmla="*/ 15897 h 5027"/>
              <a:gd name="T6" fmla="*/ 196337 w 5026"/>
              <a:gd name="T7" fmla="*/ 34065 h 5027"/>
              <a:gd name="T8" fmla="*/ 153128 w 5026"/>
              <a:gd name="T9" fmla="*/ 59046 h 5027"/>
              <a:gd name="T10" fmla="*/ 113709 w 5026"/>
              <a:gd name="T11" fmla="*/ 90083 h 5027"/>
              <a:gd name="T12" fmla="*/ 79217 w 5026"/>
              <a:gd name="T13" fmla="*/ 126041 h 5027"/>
              <a:gd name="T14" fmla="*/ 50411 w 5026"/>
              <a:gd name="T15" fmla="*/ 166541 h 5027"/>
              <a:gd name="T16" fmla="*/ 27290 w 5026"/>
              <a:gd name="T17" fmla="*/ 211204 h 5027"/>
              <a:gd name="T18" fmla="*/ 10992 w 5026"/>
              <a:gd name="T19" fmla="*/ 259652 h 5027"/>
              <a:gd name="T20" fmla="*/ 1895 w 5026"/>
              <a:gd name="T21" fmla="*/ 310750 h 5027"/>
              <a:gd name="T22" fmla="*/ 0 w 5026"/>
              <a:gd name="T23" fmla="*/ 1556777 h 5027"/>
              <a:gd name="T24" fmla="*/ 1895 w 5026"/>
              <a:gd name="T25" fmla="*/ 1591978 h 5027"/>
              <a:gd name="T26" fmla="*/ 10992 w 5026"/>
              <a:gd name="T27" fmla="*/ 1643076 h 5027"/>
              <a:gd name="T28" fmla="*/ 27290 w 5026"/>
              <a:gd name="T29" fmla="*/ 1691524 h 5027"/>
              <a:gd name="T30" fmla="*/ 50411 w 5026"/>
              <a:gd name="T31" fmla="*/ 1736566 h 5027"/>
              <a:gd name="T32" fmla="*/ 79217 w 5026"/>
              <a:gd name="T33" fmla="*/ 1777065 h 5027"/>
              <a:gd name="T34" fmla="*/ 113709 w 5026"/>
              <a:gd name="T35" fmla="*/ 1812645 h 5027"/>
              <a:gd name="T36" fmla="*/ 153128 w 5026"/>
              <a:gd name="T37" fmla="*/ 1843682 h 5027"/>
              <a:gd name="T38" fmla="*/ 196337 w 5026"/>
              <a:gd name="T39" fmla="*/ 1868663 h 5027"/>
              <a:gd name="T40" fmla="*/ 243337 w 5026"/>
              <a:gd name="T41" fmla="*/ 1887209 h 5027"/>
              <a:gd name="T42" fmla="*/ 293748 w 5026"/>
              <a:gd name="T43" fmla="*/ 1898564 h 5027"/>
              <a:gd name="T44" fmla="*/ 346433 w 5026"/>
              <a:gd name="T45" fmla="*/ 1902728 h 5027"/>
              <a:gd name="T46" fmla="*/ 1576761 w 5026"/>
              <a:gd name="T47" fmla="*/ 1901971 h 5027"/>
              <a:gd name="T48" fmla="*/ 1628688 w 5026"/>
              <a:gd name="T49" fmla="*/ 1895536 h 5027"/>
              <a:gd name="T50" fmla="*/ 1677962 w 5026"/>
              <a:gd name="T51" fmla="*/ 1881532 h 5027"/>
              <a:gd name="T52" fmla="*/ 1723824 w 5026"/>
              <a:gd name="T53" fmla="*/ 1861093 h 5027"/>
              <a:gd name="T54" fmla="*/ 1766275 w 5026"/>
              <a:gd name="T55" fmla="*/ 1834219 h 5027"/>
              <a:gd name="T56" fmla="*/ 1803799 w 5026"/>
              <a:gd name="T57" fmla="*/ 1801290 h 5027"/>
              <a:gd name="T58" fmla="*/ 1836396 w 5026"/>
              <a:gd name="T59" fmla="*/ 1763818 h 5027"/>
              <a:gd name="T60" fmla="*/ 1863686 w 5026"/>
              <a:gd name="T61" fmla="*/ 1721426 h 5027"/>
              <a:gd name="T62" fmla="*/ 1884153 w 5026"/>
              <a:gd name="T63" fmla="*/ 1675627 h 5027"/>
              <a:gd name="T64" fmla="*/ 1898177 w 5026"/>
              <a:gd name="T65" fmla="*/ 1626422 h 5027"/>
              <a:gd name="T66" fmla="*/ 1904621 w 5026"/>
              <a:gd name="T67" fmla="*/ 1574567 h 5027"/>
              <a:gd name="T68" fmla="*/ 1905000 w 5026"/>
              <a:gd name="T69" fmla="*/ 345951 h 5027"/>
              <a:gd name="T70" fmla="*/ 1901210 w 5026"/>
              <a:gd name="T71" fmla="*/ 293339 h 5027"/>
              <a:gd name="T72" fmla="*/ 1889839 w 5026"/>
              <a:gd name="T73" fmla="*/ 242998 h 5027"/>
              <a:gd name="T74" fmla="*/ 1870887 w 5026"/>
              <a:gd name="T75" fmla="*/ 196064 h 5027"/>
              <a:gd name="T76" fmla="*/ 1846250 w 5026"/>
              <a:gd name="T77" fmla="*/ 152915 h 5027"/>
              <a:gd name="T78" fmla="*/ 1815170 w 5026"/>
              <a:gd name="T79" fmla="*/ 113551 h 5027"/>
              <a:gd name="T80" fmla="*/ 1779162 w 5026"/>
              <a:gd name="T81" fmla="*/ 79107 h 5027"/>
              <a:gd name="T82" fmla="*/ 1738606 w 5026"/>
              <a:gd name="T83" fmla="*/ 50341 h 5027"/>
              <a:gd name="T84" fmla="*/ 1693881 w 5026"/>
              <a:gd name="T85" fmla="*/ 27252 h 5027"/>
              <a:gd name="T86" fmla="*/ 1645744 w 5026"/>
              <a:gd name="T87" fmla="*/ 10977 h 5027"/>
              <a:gd name="T88" fmla="*/ 1594196 w 5026"/>
              <a:gd name="T89" fmla="*/ 1893 h 5027"/>
              <a:gd name="T90" fmla="*/ 1559326 w 5026"/>
              <a:gd name="T91" fmla="*/ 1124529 h 5027"/>
              <a:gd name="T92" fmla="*/ 779663 w 5026"/>
              <a:gd name="T93" fmla="*/ 1557156 h 5027"/>
              <a:gd name="T94" fmla="*/ 346433 w 5026"/>
              <a:gd name="T95" fmla="*/ 778578 h 5027"/>
              <a:gd name="T96" fmla="*/ 1126095 w 5026"/>
              <a:gd name="T97" fmla="*/ 345951 h 5027"/>
              <a:gd name="T98" fmla="*/ 1559326 w 5026"/>
              <a:gd name="T99" fmla="*/ 1124529 h 502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026" h="5027">
                <a:moveTo>
                  <a:pt x="4113" y="0"/>
                </a:moveTo>
                <a:lnTo>
                  <a:pt x="914" y="0"/>
                </a:lnTo>
                <a:lnTo>
                  <a:pt x="867" y="1"/>
                </a:lnTo>
                <a:lnTo>
                  <a:pt x="821" y="5"/>
                </a:lnTo>
                <a:lnTo>
                  <a:pt x="775" y="11"/>
                </a:lnTo>
                <a:lnTo>
                  <a:pt x="730" y="19"/>
                </a:lnTo>
                <a:lnTo>
                  <a:pt x="686" y="29"/>
                </a:lnTo>
                <a:lnTo>
                  <a:pt x="642" y="42"/>
                </a:lnTo>
                <a:lnTo>
                  <a:pt x="599" y="56"/>
                </a:lnTo>
                <a:lnTo>
                  <a:pt x="558" y="72"/>
                </a:lnTo>
                <a:lnTo>
                  <a:pt x="518" y="90"/>
                </a:lnTo>
                <a:lnTo>
                  <a:pt x="478" y="111"/>
                </a:lnTo>
                <a:lnTo>
                  <a:pt x="440" y="133"/>
                </a:lnTo>
                <a:lnTo>
                  <a:pt x="404" y="156"/>
                </a:lnTo>
                <a:lnTo>
                  <a:pt x="368" y="182"/>
                </a:lnTo>
                <a:lnTo>
                  <a:pt x="333" y="209"/>
                </a:lnTo>
                <a:lnTo>
                  <a:pt x="300" y="238"/>
                </a:lnTo>
                <a:lnTo>
                  <a:pt x="268" y="268"/>
                </a:lnTo>
                <a:lnTo>
                  <a:pt x="238" y="300"/>
                </a:lnTo>
                <a:lnTo>
                  <a:pt x="209" y="333"/>
                </a:lnTo>
                <a:lnTo>
                  <a:pt x="181" y="368"/>
                </a:lnTo>
                <a:lnTo>
                  <a:pt x="156" y="404"/>
                </a:lnTo>
                <a:lnTo>
                  <a:pt x="133" y="440"/>
                </a:lnTo>
                <a:lnTo>
                  <a:pt x="111" y="478"/>
                </a:lnTo>
                <a:lnTo>
                  <a:pt x="90" y="518"/>
                </a:lnTo>
                <a:lnTo>
                  <a:pt x="72" y="558"/>
                </a:lnTo>
                <a:lnTo>
                  <a:pt x="56" y="599"/>
                </a:lnTo>
                <a:lnTo>
                  <a:pt x="42" y="642"/>
                </a:lnTo>
                <a:lnTo>
                  <a:pt x="29" y="686"/>
                </a:lnTo>
                <a:lnTo>
                  <a:pt x="19" y="730"/>
                </a:lnTo>
                <a:lnTo>
                  <a:pt x="11" y="775"/>
                </a:lnTo>
                <a:lnTo>
                  <a:pt x="5" y="821"/>
                </a:lnTo>
                <a:lnTo>
                  <a:pt x="1" y="867"/>
                </a:lnTo>
                <a:lnTo>
                  <a:pt x="0" y="914"/>
                </a:lnTo>
                <a:lnTo>
                  <a:pt x="0" y="4113"/>
                </a:lnTo>
                <a:lnTo>
                  <a:pt x="1" y="4160"/>
                </a:lnTo>
                <a:lnTo>
                  <a:pt x="5" y="4206"/>
                </a:lnTo>
                <a:lnTo>
                  <a:pt x="11" y="4252"/>
                </a:lnTo>
                <a:lnTo>
                  <a:pt x="19" y="4297"/>
                </a:lnTo>
                <a:lnTo>
                  <a:pt x="29" y="4341"/>
                </a:lnTo>
                <a:lnTo>
                  <a:pt x="42" y="4385"/>
                </a:lnTo>
                <a:lnTo>
                  <a:pt x="56" y="4427"/>
                </a:lnTo>
                <a:lnTo>
                  <a:pt x="72" y="4469"/>
                </a:lnTo>
                <a:lnTo>
                  <a:pt x="90" y="4509"/>
                </a:lnTo>
                <a:lnTo>
                  <a:pt x="111" y="4548"/>
                </a:lnTo>
                <a:lnTo>
                  <a:pt x="133" y="4588"/>
                </a:lnTo>
                <a:lnTo>
                  <a:pt x="156" y="4624"/>
                </a:lnTo>
                <a:lnTo>
                  <a:pt x="181" y="4660"/>
                </a:lnTo>
                <a:lnTo>
                  <a:pt x="209" y="4695"/>
                </a:lnTo>
                <a:lnTo>
                  <a:pt x="238" y="4728"/>
                </a:lnTo>
                <a:lnTo>
                  <a:pt x="268" y="4759"/>
                </a:lnTo>
                <a:lnTo>
                  <a:pt x="300" y="4789"/>
                </a:lnTo>
                <a:lnTo>
                  <a:pt x="333" y="4818"/>
                </a:lnTo>
                <a:lnTo>
                  <a:pt x="368" y="4846"/>
                </a:lnTo>
                <a:lnTo>
                  <a:pt x="404" y="4871"/>
                </a:lnTo>
                <a:lnTo>
                  <a:pt x="440" y="4895"/>
                </a:lnTo>
                <a:lnTo>
                  <a:pt x="478" y="4917"/>
                </a:lnTo>
                <a:lnTo>
                  <a:pt x="518" y="4937"/>
                </a:lnTo>
                <a:lnTo>
                  <a:pt x="558" y="4955"/>
                </a:lnTo>
                <a:lnTo>
                  <a:pt x="599" y="4971"/>
                </a:lnTo>
                <a:lnTo>
                  <a:pt x="642" y="4986"/>
                </a:lnTo>
                <a:lnTo>
                  <a:pt x="686" y="4999"/>
                </a:lnTo>
                <a:lnTo>
                  <a:pt x="730" y="5008"/>
                </a:lnTo>
                <a:lnTo>
                  <a:pt x="775" y="5016"/>
                </a:lnTo>
                <a:lnTo>
                  <a:pt x="821" y="5022"/>
                </a:lnTo>
                <a:lnTo>
                  <a:pt x="867" y="5025"/>
                </a:lnTo>
                <a:lnTo>
                  <a:pt x="914" y="5027"/>
                </a:lnTo>
                <a:lnTo>
                  <a:pt x="4113" y="5027"/>
                </a:lnTo>
                <a:lnTo>
                  <a:pt x="4160" y="5025"/>
                </a:lnTo>
                <a:lnTo>
                  <a:pt x="4206" y="5022"/>
                </a:lnTo>
                <a:lnTo>
                  <a:pt x="4252" y="5016"/>
                </a:lnTo>
                <a:lnTo>
                  <a:pt x="4297" y="5008"/>
                </a:lnTo>
                <a:lnTo>
                  <a:pt x="4342" y="4999"/>
                </a:lnTo>
                <a:lnTo>
                  <a:pt x="4384" y="4986"/>
                </a:lnTo>
                <a:lnTo>
                  <a:pt x="4427" y="4971"/>
                </a:lnTo>
                <a:lnTo>
                  <a:pt x="4469" y="4955"/>
                </a:lnTo>
                <a:lnTo>
                  <a:pt x="4509" y="4937"/>
                </a:lnTo>
                <a:lnTo>
                  <a:pt x="4548" y="4917"/>
                </a:lnTo>
                <a:lnTo>
                  <a:pt x="4587" y="4895"/>
                </a:lnTo>
                <a:lnTo>
                  <a:pt x="4624" y="4871"/>
                </a:lnTo>
                <a:lnTo>
                  <a:pt x="4660" y="4846"/>
                </a:lnTo>
                <a:lnTo>
                  <a:pt x="4694" y="4818"/>
                </a:lnTo>
                <a:lnTo>
                  <a:pt x="4728" y="4789"/>
                </a:lnTo>
                <a:lnTo>
                  <a:pt x="4759" y="4759"/>
                </a:lnTo>
                <a:lnTo>
                  <a:pt x="4789" y="4728"/>
                </a:lnTo>
                <a:lnTo>
                  <a:pt x="4818" y="4695"/>
                </a:lnTo>
                <a:lnTo>
                  <a:pt x="4845" y="4660"/>
                </a:lnTo>
                <a:lnTo>
                  <a:pt x="4871" y="4624"/>
                </a:lnTo>
                <a:lnTo>
                  <a:pt x="4895" y="4588"/>
                </a:lnTo>
                <a:lnTo>
                  <a:pt x="4917" y="4548"/>
                </a:lnTo>
                <a:lnTo>
                  <a:pt x="4936" y="4509"/>
                </a:lnTo>
                <a:lnTo>
                  <a:pt x="4955" y="4469"/>
                </a:lnTo>
                <a:lnTo>
                  <a:pt x="4971" y="4427"/>
                </a:lnTo>
                <a:lnTo>
                  <a:pt x="4986" y="4385"/>
                </a:lnTo>
                <a:lnTo>
                  <a:pt x="4997" y="4341"/>
                </a:lnTo>
                <a:lnTo>
                  <a:pt x="5008" y="4297"/>
                </a:lnTo>
                <a:lnTo>
                  <a:pt x="5016" y="4252"/>
                </a:lnTo>
                <a:lnTo>
                  <a:pt x="5022" y="4206"/>
                </a:lnTo>
                <a:lnTo>
                  <a:pt x="5025" y="4160"/>
                </a:lnTo>
                <a:lnTo>
                  <a:pt x="5026" y="4113"/>
                </a:lnTo>
                <a:lnTo>
                  <a:pt x="5026" y="914"/>
                </a:lnTo>
                <a:lnTo>
                  <a:pt x="5025" y="867"/>
                </a:lnTo>
                <a:lnTo>
                  <a:pt x="5022" y="821"/>
                </a:lnTo>
                <a:lnTo>
                  <a:pt x="5016" y="775"/>
                </a:lnTo>
                <a:lnTo>
                  <a:pt x="5008" y="730"/>
                </a:lnTo>
                <a:lnTo>
                  <a:pt x="4997" y="686"/>
                </a:lnTo>
                <a:lnTo>
                  <a:pt x="4986" y="642"/>
                </a:lnTo>
                <a:lnTo>
                  <a:pt x="4971" y="599"/>
                </a:lnTo>
                <a:lnTo>
                  <a:pt x="4955" y="558"/>
                </a:lnTo>
                <a:lnTo>
                  <a:pt x="4936" y="518"/>
                </a:lnTo>
                <a:lnTo>
                  <a:pt x="4917" y="478"/>
                </a:lnTo>
                <a:lnTo>
                  <a:pt x="4895" y="440"/>
                </a:lnTo>
                <a:lnTo>
                  <a:pt x="4871" y="404"/>
                </a:lnTo>
                <a:lnTo>
                  <a:pt x="4845" y="368"/>
                </a:lnTo>
                <a:lnTo>
                  <a:pt x="4818" y="333"/>
                </a:lnTo>
                <a:lnTo>
                  <a:pt x="4789" y="300"/>
                </a:lnTo>
                <a:lnTo>
                  <a:pt x="4759" y="268"/>
                </a:lnTo>
                <a:lnTo>
                  <a:pt x="4728" y="238"/>
                </a:lnTo>
                <a:lnTo>
                  <a:pt x="4694" y="209"/>
                </a:lnTo>
                <a:lnTo>
                  <a:pt x="4660" y="182"/>
                </a:lnTo>
                <a:lnTo>
                  <a:pt x="4624" y="156"/>
                </a:lnTo>
                <a:lnTo>
                  <a:pt x="4587" y="133"/>
                </a:lnTo>
                <a:lnTo>
                  <a:pt x="4548" y="111"/>
                </a:lnTo>
                <a:lnTo>
                  <a:pt x="4509" y="90"/>
                </a:lnTo>
                <a:lnTo>
                  <a:pt x="4469" y="72"/>
                </a:lnTo>
                <a:lnTo>
                  <a:pt x="4427" y="56"/>
                </a:lnTo>
                <a:lnTo>
                  <a:pt x="4384" y="42"/>
                </a:lnTo>
                <a:lnTo>
                  <a:pt x="4342" y="29"/>
                </a:lnTo>
                <a:lnTo>
                  <a:pt x="4297" y="19"/>
                </a:lnTo>
                <a:lnTo>
                  <a:pt x="4252" y="11"/>
                </a:lnTo>
                <a:lnTo>
                  <a:pt x="4206" y="5"/>
                </a:lnTo>
                <a:lnTo>
                  <a:pt x="4160" y="1"/>
                </a:lnTo>
                <a:lnTo>
                  <a:pt x="4113" y="0"/>
                </a:lnTo>
                <a:close/>
                <a:moveTo>
                  <a:pt x="4114" y="2971"/>
                </a:moveTo>
                <a:lnTo>
                  <a:pt x="2971" y="2971"/>
                </a:lnTo>
                <a:lnTo>
                  <a:pt x="2971" y="4114"/>
                </a:lnTo>
                <a:lnTo>
                  <a:pt x="2057" y="4114"/>
                </a:lnTo>
                <a:lnTo>
                  <a:pt x="2057" y="2971"/>
                </a:lnTo>
                <a:lnTo>
                  <a:pt x="914" y="2971"/>
                </a:lnTo>
                <a:lnTo>
                  <a:pt x="914" y="2057"/>
                </a:lnTo>
                <a:lnTo>
                  <a:pt x="2057" y="2057"/>
                </a:lnTo>
                <a:lnTo>
                  <a:pt x="2057" y="914"/>
                </a:lnTo>
                <a:lnTo>
                  <a:pt x="2971" y="914"/>
                </a:lnTo>
                <a:lnTo>
                  <a:pt x="2971" y="2057"/>
                </a:lnTo>
                <a:lnTo>
                  <a:pt x="4114" y="2057"/>
                </a:lnTo>
                <a:lnTo>
                  <a:pt x="4114" y="2971"/>
                </a:lnTo>
                <a:close/>
              </a:path>
            </a:pathLst>
          </a:custGeom>
          <a:solidFill>
            <a:srgbClr val="1F717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algn="ctr">
              <a:defRPr/>
            </a:pPr>
            <a:endParaRPr lang="zh-CN" altLang="en-US" sz="2000" b="1" dirty="0">
              <a:solidFill>
                <a:schemeClr val="tx1">
                  <a:lumMod val="75000"/>
                  <a:lumOff val="25000"/>
                </a:schemeClr>
              </a:solidFill>
            </a:endParaRPr>
          </a:p>
        </p:txBody>
      </p:sp>
      <p:sp>
        <p:nvSpPr>
          <p:cNvPr id="23" name="KSO_Shape"/>
          <p:cNvSpPr>
            <a:spLocks noChangeAspect="1"/>
          </p:cNvSpPr>
          <p:nvPr/>
        </p:nvSpPr>
        <p:spPr bwMode="auto">
          <a:xfrm>
            <a:off x="4093328" y="4413963"/>
            <a:ext cx="252421" cy="252000"/>
          </a:xfrm>
          <a:custGeom>
            <a:avLst/>
            <a:gdLst>
              <a:gd name="T0" fmla="*/ 346433 w 5026"/>
              <a:gd name="T1" fmla="*/ 0 h 5027"/>
              <a:gd name="T2" fmla="*/ 293748 w 5026"/>
              <a:gd name="T3" fmla="*/ 4164 h 5027"/>
              <a:gd name="T4" fmla="*/ 243337 w 5026"/>
              <a:gd name="T5" fmla="*/ 15897 h 5027"/>
              <a:gd name="T6" fmla="*/ 196337 w 5026"/>
              <a:gd name="T7" fmla="*/ 34065 h 5027"/>
              <a:gd name="T8" fmla="*/ 153128 w 5026"/>
              <a:gd name="T9" fmla="*/ 59046 h 5027"/>
              <a:gd name="T10" fmla="*/ 113709 w 5026"/>
              <a:gd name="T11" fmla="*/ 90083 h 5027"/>
              <a:gd name="T12" fmla="*/ 79217 w 5026"/>
              <a:gd name="T13" fmla="*/ 126041 h 5027"/>
              <a:gd name="T14" fmla="*/ 50411 w 5026"/>
              <a:gd name="T15" fmla="*/ 166541 h 5027"/>
              <a:gd name="T16" fmla="*/ 27290 w 5026"/>
              <a:gd name="T17" fmla="*/ 211204 h 5027"/>
              <a:gd name="T18" fmla="*/ 10992 w 5026"/>
              <a:gd name="T19" fmla="*/ 259652 h 5027"/>
              <a:gd name="T20" fmla="*/ 1895 w 5026"/>
              <a:gd name="T21" fmla="*/ 310750 h 5027"/>
              <a:gd name="T22" fmla="*/ 0 w 5026"/>
              <a:gd name="T23" fmla="*/ 1556777 h 5027"/>
              <a:gd name="T24" fmla="*/ 1895 w 5026"/>
              <a:gd name="T25" fmla="*/ 1591978 h 5027"/>
              <a:gd name="T26" fmla="*/ 10992 w 5026"/>
              <a:gd name="T27" fmla="*/ 1643076 h 5027"/>
              <a:gd name="T28" fmla="*/ 27290 w 5026"/>
              <a:gd name="T29" fmla="*/ 1691524 h 5027"/>
              <a:gd name="T30" fmla="*/ 50411 w 5026"/>
              <a:gd name="T31" fmla="*/ 1736566 h 5027"/>
              <a:gd name="T32" fmla="*/ 79217 w 5026"/>
              <a:gd name="T33" fmla="*/ 1777065 h 5027"/>
              <a:gd name="T34" fmla="*/ 113709 w 5026"/>
              <a:gd name="T35" fmla="*/ 1812645 h 5027"/>
              <a:gd name="T36" fmla="*/ 153128 w 5026"/>
              <a:gd name="T37" fmla="*/ 1843682 h 5027"/>
              <a:gd name="T38" fmla="*/ 196337 w 5026"/>
              <a:gd name="T39" fmla="*/ 1868663 h 5027"/>
              <a:gd name="T40" fmla="*/ 243337 w 5026"/>
              <a:gd name="T41" fmla="*/ 1887209 h 5027"/>
              <a:gd name="T42" fmla="*/ 293748 w 5026"/>
              <a:gd name="T43" fmla="*/ 1898564 h 5027"/>
              <a:gd name="T44" fmla="*/ 346433 w 5026"/>
              <a:gd name="T45" fmla="*/ 1902728 h 5027"/>
              <a:gd name="T46" fmla="*/ 1576761 w 5026"/>
              <a:gd name="T47" fmla="*/ 1901971 h 5027"/>
              <a:gd name="T48" fmla="*/ 1628688 w 5026"/>
              <a:gd name="T49" fmla="*/ 1895536 h 5027"/>
              <a:gd name="T50" fmla="*/ 1677962 w 5026"/>
              <a:gd name="T51" fmla="*/ 1881532 h 5027"/>
              <a:gd name="T52" fmla="*/ 1723824 w 5026"/>
              <a:gd name="T53" fmla="*/ 1861093 h 5027"/>
              <a:gd name="T54" fmla="*/ 1766275 w 5026"/>
              <a:gd name="T55" fmla="*/ 1834219 h 5027"/>
              <a:gd name="T56" fmla="*/ 1803799 w 5026"/>
              <a:gd name="T57" fmla="*/ 1801290 h 5027"/>
              <a:gd name="T58" fmla="*/ 1836396 w 5026"/>
              <a:gd name="T59" fmla="*/ 1763818 h 5027"/>
              <a:gd name="T60" fmla="*/ 1863686 w 5026"/>
              <a:gd name="T61" fmla="*/ 1721426 h 5027"/>
              <a:gd name="T62" fmla="*/ 1884153 w 5026"/>
              <a:gd name="T63" fmla="*/ 1675627 h 5027"/>
              <a:gd name="T64" fmla="*/ 1898177 w 5026"/>
              <a:gd name="T65" fmla="*/ 1626422 h 5027"/>
              <a:gd name="T66" fmla="*/ 1904621 w 5026"/>
              <a:gd name="T67" fmla="*/ 1574567 h 5027"/>
              <a:gd name="T68" fmla="*/ 1905000 w 5026"/>
              <a:gd name="T69" fmla="*/ 345951 h 5027"/>
              <a:gd name="T70" fmla="*/ 1901210 w 5026"/>
              <a:gd name="T71" fmla="*/ 293339 h 5027"/>
              <a:gd name="T72" fmla="*/ 1889839 w 5026"/>
              <a:gd name="T73" fmla="*/ 242998 h 5027"/>
              <a:gd name="T74" fmla="*/ 1870887 w 5026"/>
              <a:gd name="T75" fmla="*/ 196064 h 5027"/>
              <a:gd name="T76" fmla="*/ 1846250 w 5026"/>
              <a:gd name="T77" fmla="*/ 152915 h 5027"/>
              <a:gd name="T78" fmla="*/ 1815170 w 5026"/>
              <a:gd name="T79" fmla="*/ 113551 h 5027"/>
              <a:gd name="T80" fmla="*/ 1779162 w 5026"/>
              <a:gd name="T81" fmla="*/ 79107 h 5027"/>
              <a:gd name="T82" fmla="*/ 1738606 w 5026"/>
              <a:gd name="T83" fmla="*/ 50341 h 5027"/>
              <a:gd name="T84" fmla="*/ 1693881 w 5026"/>
              <a:gd name="T85" fmla="*/ 27252 h 5027"/>
              <a:gd name="T86" fmla="*/ 1645744 w 5026"/>
              <a:gd name="T87" fmla="*/ 10977 h 5027"/>
              <a:gd name="T88" fmla="*/ 1594196 w 5026"/>
              <a:gd name="T89" fmla="*/ 1893 h 5027"/>
              <a:gd name="T90" fmla="*/ 1559326 w 5026"/>
              <a:gd name="T91" fmla="*/ 1124529 h 5027"/>
              <a:gd name="T92" fmla="*/ 779663 w 5026"/>
              <a:gd name="T93" fmla="*/ 1557156 h 5027"/>
              <a:gd name="T94" fmla="*/ 346433 w 5026"/>
              <a:gd name="T95" fmla="*/ 778578 h 5027"/>
              <a:gd name="T96" fmla="*/ 1126095 w 5026"/>
              <a:gd name="T97" fmla="*/ 345951 h 5027"/>
              <a:gd name="T98" fmla="*/ 1559326 w 5026"/>
              <a:gd name="T99" fmla="*/ 1124529 h 502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026" h="5027">
                <a:moveTo>
                  <a:pt x="4113" y="0"/>
                </a:moveTo>
                <a:lnTo>
                  <a:pt x="914" y="0"/>
                </a:lnTo>
                <a:lnTo>
                  <a:pt x="867" y="1"/>
                </a:lnTo>
                <a:lnTo>
                  <a:pt x="821" y="5"/>
                </a:lnTo>
                <a:lnTo>
                  <a:pt x="775" y="11"/>
                </a:lnTo>
                <a:lnTo>
                  <a:pt x="730" y="19"/>
                </a:lnTo>
                <a:lnTo>
                  <a:pt x="686" y="29"/>
                </a:lnTo>
                <a:lnTo>
                  <a:pt x="642" y="42"/>
                </a:lnTo>
                <a:lnTo>
                  <a:pt x="599" y="56"/>
                </a:lnTo>
                <a:lnTo>
                  <a:pt x="558" y="72"/>
                </a:lnTo>
                <a:lnTo>
                  <a:pt x="518" y="90"/>
                </a:lnTo>
                <a:lnTo>
                  <a:pt x="478" y="111"/>
                </a:lnTo>
                <a:lnTo>
                  <a:pt x="440" y="133"/>
                </a:lnTo>
                <a:lnTo>
                  <a:pt x="404" y="156"/>
                </a:lnTo>
                <a:lnTo>
                  <a:pt x="368" y="182"/>
                </a:lnTo>
                <a:lnTo>
                  <a:pt x="333" y="209"/>
                </a:lnTo>
                <a:lnTo>
                  <a:pt x="300" y="238"/>
                </a:lnTo>
                <a:lnTo>
                  <a:pt x="268" y="268"/>
                </a:lnTo>
                <a:lnTo>
                  <a:pt x="238" y="300"/>
                </a:lnTo>
                <a:lnTo>
                  <a:pt x="209" y="333"/>
                </a:lnTo>
                <a:lnTo>
                  <a:pt x="181" y="368"/>
                </a:lnTo>
                <a:lnTo>
                  <a:pt x="156" y="404"/>
                </a:lnTo>
                <a:lnTo>
                  <a:pt x="133" y="440"/>
                </a:lnTo>
                <a:lnTo>
                  <a:pt x="111" y="478"/>
                </a:lnTo>
                <a:lnTo>
                  <a:pt x="90" y="518"/>
                </a:lnTo>
                <a:lnTo>
                  <a:pt x="72" y="558"/>
                </a:lnTo>
                <a:lnTo>
                  <a:pt x="56" y="599"/>
                </a:lnTo>
                <a:lnTo>
                  <a:pt x="42" y="642"/>
                </a:lnTo>
                <a:lnTo>
                  <a:pt x="29" y="686"/>
                </a:lnTo>
                <a:lnTo>
                  <a:pt x="19" y="730"/>
                </a:lnTo>
                <a:lnTo>
                  <a:pt x="11" y="775"/>
                </a:lnTo>
                <a:lnTo>
                  <a:pt x="5" y="821"/>
                </a:lnTo>
                <a:lnTo>
                  <a:pt x="1" y="867"/>
                </a:lnTo>
                <a:lnTo>
                  <a:pt x="0" y="914"/>
                </a:lnTo>
                <a:lnTo>
                  <a:pt x="0" y="4113"/>
                </a:lnTo>
                <a:lnTo>
                  <a:pt x="1" y="4160"/>
                </a:lnTo>
                <a:lnTo>
                  <a:pt x="5" y="4206"/>
                </a:lnTo>
                <a:lnTo>
                  <a:pt x="11" y="4252"/>
                </a:lnTo>
                <a:lnTo>
                  <a:pt x="19" y="4297"/>
                </a:lnTo>
                <a:lnTo>
                  <a:pt x="29" y="4341"/>
                </a:lnTo>
                <a:lnTo>
                  <a:pt x="42" y="4385"/>
                </a:lnTo>
                <a:lnTo>
                  <a:pt x="56" y="4427"/>
                </a:lnTo>
                <a:lnTo>
                  <a:pt x="72" y="4469"/>
                </a:lnTo>
                <a:lnTo>
                  <a:pt x="90" y="4509"/>
                </a:lnTo>
                <a:lnTo>
                  <a:pt x="111" y="4548"/>
                </a:lnTo>
                <a:lnTo>
                  <a:pt x="133" y="4588"/>
                </a:lnTo>
                <a:lnTo>
                  <a:pt x="156" y="4624"/>
                </a:lnTo>
                <a:lnTo>
                  <a:pt x="181" y="4660"/>
                </a:lnTo>
                <a:lnTo>
                  <a:pt x="209" y="4695"/>
                </a:lnTo>
                <a:lnTo>
                  <a:pt x="238" y="4728"/>
                </a:lnTo>
                <a:lnTo>
                  <a:pt x="268" y="4759"/>
                </a:lnTo>
                <a:lnTo>
                  <a:pt x="300" y="4789"/>
                </a:lnTo>
                <a:lnTo>
                  <a:pt x="333" y="4818"/>
                </a:lnTo>
                <a:lnTo>
                  <a:pt x="368" y="4846"/>
                </a:lnTo>
                <a:lnTo>
                  <a:pt x="404" y="4871"/>
                </a:lnTo>
                <a:lnTo>
                  <a:pt x="440" y="4895"/>
                </a:lnTo>
                <a:lnTo>
                  <a:pt x="478" y="4917"/>
                </a:lnTo>
                <a:lnTo>
                  <a:pt x="518" y="4937"/>
                </a:lnTo>
                <a:lnTo>
                  <a:pt x="558" y="4955"/>
                </a:lnTo>
                <a:lnTo>
                  <a:pt x="599" y="4971"/>
                </a:lnTo>
                <a:lnTo>
                  <a:pt x="642" y="4986"/>
                </a:lnTo>
                <a:lnTo>
                  <a:pt x="686" y="4999"/>
                </a:lnTo>
                <a:lnTo>
                  <a:pt x="730" y="5008"/>
                </a:lnTo>
                <a:lnTo>
                  <a:pt x="775" y="5016"/>
                </a:lnTo>
                <a:lnTo>
                  <a:pt x="821" y="5022"/>
                </a:lnTo>
                <a:lnTo>
                  <a:pt x="867" y="5025"/>
                </a:lnTo>
                <a:lnTo>
                  <a:pt x="914" y="5027"/>
                </a:lnTo>
                <a:lnTo>
                  <a:pt x="4113" y="5027"/>
                </a:lnTo>
                <a:lnTo>
                  <a:pt x="4160" y="5025"/>
                </a:lnTo>
                <a:lnTo>
                  <a:pt x="4206" y="5022"/>
                </a:lnTo>
                <a:lnTo>
                  <a:pt x="4252" y="5016"/>
                </a:lnTo>
                <a:lnTo>
                  <a:pt x="4297" y="5008"/>
                </a:lnTo>
                <a:lnTo>
                  <a:pt x="4342" y="4999"/>
                </a:lnTo>
                <a:lnTo>
                  <a:pt x="4384" y="4986"/>
                </a:lnTo>
                <a:lnTo>
                  <a:pt x="4427" y="4971"/>
                </a:lnTo>
                <a:lnTo>
                  <a:pt x="4469" y="4955"/>
                </a:lnTo>
                <a:lnTo>
                  <a:pt x="4509" y="4937"/>
                </a:lnTo>
                <a:lnTo>
                  <a:pt x="4548" y="4917"/>
                </a:lnTo>
                <a:lnTo>
                  <a:pt x="4587" y="4895"/>
                </a:lnTo>
                <a:lnTo>
                  <a:pt x="4624" y="4871"/>
                </a:lnTo>
                <a:lnTo>
                  <a:pt x="4660" y="4846"/>
                </a:lnTo>
                <a:lnTo>
                  <a:pt x="4694" y="4818"/>
                </a:lnTo>
                <a:lnTo>
                  <a:pt x="4728" y="4789"/>
                </a:lnTo>
                <a:lnTo>
                  <a:pt x="4759" y="4759"/>
                </a:lnTo>
                <a:lnTo>
                  <a:pt x="4789" y="4728"/>
                </a:lnTo>
                <a:lnTo>
                  <a:pt x="4818" y="4695"/>
                </a:lnTo>
                <a:lnTo>
                  <a:pt x="4845" y="4660"/>
                </a:lnTo>
                <a:lnTo>
                  <a:pt x="4871" y="4624"/>
                </a:lnTo>
                <a:lnTo>
                  <a:pt x="4895" y="4588"/>
                </a:lnTo>
                <a:lnTo>
                  <a:pt x="4917" y="4548"/>
                </a:lnTo>
                <a:lnTo>
                  <a:pt x="4936" y="4509"/>
                </a:lnTo>
                <a:lnTo>
                  <a:pt x="4955" y="4469"/>
                </a:lnTo>
                <a:lnTo>
                  <a:pt x="4971" y="4427"/>
                </a:lnTo>
                <a:lnTo>
                  <a:pt x="4986" y="4385"/>
                </a:lnTo>
                <a:lnTo>
                  <a:pt x="4997" y="4341"/>
                </a:lnTo>
                <a:lnTo>
                  <a:pt x="5008" y="4297"/>
                </a:lnTo>
                <a:lnTo>
                  <a:pt x="5016" y="4252"/>
                </a:lnTo>
                <a:lnTo>
                  <a:pt x="5022" y="4206"/>
                </a:lnTo>
                <a:lnTo>
                  <a:pt x="5025" y="4160"/>
                </a:lnTo>
                <a:lnTo>
                  <a:pt x="5026" y="4113"/>
                </a:lnTo>
                <a:lnTo>
                  <a:pt x="5026" y="914"/>
                </a:lnTo>
                <a:lnTo>
                  <a:pt x="5025" y="867"/>
                </a:lnTo>
                <a:lnTo>
                  <a:pt x="5022" y="821"/>
                </a:lnTo>
                <a:lnTo>
                  <a:pt x="5016" y="775"/>
                </a:lnTo>
                <a:lnTo>
                  <a:pt x="5008" y="730"/>
                </a:lnTo>
                <a:lnTo>
                  <a:pt x="4997" y="686"/>
                </a:lnTo>
                <a:lnTo>
                  <a:pt x="4986" y="642"/>
                </a:lnTo>
                <a:lnTo>
                  <a:pt x="4971" y="599"/>
                </a:lnTo>
                <a:lnTo>
                  <a:pt x="4955" y="558"/>
                </a:lnTo>
                <a:lnTo>
                  <a:pt x="4936" y="518"/>
                </a:lnTo>
                <a:lnTo>
                  <a:pt x="4917" y="478"/>
                </a:lnTo>
                <a:lnTo>
                  <a:pt x="4895" y="440"/>
                </a:lnTo>
                <a:lnTo>
                  <a:pt x="4871" y="404"/>
                </a:lnTo>
                <a:lnTo>
                  <a:pt x="4845" y="368"/>
                </a:lnTo>
                <a:lnTo>
                  <a:pt x="4818" y="333"/>
                </a:lnTo>
                <a:lnTo>
                  <a:pt x="4789" y="300"/>
                </a:lnTo>
                <a:lnTo>
                  <a:pt x="4759" y="268"/>
                </a:lnTo>
                <a:lnTo>
                  <a:pt x="4728" y="238"/>
                </a:lnTo>
                <a:lnTo>
                  <a:pt x="4694" y="209"/>
                </a:lnTo>
                <a:lnTo>
                  <a:pt x="4660" y="182"/>
                </a:lnTo>
                <a:lnTo>
                  <a:pt x="4624" y="156"/>
                </a:lnTo>
                <a:lnTo>
                  <a:pt x="4587" y="133"/>
                </a:lnTo>
                <a:lnTo>
                  <a:pt x="4548" y="111"/>
                </a:lnTo>
                <a:lnTo>
                  <a:pt x="4509" y="90"/>
                </a:lnTo>
                <a:lnTo>
                  <a:pt x="4469" y="72"/>
                </a:lnTo>
                <a:lnTo>
                  <a:pt x="4427" y="56"/>
                </a:lnTo>
                <a:lnTo>
                  <a:pt x="4384" y="42"/>
                </a:lnTo>
                <a:lnTo>
                  <a:pt x="4342" y="29"/>
                </a:lnTo>
                <a:lnTo>
                  <a:pt x="4297" y="19"/>
                </a:lnTo>
                <a:lnTo>
                  <a:pt x="4252" y="11"/>
                </a:lnTo>
                <a:lnTo>
                  <a:pt x="4206" y="5"/>
                </a:lnTo>
                <a:lnTo>
                  <a:pt x="4160" y="1"/>
                </a:lnTo>
                <a:lnTo>
                  <a:pt x="4113" y="0"/>
                </a:lnTo>
                <a:close/>
                <a:moveTo>
                  <a:pt x="4114" y="2971"/>
                </a:moveTo>
                <a:lnTo>
                  <a:pt x="2971" y="2971"/>
                </a:lnTo>
                <a:lnTo>
                  <a:pt x="2971" y="4114"/>
                </a:lnTo>
                <a:lnTo>
                  <a:pt x="2057" y="4114"/>
                </a:lnTo>
                <a:lnTo>
                  <a:pt x="2057" y="2971"/>
                </a:lnTo>
                <a:lnTo>
                  <a:pt x="914" y="2971"/>
                </a:lnTo>
                <a:lnTo>
                  <a:pt x="914" y="2057"/>
                </a:lnTo>
                <a:lnTo>
                  <a:pt x="2057" y="2057"/>
                </a:lnTo>
                <a:lnTo>
                  <a:pt x="2057" y="914"/>
                </a:lnTo>
                <a:lnTo>
                  <a:pt x="2971" y="914"/>
                </a:lnTo>
                <a:lnTo>
                  <a:pt x="2971" y="2057"/>
                </a:lnTo>
                <a:lnTo>
                  <a:pt x="4114" y="2057"/>
                </a:lnTo>
                <a:lnTo>
                  <a:pt x="4114" y="2971"/>
                </a:lnTo>
                <a:close/>
              </a:path>
            </a:pathLst>
          </a:custGeom>
          <a:solidFill>
            <a:srgbClr val="1F717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algn="ctr">
              <a:defRPr/>
            </a:pPr>
            <a:endParaRPr lang="zh-CN" altLang="en-US" sz="2000" b="1">
              <a:solidFill>
                <a:schemeClr val="tx1">
                  <a:lumMod val="75000"/>
                  <a:lumOff val="25000"/>
                </a:schemeClr>
              </a:solidFill>
            </a:endParaRPr>
          </a:p>
        </p:txBody>
      </p:sp>
      <p:sp>
        <p:nvSpPr>
          <p:cNvPr id="25" name="TextBox 7"/>
          <p:cNvSpPr txBox="1"/>
          <p:nvPr/>
        </p:nvSpPr>
        <p:spPr>
          <a:xfrm>
            <a:off x="4422738" y="3795396"/>
            <a:ext cx="2901394" cy="408274"/>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rPr>
              <a:t>表格的创建与编辑</a:t>
            </a:r>
          </a:p>
        </p:txBody>
      </p:sp>
      <p:sp>
        <p:nvSpPr>
          <p:cNvPr id="26" name="TextBox 7"/>
          <p:cNvSpPr txBox="1"/>
          <p:nvPr/>
        </p:nvSpPr>
        <p:spPr>
          <a:xfrm>
            <a:off x="4422738" y="4357278"/>
            <a:ext cx="3691741" cy="408274"/>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rPr>
              <a:t>表格数据的排序与计算</a:t>
            </a:r>
          </a:p>
        </p:txBody>
      </p:sp>
      <p:sp>
        <p:nvSpPr>
          <p:cNvPr id="3" name="标题 2">
            <a:extLst>
              <a:ext uri="{FF2B5EF4-FFF2-40B4-BE49-F238E27FC236}">
                <a16:creationId xmlns:a16="http://schemas.microsoft.com/office/drawing/2014/main" id="{6A427AE8-7EE9-765B-7E3A-93719802C471}"/>
              </a:ext>
            </a:extLst>
          </p:cNvPr>
          <p:cNvSpPr>
            <a:spLocks noGrp="1"/>
          </p:cNvSpPr>
          <p:nvPr>
            <p:ph type="title"/>
          </p:nvPr>
        </p:nvSpPr>
        <p:spPr>
          <a:xfrm>
            <a:off x="3990938" y="2660328"/>
            <a:ext cx="6946352" cy="869939"/>
          </a:xfrm>
        </p:spPr>
        <p:txBody>
          <a:bodyPr/>
          <a:lstStyle/>
          <a:p>
            <a:r>
              <a:rPr lang="zh-CN" altLang="en-US" dirty="0"/>
              <a:t>表格编辑处理</a:t>
            </a:r>
            <a:endParaRPr lang="zh-CN" altLang="zh-CN" dirty="0"/>
          </a:p>
        </p:txBody>
      </p:sp>
      <p:sp>
        <p:nvSpPr>
          <p:cNvPr id="6" name="文本占位符 5">
            <a:extLst>
              <a:ext uri="{FF2B5EF4-FFF2-40B4-BE49-F238E27FC236}">
                <a16:creationId xmlns:a16="http://schemas.microsoft.com/office/drawing/2014/main" id="{A861ED47-D23A-9BF3-9461-43613FF33E30}"/>
              </a:ext>
            </a:extLst>
          </p:cNvPr>
          <p:cNvSpPr>
            <a:spLocks noGrp="1"/>
          </p:cNvSpPr>
          <p:nvPr>
            <p:ph type="body" sz="quarter" idx="10"/>
          </p:nvPr>
        </p:nvSpPr>
        <p:spPr>
          <a:xfrm>
            <a:off x="1653067" y="2921168"/>
            <a:ext cx="1728000" cy="1015663"/>
          </a:xfrm>
        </p:spPr>
        <p:txBody>
          <a:bodyPr/>
          <a:lstStyle/>
          <a:p>
            <a:r>
              <a:rPr lang="en-US" altLang="zh-CN" dirty="0"/>
              <a:t>1.3</a:t>
            </a:r>
            <a:endParaRPr lang="zh-CN" alt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1.3</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表格编辑处理</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1181100" y="1528445"/>
            <a:ext cx="5431155" cy="4246245"/>
          </a:xfrm>
          <a:prstGeom prst="rect">
            <a:avLst/>
          </a:prstGeom>
          <a:noFill/>
        </p:spPr>
        <p:txBody>
          <a:bodyPr wrap="square" rtlCol="0" anchor="t">
            <a:spAutoFit/>
          </a:bodyPr>
          <a:lstStyle/>
          <a:p>
            <a:pPr marL="285750" fontAlgn="auto">
              <a:lnSpc>
                <a:spcPct val="150000"/>
              </a:lnSpc>
            </a:pPr>
            <a:r>
              <a:rPr sz="2000" b="1" dirty="0"/>
              <a:t>1.创建表格</a:t>
            </a:r>
          </a:p>
          <a:p>
            <a:pPr marL="285750" fontAlgn="auto">
              <a:lnSpc>
                <a:spcPct val="150000"/>
              </a:lnSpc>
            </a:pPr>
            <a:r>
              <a:rPr sz="2000" b="1" dirty="0" err="1"/>
              <a:t>表格的创建主要有以下三种方式</a:t>
            </a:r>
            <a:r>
              <a:rPr sz="2000" b="1" dirty="0"/>
              <a:t>：</a:t>
            </a:r>
          </a:p>
          <a:p>
            <a:pPr marL="285750" indent="457200" fontAlgn="auto">
              <a:lnSpc>
                <a:spcPct val="150000"/>
              </a:lnSpc>
              <a:buFont typeface="Wingdings" panose="05000000000000000000" charset="0"/>
              <a:buChar char="Ø"/>
            </a:pPr>
            <a:r>
              <a:rPr sz="2000" dirty="0"/>
              <a:t>（1）首先将光标插入到需要插入表格的位置，然后单击“插入”选项卡功能区的“表格”按钮，会弹出“表格”下拉列表，在下拉列表中表格区域向右下角方向移动鼠标，出现将要创建的表格的范围，并在左上角显示表格的行数和列数，单击鼠标左键，即可在选定位置创建出所需要的表格</a:t>
            </a:r>
          </a:p>
        </p:txBody>
      </p:sp>
      <p:pic>
        <p:nvPicPr>
          <p:cNvPr id="2" name="图片 27" descr="D:\书稿《大学计算机应用基础教程》\3.插图\第4章 WPS文档编辑插图\4-32.jpg4-32"/>
          <p:cNvPicPr>
            <a:picLocks noChangeAspect="1"/>
          </p:cNvPicPr>
          <p:nvPr/>
        </p:nvPicPr>
        <p:blipFill>
          <a:blip r:embed="rId3"/>
          <a:srcRect/>
          <a:stretch>
            <a:fillRect/>
          </a:stretch>
        </p:blipFill>
        <p:spPr>
          <a:xfrm>
            <a:off x="7057390" y="1528445"/>
            <a:ext cx="3776980" cy="4474210"/>
          </a:xfrm>
          <a:prstGeom prst="rect">
            <a:avLst/>
          </a:prstGeom>
        </p:spPr>
      </p:pic>
      <p:sp>
        <p:nvSpPr>
          <p:cNvPr id="5" name="文本框 4">
            <a:extLst>
              <a:ext uri="{FF2B5EF4-FFF2-40B4-BE49-F238E27FC236}">
                <a16:creationId xmlns:a16="http://schemas.microsoft.com/office/drawing/2014/main" id="{FB732C16-7DBD-74CA-55B1-5E63AB55482D}"/>
              </a:ext>
            </a:extLst>
          </p:cNvPr>
          <p:cNvSpPr txBox="1"/>
          <p:nvPr/>
        </p:nvSpPr>
        <p:spPr>
          <a:xfrm>
            <a:off x="5751195" y="626745"/>
            <a:ext cx="5436235" cy="521970"/>
          </a:xfrm>
          <a:prstGeom prst="rect">
            <a:avLst/>
          </a:prstGeom>
          <a:noFill/>
        </p:spPr>
        <p:txBody>
          <a:bodyPr wrap="square">
            <a:spAutoFit/>
          </a:bodyPr>
          <a:lstStyle>
            <a:defPPr>
              <a:defRPr lang="zh-CN"/>
            </a:defPPr>
            <a:lvl1pPr>
              <a:defRPr sz="2800" b="1" spc="225">
                <a:solidFill>
                  <a:srgbClr val="006370"/>
                </a:solidFill>
                <a:latin typeface="微软雅黑" panose="020B0503020204020204" pitchFamily="34" charset="-122"/>
                <a:ea typeface="微软雅黑" panose="020B0503020204020204" pitchFamily="34" charset="-122"/>
              </a:defRPr>
            </a:lvl1pPr>
          </a:lstStyle>
          <a:p>
            <a:r>
              <a:rPr lang="en-US" dirty="0"/>
              <a:t>1.3</a:t>
            </a:r>
            <a:r>
              <a:rPr dirty="0"/>
              <a:t>.</a:t>
            </a:r>
            <a:r>
              <a:rPr lang="en-US" dirty="0"/>
              <a:t>1</a:t>
            </a:r>
            <a:r>
              <a:rPr lang="zh-CN" altLang="en-US" dirty="0">
                <a:sym typeface="+mn-ea"/>
              </a:rPr>
              <a:t>表格的创建与编辑</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1.3</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表格编辑处理</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1307429" y="1721192"/>
            <a:ext cx="5436235" cy="3784600"/>
          </a:xfrm>
          <a:prstGeom prst="rect">
            <a:avLst/>
          </a:prstGeom>
          <a:noFill/>
        </p:spPr>
        <p:txBody>
          <a:bodyPr wrap="square" rtlCol="0" anchor="t">
            <a:spAutoFit/>
          </a:bodyPr>
          <a:lstStyle/>
          <a:p>
            <a:pPr marL="285750" fontAlgn="auto">
              <a:lnSpc>
                <a:spcPct val="150000"/>
              </a:lnSpc>
            </a:pPr>
            <a:r>
              <a:rPr sz="2000" b="1" dirty="0"/>
              <a:t>1.创建表格</a:t>
            </a:r>
          </a:p>
          <a:p>
            <a:pPr marL="285750" fontAlgn="auto">
              <a:lnSpc>
                <a:spcPct val="150000"/>
              </a:lnSpc>
            </a:pPr>
            <a:r>
              <a:rPr lang="zh-CN" altLang="zh-CN" sz="2000" dirty="0"/>
              <a:t>（</a:t>
            </a:r>
            <a:r>
              <a:rPr lang="en-US" altLang="zh-CN" sz="2000" dirty="0"/>
              <a:t>2</a:t>
            </a:r>
            <a:r>
              <a:rPr lang="zh-CN" altLang="zh-CN" sz="2000" dirty="0"/>
              <a:t>）</a:t>
            </a:r>
            <a:r>
              <a:rPr lang="zh-CN" sz="2000" dirty="0"/>
              <a:t>首先将光标插入到需要插入表格的位置，然后单击“插入”选项卡“表格”功能区的“表格”按钮，会弹出“表格”下拉列表，在下拉列表中单击选择“插入表格”命令，会弹出“插入表格 ”对话框，在该对话框中设置表格的“行数”“列数”等参数值，最后单击“确定”按钮即可创建表格</a:t>
            </a:r>
          </a:p>
        </p:txBody>
      </p:sp>
      <p:pic>
        <p:nvPicPr>
          <p:cNvPr id="2" name="图片 29" descr="D:\书稿《大学计算机应用基础教程》\3.插图\第4章 WPS文档编辑插图\4-33.jpg4-33"/>
          <p:cNvPicPr>
            <a:picLocks noChangeAspect="1"/>
          </p:cNvPicPr>
          <p:nvPr/>
        </p:nvPicPr>
        <p:blipFill>
          <a:blip r:embed="rId3"/>
          <a:srcRect/>
          <a:stretch>
            <a:fillRect/>
          </a:stretch>
        </p:blipFill>
        <p:spPr>
          <a:xfrm>
            <a:off x="6938645" y="1721485"/>
            <a:ext cx="4248785" cy="4236085"/>
          </a:xfrm>
          <a:prstGeom prst="rect">
            <a:avLst/>
          </a:prstGeom>
        </p:spPr>
      </p:pic>
      <p:sp>
        <p:nvSpPr>
          <p:cNvPr id="5" name="文本框 4">
            <a:extLst>
              <a:ext uri="{FF2B5EF4-FFF2-40B4-BE49-F238E27FC236}">
                <a16:creationId xmlns:a16="http://schemas.microsoft.com/office/drawing/2014/main" id="{67681D9F-8D97-6535-6BB2-F36D0106CB65}"/>
              </a:ext>
            </a:extLst>
          </p:cNvPr>
          <p:cNvSpPr txBox="1"/>
          <p:nvPr/>
        </p:nvSpPr>
        <p:spPr>
          <a:xfrm>
            <a:off x="5751195" y="626745"/>
            <a:ext cx="5436235" cy="521970"/>
          </a:xfrm>
          <a:prstGeom prst="rect">
            <a:avLst/>
          </a:prstGeom>
          <a:noFill/>
        </p:spPr>
        <p:txBody>
          <a:bodyPr wrap="square">
            <a:spAutoFit/>
          </a:bodyPr>
          <a:lstStyle>
            <a:defPPr>
              <a:defRPr lang="zh-CN"/>
            </a:defPPr>
            <a:lvl1pPr>
              <a:defRPr sz="2800" b="1" spc="225">
                <a:solidFill>
                  <a:srgbClr val="006370"/>
                </a:solidFill>
                <a:latin typeface="微软雅黑" panose="020B0503020204020204" pitchFamily="34" charset="-122"/>
                <a:ea typeface="微软雅黑" panose="020B0503020204020204" pitchFamily="34" charset="-122"/>
              </a:defRPr>
            </a:lvl1pPr>
          </a:lstStyle>
          <a:p>
            <a:r>
              <a:rPr lang="en-US" dirty="0"/>
              <a:t>1.3</a:t>
            </a:r>
            <a:r>
              <a:rPr dirty="0"/>
              <a:t>.</a:t>
            </a:r>
            <a:r>
              <a:rPr lang="en-US" dirty="0"/>
              <a:t>1</a:t>
            </a:r>
            <a:r>
              <a:rPr lang="zh-CN" altLang="en-US" dirty="0">
                <a:sym typeface="+mn-ea"/>
              </a:rPr>
              <a:t>表格的创建与编辑</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1.3</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表格编辑处理</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98195" y="1390015"/>
            <a:ext cx="10596245" cy="2999740"/>
          </a:xfrm>
          <a:prstGeom prst="rect">
            <a:avLst/>
          </a:prstGeom>
          <a:noFill/>
        </p:spPr>
        <p:txBody>
          <a:bodyPr wrap="square" rtlCol="0" anchor="t">
            <a:spAutoFit/>
          </a:bodyPr>
          <a:lstStyle/>
          <a:p>
            <a:pPr marL="285750" fontAlgn="auto">
              <a:lnSpc>
                <a:spcPct val="150000"/>
              </a:lnSpc>
            </a:pPr>
            <a:r>
              <a:rPr dirty="0"/>
              <a:t>（3）首先将光标插入到需要插入表格的位置，然后单击“插入”选项卡功能区的“表格”按钮，会弹出下拉列表，在下拉列表中单击选择“绘制表格”命令，此时光标指针变为画笔形状，在文档编辑区单击确定起点，然后拖拽至终点释放，即可直接绘制表格的外框、行列线和斜线。</a:t>
            </a:r>
          </a:p>
          <a:p>
            <a:pPr marL="285750" indent="457200" fontAlgn="auto">
              <a:lnSpc>
                <a:spcPct val="150000"/>
              </a:lnSpc>
              <a:buFont typeface="Wingdings" panose="05000000000000000000" charset="0"/>
              <a:buChar char="Ø"/>
              <a:extLst>
                <a:ext uri="{35155182-B16C-46BC-9424-99874614C6A1}">
                  <wpsdc:indentchars xmlns:wpsdc="http://www.wps.cn/officeDocument/2017/drawingmlCustomData" xmlns="" val="200" checksum="59296752"/>
                </a:ext>
              </a:extLst>
            </a:pPr>
            <a:r>
              <a:rPr dirty="0"/>
              <a:t>绘制完成后，WPS文字会增加针对表格处理的“表格工具”选项卡，单击该选项卡功能区的“绘制表格”按钮，或者按键盘的Esc键，即可退出绘制表格的状态；单击选择“擦除”按钮，在表格线上拖拽或者单击，即可删除表格线，可以实现单元格的合并。绘制表格的方式适合创建不规则的表格，例如单元格再次拆分为多个单元格，或者单元格内绘制斜线等。</a:t>
            </a:r>
          </a:p>
        </p:txBody>
      </p:sp>
      <p:sp>
        <p:nvSpPr>
          <p:cNvPr id="4" name="文本框 3">
            <a:extLst>
              <a:ext uri="{FF2B5EF4-FFF2-40B4-BE49-F238E27FC236}">
                <a16:creationId xmlns:a16="http://schemas.microsoft.com/office/drawing/2014/main" id="{97997DCC-AD2C-570E-1C63-F0BC89E7DF94}"/>
              </a:ext>
            </a:extLst>
          </p:cNvPr>
          <p:cNvSpPr txBox="1"/>
          <p:nvPr/>
        </p:nvSpPr>
        <p:spPr>
          <a:xfrm>
            <a:off x="5751195" y="626745"/>
            <a:ext cx="5436235" cy="521970"/>
          </a:xfrm>
          <a:prstGeom prst="rect">
            <a:avLst/>
          </a:prstGeom>
          <a:noFill/>
        </p:spPr>
        <p:txBody>
          <a:bodyPr wrap="square">
            <a:spAutoFit/>
          </a:bodyPr>
          <a:lstStyle>
            <a:defPPr>
              <a:defRPr lang="zh-CN"/>
            </a:defPPr>
            <a:lvl1pPr>
              <a:defRPr sz="2800" b="1" spc="225">
                <a:solidFill>
                  <a:srgbClr val="006370"/>
                </a:solidFill>
                <a:latin typeface="微软雅黑" panose="020B0503020204020204" pitchFamily="34" charset="-122"/>
                <a:ea typeface="微软雅黑" panose="020B0503020204020204" pitchFamily="34" charset="-122"/>
              </a:defRPr>
            </a:lvl1pPr>
          </a:lstStyle>
          <a:p>
            <a:r>
              <a:rPr lang="en-US" dirty="0"/>
              <a:t>1.3</a:t>
            </a:r>
            <a:r>
              <a:rPr dirty="0"/>
              <a:t>.</a:t>
            </a:r>
            <a:r>
              <a:rPr lang="en-US" dirty="0"/>
              <a:t>1</a:t>
            </a:r>
            <a:r>
              <a:rPr lang="zh-CN" altLang="en-US" dirty="0">
                <a:sym typeface="+mn-ea"/>
              </a:rPr>
              <a:t>表格的创建与编辑</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1.3</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表格编辑处理</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856562" y="1588040"/>
            <a:ext cx="5144838" cy="4666790"/>
          </a:xfrm>
          <a:prstGeom prst="rect">
            <a:avLst/>
          </a:prstGeom>
          <a:noFill/>
        </p:spPr>
        <p:txBody>
          <a:bodyPr wrap="square" rtlCol="0" anchor="t">
            <a:spAutoFit/>
          </a:bodyPr>
          <a:lstStyle/>
          <a:p>
            <a:pPr marL="285750" fontAlgn="auto">
              <a:lnSpc>
                <a:spcPct val="150000"/>
              </a:lnSpc>
            </a:pPr>
            <a:r>
              <a:rPr sz="2000" b="1" dirty="0"/>
              <a:t>2.录入数据</a:t>
            </a:r>
          </a:p>
          <a:p>
            <a:pPr marL="285750" indent="457200" fontAlgn="auto">
              <a:lnSpc>
                <a:spcPct val="150000"/>
              </a:lnSpc>
              <a:buFont typeface="Wingdings" panose="05000000000000000000" charset="0"/>
              <a:buChar char="Ø"/>
              <a:extLst>
                <a:ext uri="{35155182-B16C-46BC-9424-99874614C6A1}">
                  <wpsdc:indentchars xmlns:wpsdc="http://www.wps.cn/officeDocument/2017/drawingmlCustomData" xmlns="" val="200" checksum="59296752"/>
                </a:ext>
              </a:extLst>
            </a:pPr>
            <a:r>
              <a:rPr dirty="0" err="1"/>
              <a:t>单元格是表格中行和列交叉形成的小方格，是放置数据的基本容器。将光标移动到单元格内并单击，即可将光标定位在单元格中，输入数据</a:t>
            </a:r>
            <a:endParaRPr lang="en-US" dirty="0"/>
          </a:p>
          <a:p>
            <a:pPr marL="285750" indent="457200" fontAlgn="auto">
              <a:lnSpc>
                <a:spcPct val="150000"/>
              </a:lnSpc>
              <a:buFont typeface="Wingdings" panose="05000000000000000000" charset="0"/>
              <a:buChar char="Ø"/>
              <a:extLst>
                <a:ext uri="{35155182-B16C-46BC-9424-99874614C6A1}">
                  <wpsdc:indentchars xmlns:wpsdc="http://www.wps.cn/officeDocument/2017/drawingmlCustomData" xmlns="" val="200" checksum="59296752"/>
                </a:ext>
              </a:extLst>
            </a:pPr>
            <a:r>
              <a:rPr dirty="0" err="1"/>
              <a:t>按键盘Tab键或者按键盘上的方向键</a:t>
            </a:r>
            <a:r>
              <a:rPr dirty="0"/>
              <a:t>“→”，</a:t>
            </a:r>
            <a:r>
              <a:rPr dirty="0" err="1"/>
              <a:t>即可将光标移动到下一个单元格中；按键盘上的方向键</a:t>
            </a:r>
            <a:r>
              <a:rPr dirty="0"/>
              <a:t>“↓”，</a:t>
            </a:r>
            <a:r>
              <a:rPr dirty="0" err="1"/>
              <a:t>即可将光标移动到下一行的同一列单元格中，继续输入内容</a:t>
            </a:r>
            <a:endParaRPr lang="en-US" dirty="0"/>
          </a:p>
          <a:p>
            <a:pPr marL="285750" indent="457200" fontAlgn="auto">
              <a:lnSpc>
                <a:spcPct val="150000"/>
              </a:lnSpc>
              <a:buFont typeface="Wingdings" panose="05000000000000000000" charset="0"/>
              <a:buChar char="Ø"/>
              <a:extLst>
                <a:ext uri="{35155182-B16C-46BC-9424-99874614C6A1}">
                  <wpsdc:indentchars xmlns:wpsdc="http://www.wps.cn/officeDocument/2017/drawingmlCustomData" xmlns="" val="200" checksum="59296752"/>
                </a:ext>
              </a:extLst>
            </a:pPr>
            <a:r>
              <a:rPr dirty="0" err="1"/>
              <a:t>依次输入世界GDP排名前十的国家的相关数据，即可形成一张表格</a:t>
            </a:r>
            <a:endParaRPr lang="zh-CN" dirty="0"/>
          </a:p>
        </p:txBody>
      </p:sp>
      <p:graphicFrame>
        <p:nvGraphicFramePr>
          <p:cNvPr id="4" name="表格 3"/>
          <p:cNvGraphicFramePr>
            <a:graphicFrameLocks noGrp="1"/>
          </p:cNvGraphicFramePr>
          <p:nvPr/>
        </p:nvGraphicFramePr>
        <p:xfrm>
          <a:off x="6260095" y="1714131"/>
          <a:ext cx="5144837" cy="4412259"/>
        </p:xfrm>
        <a:graphic>
          <a:graphicData uri="http://schemas.openxmlformats.org/drawingml/2006/table">
            <a:tbl>
              <a:tblPr firstRow="1" firstCol="1" bandRow="1">
                <a:tableStyleId>{BC89EF96-8CEA-46FF-86C4-4CE0E7609802}</a:tableStyleId>
              </a:tblPr>
              <a:tblGrid>
                <a:gridCol w="535063">
                  <a:extLst>
                    <a:ext uri="{9D8B030D-6E8A-4147-A177-3AD203B41FA5}">
                      <a16:colId xmlns:a16="http://schemas.microsoft.com/office/drawing/2014/main" val="20000"/>
                    </a:ext>
                  </a:extLst>
                </a:gridCol>
                <a:gridCol w="962084">
                  <a:extLst>
                    <a:ext uri="{9D8B030D-6E8A-4147-A177-3AD203B41FA5}">
                      <a16:colId xmlns:a16="http://schemas.microsoft.com/office/drawing/2014/main" val="20001"/>
                    </a:ext>
                  </a:extLst>
                </a:gridCol>
                <a:gridCol w="1257399">
                  <a:extLst>
                    <a:ext uri="{9D8B030D-6E8A-4147-A177-3AD203B41FA5}">
                      <a16:colId xmlns:a16="http://schemas.microsoft.com/office/drawing/2014/main" val="20002"/>
                    </a:ext>
                  </a:extLst>
                </a:gridCol>
                <a:gridCol w="1547567">
                  <a:extLst>
                    <a:ext uri="{9D8B030D-6E8A-4147-A177-3AD203B41FA5}">
                      <a16:colId xmlns:a16="http://schemas.microsoft.com/office/drawing/2014/main" val="20003"/>
                    </a:ext>
                  </a:extLst>
                </a:gridCol>
                <a:gridCol w="842724">
                  <a:extLst>
                    <a:ext uri="{9D8B030D-6E8A-4147-A177-3AD203B41FA5}">
                      <a16:colId xmlns:a16="http://schemas.microsoft.com/office/drawing/2014/main" val="20004"/>
                    </a:ext>
                  </a:extLst>
                </a:gridCol>
              </a:tblGrid>
              <a:tr h="505453">
                <a:tc>
                  <a:txBody>
                    <a:bodyPr/>
                    <a:lstStyle/>
                    <a:p>
                      <a:pPr indent="0" algn="l" fontAlgn="auto">
                        <a:lnSpc>
                          <a:spcPct val="150000"/>
                        </a:lnSpc>
                      </a:pPr>
                      <a:r>
                        <a:rPr lang="zh-CN" sz="1400" kern="100" dirty="0">
                          <a:solidFill>
                            <a:schemeClr val="bg1"/>
                          </a:solidFill>
                          <a:effectLst/>
                        </a:rPr>
                        <a:t>排名</a:t>
                      </a:r>
                      <a:endParaRPr lang="zh-CN" sz="1400" dirty="0">
                        <a:solidFill>
                          <a:schemeClr val="bg1"/>
                        </a:solidFill>
                        <a:effectLst/>
                        <a:latin typeface="Montserrat" panose="00000500000000000000" pitchFamily="2" charset="0"/>
                        <a:ea typeface="宋体" panose="02010600030101010101" pitchFamily="2" charset="-122"/>
                      </a:endParaRPr>
                    </a:p>
                  </a:txBody>
                  <a:tcPr marL="76200" marR="76200" marT="76200" marB="76200" anchor="ctr">
                    <a:solidFill>
                      <a:srgbClr val="006370"/>
                    </a:solidFill>
                  </a:tcPr>
                </a:tc>
                <a:tc>
                  <a:txBody>
                    <a:bodyPr/>
                    <a:lstStyle/>
                    <a:p>
                      <a:pPr indent="0" algn="ctr" fontAlgn="auto">
                        <a:lnSpc>
                          <a:spcPct val="150000"/>
                        </a:lnSpc>
                      </a:pPr>
                      <a:r>
                        <a:rPr lang="zh-CN" sz="1400" kern="100" dirty="0">
                          <a:solidFill>
                            <a:schemeClr val="bg1"/>
                          </a:solidFill>
                          <a:effectLst/>
                        </a:rPr>
                        <a:t>国家</a:t>
                      </a:r>
                      <a:r>
                        <a:rPr lang="en-US" sz="1400" kern="100" dirty="0">
                          <a:solidFill>
                            <a:schemeClr val="bg1"/>
                          </a:solidFill>
                          <a:effectLst/>
                        </a:rPr>
                        <a:t>/</a:t>
                      </a:r>
                      <a:r>
                        <a:rPr lang="zh-CN" sz="1400" kern="100" dirty="0">
                          <a:solidFill>
                            <a:schemeClr val="bg1"/>
                          </a:solidFill>
                          <a:effectLst/>
                        </a:rPr>
                        <a:t>地区</a:t>
                      </a:r>
                      <a:endParaRPr lang="zh-CN" sz="1400" dirty="0">
                        <a:solidFill>
                          <a:schemeClr val="bg1"/>
                        </a:solidFill>
                        <a:effectLst/>
                        <a:latin typeface="Montserrat" panose="00000500000000000000" pitchFamily="2" charset="0"/>
                        <a:ea typeface="宋体" panose="02010600030101010101" pitchFamily="2" charset="-122"/>
                      </a:endParaRPr>
                    </a:p>
                  </a:txBody>
                  <a:tcPr marL="76200" marR="76200" marT="76200" marB="76200" anchor="ctr">
                    <a:solidFill>
                      <a:srgbClr val="006370"/>
                    </a:solidFill>
                  </a:tcPr>
                </a:tc>
                <a:tc>
                  <a:txBody>
                    <a:bodyPr/>
                    <a:lstStyle/>
                    <a:p>
                      <a:pPr indent="0" algn="ctr" fontAlgn="auto">
                        <a:lnSpc>
                          <a:spcPct val="150000"/>
                        </a:lnSpc>
                      </a:pPr>
                      <a:r>
                        <a:rPr lang="en-US" sz="1400" kern="100" dirty="0">
                          <a:solidFill>
                            <a:schemeClr val="bg1"/>
                          </a:solidFill>
                          <a:effectLst/>
                        </a:rPr>
                        <a:t>2019</a:t>
                      </a:r>
                      <a:r>
                        <a:rPr lang="zh-CN" sz="1400" kern="100" dirty="0">
                          <a:solidFill>
                            <a:schemeClr val="bg1"/>
                          </a:solidFill>
                          <a:effectLst/>
                        </a:rPr>
                        <a:t>年</a:t>
                      </a:r>
                      <a:endParaRPr lang="en-US" altLang="zh-CN" sz="1400" kern="100" dirty="0">
                        <a:solidFill>
                          <a:schemeClr val="bg1"/>
                        </a:solidFill>
                        <a:effectLst/>
                      </a:endParaRPr>
                    </a:p>
                    <a:p>
                      <a:pPr indent="0" algn="ctr" fontAlgn="auto">
                        <a:lnSpc>
                          <a:spcPct val="150000"/>
                        </a:lnSpc>
                      </a:pPr>
                      <a:r>
                        <a:rPr lang="zh-CN" sz="1400" kern="100" dirty="0">
                          <a:solidFill>
                            <a:schemeClr val="bg1"/>
                          </a:solidFill>
                          <a:effectLst/>
                        </a:rPr>
                        <a:t>（万亿美元）</a:t>
                      </a:r>
                      <a:endParaRPr lang="zh-CN" sz="1400" dirty="0">
                        <a:solidFill>
                          <a:schemeClr val="bg1"/>
                        </a:solidFill>
                        <a:effectLst/>
                        <a:latin typeface="Montserrat" panose="00000500000000000000" pitchFamily="2" charset="0"/>
                        <a:ea typeface="宋体" panose="02010600030101010101" pitchFamily="2" charset="-122"/>
                      </a:endParaRPr>
                    </a:p>
                  </a:txBody>
                  <a:tcPr marL="76200" marR="76200" marT="76200" marB="76200" anchor="ctr">
                    <a:solidFill>
                      <a:srgbClr val="006370"/>
                    </a:solidFill>
                  </a:tcPr>
                </a:tc>
                <a:tc>
                  <a:txBody>
                    <a:bodyPr/>
                    <a:lstStyle/>
                    <a:p>
                      <a:pPr indent="0" algn="ctr" fontAlgn="auto">
                        <a:lnSpc>
                          <a:spcPct val="150000"/>
                        </a:lnSpc>
                      </a:pPr>
                      <a:r>
                        <a:rPr lang="en-US" sz="1400" kern="100" dirty="0">
                          <a:solidFill>
                            <a:schemeClr val="bg1"/>
                          </a:solidFill>
                          <a:effectLst/>
                        </a:rPr>
                        <a:t>2020</a:t>
                      </a:r>
                      <a:r>
                        <a:rPr lang="zh-CN" sz="1400" kern="100" dirty="0">
                          <a:solidFill>
                            <a:schemeClr val="bg1"/>
                          </a:solidFill>
                          <a:effectLst/>
                        </a:rPr>
                        <a:t>年</a:t>
                      </a:r>
                      <a:endParaRPr lang="en-US" altLang="zh-CN" sz="1400" kern="100" dirty="0">
                        <a:solidFill>
                          <a:schemeClr val="bg1"/>
                        </a:solidFill>
                        <a:effectLst/>
                      </a:endParaRPr>
                    </a:p>
                    <a:p>
                      <a:pPr indent="0" algn="ctr" fontAlgn="auto">
                        <a:lnSpc>
                          <a:spcPct val="150000"/>
                        </a:lnSpc>
                      </a:pPr>
                      <a:r>
                        <a:rPr lang="zh-CN" sz="1400" kern="100" dirty="0">
                          <a:solidFill>
                            <a:schemeClr val="bg1"/>
                          </a:solidFill>
                          <a:effectLst/>
                        </a:rPr>
                        <a:t>（万亿美元）</a:t>
                      </a:r>
                      <a:endParaRPr lang="zh-CN" sz="1400" dirty="0">
                        <a:solidFill>
                          <a:schemeClr val="bg1"/>
                        </a:solidFill>
                        <a:effectLst/>
                        <a:latin typeface="Montserrat" panose="00000500000000000000" pitchFamily="2" charset="0"/>
                        <a:ea typeface="宋体" panose="02010600030101010101" pitchFamily="2" charset="-122"/>
                      </a:endParaRPr>
                    </a:p>
                  </a:txBody>
                  <a:tcPr marL="76200" marR="76200" marT="76200" marB="76200" anchor="ctr">
                    <a:solidFill>
                      <a:srgbClr val="006370"/>
                    </a:solidFill>
                  </a:tcPr>
                </a:tc>
                <a:tc>
                  <a:txBody>
                    <a:bodyPr/>
                    <a:lstStyle/>
                    <a:p>
                      <a:pPr indent="0" algn="ctr" fontAlgn="auto">
                        <a:lnSpc>
                          <a:spcPct val="150000"/>
                        </a:lnSpc>
                      </a:pPr>
                      <a:r>
                        <a:rPr lang="zh-CN" sz="1400" kern="100" dirty="0">
                          <a:solidFill>
                            <a:schemeClr val="bg1"/>
                          </a:solidFill>
                          <a:effectLst/>
                        </a:rPr>
                        <a:t>增长率</a:t>
                      </a:r>
                      <a:endParaRPr lang="zh-CN" sz="1400" dirty="0">
                        <a:solidFill>
                          <a:schemeClr val="bg1"/>
                        </a:solidFill>
                        <a:effectLst/>
                        <a:latin typeface="Montserrat" panose="00000500000000000000" pitchFamily="2" charset="0"/>
                        <a:ea typeface="宋体" panose="02010600030101010101" pitchFamily="2" charset="-122"/>
                      </a:endParaRPr>
                    </a:p>
                  </a:txBody>
                  <a:tcPr marL="76200" marR="76200" marT="76200" marB="76200" anchor="ctr">
                    <a:solidFill>
                      <a:srgbClr val="006370"/>
                    </a:solidFill>
                  </a:tcPr>
                </a:tc>
                <a:extLst>
                  <a:ext uri="{0D108BD9-81ED-4DB2-BD59-A6C34878D82A}">
                    <a16:rowId xmlns:a16="http://schemas.microsoft.com/office/drawing/2014/main" val="10000"/>
                  </a:ext>
                </a:extLst>
              </a:tr>
              <a:tr h="365591">
                <a:tc>
                  <a:txBody>
                    <a:bodyPr/>
                    <a:lstStyle/>
                    <a:p>
                      <a:pPr indent="0" algn="ctr" fontAlgn="auto">
                        <a:lnSpc>
                          <a:spcPct val="100000"/>
                        </a:lnSpc>
                      </a:pPr>
                      <a:r>
                        <a:rPr lang="en-US" sz="1200" kern="100" dirty="0">
                          <a:effectLst/>
                        </a:rPr>
                        <a:t>1</a:t>
                      </a:r>
                      <a:endParaRPr lang="zh-CN" sz="1400" dirty="0">
                        <a:effectLst/>
                        <a:latin typeface="Montserrat" panose="00000500000000000000" pitchFamily="2" charset="0"/>
                        <a:ea typeface="宋体" panose="02010600030101010101" pitchFamily="2" charset="-122"/>
                      </a:endParaRPr>
                    </a:p>
                  </a:txBody>
                  <a:tcPr marL="76200" marR="76200" marT="76200" marB="76200" anchor="ctr"/>
                </a:tc>
                <a:tc>
                  <a:txBody>
                    <a:bodyPr/>
                    <a:lstStyle/>
                    <a:p>
                      <a:pPr indent="0" algn="ctr" fontAlgn="auto">
                        <a:lnSpc>
                          <a:spcPct val="100000"/>
                        </a:lnSpc>
                      </a:pPr>
                      <a:r>
                        <a:rPr lang="zh-CN" sz="1200" kern="100" dirty="0">
                          <a:effectLst/>
                        </a:rPr>
                        <a:t>美国</a:t>
                      </a:r>
                      <a:endParaRPr lang="zh-CN" sz="1400" dirty="0">
                        <a:effectLst/>
                        <a:latin typeface="Montserrat" panose="00000500000000000000" pitchFamily="2" charset="0"/>
                        <a:ea typeface="宋体" panose="02010600030101010101" pitchFamily="2" charset="-122"/>
                      </a:endParaRPr>
                    </a:p>
                  </a:txBody>
                  <a:tcPr marL="76200" marR="76200" marT="76200" marB="76200" anchor="ctr"/>
                </a:tc>
                <a:tc>
                  <a:txBody>
                    <a:bodyPr/>
                    <a:lstStyle/>
                    <a:p>
                      <a:pPr indent="0" algn="ctr" fontAlgn="auto">
                        <a:lnSpc>
                          <a:spcPct val="100000"/>
                        </a:lnSpc>
                      </a:pPr>
                      <a:r>
                        <a:rPr lang="en-US" sz="1200" kern="100" dirty="0">
                          <a:effectLst/>
                        </a:rPr>
                        <a:t>21.4</a:t>
                      </a:r>
                      <a:endParaRPr lang="zh-CN" sz="1400" dirty="0">
                        <a:effectLst/>
                        <a:latin typeface="Montserrat" panose="00000500000000000000" pitchFamily="2" charset="0"/>
                        <a:ea typeface="宋体" panose="02010600030101010101" pitchFamily="2" charset="-122"/>
                      </a:endParaRPr>
                    </a:p>
                  </a:txBody>
                  <a:tcPr marL="76200" marR="76200" marT="76200" marB="76200" anchor="ctr"/>
                </a:tc>
                <a:tc>
                  <a:txBody>
                    <a:bodyPr/>
                    <a:lstStyle/>
                    <a:p>
                      <a:pPr indent="0" algn="ctr" fontAlgn="auto">
                        <a:lnSpc>
                          <a:spcPct val="100000"/>
                        </a:lnSpc>
                      </a:pPr>
                      <a:r>
                        <a:rPr lang="zh-CN" sz="1200" kern="100" dirty="0">
                          <a:effectLst/>
                        </a:rPr>
                        <a:t>约</a:t>
                      </a:r>
                      <a:r>
                        <a:rPr lang="en-US" sz="1200" kern="100" dirty="0">
                          <a:effectLst/>
                        </a:rPr>
                        <a:t>21</a:t>
                      </a:r>
                      <a:endParaRPr lang="zh-CN" sz="1400" dirty="0">
                        <a:effectLst/>
                        <a:latin typeface="Montserrat" panose="00000500000000000000" pitchFamily="2" charset="0"/>
                        <a:ea typeface="宋体" panose="02010600030101010101" pitchFamily="2" charset="-122"/>
                      </a:endParaRPr>
                    </a:p>
                  </a:txBody>
                  <a:tcPr marL="76200" marR="76200" marT="76200" marB="76200" anchor="ctr"/>
                </a:tc>
                <a:tc>
                  <a:txBody>
                    <a:bodyPr/>
                    <a:lstStyle/>
                    <a:p>
                      <a:pPr indent="0" algn="ctr" fontAlgn="auto">
                        <a:lnSpc>
                          <a:spcPct val="100000"/>
                        </a:lnSpc>
                      </a:pPr>
                      <a:r>
                        <a:rPr lang="en-US" sz="1200" kern="100" dirty="0">
                          <a:effectLst/>
                        </a:rPr>
                        <a:t>-3.50%</a:t>
                      </a:r>
                      <a:endParaRPr lang="zh-CN" sz="1400" dirty="0">
                        <a:effectLst/>
                        <a:latin typeface="Montserrat" panose="00000500000000000000" pitchFamily="2" charset="0"/>
                        <a:ea typeface="宋体" panose="02010600030101010101" pitchFamily="2" charset="-122"/>
                      </a:endParaRPr>
                    </a:p>
                  </a:txBody>
                  <a:tcPr marL="76200" marR="76200" marT="76200" marB="76200" anchor="ctr"/>
                </a:tc>
                <a:extLst>
                  <a:ext uri="{0D108BD9-81ED-4DB2-BD59-A6C34878D82A}">
                    <a16:rowId xmlns:a16="http://schemas.microsoft.com/office/drawing/2014/main" val="10001"/>
                  </a:ext>
                </a:extLst>
              </a:tr>
              <a:tr h="365591">
                <a:tc>
                  <a:txBody>
                    <a:bodyPr/>
                    <a:lstStyle/>
                    <a:p>
                      <a:pPr indent="0" algn="ctr" fontAlgn="auto">
                        <a:lnSpc>
                          <a:spcPct val="100000"/>
                        </a:lnSpc>
                      </a:pPr>
                      <a:r>
                        <a:rPr lang="en-US" sz="1200" kern="100" dirty="0">
                          <a:effectLst/>
                        </a:rPr>
                        <a:t>2</a:t>
                      </a:r>
                      <a:endParaRPr lang="zh-CN" sz="1400" dirty="0">
                        <a:effectLst/>
                        <a:latin typeface="Montserrat" panose="00000500000000000000" pitchFamily="2" charset="0"/>
                        <a:ea typeface="宋体" panose="02010600030101010101" pitchFamily="2" charset="-122"/>
                      </a:endParaRPr>
                    </a:p>
                  </a:txBody>
                  <a:tcPr marL="76200" marR="76200" marT="76200" marB="76200" anchor="ctr"/>
                </a:tc>
                <a:tc>
                  <a:txBody>
                    <a:bodyPr/>
                    <a:lstStyle/>
                    <a:p>
                      <a:pPr indent="0" algn="ctr" fontAlgn="auto">
                        <a:lnSpc>
                          <a:spcPct val="100000"/>
                        </a:lnSpc>
                      </a:pPr>
                      <a:r>
                        <a:rPr lang="zh-CN" sz="1200" kern="100" dirty="0">
                          <a:effectLst/>
                        </a:rPr>
                        <a:t>中国</a:t>
                      </a:r>
                      <a:endParaRPr lang="zh-CN" sz="1400" dirty="0">
                        <a:effectLst/>
                        <a:latin typeface="Montserrat" panose="00000500000000000000" pitchFamily="2" charset="0"/>
                        <a:ea typeface="宋体" panose="02010600030101010101" pitchFamily="2" charset="-122"/>
                      </a:endParaRPr>
                    </a:p>
                  </a:txBody>
                  <a:tcPr marL="76200" marR="76200" marT="76200" marB="76200" anchor="ctr"/>
                </a:tc>
                <a:tc>
                  <a:txBody>
                    <a:bodyPr/>
                    <a:lstStyle/>
                    <a:p>
                      <a:pPr indent="0" algn="ctr" fontAlgn="auto">
                        <a:lnSpc>
                          <a:spcPct val="100000"/>
                        </a:lnSpc>
                      </a:pPr>
                      <a:r>
                        <a:rPr lang="en-US" sz="1200" kern="100" dirty="0">
                          <a:effectLst/>
                        </a:rPr>
                        <a:t>11.3</a:t>
                      </a:r>
                      <a:endParaRPr lang="zh-CN" sz="1400" dirty="0">
                        <a:effectLst/>
                        <a:latin typeface="Montserrat" panose="00000500000000000000" pitchFamily="2" charset="0"/>
                        <a:ea typeface="宋体" panose="02010600030101010101" pitchFamily="2" charset="-122"/>
                      </a:endParaRPr>
                    </a:p>
                  </a:txBody>
                  <a:tcPr marL="76200" marR="76200" marT="76200" marB="76200" anchor="ctr"/>
                </a:tc>
                <a:tc>
                  <a:txBody>
                    <a:bodyPr/>
                    <a:lstStyle/>
                    <a:p>
                      <a:pPr indent="0" algn="ctr" fontAlgn="auto">
                        <a:lnSpc>
                          <a:spcPct val="100000"/>
                        </a:lnSpc>
                      </a:pPr>
                      <a:r>
                        <a:rPr lang="en-US" sz="1200" kern="100" dirty="0">
                          <a:effectLst/>
                        </a:rPr>
                        <a:t>14.7</a:t>
                      </a:r>
                      <a:endParaRPr lang="zh-CN" sz="1400" dirty="0">
                        <a:effectLst/>
                        <a:latin typeface="Montserrat" panose="00000500000000000000" pitchFamily="2" charset="0"/>
                        <a:ea typeface="宋体" panose="02010600030101010101" pitchFamily="2" charset="-122"/>
                      </a:endParaRPr>
                    </a:p>
                  </a:txBody>
                  <a:tcPr marL="76200" marR="76200" marT="76200" marB="76200" anchor="ctr"/>
                </a:tc>
                <a:tc>
                  <a:txBody>
                    <a:bodyPr/>
                    <a:lstStyle/>
                    <a:p>
                      <a:pPr indent="0" algn="ctr" fontAlgn="auto">
                        <a:lnSpc>
                          <a:spcPct val="100000"/>
                        </a:lnSpc>
                      </a:pPr>
                      <a:r>
                        <a:rPr lang="en-US" sz="1200" kern="100" dirty="0">
                          <a:effectLst/>
                        </a:rPr>
                        <a:t>2.30%</a:t>
                      </a:r>
                      <a:endParaRPr lang="zh-CN" sz="1400" dirty="0">
                        <a:effectLst/>
                        <a:latin typeface="Montserrat" panose="00000500000000000000" pitchFamily="2" charset="0"/>
                        <a:ea typeface="宋体" panose="02010600030101010101" pitchFamily="2" charset="-122"/>
                      </a:endParaRPr>
                    </a:p>
                  </a:txBody>
                  <a:tcPr marL="76200" marR="76200" marT="76200" marB="76200" anchor="ctr"/>
                </a:tc>
                <a:extLst>
                  <a:ext uri="{0D108BD9-81ED-4DB2-BD59-A6C34878D82A}">
                    <a16:rowId xmlns:a16="http://schemas.microsoft.com/office/drawing/2014/main" val="10002"/>
                  </a:ext>
                </a:extLst>
              </a:tr>
              <a:tr h="365591">
                <a:tc>
                  <a:txBody>
                    <a:bodyPr/>
                    <a:lstStyle/>
                    <a:p>
                      <a:pPr indent="0" algn="ctr" fontAlgn="auto">
                        <a:lnSpc>
                          <a:spcPct val="100000"/>
                        </a:lnSpc>
                      </a:pPr>
                      <a:r>
                        <a:rPr lang="en-US" sz="1200" kern="100" dirty="0">
                          <a:effectLst/>
                        </a:rPr>
                        <a:t>3</a:t>
                      </a:r>
                      <a:endParaRPr lang="zh-CN" sz="1400" dirty="0">
                        <a:effectLst/>
                        <a:latin typeface="Montserrat" panose="00000500000000000000" pitchFamily="2" charset="0"/>
                        <a:ea typeface="宋体" panose="02010600030101010101" pitchFamily="2" charset="-122"/>
                      </a:endParaRPr>
                    </a:p>
                  </a:txBody>
                  <a:tcPr marL="76200" marR="76200" marT="76200" marB="76200" anchor="ctr"/>
                </a:tc>
                <a:tc>
                  <a:txBody>
                    <a:bodyPr/>
                    <a:lstStyle/>
                    <a:p>
                      <a:pPr indent="0" algn="ctr" fontAlgn="auto">
                        <a:lnSpc>
                          <a:spcPct val="100000"/>
                        </a:lnSpc>
                      </a:pPr>
                      <a:r>
                        <a:rPr lang="zh-CN" sz="1200" kern="100" dirty="0">
                          <a:effectLst/>
                        </a:rPr>
                        <a:t>日本</a:t>
                      </a:r>
                      <a:endParaRPr lang="zh-CN" sz="1400" dirty="0">
                        <a:effectLst/>
                        <a:latin typeface="Montserrat" panose="00000500000000000000" pitchFamily="2" charset="0"/>
                        <a:ea typeface="宋体" panose="02010600030101010101" pitchFamily="2" charset="-122"/>
                      </a:endParaRPr>
                    </a:p>
                  </a:txBody>
                  <a:tcPr marL="76200" marR="76200" marT="76200" marB="76200" anchor="ctr"/>
                </a:tc>
                <a:tc>
                  <a:txBody>
                    <a:bodyPr/>
                    <a:lstStyle/>
                    <a:p>
                      <a:pPr indent="0" algn="ctr" fontAlgn="auto">
                        <a:lnSpc>
                          <a:spcPct val="100000"/>
                        </a:lnSpc>
                      </a:pPr>
                      <a:r>
                        <a:rPr lang="en-US" sz="1200" kern="100" dirty="0">
                          <a:effectLst/>
                        </a:rPr>
                        <a:t>5.1</a:t>
                      </a:r>
                      <a:endParaRPr lang="zh-CN" sz="1400" dirty="0">
                        <a:effectLst/>
                        <a:latin typeface="Montserrat" panose="00000500000000000000" pitchFamily="2" charset="0"/>
                        <a:ea typeface="宋体" panose="02010600030101010101" pitchFamily="2" charset="-122"/>
                      </a:endParaRPr>
                    </a:p>
                  </a:txBody>
                  <a:tcPr marL="76200" marR="76200" marT="76200" marB="76200" anchor="ctr"/>
                </a:tc>
                <a:tc>
                  <a:txBody>
                    <a:bodyPr/>
                    <a:lstStyle/>
                    <a:p>
                      <a:pPr indent="0" algn="ctr" fontAlgn="auto">
                        <a:lnSpc>
                          <a:spcPct val="100000"/>
                        </a:lnSpc>
                      </a:pPr>
                      <a:r>
                        <a:rPr lang="en-US" sz="1200" kern="100" dirty="0">
                          <a:effectLst/>
                        </a:rPr>
                        <a:t>4.9</a:t>
                      </a:r>
                      <a:endParaRPr lang="zh-CN" sz="1400" dirty="0">
                        <a:effectLst/>
                        <a:latin typeface="Montserrat" panose="00000500000000000000" pitchFamily="2" charset="0"/>
                        <a:ea typeface="宋体" panose="02010600030101010101" pitchFamily="2" charset="-122"/>
                      </a:endParaRPr>
                    </a:p>
                  </a:txBody>
                  <a:tcPr marL="76200" marR="76200" marT="76200" marB="76200" anchor="ctr"/>
                </a:tc>
                <a:tc>
                  <a:txBody>
                    <a:bodyPr/>
                    <a:lstStyle/>
                    <a:p>
                      <a:pPr indent="0" algn="ctr" fontAlgn="auto">
                        <a:lnSpc>
                          <a:spcPct val="100000"/>
                        </a:lnSpc>
                      </a:pPr>
                      <a:r>
                        <a:rPr lang="en-US" sz="1200" kern="100" dirty="0">
                          <a:effectLst/>
                        </a:rPr>
                        <a:t>-5.30%</a:t>
                      </a:r>
                      <a:endParaRPr lang="zh-CN" sz="1400" dirty="0">
                        <a:effectLst/>
                        <a:latin typeface="Montserrat" panose="00000500000000000000" pitchFamily="2" charset="0"/>
                        <a:ea typeface="宋体" panose="02010600030101010101" pitchFamily="2" charset="-122"/>
                      </a:endParaRPr>
                    </a:p>
                  </a:txBody>
                  <a:tcPr marL="76200" marR="76200" marT="76200" marB="76200" anchor="ctr"/>
                </a:tc>
                <a:extLst>
                  <a:ext uri="{0D108BD9-81ED-4DB2-BD59-A6C34878D82A}">
                    <a16:rowId xmlns:a16="http://schemas.microsoft.com/office/drawing/2014/main" val="10003"/>
                  </a:ext>
                </a:extLst>
              </a:tr>
              <a:tr h="365591">
                <a:tc>
                  <a:txBody>
                    <a:bodyPr/>
                    <a:lstStyle/>
                    <a:p>
                      <a:pPr indent="0" algn="ctr" fontAlgn="auto">
                        <a:lnSpc>
                          <a:spcPct val="100000"/>
                        </a:lnSpc>
                      </a:pPr>
                      <a:r>
                        <a:rPr lang="en-US" sz="1200" kern="100" dirty="0">
                          <a:effectLst/>
                        </a:rPr>
                        <a:t>4</a:t>
                      </a:r>
                      <a:endParaRPr lang="zh-CN" sz="1400" dirty="0">
                        <a:effectLst/>
                        <a:latin typeface="Montserrat" panose="00000500000000000000" pitchFamily="2" charset="0"/>
                        <a:ea typeface="宋体" panose="02010600030101010101" pitchFamily="2" charset="-122"/>
                      </a:endParaRPr>
                    </a:p>
                  </a:txBody>
                  <a:tcPr marL="76200" marR="76200" marT="76200" marB="76200" anchor="ctr"/>
                </a:tc>
                <a:tc>
                  <a:txBody>
                    <a:bodyPr/>
                    <a:lstStyle/>
                    <a:p>
                      <a:pPr indent="0" algn="ctr" fontAlgn="auto">
                        <a:lnSpc>
                          <a:spcPct val="100000"/>
                        </a:lnSpc>
                      </a:pPr>
                      <a:r>
                        <a:rPr lang="zh-CN" sz="1200" kern="100" dirty="0">
                          <a:effectLst/>
                        </a:rPr>
                        <a:t>德国</a:t>
                      </a:r>
                      <a:endParaRPr lang="zh-CN" sz="1400" dirty="0">
                        <a:effectLst/>
                        <a:latin typeface="Montserrat" panose="00000500000000000000" pitchFamily="2" charset="0"/>
                        <a:ea typeface="宋体" panose="02010600030101010101" pitchFamily="2" charset="-122"/>
                      </a:endParaRPr>
                    </a:p>
                  </a:txBody>
                  <a:tcPr marL="76200" marR="76200" marT="76200" marB="76200" anchor="ctr"/>
                </a:tc>
                <a:tc>
                  <a:txBody>
                    <a:bodyPr/>
                    <a:lstStyle/>
                    <a:p>
                      <a:pPr indent="0" algn="ctr" fontAlgn="auto">
                        <a:lnSpc>
                          <a:spcPct val="100000"/>
                        </a:lnSpc>
                      </a:pPr>
                      <a:r>
                        <a:rPr lang="en-US" sz="1200" kern="100" dirty="0">
                          <a:effectLst/>
                        </a:rPr>
                        <a:t>3.86</a:t>
                      </a:r>
                      <a:endParaRPr lang="zh-CN" sz="1400" dirty="0">
                        <a:effectLst/>
                        <a:latin typeface="Montserrat" panose="00000500000000000000" pitchFamily="2" charset="0"/>
                        <a:ea typeface="宋体" panose="02010600030101010101" pitchFamily="2" charset="-122"/>
                      </a:endParaRPr>
                    </a:p>
                  </a:txBody>
                  <a:tcPr marL="76200" marR="76200" marT="76200" marB="76200" anchor="ctr"/>
                </a:tc>
                <a:tc>
                  <a:txBody>
                    <a:bodyPr/>
                    <a:lstStyle/>
                    <a:p>
                      <a:pPr indent="0" algn="ctr" fontAlgn="auto">
                        <a:lnSpc>
                          <a:spcPct val="100000"/>
                        </a:lnSpc>
                      </a:pPr>
                      <a:r>
                        <a:rPr lang="en-US" sz="1200" kern="100" dirty="0">
                          <a:effectLst/>
                        </a:rPr>
                        <a:t>3.8</a:t>
                      </a:r>
                      <a:endParaRPr lang="zh-CN" sz="1400" dirty="0">
                        <a:effectLst/>
                        <a:latin typeface="Montserrat" panose="00000500000000000000" pitchFamily="2" charset="0"/>
                        <a:ea typeface="宋体" panose="02010600030101010101" pitchFamily="2" charset="-122"/>
                      </a:endParaRPr>
                    </a:p>
                  </a:txBody>
                  <a:tcPr marL="76200" marR="76200" marT="76200" marB="76200" anchor="ctr"/>
                </a:tc>
                <a:tc>
                  <a:txBody>
                    <a:bodyPr/>
                    <a:lstStyle/>
                    <a:p>
                      <a:pPr indent="0" algn="ctr" fontAlgn="auto">
                        <a:lnSpc>
                          <a:spcPct val="100000"/>
                        </a:lnSpc>
                      </a:pPr>
                      <a:r>
                        <a:rPr lang="en-US" sz="1200" kern="100" dirty="0">
                          <a:effectLst/>
                        </a:rPr>
                        <a:t>-5%</a:t>
                      </a:r>
                      <a:endParaRPr lang="zh-CN" sz="1400" dirty="0">
                        <a:effectLst/>
                        <a:latin typeface="Montserrat" panose="00000500000000000000" pitchFamily="2" charset="0"/>
                        <a:ea typeface="宋体" panose="02010600030101010101" pitchFamily="2" charset="-122"/>
                      </a:endParaRPr>
                    </a:p>
                  </a:txBody>
                  <a:tcPr marL="76200" marR="76200" marT="76200" marB="76200" anchor="ctr"/>
                </a:tc>
                <a:extLst>
                  <a:ext uri="{0D108BD9-81ED-4DB2-BD59-A6C34878D82A}">
                    <a16:rowId xmlns:a16="http://schemas.microsoft.com/office/drawing/2014/main" val="10004"/>
                  </a:ext>
                </a:extLst>
              </a:tr>
              <a:tr h="365591">
                <a:tc>
                  <a:txBody>
                    <a:bodyPr/>
                    <a:lstStyle/>
                    <a:p>
                      <a:pPr indent="0" algn="ctr" fontAlgn="auto">
                        <a:lnSpc>
                          <a:spcPct val="100000"/>
                        </a:lnSpc>
                      </a:pPr>
                      <a:r>
                        <a:rPr lang="en-US" sz="1200" kern="100" dirty="0">
                          <a:effectLst/>
                        </a:rPr>
                        <a:t>5</a:t>
                      </a:r>
                      <a:endParaRPr lang="zh-CN" sz="1400" dirty="0">
                        <a:effectLst/>
                        <a:latin typeface="Montserrat" panose="00000500000000000000" pitchFamily="2" charset="0"/>
                        <a:ea typeface="宋体" panose="02010600030101010101" pitchFamily="2" charset="-122"/>
                      </a:endParaRPr>
                    </a:p>
                  </a:txBody>
                  <a:tcPr marL="76200" marR="76200" marT="76200" marB="76200" anchor="ctr"/>
                </a:tc>
                <a:tc>
                  <a:txBody>
                    <a:bodyPr/>
                    <a:lstStyle/>
                    <a:p>
                      <a:pPr indent="0" algn="ctr" fontAlgn="auto">
                        <a:lnSpc>
                          <a:spcPct val="100000"/>
                        </a:lnSpc>
                      </a:pPr>
                      <a:r>
                        <a:rPr lang="zh-CN" sz="1200" kern="100" dirty="0">
                          <a:effectLst/>
                        </a:rPr>
                        <a:t>印度</a:t>
                      </a:r>
                      <a:endParaRPr lang="zh-CN" sz="1400" dirty="0">
                        <a:effectLst/>
                        <a:latin typeface="Montserrat" panose="00000500000000000000" pitchFamily="2" charset="0"/>
                        <a:ea typeface="宋体" panose="02010600030101010101" pitchFamily="2" charset="-122"/>
                      </a:endParaRPr>
                    </a:p>
                  </a:txBody>
                  <a:tcPr marL="76200" marR="76200" marT="76200" marB="76200" anchor="ctr"/>
                </a:tc>
                <a:tc>
                  <a:txBody>
                    <a:bodyPr/>
                    <a:lstStyle/>
                    <a:p>
                      <a:pPr indent="0" algn="ctr" fontAlgn="auto">
                        <a:lnSpc>
                          <a:spcPct val="100000"/>
                        </a:lnSpc>
                      </a:pPr>
                      <a:r>
                        <a:rPr lang="en-US" sz="1200" kern="100" dirty="0">
                          <a:effectLst/>
                        </a:rPr>
                        <a:t>2.87</a:t>
                      </a:r>
                      <a:endParaRPr lang="zh-CN" sz="1400" dirty="0">
                        <a:effectLst/>
                        <a:latin typeface="Montserrat" panose="00000500000000000000" pitchFamily="2" charset="0"/>
                        <a:ea typeface="宋体" panose="02010600030101010101" pitchFamily="2" charset="-122"/>
                      </a:endParaRPr>
                    </a:p>
                  </a:txBody>
                  <a:tcPr marL="76200" marR="76200" marT="76200" marB="76200" anchor="ctr"/>
                </a:tc>
                <a:tc>
                  <a:txBody>
                    <a:bodyPr/>
                    <a:lstStyle/>
                    <a:p>
                      <a:pPr indent="0" algn="ctr" fontAlgn="auto">
                        <a:lnSpc>
                          <a:spcPct val="100000"/>
                        </a:lnSpc>
                      </a:pPr>
                      <a:r>
                        <a:rPr lang="en-US" sz="1200" kern="100" dirty="0">
                          <a:effectLst/>
                        </a:rPr>
                        <a:t>2.6</a:t>
                      </a:r>
                      <a:endParaRPr lang="zh-CN" sz="1400" dirty="0">
                        <a:effectLst/>
                        <a:latin typeface="Montserrat" panose="00000500000000000000" pitchFamily="2" charset="0"/>
                        <a:ea typeface="宋体" panose="02010600030101010101" pitchFamily="2" charset="-122"/>
                      </a:endParaRPr>
                    </a:p>
                  </a:txBody>
                  <a:tcPr marL="76200" marR="76200" marT="76200" marB="76200" anchor="ctr"/>
                </a:tc>
                <a:tc>
                  <a:txBody>
                    <a:bodyPr/>
                    <a:lstStyle/>
                    <a:p>
                      <a:pPr indent="0" algn="ctr" fontAlgn="auto">
                        <a:lnSpc>
                          <a:spcPct val="100000"/>
                        </a:lnSpc>
                      </a:pPr>
                      <a:r>
                        <a:rPr lang="en-US" sz="1200" kern="100" dirty="0">
                          <a:effectLst/>
                        </a:rPr>
                        <a:t>-7.70%</a:t>
                      </a:r>
                      <a:endParaRPr lang="zh-CN" sz="1400" dirty="0">
                        <a:effectLst/>
                        <a:latin typeface="Montserrat" panose="00000500000000000000" pitchFamily="2" charset="0"/>
                        <a:ea typeface="宋体" panose="02010600030101010101" pitchFamily="2" charset="-122"/>
                      </a:endParaRPr>
                    </a:p>
                  </a:txBody>
                  <a:tcPr marL="76200" marR="76200" marT="76200" marB="76200" anchor="ctr"/>
                </a:tc>
                <a:extLst>
                  <a:ext uri="{0D108BD9-81ED-4DB2-BD59-A6C34878D82A}">
                    <a16:rowId xmlns:a16="http://schemas.microsoft.com/office/drawing/2014/main" val="10005"/>
                  </a:ext>
                </a:extLst>
              </a:tr>
              <a:tr h="365591">
                <a:tc>
                  <a:txBody>
                    <a:bodyPr/>
                    <a:lstStyle/>
                    <a:p>
                      <a:pPr indent="0" algn="ctr" fontAlgn="auto">
                        <a:lnSpc>
                          <a:spcPct val="100000"/>
                        </a:lnSpc>
                      </a:pPr>
                      <a:r>
                        <a:rPr lang="en-US" sz="1200" kern="100" dirty="0">
                          <a:effectLst/>
                        </a:rPr>
                        <a:t>6</a:t>
                      </a:r>
                      <a:endParaRPr lang="zh-CN" sz="1400" dirty="0">
                        <a:effectLst/>
                        <a:latin typeface="Montserrat" panose="00000500000000000000" pitchFamily="2" charset="0"/>
                        <a:ea typeface="宋体" panose="02010600030101010101" pitchFamily="2" charset="-122"/>
                      </a:endParaRPr>
                    </a:p>
                  </a:txBody>
                  <a:tcPr marL="76200" marR="76200" marT="76200" marB="76200" anchor="ctr"/>
                </a:tc>
                <a:tc>
                  <a:txBody>
                    <a:bodyPr/>
                    <a:lstStyle/>
                    <a:p>
                      <a:pPr indent="0" algn="ctr" fontAlgn="auto">
                        <a:lnSpc>
                          <a:spcPct val="100000"/>
                        </a:lnSpc>
                      </a:pPr>
                      <a:r>
                        <a:rPr lang="zh-CN" sz="1200" kern="100" dirty="0">
                          <a:effectLst/>
                        </a:rPr>
                        <a:t>英国</a:t>
                      </a:r>
                      <a:endParaRPr lang="zh-CN" sz="1400" dirty="0">
                        <a:effectLst/>
                        <a:latin typeface="Montserrat" panose="00000500000000000000" pitchFamily="2" charset="0"/>
                        <a:ea typeface="宋体" panose="02010600030101010101" pitchFamily="2" charset="-122"/>
                      </a:endParaRPr>
                    </a:p>
                  </a:txBody>
                  <a:tcPr marL="76200" marR="76200" marT="76200" marB="76200" anchor="ctr"/>
                </a:tc>
                <a:tc>
                  <a:txBody>
                    <a:bodyPr/>
                    <a:lstStyle/>
                    <a:p>
                      <a:pPr indent="0" algn="ctr" fontAlgn="auto">
                        <a:lnSpc>
                          <a:spcPct val="100000"/>
                        </a:lnSpc>
                      </a:pPr>
                      <a:r>
                        <a:rPr lang="en-US" sz="1200" kern="100" dirty="0">
                          <a:effectLst/>
                        </a:rPr>
                        <a:t>2.8</a:t>
                      </a:r>
                      <a:endParaRPr lang="zh-CN" sz="1400" dirty="0">
                        <a:effectLst/>
                        <a:latin typeface="Montserrat" panose="00000500000000000000" pitchFamily="2" charset="0"/>
                        <a:ea typeface="宋体" panose="02010600030101010101" pitchFamily="2" charset="-122"/>
                      </a:endParaRPr>
                    </a:p>
                  </a:txBody>
                  <a:tcPr marL="76200" marR="76200" marT="76200" marB="76200" anchor="ctr"/>
                </a:tc>
                <a:tc>
                  <a:txBody>
                    <a:bodyPr/>
                    <a:lstStyle/>
                    <a:p>
                      <a:pPr indent="0" algn="ctr" fontAlgn="auto">
                        <a:lnSpc>
                          <a:spcPct val="100000"/>
                        </a:lnSpc>
                      </a:pPr>
                      <a:r>
                        <a:rPr lang="en-US" sz="1200" kern="100" dirty="0">
                          <a:effectLst/>
                        </a:rPr>
                        <a:t>2.5</a:t>
                      </a:r>
                      <a:endParaRPr lang="zh-CN" sz="1400" dirty="0">
                        <a:effectLst/>
                        <a:latin typeface="Montserrat" panose="00000500000000000000" pitchFamily="2" charset="0"/>
                        <a:ea typeface="宋体" panose="02010600030101010101" pitchFamily="2" charset="-122"/>
                      </a:endParaRPr>
                    </a:p>
                  </a:txBody>
                  <a:tcPr marL="76200" marR="76200" marT="76200" marB="76200" anchor="ctr"/>
                </a:tc>
                <a:tc>
                  <a:txBody>
                    <a:bodyPr/>
                    <a:lstStyle/>
                    <a:p>
                      <a:pPr indent="0" algn="ctr" fontAlgn="auto">
                        <a:lnSpc>
                          <a:spcPct val="100000"/>
                        </a:lnSpc>
                      </a:pPr>
                      <a:r>
                        <a:rPr lang="en-US" sz="1200" kern="100" dirty="0">
                          <a:effectLst/>
                        </a:rPr>
                        <a:t>-12.40%</a:t>
                      </a:r>
                      <a:endParaRPr lang="zh-CN" sz="1400" dirty="0">
                        <a:effectLst/>
                        <a:latin typeface="Montserrat" panose="00000500000000000000" pitchFamily="2" charset="0"/>
                        <a:ea typeface="宋体" panose="02010600030101010101" pitchFamily="2" charset="-122"/>
                      </a:endParaRPr>
                    </a:p>
                  </a:txBody>
                  <a:tcPr marL="76200" marR="76200" marT="76200" marB="76200" anchor="ctr"/>
                </a:tc>
                <a:extLst>
                  <a:ext uri="{0D108BD9-81ED-4DB2-BD59-A6C34878D82A}">
                    <a16:rowId xmlns:a16="http://schemas.microsoft.com/office/drawing/2014/main" val="10006"/>
                  </a:ext>
                </a:extLst>
              </a:tr>
              <a:tr h="365591">
                <a:tc>
                  <a:txBody>
                    <a:bodyPr/>
                    <a:lstStyle/>
                    <a:p>
                      <a:pPr indent="0" algn="ctr" fontAlgn="auto">
                        <a:lnSpc>
                          <a:spcPct val="100000"/>
                        </a:lnSpc>
                      </a:pPr>
                      <a:r>
                        <a:rPr lang="en-US" sz="1200" kern="100" dirty="0">
                          <a:effectLst/>
                        </a:rPr>
                        <a:t>7</a:t>
                      </a:r>
                      <a:endParaRPr lang="zh-CN" sz="1400" dirty="0">
                        <a:effectLst/>
                        <a:latin typeface="Montserrat" panose="00000500000000000000" pitchFamily="2" charset="0"/>
                        <a:ea typeface="宋体" panose="02010600030101010101" pitchFamily="2" charset="-122"/>
                      </a:endParaRPr>
                    </a:p>
                  </a:txBody>
                  <a:tcPr marL="76200" marR="76200" marT="76200" marB="76200" anchor="ctr"/>
                </a:tc>
                <a:tc>
                  <a:txBody>
                    <a:bodyPr/>
                    <a:lstStyle/>
                    <a:p>
                      <a:pPr indent="0" algn="ctr" fontAlgn="auto">
                        <a:lnSpc>
                          <a:spcPct val="100000"/>
                        </a:lnSpc>
                      </a:pPr>
                      <a:r>
                        <a:rPr lang="zh-CN" sz="1200" kern="100" dirty="0">
                          <a:effectLst/>
                        </a:rPr>
                        <a:t>法国</a:t>
                      </a:r>
                      <a:endParaRPr lang="zh-CN" sz="1400" dirty="0">
                        <a:effectLst/>
                        <a:latin typeface="Montserrat" panose="00000500000000000000" pitchFamily="2" charset="0"/>
                        <a:ea typeface="宋体" panose="02010600030101010101" pitchFamily="2" charset="-122"/>
                      </a:endParaRPr>
                    </a:p>
                  </a:txBody>
                  <a:tcPr marL="76200" marR="76200" marT="76200" marB="76200" anchor="ctr"/>
                </a:tc>
                <a:tc>
                  <a:txBody>
                    <a:bodyPr/>
                    <a:lstStyle/>
                    <a:p>
                      <a:pPr indent="0" algn="ctr" fontAlgn="auto">
                        <a:lnSpc>
                          <a:spcPct val="100000"/>
                        </a:lnSpc>
                      </a:pPr>
                      <a:r>
                        <a:rPr lang="en-US" sz="1200" kern="100" dirty="0">
                          <a:effectLst/>
                        </a:rPr>
                        <a:t>2.7</a:t>
                      </a:r>
                      <a:endParaRPr lang="zh-CN" sz="1400" dirty="0">
                        <a:effectLst/>
                        <a:latin typeface="Montserrat" panose="00000500000000000000" pitchFamily="2" charset="0"/>
                        <a:ea typeface="宋体" panose="02010600030101010101" pitchFamily="2" charset="-122"/>
                      </a:endParaRPr>
                    </a:p>
                  </a:txBody>
                  <a:tcPr marL="76200" marR="76200" marT="76200" marB="76200" anchor="ctr"/>
                </a:tc>
                <a:tc>
                  <a:txBody>
                    <a:bodyPr/>
                    <a:lstStyle/>
                    <a:p>
                      <a:pPr indent="0" algn="ctr" fontAlgn="auto">
                        <a:lnSpc>
                          <a:spcPct val="100000"/>
                        </a:lnSpc>
                      </a:pPr>
                      <a:r>
                        <a:rPr lang="en-US" sz="1200" kern="100" dirty="0">
                          <a:effectLst/>
                        </a:rPr>
                        <a:t>2.6</a:t>
                      </a:r>
                      <a:endParaRPr lang="zh-CN" sz="1400" dirty="0">
                        <a:effectLst/>
                        <a:latin typeface="Montserrat" panose="00000500000000000000" pitchFamily="2" charset="0"/>
                        <a:ea typeface="宋体" panose="02010600030101010101" pitchFamily="2" charset="-122"/>
                      </a:endParaRPr>
                    </a:p>
                  </a:txBody>
                  <a:tcPr marL="76200" marR="76200" marT="76200" marB="76200" anchor="ctr"/>
                </a:tc>
                <a:tc>
                  <a:txBody>
                    <a:bodyPr/>
                    <a:lstStyle/>
                    <a:p>
                      <a:pPr indent="0" algn="ctr" fontAlgn="auto">
                        <a:lnSpc>
                          <a:spcPct val="100000"/>
                        </a:lnSpc>
                      </a:pPr>
                      <a:r>
                        <a:rPr lang="en-US" sz="1200" kern="100" dirty="0">
                          <a:effectLst/>
                        </a:rPr>
                        <a:t>-8.30%</a:t>
                      </a:r>
                      <a:endParaRPr lang="zh-CN" sz="1400" dirty="0">
                        <a:effectLst/>
                        <a:latin typeface="Montserrat" panose="00000500000000000000" pitchFamily="2" charset="0"/>
                        <a:ea typeface="宋体" panose="02010600030101010101" pitchFamily="2" charset="-122"/>
                      </a:endParaRPr>
                    </a:p>
                  </a:txBody>
                  <a:tcPr marL="76200" marR="76200" marT="76200" marB="76200" anchor="ctr"/>
                </a:tc>
                <a:extLst>
                  <a:ext uri="{0D108BD9-81ED-4DB2-BD59-A6C34878D82A}">
                    <a16:rowId xmlns:a16="http://schemas.microsoft.com/office/drawing/2014/main" val="10007"/>
                  </a:ext>
                </a:extLst>
              </a:tr>
              <a:tr h="365591">
                <a:tc>
                  <a:txBody>
                    <a:bodyPr/>
                    <a:lstStyle/>
                    <a:p>
                      <a:pPr indent="0" algn="ctr" fontAlgn="auto">
                        <a:lnSpc>
                          <a:spcPct val="100000"/>
                        </a:lnSpc>
                      </a:pPr>
                      <a:r>
                        <a:rPr lang="en-US" sz="1200" kern="100" dirty="0">
                          <a:effectLst/>
                        </a:rPr>
                        <a:t>8</a:t>
                      </a:r>
                      <a:endParaRPr lang="zh-CN" sz="1400" dirty="0">
                        <a:effectLst/>
                        <a:latin typeface="Montserrat" panose="00000500000000000000" pitchFamily="2" charset="0"/>
                        <a:ea typeface="宋体" panose="02010600030101010101" pitchFamily="2" charset="-122"/>
                      </a:endParaRPr>
                    </a:p>
                  </a:txBody>
                  <a:tcPr marL="76200" marR="76200" marT="76200" marB="76200" anchor="ctr"/>
                </a:tc>
                <a:tc>
                  <a:txBody>
                    <a:bodyPr/>
                    <a:lstStyle/>
                    <a:p>
                      <a:pPr indent="0" algn="ctr" fontAlgn="auto">
                        <a:lnSpc>
                          <a:spcPct val="100000"/>
                        </a:lnSpc>
                      </a:pPr>
                      <a:r>
                        <a:rPr lang="zh-CN" sz="1200" kern="100" dirty="0">
                          <a:effectLst/>
                        </a:rPr>
                        <a:t>意大利</a:t>
                      </a:r>
                      <a:endParaRPr lang="zh-CN" sz="1400" dirty="0">
                        <a:effectLst/>
                        <a:latin typeface="Montserrat" panose="00000500000000000000" pitchFamily="2" charset="0"/>
                        <a:ea typeface="宋体" panose="02010600030101010101" pitchFamily="2" charset="-122"/>
                      </a:endParaRPr>
                    </a:p>
                  </a:txBody>
                  <a:tcPr marL="76200" marR="76200" marT="76200" marB="76200" anchor="ctr"/>
                </a:tc>
                <a:tc>
                  <a:txBody>
                    <a:bodyPr/>
                    <a:lstStyle/>
                    <a:p>
                      <a:pPr indent="0" algn="ctr" fontAlgn="auto">
                        <a:lnSpc>
                          <a:spcPct val="100000"/>
                        </a:lnSpc>
                      </a:pPr>
                      <a:r>
                        <a:rPr lang="en-US" sz="1200" kern="100" dirty="0">
                          <a:effectLst/>
                        </a:rPr>
                        <a:t>2</a:t>
                      </a:r>
                      <a:endParaRPr lang="zh-CN" sz="1400" dirty="0">
                        <a:effectLst/>
                        <a:latin typeface="Montserrat" panose="00000500000000000000" pitchFamily="2" charset="0"/>
                        <a:ea typeface="宋体" panose="02010600030101010101" pitchFamily="2" charset="-122"/>
                      </a:endParaRPr>
                    </a:p>
                  </a:txBody>
                  <a:tcPr marL="76200" marR="76200" marT="76200" marB="76200" anchor="ctr"/>
                </a:tc>
                <a:tc>
                  <a:txBody>
                    <a:bodyPr/>
                    <a:lstStyle/>
                    <a:p>
                      <a:pPr indent="0" algn="ctr" fontAlgn="auto">
                        <a:lnSpc>
                          <a:spcPct val="100000"/>
                        </a:lnSpc>
                      </a:pPr>
                      <a:r>
                        <a:rPr lang="en-US" sz="1200" kern="100" dirty="0">
                          <a:effectLst/>
                        </a:rPr>
                        <a:t>1.85</a:t>
                      </a:r>
                      <a:endParaRPr lang="zh-CN" sz="1400" dirty="0">
                        <a:effectLst/>
                        <a:latin typeface="Montserrat" panose="00000500000000000000" pitchFamily="2" charset="0"/>
                        <a:ea typeface="宋体" panose="02010600030101010101" pitchFamily="2" charset="-122"/>
                      </a:endParaRPr>
                    </a:p>
                  </a:txBody>
                  <a:tcPr marL="76200" marR="76200" marT="76200" marB="76200" anchor="ctr"/>
                </a:tc>
                <a:tc>
                  <a:txBody>
                    <a:bodyPr/>
                    <a:lstStyle/>
                    <a:p>
                      <a:pPr indent="0" algn="ctr" fontAlgn="auto">
                        <a:lnSpc>
                          <a:spcPct val="100000"/>
                        </a:lnSpc>
                      </a:pPr>
                      <a:r>
                        <a:rPr lang="en-US" sz="1200" kern="100" dirty="0">
                          <a:effectLst/>
                        </a:rPr>
                        <a:t>-8.80%</a:t>
                      </a:r>
                      <a:endParaRPr lang="zh-CN" sz="1400" dirty="0">
                        <a:effectLst/>
                        <a:latin typeface="Montserrat" panose="00000500000000000000" pitchFamily="2" charset="0"/>
                        <a:ea typeface="宋体" panose="02010600030101010101" pitchFamily="2" charset="-122"/>
                      </a:endParaRPr>
                    </a:p>
                  </a:txBody>
                  <a:tcPr marL="76200" marR="76200" marT="76200" marB="76200" anchor="ctr"/>
                </a:tc>
                <a:extLst>
                  <a:ext uri="{0D108BD9-81ED-4DB2-BD59-A6C34878D82A}">
                    <a16:rowId xmlns:a16="http://schemas.microsoft.com/office/drawing/2014/main" val="10008"/>
                  </a:ext>
                </a:extLst>
              </a:tr>
              <a:tr h="365591">
                <a:tc>
                  <a:txBody>
                    <a:bodyPr/>
                    <a:lstStyle/>
                    <a:p>
                      <a:pPr indent="0" algn="ctr" fontAlgn="auto">
                        <a:lnSpc>
                          <a:spcPct val="100000"/>
                        </a:lnSpc>
                      </a:pPr>
                      <a:r>
                        <a:rPr lang="en-US" sz="1200" kern="100" dirty="0">
                          <a:effectLst/>
                        </a:rPr>
                        <a:t>9</a:t>
                      </a:r>
                      <a:endParaRPr lang="zh-CN" sz="1400" dirty="0">
                        <a:effectLst/>
                        <a:latin typeface="Montserrat" panose="00000500000000000000" pitchFamily="2" charset="0"/>
                        <a:ea typeface="宋体" panose="02010600030101010101" pitchFamily="2" charset="-122"/>
                      </a:endParaRPr>
                    </a:p>
                  </a:txBody>
                  <a:tcPr marL="76200" marR="76200" marT="76200" marB="76200" anchor="ctr"/>
                </a:tc>
                <a:tc>
                  <a:txBody>
                    <a:bodyPr/>
                    <a:lstStyle/>
                    <a:p>
                      <a:pPr indent="0" algn="ctr" fontAlgn="auto">
                        <a:lnSpc>
                          <a:spcPct val="100000"/>
                        </a:lnSpc>
                      </a:pPr>
                      <a:r>
                        <a:rPr lang="zh-CN" sz="1200" kern="100" dirty="0">
                          <a:effectLst/>
                        </a:rPr>
                        <a:t>巴西</a:t>
                      </a:r>
                      <a:endParaRPr lang="zh-CN" sz="1400" dirty="0">
                        <a:effectLst/>
                        <a:latin typeface="Montserrat" panose="00000500000000000000" pitchFamily="2" charset="0"/>
                        <a:ea typeface="宋体" panose="02010600030101010101" pitchFamily="2" charset="-122"/>
                      </a:endParaRPr>
                    </a:p>
                  </a:txBody>
                  <a:tcPr marL="76200" marR="76200" marT="76200" marB="76200" anchor="ctr"/>
                </a:tc>
                <a:tc>
                  <a:txBody>
                    <a:bodyPr/>
                    <a:lstStyle/>
                    <a:p>
                      <a:pPr indent="0" algn="ctr" fontAlgn="auto">
                        <a:lnSpc>
                          <a:spcPct val="100000"/>
                        </a:lnSpc>
                      </a:pPr>
                      <a:r>
                        <a:rPr lang="en-US" sz="1200" kern="100" dirty="0">
                          <a:effectLst/>
                        </a:rPr>
                        <a:t>1.84</a:t>
                      </a:r>
                      <a:endParaRPr lang="zh-CN" sz="1400" dirty="0">
                        <a:effectLst/>
                        <a:latin typeface="Montserrat" panose="00000500000000000000" pitchFamily="2" charset="0"/>
                        <a:ea typeface="宋体" panose="02010600030101010101" pitchFamily="2" charset="-122"/>
                      </a:endParaRPr>
                    </a:p>
                  </a:txBody>
                  <a:tcPr marL="76200" marR="76200" marT="76200" marB="76200" anchor="ctr"/>
                </a:tc>
                <a:tc>
                  <a:txBody>
                    <a:bodyPr/>
                    <a:lstStyle/>
                    <a:p>
                      <a:pPr indent="0" algn="ctr" fontAlgn="auto">
                        <a:lnSpc>
                          <a:spcPct val="100000"/>
                        </a:lnSpc>
                      </a:pPr>
                      <a:r>
                        <a:rPr lang="en-US" sz="1200" kern="100" dirty="0">
                          <a:effectLst/>
                        </a:rPr>
                        <a:t>.75</a:t>
                      </a:r>
                      <a:endParaRPr lang="zh-CN" sz="1400" dirty="0">
                        <a:effectLst/>
                        <a:latin typeface="Montserrat" panose="00000500000000000000" pitchFamily="2" charset="0"/>
                        <a:ea typeface="宋体" panose="02010600030101010101" pitchFamily="2" charset="-122"/>
                      </a:endParaRPr>
                    </a:p>
                  </a:txBody>
                  <a:tcPr marL="76200" marR="76200" marT="76200" marB="76200" anchor="ctr"/>
                </a:tc>
                <a:tc>
                  <a:txBody>
                    <a:bodyPr/>
                    <a:lstStyle/>
                    <a:p>
                      <a:pPr indent="0" algn="ctr" fontAlgn="auto">
                        <a:lnSpc>
                          <a:spcPct val="100000"/>
                        </a:lnSpc>
                      </a:pPr>
                      <a:r>
                        <a:rPr lang="en-US" sz="1200" kern="100" dirty="0">
                          <a:effectLst/>
                        </a:rPr>
                        <a:t>-5.40%</a:t>
                      </a:r>
                      <a:endParaRPr lang="zh-CN" sz="1400" dirty="0">
                        <a:effectLst/>
                        <a:latin typeface="Montserrat" panose="00000500000000000000" pitchFamily="2" charset="0"/>
                        <a:ea typeface="宋体" panose="02010600030101010101" pitchFamily="2" charset="-122"/>
                      </a:endParaRPr>
                    </a:p>
                  </a:txBody>
                  <a:tcPr marL="76200" marR="76200" marT="76200" marB="76200" anchor="ctr"/>
                </a:tc>
                <a:extLst>
                  <a:ext uri="{0D108BD9-81ED-4DB2-BD59-A6C34878D82A}">
                    <a16:rowId xmlns:a16="http://schemas.microsoft.com/office/drawing/2014/main" val="10009"/>
                  </a:ext>
                </a:extLst>
              </a:tr>
              <a:tr h="365591">
                <a:tc>
                  <a:txBody>
                    <a:bodyPr/>
                    <a:lstStyle/>
                    <a:p>
                      <a:pPr indent="0" algn="ctr" fontAlgn="auto">
                        <a:lnSpc>
                          <a:spcPct val="100000"/>
                        </a:lnSpc>
                      </a:pPr>
                      <a:r>
                        <a:rPr lang="en-US" sz="1200" kern="100" dirty="0">
                          <a:effectLst/>
                        </a:rPr>
                        <a:t>10</a:t>
                      </a:r>
                      <a:endParaRPr lang="zh-CN" sz="1400" dirty="0">
                        <a:effectLst/>
                        <a:latin typeface="Montserrat" panose="00000500000000000000" pitchFamily="2" charset="0"/>
                        <a:ea typeface="宋体" panose="02010600030101010101" pitchFamily="2" charset="-122"/>
                      </a:endParaRPr>
                    </a:p>
                  </a:txBody>
                  <a:tcPr marL="76200" marR="76200" marT="76200" marB="76200" anchor="ctr"/>
                </a:tc>
                <a:tc>
                  <a:txBody>
                    <a:bodyPr/>
                    <a:lstStyle/>
                    <a:p>
                      <a:pPr indent="0" algn="ctr" fontAlgn="auto">
                        <a:lnSpc>
                          <a:spcPct val="100000"/>
                        </a:lnSpc>
                      </a:pPr>
                      <a:r>
                        <a:rPr lang="zh-CN" sz="1200" kern="100" dirty="0">
                          <a:effectLst/>
                        </a:rPr>
                        <a:t>加拿大</a:t>
                      </a:r>
                      <a:endParaRPr lang="zh-CN" sz="1400" dirty="0">
                        <a:effectLst/>
                        <a:latin typeface="Montserrat" panose="00000500000000000000" pitchFamily="2" charset="0"/>
                        <a:ea typeface="宋体" panose="02010600030101010101" pitchFamily="2" charset="-122"/>
                      </a:endParaRPr>
                    </a:p>
                  </a:txBody>
                  <a:tcPr marL="76200" marR="76200" marT="76200" marB="76200" anchor="ctr"/>
                </a:tc>
                <a:tc>
                  <a:txBody>
                    <a:bodyPr/>
                    <a:lstStyle/>
                    <a:p>
                      <a:pPr indent="0" algn="ctr" fontAlgn="auto">
                        <a:lnSpc>
                          <a:spcPct val="100000"/>
                        </a:lnSpc>
                      </a:pPr>
                      <a:r>
                        <a:rPr lang="en-US" sz="1200" kern="100" dirty="0">
                          <a:effectLst/>
                        </a:rPr>
                        <a:t>1.74</a:t>
                      </a:r>
                      <a:endParaRPr lang="zh-CN" sz="1400" dirty="0">
                        <a:effectLst/>
                        <a:latin typeface="Montserrat" panose="00000500000000000000" pitchFamily="2" charset="0"/>
                        <a:ea typeface="宋体" panose="02010600030101010101" pitchFamily="2" charset="-122"/>
                      </a:endParaRPr>
                    </a:p>
                  </a:txBody>
                  <a:tcPr marL="76200" marR="76200" marT="76200" marB="76200" anchor="ctr"/>
                </a:tc>
                <a:tc>
                  <a:txBody>
                    <a:bodyPr/>
                    <a:lstStyle/>
                    <a:p>
                      <a:pPr indent="0" algn="ctr" fontAlgn="auto">
                        <a:lnSpc>
                          <a:spcPct val="100000"/>
                        </a:lnSpc>
                      </a:pPr>
                      <a:r>
                        <a:rPr lang="en-US" sz="1200" kern="100" dirty="0">
                          <a:effectLst/>
                        </a:rPr>
                        <a:t>1.65</a:t>
                      </a:r>
                      <a:endParaRPr lang="zh-CN" sz="1400" dirty="0">
                        <a:effectLst/>
                        <a:latin typeface="Montserrat" panose="00000500000000000000" pitchFamily="2" charset="0"/>
                        <a:ea typeface="宋体" panose="02010600030101010101" pitchFamily="2" charset="-122"/>
                      </a:endParaRPr>
                    </a:p>
                  </a:txBody>
                  <a:tcPr marL="76200" marR="76200" marT="76200" marB="76200" anchor="ctr"/>
                </a:tc>
                <a:tc>
                  <a:txBody>
                    <a:bodyPr/>
                    <a:lstStyle/>
                    <a:p>
                      <a:pPr indent="0" algn="ctr" fontAlgn="auto">
                        <a:lnSpc>
                          <a:spcPct val="100000"/>
                        </a:lnSpc>
                      </a:pPr>
                      <a:r>
                        <a:rPr lang="en-US" sz="1200" kern="100" dirty="0">
                          <a:effectLst/>
                        </a:rPr>
                        <a:t>-5.10%</a:t>
                      </a:r>
                      <a:endParaRPr lang="zh-CN" sz="1400" dirty="0">
                        <a:effectLst/>
                        <a:latin typeface="Montserrat" panose="00000500000000000000" pitchFamily="2" charset="0"/>
                        <a:ea typeface="宋体" panose="02010600030101010101" pitchFamily="2" charset="-122"/>
                      </a:endParaRPr>
                    </a:p>
                  </a:txBody>
                  <a:tcPr marL="76200" marR="76200" marT="76200" marB="76200" anchor="ctr"/>
                </a:tc>
                <a:extLst>
                  <a:ext uri="{0D108BD9-81ED-4DB2-BD59-A6C34878D82A}">
                    <a16:rowId xmlns:a16="http://schemas.microsoft.com/office/drawing/2014/main" val="10010"/>
                  </a:ext>
                </a:extLst>
              </a:tr>
            </a:tbl>
          </a:graphicData>
        </a:graphic>
      </p:graphicFrame>
      <p:sp>
        <p:nvSpPr>
          <p:cNvPr id="5" name="文本框 4">
            <a:extLst>
              <a:ext uri="{FF2B5EF4-FFF2-40B4-BE49-F238E27FC236}">
                <a16:creationId xmlns:a16="http://schemas.microsoft.com/office/drawing/2014/main" id="{8AAEF188-0650-1075-89C9-6FD73DFBD800}"/>
              </a:ext>
            </a:extLst>
          </p:cNvPr>
          <p:cNvSpPr txBox="1"/>
          <p:nvPr/>
        </p:nvSpPr>
        <p:spPr>
          <a:xfrm>
            <a:off x="5751195" y="626745"/>
            <a:ext cx="5436235" cy="521970"/>
          </a:xfrm>
          <a:prstGeom prst="rect">
            <a:avLst/>
          </a:prstGeom>
          <a:noFill/>
        </p:spPr>
        <p:txBody>
          <a:bodyPr wrap="square">
            <a:spAutoFit/>
          </a:bodyPr>
          <a:lstStyle>
            <a:defPPr>
              <a:defRPr lang="zh-CN"/>
            </a:defPPr>
            <a:lvl1pPr>
              <a:defRPr sz="2800" b="1" spc="225">
                <a:solidFill>
                  <a:srgbClr val="006370"/>
                </a:solidFill>
                <a:latin typeface="微软雅黑" panose="020B0503020204020204" pitchFamily="34" charset="-122"/>
                <a:ea typeface="微软雅黑" panose="020B0503020204020204" pitchFamily="34" charset="-122"/>
              </a:defRPr>
            </a:lvl1pPr>
          </a:lstStyle>
          <a:p>
            <a:r>
              <a:rPr lang="en-US" dirty="0"/>
              <a:t>1.3</a:t>
            </a:r>
            <a:r>
              <a:rPr dirty="0"/>
              <a:t>.</a:t>
            </a:r>
            <a:r>
              <a:rPr lang="en-US" dirty="0"/>
              <a:t>1</a:t>
            </a:r>
            <a:r>
              <a:rPr lang="zh-CN" altLang="en-US" dirty="0">
                <a:sym typeface="+mn-ea"/>
              </a:rPr>
              <a:t>表格的创建与编辑</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1.3</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表格编辑处理</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4" name="表格 2"/>
          <p:cNvGraphicFramePr>
            <a:graphicFrameLocks noGrp="1"/>
          </p:cNvGraphicFramePr>
          <p:nvPr>
            <p:custDataLst>
              <p:tags r:id="rId1"/>
            </p:custDataLst>
          </p:nvPr>
        </p:nvGraphicFramePr>
        <p:xfrm>
          <a:off x="665813" y="1528689"/>
          <a:ext cx="10990075" cy="4976940"/>
        </p:xfrm>
        <a:graphic>
          <a:graphicData uri="http://schemas.openxmlformats.org/drawingml/2006/table">
            <a:tbl>
              <a:tblPr firstRow="1" bandRow="1">
                <a:tableStyleId>{5C22544A-7EE6-4342-B048-85BDC9FD1C3A}</a:tableStyleId>
              </a:tblPr>
              <a:tblGrid>
                <a:gridCol w="890844">
                  <a:extLst>
                    <a:ext uri="{9D8B030D-6E8A-4147-A177-3AD203B41FA5}">
                      <a16:colId xmlns:a16="http://schemas.microsoft.com/office/drawing/2014/main" val="20000"/>
                    </a:ext>
                  </a:extLst>
                </a:gridCol>
                <a:gridCol w="10099231">
                  <a:extLst>
                    <a:ext uri="{9D8B030D-6E8A-4147-A177-3AD203B41FA5}">
                      <a16:colId xmlns:a16="http://schemas.microsoft.com/office/drawing/2014/main" val="20001"/>
                    </a:ext>
                  </a:extLst>
                </a:gridCol>
              </a:tblGrid>
              <a:tr h="598805">
                <a:tc rowSpan="2">
                  <a:txBody>
                    <a:bodyPr/>
                    <a:lstStyle/>
                    <a:p>
                      <a:pPr indent="457200" algn="ctr">
                        <a:lnSpc>
                          <a:spcPct val="120000"/>
                        </a:lnSpc>
                      </a:pPr>
                      <a:r>
                        <a:rPr lang="zh-CN" altLang="en-US" sz="3600" dirty="0">
                          <a:latin typeface="微软雅黑" panose="020B0503020204020204" pitchFamily="34" charset="-122"/>
                          <a:ea typeface="微软雅黑" panose="020B0503020204020204" pitchFamily="34" charset="-122"/>
                        </a:rPr>
                        <a:t>课 程 思 政</a:t>
                      </a:r>
                    </a:p>
                  </a:txBody>
                  <a:tcPr vert="eaVert"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637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400" b="1" kern="1200" dirty="0">
                          <a:solidFill>
                            <a:schemeClr val="tx1"/>
                          </a:solidFill>
                          <a:effectLst/>
                          <a:latin typeface="微软雅黑" panose="020B0503020204020204" pitchFamily="34" charset="-122"/>
                          <a:ea typeface="微软雅黑" panose="020B0503020204020204" pitchFamily="34" charset="-122"/>
                          <a:cs typeface="+mn-cs"/>
                        </a:rPr>
                        <a:t>2020</a:t>
                      </a:r>
                      <a:r>
                        <a:rPr lang="zh-CN" altLang="en-US" sz="2400" b="1" kern="1200" dirty="0">
                          <a:solidFill>
                            <a:schemeClr val="tx1"/>
                          </a:solidFill>
                          <a:effectLst/>
                          <a:latin typeface="微软雅黑" panose="020B0503020204020204" pitchFamily="34" charset="-122"/>
                          <a:ea typeface="微软雅黑" panose="020B0503020204020204" pitchFamily="34" charset="-122"/>
                          <a:cs typeface="+mn-cs"/>
                        </a:rPr>
                        <a:t>年</a:t>
                      </a:r>
                      <a:r>
                        <a:rPr lang="zh-CN" altLang="zh-CN" sz="2400" b="1" kern="1200" dirty="0">
                          <a:solidFill>
                            <a:schemeClr val="tx1"/>
                          </a:solidFill>
                          <a:effectLst/>
                          <a:latin typeface="微软雅黑" panose="020B0503020204020204" pitchFamily="34" charset="-122"/>
                          <a:ea typeface="微软雅黑" panose="020B0503020204020204" pitchFamily="34" charset="-122"/>
                          <a:cs typeface="+mn-cs"/>
                        </a:rPr>
                        <a:t>中国在全球主要经济体中唯一实现经济正增长</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ECECEC"/>
                    </a:solidFill>
                  </a:tcPr>
                </a:tc>
                <a:extLst>
                  <a:ext uri="{0D108BD9-81ED-4DB2-BD59-A6C34878D82A}">
                    <a16:rowId xmlns:a16="http://schemas.microsoft.com/office/drawing/2014/main" val="10000"/>
                  </a:ext>
                </a:extLst>
              </a:tr>
              <a:tr h="4187161">
                <a:tc vMerge="1">
                  <a:txBody>
                    <a:bodyPr/>
                    <a:lstStyle/>
                    <a:p>
                      <a:endParaRPr lang="zh-CN"/>
                    </a:p>
                  </a:txBody>
                  <a:tcPr>
                    <a:solidFill>
                      <a:srgbClr val="006370"/>
                    </a:solidFill>
                  </a:tcPr>
                </a:tc>
                <a:tc>
                  <a:txBody>
                    <a:bodyPr/>
                    <a:lstStyle/>
                    <a:p>
                      <a:pPr indent="457200">
                        <a:lnSpc>
                          <a:spcPct val="150000"/>
                        </a:lnSpc>
                        <a:spcBef>
                          <a:spcPts val="1200"/>
                        </a:spcBef>
                      </a:pPr>
                      <a:r>
                        <a:rPr altLang="zh-CN" sz="1600" kern="1200" dirty="0">
                          <a:solidFill>
                            <a:schemeClr val="dk1"/>
                          </a:solidFill>
                          <a:effectLst/>
                          <a:latin typeface="+mn-ea"/>
                          <a:ea typeface="+mn-ea"/>
                          <a:cs typeface="+mn-cs"/>
                        </a:rPr>
                        <a:t>2021年3月5日，国务院总理李克强在政府工作报告中指出，过去一年，在新中国历史上极不平凡。面对突如其来的新冠肺炎疫情、世界经济深度衰退等多重严重冲击，在以习近平同志为核心的党中央坚强领导下，全国各族人民顽强拼搏，疫情防控取得重大战略成果，在全球主要经济体中唯一实现经济正增长，脱贫攻坚战取得全面胜利，决胜全面建成小康社会取得决定性成就，交出一份人民满意、世界瞩目、可以载入史册的答卷。全年发展主要目标任务较好完成，我国改革开放和社会主义现代化建设又取得新的重大进展。</a:t>
                      </a:r>
                    </a:p>
                    <a:p>
                      <a:pPr indent="457200">
                        <a:lnSpc>
                          <a:spcPct val="150000"/>
                        </a:lnSpc>
                        <a:spcBef>
                          <a:spcPts val="1200"/>
                        </a:spcBef>
                      </a:pPr>
                      <a:r>
                        <a:rPr altLang="zh-CN" sz="1600" kern="1200" dirty="0">
                          <a:solidFill>
                            <a:schemeClr val="dk1"/>
                          </a:solidFill>
                          <a:effectLst/>
                          <a:latin typeface="+mn-ea"/>
                          <a:ea typeface="+mn-ea"/>
                          <a:cs typeface="+mn-cs"/>
                        </a:rPr>
                        <a:t>受新冠疫情影响，2020年美国经济萎缩3.5%，为1946年以来美国国内生产总值最大年度跌幅。该数据是美国GDP自2009年萎缩2.5%以来首次下跌，同时也是1946年美国经济萎缩11.6%以来最惨重的年度经济倒退。2020年我国GDP为14.725万亿美元，2019年我国GDP为11.34万亿美元，实际增长2.3%。</a:t>
                      </a:r>
                    </a:p>
                    <a:p>
                      <a:pPr indent="457200">
                        <a:lnSpc>
                          <a:spcPct val="150000"/>
                        </a:lnSpc>
                        <a:spcBef>
                          <a:spcPts val="1200"/>
                        </a:spcBef>
                      </a:pPr>
                      <a:r>
                        <a:rPr altLang="zh-CN" sz="1600" kern="1200" dirty="0">
                          <a:solidFill>
                            <a:schemeClr val="dk1"/>
                          </a:solidFill>
                          <a:effectLst/>
                          <a:latin typeface="+mn-ea"/>
                          <a:ea typeface="+mn-ea"/>
                          <a:cs typeface="+mn-cs"/>
                        </a:rPr>
                        <a:t>当前中国拟制了“十四五”发展规划，展现在我们眼前的是美好的发展前景。让我们感受综合国力的日益强大，激发对未来的信心，努力奋斗，绘制国家发展的伟大宏图，从内心深处激扬民族自豪、使命担当的爱国主义精神。</a:t>
                      </a:r>
                    </a:p>
                  </a:txBody>
                  <a:tcPr>
                    <a:lnL w="38100" cmpd="sng">
                      <a:noFill/>
                    </a:lnL>
                    <a:lnR w="12700" cmpd="sng">
                      <a:noFill/>
                    </a:lnR>
                    <a:lnT w="38100" cmpd="sng">
                      <a:noFill/>
                    </a:lnT>
                    <a:lnB w="12700" cmpd="sng">
                      <a:noFill/>
                    </a:lnB>
                    <a:lnTlToBr w="12700" cmpd="sng">
                      <a:noFill/>
                      <a:prstDash val="solid"/>
                    </a:lnTlToBr>
                    <a:lnBlToTr w="12700" cmpd="sng">
                      <a:noFill/>
                      <a:prstDash val="solid"/>
                    </a:lnBlToTr>
                    <a:solidFill>
                      <a:srgbClr val="ECECEC"/>
                    </a:solidFill>
                  </a:tcPr>
                </a:tc>
                <a:extLst>
                  <a:ext uri="{0D108BD9-81ED-4DB2-BD59-A6C34878D82A}">
                    <a16:rowId xmlns:a16="http://schemas.microsoft.com/office/drawing/2014/main" val="10001"/>
                  </a:ext>
                </a:extLst>
              </a:tr>
            </a:tbl>
          </a:graphicData>
        </a:graphic>
      </p:graphicFrame>
      <p:sp>
        <p:nvSpPr>
          <p:cNvPr id="3" name="文本框 2">
            <a:extLst>
              <a:ext uri="{FF2B5EF4-FFF2-40B4-BE49-F238E27FC236}">
                <a16:creationId xmlns:a16="http://schemas.microsoft.com/office/drawing/2014/main" id="{4A46455B-391A-BB4A-67A7-8A6A12548F77}"/>
              </a:ext>
            </a:extLst>
          </p:cNvPr>
          <p:cNvSpPr txBox="1"/>
          <p:nvPr/>
        </p:nvSpPr>
        <p:spPr>
          <a:xfrm>
            <a:off x="5751195" y="626745"/>
            <a:ext cx="5436235" cy="521970"/>
          </a:xfrm>
          <a:prstGeom prst="rect">
            <a:avLst/>
          </a:prstGeom>
          <a:noFill/>
        </p:spPr>
        <p:txBody>
          <a:bodyPr wrap="square">
            <a:spAutoFit/>
          </a:bodyPr>
          <a:lstStyle>
            <a:defPPr>
              <a:defRPr lang="zh-CN"/>
            </a:defPPr>
            <a:lvl1pPr>
              <a:defRPr sz="2800" b="1" spc="225">
                <a:solidFill>
                  <a:srgbClr val="006370"/>
                </a:solidFill>
                <a:latin typeface="微软雅黑" panose="020B0503020204020204" pitchFamily="34" charset="-122"/>
                <a:ea typeface="微软雅黑" panose="020B0503020204020204" pitchFamily="34" charset="-122"/>
              </a:defRPr>
            </a:lvl1pPr>
          </a:lstStyle>
          <a:p>
            <a:r>
              <a:rPr lang="en-US" dirty="0"/>
              <a:t>1.3</a:t>
            </a:r>
            <a:r>
              <a:rPr dirty="0"/>
              <a:t>.</a:t>
            </a:r>
            <a:r>
              <a:rPr lang="en-US" dirty="0"/>
              <a:t>1</a:t>
            </a:r>
            <a:r>
              <a:rPr lang="zh-CN" altLang="en-US" dirty="0">
                <a:sym typeface="+mn-ea"/>
              </a:rPr>
              <a:t>表格的创建与编辑</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1.3</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表格编辑处理</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966975" y="1404760"/>
            <a:ext cx="10500157" cy="1342803"/>
          </a:xfrm>
          <a:prstGeom prst="rect">
            <a:avLst/>
          </a:prstGeom>
          <a:noFill/>
        </p:spPr>
        <p:txBody>
          <a:bodyPr wrap="square" rtlCol="0" anchor="t">
            <a:spAutoFit/>
          </a:bodyPr>
          <a:lstStyle/>
          <a:p>
            <a:pPr marL="285750" fontAlgn="auto">
              <a:lnSpc>
                <a:spcPct val="150000"/>
              </a:lnSpc>
            </a:pPr>
            <a:r>
              <a:rPr sz="2000" b="1" dirty="0"/>
              <a:t>3.选择单元格、行、列和表格</a:t>
            </a:r>
          </a:p>
          <a:p>
            <a:pPr marL="285750" indent="457200" fontAlgn="auto">
              <a:lnSpc>
                <a:spcPct val="150000"/>
              </a:lnSpc>
              <a:buFont typeface="Wingdings" panose="05000000000000000000" charset="0"/>
              <a:buChar char="Ø"/>
              <a:extLst>
                <a:ext uri="{35155182-B16C-46BC-9424-99874614C6A1}">
                  <wpsdc:indentchars xmlns:wpsdc="http://www.wps.cn/officeDocument/2017/drawingmlCustomData" xmlns="" val="200" checksum="59296752"/>
                </a:ext>
              </a:extLst>
            </a:pPr>
            <a:r>
              <a:rPr dirty="0" err="1"/>
              <a:t>创建表格并输入数据后，必须先选定表格或者表格的行、列、单元格，才能够进行相应的修改和编辑</a:t>
            </a:r>
            <a:r>
              <a:rPr dirty="0"/>
              <a:t>。</a:t>
            </a:r>
          </a:p>
        </p:txBody>
      </p:sp>
      <p:graphicFrame>
        <p:nvGraphicFramePr>
          <p:cNvPr id="10" name="表格 15"/>
          <p:cNvGraphicFramePr>
            <a:graphicFrameLocks noGrp="1"/>
          </p:cNvGraphicFramePr>
          <p:nvPr/>
        </p:nvGraphicFramePr>
        <p:xfrm>
          <a:off x="765286" y="2949851"/>
          <a:ext cx="2386476" cy="3160360"/>
        </p:xfrm>
        <a:graphic>
          <a:graphicData uri="http://schemas.openxmlformats.org/drawingml/2006/table">
            <a:tbl>
              <a:tblPr firstRow="1" bandRow="1">
                <a:tableStyleId>{5C22544A-7EE6-4342-B048-85BDC9FD1C3A}</a:tableStyleId>
              </a:tblPr>
              <a:tblGrid>
                <a:gridCol w="2386476">
                  <a:extLst>
                    <a:ext uri="{9D8B030D-6E8A-4147-A177-3AD203B41FA5}">
                      <a16:colId xmlns:a16="http://schemas.microsoft.com/office/drawing/2014/main" val="20000"/>
                    </a:ext>
                  </a:extLst>
                </a:gridCol>
              </a:tblGrid>
              <a:tr h="566775">
                <a:tc>
                  <a:txBody>
                    <a:bodyPr/>
                    <a:lstStyle/>
                    <a:p>
                      <a:pPr algn="ctr"/>
                      <a:r>
                        <a:rPr lang="zh-CN" altLang="en-US" b="0" dirty="0">
                          <a:solidFill>
                            <a:schemeClr val="bg1"/>
                          </a:solidFill>
                          <a:effectLst/>
                        </a:rPr>
                        <a:t>选择单元格</a:t>
                      </a:r>
                      <a:endParaRPr lang="en-US" altLang="zh-CN" b="0" dirty="0">
                        <a:solidFill>
                          <a:schemeClr val="bg1"/>
                        </a:solidFill>
                        <a:effectLst/>
                      </a:endParaRPr>
                    </a:p>
                  </a:txBody>
                  <a:tcPr anchor="ctr">
                    <a:solidFill>
                      <a:srgbClr val="006370"/>
                    </a:solidFill>
                  </a:tcPr>
                </a:tc>
                <a:extLst>
                  <a:ext uri="{0D108BD9-81ED-4DB2-BD59-A6C34878D82A}">
                    <a16:rowId xmlns:a16="http://schemas.microsoft.com/office/drawing/2014/main" val="10000"/>
                  </a:ext>
                </a:extLst>
              </a:tr>
              <a:tr h="2593585">
                <a:tc>
                  <a:txBody>
                    <a:bodyPr/>
                    <a:lstStyle/>
                    <a:p>
                      <a:pPr marL="0" marR="0" lvl="0" indent="0" algn="l" defTabSz="914400" rtl="0" eaLnBrk="1" fontAlgn="auto" latinLnBrk="0" hangingPunct="1">
                        <a:lnSpc>
                          <a:spcPct val="150000"/>
                        </a:lnSpc>
                        <a:spcBef>
                          <a:spcPts val="600"/>
                        </a:spcBef>
                        <a:spcAft>
                          <a:spcPts val="0"/>
                        </a:spcAft>
                        <a:buClrTx/>
                        <a:buSzTx/>
                        <a:buFontTx/>
                        <a:buNone/>
                        <a:defRPr/>
                      </a:pPr>
                      <a:r>
                        <a:rPr lang="zh-CN" altLang="en-US" sz="1800" b="0" kern="1200" dirty="0">
                          <a:solidFill>
                            <a:srgbClr val="006370"/>
                          </a:solidFill>
                          <a:effectLst/>
                          <a:latin typeface="+mn-lt"/>
                          <a:ea typeface="+mn-ea"/>
                          <a:cs typeface="+mn-cs"/>
                        </a:rPr>
                        <a:t>将光标移动到单元格的最左边，当光标指针变成指向右上角的黑色小箭头时，单击即可选中该单元格</a:t>
                      </a:r>
                    </a:p>
                  </a:txBody>
                  <a:tcPr anchor="ctr"/>
                </a:tc>
                <a:extLst>
                  <a:ext uri="{0D108BD9-81ED-4DB2-BD59-A6C34878D82A}">
                    <a16:rowId xmlns:a16="http://schemas.microsoft.com/office/drawing/2014/main" val="10001"/>
                  </a:ext>
                </a:extLst>
              </a:tr>
            </a:tbl>
          </a:graphicData>
        </a:graphic>
      </p:graphicFrame>
      <p:graphicFrame>
        <p:nvGraphicFramePr>
          <p:cNvPr id="13" name="表格 15"/>
          <p:cNvGraphicFramePr>
            <a:graphicFrameLocks noGrp="1"/>
          </p:cNvGraphicFramePr>
          <p:nvPr/>
        </p:nvGraphicFramePr>
        <p:xfrm>
          <a:off x="3450521" y="2949851"/>
          <a:ext cx="2386476" cy="3160360"/>
        </p:xfrm>
        <a:graphic>
          <a:graphicData uri="http://schemas.openxmlformats.org/drawingml/2006/table">
            <a:tbl>
              <a:tblPr firstRow="1" bandRow="1">
                <a:tableStyleId>{5C22544A-7EE6-4342-B048-85BDC9FD1C3A}</a:tableStyleId>
              </a:tblPr>
              <a:tblGrid>
                <a:gridCol w="2386476">
                  <a:extLst>
                    <a:ext uri="{9D8B030D-6E8A-4147-A177-3AD203B41FA5}">
                      <a16:colId xmlns:a16="http://schemas.microsoft.com/office/drawing/2014/main" val="20000"/>
                    </a:ext>
                  </a:extLst>
                </a:gridCol>
              </a:tblGrid>
              <a:tr h="566775">
                <a:tc>
                  <a:txBody>
                    <a:bodyPr/>
                    <a:lstStyle/>
                    <a:p>
                      <a:pPr algn="ctr"/>
                      <a:r>
                        <a:rPr lang="zh-CN" altLang="en-US" b="0" dirty="0">
                          <a:solidFill>
                            <a:schemeClr val="bg1"/>
                          </a:solidFill>
                          <a:effectLst/>
                        </a:rPr>
                        <a:t>选择行</a:t>
                      </a:r>
                      <a:endParaRPr lang="en-US" altLang="zh-CN" b="0" dirty="0">
                        <a:solidFill>
                          <a:schemeClr val="bg1"/>
                        </a:solidFill>
                        <a:effectLst/>
                      </a:endParaRPr>
                    </a:p>
                  </a:txBody>
                  <a:tcPr anchor="ctr">
                    <a:solidFill>
                      <a:srgbClr val="006370"/>
                    </a:solidFill>
                  </a:tcPr>
                </a:tc>
                <a:extLst>
                  <a:ext uri="{0D108BD9-81ED-4DB2-BD59-A6C34878D82A}">
                    <a16:rowId xmlns:a16="http://schemas.microsoft.com/office/drawing/2014/main" val="10000"/>
                  </a:ext>
                </a:extLst>
              </a:tr>
              <a:tr h="2593585">
                <a:tc>
                  <a:txBody>
                    <a:bodyPr/>
                    <a:lstStyle/>
                    <a:p>
                      <a:pPr marL="36195" indent="0" fontAlgn="auto">
                        <a:lnSpc>
                          <a:spcPct val="150000"/>
                        </a:lnSpc>
                        <a:buFont typeface="Wingdings" panose="05000000000000000000" charset="0"/>
                        <a:buNone/>
                      </a:pPr>
                      <a:r>
                        <a:rPr lang="zh-CN" altLang="en-US" dirty="0">
                          <a:solidFill>
                            <a:srgbClr val="006370"/>
                          </a:solidFill>
                        </a:rPr>
                        <a:t>将光标移动到某一行的最左边，当光标指针变成指向右上角的白色箭头时，单击即可选中这一行</a:t>
                      </a:r>
                    </a:p>
                  </a:txBody>
                  <a:tcPr anchor="ctr"/>
                </a:tc>
                <a:extLst>
                  <a:ext uri="{0D108BD9-81ED-4DB2-BD59-A6C34878D82A}">
                    <a16:rowId xmlns:a16="http://schemas.microsoft.com/office/drawing/2014/main" val="10001"/>
                  </a:ext>
                </a:extLst>
              </a:tr>
            </a:tbl>
          </a:graphicData>
        </a:graphic>
      </p:graphicFrame>
      <p:graphicFrame>
        <p:nvGraphicFramePr>
          <p:cNvPr id="14" name="表格 15"/>
          <p:cNvGraphicFramePr>
            <a:graphicFrameLocks noGrp="1"/>
          </p:cNvGraphicFramePr>
          <p:nvPr/>
        </p:nvGraphicFramePr>
        <p:xfrm>
          <a:off x="6217052" y="2968403"/>
          <a:ext cx="2304377" cy="3160360"/>
        </p:xfrm>
        <a:graphic>
          <a:graphicData uri="http://schemas.openxmlformats.org/drawingml/2006/table">
            <a:tbl>
              <a:tblPr firstRow="1" bandRow="1">
                <a:tableStyleId>{5C22544A-7EE6-4342-B048-85BDC9FD1C3A}</a:tableStyleId>
              </a:tblPr>
              <a:tblGrid>
                <a:gridCol w="2304377">
                  <a:extLst>
                    <a:ext uri="{9D8B030D-6E8A-4147-A177-3AD203B41FA5}">
                      <a16:colId xmlns:a16="http://schemas.microsoft.com/office/drawing/2014/main" val="20000"/>
                    </a:ext>
                  </a:extLst>
                </a:gridCol>
              </a:tblGrid>
              <a:tr h="566775">
                <a:tc>
                  <a:txBody>
                    <a:bodyPr/>
                    <a:lstStyle/>
                    <a:p>
                      <a:pPr algn="ctr"/>
                      <a:r>
                        <a:rPr lang="zh-CN" altLang="en-US" b="0" dirty="0">
                          <a:solidFill>
                            <a:schemeClr val="bg1"/>
                          </a:solidFill>
                          <a:effectLst/>
                        </a:rPr>
                        <a:t>选择列</a:t>
                      </a:r>
                      <a:endParaRPr lang="en-US" altLang="zh-CN" b="0" dirty="0">
                        <a:solidFill>
                          <a:schemeClr val="bg1"/>
                        </a:solidFill>
                        <a:effectLst/>
                      </a:endParaRPr>
                    </a:p>
                  </a:txBody>
                  <a:tcPr anchor="ctr">
                    <a:solidFill>
                      <a:srgbClr val="006370"/>
                    </a:solidFill>
                  </a:tcPr>
                </a:tc>
                <a:extLst>
                  <a:ext uri="{0D108BD9-81ED-4DB2-BD59-A6C34878D82A}">
                    <a16:rowId xmlns:a16="http://schemas.microsoft.com/office/drawing/2014/main" val="10000"/>
                  </a:ext>
                </a:extLst>
              </a:tr>
              <a:tr h="2593585">
                <a:tc>
                  <a:txBody>
                    <a:bodyPr/>
                    <a:lstStyle/>
                    <a:p>
                      <a:pPr marL="0" marR="0" lvl="0" indent="0" algn="l" defTabSz="914400" rtl="0" eaLnBrk="1" fontAlgn="auto" latinLnBrk="0" hangingPunct="1">
                        <a:lnSpc>
                          <a:spcPct val="150000"/>
                        </a:lnSpc>
                        <a:spcBef>
                          <a:spcPts val="600"/>
                        </a:spcBef>
                        <a:spcAft>
                          <a:spcPts val="0"/>
                        </a:spcAft>
                        <a:buClrTx/>
                        <a:buSzTx/>
                        <a:buFontTx/>
                        <a:buNone/>
                        <a:defRPr/>
                      </a:pPr>
                      <a:r>
                        <a:rPr lang="zh-CN" altLang="en-US" dirty="0">
                          <a:solidFill>
                            <a:srgbClr val="006370"/>
                          </a:solidFill>
                        </a:rPr>
                        <a:t>将光标移动到某一列的最上边，当光标指针变成向下的黑色箭头时，单击科技选中这一列</a:t>
                      </a:r>
                      <a:endParaRPr lang="zh-CN" altLang="en-US" sz="1800" b="0" kern="1200" dirty="0">
                        <a:solidFill>
                          <a:srgbClr val="006370"/>
                        </a:solidFill>
                        <a:effectLst/>
                        <a:latin typeface="+mn-lt"/>
                        <a:ea typeface="+mn-ea"/>
                        <a:cs typeface="+mn-cs"/>
                      </a:endParaRPr>
                    </a:p>
                  </a:txBody>
                  <a:tcPr anchor="ctr"/>
                </a:tc>
                <a:extLst>
                  <a:ext uri="{0D108BD9-81ED-4DB2-BD59-A6C34878D82A}">
                    <a16:rowId xmlns:a16="http://schemas.microsoft.com/office/drawing/2014/main" val="10001"/>
                  </a:ext>
                </a:extLst>
              </a:tr>
            </a:tbl>
          </a:graphicData>
        </a:graphic>
      </p:graphicFrame>
      <p:graphicFrame>
        <p:nvGraphicFramePr>
          <p:cNvPr id="15" name="表格 15"/>
          <p:cNvGraphicFramePr>
            <a:graphicFrameLocks noGrp="1"/>
          </p:cNvGraphicFramePr>
          <p:nvPr/>
        </p:nvGraphicFramePr>
        <p:xfrm>
          <a:off x="8901484" y="2948075"/>
          <a:ext cx="2304377" cy="3160360"/>
        </p:xfrm>
        <a:graphic>
          <a:graphicData uri="http://schemas.openxmlformats.org/drawingml/2006/table">
            <a:tbl>
              <a:tblPr firstRow="1" bandRow="1">
                <a:tableStyleId>{5C22544A-7EE6-4342-B048-85BDC9FD1C3A}</a:tableStyleId>
              </a:tblPr>
              <a:tblGrid>
                <a:gridCol w="2304377">
                  <a:extLst>
                    <a:ext uri="{9D8B030D-6E8A-4147-A177-3AD203B41FA5}">
                      <a16:colId xmlns:a16="http://schemas.microsoft.com/office/drawing/2014/main" val="20000"/>
                    </a:ext>
                  </a:extLst>
                </a:gridCol>
              </a:tblGrid>
              <a:tr h="566775">
                <a:tc>
                  <a:txBody>
                    <a:bodyPr/>
                    <a:lstStyle/>
                    <a:p>
                      <a:pPr algn="ctr"/>
                      <a:r>
                        <a:rPr lang="zh-CN" altLang="en-US" b="0" dirty="0">
                          <a:solidFill>
                            <a:schemeClr val="bg1"/>
                          </a:solidFill>
                          <a:effectLst/>
                        </a:rPr>
                        <a:t>选择表格</a:t>
                      </a:r>
                      <a:endParaRPr lang="en-US" altLang="zh-CN" b="0" dirty="0">
                        <a:solidFill>
                          <a:schemeClr val="bg1"/>
                        </a:solidFill>
                        <a:effectLst/>
                      </a:endParaRPr>
                    </a:p>
                  </a:txBody>
                  <a:tcPr anchor="ctr">
                    <a:solidFill>
                      <a:srgbClr val="006370"/>
                    </a:solidFill>
                  </a:tcPr>
                </a:tc>
                <a:extLst>
                  <a:ext uri="{0D108BD9-81ED-4DB2-BD59-A6C34878D82A}">
                    <a16:rowId xmlns:a16="http://schemas.microsoft.com/office/drawing/2014/main" val="10000"/>
                  </a:ext>
                </a:extLst>
              </a:tr>
              <a:tr h="2593585">
                <a:tc>
                  <a:txBody>
                    <a:bodyPr/>
                    <a:lstStyle/>
                    <a:p>
                      <a:pPr marL="0" marR="0" lvl="0" indent="0" algn="l" defTabSz="914400" rtl="0" eaLnBrk="1" fontAlgn="auto" latinLnBrk="0" hangingPunct="1">
                        <a:lnSpc>
                          <a:spcPct val="150000"/>
                        </a:lnSpc>
                        <a:spcBef>
                          <a:spcPts val="600"/>
                        </a:spcBef>
                        <a:spcAft>
                          <a:spcPts val="0"/>
                        </a:spcAft>
                        <a:buClrTx/>
                        <a:buSzTx/>
                        <a:buFontTx/>
                        <a:buNone/>
                        <a:defRPr/>
                      </a:pPr>
                      <a:r>
                        <a:rPr lang="zh-CN" altLang="en-US" dirty="0">
                          <a:solidFill>
                            <a:srgbClr val="006370"/>
                          </a:solidFill>
                        </a:rPr>
                        <a:t>将光标移动到表格的左上角，当光标指针变为十字交叉箭头时，单击即可选中整个表格</a:t>
                      </a:r>
                      <a:endParaRPr lang="zh-CN" altLang="en-US" sz="1800" b="0" kern="1200" dirty="0">
                        <a:solidFill>
                          <a:srgbClr val="006370"/>
                        </a:solidFill>
                        <a:effectLst/>
                        <a:latin typeface="+mn-lt"/>
                        <a:ea typeface="+mn-ea"/>
                        <a:cs typeface="+mn-cs"/>
                      </a:endParaRPr>
                    </a:p>
                  </a:txBody>
                  <a:tcPr anchor="ctr"/>
                </a:tc>
                <a:extLst>
                  <a:ext uri="{0D108BD9-81ED-4DB2-BD59-A6C34878D82A}">
                    <a16:rowId xmlns:a16="http://schemas.microsoft.com/office/drawing/2014/main" val="10001"/>
                  </a:ext>
                </a:extLst>
              </a:tr>
            </a:tbl>
          </a:graphicData>
        </a:graphic>
      </p:graphicFrame>
      <p:sp>
        <p:nvSpPr>
          <p:cNvPr id="4" name="文本框 3">
            <a:extLst>
              <a:ext uri="{FF2B5EF4-FFF2-40B4-BE49-F238E27FC236}">
                <a16:creationId xmlns:a16="http://schemas.microsoft.com/office/drawing/2014/main" id="{FB4F7924-A8A1-98A5-679B-9EFBD94A72B4}"/>
              </a:ext>
            </a:extLst>
          </p:cNvPr>
          <p:cNvSpPr txBox="1"/>
          <p:nvPr/>
        </p:nvSpPr>
        <p:spPr>
          <a:xfrm>
            <a:off x="5751195" y="626745"/>
            <a:ext cx="5436235" cy="521970"/>
          </a:xfrm>
          <a:prstGeom prst="rect">
            <a:avLst/>
          </a:prstGeom>
          <a:noFill/>
        </p:spPr>
        <p:txBody>
          <a:bodyPr wrap="square">
            <a:spAutoFit/>
          </a:bodyPr>
          <a:lstStyle>
            <a:defPPr>
              <a:defRPr lang="zh-CN"/>
            </a:defPPr>
            <a:lvl1pPr>
              <a:defRPr sz="2800" b="1" spc="225">
                <a:solidFill>
                  <a:srgbClr val="006370"/>
                </a:solidFill>
                <a:latin typeface="微软雅黑" panose="020B0503020204020204" pitchFamily="34" charset="-122"/>
                <a:ea typeface="微软雅黑" panose="020B0503020204020204" pitchFamily="34" charset="-122"/>
              </a:defRPr>
            </a:lvl1pPr>
          </a:lstStyle>
          <a:p>
            <a:r>
              <a:rPr lang="en-US" dirty="0"/>
              <a:t>1.3</a:t>
            </a:r>
            <a:r>
              <a:rPr dirty="0"/>
              <a:t>.</a:t>
            </a:r>
            <a:r>
              <a:rPr lang="en-US" dirty="0"/>
              <a:t>1</a:t>
            </a:r>
            <a:r>
              <a:rPr lang="zh-CN" altLang="en-US" dirty="0">
                <a:sym typeface="+mn-ea"/>
              </a:rPr>
              <a:t>表格的创建与编辑</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1.3</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表格编辑处理</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966975" y="1510258"/>
            <a:ext cx="5622925" cy="645160"/>
          </a:xfrm>
          <a:prstGeom prst="rect">
            <a:avLst/>
          </a:prstGeom>
          <a:noFill/>
        </p:spPr>
        <p:txBody>
          <a:bodyPr wrap="square" rtlCol="0" anchor="t">
            <a:spAutoFit/>
          </a:bodyPr>
          <a:lstStyle/>
          <a:p>
            <a:pPr marL="285750" fontAlgn="auto">
              <a:lnSpc>
                <a:spcPct val="150000"/>
              </a:lnSpc>
            </a:pPr>
            <a:r>
              <a:rPr sz="2400" b="1" dirty="0"/>
              <a:t>4.插入和删除行</a:t>
            </a:r>
            <a:r>
              <a:rPr lang="en-US" sz="2400" b="1" dirty="0"/>
              <a:t>/</a:t>
            </a:r>
            <a:r>
              <a:rPr lang="zh-CN" altLang="en-US" sz="2400" b="1" dirty="0"/>
              <a:t>列</a:t>
            </a:r>
          </a:p>
        </p:txBody>
      </p:sp>
      <p:graphicFrame>
        <p:nvGraphicFramePr>
          <p:cNvPr id="2" name="对象 1"/>
          <p:cNvGraphicFramePr/>
          <p:nvPr/>
        </p:nvGraphicFramePr>
        <p:xfrm>
          <a:off x="1549400" y="2467610"/>
          <a:ext cx="9079865" cy="3556000"/>
        </p:xfrm>
        <a:graphic>
          <a:graphicData uri="http://schemas.openxmlformats.org/presentationml/2006/ole">
            <mc:AlternateContent xmlns:mc="http://schemas.openxmlformats.org/markup-compatibility/2006">
              <mc:Choice xmlns:v="urn:schemas-microsoft-com:vml" Requires="v">
                <p:oleObj r:id="rId3" imgW="4570730" imgH="7618730" progId="">
                  <p:embed/>
                </p:oleObj>
              </mc:Choice>
              <mc:Fallback>
                <p:oleObj r:id="rId3" imgW="4570730" imgH="7618730" progId="">
                  <p:embed/>
                  <p:pic>
                    <p:nvPicPr>
                      <p:cNvPr id="0" name="图片 3"/>
                      <p:cNvPicPr/>
                      <p:nvPr/>
                    </p:nvPicPr>
                    <p:blipFill>
                      <a:blip r:embed="rId4"/>
                      <a:stretch>
                        <a:fillRect/>
                      </a:stretch>
                    </p:blipFill>
                    <p:spPr>
                      <a:xfrm>
                        <a:off x="1549400" y="2467610"/>
                        <a:ext cx="9079865" cy="3556000"/>
                      </a:xfrm>
                      <a:prstGeom prst="rect">
                        <a:avLst/>
                      </a:prstGeom>
                    </p:spPr>
                  </p:pic>
                </p:oleObj>
              </mc:Fallback>
            </mc:AlternateContent>
          </a:graphicData>
        </a:graphic>
      </p:graphicFrame>
      <p:sp>
        <p:nvSpPr>
          <p:cNvPr id="5" name="文本框 4">
            <a:extLst>
              <a:ext uri="{FF2B5EF4-FFF2-40B4-BE49-F238E27FC236}">
                <a16:creationId xmlns:a16="http://schemas.microsoft.com/office/drawing/2014/main" id="{663E6013-10B4-6786-8667-055B0520964B}"/>
              </a:ext>
            </a:extLst>
          </p:cNvPr>
          <p:cNvSpPr txBox="1"/>
          <p:nvPr/>
        </p:nvSpPr>
        <p:spPr>
          <a:xfrm>
            <a:off x="5751195" y="626745"/>
            <a:ext cx="5436235" cy="521970"/>
          </a:xfrm>
          <a:prstGeom prst="rect">
            <a:avLst/>
          </a:prstGeom>
          <a:noFill/>
        </p:spPr>
        <p:txBody>
          <a:bodyPr wrap="square">
            <a:spAutoFit/>
          </a:bodyPr>
          <a:lstStyle>
            <a:defPPr>
              <a:defRPr lang="zh-CN"/>
            </a:defPPr>
            <a:lvl1pPr>
              <a:defRPr sz="2800" b="1" spc="225">
                <a:solidFill>
                  <a:srgbClr val="006370"/>
                </a:solidFill>
                <a:latin typeface="微软雅黑" panose="020B0503020204020204" pitchFamily="34" charset="-122"/>
                <a:ea typeface="微软雅黑" panose="020B0503020204020204" pitchFamily="34" charset="-122"/>
              </a:defRPr>
            </a:lvl1pPr>
          </a:lstStyle>
          <a:p>
            <a:r>
              <a:rPr lang="en-US" dirty="0"/>
              <a:t>1.3</a:t>
            </a:r>
            <a:r>
              <a:rPr dirty="0"/>
              <a:t>.</a:t>
            </a:r>
            <a:r>
              <a:rPr lang="en-US" dirty="0"/>
              <a:t>1</a:t>
            </a:r>
            <a:r>
              <a:rPr lang="zh-CN" altLang="en-US" dirty="0">
                <a:sym typeface="+mn-ea"/>
              </a:rPr>
              <a:t>表格的创建与编辑</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1.3</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表格编辑处理</a:t>
            </a:r>
          </a:p>
        </p:txBody>
      </p:sp>
      <p:cxnSp>
        <p:nvCxnSpPr>
          <p:cNvPr id="29" name="直接连接符 28"/>
          <p:cNvCxnSpPr/>
          <p:nvPr/>
        </p:nvCxnSpPr>
        <p:spPr>
          <a:xfrm flipV="1">
            <a:off x="1685071" y="1134825"/>
            <a:ext cx="8246869" cy="2533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1549456" y="1618534"/>
            <a:ext cx="5502910" cy="4338320"/>
          </a:xfrm>
          <a:prstGeom prst="rect">
            <a:avLst/>
          </a:prstGeom>
          <a:noFill/>
        </p:spPr>
        <p:txBody>
          <a:bodyPr wrap="square" rtlCol="0" anchor="t">
            <a:spAutoFit/>
          </a:bodyPr>
          <a:lstStyle/>
          <a:p>
            <a:pPr marL="285750" fontAlgn="auto">
              <a:lnSpc>
                <a:spcPct val="150000"/>
              </a:lnSpc>
              <a:spcBef>
                <a:spcPts val="1200"/>
              </a:spcBef>
            </a:pPr>
            <a:r>
              <a:rPr lang="en-US" sz="2400" b="1" dirty="0"/>
              <a:t>5</a:t>
            </a:r>
            <a:r>
              <a:rPr sz="2400" b="1" dirty="0"/>
              <a:t>.合并和拆分单元格</a:t>
            </a:r>
          </a:p>
          <a:p>
            <a:pPr marL="285750" fontAlgn="auto">
              <a:lnSpc>
                <a:spcPct val="150000"/>
              </a:lnSpc>
              <a:spcBef>
                <a:spcPts val="1200"/>
              </a:spcBef>
            </a:pPr>
            <a:r>
              <a:rPr sz="2000" b="1" dirty="0"/>
              <a:t>（1）合并单元格</a:t>
            </a:r>
            <a:endParaRPr lang="en-US" sz="2000" b="1" dirty="0"/>
          </a:p>
          <a:p>
            <a:pPr marL="285750" indent="508000" fontAlgn="auto">
              <a:lnSpc>
                <a:spcPct val="150000"/>
              </a:lnSpc>
              <a:spcBef>
                <a:spcPts val="1200"/>
              </a:spcBef>
              <a:buFont typeface="Wingdings" panose="05000000000000000000" charset="0"/>
              <a:buChar char="Ø"/>
              <a:extLst>
                <a:ext uri="{35155182-B16C-46BC-9424-99874614C6A1}">
                  <wpsdc:indentchars xmlns:wpsdc="http://www.wps.cn/officeDocument/2017/drawingmlCustomData" xmlns="" val="200" checksum="282533468"/>
                </a:ext>
              </a:extLst>
            </a:pPr>
            <a:r>
              <a:rPr sz="2000" dirty="0" err="1"/>
              <a:t>选定多个连续的单元格，单击出现的“布局”选项卡“合并”功能区中的“合并单元格”按钮，即可将多个单元格合并为一个单元格</a:t>
            </a:r>
            <a:endParaRPr sz="2000" dirty="0"/>
          </a:p>
          <a:p>
            <a:pPr marL="285750" indent="508000" fontAlgn="auto">
              <a:lnSpc>
                <a:spcPct val="150000"/>
              </a:lnSpc>
              <a:spcBef>
                <a:spcPts val="1200"/>
              </a:spcBef>
              <a:buFont typeface="Wingdings" panose="05000000000000000000" charset="0"/>
              <a:buChar char="Ø"/>
              <a:extLst>
                <a:ext uri="{35155182-B16C-46BC-9424-99874614C6A1}">
                  <wpsdc:indentchars xmlns:wpsdc="http://www.wps.cn/officeDocument/2017/drawingmlCustomData" xmlns="" val="200" checksum="282533468"/>
                </a:ext>
              </a:extLst>
            </a:pPr>
            <a:r>
              <a:rPr sz="2000" dirty="0" err="1"/>
              <a:t>还可以右击选定的多个单元格，在弹出的快捷菜单中选择“合并单元格”命令，也可以实现合并单元格的目的</a:t>
            </a:r>
            <a:endParaRPr sz="2000" dirty="0"/>
          </a:p>
        </p:txBody>
      </p:sp>
      <p:graphicFrame>
        <p:nvGraphicFramePr>
          <p:cNvPr id="2" name="对象 1"/>
          <p:cNvGraphicFramePr/>
          <p:nvPr/>
        </p:nvGraphicFramePr>
        <p:xfrm>
          <a:off x="7960360" y="2302510"/>
          <a:ext cx="2774315" cy="2924175"/>
        </p:xfrm>
        <a:graphic>
          <a:graphicData uri="http://schemas.openxmlformats.org/presentationml/2006/ole">
            <mc:AlternateContent xmlns:mc="http://schemas.openxmlformats.org/markup-compatibility/2006">
              <mc:Choice xmlns:v="urn:schemas-microsoft-com:vml" Requires="v">
                <p:oleObj r:id="rId3" imgW="4952365" imgH="5003165" progId="">
                  <p:embed/>
                </p:oleObj>
              </mc:Choice>
              <mc:Fallback>
                <p:oleObj r:id="rId3" imgW="4952365" imgH="5003165" progId="">
                  <p:embed/>
                  <p:pic>
                    <p:nvPicPr>
                      <p:cNvPr id="0" name="图片 3"/>
                      <p:cNvPicPr/>
                      <p:nvPr/>
                    </p:nvPicPr>
                    <p:blipFill>
                      <a:blip r:embed="rId4"/>
                      <a:srcRect l="1643"/>
                      <a:stretch>
                        <a:fillRect/>
                      </a:stretch>
                    </p:blipFill>
                    <p:spPr>
                      <a:xfrm>
                        <a:off x="7960360" y="2302510"/>
                        <a:ext cx="2774315" cy="2924175"/>
                      </a:xfrm>
                      <a:prstGeom prst="rect">
                        <a:avLst/>
                      </a:prstGeom>
                      <a:ln>
                        <a:solidFill>
                          <a:schemeClr val="bg1">
                            <a:lumMod val="85000"/>
                          </a:schemeClr>
                        </a:solidFill>
                      </a:ln>
                    </p:spPr>
                  </p:pic>
                </p:oleObj>
              </mc:Fallback>
            </mc:AlternateContent>
          </a:graphicData>
        </a:graphic>
      </p:graphicFrame>
      <p:sp>
        <p:nvSpPr>
          <p:cNvPr id="5" name="文本框 4">
            <a:extLst>
              <a:ext uri="{FF2B5EF4-FFF2-40B4-BE49-F238E27FC236}">
                <a16:creationId xmlns:a16="http://schemas.microsoft.com/office/drawing/2014/main" id="{2B5325C5-DEA3-5411-049E-A425122D11A6}"/>
              </a:ext>
            </a:extLst>
          </p:cNvPr>
          <p:cNvSpPr txBox="1"/>
          <p:nvPr/>
        </p:nvSpPr>
        <p:spPr>
          <a:xfrm>
            <a:off x="5751195" y="626745"/>
            <a:ext cx="5436235" cy="521970"/>
          </a:xfrm>
          <a:prstGeom prst="rect">
            <a:avLst/>
          </a:prstGeom>
          <a:noFill/>
        </p:spPr>
        <p:txBody>
          <a:bodyPr wrap="square">
            <a:spAutoFit/>
          </a:bodyPr>
          <a:lstStyle>
            <a:defPPr>
              <a:defRPr lang="zh-CN"/>
            </a:defPPr>
            <a:lvl1pPr>
              <a:defRPr sz="2800" b="1" spc="225">
                <a:solidFill>
                  <a:srgbClr val="006370"/>
                </a:solidFill>
                <a:latin typeface="微软雅黑" panose="020B0503020204020204" pitchFamily="34" charset="-122"/>
                <a:ea typeface="微软雅黑" panose="020B0503020204020204" pitchFamily="34" charset="-122"/>
              </a:defRPr>
            </a:lvl1pPr>
          </a:lstStyle>
          <a:p>
            <a:r>
              <a:rPr lang="en-US" dirty="0"/>
              <a:t>1.3</a:t>
            </a:r>
            <a:r>
              <a:rPr dirty="0"/>
              <a:t>.</a:t>
            </a:r>
            <a:r>
              <a:rPr lang="en-US" dirty="0"/>
              <a:t>1</a:t>
            </a:r>
            <a:r>
              <a:rPr lang="zh-CN" altLang="en-US" dirty="0">
                <a:sym typeface="+mn-ea"/>
              </a:rPr>
              <a:t>表格的创建与编辑</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1.3</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表格编辑处理</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1085601" y="1805117"/>
            <a:ext cx="5502910" cy="2907784"/>
          </a:xfrm>
          <a:prstGeom prst="rect">
            <a:avLst/>
          </a:prstGeom>
          <a:noFill/>
        </p:spPr>
        <p:txBody>
          <a:bodyPr wrap="square" rtlCol="0" anchor="t">
            <a:spAutoFit/>
          </a:bodyPr>
          <a:lstStyle/>
          <a:p>
            <a:pPr marL="285750" fontAlgn="auto">
              <a:lnSpc>
                <a:spcPct val="150000"/>
              </a:lnSpc>
            </a:pPr>
            <a:r>
              <a:rPr sz="2400" b="1" dirty="0"/>
              <a:t>（2）拆分单元格</a:t>
            </a:r>
            <a:endParaRPr lang="en-US" sz="2400" b="1" dirty="0"/>
          </a:p>
          <a:p>
            <a:pPr marL="285750" indent="508000" fontAlgn="auto">
              <a:lnSpc>
                <a:spcPct val="150000"/>
              </a:lnSpc>
              <a:buFont typeface="Wingdings" panose="05000000000000000000" charset="0"/>
              <a:buChar char="Ø"/>
              <a:extLst>
                <a:ext uri="{35155182-B16C-46BC-9424-99874614C6A1}">
                  <wpsdc:indentchars xmlns:wpsdc="http://www.wps.cn/officeDocument/2017/drawingmlCustomData" xmlns="" val="200" checksum="282533468"/>
                </a:ext>
              </a:extLst>
            </a:pPr>
            <a:r>
              <a:rPr sz="2000" dirty="0" err="1"/>
              <a:t>先将光标定位在某个单元格中，单击</a:t>
            </a:r>
            <a:r>
              <a:rPr sz="2000" dirty="0"/>
              <a:t> “布局”选项卡“合并”功能区中的“拆分单元格”按钮，在弹出的“拆分单元格”对话框中，输入“行数”和“列数”的数值分别为“2”“1”，然后单击“确定”按钮，即可拆分分为两列的两个单元格</a:t>
            </a:r>
          </a:p>
        </p:txBody>
      </p:sp>
      <p:pic>
        <p:nvPicPr>
          <p:cNvPr id="2" name="图片 1"/>
          <p:cNvPicPr>
            <a:picLocks noChangeAspect="1"/>
          </p:cNvPicPr>
          <p:nvPr/>
        </p:nvPicPr>
        <p:blipFill>
          <a:blip r:embed="rId3"/>
          <a:srcRect l="1462" r="1184" b="2263"/>
          <a:stretch>
            <a:fillRect/>
          </a:stretch>
        </p:blipFill>
        <p:spPr>
          <a:xfrm>
            <a:off x="7144385" y="2066925"/>
            <a:ext cx="3442970" cy="2879090"/>
          </a:xfrm>
          <a:prstGeom prst="rect">
            <a:avLst/>
          </a:prstGeom>
          <a:ln>
            <a:solidFill>
              <a:schemeClr val="bg1">
                <a:lumMod val="85000"/>
              </a:schemeClr>
            </a:solidFill>
          </a:ln>
        </p:spPr>
      </p:pic>
      <p:sp>
        <p:nvSpPr>
          <p:cNvPr id="5" name="文本框 4">
            <a:extLst>
              <a:ext uri="{FF2B5EF4-FFF2-40B4-BE49-F238E27FC236}">
                <a16:creationId xmlns:a16="http://schemas.microsoft.com/office/drawing/2014/main" id="{15BBBAA1-3B49-3117-958E-6289A3DDD321}"/>
              </a:ext>
            </a:extLst>
          </p:cNvPr>
          <p:cNvSpPr txBox="1"/>
          <p:nvPr/>
        </p:nvSpPr>
        <p:spPr>
          <a:xfrm>
            <a:off x="5751195" y="626745"/>
            <a:ext cx="5436235" cy="521970"/>
          </a:xfrm>
          <a:prstGeom prst="rect">
            <a:avLst/>
          </a:prstGeom>
          <a:noFill/>
        </p:spPr>
        <p:txBody>
          <a:bodyPr wrap="square">
            <a:spAutoFit/>
          </a:bodyPr>
          <a:lstStyle>
            <a:defPPr>
              <a:defRPr lang="zh-CN"/>
            </a:defPPr>
            <a:lvl1pPr>
              <a:defRPr sz="2800" b="1" spc="225">
                <a:solidFill>
                  <a:srgbClr val="006370"/>
                </a:solidFill>
                <a:latin typeface="微软雅黑" panose="020B0503020204020204" pitchFamily="34" charset="-122"/>
                <a:ea typeface="微软雅黑" panose="020B0503020204020204" pitchFamily="34" charset="-122"/>
              </a:defRPr>
            </a:lvl1pPr>
          </a:lstStyle>
          <a:p>
            <a:r>
              <a:rPr lang="en-US" dirty="0"/>
              <a:t>1.3</a:t>
            </a:r>
            <a:r>
              <a:rPr dirty="0"/>
              <a:t>.</a:t>
            </a:r>
            <a:r>
              <a:rPr lang="en-US" dirty="0"/>
              <a:t>1</a:t>
            </a:r>
            <a:r>
              <a:rPr lang="zh-CN" altLang="en-US" dirty="0">
                <a:sym typeface="+mn-ea"/>
              </a:rPr>
              <a:t>表格的创建与编辑</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1.3</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表格编辑处理</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1085511" y="1606935"/>
            <a:ext cx="10238105" cy="4857750"/>
          </a:xfrm>
          <a:prstGeom prst="rect">
            <a:avLst/>
          </a:prstGeom>
          <a:noFill/>
        </p:spPr>
        <p:txBody>
          <a:bodyPr wrap="square" rtlCol="0" anchor="t">
            <a:spAutoFit/>
          </a:bodyPr>
          <a:lstStyle/>
          <a:p>
            <a:pPr marL="285750" fontAlgn="auto">
              <a:lnSpc>
                <a:spcPct val="150000"/>
              </a:lnSpc>
            </a:pPr>
            <a:r>
              <a:rPr lang="en-US" sz="2400" b="1" dirty="0"/>
              <a:t>6</a:t>
            </a:r>
            <a:r>
              <a:rPr sz="2400" b="1" dirty="0"/>
              <a:t>.调整行高、列宽和单元格宽度</a:t>
            </a:r>
          </a:p>
          <a:p>
            <a:pPr marL="285750" indent="0" fontAlgn="auto">
              <a:lnSpc>
                <a:spcPct val="130000"/>
              </a:lnSpc>
              <a:spcBef>
                <a:spcPts val="1200"/>
              </a:spcBef>
            </a:pPr>
            <a:r>
              <a:rPr b="1" dirty="0">
                <a:latin typeface="+mn-ea"/>
                <a:cs typeface="+mn-ea"/>
              </a:rPr>
              <a:t>（1）鼠标拖拽的方法</a:t>
            </a:r>
            <a:r>
              <a:rPr dirty="0">
                <a:latin typeface="+mn-ea"/>
                <a:cs typeface="+mn-ea"/>
              </a:rPr>
              <a:t>。将光标指针移动到表格行线或者列线，当指针变成双向箭头时，按住鼠标左键拖拽，即可调整表格的行、列的高度和宽度。</a:t>
            </a:r>
          </a:p>
          <a:p>
            <a:pPr marL="285750" indent="0" fontAlgn="auto">
              <a:lnSpc>
                <a:spcPct val="130000"/>
              </a:lnSpc>
              <a:spcBef>
                <a:spcPts val="1200"/>
              </a:spcBef>
            </a:pPr>
            <a:r>
              <a:rPr b="1" dirty="0">
                <a:latin typeface="+mn-ea"/>
                <a:cs typeface="+mn-ea"/>
              </a:rPr>
              <a:t>（2）数值输入的方法</a:t>
            </a:r>
            <a:r>
              <a:rPr dirty="0">
                <a:latin typeface="+mn-ea"/>
                <a:cs typeface="+mn-ea"/>
              </a:rPr>
              <a:t>。将光标定位在表格中，在“表格工具”选项卡功能区中的“高度”和“宽度”右侧的输入框输入相应的数值，即可精确控制表格的行高和列宽。</a:t>
            </a:r>
          </a:p>
          <a:p>
            <a:pPr marL="285750" indent="0" fontAlgn="auto">
              <a:lnSpc>
                <a:spcPct val="130000"/>
              </a:lnSpc>
              <a:spcBef>
                <a:spcPts val="1200"/>
              </a:spcBef>
            </a:pPr>
            <a:r>
              <a:rPr b="1" dirty="0">
                <a:latin typeface="+mn-ea"/>
                <a:cs typeface="+mn-ea"/>
              </a:rPr>
              <a:t>（3）“自动调整”功能区按钮的方法</a:t>
            </a:r>
            <a:r>
              <a:rPr dirty="0">
                <a:latin typeface="+mn-ea"/>
                <a:cs typeface="+mn-ea"/>
              </a:rPr>
              <a:t>。将光标定位在表格中，在“表格工具”选项卡功能区中，单击“自动调整”按钮，在弹出下拉菜单中单击选择“适应窗口大小”“根据内容调整表格”“行列互换”“平均分布各行”“平均分布各列”等命令，可以实现表格的自动调整。</a:t>
            </a:r>
          </a:p>
          <a:p>
            <a:pPr marL="285750" indent="0" fontAlgn="auto">
              <a:lnSpc>
                <a:spcPct val="130000"/>
              </a:lnSpc>
              <a:spcBef>
                <a:spcPts val="1200"/>
              </a:spcBef>
            </a:pPr>
            <a:r>
              <a:rPr b="1" dirty="0">
                <a:latin typeface="+mn-ea"/>
                <a:cs typeface="+mn-ea"/>
              </a:rPr>
              <a:t>（4）“表格属性”对话框调整的方法</a:t>
            </a:r>
            <a:r>
              <a:rPr dirty="0">
                <a:latin typeface="+mn-ea"/>
                <a:cs typeface="+mn-ea"/>
              </a:rPr>
              <a:t>。将光标定位在表格中，在“表格工具”选项卡功能区中，单击“高度”和“宽度”按钮右下方的按钮，在弹出的“表格属性”对话框中，在“行”选项卡可以设置行的高度；在“列”选项卡可以设置列的宽度。</a:t>
            </a:r>
          </a:p>
        </p:txBody>
      </p:sp>
      <p:sp>
        <p:nvSpPr>
          <p:cNvPr id="4" name="文本框 3">
            <a:extLst>
              <a:ext uri="{FF2B5EF4-FFF2-40B4-BE49-F238E27FC236}">
                <a16:creationId xmlns:a16="http://schemas.microsoft.com/office/drawing/2014/main" id="{BC407E09-7428-D8DE-F76E-91004203DEF8}"/>
              </a:ext>
            </a:extLst>
          </p:cNvPr>
          <p:cNvSpPr txBox="1"/>
          <p:nvPr/>
        </p:nvSpPr>
        <p:spPr>
          <a:xfrm>
            <a:off x="5751195" y="626745"/>
            <a:ext cx="5436235" cy="521970"/>
          </a:xfrm>
          <a:prstGeom prst="rect">
            <a:avLst/>
          </a:prstGeom>
          <a:noFill/>
        </p:spPr>
        <p:txBody>
          <a:bodyPr wrap="square">
            <a:spAutoFit/>
          </a:bodyPr>
          <a:lstStyle>
            <a:defPPr>
              <a:defRPr lang="zh-CN"/>
            </a:defPPr>
            <a:lvl1pPr>
              <a:defRPr sz="2800" b="1" spc="225">
                <a:solidFill>
                  <a:srgbClr val="006370"/>
                </a:solidFill>
                <a:latin typeface="微软雅黑" panose="020B0503020204020204" pitchFamily="34" charset="-122"/>
                <a:ea typeface="微软雅黑" panose="020B0503020204020204" pitchFamily="34" charset="-122"/>
              </a:defRPr>
            </a:lvl1pPr>
          </a:lstStyle>
          <a:p>
            <a:r>
              <a:rPr lang="en-US" dirty="0"/>
              <a:t>1.3</a:t>
            </a:r>
            <a:r>
              <a:rPr dirty="0"/>
              <a:t>.</a:t>
            </a:r>
            <a:r>
              <a:rPr lang="en-US" dirty="0"/>
              <a:t>1</a:t>
            </a:r>
            <a:r>
              <a:rPr lang="zh-CN" altLang="en-US" dirty="0">
                <a:sym typeface="+mn-ea"/>
              </a:rPr>
              <a:t>表格的创建与编辑</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1.3</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表格编辑处理</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1154430" y="1276027"/>
            <a:ext cx="10469245" cy="2491740"/>
          </a:xfrm>
          <a:prstGeom prst="rect">
            <a:avLst/>
          </a:prstGeom>
          <a:noFill/>
        </p:spPr>
        <p:txBody>
          <a:bodyPr wrap="square" rtlCol="0" anchor="t">
            <a:spAutoFit/>
          </a:bodyPr>
          <a:lstStyle/>
          <a:p>
            <a:pPr marL="285750" fontAlgn="auto">
              <a:lnSpc>
                <a:spcPct val="150000"/>
              </a:lnSpc>
            </a:pPr>
            <a:r>
              <a:rPr lang="en-US" sz="2400" b="1" dirty="0"/>
              <a:t>7</a:t>
            </a:r>
            <a:r>
              <a:rPr sz="2400" b="1" dirty="0"/>
              <a:t>.设置表格样式</a:t>
            </a:r>
          </a:p>
          <a:p>
            <a:pPr marL="285750" fontAlgn="auto">
              <a:lnSpc>
                <a:spcPct val="150000"/>
              </a:lnSpc>
            </a:pPr>
            <a:r>
              <a:rPr sz="2000" b="1" dirty="0"/>
              <a:t>（1）套用预设的表格样式</a:t>
            </a:r>
            <a:endParaRPr lang="en-US" sz="2000" b="1" dirty="0"/>
          </a:p>
          <a:p>
            <a:pPr marL="285750" indent="508000" fontAlgn="auto">
              <a:lnSpc>
                <a:spcPct val="150000"/>
              </a:lnSpc>
              <a:buFont typeface="Wingdings" panose="05000000000000000000" charset="0"/>
              <a:buChar char="Ø"/>
              <a:extLst>
                <a:ext uri="{35155182-B16C-46BC-9424-99874614C6A1}">
                  <wpsdc:indentchars xmlns:wpsdc="http://www.wps.cn/officeDocument/2017/drawingmlCustomData" xmlns="" val="200" checksum="282533468"/>
                </a:ext>
              </a:extLst>
            </a:pPr>
            <a:r>
              <a:rPr sz="2000"/>
              <a:t>选定表格，单击 “表格样式”选项卡功能区中“预设样式”选项框右侧滚动条按钮，展开全部的表格样式，可以从“最佳匹配”“浅色系”“中色系”“深色系”四类中单击选用其中一种样式</a:t>
            </a:r>
          </a:p>
        </p:txBody>
      </p:sp>
      <p:pic>
        <p:nvPicPr>
          <p:cNvPr id="4" name="图片 3"/>
          <p:cNvPicPr>
            <a:picLocks noChangeAspect="1"/>
          </p:cNvPicPr>
          <p:nvPr/>
        </p:nvPicPr>
        <p:blipFill>
          <a:blip r:embed="rId4"/>
          <a:stretch>
            <a:fillRect/>
          </a:stretch>
        </p:blipFill>
        <p:spPr>
          <a:xfrm>
            <a:off x="1214755" y="3702685"/>
            <a:ext cx="10095838" cy="1303999"/>
          </a:xfrm>
          <a:prstGeom prst="rect">
            <a:avLst/>
          </a:prstGeom>
        </p:spPr>
      </p:pic>
      <p:graphicFrame>
        <p:nvGraphicFramePr>
          <p:cNvPr id="5" name="表格 4"/>
          <p:cNvGraphicFramePr/>
          <p:nvPr>
            <p:custDataLst>
              <p:tags r:id="rId1"/>
            </p:custDataLst>
          </p:nvPr>
        </p:nvGraphicFramePr>
        <p:xfrm>
          <a:off x="1214755" y="5329555"/>
          <a:ext cx="10095865" cy="1156399"/>
        </p:xfrm>
        <a:graphic>
          <a:graphicData uri="http://schemas.openxmlformats.org/drawingml/2006/table">
            <a:tbl>
              <a:tblPr>
                <a:tableStyleId>{35758FB7-9AC5-4552-8A53-C91805E547FA}</a:tableStyleId>
              </a:tblPr>
              <a:tblGrid>
                <a:gridCol w="714375">
                  <a:extLst>
                    <a:ext uri="{9D8B030D-6E8A-4147-A177-3AD203B41FA5}">
                      <a16:colId xmlns:a16="http://schemas.microsoft.com/office/drawing/2014/main" val="20000"/>
                    </a:ext>
                  </a:extLst>
                </a:gridCol>
                <a:gridCol w="938530">
                  <a:extLst>
                    <a:ext uri="{9D8B030D-6E8A-4147-A177-3AD203B41FA5}">
                      <a16:colId xmlns:a16="http://schemas.microsoft.com/office/drawing/2014/main" val="20001"/>
                    </a:ext>
                  </a:extLst>
                </a:gridCol>
                <a:gridCol w="937895">
                  <a:extLst>
                    <a:ext uri="{9D8B030D-6E8A-4147-A177-3AD203B41FA5}">
                      <a16:colId xmlns:a16="http://schemas.microsoft.com/office/drawing/2014/main" val="20002"/>
                    </a:ext>
                  </a:extLst>
                </a:gridCol>
                <a:gridCol w="937895">
                  <a:extLst>
                    <a:ext uri="{9D8B030D-6E8A-4147-A177-3AD203B41FA5}">
                      <a16:colId xmlns:a16="http://schemas.microsoft.com/office/drawing/2014/main" val="20003"/>
                    </a:ext>
                  </a:extLst>
                </a:gridCol>
                <a:gridCol w="938530">
                  <a:extLst>
                    <a:ext uri="{9D8B030D-6E8A-4147-A177-3AD203B41FA5}">
                      <a16:colId xmlns:a16="http://schemas.microsoft.com/office/drawing/2014/main" val="20004"/>
                    </a:ext>
                  </a:extLst>
                </a:gridCol>
                <a:gridCol w="937895">
                  <a:extLst>
                    <a:ext uri="{9D8B030D-6E8A-4147-A177-3AD203B41FA5}">
                      <a16:colId xmlns:a16="http://schemas.microsoft.com/office/drawing/2014/main" val="20005"/>
                    </a:ext>
                  </a:extLst>
                </a:gridCol>
                <a:gridCol w="937895">
                  <a:extLst>
                    <a:ext uri="{9D8B030D-6E8A-4147-A177-3AD203B41FA5}">
                      <a16:colId xmlns:a16="http://schemas.microsoft.com/office/drawing/2014/main" val="20006"/>
                    </a:ext>
                  </a:extLst>
                </a:gridCol>
                <a:gridCol w="938530">
                  <a:extLst>
                    <a:ext uri="{9D8B030D-6E8A-4147-A177-3AD203B41FA5}">
                      <a16:colId xmlns:a16="http://schemas.microsoft.com/office/drawing/2014/main" val="20007"/>
                    </a:ext>
                  </a:extLst>
                </a:gridCol>
                <a:gridCol w="937895">
                  <a:extLst>
                    <a:ext uri="{9D8B030D-6E8A-4147-A177-3AD203B41FA5}">
                      <a16:colId xmlns:a16="http://schemas.microsoft.com/office/drawing/2014/main" val="20008"/>
                    </a:ext>
                  </a:extLst>
                </a:gridCol>
                <a:gridCol w="938530">
                  <a:extLst>
                    <a:ext uri="{9D8B030D-6E8A-4147-A177-3AD203B41FA5}">
                      <a16:colId xmlns:a16="http://schemas.microsoft.com/office/drawing/2014/main" val="20009"/>
                    </a:ext>
                  </a:extLst>
                </a:gridCol>
                <a:gridCol w="937895">
                  <a:extLst>
                    <a:ext uri="{9D8B030D-6E8A-4147-A177-3AD203B41FA5}">
                      <a16:colId xmlns:a16="http://schemas.microsoft.com/office/drawing/2014/main" val="20010"/>
                    </a:ext>
                  </a:extLst>
                </a:gridCol>
              </a:tblGrid>
              <a:tr h="259715">
                <a:tc>
                  <a:txBody>
                    <a:bodyPr/>
                    <a:lstStyle/>
                    <a:p>
                      <a:pPr marL="0" indent="0" algn="ctr" fontAlgn="base">
                        <a:lnSpc>
                          <a:spcPts val="1660"/>
                        </a:lnSpc>
                        <a:spcBef>
                          <a:spcPct val="0"/>
                        </a:spcBef>
                        <a:spcAft>
                          <a:spcPct val="0"/>
                        </a:spcAft>
                      </a:pPr>
                      <a:r>
                        <a:rPr lang="zh-CN" sz="1400"/>
                        <a:t>年份</a:t>
                      </a:r>
                    </a:p>
                  </a:txBody>
                  <a:tcPr marL="68580" marR="68580" marT="0" marB="0"/>
                </a:tc>
                <a:tc>
                  <a:txBody>
                    <a:bodyPr/>
                    <a:lstStyle/>
                    <a:p>
                      <a:pPr marL="0" indent="0" algn="ctr" fontAlgn="base">
                        <a:lnSpc>
                          <a:spcPts val="1660"/>
                        </a:lnSpc>
                        <a:spcBef>
                          <a:spcPct val="0"/>
                        </a:spcBef>
                        <a:spcAft>
                          <a:spcPct val="0"/>
                        </a:spcAft>
                      </a:pPr>
                      <a:r>
                        <a:rPr lang="en-US" altLang="zh-CN" sz="1400"/>
                        <a:t>2010</a:t>
                      </a:r>
                    </a:p>
                  </a:txBody>
                  <a:tcPr marL="68580" marR="68580" marT="0" marB="0"/>
                </a:tc>
                <a:tc>
                  <a:txBody>
                    <a:bodyPr/>
                    <a:lstStyle/>
                    <a:p>
                      <a:pPr marL="0" indent="0" algn="ctr" fontAlgn="base">
                        <a:lnSpc>
                          <a:spcPts val="1660"/>
                        </a:lnSpc>
                        <a:spcBef>
                          <a:spcPct val="0"/>
                        </a:spcBef>
                        <a:spcAft>
                          <a:spcPct val="0"/>
                        </a:spcAft>
                      </a:pPr>
                      <a:r>
                        <a:rPr lang="en-US" altLang="zh-CN" sz="1400"/>
                        <a:t>2011</a:t>
                      </a:r>
                    </a:p>
                  </a:txBody>
                  <a:tcPr marL="68580" marR="68580" marT="0" marB="0"/>
                </a:tc>
                <a:tc>
                  <a:txBody>
                    <a:bodyPr/>
                    <a:lstStyle/>
                    <a:p>
                      <a:pPr marL="0" indent="0" algn="ctr" fontAlgn="base">
                        <a:lnSpc>
                          <a:spcPts val="1660"/>
                        </a:lnSpc>
                        <a:spcBef>
                          <a:spcPct val="0"/>
                        </a:spcBef>
                        <a:spcAft>
                          <a:spcPct val="0"/>
                        </a:spcAft>
                      </a:pPr>
                      <a:r>
                        <a:rPr lang="en-US" altLang="zh-CN" sz="1400"/>
                        <a:t>2012</a:t>
                      </a:r>
                    </a:p>
                  </a:txBody>
                  <a:tcPr marL="68580" marR="68580" marT="0" marB="0"/>
                </a:tc>
                <a:tc>
                  <a:txBody>
                    <a:bodyPr/>
                    <a:lstStyle/>
                    <a:p>
                      <a:pPr marL="0" indent="0" algn="ctr" fontAlgn="base">
                        <a:lnSpc>
                          <a:spcPts val="1660"/>
                        </a:lnSpc>
                        <a:spcBef>
                          <a:spcPct val="0"/>
                        </a:spcBef>
                        <a:spcAft>
                          <a:spcPct val="0"/>
                        </a:spcAft>
                      </a:pPr>
                      <a:r>
                        <a:rPr lang="en-US" altLang="zh-CN" sz="1400"/>
                        <a:t>2013</a:t>
                      </a:r>
                    </a:p>
                  </a:txBody>
                  <a:tcPr marL="68580" marR="68580" marT="0" marB="0"/>
                </a:tc>
                <a:tc>
                  <a:txBody>
                    <a:bodyPr/>
                    <a:lstStyle/>
                    <a:p>
                      <a:pPr marL="0" indent="0" algn="ctr" fontAlgn="base">
                        <a:lnSpc>
                          <a:spcPts val="1660"/>
                        </a:lnSpc>
                        <a:spcBef>
                          <a:spcPct val="0"/>
                        </a:spcBef>
                        <a:spcAft>
                          <a:spcPct val="0"/>
                        </a:spcAft>
                      </a:pPr>
                      <a:r>
                        <a:rPr lang="en-US" altLang="zh-CN" sz="1400"/>
                        <a:t>2014</a:t>
                      </a:r>
                    </a:p>
                  </a:txBody>
                  <a:tcPr marL="68580" marR="68580" marT="0" marB="0"/>
                </a:tc>
                <a:tc>
                  <a:txBody>
                    <a:bodyPr/>
                    <a:lstStyle/>
                    <a:p>
                      <a:pPr marL="0" indent="0" algn="ctr" fontAlgn="base">
                        <a:lnSpc>
                          <a:spcPts val="1660"/>
                        </a:lnSpc>
                        <a:spcBef>
                          <a:spcPct val="0"/>
                        </a:spcBef>
                        <a:spcAft>
                          <a:spcPct val="0"/>
                        </a:spcAft>
                      </a:pPr>
                      <a:r>
                        <a:rPr lang="en-US" altLang="zh-CN" sz="1400"/>
                        <a:t>2015</a:t>
                      </a:r>
                    </a:p>
                  </a:txBody>
                  <a:tcPr marL="68580" marR="68580" marT="0" marB="0"/>
                </a:tc>
                <a:tc>
                  <a:txBody>
                    <a:bodyPr/>
                    <a:lstStyle/>
                    <a:p>
                      <a:pPr marL="0" indent="0" algn="ctr" fontAlgn="base">
                        <a:lnSpc>
                          <a:spcPts val="1660"/>
                        </a:lnSpc>
                        <a:spcBef>
                          <a:spcPct val="0"/>
                        </a:spcBef>
                        <a:spcAft>
                          <a:spcPct val="0"/>
                        </a:spcAft>
                      </a:pPr>
                      <a:r>
                        <a:rPr lang="en-US" altLang="zh-CN" sz="1400"/>
                        <a:t>2016</a:t>
                      </a:r>
                    </a:p>
                  </a:txBody>
                  <a:tcPr marL="68580" marR="68580" marT="0" marB="0"/>
                </a:tc>
                <a:tc>
                  <a:txBody>
                    <a:bodyPr/>
                    <a:lstStyle/>
                    <a:p>
                      <a:pPr marL="0" indent="0" algn="ctr" fontAlgn="base">
                        <a:lnSpc>
                          <a:spcPts val="1660"/>
                        </a:lnSpc>
                        <a:spcBef>
                          <a:spcPct val="0"/>
                        </a:spcBef>
                        <a:spcAft>
                          <a:spcPct val="0"/>
                        </a:spcAft>
                      </a:pPr>
                      <a:r>
                        <a:rPr lang="en-US" altLang="zh-CN" sz="1400"/>
                        <a:t>2017</a:t>
                      </a:r>
                    </a:p>
                  </a:txBody>
                  <a:tcPr marL="68580" marR="68580" marT="0" marB="0"/>
                </a:tc>
                <a:tc>
                  <a:txBody>
                    <a:bodyPr/>
                    <a:lstStyle/>
                    <a:p>
                      <a:pPr marL="0" indent="0" algn="ctr" fontAlgn="base">
                        <a:lnSpc>
                          <a:spcPts val="1660"/>
                        </a:lnSpc>
                        <a:spcBef>
                          <a:spcPct val="0"/>
                        </a:spcBef>
                        <a:spcAft>
                          <a:spcPct val="0"/>
                        </a:spcAft>
                      </a:pPr>
                      <a:r>
                        <a:rPr lang="en-US" altLang="zh-CN" sz="1400"/>
                        <a:t>2018</a:t>
                      </a:r>
                    </a:p>
                  </a:txBody>
                  <a:tcPr marL="68580" marR="68580" marT="0" marB="0"/>
                </a:tc>
                <a:tc>
                  <a:txBody>
                    <a:bodyPr/>
                    <a:lstStyle/>
                    <a:p>
                      <a:pPr marL="0" indent="0" algn="ctr" fontAlgn="base">
                        <a:lnSpc>
                          <a:spcPts val="1660"/>
                        </a:lnSpc>
                        <a:spcBef>
                          <a:spcPct val="0"/>
                        </a:spcBef>
                        <a:spcAft>
                          <a:spcPct val="0"/>
                        </a:spcAft>
                      </a:pPr>
                      <a:r>
                        <a:rPr lang="en-US" altLang="zh-CN" sz="1400"/>
                        <a:t>2019</a:t>
                      </a:r>
                    </a:p>
                  </a:txBody>
                  <a:tcPr marL="68580" marR="68580" marT="0" marB="0"/>
                </a:tc>
                <a:extLst>
                  <a:ext uri="{0D108BD9-81ED-4DB2-BD59-A6C34878D82A}">
                    <a16:rowId xmlns:a16="http://schemas.microsoft.com/office/drawing/2014/main" val="10000"/>
                  </a:ext>
                </a:extLst>
              </a:tr>
              <a:tr h="518795">
                <a:tc>
                  <a:txBody>
                    <a:bodyPr/>
                    <a:lstStyle/>
                    <a:p>
                      <a:pPr marL="0" indent="0" algn="ctr" fontAlgn="base">
                        <a:lnSpc>
                          <a:spcPts val="1660"/>
                        </a:lnSpc>
                        <a:spcBef>
                          <a:spcPct val="0"/>
                        </a:spcBef>
                        <a:spcAft>
                          <a:spcPct val="0"/>
                        </a:spcAft>
                      </a:pPr>
                      <a:r>
                        <a:rPr lang="en-US" altLang="zh-CN" sz="1400"/>
                        <a:t>GDP</a:t>
                      </a:r>
                      <a:r>
                        <a:rPr lang="zh-CN" altLang="en-US" sz="1400"/>
                        <a:t>（万亿人民币）</a:t>
                      </a:r>
                    </a:p>
                  </a:txBody>
                  <a:tcPr marL="68580" marR="68580" marT="0" marB="0"/>
                </a:tc>
                <a:tc>
                  <a:txBody>
                    <a:bodyPr/>
                    <a:lstStyle/>
                    <a:p>
                      <a:pPr marL="0" indent="0" algn="ctr" fontAlgn="base">
                        <a:lnSpc>
                          <a:spcPts val="1660"/>
                        </a:lnSpc>
                        <a:spcBef>
                          <a:spcPct val="0"/>
                        </a:spcBef>
                        <a:spcAft>
                          <a:spcPct val="0"/>
                        </a:spcAft>
                      </a:pPr>
                      <a:r>
                        <a:rPr lang="en-US" altLang="zh-CN" sz="1400"/>
                        <a:t>40.15 </a:t>
                      </a:r>
                    </a:p>
                  </a:txBody>
                  <a:tcPr marL="68580" marR="68580" marT="0" marB="0"/>
                </a:tc>
                <a:tc>
                  <a:txBody>
                    <a:bodyPr/>
                    <a:lstStyle/>
                    <a:p>
                      <a:pPr marL="0" indent="0" algn="ctr" fontAlgn="base">
                        <a:lnSpc>
                          <a:spcPts val="1660"/>
                        </a:lnSpc>
                        <a:spcBef>
                          <a:spcPct val="0"/>
                        </a:spcBef>
                        <a:spcAft>
                          <a:spcPct val="0"/>
                        </a:spcAft>
                      </a:pPr>
                      <a:r>
                        <a:rPr lang="en-US" altLang="zh-CN" sz="1400"/>
                        <a:t>47.31 </a:t>
                      </a:r>
                    </a:p>
                  </a:txBody>
                  <a:tcPr marL="68580" marR="68580" marT="0" marB="0"/>
                </a:tc>
                <a:tc>
                  <a:txBody>
                    <a:bodyPr/>
                    <a:lstStyle/>
                    <a:p>
                      <a:pPr marL="0" indent="0" algn="ctr" fontAlgn="base">
                        <a:lnSpc>
                          <a:spcPts val="1660"/>
                        </a:lnSpc>
                        <a:spcBef>
                          <a:spcPct val="0"/>
                        </a:spcBef>
                        <a:spcAft>
                          <a:spcPct val="0"/>
                        </a:spcAft>
                      </a:pPr>
                      <a:r>
                        <a:rPr lang="en-US" altLang="zh-CN" sz="1400"/>
                        <a:t>51.95 </a:t>
                      </a:r>
                    </a:p>
                  </a:txBody>
                  <a:tcPr marL="68580" marR="68580" marT="0" marB="0"/>
                </a:tc>
                <a:tc>
                  <a:txBody>
                    <a:bodyPr/>
                    <a:lstStyle/>
                    <a:p>
                      <a:pPr marL="0" indent="0" algn="ctr" fontAlgn="base">
                        <a:lnSpc>
                          <a:spcPts val="1660"/>
                        </a:lnSpc>
                        <a:spcBef>
                          <a:spcPct val="0"/>
                        </a:spcBef>
                        <a:spcAft>
                          <a:spcPct val="0"/>
                        </a:spcAft>
                      </a:pPr>
                      <a:r>
                        <a:rPr lang="en-US" altLang="zh-CN" sz="1400"/>
                        <a:t>56.88 </a:t>
                      </a:r>
                    </a:p>
                  </a:txBody>
                  <a:tcPr marL="68580" marR="68580" marT="0" marB="0"/>
                </a:tc>
                <a:tc>
                  <a:txBody>
                    <a:bodyPr/>
                    <a:lstStyle/>
                    <a:p>
                      <a:pPr marL="0" indent="0" algn="ctr" fontAlgn="base">
                        <a:lnSpc>
                          <a:spcPts val="1660"/>
                        </a:lnSpc>
                        <a:spcBef>
                          <a:spcPct val="0"/>
                        </a:spcBef>
                        <a:spcAft>
                          <a:spcPct val="0"/>
                        </a:spcAft>
                      </a:pPr>
                      <a:r>
                        <a:rPr lang="en-US" altLang="zh-CN" sz="1400"/>
                        <a:t>63.65 </a:t>
                      </a:r>
                    </a:p>
                  </a:txBody>
                  <a:tcPr marL="68580" marR="68580" marT="0" marB="0"/>
                </a:tc>
                <a:tc>
                  <a:txBody>
                    <a:bodyPr/>
                    <a:lstStyle/>
                    <a:p>
                      <a:pPr marL="0" indent="0" algn="ctr" fontAlgn="base">
                        <a:lnSpc>
                          <a:spcPts val="1660"/>
                        </a:lnSpc>
                        <a:spcBef>
                          <a:spcPct val="0"/>
                        </a:spcBef>
                        <a:spcAft>
                          <a:spcPct val="0"/>
                        </a:spcAft>
                      </a:pPr>
                      <a:r>
                        <a:rPr lang="en-US" altLang="zh-CN" sz="1400"/>
                        <a:t>68.91 </a:t>
                      </a:r>
                    </a:p>
                  </a:txBody>
                  <a:tcPr marL="68580" marR="68580" marT="0" marB="0"/>
                </a:tc>
                <a:tc>
                  <a:txBody>
                    <a:bodyPr/>
                    <a:lstStyle/>
                    <a:p>
                      <a:pPr marL="0" indent="0" algn="ctr" fontAlgn="base">
                        <a:lnSpc>
                          <a:spcPts val="1660"/>
                        </a:lnSpc>
                        <a:spcBef>
                          <a:spcPct val="0"/>
                        </a:spcBef>
                        <a:spcAft>
                          <a:spcPct val="0"/>
                        </a:spcAft>
                      </a:pPr>
                      <a:r>
                        <a:rPr lang="en-US" altLang="zh-CN" sz="1400"/>
                        <a:t>71.41 </a:t>
                      </a:r>
                    </a:p>
                  </a:txBody>
                  <a:tcPr marL="68580" marR="68580" marT="0" marB="0"/>
                </a:tc>
                <a:tc>
                  <a:txBody>
                    <a:bodyPr/>
                    <a:lstStyle/>
                    <a:p>
                      <a:pPr marL="0" indent="0" algn="ctr" fontAlgn="base">
                        <a:lnSpc>
                          <a:spcPts val="1660"/>
                        </a:lnSpc>
                        <a:spcBef>
                          <a:spcPct val="0"/>
                        </a:spcBef>
                        <a:spcAft>
                          <a:spcPct val="0"/>
                        </a:spcAft>
                      </a:pPr>
                      <a:r>
                        <a:rPr lang="en-US" altLang="zh-CN" sz="1400"/>
                        <a:t>82.71 </a:t>
                      </a:r>
                    </a:p>
                  </a:txBody>
                  <a:tcPr marL="68580" marR="68580" marT="0" marB="0"/>
                </a:tc>
                <a:tc>
                  <a:txBody>
                    <a:bodyPr/>
                    <a:lstStyle/>
                    <a:p>
                      <a:pPr marL="0" indent="0" algn="ctr" fontAlgn="base">
                        <a:lnSpc>
                          <a:spcPts val="1660"/>
                        </a:lnSpc>
                        <a:spcBef>
                          <a:spcPct val="0"/>
                        </a:spcBef>
                        <a:spcAft>
                          <a:spcPct val="0"/>
                        </a:spcAft>
                      </a:pPr>
                      <a:r>
                        <a:rPr lang="en-US" altLang="zh-CN" sz="1400"/>
                        <a:t>90.03 </a:t>
                      </a:r>
                    </a:p>
                  </a:txBody>
                  <a:tcPr marL="68580" marR="68580" marT="0" marB="0"/>
                </a:tc>
                <a:tc>
                  <a:txBody>
                    <a:bodyPr/>
                    <a:lstStyle/>
                    <a:p>
                      <a:pPr marL="0" indent="0" algn="ctr" fontAlgn="base">
                        <a:lnSpc>
                          <a:spcPts val="1660"/>
                        </a:lnSpc>
                        <a:spcBef>
                          <a:spcPct val="0"/>
                        </a:spcBef>
                        <a:spcAft>
                          <a:spcPct val="0"/>
                        </a:spcAft>
                      </a:pPr>
                      <a:r>
                        <a:rPr lang="en-US" altLang="zh-CN" sz="1400"/>
                        <a:t>99.08 </a:t>
                      </a:r>
                    </a:p>
                  </a:txBody>
                  <a:tcPr marL="68580" marR="68580" marT="0" marB="0"/>
                </a:tc>
                <a:extLst>
                  <a:ext uri="{0D108BD9-81ED-4DB2-BD59-A6C34878D82A}">
                    <a16:rowId xmlns:a16="http://schemas.microsoft.com/office/drawing/2014/main" val="10001"/>
                  </a:ext>
                </a:extLst>
              </a:tr>
              <a:tr h="259080">
                <a:tc>
                  <a:txBody>
                    <a:bodyPr/>
                    <a:lstStyle/>
                    <a:p>
                      <a:pPr marL="0" indent="0" algn="ctr" fontAlgn="base">
                        <a:lnSpc>
                          <a:spcPts val="1660"/>
                        </a:lnSpc>
                        <a:spcBef>
                          <a:spcPct val="0"/>
                        </a:spcBef>
                        <a:spcAft>
                          <a:spcPct val="0"/>
                        </a:spcAft>
                      </a:pPr>
                      <a:r>
                        <a:rPr lang="zh-CN" sz="1400"/>
                        <a:t>增长率</a:t>
                      </a:r>
                    </a:p>
                  </a:txBody>
                  <a:tcPr marL="68580" marR="68580" marT="0" marB="0"/>
                </a:tc>
                <a:tc>
                  <a:txBody>
                    <a:bodyPr/>
                    <a:lstStyle/>
                    <a:p>
                      <a:pPr marL="0" indent="0" algn="ctr" fontAlgn="base">
                        <a:lnSpc>
                          <a:spcPts val="1660"/>
                        </a:lnSpc>
                        <a:spcBef>
                          <a:spcPct val="0"/>
                        </a:spcBef>
                        <a:spcAft>
                          <a:spcPct val="0"/>
                        </a:spcAft>
                      </a:pPr>
                      <a:r>
                        <a:rPr lang="en-US" altLang="zh-CN" sz="1400"/>
                        <a:t>10.45%</a:t>
                      </a:r>
                    </a:p>
                  </a:txBody>
                  <a:tcPr marL="68580" marR="68580" marT="0" marB="0"/>
                </a:tc>
                <a:tc>
                  <a:txBody>
                    <a:bodyPr/>
                    <a:lstStyle/>
                    <a:p>
                      <a:pPr marL="0" indent="0" algn="ctr" fontAlgn="base">
                        <a:lnSpc>
                          <a:spcPts val="1660"/>
                        </a:lnSpc>
                        <a:spcBef>
                          <a:spcPct val="0"/>
                        </a:spcBef>
                        <a:spcAft>
                          <a:spcPct val="0"/>
                        </a:spcAft>
                      </a:pPr>
                      <a:r>
                        <a:rPr lang="en-US" altLang="zh-CN" sz="1400"/>
                        <a:t>9.30%</a:t>
                      </a:r>
                    </a:p>
                  </a:txBody>
                  <a:tcPr marL="68580" marR="68580" marT="0" marB="0"/>
                </a:tc>
                <a:tc>
                  <a:txBody>
                    <a:bodyPr/>
                    <a:lstStyle/>
                    <a:p>
                      <a:pPr marL="0" indent="0" algn="ctr" fontAlgn="base">
                        <a:lnSpc>
                          <a:spcPts val="1660"/>
                        </a:lnSpc>
                        <a:spcBef>
                          <a:spcPct val="0"/>
                        </a:spcBef>
                        <a:spcAft>
                          <a:spcPct val="0"/>
                        </a:spcAft>
                      </a:pPr>
                      <a:r>
                        <a:rPr lang="en-US" altLang="zh-CN" sz="1400"/>
                        <a:t>7.65%</a:t>
                      </a:r>
                    </a:p>
                  </a:txBody>
                  <a:tcPr marL="68580" marR="68580" marT="0" marB="0"/>
                </a:tc>
                <a:tc>
                  <a:txBody>
                    <a:bodyPr/>
                    <a:lstStyle/>
                    <a:p>
                      <a:pPr marL="0" indent="0" algn="ctr" fontAlgn="base">
                        <a:lnSpc>
                          <a:spcPts val="1660"/>
                        </a:lnSpc>
                        <a:spcBef>
                          <a:spcPct val="0"/>
                        </a:spcBef>
                        <a:spcAft>
                          <a:spcPct val="0"/>
                        </a:spcAft>
                      </a:pPr>
                      <a:r>
                        <a:rPr lang="en-US" altLang="zh-CN" sz="1400"/>
                        <a:t>7.67%</a:t>
                      </a:r>
                    </a:p>
                  </a:txBody>
                  <a:tcPr marL="68580" marR="68580" marT="0" marB="0"/>
                </a:tc>
                <a:tc>
                  <a:txBody>
                    <a:bodyPr/>
                    <a:lstStyle/>
                    <a:p>
                      <a:pPr marL="0" indent="0" algn="ctr" fontAlgn="base">
                        <a:lnSpc>
                          <a:spcPts val="1660"/>
                        </a:lnSpc>
                        <a:spcBef>
                          <a:spcPct val="0"/>
                        </a:spcBef>
                        <a:spcAft>
                          <a:spcPct val="0"/>
                        </a:spcAft>
                      </a:pPr>
                      <a:r>
                        <a:rPr lang="en-US" altLang="zh-CN" sz="1400"/>
                        <a:t>7.40%</a:t>
                      </a:r>
                    </a:p>
                  </a:txBody>
                  <a:tcPr marL="68580" marR="68580" marT="0" marB="0"/>
                </a:tc>
                <a:tc>
                  <a:txBody>
                    <a:bodyPr/>
                    <a:lstStyle/>
                    <a:p>
                      <a:pPr marL="0" indent="0" algn="ctr" fontAlgn="base">
                        <a:lnSpc>
                          <a:spcPts val="1660"/>
                        </a:lnSpc>
                        <a:spcBef>
                          <a:spcPct val="0"/>
                        </a:spcBef>
                        <a:spcAft>
                          <a:spcPct val="0"/>
                        </a:spcAft>
                      </a:pPr>
                      <a:r>
                        <a:rPr lang="en-US" altLang="zh-CN" sz="1400"/>
                        <a:t>6.90%</a:t>
                      </a:r>
                    </a:p>
                  </a:txBody>
                  <a:tcPr marL="68580" marR="68580" marT="0" marB="0"/>
                </a:tc>
                <a:tc>
                  <a:txBody>
                    <a:bodyPr/>
                    <a:lstStyle/>
                    <a:p>
                      <a:pPr marL="0" indent="0" algn="ctr" fontAlgn="base">
                        <a:lnSpc>
                          <a:spcPts val="1660"/>
                        </a:lnSpc>
                        <a:spcBef>
                          <a:spcPct val="0"/>
                        </a:spcBef>
                        <a:spcAft>
                          <a:spcPct val="0"/>
                        </a:spcAft>
                      </a:pPr>
                      <a:r>
                        <a:rPr lang="en-US" altLang="zh-CN" sz="1400"/>
                        <a:t>6.70%</a:t>
                      </a:r>
                    </a:p>
                  </a:txBody>
                  <a:tcPr marL="68580" marR="68580" marT="0" marB="0"/>
                </a:tc>
                <a:tc>
                  <a:txBody>
                    <a:bodyPr/>
                    <a:lstStyle/>
                    <a:p>
                      <a:pPr marL="0" indent="0" algn="ctr" fontAlgn="base">
                        <a:lnSpc>
                          <a:spcPts val="1660"/>
                        </a:lnSpc>
                        <a:spcBef>
                          <a:spcPct val="0"/>
                        </a:spcBef>
                        <a:spcAft>
                          <a:spcPct val="0"/>
                        </a:spcAft>
                      </a:pPr>
                      <a:r>
                        <a:rPr lang="en-US" altLang="zh-CN" sz="1400"/>
                        <a:t>6.90%</a:t>
                      </a:r>
                    </a:p>
                  </a:txBody>
                  <a:tcPr marL="68580" marR="68580" marT="0" marB="0"/>
                </a:tc>
                <a:tc>
                  <a:txBody>
                    <a:bodyPr/>
                    <a:lstStyle/>
                    <a:p>
                      <a:pPr marL="0" indent="0" algn="ctr" fontAlgn="base">
                        <a:lnSpc>
                          <a:spcPts val="1660"/>
                        </a:lnSpc>
                        <a:spcBef>
                          <a:spcPct val="0"/>
                        </a:spcBef>
                        <a:spcAft>
                          <a:spcPct val="0"/>
                        </a:spcAft>
                      </a:pPr>
                      <a:r>
                        <a:rPr lang="en-US" altLang="zh-CN" sz="1400"/>
                        <a:t>6.60%</a:t>
                      </a:r>
                    </a:p>
                  </a:txBody>
                  <a:tcPr marL="68580" marR="68580" marT="0" marB="0"/>
                </a:tc>
                <a:tc>
                  <a:txBody>
                    <a:bodyPr/>
                    <a:lstStyle/>
                    <a:p>
                      <a:pPr marL="0" indent="0" algn="ctr" fontAlgn="base">
                        <a:lnSpc>
                          <a:spcPts val="1660"/>
                        </a:lnSpc>
                        <a:spcBef>
                          <a:spcPct val="0"/>
                        </a:spcBef>
                        <a:spcAft>
                          <a:spcPct val="0"/>
                        </a:spcAft>
                      </a:pPr>
                      <a:r>
                        <a:rPr lang="en-US" altLang="zh-CN" sz="1400"/>
                        <a:t>6.10%</a:t>
                      </a:r>
                    </a:p>
                  </a:txBody>
                  <a:tcPr marL="68580" marR="68580" marT="0" marB="0"/>
                </a:tc>
                <a:extLst>
                  <a:ext uri="{0D108BD9-81ED-4DB2-BD59-A6C34878D82A}">
                    <a16:rowId xmlns:a16="http://schemas.microsoft.com/office/drawing/2014/main" val="10002"/>
                  </a:ext>
                </a:extLst>
              </a:tr>
            </a:tbl>
          </a:graphicData>
        </a:graphic>
      </p:graphicFrame>
      <p:sp>
        <p:nvSpPr>
          <p:cNvPr id="6" name="文本框 5">
            <a:extLst>
              <a:ext uri="{FF2B5EF4-FFF2-40B4-BE49-F238E27FC236}">
                <a16:creationId xmlns:a16="http://schemas.microsoft.com/office/drawing/2014/main" id="{41AAECEA-461F-BCE1-4EAF-E671B280B316}"/>
              </a:ext>
            </a:extLst>
          </p:cNvPr>
          <p:cNvSpPr txBox="1"/>
          <p:nvPr/>
        </p:nvSpPr>
        <p:spPr>
          <a:xfrm>
            <a:off x="5751195" y="626745"/>
            <a:ext cx="5436235" cy="521970"/>
          </a:xfrm>
          <a:prstGeom prst="rect">
            <a:avLst/>
          </a:prstGeom>
          <a:noFill/>
        </p:spPr>
        <p:txBody>
          <a:bodyPr wrap="square">
            <a:spAutoFit/>
          </a:bodyPr>
          <a:lstStyle>
            <a:defPPr>
              <a:defRPr lang="zh-CN"/>
            </a:defPPr>
            <a:lvl1pPr>
              <a:defRPr sz="2800" b="1" spc="225">
                <a:solidFill>
                  <a:srgbClr val="006370"/>
                </a:solidFill>
                <a:latin typeface="微软雅黑" panose="020B0503020204020204" pitchFamily="34" charset="-122"/>
                <a:ea typeface="微软雅黑" panose="020B0503020204020204" pitchFamily="34" charset="-122"/>
              </a:defRPr>
            </a:lvl1pPr>
          </a:lstStyle>
          <a:p>
            <a:r>
              <a:rPr lang="en-US" dirty="0"/>
              <a:t>1.3</a:t>
            </a:r>
            <a:r>
              <a:rPr dirty="0"/>
              <a:t>.</a:t>
            </a:r>
            <a:r>
              <a:rPr lang="en-US" dirty="0"/>
              <a:t>1</a:t>
            </a:r>
            <a:r>
              <a:rPr lang="zh-CN" altLang="en-US" dirty="0">
                <a:sym typeface="+mn-ea"/>
              </a:rPr>
              <a:t>表格的创建与编辑</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1.3</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表格编辑处理</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934720" y="1318260"/>
            <a:ext cx="10777855" cy="1106805"/>
          </a:xfrm>
          <a:prstGeom prst="rect">
            <a:avLst/>
          </a:prstGeom>
          <a:noFill/>
        </p:spPr>
        <p:txBody>
          <a:bodyPr wrap="square" rtlCol="0" anchor="t">
            <a:spAutoFit/>
          </a:bodyPr>
          <a:lstStyle/>
          <a:p>
            <a:pPr marL="285750" fontAlgn="auto">
              <a:lnSpc>
                <a:spcPct val="150000"/>
              </a:lnSpc>
            </a:pPr>
            <a:r>
              <a:rPr sz="2400" b="1" dirty="0"/>
              <a:t>（</a:t>
            </a:r>
            <a:r>
              <a:rPr lang="en-US" sz="2400" b="1" dirty="0"/>
              <a:t>2</a:t>
            </a:r>
            <a:r>
              <a:rPr sz="2400" b="1" dirty="0"/>
              <a:t>）分别设置表格的边框和底纹</a:t>
            </a:r>
            <a:endParaRPr lang="en-US" sz="2400" b="1" dirty="0"/>
          </a:p>
          <a:p>
            <a:pPr marL="285750" indent="508000" fontAlgn="auto">
              <a:lnSpc>
                <a:spcPct val="150000"/>
              </a:lnSpc>
              <a:buFont typeface="Wingdings" panose="05000000000000000000" charset="0"/>
              <a:buChar char="Ø"/>
              <a:extLst>
                <a:ext uri="{35155182-B16C-46BC-9424-99874614C6A1}">
                  <wpsdc:indentchars xmlns:wpsdc="http://www.wps.cn/officeDocument/2017/drawingmlCustomData" xmlns="" val="200" checksum="282533468"/>
                </a:ext>
              </a:extLst>
            </a:pPr>
            <a:endParaRPr sz="2000" dirty="0"/>
          </a:p>
        </p:txBody>
      </p:sp>
      <p:pic>
        <p:nvPicPr>
          <p:cNvPr id="2" name="图片 197" descr="D:\书稿《大学计算机应用基础教程》\3.插图\第4章 WPS文档编辑插图\4-34.jpg4-34"/>
          <p:cNvPicPr>
            <a:picLocks noChangeAspect="1"/>
          </p:cNvPicPr>
          <p:nvPr/>
        </p:nvPicPr>
        <p:blipFill>
          <a:blip r:embed="rId3"/>
          <a:srcRect/>
          <a:stretch>
            <a:fillRect/>
          </a:stretch>
        </p:blipFill>
        <p:spPr>
          <a:xfrm>
            <a:off x="876935" y="2145665"/>
            <a:ext cx="10641965" cy="841375"/>
          </a:xfrm>
          <a:prstGeom prst="rect">
            <a:avLst/>
          </a:prstGeom>
          <a:ln>
            <a:solidFill>
              <a:schemeClr val="bg1">
                <a:lumMod val="85000"/>
              </a:schemeClr>
            </a:solidFill>
          </a:ln>
        </p:spPr>
      </p:pic>
      <p:pic>
        <p:nvPicPr>
          <p:cNvPr id="199" name="图片 199" descr="D:\书稿《大学计算机应用基础教程》\3.插图\第4章 WPS文档编辑插图\4-35.jpg4-35"/>
          <p:cNvPicPr>
            <a:picLocks noChangeAspect="1"/>
          </p:cNvPicPr>
          <p:nvPr/>
        </p:nvPicPr>
        <p:blipFill>
          <a:blip r:embed="rId4"/>
          <a:srcRect/>
          <a:stretch>
            <a:fillRect/>
          </a:stretch>
        </p:blipFill>
        <p:spPr>
          <a:xfrm>
            <a:off x="1760855" y="3195955"/>
            <a:ext cx="3752215" cy="3268345"/>
          </a:xfrm>
          <a:prstGeom prst="rect">
            <a:avLst/>
          </a:prstGeom>
        </p:spPr>
      </p:pic>
      <p:pic>
        <p:nvPicPr>
          <p:cNvPr id="4" name="图片 3"/>
          <p:cNvPicPr>
            <a:picLocks noChangeAspect="1"/>
          </p:cNvPicPr>
          <p:nvPr/>
        </p:nvPicPr>
        <p:blipFill>
          <a:blip r:embed="rId5"/>
          <a:srcRect l="630" t="307" r="674" b="1125"/>
          <a:stretch>
            <a:fillRect/>
          </a:stretch>
        </p:blipFill>
        <p:spPr>
          <a:xfrm>
            <a:off x="6852920" y="3195955"/>
            <a:ext cx="3769995" cy="3268345"/>
          </a:xfrm>
          <a:prstGeom prst="rect">
            <a:avLst/>
          </a:prstGeom>
          <a:ln>
            <a:solidFill>
              <a:schemeClr val="bg1">
                <a:lumMod val="85000"/>
              </a:schemeClr>
            </a:solidFill>
          </a:ln>
        </p:spPr>
      </p:pic>
      <p:sp>
        <p:nvSpPr>
          <p:cNvPr id="6" name="文本框 5">
            <a:extLst>
              <a:ext uri="{FF2B5EF4-FFF2-40B4-BE49-F238E27FC236}">
                <a16:creationId xmlns:a16="http://schemas.microsoft.com/office/drawing/2014/main" id="{6C7C39C2-BB5E-56CA-D184-8604971B55E5}"/>
              </a:ext>
            </a:extLst>
          </p:cNvPr>
          <p:cNvSpPr txBox="1"/>
          <p:nvPr/>
        </p:nvSpPr>
        <p:spPr>
          <a:xfrm>
            <a:off x="5751195" y="626745"/>
            <a:ext cx="5436235" cy="521970"/>
          </a:xfrm>
          <a:prstGeom prst="rect">
            <a:avLst/>
          </a:prstGeom>
          <a:noFill/>
        </p:spPr>
        <p:txBody>
          <a:bodyPr wrap="square">
            <a:spAutoFit/>
          </a:bodyPr>
          <a:lstStyle>
            <a:defPPr>
              <a:defRPr lang="zh-CN"/>
            </a:defPPr>
            <a:lvl1pPr>
              <a:defRPr sz="2800" b="1" spc="225">
                <a:solidFill>
                  <a:srgbClr val="006370"/>
                </a:solidFill>
                <a:latin typeface="微软雅黑" panose="020B0503020204020204" pitchFamily="34" charset="-122"/>
                <a:ea typeface="微软雅黑" panose="020B0503020204020204" pitchFamily="34" charset="-122"/>
              </a:defRPr>
            </a:lvl1pPr>
          </a:lstStyle>
          <a:p>
            <a:r>
              <a:rPr lang="en-US" dirty="0"/>
              <a:t>1.3</a:t>
            </a:r>
            <a:r>
              <a:rPr dirty="0"/>
              <a:t>.</a:t>
            </a:r>
            <a:r>
              <a:rPr lang="en-US" dirty="0"/>
              <a:t>1</a:t>
            </a:r>
            <a:r>
              <a:rPr lang="zh-CN" altLang="en-US" dirty="0">
                <a:sym typeface="+mn-ea"/>
              </a:rPr>
              <a:t>表格的创建与编辑</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1.3</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表格编辑处理</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944245" y="1197610"/>
            <a:ext cx="10062845" cy="3833495"/>
          </a:xfrm>
          <a:prstGeom prst="rect">
            <a:avLst/>
          </a:prstGeom>
          <a:noFill/>
        </p:spPr>
        <p:txBody>
          <a:bodyPr wrap="square" rtlCol="0" anchor="t">
            <a:spAutoFit/>
          </a:bodyPr>
          <a:lstStyle/>
          <a:p>
            <a:pPr marL="285750" fontAlgn="auto">
              <a:lnSpc>
                <a:spcPct val="130000"/>
              </a:lnSpc>
              <a:spcBef>
                <a:spcPts val="1200"/>
              </a:spcBef>
            </a:pPr>
            <a:r>
              <a:rPr sz="2400" b="1" dirty="0"/>
              <a:t>11.表格与文本的相互转化	</a:t>
            </a:r>
          </a:p>
          <a:p>
            <a:pPr marL="285750" fontAlgn="auto">
              <a:lnSpc>
                <a:spcPct val="130000"/>
              </a:lnSpc>
              <a:spcBef>
                <a:spcPts val="1200"/>
              </a:spcBef>
            </a:pPr>
            <a:r>
              <a:rPr sz="2000" b="1" dirty="0"/>
              <a:t>（1）表格转化为文本</a:t>
            </a:r>
            <a:endParaRPr lang="en-US" sz="2000" b="1" dirty="0"/>
          </a:p>
          <a:p>
            <a:pPr marL="285750" indent="508000" fontAlgn="auto">
              <a:lnSpc>
                <a:spcPct val="130000"/>
              </a:lnSpc>
              <a:spcBef>
                <a:spcPts val="1200"/>
              </a:spcBef>
              <a:buFont typeface="Wingdings" panose="05000000000000000000" charset="0"/>
              <a:buChar char="Ø"/>
              <a:extLst>
                <a:ext uri="{35155182-B16C-46BC-9424-99874614C6A1}">
                  <wpsdc:indentchars xmlns:wpsdc="http://www.wps.cn/officeDocument/2017/drawingmlCustomData" xmlns="" val="200" checksum="282533468"/>
                </a:ext>
              </a:extLst>
            </a:pPr>
            <a:r>
              <a:rPr sz="2000" dirty="0" err="1"/>
              <a:t>将表格转化为文本，可以使用段落标记、制表符、逗号或其他字符等作为转换时分割文本的字符</a:t>
            </a:r>
            <a:r>
              <a:rPr sz="2000" dirty="0"/>
              <a:t>。</a:t>
            </a:r>
          </a:p>
          <a:p>
            <a:pPr marL="285750" indent="508000" fontAlgn="auto">
              <a:lnSpc>
                <a:spcPct val="130000"/>
              </a:lnSpc>
              <a:spcBef>
                <a:spcPts val="1200"/>
              </a:spcBef>
              <a:buFont typeface="Wingdings" panose="05000000000000000000" charset="0"/>
              <a:buChar char="Ø"/>
              <a:extLst>
                <a:ext uri="{35155182-B16C-46BC-9424-99874614C6A1}">
                  <wpsdc:indentchars xmlns:wpsdc="http://www.wps.cn/officeDocument/2017/drawingmlCustomData" xmlns="" val="200" checksum="282533468"/>
                </a:ext>
              </a:extLst>
            </a:pPr>
            <a:r>
              <a:rPr sz="2000" dirty="0"/>
              <a:t>选中要转换成文本的行或者整个表格；单击“插入”选项卡功能区中的“表格”按钮，在弹出的下拉列表中单击选择“表格转换成文本”命令；在弹出“表格转换成文本”对话框中，单击选择“文字分隔符”区中所需的分隔符前的单选按钮，然后单击“确定”按钮，即可将表格内容转换为文本。</a:t>
            </a:r>
          </a:p>
        </p:txBody>
      </p:sp>
      <p:sp>
        <p:nvSpPr>
          <p:cNvPr id="4" name="文本框 3">
            <a:extLst>
              <a:ext uri="{FF2B5EF4-FFF2-40B4-BE49-F238E27FC236}">
                <a16:creationId xmlns:a16="http://schemas.microsoft.com/office/drawing/2014/main" id="{5D2FE4BE-D1F5-BC6D-0AF4-069C7A5EF356}"/>
              </a:ext>
            </a:extLst>
          </p:cNvPr>
          <p:cNvSpPr txBox="1"/>
          <p:nvPr/>
        </p:nvSpPr>
        <p:spPr>
          <a:xfrm>
            <a:off x="5751195" y="626745"/>
            <a:ext cx="5436235" cy="521970"/>
          </a:xfrm>
          <a:prstGeom prst="rect">
            <a:avLst/>
          </a:prstGeom>
          <a:noFill/>
        </p:spPr>
        <p:txBody>
          <a:bodyPr wrap="square">
            <a:spAutoFit/>
          </a:bodyPr>
          <a:lstStyle>
            <a:defPPr>
              <a:defRPr lang="zh-CN"/>
            </a:defPPr>
            <a:lvl1pPr>
              <a:defRPr sz="2800" b="1" spc="225">
                <a:solidFill>
                  <a:srgbClr val="006370"/>
                </a:solidFill>
                <a:latin typeface="微软雅黑" panose="020B0503020204020204" pitchFamily="34" charset="-122"/>
                <a:ea typeface="微软雅黑" panose="020B0503020204020204" pitchFamily="34" charset="-122"/>
              </a:defRPr>
            </a:lvl1pPr>
          </a:lstStyle>
          <a:p>
            <a:r>
              <a:rPr lang="en-US" dirty="0"/>
              <a:t>1.3</a:t>
            </a:r>
            <a:r>
              <a:rPr dirty="0"/>
              <a:t>.</a:t>
            </a:r>
            <a:r>
              <a:rPr lang="en-US" dirty="0"/>
              <a:t>1</a:t>
            </a:r>
            <a:r>
              <a:rPr lang="zh-CN" altLang="en-US" dirty="0">
                <a:sym typeface="+mn-ea"/>
              </a:rPr>
              <a:t>表格的创建与编辑</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1.3</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表格编辑处理</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966976" y="1474209"/>
            <a:ext cx="5852114" cy="4338320"/>
          </a:xfrm>
          <a:prstGeom prst="rect">
            <a:avLst/>
          </a:prstGeom>
          <a:noFill/>
        </p:spPr>
        <p:txBody>
          <a:bodyPr wrap="square" rtlCol="0" anchor="t">
            <a:spAutoFit/>
          </a:bodyPr>
          <a:lstStyle/>
          <a:p>
            <a:pPr marL="285750" fontAlgn="auto">
              <a:lnSpc>
                <a:spcPct val="150000"/>
              </a:lnSpc>
            </a:pPr>
            <a:r>
              <a:rPr sz="2400" b="1" dirty="0"/>
              <a:t>（2）文本转化为表格</a:t>
            </a:r>
            <a:r>
              <a:rPr sz="2000" dirty="0"/>
              <a:t>。</a:t>
            </a:r>
          </a:p>
          <a:p>
            <a:pPr marL="285750" indent="508000" fontAlgn="auto">
              <a:lnSpc>
                <a:spcPct val="150000"/>
              </a:lnSpc>
              <a:buFont typeface="Wingdings" panose="05000000000000000000" charset="0"/>
              <a:buChar char="Ø"/>
              <a:extLst>
                <a:ext uri="{35155182-B16C-46BC-9424-99874614C6A1}">
                  <wpsdc:indentchars xmlns:wpsdc="http://www.wps.cn/officeDocument/2017/drawingmlCustomData" xmlns="" val="200" checksum="282533468"/>
                </a:ext>
              </a:extLst>
            </a:pPr>
            <a:r>
              <a:rPr lang="zh-CN" sz="2000" dirty="0"/>
              <a:t>例如：“共和国勋章”获得者</a:t>
            </a:r>
          </a:p>
          <a:p>
            <a:pPr marL="285750" indent="508000" fontAlgn="auto">
              <a:lnSpc>
                <a:spcPct val="150000"/>
              </a:lnSpc>
              <a:buFont typeface="Wingdings" panose="05000000000000000000" charset="0"/>
              <a:buChar char="Ø"/>
              <a:extLst>
                <a:ext uri="{35155182-B16C-46BC-9424-99874614C6A1}">
                  <wpsdc:indentchars xmlns:wpsdc="http://www.wps.cn/officeDocument/2017/drawingmlCustomData" xmlns="" val="200" checksum="282533468"/>
                </a:ext>
              </a:extLst>
            </a:pPr>
            <a:r>
              <a:rPr sz="2000" dirty="0" err="1"/>
              <a:t>于敏</a:t>
            </a:r>
            <a:r>
              <a:rPr sz="2000" dirty="0"/>
              <a:t> </a:t>
            </a:r>
            <a:r>
              <a:rPr sz="2000" dirty="0" err="1"/>
              <a:t>申纪兰</a:t>
            </a:r>
            <a:r>
              <a:rPr sz="2000" dirty="0"/>
              <a:t> </a:t>
            </a:r>
            <a:r>
              <a:rPr sz="2000" dirty="0" err="1"/>
              <a:t>孙家栋</a:t>
            </a:r>
            <a:r>
              <a:rPr sz="2000" dirty="0"/>
              <a:t> </a:t>
            </a:r>
            <a:r>
              <a:rPr sz="2000" dirty="0" err="1"/>
              <a:t>李延年</a:t>
            </a:r>
            <a:r>
              <a:rPr sz="2000" dirty="0"/>
              <a:t> </a:t>
            </a:r>
            <a:r>
              <a:rPr sz="2000" dirty="0" err="1"/>
              <a:t>张富清</a:t>
            </a:r>
            <a:r>
              <a:rPr sz="2000" dirty="0"/>
              <a:t> </a:t>
            </a:r>
            <a:r>
              <a:rPr sz="2000" dirty="0" err="1"/>
              <a:t>袁隆平</a:t>
            </a:r>
            <a:r>
              <a:rPr sz="2000" dirty="0"/>
              <a:t> </a:t>
            </a:r>
            <a:r>
              <a:rPr sz="2000" dirty="0" err="1"/>
              <a:t>黄旭华</a:t>
            </a:r>
            <a:r>
              <a:rPr sz="2000" dirty="0"/>
              <a:t> </a:t>
            </a:r>
            <a:r>
              <a:rPr sz="2000" dirty="0" err="1"/>
              <a:t>屠呦呦</a:t>
            </a:r>
            <a:endParaRPr sz="2000" dirty="0"/>
          </a:p>
          <a:p>
            <a:pPr marL="285750" indent="508000" fontAlgn="auto">
              <a:lnSpc>
                <a:spcPct val="150000"/>
              </a:lnSpc>
              <a:buFont typeface="Wingdings" panose="05000000000000000000" charset="0"/>
              <a:buChar char="Ø"/>
              <a:extLst>
                <a:ext uri="{35155182-B16C-46BC-9424-99874614C6A1}">
                  <wpsdc:indentchars xmlns:wpsdc="http://www.wps.cn/officeDocument/2017/drawingmlCustomData" xmlns="" val="200" checksum="282533468"/>
                </a:ext>
              </a:extLst>
            </a:pPr>
            <a:r>
              <a:rPr sz="2000" dirty="0"/>
              <a:t>首先选中要转换的文本，然后单击“插入”选项卡中的“表格”按钮，在弹出的下拉列表中选择“文本转换成表格”命令，在弹出的“将文字转换成表格”对话框，将“表格尺寸”下的“列数”设为“8”，“文字分割位置”选为“空格”，单击“确定”按钮</a:t>
            </a:r>
          </a:p>
        </p:txBody>
      </p:sp>
      <p:pic>
        <p:nvPicPr>
          <p:cNvPr id="2" name="图片 202" descr="D:\书稿《大学计算机应用基础教程》\3.插图\第4章 WPS文档编辑插图\4-36.jpg4-36"/>
          <p:cNvPicPr>
            <a:picLocks noChangeAspect="1"/>
          </p:cNvPicPr>
          <p:nvPr/>
        </p:nvPicPr>
        <p:blipFill>
          <a:blip r:embed="rId3"/>
          <a:srcRect/>
          <a:stretch>
            <a:fillRect/>
          </a:stretch>
        </p:blipFill>
        <p:spPr>
          <a:xfrm>
            <a:off x="6964045" y="2177415"/>
            <a:ext cx="4297680" cy="3469640"/>
          </a:xfrm>
          <a:prstGeom prst="rect">
            <a:avLst/>
          </a:prstGeom>
        </p:spPr>
      </p:pic>
      <p:sp>
        <p:nvSpPr>
          <p:cNvPr id="5" name="文本框 4">
            <a:extLst>
              <a:ext uri="{FF2B5EF4-FFF2-40B4-BE49-F238E27FC236}">
                <a16:creationId xmlns:a16="http://schemas.microsoft.com/office/drawing/2014/main" id="{4BECB463-4249-63F6-1FAC-09E4D8741635}"/>
              </a:ext>
            </a:extLst>
          </p:cNvPr>
          <p:cNvSpPr txBox="1"/>
          <p:nvPr/>
        </p:nvSpPr>
        <p:spPr>
          <a:xfrm>
            <a:off x="5751195" y="626745"/>
            <a:ext cx="5436235" cy="521970"/>
          </a:xfrm>
          <a:prstGeom prst="rect">
            <a:avLst/>
          </a:prstGeom>
          <a:noFill/>
        </p:spPr>
        <p:txBody>
          <a:bodyPr wrap="square">
            <a:spAutoFit/>
          </a:bodyPr>
          <a:lstStyle>
            <a:defPPr>
              <a:defRPr lang="zh-CN"/>
            </a:defPPr>
            <a:lvl1pPr>
              <a:defRPr sz="2800" b="1" spc="225">
                <a:solidFill>
                  <a:srgbClr val="006370"/>
                </a:solidFill>
                <a:latin typeface="微软雅黑" panose="020B0503020204020204" pitchFamily="34" charset="-122"/>
                <a:ea typeface="微软雅黑" panose="020B0503020204020204" pitchFamily="34" charset="-122"/>
              </a:defRPr>
            </a:lvl1pPr>
          </a:lstStyle>
          <a:p>
            <a:r>
              <a:rPr lang="en-US" dirty="0"/>
              <a:t>1.3</a:t>
            </a:r>
            <a:r>
              <a:rPr dirty="0"/>
              <a:t>.</a:t>
            </a:r>
            <a:r>
              <a:rPr lang="en-US" dirty="0"/>
              <a:t>1</a:t>
            </a:r>
            <a:r>
              <a:rPr lang="zh-CN" altLang="en-US" dirty="0">
                <a:sym typeface="+mn-ea"/>
              </a:rPr>
              <a:t>表格的创建与编辑</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1.3</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表格编辑处理</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defPPr>
              <a:defRPr lang="zh-CN"/>
            </a:defPPr>
            <a:lvl1pPr>
              <a:defRPr sz="2800" b="1" spc="225">
                <a:solidFill>
                  <a:srgbClr val="006370"/>
                </a:solidFill>
                <a:latin typeface="微软雅黑" panose="020B0503020204020204" pitchFamily="34" charset="-122"/>
                <a:ea typeface="微软雅黑" panose="020B0503020204020204" pitchFamily="34" charset="-122"/>
              </a:defRPr>
            </a:lvl1pPr>
          </a:lstStyle>
          <a:p>
            <a:r>
              <a:rPr lang="en-US" dirty="0"/>
              <a:t>1.3</a:t>
            </a:r>
            <a:r>
              <a:rPr dirty="0"/>
              <a:t>.</a:t>
            </a:r>
            <a:r>
              <a:rPr lang="en-US" dirty="0"/>
              <a:t>1</a:t>
            </a:r>
            <a:r>
              <a:rPr lang="zh-CN" altLang="en-US" dirty="0">
                <a:sym typeface="+mn-ea"/>
              </a:rPr>
              <a:t>表格的创建与编辑</a:t>
            </a:r>
          </a:p>
        </p:txBody>
      </p:sp>
      <p:sp>
        <p:nvSpPr>
          <p:cNvPr id="3" name="文本框 2"/>
          <p:cNvSpPr txBox="1"/>
          <p:nvPr/>
        </p:nvSpPr>
        <p:spPr>
          <a:xfrm>
            <a:off x="1226955" y="1523018"/>
            <a:ext cx="9210040" cy="590033"/>
          </a:xfrm>
          <a:prstGeom prst="rect">
            <a:avLst/>
          </a:prstGeom>
          <a:noFill/>
        </p:spPr>
        <p:txBody>
          <a:bodyPr wrap="square" rtlCol="0" anchor="t">
            <a:spAutoFit/>
          </a:bodyPr>
          <a:lstStyle/>
          <a:p>
            <a:pPr marL="285750" indent="508000" fontAlgn="auto">
              <a:lnSpc>
                <a:spcPct val="150000"/>
              </a:lnSpc>
              <a:buFont typeface="Wingdings" panose="05000000000000000000" charset="0"/>
              <a:buChar char="Ø"/>
            </a:pPr>
            <a:r>
              <a:rPr lang="zh-CN" sz="2400" dirty="0"/>
              <a:t>转换后的表格将第一行的所有单元格合并并居中对齐</a:t>
            </a:r>
          </a:p>
        </p:txBody>
      </p:sp>
      <p:pic>
        <p:nvPicPr>
          <p:cNvPr id="2" name="图片 1"/>
          <p:cNvPicPr>
            <a:picLocks noChangeAspect="1"/>
          </p:cNvPicPr>
          <p:nvPr/>
        </p:nvPicPr>
        <p:blipFill>
          <a:blip r:embed="rId3"/>
          <a:stretch>
            <a:fillRect/>
          </a:stretch>
        </p:blipFill>
        <p:spPr>
          <a:xfrm>
            <a:off x="1549456" y="2736418"/>
            <a:ext cx="9178290" cy="1285240"/>
          </a:xfrm>
          <a:prstGeom prst="rect">
            <a:avLst/>
          </a:prstGeom>
        </p:spPr>
      </p:pic>
      <p:pic>
        <p:nvPicPr>
          <p:cNvPr id="4" name="图片 3"/>
          <p:cNvPicPr>
            <a:picLocks noChangeAspect="1"/>
          </p:cNvPicPr>
          <p:nvPr/>
        </p:nvPicPr>
        <p:blipFill>
          <a:blip r:embed="rId4"/>
          <a:stretch>
            <a:fillRect/>
          </a:stretch>
        </p:blipFill>
        <p:spPr>
          <a:xfrm>
            <a:off x="1525270" y="4895729"/>
            <a:ext cx="9141460" cy="669925"/>
          </a:xfrm>
          <a:prstGeom prst="rect">
            <a:avLst/>
          </a:prstGeom>
        </p:spPr>
      </p:pic>
      <p:sp>
        <p:nvSpPr>
          <p:cNvPr id="5" name="箭头: 下 4"/>
          <p:cNvSpPr/>
          <p:nvPr/>
        </p:nvSpPr>
        <p:spPr>
          <a:xfrm>
            <a:off x="6096000" y="4143983"/>
            <a:ext cx="353438" cy="593387"/>
          </a:xfrm>
          <a:prstGeom prst="downArrow">
            <a:avLst/>
          </a:prstGeom>
          <a:solidFill>
            <a:srgbClr val="0098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1.3</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表格编辑处理</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sz="2800" b="1" spc="225" dirty="0">
                <a:solidFill>
                  <a:srgbClr val="006370"/>
                </a:solidFill>
                <a:latin typeface="微软雅黑" panose="020B0503020204020204" pitchFamily="34" charset="-122"/>
                <a:ea typeface="微软雅黑" panose="020B0503020204020204" pitchFamily="34" charset="-122"/>
              </a:rPr>
              <a:t>1</a:t>
            </a:r>
            <a:r>
              <a:rPr sz="2800" b="1" spc="225" dirty="0">
                <a:solidFill>
                  <a:srgbClr val="006370"/>
                </a:solidFill>
                <a:latin typeface="微软雅黑" panose="020B0503020204020204" pitchFamily="34" charset="-122"/>
                <a:ea typeface="微软雅黑" panose="020B0503020204020204" pitchFamily="34" charset="-122"/>
              </a:rPr>
              <a:t>.</a:t>
            </a:r>
            <a:r>
              <a:rPr lang="en-US" sz="2800" b="1" spc="225" dirty="0">
                <a:solidFill>
                  <a:srgbClr val="006370"/>
                </a:solidFill>
                <a:latin typeface="微软雅黑" panose="020B0503020204020204" pitchFamily="34" charset="-122"/>
                <a:ea typeface="微软雅黑" panose="020B0503020204020204" pitchFamily="34" charset="-122"/>
              </a:rPr>
              <a:t>3</a:t>
            </a:r>
            <a:r>
              <a:rPr sz="2800" b="1" spc="225" dirty="0">
                <a:solidFill>
                  <a:srgbClr val="006370"/>
                </a:solidFill>
                <a:latin typeface="微软雅黑" panose="020B0503020204020204" pitchFamily="34" charset="-122"/>
                <a:ea typeface="微软雅黑" panose="020B0503020204020204" pitchFamily="34" charset="-122"/>
              </a:rPr>
              <a:t>.</a:t>
            </a:r>
            <a:r>
              <a:rPr lang="en-US" sz="2800" b="1" spc="225" dirty="0">
                <a:solidFill>
                  <a:srgbClr val="006370"/>
                </a:solidFill>
                <a:latin typeface="微软雅黑" panose="020B0503020204020204" pitchFamily="34" charset="-122"/>
                <a:ea typeface="微软雅黑" panose="020B0503020204020204" pitchFamily="34" charset="-122"/>
              </a:rPr>
              <a:t>2</a:t>
            </a:r>
            <a:r>
              <a:rPr lang="en-US" sz="2800" b="1" spc="225" dirty="0">
                <a:solidFill>
                  <a:srgbClr val="006370"/>
                </a:solidFill>
                <a:latin typeface="微软雅黑" panose="020B0503020204020204" pitchFamily="34" charset="-122"/>
                <a:ea typeface="微软雅黑" panose="020B0503020204020204" pitchFamily="34" charset="-122"/>
                <a:sym typeface="+mn-ea"/>
              </a:rPr>
              <a:t>表格数据的排序与计算</a:t>
            </a:r>
          </a:p>
        </p:txBody>
      </p:sp>
      <p:sp>
        <p:nvSpPr>
          <p:cNvPr id="3" name="文本框 2"/>
          <p:cNvSpPr txBox="1"/>
          <p:nvPr/>
        </p:nvSpPr>
        <p:spPr>
          <a:xfrm>
            <a:off x="1059763" y="1390868"/>
            <a:ext cx="5181127" cy="5031105"/>
          </a:xfrm>
          <a:prstGeom prst="rect">
            <a:avLst/>
          </a:prstGeom>
          <a:noFill/>
        </p:spPr>
        <p:txBody>
          <a:bodyPr wrap="square" rtlCol="0" anchor="t">
            <a:spAutoFit/>
          </a:bodyPr>
          <a:lstStyle/>
          <a:p>
            <a:pPr marL="285750" fontAlgn="auto">
              <a:lnSpc>
                <a:spcPct val="150000"/>
              </a:lnSpc>
              <a:spcBef>
                <a:spcPts val="1200"/>
              </a:spcBef>
            </a:pPr>
            <a:r>
              <a:rPr lang="zh-CN" sz="2400" b="1" dirty="0"/>
              <a:t>1.数据排序</a:t>
            </a:r>
          </a:p>
          <a:p>
            <a:pPr marL="285750" indent="0" fontAlgn="auto">
              <a:lnSpc>
                <a:spcPct val="150000"/>
              </a:lnSpc>
              <a:spcBef>
                <a:spcPts val="600"/>
              </a:spcBef>
            </a:pPr>
            <a:r>
              <a:rPr lang="zh-CN" sz="2000" dirty="0"/>
              <a:t>表格中的数据可以按照选定的关键字进行排序。步骤如下：</a:t>
            </a:r>
          </a:p>
          <a:p>
            <a:pPr marL="285750" indent="0" fontAlgn="auto">
              <a:lnSpc>
                <a:spcPct val="150000"/>
              </a:lnSpc>
              <a:spcBef>
                <a:spcPts val="600"/>
              </a:spcBef>
            </a:pPr>
            <a:r>
              <a:rPr lang="zh-CN" sz="2000" dirty="0"/>
              <a:t>（1）将光标定位在表格中，单击“布局”选项卡“数据”功能区中的“排序”按钮</a:t>
            </a:r>
          </a:p>
          <a:p>
            <a:pPr marL="285750" indent="0" fontAlgn="auto">
              <a:lnSpc>
                <a:spcPct val="150000"/>
              </a:lnSpc>
              <a:spcBef>
                <a:spcPts val="600"/>
              </a:spcBef>
            </a:pPr>
            <a:r>
              <a:rPr lang="zh-CN" sz="2000" dirty="0"/>
              <a:t>（2）在弹出的“排序”对话框中，选择“主要关键字”下拉列表中的“2018年增速”，“类型”下拉列表选择“数字”，将“升序”改选为“降序”，“列表”选择“有标题行”选项，然后单击“确定”按钮</a:t>
            </a:r>
          </a:p>
        </p:txBody>
      </p:sp>
      <p:pic>
        <p:nvPicPr>
          <p:cNvPr id="4" name="图片 203" descr="D:\书稿《大学计算机应用基础教程》\3.插图\第4章 WPS文档编辑插图\4-37.jpg4-37"/>
          <p:cNvPicPr>
            <a:picLocks noChangeAspect="1"/>
          </p:cNvPicPr>
          <p:nvPr/>
        </p:nvPicPr>
        <p:blipFill>
          <a:blip r:embed="rId3"/>
          <a:srcRect/>
          <a:stretch>
            <a:fillRect/>
          </a:stretch>
        </p:blipFill>
        <p:spPr>
          <a:xfrm>
            <a:off x="6240780" y="2313305"/>
            <a:ext cx="5294630" cy="3550920"/>
          </a:xfrm>
          <a:prstGeom prst="rect">
            <a:avLst/>
          </a:prstGeom>
          <a:ln>
            <a:solidFill>
              <a:schemeClr val="bg1">
                <a:lumMod val="85000"/>
              </a:schemeClr>
            </a:solidFill>
          </a:ln>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1.3</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表格编辑处理</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1044575" y="1283970"/>
            <a:ext cx="6383655" cy="553085"/>
          </a:xfrm>
          <a:prstGeom prst="rect">
            <a:avLst/>
          </a:prstGeom>
          <a:noFill/>
        </p:spPr>
        <p:txBody>
          <a:bodyPr wrap="square" rtlCol="0" anchor="t">
            <a:spAutoFit/>
          </a:bodyPr>
          <a:lstStyle/>
          <a:p>
            <a:pPr marL="285750" indent="508000" fontAlgn="auto">
              <a:lnSpc>
                <a:spcPct val="150000"/>
              </a:lnSpc>
              <a:buFont typeface="Wingdings" panose="05000000000000000000" charset="0"/>
              <a:buChar char="Ø"/>
              <a:extLst>
                <a:ext uri="{35155182-B16C-46BC-9424-99874614C6A1}">
                  <wpsdc:indentchars xmlns:wpsdc="http://www.wps.cn/officeDocument/2017/drawingmlCustomData" xmlns="" val="200" checksum="282533468"/>
                </a:ext>
              </a:extLst>
            </a:pPr>
            <a:r>
              <a:rPr lang="zh-CN" sz="2000"/>
              <a:t>按照“2018年GDP（亿年）”关键字排序的表</a:t>
            </a:r>
          </a:p>
        </p:txBody>
      </p:sp>
      <p:graphicFrame>
        <p:nvGraphicFramePr>
          <p:cNvPr id="4" name="表格 3"/>
          <p:cNvGraphicFramePr>
            <a:graphicFrameLocks noGrp="1"/>
          </p:cNvGraphicFramePr>
          <p:nvPr/>
        </p:nvGraphicFramePr>
        <p:xfrm>
          <a:off x="1410512" y="2068587"/>
          <a:ext cx="9571572" cy="4497577"/>
        </p:xfrm>
        <a:graphic>
          <a:graphicData uri="http://schemas.openxmlformats.org/drawingml/2006/table">
            <a:tbl>
              <a:tblPr firstRow="1" firstCol="1" bandRow="1">
                <a:tableStyleId>{BC89EF96-8CEA-46FF-86C4-4CE0E7609802}</a:tableStyleId>
              </a:tblPr>
              <a:tblGrid>
                <a:gridCol w="592735">
                  <a:extLst>
                    <a:ext uri="{9D8B030D-6E8A-4147-A177-3AD203B41FA5}">
                      <a16:colId xmlns:a16="http://schemas.microsoft.com/office/drawing/2014/main" val="20000"/>
                    </a:ext>
                  </a:extLst>
                </a:gridCol>
                <a:gridCol w="878126">
                  <a:extLst>
                    <a:ext uri="{9D8B030D-6E8A-4147-A177-3AD203B41FA5}">
                      <a16:colId xmlns:a16="http://schemas.microsoft.com/office/drawing/2014/main" val="20001"/>
                    </a:ext>
                  </a:extLst>
                </a:gridCol>
                <a:gridCol w="1207423">
                  <a:extLst>
                    <a:ext uri="{9D8B030D-6E8A-4147-A177-3AD203B41FA5}">
                      <a16:colId xmlns:a16="http://schemas.microsoft.com/office/drawing/2014/main" val="20002"/>
                    </a:ext>
                  </a:extLst>
                </a:gridCol>
                <a:gridCol w="1558674">
                  <a:extLst>
                    <a:ext uri="{9D8B030D-6E8A-4147-A177-3AD203B41FA5}">
                      <a16:colId xmlns:a16="http://schemas.microsoft.com/office/drawing/2014/main" val="20003"/>
                    </a:ext>
                  </a:extLst>
                </a:gridCol>
                <a:gridCol w="1339143">
                  <a:extLst>
                    <a:ext uri="{9D8B030D-6E8A-4147-A177-3AD203B41FA5}">
                      <a16:colId xmlns:a16="http://schemas.microsoft.com/office/drawing/2014/main" val="20004"/>
                    </a:ext>
                  </a:extLst>
                </a:gridCol>
                <a:gridCol w="1207423">
                  <a:extLst>
                    <a:ext uri="{9D8B030D-6E8A-4147-A177-3AD203B41FA5}">
                      <a16:colId xmlns:a16="http://schemas.microsoft.com/office/drawing/2014/main" val="20005"/>
                    </a:ext>
                  </a:extLst>
                </a:gridCol>
                <a:gridCol w="1558674">
                  <a:extLst>
                    <a:ext uri="{9D8B030D-6E8A-4147-A177-3AD203B41FA5}">
                      <a16:colId xmlns:a16="http://schemas.microsoft.com/office/drawing/2014/main" val="20006"/>
                    </a:ext>
                  </a:extLst>
                </a:gridCol>
                <a:gridCol w="1229374">
                  <a:extLst>
                    <a:ext uri="{9D8B030D-6E8A-4147-A177-3AD203B41FA5}">
                      <a16:colId xmlns:a16="http://schemas.microsoft.com/office/drawing/2014/main" val="20007"/>
                    </a:ext>
                  </a:extLst>
                </a:gridCol>
              </a:tblGrid>
              <a:tr h="437927">
                <a:tc>
                  <a:txBody>
                    <a:bodyPr/>
                    <a:lstStyle/>
                    <a:p>
                      <a:pPr indent="0" algn="ctr" fontAlgn="auto">
                        <a:lnSpc>
                          <a:spcPct val="100000"/>
                        </a:lnSpc>
                      </a:pPr>
                      <a:r>
                        <a:rPr lang="zh-CN" sz="1400" dirty="0">
                          <a:solidFill>
                            <a:schemeClr val="bg1"/>
                          </a:solidFill>
                          <a:effectLst/>
                        </a:rPr>
                        <a:t>排名</a:t>
                      </a:r>
                      <a:endParaRPr lang="zh-CN" sz="1800" dirty="0">
                        <a:solidFill>
                          <a:schemeClr val="bg1"/>
                        </a:solidFill>
                        <a:effectLst/>
                        <a:latin typeface="Montserrat" panose="00000500000000000000" pitchFamily="2" charset="0"/>
                        <a:ea typeface="宋体" panose="02010600030101010101" pitchFamily="2" charset="-122"/>
                      </a:endParaRPr>
                    </a:p>
                  </a:txBody>
                  <a:tcPr marL="67749" marR="67749" marT="0" marB="0" anchor="ctr">
                    <a:solidFill>
                      <a:srgbClr val="006370"/>
                    </a:solidFill>
                  </a:tcPr>
                </a:tc>
                <a:tc>
                  <a:txBody>
                    <a:bodyPr/>
                    <a:lstStyle/>
                    <a:p>
                      <a:pPr indent="0" algn="ctr" fontAlgn="auto">
                        <a:lnSpc>
                          <a:spcPct val="100000"/>
                        </a:lnSpc>
                      </a:pPr>
                      <a:r>
                        <a:rPr lang="zh-CN" sz="1400" dirty="0">
                          <a:solidFill>
                            <a:schemeClr val="bg1"/>
                          </a:solidFill>
                          <a:effectLst/>
                        </a:rPr>
                        <a:t>城市</a:t>
                      </a:r>
                      <a:endParaRPr lang="zh-CN" sz="1800" dirty="0">
                        <a:solidFill>
                          <a:schemeClr val="bg1"/>
                        </a:solidFill>
                        <a:effectLst/>
                        <a:latin typeface="Montserrat" panose="00000500000000000000" pitchFamily="2" charset="0"/>
                        <a:ea typeface="宋体" panose="02010600030101010101" pitchFamily="2" charset="-122"/>
                      </a:endParaRPr>
                    </a:p>
                  </a:txBody>
                  <a:tcPr marL="67749" marR="67749" marT="0" marB="0" anchor="ctr">
                    <a:solidFill>
                      <a:srgbClr val="006370"/>
                    </a:solidFill>
                  </a:tcPr>
                </a:tc>
                <a:tc>
                  <a:txBody>
                    <a:bodyPr/>
                    <a:lstStyle/>
                    <a:p>
                      <a:pPr indent="0" algn="ctr" fontAlgn="auto">
                        <a:lnSpc>
                          <a:spcPct val="100000"/>
                        </a:lnSpc>
                      </a:pPr>
                      <a:r>
                        <a:rPr lang="zh-CN" sz="1400" dirty="0">
                          <a:solidFill>
                            <a:schemeClr val="bg1"/>
                          </a:solidFill>
                          <a:effectLst/>
                        </a:rPr>
                        <a:t>所在省市</a:t>
                      </a:r>
                      <a:endParaRPr lang="en-US" altLang="zh-CN" sz="1400" dirty="0">
                        <a:solidFill>
                          <a:schemeClr val="bg1"/>
                        </a:solidFill>
                        <a:effectLst/>
                      </a:endParaRPr>
                    </a:p>
                    <a:p>
                      <a:pPr indent="0" algn="ctr" fontAlgn="auto">
                        <a:lnSpc>
                          <a:spcPct val="100000"/>
                        </a:lnSpc>
                      </a:pPr>
                      <a:r>
                        <a:rPr lang="zh-CN" sz="1400" dirty="0">
                          <a:solidFill>
                            <a:schemeClr val="bg1"/>
                          </a:solidFill>
                          <a:effectLst/>
                        </a:rPr>
                        <a:t>排名</a:t>
                      </a:r>
                      <a:endParaRPr lang="zh-CN" sz="1800" dirty="0">
                        <a:solidFill>
                          <a:schemeClr val="bg1"/>
                        </a:solidFill>
                        <a:effectLst/>
                        <a:latin typeface="Montserrat" panose="00000500000000000000" pitchFamily="2" charset="0"/>
                        <a:ea typeface="宋体" panose="02010600030101010101" pitchFamily="2" charset="-122"/>
                      </a:endParaRPr>
                    </a:p>
                  </a:txBody>
                  <a:tcPr marL="67749" marR="67749" marT="0" marB="0" anchor="ctr">
                    <a:solidFill>
                      <a:srgbClr val="006370"/>
                    </a:solidFill>
                  </a:tcPr>
                </a:tc>
                <a:tc>
                  <a:txBody>
                    <a:bodyPr/>
                    <a:lstStyle/>
                    <a:p>
                      <a:pPr indent="0" algn="ctr" fontAlgn="auto">
                        <a:lnSpc>
                          <a:spcPct val="100000"/>
                        </a:lnSpc>
                      </a:pPr>
                      <a:r>
                        <a:rPr lang="en-US" sz="1400" dirty="0">
                          <a:solidFill>
                            <a:schemeClr val="bg1"/>
                          </a:solidFill>
                          <a:effectLst/>
                        </a:rPr>
                        <a:t>2018</a:t>
                      </a:r>
                      <a:r>
                        <a:rPr lang="zh-CN" sz="1400" dirty="0">
                          <a:solidFill>
                            <a:schemeClr val="bg1"/>
                          </a:solidFill>
                          <a:effectLst/>
                        </a:rPr>
                        <a:t>年</a:t>
                      </a:r>
                      <a:r>
                        <a:rPr lang="en-US" sz="1400" dirty="0">
                          <a:solidFill>
                            <a:schemeClr val="bg1"/>
                          </a:solidFill>
                          <a:effectLst/>
                        </a:rPr>
                        <a:t>GDP</a:t>
                      </a:r>
                    </a:p>
                    <a:p>
                      <a:pPr indent="0" algn="ctr" fontAlgn="auto">
                        <a:lnSpc>
                          <a:spcPct val="100000"/>
                        </a:lnSpc>
                      </a:pPr>
                      <a:r>
                        <a:rPr lang="zh-CN" sz="1400" dirty="0">
                          <a:solidFill>
                            <a:schemeClr val="bg1"/>
                          </a:solidFill>
                          <a:effectLst/>
                        </a:rPr>
                        <a:t>（亿元）</a:t>
                      </a:r>
                      <a:endParaRPr lang="zh-CN" sz="1800" dirty="0">
                        <a:solidFill>
                          <a:schemeClr val="bg1"/>
                        </a:solidFill>
                        <a:effectLst/>
                        <a:latin typeface="Montserrat" panose="00000500000000000000" pitchFamily="2" charset="0"/>
                        <a:ea typeface="宋体" panose="02010600030101010101" pitchFamily="2" charset="-122"/>
                      </a:endParaRPr>
                    </a:p>
                  </a:txBody>
                  <a:tcPr marL="67749" marR="67749" marT="0" marB="0" anchor="ctr">
                    <a:solidFill>
                      <a:srgbClr val="C00000"/>
                    </a:solidFill>
                  </a:tcPr>
                </a:tc>
                <a:tc>
                  <a:txBody>
                    <a:bodyPr/>
                    <a:lstStyle/>
                    <a:p>
                      <a:pPr indent="0" algn="ctr" fontAlgn="auto">
                        <a:lnSpc>
                          <a:spcPct val="100000"/>
                        </a:lnSpc>
                      </a:pPr>
                      <a:r>
                        <a:rPr lang="en-US" sz="1400" dirty="0">
                          <a:solidFill>
                            <a:schemeClr val="bg1"/>
                          </a:solidFill>
                          <a:effectLst/>
                        </a:rPr>
                        <a:t>2018</a:t>
                      </a:r>
                      <a:r>
                        <a:rPr lang="zh-CN" sz="1400" dirty="0">
                          <a:solidFill>
                            <a:schemeClr val="bg1"/>
                          </a:solidFill>
                          <a:effectLst/>
                        </a:rPr>
                        <a:t>年增速</a:t>
                      </a:r>
                      <a:endParaRPr lang="zh-CN" sz="1800" dirty="0">
                        <a:solidFill>
                          <a:schemeClr val="bg1"/>
                        </a:solidFill>
                        <a:effectLst/>
                        <a:latin typeface="Montserrat" panose="00000500000000000000" pitchFamily="2" charset="0"/>
                        <a:ea typeface="宋体" panose="02010600030101010101" pitchFamily="2" charset="-122"/>
                      </a:endParaRPr>
                    </a:p>
                  </a:txBody>
                  <a:tcPr marL="67749" marR="67749" marT="0" marB="0" anchor="ctr">
                    <a:solidFill>
                      <a:srgbClr val="006370"/>
                    </a:solidFill>
                  </a:tcPr>
                </a:tc>
                <a:tc>
                  <a:txBody>
                    <a:bodyPr/>
                    <a:lstStyle/>
                    <a:p>
                      <a:pPr indent="0" algn="ctr" fontAlgn="auto">
                        <a:lnSpc>
                          <a:spcPct val="100000"/>
                        </a:lnSpc>
                      </a:pPr>
                      <a:r>
                        <a:rPr lang="zh-CN" sz="1400" dirty="0">
                          <a:solidFill>
                            <a:schemeClr val="bg1"/>
                          </a:solidFill>
                          <a:effectLst/>
                        </a:rPr>
                        <a:t>人口（万人）</a:t>
                      </a:r>
                      <a:endParaRPr lang="zh-CN" sz="1800" dirty="0">
                        <a:solidFill>
                          <a:schemeClr val="bg1"/>
                        </a:solidFill>
                        <a:effectLst/>
                        <a:latin typeface="Montserrat" panose="00000500000000000000" pitchFamily="2" charset="0"/>
                        <a:ea typeface="宋体" panose="02010600030101010101" pitchFamily="2" charset="-122"/>
                      </a:endParaRPr>
                    </a:p>
                  </a:txBody>
                  <a:tcPr marL="67749" marR="67749" marT="0" marB="0" anchor="ctr">
                    <a:solidFill>
                      <a:srgbClr val="006370"/>
                    </a:solidFill>
                  </a:tcPr>
                </a:tc>
                <a:tc>
                  <a:txBody>
                    <a:bodyPr/>
                    <a:lstStyle/>
                    <a:p>
                      <a:pPr indent="0" algn="ctr" fontAlgn="auto">
                        <a:lnSpc>
                          <a:spcPct val="100000"/>
                        </a:lnSpc>
                      </a:pPr>
                      <a:r>
                        <a:rPr lang="zh-CN" sz="1400" dirty="0">
                          <a:solidFill>
                            <a:schemeClr val="bg1"/>
                          </a:solidFill>
                          <a:effectLst/>
                        </a:rPr>
                        <a:t>人均</a:t>
                      </a:r>
                      <a:r>
                        <a:rPr lang="en-US" sz="1400" dirty="0">
                          <a:solidFill>
                            <a:schemeClr val="bg1"/>
                          </a:solidFill>
                          <a:effectLst/>
                        </a:rPr>
                        <a:t>GDP</a:t>
                      </a:r>
                    </a:p>
                    <a:p>
                      <a:pPr indent="0" algn="ctr" fontAlgn="auto">
                        <a:lnSpc>
                          <a:spcPct val="100000"/>
                        </a:lnSpc>
                      </a:pPr>
                      <a:r>
                        <a:rPr lang="zh-CN" sz="1400" dirty="0">
                          <a:solidFill>
                            <a:schemeClr val="bg1"/>
                          </a:solidFill>
                          <a:effectLst/>
                        </a:rPr>
                        <a:t>（万元</a:t>
                      </a:r>
                      <a:r>
                        <a:rPr lang="en-US" sz="1400" dirty="0">
                          <a:solidFill>
                            <a:schemeClr val="bg1"/>
                          </a:solidFill>
                          <a:effectLst/>
                        </a:rPr>
                        <a:t>/</a:t>
                      </a:r>
                      <a:r>
                        <a:rPr lang="zh-CN" sz="1400" dirty="0">
                          <a:solidFill>
                            <a:schemeClr val="bg1"/>
                          </a:solidFill>
                          <a:effectLst/>
                        </a:rPr>
                        <a:t>人）</a:t>
                      </a:r>
                      <a:endParaRPr lang="zh-CN" sz="1800" dirty="0">
                        <a:solidFill>
                          <a:schemeClr val="bg1"/>
                        </a:solidFill>
                        <a:effectLst/>
                        <a:latin typeface="Montserrat" panose="00000500000000000000" pitchFamily="2" charset="0"/>
                        <a:ea typeface="宋体" panose="02010600030101010101" pitchFamily="2" charset="-122"/>
                      </a:endParaRPr>
                    </a:p>
                  </a:txBody>
                  <a:tcPr marL="67749" marR="67749" marT="0" marB="0" anchor="ctr">
                    <a:solidFill>
                      <a:srgbClr val="006370"/>
                    </a:solidFill>
                  </a:tcPr>
                </a:tc>
                <a:tc>
                  <a:txBody>
                    <a:bodyPr/>
                    <a:lstStyle/>
                    <a:p>
                      <a:pPr indent="0" algn="ctr" fontAlgn="auto">
                        <a:lnSpc>
                          <a:spcPct val="100000"/>
                        </a:lnSpc>
                      </a:pPr>
                      <a:r>
                        <a:rPr lang="zh-CN" sz="1400" dirty="0">
                          <a:solidFill>
                            <a:schemeClr val="bg1"/>
                          </a:solidFill>
                          <a:effectLst/>
                        </a:rPr>
                        <a:t>人均</a:t>
                      </a:r>
                      <a:r>
                        <a:rPr lang="en-US" sz="1400" dirty="0">
                          <a:solidFill>
                            <a:schemeClr val="bg1"/>
                          </a:solidFill>
                          <a:effectLst/>
                        </a:rPr>
                        <a:t>GDP</a:t>
                      </a:r>
                      <a:r>
                        <a:rPr lang="zh-CN" sz="1400" dirty="0">
                          <a:solidFill>
                            <a:schemeClr val="bg1"/>
                          </a:solidFill>
                          <a:effectLst/>
                        </a:rPr>
                        <a:t>排名</a:t>
                      </a:r>
                      <a:endParaRPr lang="zh-CN" sz="1800" dirty="0">
                        <a:solidFill>
                          <a:schemeClr val="bg1"/>
                        </a:solidFill>
                        <a:effectLst/>
                        <a:latin typeface="Montserrat" panose="00000500000000000000" pitchFamily="2" charset="0"/>
                        <a:ea typeface="宋体" panose="02010600030101010101" pitchFamily="2" charset="-122"/>
                      </a:endParaRPr>
                    </a:p>
                  </a:txBody>
                  <a:tcPr marL="67749" marR="67749" marT="0" marB="0" anchor="ctr">
                    <a:solidFill>
                      <a:srgbClr val="006370"/>
                    </a:solidFill>
                  </a:tcPr>
                </a:tc>
                <a:extLst>
                  <a:ext uri="{0D108BD9-81ED-4DB2-BD59-A6C34878D82A}">
                    <a16:rowId xmlns:a16="http://schemas.microsoft.com/office/drawing/2014/main" val="10000"/>
                  </a:ext>
                </a:extLst>
              </a:tr>
              <a:tr h="405965">
                <a:tc>
                  <a:txBody>
                    <a:bodyPr/>
                    <a:lstStyle/>
                    <a:p>
                      <a:pPr indent="0" algn="ctr" fontAlgn="auto">
                        <a:lnSpc>
                          <a:spcPct val="100000"/>
                        </a:lnSpc>
                      </a:pPr>
                      <a:r>
                        <a:rPr lang="en-US" sz="1400" dirty="0">
                          <a:effectLst/>
                        </a:rPr>
                        <a:t>1</a:t>
                      </a:r>
                      <a:endParaRPr lang="zh-CN" sz="1800" dirty="0">
                        <a:effectLst/>
                        <a:latin typeface="Montserrat" panose="00000500000000000000" pitchFamily="2" charset="0"/>
                        <a:ea typeface="宋体" panose="02010600030101010101" pitchFamily="2" charset="-122"/>
                      </a:endParaRPr>
                    </a:p>
                  </a:txBody>
                  <a:tcPr marL="67749" marR="67749" marT="0" marB="0" anchor="ctr"/>
                </a:tc>
                <a:tc>
                  <a:txBody>
                    <a:bodyPr/>
                    <a:lstStyle/>
                    <a:p>
                      <a:pPr indent="0" algn="ctr" fontAlgn="auto">
                        <a:lnSpc>
                          <a:spcPct val="100000"/>
                        </a:lnSpc>
                      </a:pPr>
                      <a:r>
                        <a:rPr lang="zh-CN" sz="1400" dirty="0">
                          <a:effectLst/>
                        </a:rPr>
                        <a:t>上海</a:t>
                      </a:r>
                      <a:endParaRPr lang="zh-CN" sz="1800" dirty="0">
                        <a:effectLst/>
                        <a:latin typeface="Montserrat" panose="00000500000000000000" pitchFamily="2" charset="0"/>
                        <a:ea typeface="宋体" panose="02010600030101010101" pitchFamily="2" charset="-122"/>
                      </a:endParaRPr>
                    </a:p>
                  </a:txBody>
                  <a:tcPr marL="67749" marR="67749" marT="0" marB="0" anchor="ctr"/>
                </a:tc>
                <a:tc>
                  <a:txBody>
                    <a:bodyPr/>
                    <a:lstStyle/>
                    <a:p>
                      <a:pPr indent="0" algn="ctr" fontAlgn="auto">
                        <a:lnSpc>
                          <a:spcPct val="100000"/>
                        </a:lnSpc>
                      </a:pPr>
                      <a:r>
                        <a:rPr lang="zh-CN" sz="1400" dirty="0">
                          <a:effectLst/>
                        </a:rPr>
                        <a:t>上海</a:t>
                      </a:r>
                      <a:endParaRPr lang="zh-CN" sz="1800" dirty="0">
                        <a:effectLst/>
                        <a:latin typeface="Montserrat" panose="00000500000000000000" pitchFamily="2" charset="0"/>
                        <a:ea typeface="宋体" panose="02010600030101010101" pitchFamily="2" charset="-122"/>
                      </a:endParaRPr>
                    </a:p>
                  </a:txBody>
                  <a:tcPr marL="67749" marR="67749" marT="0" marB="0" anchor="ctr"/>
                </a:tc>
                <a:tc>
                  <a:txBody>
                    <a:bodyPr/>
                    <a:lstStyle/>
                    <a:p>
                      <a:pPr indent="0" algn="ctr" fontAlgn="auto">
                        <a:lnSpc>
                          <a:spcPct val="100000"/>
                        </a:lnSpc>
                      </a:pPr>
                      <a:r>
                        <a:rPr lang="en-US" sz="1400" dirty="0">
                          <a:effectLst/>
                        </a:rPr>
                        <a:t>32679</a:t>
                      </a:r>
                      <a:endParaRPr lang="zh-CN" sz="1800" dirty="0">
                        <a:effectLst/>
                        <a:latin typeface="Montserrat" panose="00000500000000000000" pitchFamily="2" charset="0"/>
                        <a:ea typeface="宋体" panose="02010600030101010101" pitchFamily="2" charset="-122"/>
                      </a:endParaRPr>
                    </a:p>
                  </a:txBody>
                  <a:tcPr marL="67749" marR="67749" marT="0" marB="0" anchor="ctr"/>
                </a:tc>
                <a:tc>
                  <a:txBody>
                    <a:bodyPr/>
                    <a:lstStyle/>
                    <a:p>
                      <a:pPr indent="0" algn="ctr" fontAlgn="auto">
                        <a:lnSpc>
                          <a:spcPct val="100000"/>
                        </a:lnSpc>
                      </a:pPr>
                      <a:r>
                        <a:rPr lang="en-US" sz="1400" dirty="0">
                          <a:effectLst/>
                        </a:rPr>
                        <a:t>6.60%</a:t>
                      </a:r>
                      <a:endParaRPr lang="zh-CN" sz="1800" dirty="0">
                        <a:effectLst/>
                        <a:latin typeface="Montserrat" panose="00000500000000000000" pitchFamily="2" charset="0"/>
                        <a:ea typeface="宋体" panose="02010600030101010101" pitchFamily="2" charset="-122"/>
                      </a:endParaRPr>
                    </a:p>
                  </a:txBody>
                  <a:tcPr marL="67749" marR="67749" marT="0" marB="0" anchor="ctr"/>
                </a:tc>
                <a:tc>
                  <a:txBody>
                    <a:bodyPr/>
                    <a:lstStyle/>
                    <a:p>
                      <a:pPr indent="0" algn="ctr" fontAlgn="auto">
                        <a:lnSpc>
                          <a:spcPct val="100000"/>
                        </a:lnSpc>
                      </a:pPr>
                      <a:r>
                        <a:rPr lang="en-US" sz="1400" dirty="0">
                          <a:effectLst/>
                        </a:rPr>
                        <a:t>2418</a:t>
                      </a:r>
                      <a:endParaRPr lang="zh-CN" sz="1800" dirty="0">
                        <a:effectLst/>
                        <a:latin typeface="Montserrat" panose="00000500000000000000" pitchFamily="2" charset="0"/>
                        <a:ea typeface="宋体" panose="02010600030101010101" pitchFamily="2" charset="-122"/>
                      </a:endParaRPr>
                    </a:p>
                  </a:txBody>
                  <a:tcPr marL="67749" marR="67749" marT="0" marB="0" anchor="ctr"/>
                </a:tc>
                <a:tc>
                  <a:txBody>
                    <a:bodyPr/>
                    <a:lstStyle/>
                    <a:p>
                      <a:pPr indent="0" algn="ctr" fontAlgn="auto">
                        <a:lnSpc>
                          <a:spcPct val="100000"/>
                        </a:lnSpc>
                      </a:pPr>
                      <a:r>
                        <a:rPr lang="en-US" sz="1400" dirty="0">
                          <a:effectLst/>
                        </a:rPr>
                        <a:t>13.5 </a:t>
                      </a:r>
                      <a:endParaRPr lang="zh-CN" sz="1800" dirty="0">
                        <a:effectLst/>
                        <a:latin typeface="Montserrat" panose="00000500000000000000" pitchFamily="2" charset="0"/>
                        <a:ea typeface="宋体" panose="02010600030101010101" pitchFamily="2" charset="-122"/>
                      </a:endParaRPr>
                    </a:p>
                  </a:txBody>
                  <a:tcPr marL="67749" marR="67749" marT="0" marB="0" anchor="ctr"/>
                </a:tc>
                <a:tc>
                  <a:txBody>
                    <a:bodyPr/>
                    <a:lstStyle/>
                    <a:p>
                      <a:pPr indent="0" algn="ctr" fontAlgn="auto">
                        <a:lnSpc>
                          <a:spcPct val="100000"/>
                        </a:lnSpc>
                      </a:pPr>
                      <a:r>
                        <a:rPr lang="en-US" sz="1400" dirty="0">
                          <a:effectLst/>
                        </a:rPr>
                        <a:t>15 </a:t>
                      </a:r>
                      <a:endParaRPr lang="zh-CN" sz="1800" dirty="0">
                        <a:effectLst/>
                        <a:latin typeface="Montserrat" panose="00000500000000000000" pitchFamily="2" charset="0"/>
                        <a:ea typeface="宋体" panose="02010600030101010101" pitchFamily="2" charset="-122"/>
                      </a:endParaRPr>
                    </a:p>
                  </a:txBody>
                  <a:tcPr marL="67749" marR="67749" marT="0" marB="0" anchor="ctr"/>
                </a:tc>
                <a:extLst>
                  <a:ext uri="{0D108BD9-81ED-4DB2-BD59-A6C34878D82A}">
                    <a16:rowId xmlns:a16="http://schemas.microsoft.com/office/drawing/2014/main" val="10001"/>
                  </a:ext>
                </a:extLst>
              </a:tr>
              <a:tr h="405965">
                <a:tc>
                  <a:txBody>
                    <a:bodyPr/>
                    <a:lstStyle/>
                    <a:p>
                      <a:pPr indent="0" algn="ctr" fontAlgn="auto">
                        <a:lnSpc>
                          <a:spcPct val="100000"/>
                        </a:lnSpc>
                      </a:pPr>
                      <a:r>
                        <a:rPr lang="en-US" sz="1400" dirty="0">
                          <a:effectLst/>
                        </a:rPr>
                        <a:t>2</a:t>
                      </a:r>
                      <a:endParaRPr lang="zh-CN" sz="1800" dirty="0">
                        <a:effectLst/>
                        <a:latin typeface="Montserrat" panose="00000500000000000000" pitchFamily="2" charset="0"/>
                        <a:ea typeface="宋体" panose="02010600030101010101" pitchFamily="2" charset="-122"/>
                      </a:endParaRPr>
                    </a:p>
                  </a:txBody>
                  <a:tcPr marL="67749" marR="67749" marT="0" marB="0" anchor="ctr"/>
                </a:tc>
                <a:tc>
                  <a:txBody>
                    <a:bodyPr/>
                    <a:lstStyle/>
                    <a:p>
                      <a:pPr indent="0" algn="ctr" fontAlgn="auto">
                        <a:lnSpc>
                          <a:spcPct val="100000"/>
                        </a:lnSpc>
                      </a:pPr>
                      <a:r>
                        <a:rPr lang="zh-CN" sz="1400" dirty="0">
                          <a:effectLst/>
                        </a:rPr>
                        <a:t>北京</a:t>
                      </a:r>
                      <a:endParaRPr lang="zh-CN" sz="1800" dirty="0">
                        <a:effectLst/>
                        <a:latin typeface="Montserrat" panose="00000500000000000000" pitchFamily="2" charset="0"/>
                        <a:ea typeface="宋体" panose="02010600030101010101" pitchFamily="2" charset="-122"/>
                      </a:endParaRPr>
                    </a:p>
                  </a:txBody>
                  <a:tcPr marL="67749" marR="67749" marT="0" marB="0" anchor="ctr"/>
                </a:tc>
                <a:tc>
                  <a:txBody>
                    <a:bodyPr/>
                    <a:lstStyle/>
                    <a:p>
                      <a:pPr indent="0" algn="ctr" fontAlgn="auto">
                        <a:lnSpc>
                          <a:spcPct val="100000"/>
                        </a:lnSpc>
                      </a:pPr>
                      <a:r>
                        <a:rPr lang="zh-CN" sz="1400" dirty="0">
                          <a:effectLst/>
                        </a:rPr>
                        <a:t>北京</a:t>
                      </a:r>
                      <a:endParaRPr lang="zh-CN" sz="1800" dirty="0">
                        <a:effectLst/>
                        <a:latin typeface="Montserrat" panose="00000500000000000000" pitchFamily="2" charset="0"/>
                        <a:ea typeface="宋体" panose="02010600030101010101" pitchFamily="2" charset="-122"/>
                      </a:endParaRPr>
                    </a:p>
                  </a:txBody>
                  <a:tcPr marL="67749" marR="67749" marT="0" marB="0" anchor="ctr"/>
                </a:tc>
                <a:tc>
                  <a:txBody>
                    <a:bodyPr/>
                    <a:lstStyle/>
                    <a:p>
                      <a:pPr indent="0" algn="ctr" fontAlgn="auto">
                        <a:lnSpc>
                          <a:spcPct val="100000"/>
                        </a:lnSpc>
                      </a:pPr>
                      <a:r>
                        <a:rPr lang="en-US" sz="1400" dirty="0">
                          <a:effectLst/>
                        </a:rPr>
                        <a:t>30320</a:t>
                      </a:r>
                      <a:endParaRPr lang="zh-CN" sz="1800" dirty="0">
                        <a:effectLst/>
                        <a:latin typeface="Montserrat" panose="00000500000000000000" pitchFamily="2" charset="0"/>
                        <a:ea typeface="宋体" panose="02010600030101010101" pitchFamily="2" charset="-122"/>
                      </a:endParaRPr>
                    </a:p>
                  </a:txBody>
                  <a:tcPr marL="67749" marR="67749" marT="0" marB="0" anchor="ctr"/>
                </a:tc>
                <a:tc>
                  <a:txBody>
                    <a:bodyPr/>
                    <a:lstStyle/>
                    <a:p>
                      <a:pPr indent="0" algn="ctr" fontAlgn="auto">
                        <a:lnSpc>
                          <a:spcPct val="100000"/>
                        </a:lnSpc>
                      </a:pPr>
                      <a:r>
                        <a:rPr lang="en-US" sz="1400" dirty="0">
                          <a:effectLst/>
                        </a:rPr>
                        <a:t>6.60%</a:t>
                      </a:r>
                      <a:endParaRPr lang="zh-CN" sz="1800" dirty="0">
                        <a:effectLst/>
                        <a:latin typeface="Montserrat" panose="00000500000000000000" pitchFamily="2" charset="0"/>
                        <a:ea typeface="宋体" panose="02010600030101010101" pitchFamily="2" charset="-122"/>
                      </a:endParaRPr>
                    </a:p>
                  </a:txBody>
                  <a:tcPr marL="67749" marR="67749" marT="0" marB="0" anchor="ctr"/>
                </a:tc>
                <a:tc>
                  <a:txBody>
                    <a:bodyPr/>
                    <a:lstStyle/>
                    <a:p>
                      <a:pPr indent="0" algn="ctr" fontAlgn="auto">
                        <a:lnSpc>
                          <a:spcPct val="100000"/>
                        </a:lnSpc>
                      </a:pPr>
                      <a:r>
                        <a:rPr lang="en-US" sz="1400" dirty="0">
                          <a:effectLst/>
                        </a:rPr>
                        <a:t>2171</a:t>
                      </a:r>
                      <a:endParaRPr lang="zh-CN" sz="1800" dirty="0">
                        <a:effectLst/>
                        <a:latin typeface="Montserrat" panose="00000500000000000000" pitchFamily="2" charset="0"/>
                        <a:ea typeface="宋体" panose="02010600030101010101" pitchFamily="2" charset="-122"/>
                      </a:endParaRPr>
                    </a:p>
                  </a:txBody>
                  <a:tcPr marL="67749" marR="67749" marT="0" marB="0" anchor="ctr"/>
                </a:tc>
                <a:tc>
                  <a:txBody>
                    <a:bodyPr/>
                    <a:lstStyle/>
                    <a:p>
                      <a:pPr indent="0" algn="ctr" fontAlgn="auto">
                        <a:lnSpc>
                          <a:spcPct val="100000"/>
                        </a:lnSpc>
                      </a:pPr>
                      <a:r>
                        <a:rPr lang="en-US" sz="1400" dirty="0">
                          <a:effectLst/>
                        </a:rPr>
                        <a:t>14.0 </a:t>
                      </a:r>
                      <a:endParaRPr lang="zh-CN" sz="1800" dirty="0">
                        <a:effectLst/>
                        <a:latin typeface="Montserrat" panose="00000500000000000000" pitchFamily="2" charset="0"/>
                        <a:ea typeface="宋体" panose="02010600030101010101" pitchFamily="2" charset="-122"/>
                      </a:endParaRPr>
                    </a:p>
                  </a:txBody>
                  <a:tcPr marL="67749" marR="67749" marT="0" marB="0" anchor="ctr"/>
                </a:tc>
                <a:tc>
                  <a:txBody>
                    <a:bodyPr/>
                    <a:lstStyle/>
                    <a:p>
                      <a:pPr indent="0" algn="ctr" fontAlgn="auto">
                        <a:lnSpc>
                          <a:spcPct val="100000"/>
                        </a:lnSpc>
                      </a:pPr>
                      <a:r>
                        <a:rPr lang="en-US" sz="1400" dirty="0">
                          <a:effectLst/>
                        </a:rPr>
                        <a:t>12 </a:t>
                      </a:r>
                      <a:endParaRPr lang="zh-CN" sz="1800" dirty="0">
                        <a:effectLst/>
                        <a:latin typeface="Montserrat" panose="00000500000000000000" pitchFamily="2" charset="0"/>
                        <a:ea typeface="宋体" panose="02010600030101010101" pitchFamily="2" charset="-122"/>
                      </a:endParaRPr>
                    </a:p>
                  </a:txBody>
                  <a:tcPr marL="67749" marR="67749" marT="0" marB="0" anchor="ctr"/>
                </a:tc>
                <a:extLst>
                  <a:ext uri="{0D108BD9-81ED-4DB2-BD59-A6C34878D82A}">
                    <a16:rowId xmlns:a16="http://schemas.microsoft.com/office/drawing/2014/main" val="10002"/>
                  </a:ext>
                </a:extLst>
              </a:tr>
              <a:tr h="405965">
                <a:tc>
                  <a:txBody>
                    <a:bodyPr/>
                    <a:lstStyle/>
                    <a:p>
                      <a:pPr indent="0" algn="ctr" fontAlgn="auto">
                        <a:lnSpc>
                          <a:spcPct val="100000"/>
                        </a:lnSpc>
                      </a:pPr>
                      <a:r>
                        <a:rPr lang="en-US" sz="1400" dirty="0">
                          <a:effectLst/>
                        </a:rPr>
                        <a:t>3</a:t>
                      </a:r>
                      <a:endParaRPr lang="zh-CN" sz="1800" dirty="0">
                        <a:effectLst/>
                        <a:latin typeface="Montserrat" panose="00000500000000000000" pitchFamily="2" charset="0"/>
                        <a:ea typeface="宋体" panose="02010600030101010101" pitchFamily="2" charset="-122"/>
                      </a:endParaRPr>
                    </a:p>
                  </a:txBody>
                  <a:tcPr marL="67749" marR="67749" marT="0" marB="0" anchor="ctr"/>
                </a:tc>
                <a:tc>
                  <a:txBody>
                    <a:bodyPr/>
                    <a:lstStyle/>
                    <a:p>
                      <a:pPr indent="0" algn="ctr" fontAlgn="auto">
                        <a:lnSpc>
                          <a:spcPct val="100000"/>
                        </a:lnSpc>
                      </a:pPr>
                      <a:r>
                        <a:rPr lang="zh-CN" sz="1400" dirty="0">
                          <a:effectLst/>
                        </a:rPr>
                        <a:t>深圳</a:t>
                      </a:r>
                      <a:endParaRPr lang="zh-CN" sz="1800" dirty="0">
                        <a:effectLst/>
                        <a:latin typeface="Montserrat" panose="00000500000000000000" pitchFamily="2" charset="0"/>
                        <a:ea typeface="宋体" panose="02010600030101010101" pitchFamily="2" charset="-122"/>
                      </a:endParaRPr>
                    </a:p>
                  </a:txBody>
                  <a:tcPr marL="67749" marR="67749" marT="0" marB="0" anchor="ctr"/>
                </a:tc>
                <a:tc>
                  <a:txBody>
                    <a:bodyPr/>
                    <a:lstStyle/>
                    <a:p>
                      <a:pPr indent="0" algn="ctr" fontAlgn="auto">
                        <a:lnSpc>
                          <a:spcPct val="100000"/>
                        </a:lnSpc>
                      </a:pPr>
                      <a:r>
                        <a:rPr lang="zh-CN" sz="1400" dirty="0">
                          <a:effectLst/>
                        </a:rPr>
                        <a:t>广东</a:t>
                      </a:r>
                      <a:r>
                        <a:rPr lang="en-US" sz="1400" dirty="0">
                          <a:effectLst/>
                        </a:rPr>
                        <a:t>1</a:t>
                      </a:r>
                      <a:endParaRPr lang="zh-CN" sz="1800" dirty="0">
                        <a:effectLst/>
                        <a:latin typeface="Montserrat" panose="00000500000000000000" pitchFamily="2" charset="0"/>
                        <a:ea typeface="宋体" panose="02010600030101010101" pitchFamily="2" charset="-122"/>
                      </a:endParaRPr>
                    </a:p>
                  </a:txBody>
                  <a:tcPr marL="67749" marR="67749" marT="0" marB="0" anchor="ctr"/>
                </a:tc>
                <a:tc>
                  <a:txBody>
                    <a:bodyPr/>
                    <a:lstStyle/>
                    <a:p>
                      <a:pPr indent="0" algn="ctr" fontAlgn="auto">
                        <a:lnSpc>
                          <a:spcPct val="100000"/>
                        </a:lnSpc>
                      </a:pPr>
                      <a:r>
                        <a:rPr lang="en-US" sz="1400" dirty="0">
                          <a:effectLst/>
                        </a:rPr>
                        <a:t>24691</a:t>
                      </a:r>
                      <a:endParaRPr lang="zh-CN" sz="1800" dirty="0">
                        <a:effectLst/>
                        <a:latin typeface="Montserrat" panose="00000500000000000000" pitchFamily="2" charset="0"/>
                        <a:ea typeface="宋体" panose="02010600030101010101" pitchFamily="2" charset="-122"/>
                      </a:endParaRPr>
                    </a:p>
                  </a:txBody>
                  <a:tcPr marL="67749" marR="67749" marT="0" marB="0" anchor="ctr"/>
                </a:tc>
                <a:tc>
                  <a:txBody>
                    <a:bodyPr/>
                    <a:lstStyle/>
                    <a:p>
                      <a:pPr indent="0" algn="ctr" fontAlgn="auto">
                        <a:lnSpc>
                          <a:spcPct val="100000"/>
                        </a:lnSpc>
                      </a:pPr>
                      <a:r>
                        <a:rPr lang="en-US" sz="1400" dirty="0">
                          <a:effectLst/>
                        </a:rPr>
                        <a:t>7.50%</a:t>
                      </a:r>
                      <a:endParaRPr lang="zh-CN" sz="1800" dirty="0">
                        <a:effectLst/>
                        <a:latin typeface="Montserrat" panose="00000500000000000000" pitchFamily="2" charset="0"/>
                        <a:ea typeface="宋体" panose="02010600030101010101" pitchFamily="2" charset="-122"/>
                      </a:endParaRPr>
                    </a:p>
                  </a:txBody>
                  <a:tcPr marL="67749" marR="67749" marT="0" marB="0" anchor="ctr"/>
                </a:tc>
                <a:tc>
                  <a:txBody>
                    <a:bodyPr/>
                    <a:lstStyle/>
                    <a:p>
                      <a:pPr indent="0" algn="ctr" fontAlgn="auto">
                        <a:lnSpc>
                          <a:spcPct val="100000"/>
                        </a:lnSpc>
                      </a:pPr>
                      <a:r>
                        <a:rPr lang="en-US" sz="1400" dirty="0">
                          <a:effectLst/>
                        </a:rPr>
                        <a:t>1253</a:t>
                      </a:r>
                      <a:endParaRPr lang="zh-CN" sz="1800" dirty="0">
                        <a:effectLst/>
                        <a:latin typeface="Montserrat" panose="00000500000000000000" pitchFamily="2" charset="0"/>
                        <a:ea typeface="宋体" panose="02010600030101010101" pitchFamily="2" charset="-122"/>
                      </a:endParaRPr>
                    </a:p>
                  </a:txBody>
                  <a:tcPr marL="67749" marR="67749" marT="0" marB="0" anchor="ctr"/>
                </a:tc>
                <a:tc>
                  <a:txBody>
                    <a:bodyPr/>
                    <a:lstStyle/>
                    <a:p>
                      <a:pPr indent="0" algn="ctr" fontAlgn="auto">
                        <a:lnSpc>
                          <a:spcPct val="100000"/>
                        </a:lnSpc>
                      </a:pPr>
                      <a:r>
                        <a:rPr lang="en-US" sz="1400" dirty="0">
                          <a:effectLst/>
                        </a:rPr>
                        <a:t>19.7 </a:t>
                      </a:r>
                      <a:endParaRPr lang="zh-CN" sz="1800" dirty="0">
                        <a:effectLst/>
                        <a:latin typeface="Montserrat" panose="00000500000000000000" pitchFamily="2" charset="0"/>
                        <a:ea typeface="宋体" panose="02010600030101010101" pitchFamily="2" charset="-122"/>
                      </a:endParaRPr>
                    </a:p>
                  </a:txBody>
                  <a:tcPr marL="67749" marR="67749" marT="0" marB="0" anchor="ctr"/>
                </a:tc>
                <a:tc>
                  <a:txBody>
                    <a:bodyPr/>
                    <a:lstStyle/>
                    <a:p>
                      <a:pPr indent="0" algn="ctr" fontAlgn="auto">
                        <a:lnSpc>
                          <a:spcPct val="100000"/>
                        </a:lnSpc>
                      </a:pPr>
                      <a:r>
                        <a:rPr lang="en-US" sz="1400" dirty="0">
                          <a:effectLst/>
                        </a:rPr>
                        <a:t>2 </a:t>
                      </a:r>
                      <a:endParaRPr lang="zh-CN" sz="1800" dirty="0">
                        <a:effectLst/>
                        <a:latin typeface="Montserrat" panose="00000500000000000000" pitchFamily="2" charset="0"/>
                        <a:ea typeface="宋体" panose="02010600030101010101" pitchFamily="2" charset="-122"/>
                      </a:endParaRPr>
                    </a:p>
                  </a:txBody>
                  <a:tcPr marL="67749" marR="67749" marT="0" marB="0" anchor="ctr"/>
                </a:tc>
                <a:extLst>
                  <a:ext uri="{0D108BD9-81ED-4DB2-BD59-A6C34878D82A}">
                    <a16:rowId xmlns:a16="http://schemas.microsoft.com/office/drawing/2014/main" val="10003"/>
                  </a:ext>
                </a:extLst>
              </a:tr>
              <a:tr h="405965">
                <a:tc>
                  <a:txBody>
                    <a:bodyPr/>
                    <a:lstStyle/>
                    <a:p>
                      <a:pPr indent="0" algn="ctr" fontAlgn="auto">
                        <a:lnSpc>
                          <a:spcPct val="100000"/>
                        </a:lnSpc>
                      </a:pPr>
                      <a:r>
                        <a:rPr lang="en-US" sz="1400" dirty="0">
                          <a:effectLst/>
                        </a:rPr>
                        <a:t>4</a:t>
                      </a:r>
                      <a:endParaRPr lang="zh-CN" sz="1800" dirty="0">
                        <a:effectLst/>
                        <a:latin typeface="Montserrat" panose="00000500000000000000" pitchFamily="2" charset="0"/>
                        <a:ea typeface="宋体" panose="02010600030101010101" pitchFamily="2" charset="-122"/>
                      </a:endParaRPr>
                    </a:p>
                  </a:txBody>
                  <a:tcPr marL="67749" marR="67749" marT="0" marB="0" anchor="ctr"/>
                </a:tc>
                <a:tc>
                  <a:txBody>
                    <a:bodyPr/>
                    <a:lstStyle/>
                    <a:p>
                      <a:pPr indent="0" algn="ctr" fontAlgn="auto">
                        <a:lnSpc>
                          <a:spcPct val="100000"/>
                        </a:lnSpc>
                      </a:pPr>
                      <a:r>
                        <a:rPr lang="zh-CN" sz="1400" dirty="0">
                          <a:effectLst/>
                        </a:rPr>
                        <a:t>广州</a:t>
                      </a:r>
                      <a:endParaRPr lang="zh-CN" sz="1800" dirty="0">
                        <a:effectLst/>
                        <a:latin typeface="Montserrat" panose="00000500000000000000" pitchFamily="2" charset="0"/>
                        <a:ea typeface="宋体" panose="02010600030101010101" pitchFamily="2" charset="-122"/>
                      </a:endParaRPr>
                    </a:p>
                  </a:txBody>
                  <a:tcPr marL="67749" marR="67749" marT="0" marB="0" anchor="ctr"/>
                </a:tc>
                <a:tc>
                  <a:txBody>
                    <a:bodyPr/>
                    <a:lstStyle/>
                    <a:p>
                      <a:pPr indent="0" algn="ctr" fontAlgn="auto">
                        <a:lnSpc>
                          <a:spcPct val="100000"/>
                        </a:lnSpc>
                      </a:pPr>
                      <a:r>
                        <a:rPr lang="zh-CN" sz="1400" dirty="0">
                          <a:effectLst/>
                        </a:rPr>
                        <a:t>广东</a:t>
                      </a:r>
                      <a:r>
                        <a:rPr lang="en-US" sz="1400" dirty="0">
                          <a:effectLst/>
                        </a:rPr>
                        <a:t>2</a:t>
                      </a:r>
                      <a:endParaRPr lang="zh-CN" sz="1800" dirty="0">
                        <a:effectLst/>
                        <a:latin typeface="Montserrat" panose="00000500000000000000" pitchFamily="2" charset="0"/>
                        <a:ea typeface="宋体" panose="02010600030101010101" pitchFamily="2" charset="-122"/>
                      </a:endParaRPr>
                    </a:p>
                  </a:txBody>
                  <a:tcPr marL="67749" marR="67749" marT="0" marB="0" anchor="ctr"/>
                </a:tc>
                <a:tc>
                  <a:txBody>
                    <a:bodyPr/>
                    <a:lstStyle/>
                    <a:p>
                      <a:pPr indent="0" algn="ctr" fontAlgn="auto">
                        <a:lnSpc>
                          <a:spcPct val="100000"/>
                        </a:lnSpc>
                      </a:pPr>
                      <a:r>
                        <a:rPr lang="en-US" sz="1400" dirty="0">
                          <a:effectLst/>
                        </a:rPr>
                        <a:t>23000</a:t>
                      </a:r>
                      <a:endParaRPr lang="zh-CN" sz="1800" dirty="0">
                        <a:effectLst/>
                        <a:latin typeface="Montserrat" panose="00000500000000000000" pitchFamily="2" charset="0"/>
                        <a:ea typeface="宋体" panose="02010600030101010101" pitchFamily="2" charset="-122"/>
                      </a:endParaRPr>
                    </a:p>
                  </a:txBody>
                  <a:tcPr marL="67749" marR="67749" marT="0" marB="0" anchor="ctr"/>
                </a:tc>
                <a:tc>
                  <a:txBody>
                    <a:bodyPr/>
                    <a:lstStyle/>
                    <a:p>
                      <a:pPr indent="0" algn="ctr" fontAlgn="auto">
                        <a:lnSpc>
                          <a:spcPct val="100000"/>
                        </a:lnSpc>
                      </a:pPr>
                      <a:r>
                        <a:rPr lang="en-US" sz="1400" dirty="0">
                          <a:effectLst/>
                        </a:rPr>
                        <a:t>6.50%</a:t>
                      </a:r>
                      <a:endParaRPr lang="zh-CN" sz="1800" dirty="0">
                        <a:effectLst/>
                        <a:latin typeface="Montserrat" panose="00000500000000000000" pitchFamily="2" charset="0"/>
                        <a:ea typeface="宋体" panose="02010600030101010101" pitchFamily="2" charset="-122"/>
                      </a:endParaRPr>
                    </a:p>
                  </a:txBody>
                  <a:tcPr marL="67749" marR="67749" marT="0" marB="0" anchor="ctr"/>
                </a:tc>
                <a:tc>
                  <a:txBody>
                    <a:bodyPr/>
                    <a:lstStyle/>
                    <a:p>
                      <a:pPr indent="0" algn="ctr" fontAlgn="auto">
                        <a:lnSpc>
                          <a:spcPct val="100000"/>
                        </a:lnSpc>
                      </a:pPr>
                      <a:r>
                        <a:rPr lang="en-US" sz="1400" dirty="0">
                          <a:effectLst/>
                        </a:rPr>
                        <a:t>1450</a:t>
                      </a:r>
                      <a:endParaRPr lang="zh-CN" sz="1800" dirty="0">
                        <a:effectLst/>
                        <a:latin typeface="Montserrat" panose="00000500000000000000" pitchFamily="2" charset="0"/>
                        <a:ea typeface="宋体" panose="02010600030101010101" pitchFamily="2" charset="-122"/>
                      </a:endParaRPr>
                    </a:p>
                  </a:txBody>
                  <a:tcPr marL="67749" marR="67749" marT="0" marB="0" anchor="ctr"/>
                </a:tc>
                <a:tc>
                  <a:txBody>
                    <a:bodyPr/>
                    <a:lstStyle/>
                    <a:p>
                      <a:pPr indent="0" algn="ctr" fontAlgn="auto">
                        <a:lnSpc>
                          <a:spcPct val="100000"/>
                        </a:lnSpc>
                      </a:pPr>
                      <a:r>
                        <a:rPr lang="en-US" sz="1400" dirty="0">
                          <a:effectLst/>
                        </a:rPr>
                        <a:t>15.9 </a:t>
                      </a:r>
                      <a:endParaRPr lang="zh-CN" sz="1800" dirty="0">
                        <a:effectLst/>
                        <a:latin typeface="Montserrat" panose="00000500000000000000" pitchFamily="2" charset="0"/>
                        <a:ea typeface="宋体" panose="02010600030101010101" pitchFamily="2" charset="-122"/>
                      </a:endParaRPr>
                    </a:p>
                  </a:txBody>
                  <a:tcPr marL="67749" marR="67749" marT="0" marB="0" anchor="ctr"/>
                </a:tc>
                <a:tc>
                  <a:txBody>
                    <a:bodyPr/>
                    <a:lstStyle/>
                    <a:p>
                      <a:pPr indent="0" algn="ctr" fontAlgn="auto">
                        <a:lnSpc>
                          <a:spcPct val="100000"/>
                        </a:lnSpc>
                      </a:pPr>
                      <a:r>
                        <a:rPr lang="en-US" sz="1400" dirty="0">
                          <a:effectLst/>
                        </a:rPr>
                        <a:t>7 </a:t>
                      </a:r>
                      <a:endParaRPr lang="zh-CN" sz="1800" dirty="0">
                        <a:effectLst/>
                        <a:latin typeface="Montserrat" panose="00000500000000000000" pitchFamily="2" charset="0"/>
                        <a:ea typeface="宋体" panose="02010600030101010101" pitchFamily="2" charset="-122"/>
                      </a:endParaRPr>
                    </a:p>
                  </a:txBody>
                  <a:tcPr marL="67749" marR="67749" marT="0" marB="0" anchor="ctr"/>
                </a:tc>
                <a:extLst>
                  <a:ext uri="{0D108BD9-81ED-4DB2-BD59-A6C34878D82A}">
                    <a16:rowId xmlns:a16="http://schemas.microsoft.com/office/drawing/2014/main" val="10004"/>
                  </a:ext>
                </a:extLst>
              </a:tr>
              <a:tr h="405965">
                <a:tc>
                  <a:txBody>
                    <a:bodyPr/>
                    <a:lstStyle/>
                    <a:p>
                      <a:pPr indent="0" algn="ctr" fontAlgn="auto">
                        <a:lnSpc>
                          <a:spcPct val="100000"/>
                        </a:lnSpc>
                      </a:pPr>
                      <a:r>
                        <a:rPr lang="en-US" sz="1400" dirty="0">
                          <a:effectLst/>
                        </a:rPr>
                        <a:t>5</a:t>
                      </a:r>
                      <a:endParaRPr lang="zh-CN" sz="1800" dirty="0">
                        <a:effectLst/>
                        <a:latin typeface="Montserrat" panose="00000500000000000000" pitchFamily="2" charset="0"/>
                        <a:ea typeface="宋体" panose="02010600030101010101" pitchFamily="2" charset="-122"/>
                      </a:endParaRPr>
                    </a:p>
                  </a:txBody>
                  <a:tcPr marL="67749" marR="67749" marT="0" marB="0" anchor="ctr"/>
                </a:tc>
                <a:tc>
                  <a:txBody>
                    <a:bodyPr/>
                    <a:lstStyle/>
                    <a:p>
                      <a:pPr indent="0" algn="ctr" fontAlgn="auto">
                        <a:lnSpc>
                          <a:spcPct val="100000"/>
                        </a:lnSpc>
                      </a:pPr>
                      <a:r>
                        <a:rPr lang="zh-CN" sz="1400" dirty="0">
                          <a:effectLst/>
                        </a:rPr>
                        <a:t>重庆</a:t>
                      </a:r>
                      <a:endParaRPr lang="zh-CN" sz="1800" dirty="0">
                        <a:effectLst/>
                        <a:latin typeface="Montserrat" panose="00000500000000000000" pitchFamily="2" charset="0"/>
                        <a:ea typeface="宋体" panose="02010600030101010101" pitchFamily="2" charset="-122"/>
                      </a:endParaRPr>
                    </a:p>
                  </a:txBody>
                  <a:tcPr marL="67749" marR="67749" marT="0" marB="0" anchor="ctr"/>
                </a:tc>
                <a:tc>
                  <a:txBody>
                    <a:bodyPr/>
                    <a:lstStyle/>
                    <a:p>
                      <a:pPr indent="0" algn="ctr" fontAlgn="auto">
                        <a:lnSpc>
                          <a:spcPct val="100000"/>
                        </a:lnSpc>
                      </a:pPr>
                      <a:r>
                        <a:rPr lang="zh-CN" sz="1400" dirty="0">
                          <a:effectLst/>
                        </a:rPr>
                        <a:t>重庆</a:t>
                      </a:r>
                      <a:endParaRPr lang="zh-CN" sz="1800" dirty="0">
                        <a:effectLst/>
                        <a:latin typeface="Montserrat" panose="00000500000000000000" pitchFamily="2" charset="0"/>
                        <a:ea typeface="宋体" panose="02010600030101010101" pitchFamily="2" charset="-122"/>
                      </a:endParaRPr>
                    </a:p>
                  </a:txBody>
                  <a:tcPr marL="67749" marR="67749" marT="0" marB="0" anchor="ctr"/>
                </a:tc>
                <a:tc>
                  <a:txBody>
                    <a:bodyPr/>
                    <a:lstStyle/>
                    <a:p>
                      <a:pPr indent="0" algn="ctr" fontAlgn="auto">
                        <a:lnSpc>
                          <a:spcPct val="100000"/>
                        </a:lnSpc>
                      </a:pPr>
                      <a:r>
                        <a:rPr lang="en-US" sz="1400" dirty="0">
                          <a:effectLst/>
                        </a:rPr>
                        <a:t>20363</a:t>
                      </a:r>
                      <a:endParaRPr lang="zh-CN" sz="1800" dirty="0">
                        <a:effectLst/>
                        <a:latin typeface="Montserrat" panose="00000500000000000000" pitchFamily="2" charset="0"/>
                        <a:ea typeface="宋体" panose="02010600030101010101" pitchFamily="2" charset="-122"/>
                      </a:endParaRPr>
                    </a:p>
                  </a:txBody>
                  <a:tcPr marL="67749" marR="67749" marT="0" marB="0" anchor="ctr"/>
                </a:tc>
                <a:tc>
                  <a:txBody>
                    <a:bodyPr/>
                    <a:lstStyle/>
                    <a:p>
                      <a:pPr indent="0" algn="ctr" fontAlgn="auto">
                        <a:lnSpc>
                          <a:spcPct val="100000"/>
                        </a:lnSpc>
                      </a:pPr>
                      <a:r>
                        <a:rPr lang="en-US" sz="1400" dirty="0">
                          <a:effectLst/>
                        </a:rPr>
                        <a:t>6%</a:t>
                      </a:r>
                      <a:endParaRPr lang="zh-CN" sz="1800" dirty="0">
                        <a:effectLst/>
                        <a:latin typeface="Montserrat" panose="00000500000000000000" pitchFamily="2" charset="0"/>
                        <a:ea typeface="宋体" panose="02010600030101010101" pitchFamily="2" charset="-122"/>
                      </a:endParaRPr>
                    </a:p>
                  </a:txBody>
                  <a:tcPr marL="67749" marR="67749" marT="0" marB="0" anchor="ctr"/>
                </a:tc>
                <a:tc>
                  <a:txBody>
                    <a:bodyPr/>
                    <a:lstStyle/>
                    <a:p>
                      <a:pPr indent="0" algn="ctr" fontAlgn="auto">
                        <a:lnSpc>
                          <a:spcPct val="100000"/>
                        </a:lnSpc>
                      </a:pPr>
                      <a:r>
                        <a:rPr lang="en-US" sz="1400" dirty="0">
                          <a:effectLst/>
                        </a:rPr>
                        <a:t>3372</a:t>
                      </a:r>
                      <a:endParaRPr lang="zh-CN" sz="1800" dirty="0">
                        <a:effectLst/>
                        <a:latin typeface="Montserrat" panose="00000500000000000000" pitchFamily="2" charset="0"/>
                        <a:ea typeface="宋体" panose="02010600030101010101" pitchFamily="2" charset="-122"/>
                      </a:endParaRPr>
                    </a:p>
                  </a:txBody>
                  <a:tcPr marL="67749" marR="67749" marT="0" marB="0" anchor="ctr"/>
                </a:tc>
                <a:tc>
                  <a:txBody>
                    <a:bodyPr/>
                    <a:lstStyle/>
                    <a:p>
                      <a:pPr indent="0" algn="ctr" fontAlgn="auto">
                        <a:lnSpc>
                          <a:spcPct val="100000"/>
                        </a:lnSpc>
                      </a:pPr>
                      <a:r>
                        <a:rPr lang="en-US" sz="1400" dirty="0">
                          <a:effectLst/>
                        </a:rPr>
                        <a:t>6.0 </a:t>
                      </a:r>
                      <a:endParaRPr lang="zh-CN" sz="1800" dirty="0">
                        <a:effectLst/>
                        <a:latin typeface="Montserrat" panose="00000500000000000000" pitchFamily="2" charset="0"/>
                        <a:ea typeface="宋体" panose="02010600030101010101" pitchFamily="2" charset="-122"/>
                      </a:endParaRPr>
                    </a:p>
                  </a:txBody>
                  <a:tcPr marL="67749" marR="67749" marT="0" marB="0" anchor="ctr"/>
                </a:tc>
                <a:tc>
                  <a:txBody>
                    <a:bodyPr/>
                    <a:lstStyle/>
                    <a:p>
                      <a:pPr indent="0" algn="ctr" fontAlgn="auto">
                        <a:lnSpc>
                          <a:spcPct val="100000"/>
                        </a:lnSpc>
                      </a:pPr>
                      <a:r>
                        <a:rPr lang="en-US" sz="1400" dirty="0">
                          <a:effectLst/>
                        </a:rPr>
                        <a:t>79 </a:t>
                      </a:r>
                      <a:endParaRPr lang="zh-CN" sz="1800" dirty="0">
                        <a:effectLst/>
                        <a:latin typeface="Montserrat" panose="00000500000000000000" pitchFamily="2" charset="0"/>
                        <a:ea typeface="宋体" panose="02010600030101010101" pitchFamily="2" charset="-122"/>
                      </a:endParaRPr>
                    </a:p>
                  </a:txBody>
                  <a:tcPr marL="67749" marR="67749" marT="0" marB="0" anchor="ctr"/>
                </a:tc>
                <a:extLst>
                  <a:ext uri="{0D108BD9-81ED-4DB2-BD59-A6C34878D82A}">
                    <a16:rowId xmlns:a16="http://schemas.microsoft.com/office/drawing/2014/main" val="10005"/>
                  </a:ext>
                </a:extLst>
              </a:tr>
              <a:tr h="405965">
                <a:tc>
                  <a:txBody>
                    <a:bodyPr/>
                    <a:lstStyle/>
                    <a:p>
                      <a:pPr indent="0" algn="ctr" fontAlgn="auto">
                        <a:lnSpc>
                          <a:spcPct val="100000"/>
                        </a:lnSpc>
                      </a:pPr>
                      <a:r>
                        <a:rPr lang="en-US" sz="1400" dirty="0">
                          <a:effectLst/>
                        </a:rPr>
                        <a:t>6</a:t>
                      </a:r>
                      <a:endParaRPr lang="zh-CN" sz="1800" dirty="0">
                        <a:effectLst/>
                        <a:latin typeface="Montserrat" panose="00000500000000000000" pitchFamily="2" charset="0"/>
                        <a:ea typeface="宋体" panose="02010600030101010101" pitchFamily="2" charset="-122"/>
                      </a:endParaRPr>
                    </a:p>
                  </a:txBody>
                  <a:tcPr marL="67749" marR="67749" marT="0" marB="0" anchor="ctr"/>
                </a:tc>
                <a:tc>
                  <a:txBody>
                    <a:bodyPr/>
                    <a:lstStyle/>
                    <a:p>
                      <a:pPr indent="0" algn="ctr" fontAlgn="auto">
                        <a:lnSpc>
                          <a:spcPct val="100000"/>
                        </a:lnSpc>
                      </a:pPr>
                      <a:r>
                        <a:rPr lang="zh-CN" sz="1400" dirty="0">
                          <a:effectLst/>
                        </a:rPr>
                        <a:t>天津</a:t>
                      </a:r>
                      <a:endParaRPr lang="zh-CN" sz="1800" dirty="0">
                        <a:effectLst/>
                        <a:latin typeface="Montserrat" panose="00000500000000000000" pitchFamily="2" charset="0"/>
                        <a:ea typeface="宋体" panose="02010600030101010101" pitchFamily="2" charset="-122"/>
                      </a:endParaRPr>
                    </a:p>
                  </a:txBody>
                  <a:tcPr marL="67749" marR="67749" marT="0" marB="0" anchor="ctr"/>
                </a:tc>
                <a:tc>
                  <a:txBody>
                    <a:bodyPr/>
                    <a:lstStyle/>
                    <a:p>
                      <a:pPr indent="0" algn="ctr" fontAlgn="auto">
                        <a:lnSpc>
                          <a:spcPct val="100000"/>
                        </a:lnSpc>
                      </a:pPr>
                      <a:r>
                        <a:rPr lang="zh-CN" sz="1400" dirty="0">
                          <a:effectLst/>
                        </a:rPr>
                        <a:t>天津</a:t>
                      </a:r>
                      <a:endParaRPr lang="zh-CN" sz="1800" dirty="0">
                        <a:effectLst/>
                        <a:latin typeface="Montserrat" panose="00000500000000000000" pitchFamily="2" charset="0"/>
                        <a:ea typeface="宋体" panose="02010600030101010101" pitchFamily="2" charset="-122"/>
                      </a:endParaRPr>
                    </a:p>
                  </a:txBody>
                  <a:tcPr marL="67749" marR="67749" marT="0" marB="0" anchor="ctr"/>
                </a:tc>
                <a:tc>
                  <a:txBody>
                    <a:bodyPr/>
                    <a:lstStyle/>
                    <a:p>
                      <a:pPr indent="0" algn="ctr" fontAlgn="auto">
                        <a:lnSpc>
                          <a:spcPct val="100000"/>
                        </a:lnSpc>
                      </a:pPr>
                      <a:r>
                        <a:rPr lang="en-US" sz="1400" dirty="0">
                          <a:effectLst/>
                        </a:rPr>
                        <a:t>18809</a:t>
                      </a:r>
                      <a:endParaRPr lang="zh-CN" sz="1800" dirty="0">
                        <a:effectLst/>
                        <a:latin typeface="Montserrat" panose="00000500000000000000" pitchFamily="2" charset="0"/>
                        <a:ea typeface="宋体" panose="02010600030101010101" pitchFamily="2" charset="-122"/>
                      </a:endParaRPr>
                    </a:p>
                  </a:txBody>
                  <a:tcPr marL="67749" marR="67749" marT="0" marB="0" anchor="ctr"/>
                </a:tc>
                <a:tc>
                  <a:txBody>
                    <a:bodyPr/>
                    <a:lstStyle/>
                    <a:p>
                      <a:pPr indent="0" algn="ctr" fontAlgn="auto">
                        <a:lnSpc>
                          <a:spcPct val="100000"/>
                        </a:lnSpc>
                      </a:pPr>
                      <a:r>
                        <a:rPr lang="en-US" sz="1400" dirty="0">
                          <a:effectLst/>
                        </a:rPr>
                        <a:t>3.60%</a:t>
                      </a:r>
                      <a:endParaRPr lang="zh-CN" sz="1800" dirty="0">
                        <a:effectLst/>
                        <a:latin typeface="Montserrat" panose="00000500000000000000" pitchFamily="2" charset="0"/>
                        <a:ea typeface="宋体" panose="02010600030101010101" pitchFamily="2" charset="-122"/>
                      </a:endParaRPr>
                    </a:p>
                  </a:txBody>
                  <a:tcPr marL="67749" marR="67749" marT="0" marB="0" anchor="ctr"/>
                </a:tc>
                <a:tc>
                  <a:txBody>
                    <a:bodyPr/>
                    <a:lstStyle/>
                    <a:p>
                      <a:pPr indent="0" algn="ctr" fontAlgn="auto">
                        <a:lnSpc>
                          <a:spcPct val="100000"/>
                        </a:lnSpc>
                      </a:pPr>
                      <a:r>
                        <a:rPr lang="en-US" sz="1400" dirty="0">
                          <a:effectLst/>
                        </a:rPr>
                        <a:t>1557</a:t>
                      </a:r>
                      <a:endParaRPr lang="zh-CN" sz="1800" dirty="0">
                        <a:effectLst/>
                        <a:latin typeface="Montserrat" panose="00000500000000000000" pitchFamily="2" charset="0"/>
                        <a:ea typeface="宋体" panose="02010600030101010101" pitchFamily="2" charset="-122"/>
                      </a:endParaRPr>
                    </a:p>
                  </a:txBody>
                  <a:tcPr marL="67749" marR="67749" marT="0" marB="0" anchor="ctr"/>
                </a:tc>
                <a:tc>
                  <a:txBody>
                    <a:bodyPr/>
                    <a:lstStyle/>
                    <a:p>
                      <a:pPr indent="0" algn="ctr" fontAlgn="auto">
                        <a:lnSpc>
                          <a:spcPct val="100000"/>
                        </a:lnSpc>
                      </a:pPr>
                      <a:r>
                        <a:rPr lang="en-US" sz="1400" dirty="0">
                          <a:effectLst/>
                        </a:rPr>
                        <a:t>12.1 </a:t>
                      </a:r>
                      <a:endParaRPr lang="zh-CN" sz="1800" dirty="0">
                        <a:effectLst/>
                        <a:latin typeface="Montserrat" panose="00000500000000000000" pitchFamily="2" charset="0"/>
                        <a:ea typeface="宋体" panose="02010600030101010101" pitchFamily="2" charset="-122"/>
                      </a:endParaRPr>
                    </a:p>
                  </a:txBody>
                  <a:tcPr marL="67749" marR="67749" marT="0" marB="0" anchor="ctr"/>
                </a:tc>
                <a:tc>
                  <a:txBody>
                    <a:bodyPr/>
                    <a:lstStyle/>
                    <a:p>
                      <a:pPr indent="0" algn="ctr" fontAlgn="auto">
                        <a:lnSpc>
                          <a:spcPct val="100000"/>
                        </a:lnSpc>
                      </a:pPr>
                      <a:r>
                        <a:rPr lang="en-US" sz="1400" dirty="0">
                          <a:effectLst/>
                        </a:rPr>
                        <a:t>21 </a:t>
                      </a:r>
                      <a:endParaRPr lang="zh-CN" sz="1800" dirty="0">
                        <a:effectLst/>
                        <a:latin typeface="Montserrat" panose="00000500000000000000" pitchFamily="2" charset="0"/>
                        <a:ea typeface="宋体" panose="02010600030101010101" pitchFamily="2" charset="-122"/>
                      </a:endParaRPr>
                    </a:p>
                  </a:txBody>
                  <a:tcPr marL="67749" marR="67749" marT="0" marB="0" anchor="ctr"/>
                </a:tc>
                <a:extLst>
                  <a:ext uri="{0D108BD9-81ED-4DB2-BD59-A6C34878D82A}">
                    <a16:rowId xmlns:a16="http://schemas.microsoft.com/office/drawing/2014/main" val="10006"/>
                  </a:ext>
                </a:extLst>
              </a:tr>
              <a:tr h="405965">
                <a:tc>
                  <a:txBody>
                    <a:bodyPr/>
                    <a:lstStyle/>
                    <a:p>
                      <a:pPr indent="0" algn="ctr" fontAlgn="auto">
                        <a:lnSpc>
                          <a:spcPct val="100000"/>
                        </a:lnSpc>
                      </a:pPr>
                      <a:r>
                        <a:rPr lang="en-US" sz="1400" dirty="0">
                          <a:effectLst/>
                        </a:rPr>
                        <a:t>7</a:t>
                      </a:r>
                      <a:endParaRPr lang="zh-CN" sz="1800" dirty="0">
                        <a:effectLst/>
                        <a:latin typeface="Montserrat" panose="00000500000000000000" pitchFamily="2" charset="0"/>
                        <a:ea typeface="宋体" panose="02010600030101010101" pitchFamily="2" charset="-122"/>
                      </a:endParaRPr>
                    </a:p>
                  </a:txBody>
                  <a:tcPr marL="67749" marR="67749" marT="0" marB="0" anchor="ctr"/>
                </a:tc>
                <a:tc>
                  <a:txBody>
                    <a:bodyPr/>
                    <a:lstStyle/>
                    <a:p>
                      <a:pPr indent="0" algn="ctr" fontAlgn="auto">
                        <a:lnSpc>
                          <a:spcPct val="100000"/>
                        </a:lnSpc>
                      </a:pPr>
                      <a:r>
                        <a:rPr lang="zh-CN" sz="1400" dirty="0">
                          <a:effectLst/>
                        </a:rPr>
                        <a:t>苏州</a:t>
                      </a:r>
                      <a:endParaRPr lang="zh-CN" sz="1800" dirty="0">
                        <a:effectLst/>
                        <a:latin typeface="Montserrat" panose="00000500000000000000" pitchFamily="2" charset="0"/>
                        <a:ea typeface="宋体" panose="02010600030101010101" pitchFamily="2" charset="-122"/>
                      </a:endParaRPr>
                    </a:p>
                  </a:txBody>
                  <a:tcPr marL="67749" marR="67749" marT="0" marB="0" anchor="ctr"/>
                </a:tc>
                <a:tc>
                  <a:txBody>
                    <a:bodyPr/>
                    <a:lstStyle/>
                    <a:p>
                      <a:pPr indent="0" algn="ctr" fontAlgn="auto">
                        <a:lnSpc>
                          <a:spcPct val="100000"/>
                        </a:lnSpc>
                      </a:pPr>
                      <a:r>
                        <a:rPr lang="zh-CN" sz="1400" dirty="0">
                          <a:effectLst/>
                        </a:rPr>
                        <a:t>江苏</a:t>
                      </a:r>
                      <a:r>
                        <a:rPr lang="en-US" sz="1400" dirty="0">
                          <a:effectLst/>
                        </a:rPr>
                        <a:t>1</a:t>
                      </a:r>
                      <a:endParaRPr lang="zh-CN" sz="1800" dirty="0">
                        <a:effectLst/>
                        <a:latin typeface="Montserrat" panose="00000500000000000000" pitchFamily="2" charset="0"/>
                        <a:ea typeface="宋体" panose="02010600030101010101" pitchFamily="2" charset="-122"/>
                      </a:endParaRPr>
                    </a:p>
                  </a:txBody>
                  <a:tcPr marL="67749" marR="67749" marT="0" marB="0" anchor="ctr"/>
                </a:tc>
                <a:tc>
                  <a:txBody>
                    <a:bodyPr/>
                    <a:lstStyle/>
                    <a:p>
                      <a:pPr indent="0" algn="ctr" fontAlgn="auto">
                        <a:lnSpc>
                          <a:spcPct val="100000"/>
                        </a:lnSpc>
                      </a:pPr>
                      <a:r>
                        <a:rPr lang="en-US" sz="1400" dirty="0">
                          <a:effectLst/>
                        </a:rPr>
                        <a:t>18597</a:t>
                      </a:r>
                      <a:endParaRPr lang="zh-CN" sz="1800" dirty="0">
                        <a:effectLst/>
                        <a:latin typeface="Montserrat" panose="00000500000000000000" pitchFamily="2" charset="0"/>
                        <a:ea typeface="宋体" panose="02010600030101010101" pitchFamily="2" charset="-122"/>
                      </a:endParaRPr>
                    </a:p>
                  </a:txBody>
                  <a:tcPr marL="67749" marR="67749" marT="0" marB="0" anchor="ctr"/>
                </a:tc>
                <a:tc>
                  <a:txBody>
                    <a:bodyPr/>
                    <a:lstStyle/>
                    <a:p>
                      <a:pPr indent="0" algn="ctr" fontAlgn="auto">
                        <a:lnSpc>
                          <a:spcPct val="100000"/>
                        </a:lnSpc>
                      </a:pPr>
                      <a:r>
                        <a:rPr lang="en-US" sz="1400" dirty="0">
                          <a:effectLst/>
                        </a:rPr>
                        <a:t>7%</a:t>
                      </a:r>
                      <a:endParaRPr lang="zh-CN" sz="1800" dirty="0">
                        <a:effectLst/>
                        <a:latin typeface="Montserrat" panose="00000500000000000000" pitchFamily="2" charset="0"/>
                        <a:ea typeface="宋体" panose="02010600030101010101" pitchFamily="2" charset="-122"/>
                      </a:endParaRPr>
                    </a:p>
                  </a:txBody>
                  <a:tcPr marL="67749" marR="67749" marT="0" marB="0" anchor="ctr"/>
                </a:tc>
                <a:tc>
                  <a:txBody>
                    <a:bodyPr/>
                    <a:lstStyle/>
                    <a:p>
                      <a:pPr indent="0" algn="ctr" fontAlgn="auto">
                        <a:lnSpc>
                          <a:spcPct val="100000"/>
                        </a:lnSpc>
                      </a:pPr>
                      <a:r>
                        <a:rPr lang="en-US" sz="1400" dirty="0">
                          <a:effectLst/>
                        </a:rPr>
                        <a:t>1068</a:t>
                      </a:r>
                      <a:endParaRPr lang="zh-CN" sz="1800" dirty="0">
                        <a:effectLst/>
                        <a:latin typeface="Montserrat" panose="00000500000000000000" pitchFamily="2" charset="0"/>
                        <a:ea typeface="宋体" panose="02010600030101010101" pitchFamily="2" charset="-122"/>
                      </a:endParaRPr>
                    </a:p>
                  </a:txBody>
                  <a:tcPr marL="67749" marR="67749" marT="0" marB="0" anchor="ctr"/>
                </a:tc>
                <a:tc>
                  <a:txBody>
                    <a:bodyPr/>
                    <a:lstStyle/>
                    <a:p>
                      <a:pPr indent="0" algn="ctr" fontAlgn="auto">
                        <a:lnSpc>
                          <a:spcPct val="100000"/>
                        </a:lnSpc>
                      </a:pPr>
                      <a:r>
                        <a:rPr lang="en-US" sz="1400" dirty="0">
                          <a:effectLst/>
                        </a:rPr>
                        <a:t>17.4 </a:t>
                      </a:r>
                      <a:endParaRPr lang="zh-CN" sz="1800" dirty="0">
                        <a:effectLst/>
                        <a:latin typeface="Montserrat" panose="00000500000000000000" pitchFamily="2" charset="0"/>
                        <a:ea typeface="宋体" panose="02010600030101010101" pitchFamily="2" charset="-122"/>
                      </a:endParaRPr>
                    </a:p>
                  </a:txBody>
                  <a:tcPr marL="67749" marR="67749" marT="0" marB="0" anchor="ctr"/>
                </a:tc>
                <a:tc>
                  <a:txBody>
                    <a:bodyPr/>
                    <a:lstStyle/>
                    <a:p>
                      <a:pPr indent="0" algn="ctr" fontAlgn="auto">
                        <a:lnSpc>
                          <a:spcPct val="100000"/>
                        </a:lnSpc>
                      </a:pPr>
                      <a:r>
                        <a:rPr lang="en-US" sz="1400" dirty="0">
                          <a:effectLst/>
                        </a:rPr>
                        <a:t>5 </a:t>
                      </a:r>
                      <a:endParaRPr lang="zh-CN" sz="1800" dirty="0">
                        <a:effectLst/>
                        <a:latin typeface="Montserrat" panose="00000500000000000000" pitchFamily="2" charset="0"/>
                        <a:ea typeface="宋体" panose="02010600030101010101" pitchFamily="2" charset="-122"/>
                      </a:endParaRPr>
                    </a:p>
                  </a:txBody>
                  <a:tcPr marL="67749" marR="67749" marT="0" marB="0" anchor="ctr"/>
                </a:tc>
                <a:extLst>
                  <a:ext uri="{0D108BD9-81ED-4DB2-BD59-A6C34878D82A}">
                    <a16:rowId xmlns:a16="http://schemas.microsoft.com/office/drawing/2014/main" val="10007"/>
                  </a:ext>
                </a:extLst>
              </a:tr>
              <a:tr h="405965">
                <a:tc>
                  <a:txBody>
                    <a:bodyPr/>
                    <a:lstStyle/>
                    <a:p>
                      <a:pPr indent="0" algn="ctr" fontAlgn="auto">
                        <a:lnSpc>
                          <a:spcPct val="100000"/>
                        </a:lnSpc>
                      </a:pPr>
                      <a:r>
                        <a:rPr lang="en-US" sz="1400" dirty="0">
                          <a:effectLst/>
                        </a:rPr>
                        <a:t>8</a:t>
                      </a:r>
                      <a:endParaRPr lang="zh-CN" sz="1800" dirty="0">
                        <a:effectLst/>
                        <a:latin typeface="Montserrat" panose="00000500000000000000" pitchFamily="2" charset="0"/>
                        <a:ea typeface="宋体" panose="02010600030101010101" pitchFamily="2" charset="-122"/>
                      </a:endParaRPr>
                    </a:p>
                  </a:txBody>
                  <a:tcPr marL="67749" marR="67749" marT="0" marB="0" anchor="ctr"/>
                </a:tc>
                <a:tc>
                  <a:txBody>
                    <a:bodyPr/>
                    <a:lstStyle/>
                    <a:p>
                      <a:pPr indent="0" algn="ctr" fontAlgn="auto">
                        <a:lnSpc>
                          <a:spcPct val="100000"/>
                        </a:lnSpc>
                      </a:pPr>
                      <a:r>
                        <a:rPr lang="zh-CN" sz="1400" dirty="0">
                          <a:effectLst/>
                        </a:rPr>
                        <a:t>成都</a:t>
                      </a:r>
                      <a:endParaRPr lang="zh-CN" sz="1800" dirty="0">
                        <a:effectLst/>
                        <a:latin typeface="Montserrat" panose="00000500000000000000" pitchFamily="2" charset="0"/>
                        <a:ea typeface="宋体" panose="02010600030101010101" pitchFamily="2" charset="-122"/>
                      </a:endParaRPr>
                    </a:p>
                  </a:txBody>
                  <a:tcPr marL="67749" marR="67749" marT="0" marB="0" anchor="ctr"/>
                </a:tc>
                <a:tc>
                  <a:txBody>
                    <a:bodyPr/>
                    <a:lstStyle/>
                    <a:p>
                      <a:pPr indent="0" algn="ctr" fontAlgn="auto">
                        <a:lnSpc>
                          <a:spcPct val="100000"/>
                        </a:lnSpc>
                      </a:pPr>
                      <a:r>
                        <a:rPr lang="zh-CN" sz="1400" dirty="0">
                          <a:effectLst/>
                        </a:rPr>
                        <a:t>四川</a:t>
                      </a:r>
                      <a:r>
                        <a:rPr lang="en-US" sz="1400" dirty="0">
                          <a:effectLst/>
                        </a:rPr>
                        <a:t>1</a:t>
                      </a:r>
                      <a:endParaRPr lang="zh-CN" sz="1800" dirty="0">
                        <a:effectLst/>
                        <a:latin typeface="Montserrat" panose="00000500000000000000" pitchFamily="2" charset="0"/>
                        <a:ea typeface="宋体" panose="02010600030101010101" pitchFamily="2" charset="-122"/>
                      </a:endParaRPr>
                    </a:p>
                  </a:txBody>
                  <a:tcPr marL="67749" marR="67749" marT="0" marB="0" anchor="ctr"/>
                </a:tc>
                <a:tc>
                  <a:txBody>
                    <a:bodyPr/>
                    <a:lstStyle/>
                    <a:p>
                      <a:pPr indent="0" algn="ctr" fontAlgn="auto">
                        <a:lnSpc>
                          <a:spcPct val="100000"/>
                        </a:lnSpc>
                      </a:pPr>
                      <a:r>
                        <a:rPr lang="en-US" sz="1400" dirty="0">
                          <a:effectLst/>
                        </a:rPr>
                        <a:t>15342</a:t>
                      </a:r>
                      <a:endParaRPr lang="zh-CN" sz="1800" dirty="0">
                        <a:effectLst/>
                        <a:latin typeface="Montserrat" panose="00000500000000000000" pitchFamily="2" charset="0"/>
                        <a:ea typeface="宋体" panose="02010600030101010101" pitchFamily="2" charset="-122"/>
                      </a:endParaRPr>
                    </a:p>
                  </a:txBody>
                  <a:tcPr marL="67749" marR="67749" marT="0" marB="0" anchor="ctr"/>
                </a:tc>
                <a:tc>
                  <a:txBody>
                    <a:bodyPr/>
                    <a:lstStyle/>
                    <a:p>
                      <a:pPr indent="0" algn="ctr" fontAlgn="auto">
                        <a:lnSpc>
                          <a:spcPct val="100000"/>
                        </a:lnSpc>
                      </a:pPr>
                      <a:r>
                        <a:rPr lang="en-US" sz="1400" dirty="0">
                          <a:effectLst/>
                        </a:rPr>
                        <a:t>8%</a:t>
                      </a:r>
                      <a:endParaRPr lang="zh-CN" sz="1800" dirty="0">
                        <a:effectLst/>
                        <a:latin typeface="Montserrat" panose="00000500000000000000" pitchFamily="2" charset="0"/>
                        <a:ea typeface="宋体" panose="02010600030101010101" pitchFamily="2" charset="-122"/>
                      </a:endParaRPr>
                    </a:p>
                  </a:txBody>
                  <a:tcPr marL="67749" marR="67749" marT="0" marB="0" anchor="ctr"/>
                </a:tc>
                <a:tc>
                  <a:txBody>
                    <a:bodyPr/>
                    <a:lstStyle/>
                    <a:p>
                      <a:pPr indent="0" algn="ctr" fontAlgn="auto">
                        <a:lnSpc>
                          <a:spcPct val="100000"/>
                        </a:lnSpc>
                      </a:pPr>
                      <a:r>
                        <a:rPr lang="en-US" sz="1400" dirty="0">
                          <a:effectLst/>
                        </a:rPr>
                        <a:t>1605</a:t>
                      </a:r>
                      <a:endParaRPr lang="zh-CN" sz="1800" dirty="0">
                        <a:effectLst/>
                        <a:latin typeface="Montserrat" panose="00000500000000000000" pitchFamily="2" charset="0"/>
                        <a:ea typeface="宋体" panose="02010600030101010101" pitchFamily="2" charset="-122"/>
                      </a:endParaRPr>
                    </a:p>
                  </a:txBody>
                  <a:tcPr marL="67749" marR="67749" marT="0" marB="0" anchor="ctr"/>
                </a:tc>
                <a:tc>
                  <a:txBody>
                    <a:bodyPr/>
                    <a:lstStyle/>
                    <a:p>
                      <a:pPr indent="0" algn="ctr" fontAlgn="auto">
                        <a:lnSpc>
                          <a:spcPct val="100000"/>
                        </a:lnSpc>
                      </a:pPr>
                      <a:r>
                        <a:rPr lang="en-US" sz="1400" dirty="0">
                          <a:effectLst/>
                        </a:rPr>
                        <a:t>9.6 </a:t>
                      </a:r>
                      <a:endParaRPr lang="zh-CN" sz="1800" dirty="0">
                        <a:effectLst/>
                        <a:latin typeface="Montserrat" panose="00000500000000000000" pitchFamily="2" charset="0"/>
                        <a:ea typeface="宋体" panose="02010600030101010101" pitchFamily="2" charset="-122"/>
                      </a:endParaRPr>
                    </a:p>
                  </a:txBody>
                  <a:tcPr marL="67749" marR="67749" marT="0" marB="0" anchor="ctr"/>
                </a:tc>
                <a:tc>
                  <a:txBody>
                    <a:bodyPr/>
                    <a:lstStyle/>
                    <a:p>
                      <a:pPr indent="0" algn="ctr" fontAlgn="auto">
                        <a:lnSpc>
                          <a:spcPct val="100000"/>
                        </a:lnSpc>
                      </a:pPr>
                      <a:r>
                        <a:rPr lang="en-US" sz="1400" dirty="0">
                          <a:effectLst/>
                        </a:rPr>
                        <a:t>40 </a:t>
                      </a:r>
                      <a:endParaRPr lang="zh-CN" sz="1800" dirty="0">
                        <a:effectLst/>
                        <a:latin typeface="Montserrat" panose="00000500000000000000" pitchFamily="2" charset="0"/>
                        <a:ea typeface="宋体" panose="02010600030101010101" pitchFamily="2" charset="-122"/>
                      </a:endParaRPr>
                    </a:p>
                  </a:txBody>
                  <a:tcPr marL="67749" marR="67749" marT="0" marB="0" anchor="ctr"/>
                </a:tc>
                <a:extLst>
                  <a:ext uri="{0D108BD9-81ED-4DB2-BD59-A6C34878D82A}">
                    <a16:rowId xmlns:a16="http://schemas.microsoft.com/office/drawing/2014/main" val="10008"/>
                  </a:ext>
                </a:extLst>
              </a:tr>
              <a:tr h="405965">
                <a:tc>
                  <a:txBody>
                    <a:bodyPr/>
                    <a:lstStyle/>
                    <a:p>
                      <a:pPr indent="0" algn="ctr" fontAlgn="auto">
                        <a:lnSpc>
                          <a:spcPct val="100000"/>
                        </a:lnSpc>
                      </a:pPr>
                      <a:r>
                        <a:rPr lang="en-US" sz="1400" dirty="0">
                          <a:effectLst/>
                        </a:rPr>
                        <a:t>9</a:t>
                      </a:r>
                      <a:endParaRPr lang="zh-CN" sz="1800" dirty="0">
                        <a:effectLst/>
                        <a:latin typeface="Montserrat" panose="00000500000000000000" pitchFamily="2" charset="0"/>
                        <a:ea typeface="宋体" panose="02010600030101010101" pitchFamily="2" charset="-122"/>
                      </a:endParaRPr>
                    </a:p>
                  </a:txBody>
                  <a:tcPr marL="67749" marR="67749" marT="0" marB="0" anchor="ctr"/>
                </a:tc>
                <a:tc>
                  <a:txBody>
                    <a:bodyPr/>
                    <a:lstStyle/>
                    <a:p>
                      <a:pPr indent="0" algn="ctr" fontAlgn="auto">
                        <a:lnSpc>
                          <a:spcPct val="100000"/>
                        </a:lnSpc>
                      </a:pPr>
                      <a:r>
                        <a:rPr lang="zh-CN" sz="1400" dirty="0">
                          <a:effectLst/>
                        </a:rPr>
                        <a:t>武汉</a:t>
                      </a:r>
                      <a:endParaRPr lang="zh-CN" sz="1800" dirty="0">
                        <a:effectLst/>
                        <a:latin typeface="Montserrat" panose="00000500000000000000" pitchFamily="2" charset="0"/>
                        <a:ea typeface="宋体" panose="02010600030101010101" pitchFamily="2" charset="-122"/>
                      </a:endParaRPr>
                    </a:p>
                  </a:txBody>
                  <a:tcPr marL="67749" marR="67749" marT="0" marB="0" anchor="ctr"/>
                </a:tc>
                <a:tc>
                  <a:txBody>
                    <a:bodyPr/>
                    <a:lstStyle/>
                    <a:p>
                      <a:pPr indent="0" algn="ctr" fontAlgn="auto">
                        <a:lnSpc>
                          <a:spcPct val="100000"/>
                        </a:lnSpc>
                      </a:pPr>
                      <a:r>
                        <a:rPr lang="zh-CN" sz="1400" dirty="0">
                          <a:effectLst/>
                        </a:rPr>
                        <a:t>湖北</a:t>
                      </a:r>
                      <a:r>
                        <a:rPr lang="en-US" sz="1400" dirty="0">
                          <a:effectLst/>
                        </a:rPr>
                        <a:t>1</a:t>
                      </a:r>
                      <a:endParaRPr lang="zh-CN" sz="1800" dirty="0">
                        <a:effectLst/>
                        <a:latin typeface="Montserrat" panose="00000500000000000000" pitchFamily="2" charset="0"/>
                        <a:ea typeface="宋体" panose="02010600030101010101" pitchFamily="2" charset="-122"/>
                      </a:endParaRPr>
                    </a:p>
                  </a:txBody>
                  <a:tcPr marL="67749" marR="67749" marT="0" marB="0" anchor="ctr"/>
                </a:tc>
                <a:tc>
                  <a:txBody>
                    <a:bodyPr/>
                    <a:lstStyle/>
                    <a:p>
                      <a:pPr indent="0" algn="ctr" fontAlgn="auto">
                        <a:lnSpc>
                          <a:spcPct val="100000"/>
                        </a:lnSpc>
                      </a:pPr>
                      <a:r>
                        <a:rPr lang="en-US" sz="1400" dirty="0">
                          <a:effectLst/>
                        </a:rPr>
                        <a:t>14847</a:t>
                      </a:r>
                      <a:endParaRPr lang="zh-CN" sz="1800" dirty="0">
                        <a:effectLst/>
                        <a:latin typeface="Montserrat" panose="00000500000000000000" pitchFamily="2" charset="0"/>
                        <a:ea typeface="宋体" panose="02010600030101010101" pitchFamily="2" charset="-122"/>
                      </a:endParaRPr>
                    </a:p>
                  </a:txBody>
                  <a:tcPr marL="67749" marR="67749" marT="0" marB="0" anchor="ctr"/>
                </a:tc>
                <a:tc>
                  <a:txBody>
                    <a:bodyPr/>
                    <a:lstStyle/>
                    <a:p>
                      <a:pPr indent="0" algn="ctr" fontAlgn="auto">
                        <a:lnSpc>
                          <a:spcPct val="100000"/>
                        </a:lnSpc>
                      </a:pPr>
                      <a:r>
                        <a:rPr lang="en-US" sz="1400" dirty="0">
                          <a:effectLst/>
                        </a:rPr>
                        <a:t>8%</a:t>
                      </a:r>
                      <a:endParaRPr lang="zh-CN" sz="1800" dirty="0">
                        <a:effectLst/>
                        <a:latin typeface="Montserrat" panose="00000500000000000000" pitchFamily="2" charset="0"/>
                        <a:ea typeface="宋体" panose="02010600030101010101" pitchFamily="2" charset="-122"/>
                      </a:endParaRPr>
                    </a:p>
                  </a:txBody>
                  <a:tcPr marL="67749" marR="67749" marT="0" marB="0" anchor="ctr"/>
                </a:tc>
                <a:tc>
                  <a:txBody>
                    <a:bodyPr/>
                    <a:lstStyle/>
                    <a:p>
                      <a:pPr indent="0" algn="ctr" fontAlgn="auto">
                        <a:lnSpc>
                          <a:spcPct val="100000"/>
                        </a:lnSpc>
                      </a:pPr>
                      <a:r>
                        <a:rPr lang="en-US" sz="1400" dirty="0">
                          <a:effectLst/>
                        </a:rPr>
                        <a:t>1112</a:t>
                      </a:r>
                      <a:endParaRPr lang="zh-CN" sz="1800" dirty="0">
                        <a:effectLst/>
                        <a:latin typeface="Montserrat" panose="00000500000000000000" pitchFamily="2" charset="0"/>
                        <a:ea typeface="宋体" panose="02010600030101010101" pitchFamily="2" charset="-122"/>
                      </a:endParaRPr>
                    </a:p>
                  </a:txBody>
                  <a:tcPr marL="67749" marR="67749" marT="0" marB="0" anchor="ctr"/>
                </a:tc>
                <a:tc>
                  <a:txBody>
                    <a:bodyPr/>
                    <a:lstStyle/>
                    <a:p>
                      <a:pPr indent="0" algn="ctr" fontAlgn="auto">
                        <a:lnSpc>
                          <a:spcPct val="100000"/>
                        </a:lnSpc>
                      </a:pPr>
                      <a:r>
                        <a:rPr lang="en-US" sz="1400" dirty="0">
                          <a:effectLst/>
                        </a:rPr>
                        <a:t>13.4 </a:t>
                      </a:r>
                      <a:endParaRPr lang="zh-CN" sz="1800" dirty="0">
                        <a:effectLst/>
                        <a:latin typeface="Montserrat" panose="00000500000000000000" pitchFamily="2" charset="0"/>
                        <a:ea typeface="宋体" panose="02010600030101010101" pitchFamily="2" charset="-122"/>
                      </a:endParaRPr>
                    </a:p>
                  </a:txBody>
                  <a:tcPr marL="67749" marR="67749" marT="0" marB="0" anchor="ctr"/>
                </a:tc>
                <a:tc>
                  <a:txBody>
                    <a:bodyPr/>
                    <a:lstStyle/>
                    <a:p>
                      <a:pPr indent="0" algn="ctr" fontAlgn="auto">
                        <a:lnSpc>
                          <a:spcPct val="100000"/>
                        </a:lnSpc>
                      </a:pPr>
                      <a:r>
                        <a:rPr lang="en-US" sz="1400" dirty="0">
                          <a:effectLst/>
                        </a:rPr>
                        <a:t>17 </a:t>
                      </a:r>
                      <a:endParaRPr lang="zh-CN" sz="1800" dirty="0">
                        <a:effectLst/>
                        <a:latin typeface="Montserrat" panose="00000500000000000000" pitchFamily="2" charset="0"/>
                        <a:ea typeface="宋体" panose="02010600030101010101" pitchFamily="2" charset="-122"/>
                      </a:endParaRPr>
                    </a:p>
                  </a:txBody>
                  <a:tcPr marL="67749" marR="67749" marT="0" marB="0" anchor="ctr"/>
                </a:tc>
                <a:extLst>
                  <a:ext uri="{0D108BD9-81ED-4DB2-BD59-A6C34878D82A}">
                    <a16:rowId xmlns:a16="http://schemas.microsoft.com/office/drawing/2014/main" val="10009"/>
                  </a:ext>
                </a:extLst>
              </a:tr>
              <a:tr h="405965">
                <a:tc>
                  <a:txBody>
                    <a:bodyPr/>
                    <a:lstStyle/>
                    <a:p>
                      <a:pPr indent="0" algn="ctr" fontAlgn="auto">
                        <a:lnSpc>
                          <a:spcPct val="100000"/>
                        </a:lnSpc>
                      </a:pPr>
                      <a:r>
                        <a:rPr lang="en-US" sz="1400" dirty="0">
                          <a:effectLst/>
                        </a:rPr>
                        <a:t>10</a:t>
                      </a:r>
                      <a:endParaRPr lang="zh-CN" sz="1800" dirty="0">
                        <a:effectLst/>
                        <a:latin typeface="Montserrat" panose="00000500000000000000" pitchFamily="2" charset="0"/>
                        <a:ea typeface="宋体" panose="02010600030101010101" pitchFamily="2" charset="-122"/>
                      </a:endParaRPr>
                    </a:p>
                  </a:txBody>
                  <a:tcPr marL="67749" marR="67749" marT="0" marB="0" anchor="ctr"/>
                </a:tc>
                <a:tc>
                  <a:txBody>
                    <a:bodyPr/>
                    <a:lstStyle/>
                    <a:p>
                      <a:pPr indent="0" algn="ctr" fontAlgn="auto">
                        <a:lnSpc>
                          <a:spcPct val="100000"/>
                        </a:lnSpc>
                      </a:pPr>
                      <a:r>
                        <a:rPr lang="zh-CN" sz="1400" dirty="0">
                          <a:effectLst/>
                        </a:rPr>
                        <a:t>杭州</a:t>
                      </a:r>
                      <a:endParaRPr lang="zh-CN" sz="1800" dirty="0">
                        <a:effectLst/>
                        <a:latin typeface="Montserrat" panose="00000500000000000000" pitchFamily="2" charset="0"/>
                        <a:ea typeface="宋体" panose="02010600030101010101" pitchFamily="2" charset="-122"/>
                      </a:endParaRPr>
                    </a:p>
                  </a:txBody>
                  <a:tcPr marL="67749" marR="67749" marT="0" marB="0" anchor="ctr"/>
                </a:tc>
                <a:tc>
                  <a:txBody>
                    <a:bodyPr/>
                    <a:lstStyle/>
                    <a:p>
                      <a:pPr indent="0" algn="ctr" fontAlgn="auto">
                        <a:lnSpc>
                          <a:spcPct val="100000"/>
                        </a:lnSpc>
                      </a:pPr>
                      <a:r>
                        <a:rPr lang="zh-CN" sz="1400" dirty="0">
                          <a:effectLst/>
                        </a:rPr>
                        <a:t>浙江</a:t>
                      </a:r>
                      <a:r>
                        <a:rPr lang="en-US" sz="1400" dirty="0">
                          <a:effectLst/>
                        </a:rPr>
                        <a:t>1</a:t>
                      </a:r>
                      <a:endParaRPr lang="zh-CN" sz="1800" dirty="0">
                        <a:effectLst/>
                        <a:latin typeface="Montserrat" panose="00000500000000000000" pitchFamily="2" charset="0"/>
                        <a:ea typeface="宋体" panose="02010600030101010101" pitchFamily="2" charset="-122"/>
                      </a:endParaRPr>
                    </a:p>
                  </a:txBody>
                  <a:tcPr marL="67749" marR="67749" marT="0" marB="0" anchor="ctr"/>
                </a:tc>
                <a:tc>
                  <a:txBody>
                    <a:bodyPr/>
                    <a:lstStyle/>
                    <a:p>
                      <a:pPr indent="0" algn="ctr" fontAlgn="auto">
                        <a:lnSpc>
                          <a:spcPct val="100000"/>
                        </a:lnSpc>
                      </a:pPr>
                      <a:r>
                        <a:rPr lang="en-US" sz="1400" dirty="0">
                          <a:effectLst/>
                        </a:rPr>
                        <a:t>13500</a:t>
                      </a:r>
                      <a:endParaRPr lang="zh-CN" sz="1800" dirty="0">
                        <a:effectLst/>
                        <a:latin typeface="Montserrat" panose="00000500000000000000" pitchFamily="2" charset="0"/>
                        <a:ea typeface="宋体" panose="02010600030101010101" pitchFamily="2" charset="-122"/>
                      </a:endParaRPr>
                    </a:p>
                  </a:txBody>
                  <a:tcPr marL="67749" marR="67749" marT="0" marB="0" anchor="ctr"/>
                </a:tc>
                <a:tc>
                  <a:txBody>
                    <a:bodyPr/>
                    <a:lstStyle/>
                    <a:p>
                      <a:pPr indent="0" algn="ctr" fontAlgn="auto">
                        <a:lnSpc>
                          <a:spcPct val="100000"/>
                        </a:lnSpc>
                      </a:pPr>
                      <a:r>
                        <a:rPr lang="en-US" sz="1400" dirty="0">
                          <a:effectLst/>
                        </a:rPr>
                        <a:t>7%</a:t>
                      </a:r>
                      <a:endParaRPr lang="zh-CN" sz="1800" dirty="0">
                        <a:effectLst/>
                        <a:latin typeface="Montserrat" panose="00000500000000000000" pitchFamily="2" charset="0"/>
                        <a:ea typeface="宋体" panose="02010600030101010101" pitchFamily="2" charset="-122"/>
                      </a:endParaRPr>
                    </a:p>
                  </a:txBody>
                  <a:tcPr marL="67749" marR="67749" marT="0" marB="0" anchor="ctr"/>
                </a:tc>
                <a:tc>
                  <a:txBody>
                    <a:bodyPr/>
                    <a:lstStyle/>
                    <a:p>
                      <a:pPr indent="0" algn="ctr" fontAlgn="auto">
                        <a:lnSpc>
                          <a:spcPct val="100000"/>
                        </a:lnSpc>
                      </a:pPr>
                      <a:r>
                        <a:rPr lang="en-US" sz="1400" dirty="0">
                          <a:effectLst/>
                        </a:rPr>
                        <a:t>949</a:t>
                      </a:r>
                      <a:endParaRPr lang="zh-CN" sz="1800" dirty="0">
                        <a:effectLst/>
                        <a:latin typeface="Montserrat" panose="00000500000000000000" pitchFamily="2" charset="0"/>
                        <a:ea typeface="宋体" panose="02010600030101010101" pitchFamily="2" charset="-122"/>
                      </a:endParaRPr>
                    </a:p>
                  </a:txBody>
                  <a:tcPr marL="67749" marR="67749" marT="0" marB="0" anchor="ctr"/>
                </a:tc>
                <a:tc>
                  <a:txBody>
                    <a:bodyPr/>
                    <a:lstStyle/>
                    <a:p>
                      <a:pPr indent="0" algn="ctr" fontAlgn="auto">
                        <a:lnSpc>
                          <a:spcPct val="100000"/>
                        </a:lnSpc>
                      </a:pPr>
                      <a:r>
                        <a:rPr lang="en-US" sz="1400" dirty="0">
                          <a:effectLst/>
                        </a:rPr>
                        <a:t>11.2 </a:t>
                      </a:r>
                      <a:endParaRPr lang="zh-CN" sz="1800" dirty="0">
                        <a:effectLst/>
                        <a:latin typeface="Montserrat" panose="00000500000000000000" pitchFamily="2" charset="0"/>
                        <a:ea typeface="宋体" panose="02010600030101010101" pitchFamily="2" charset="-122"/>
                      </a:endParaRPr>
                    </a:p>
                  </a:txBody>
                  <a:tcPr marL="67749" marR="67749" marT="0" marB="0" anchor="ctr"/>
                </a:tc>
                <a:tc>
                  <a:txBody>
                    <a:bodyPr/>
                    <a:lstStyle/>
                    <a:p>
                      <a:pPr indent="0" algn="ctr" fontAlgn="auto">
                        <a:lnSpc>
                          <a:spcPct val="100000"/>
                        </a:lnSpc>
                      </a:pPr>
                      <a:r>
                        <a:rPr lang="en-US" sz="1400" dirty="0">
                          <a:effectLst/>
                        </a:rPr>
                        <a:t>10 </a:t>
                      </a:r>
                      <a:endParaRPr lang="zh-CN" sz="1800" dirty="0">
                        <a:effectLst/>
                        <a:latin typeface="Montserrat" panose="00000500000000000000" pitchFamily="2" charset="0"/>
                        <a:ea typeface="宋体" panose="02010600030101010101" pitchFamily="2" charset="-122"/>
                      </a:endParaRPr>
                    </a:p>
                  </a:txBody>
                  <a:tcPr marL="67749" marR="67749" marT="0" marB="0" anchor="ctr"/>
                </a:tc>
                <a:extLst>
                  <a:ext uri="{0D108BD9-81ED-4DB2-BD59-A6C34878D82A}">
                    <a16:rowId xmlns:a16="http://schemas.microsoft.com/office/drawing/2014/main" val="10010"/>
                  </a:ext>
                </a:extLst>
              </a:tr>
            </a:tbl>
          </a:graphicData>
        </a:graphic>
      </p:graphicFrame>
      <p:sp>
        <p:nvSpPr>
          <p:cNvPr id="5" name="文本框 4">
            <a:extLst>
              <a:ext uri="{FF2B5EF4-FFF2-40B4-BE49-F238E27FC236}">
                <a16:creationId xmlns:a16="http://schemas.microsoft.com/office/drawing/2014/main" id="{6C2323A1-6E49-274C-46C7-509C07F31B9A}"/>
              </a:ext>
            </a:extLst>
          </p:cNvPr>
          <p:cNvSpPr txBox="1"/>
          <p:nvPr/>
        </p:nvSpPr>
        <p:spPr>
          <a:xfrm>
            <a:off x="5751195" y="626745"/>
            <a:ext cx="5436235" cy="521970"/>
          </a:xfrm>
          <a:prstGeom prst="rect">
            <a:avLst/>
          </a:prstGeom>
          <a:noFill/>
        </p:spPr>
        <p:txBody>
          <a:bodyPr wrap="square">
            <a:spAutoFit/>
          </a:bodyPr>
          <a:lstStyle/>
          <a:p>
            <a:r>
              <a:rPr lang="en-US" sz="2800" b="1" spc="225" dirty="0">
                <a:solidFill>
                  <a:srgbClr val="006370"/>
                </a:solidFill>
                <a:latin typeface="微软雅黑" panose="020B0503020204020204" pitchFamily="34" charset="-122"/>
                <a:ea typeface="微软雅黑" panose="020B0503020204020204" pitchFamily="34" charset="-122"/>
              </a:rPr>
              <a:t>1</a:t>
            </a:r>
            <a:r>
              <a:rPr sz="2800" b="1" spc="225" dirty="0">
                <a:solidFill>
                  <a:srgbClr val="006370"/>
                </a:solidFill>
                <a:latin typeface="微软雅黑" panose="020B0503020204020204" pitchFamily="34" charset="-122"/>
                <a:ea typeface="微软雅黑" panose="020B0503020204020204" pitchFamily="34" charset="-122"/>
              </a:rPr>
              <a:t>.</a:t>
            </a:r>
            <a:r>
              <a:rPr lang="en-US" sz="2800" b="1" spc="225" dirty="0">
                <a:solidFill>
                  <a:srgbClr val="006370"/>
                </a:solidFill>
                <a:latin typeface="微软雅黑" panose="020B0503020204020204" pitchFamily="34" charset="-122"/>
                <a:ea typeface="微软雅黑" panose="020B0503020204020204" pitchFamily="34" charset="-122"/>
              </a:rPr>
              <a:t>3</a:t>
            </a:r>
            <a:r>
              <a:rPr sz="2800" b="1" spc="225" dirty="0">
                <a:solidFill>
                  <a:srgbClr val="006370"/>
                </a:solidFill>
                <a:latin typeface="微软雅黑" panose="020B0503020204020204" pitchFamily="34" charset="-122"/>
                <a:ea typeface="微软雅黑" panose="020B0503020204020204" pitchFamily="34" charset="-122"/>
              </a:rPr>
              <a:t>.</a:t>
            </a:r>
            <a:r>
              <a:rPr lang="en-US" sz="2800" b="1" spc="225" dirty="0">
                <a:solidFill>
                  <a:srgbClr val="006370"/>
                </a:solidFill>
                <a:latin typeface="微软雅黑" panose="020B0503020204020204" pitchFamily="34" charset="-122"/>
                <a:ea typeface="微软雅黑" panose="020B0503020204020204" pitchFamily="34" charset="-122"/>
              </a:rPr>
              <a:t>2</a:t>
            </a:r>
            <a:r>
              <a:rPr lang="en-US" sz="2800" b="1" spc="225" dirty="0">
                <a:solidFill>
                  <a:srgbClr val="006370"/>
                </a:solidFill>
                <a:latin typeface="微软雅黑" panose="020B0503020204020204" pitchFamily="34" charset="-122"/>
                <a:ea typeface="微软雅黑" panose="020B0503020204020204" pitchFamily="34" charset="-122"/>
                <a:sym typeface="+mn-ea"/>
              </a:rPr>
              <a:t>表格数据的排序与计算</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1.3</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表格编辑处理</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1035767" y="1474209"/>
            <a:ext cx="5540131" cy="5169535"/>
          </a:xfrm>
          <a:prstGeom prst="rect">
            <a:avLst/>
          </a:prstGeom>
          <a:noFill/>
        </p:spPr>
        <p:txBody>
          <a:bodyPr wrap="square" rtlCol="0" anchor="t">
            <a:spAutoFit/>
          </a:bodyPr>
          <a:lstStyle/>
          <a:p>
            <a:pPr marL="285750" fontAlgn="auto">
              <a:lnSpc>
                <a:spcPct val="150000"/>
              </a:lnSpc>
              <a:spcBef>
                <a:spcPts val="1200"/>
              </a:spcBef>
            </a:pPr>
            <a:r>
              <a:rPr lang="zh-CN" sz="2000" b="1" dirty="0"/>
              <a:t>2.数据计算</a:t>
            </a:r>
          </a:p>
          <a:p>
            <a:pPr marL="285750" fontAlgn="auto">
              <a:lnSpc>
                <a:spcPct val="150000"/>
              </a:lnSpc>
              <a:spcBef>
                <a:spcPts val="1200"/>
              </a:spcBef>
            </a:pPr>
            <a:r>
              <a:rPr lang="zh-CN" dirty="0"/>
              <a:t>Word可以对文档中的表格数据进行常用的计算，例如求和，求平均值，求最大值等。步骤如下：</a:t>
            </a:r>
          </a:p>
          <a:p>
            <a:pPr marL="285750" fontAlgn="auto">
              <a:lnSpc>
                <a:spcPct val="150000"/>
              </a:lnSpc>
              <a:spcBef>
                <a:spcPts val="1200"/>
              </a:spcBef>
            </a:pPr>
            <a:r>
              <a:rPr lang="zh-CN" dirty="0"/>
              <a:t>（1）将光标定位在需要放置计算结果的单元格</a:t>
            </a:r>
          </a:p>
          <a:p>
            <a:pPr marL="285750" fontAlgn="auto">
              <a:lnSpc>
                <a:spcPct val="150000"/>
              </a:lnSpc>
              <a:spcBef>
                <a:spcPts val="1200"/>
              </a:spcBef>
            </a:pPr>
            <a:r>
              <a:rPr lang="zh-CN" dirty="0"/>
              <a:t>（2）单击“表格工具”选项卡功能区中的“fx公式”按钮，在弹出的“公式”对话框中，默认的是求和公式“=SUM(ABOVE)”，如果不是计算数据的求和，那么可以将其从“公式”输入框中删除，在“粘贴函数”下拉列表中选择所需要的公式，然后在公式的括号中输入单元格的引用，单击“确定”按钮，即可对所引用的单元格数据进行计算</a:t>
            </a:r>
          </a:p>
        </p:txBody>
      </p:sp>
      <p:pic>
        <p:nvPicPr>
          <p:cNvPr id="2" name="图片 204" descr="D:\书稿《大学计算机应用基础教程》\3.插图\第4章 WPS文档编辑插图\4-38.jpg4-38"/>
          <p:cNvPicPr>
            <a:picLocks noChangeAspect="1"/>
          </p:cNvPicPr>
          <p:nvPr/>
        </p:nvPicPr>
        <p:blipFill>
          <a:blip r:embed="rId3"/>
          <a:srcRect/>
          <a:stretch>
            <a:fillRect/>
          </a:stretch>
        </p:blipFill>
        <p:spPr>
          <a:xfrm>
            <a:off x="7030720" y="2215515"/>
            <a:ext cx="3449955" cy="3646170"/>
          </a:xfrm>
          <a:prstGeom prst="rect">
            <a:avLst/>
          </a:prstGeom>
        </p:spPr>
      </p:pic>
      <p:sp>
        <p:nvSpPr>
          <p:cNvPr id="5" name="文本框 4">
            <a:extLst>
              <a:ext uri="{FF2B5EF4-FFF2-40B4-BE49-F238E27FC236}">
                <a16:creationId xmlns:a16="http://schemas.microsoft.com/office/drawing/2014/main" id="{4423A6DE-5F31-C938-327C-6D9F1049B95F}"/>
              </a:ext>
            </a:extLst>
          </p:cNvPr>
          <p:cNvSpPr txBox="1"/>
          <p:nvPr/>
        </p:nvSpPr>
        <p:spPr>
          <a:xfrm>
            <a:off x="5751195" y="626745"/>
            <a:ext cx="5436235" cy="521970"/>
          </a:xfrm>
          <a:prstGeom prst="rect">
            <a:avLst/>
          </a:prstGeom>
          <a:noFill/>
        </p:spPr>
        <p:txBody>
          <a:bodyPr wrap="square">
            <a:spAutoFit/>
          </a:bodyPr>
          <a:lstStyle/>
          <a:p>
            <a:r>
              <a:rPr lang="en-US" sz="2800" b="1" spc="225" dirty="0">
                <a:solidFill>
                  <a:srgbClr val="006370"/>
                </a:solidFill>
                <a:latin typeface="微软雅黑" panose="020B0503020204020204" pitchFamily="34" charset="-122"/>
                <a:ea typeface="微软雅黑" panose="020B0503020204020204" pitchFamily="34" charset="-122"/>
              </a:rPr>
              <a:t>1</a:t>
            </a:r>
            <a:r>
              <a:rPr sz="2800" b="1" spc="225" dirty="0">
                <a:solidFill>
                  <a:srgbClr val="006370"/>
                </a:solidFill>
                <a:latin typeface="微软雅黑" panose="020B0503020204020204" pitchFamily="34" charset="-122"/>
                <a:ea typeface="微软雅黑" panose="020B0503020204020204" pitchFamily="34" charset="-122"/>
              </a:rPr>
              <a:t>.</a:t>
            </a:r>
            <a:r>
              <a:rPr lang="en-US" sz="2800" b="1" spc="225" dirty="0">
                <a:solidFill>
                  <a:srgbClr val="006370"/>
                </a:solidFill>
                <a:latin typeface="微软雅黑" panose="020B0503020204020204" pitchFamily="34" charset="-122"/>
                <a:ea typeface="微软雅黑" panose="020B0503020204020204" pitchFamily="34" charset="-122"/>
              </a:rPr>
              <a:t>3</a:t>
            </a:r>
            <a:r>
              <a:rPr sz="2800" b="1" spc="225" dirty="0">
                <a:solidFill>
                  <a:srgbClr val="006370"/>
                </a:solidFill>
                <a:latin typeface="微软雅黑" panose="020B0503020204020204" pitchFamily="34" charset="-122"/>
                <a:ea typeface="微软雅黑" panose="020B0503020204020204" pitchFamily="34" charset="-122"/>
              </a:rPr>
              <a:t>.</a:t>
            </a:r>
            <a:r>
              <a:rPr lang="en-US" sz="2800" b="1" spc="225" dirty="0">
                <a:solidFill>
                  <a:srgbClr val="006370"/>
                </a:solidFill>
                <a:latin typeface="微软雅黑" panose="020B0503020204020204" pitchFamily="34" charset="-122"/>
                <a:ea typeface="微软雅黑" panose="020B0503020204020204" pitchFamily="34" charset="-122"/>
              </a:rPr>
              <a:t>2</a:t>
            </a:r>
            <a:r>
              <a:rPr lang="en-US" sz="2800" b="1" spc="225" dirty="0">
                <a:solidFill>
                  <a:srgbClr val="006370"/>
                </a:solidFill>
                <a:latin typeface="微软雅黑" panose="020B0503020204020204" pitchFamily="34" charset="-122"/>
                <a:ea typeface="微软雅黑" panose="020B0503020204020204" pitchFamily="34" charset="-122"/>
                <a:sym typeface="+mn-ea"/>
              </a:rPr>
              <a:t>表格数据的排序与计算</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KSO_Shape"/>
          <p:cNvSpPr>
            <a:spLocks noChangeAspect="1"/>
          </p:cNvSpPr>
          <p:nvPr/>
        </p:nvSpPr>
        <p:spPr bwMode="auto">
          <a:xfrm>
            <a:off x="4093328" y="3862345"/>
            <a:ext cx="252421" cy="252000"/>
          </a:xfrm>
          <a:custGeom>
            <a:avLst/>
            <a:gdLst>
              <a:gd name="T0" fmla="*/ 346433 w 5026"/>
              <a:gd name="T1" fmla="*/ 0 h 5027"/>
              <a:gd name="T2" fmla="*/ 293748 w 5026"/>
              <a:gd name="T3" fmla="*/ 4164 h 5027"/>
              <a:gd name="T4" fmla="*/ 243337 w 5026"/>
              <a:gd name="T5" fmla="*/ 15897 h 5027"/>
              <a:gd name="T6" fmla="*/ 196337 w 5026"/>
              <a:gd name="T7" fmla="*/ 34065 h 5027"/>
              <a:gd name="T8" fmla="*/ 153128 w 5026"/>
              <a:gd name="T9" fmla="*/ 59046 h 5027"/>
              <a:gd name="T10" fmla="*/ 113709 w 5026"/>
              <a:gd name="T11" fmla="*/ 90083 h 5027"/>
              <a:gd name="T12" fmla="*/ 79217 w 5026"/>
              <a:gd name="T13" fmla="*/ 126041 h 5027"/>
              <a:gd name="T14" fmla="*/ 50411 w 5026"/>
              <a:gd name="T15" fmla="*/ 166541 h 5027"/>
              <a:gd name="T16" fmla="*/ 27290 w 5026"/>
              <a:gd name="T17" fmla="*/ 211204 h 5027"/>
              <a:gd name="T18" fmla="*/ 10992 w 5026"/>
              <a:gd name="T19" fmla="*/ 259652 h 5027"/>
              <a:gd name="T20" fmla="*/ 1895 w 5026"/>
              <a:gd name="T21" fmla="*/ 310750 h 5027"/>
              <a:gd name="T22" fmla="*/ 0 w 5026"/>
              <a:gd name="T23" fmla="*/ 1556777 h 5027"/>
              <a:gd name="T24" fmla="*/ 1895 w 5026"/>
              <a:gd name="T25" fmla="*/ 1591978 h 5027"/>
              <a:gd name="T26" fmla="*/ 10992 w 5026"/>
              <a:gd name="T27" fmla="*/ 1643076 h 5027"/>
              <a:gd name="T28" fmla="*/ 27290 w 5026"/>
              <a:gd name="T29" fmla="*/ 1691524 h 5027"/>
              <a:gd name="T30" fmla="*/ 50411 w 5026"/>
              <a:gd name="T31" fmla="*/ 1736566 h 5027"/>
              <a:gd name="T32" fmla="*/ 79217 w 5026"/>
              <a:gd name="T33" fmla="*/ 1777065 h 5027"/>
              <a:gd name="T34" fmla="*/ 113709 w 5026"/>
              <a:gd name="T35" fmla="*/ 1812645 h 5027"/>
              <a:gd name="T36" fmla="*/ 153128 w 5026"/>
              <a:gd name="T37" fmla="*/ 1843682 h 5027"/>
              <a:gd name="T38" fmla="*/ 196337 w 5026"/>
              <a:gd name="T39" fmla="*/ 1868663 h 5027"/>
              <a:gd name="T40" fmla="*/ 243337 w 5026"/>
              <a:gd name="T41" fmla="*/ 1887209 h 5027"/>
              <a:gd name="T42" fmla="*/ 293748 w 5026"/>
              <a:gd name="T43" fmla="*/ 1898564 h 5027"/>
              <a:gd name="T44" fmla="*/ 346433 w 5026"/>
              <a:gd name="T45" fmla="*/ 1902728 h 5027"/>
              <a:gd name="T46" fmla="*/ 1576761 w 5026"/>
              <a:gd name="T47" fmla="*/ 1901971 h 5027"/>
              <a:gd name="T48" fmla="*/ 1628688 w 5026"/>
              <a:gd name="T49" fmla="*/ 1895536 h 5027"/>
              <a:gd name="T50" fmla="*/ 1677962 w 5026"/>
              <a:gd name="T51" fmla="*/ 1881532 h 5027"/>
              <a:gd name="T52" fmla="*/ 1723824 w 5026"/>
              <a:gd name="T53" fmla="*/ 1861093 h 5027"/>
              <a:gd name="T54" fmla="*/ 1766275 w 5026"/>
              <a:gd name="T55" fmla="*/ 1834219 h 5027"/>
              <a:gd name="T56" fmla="*/ 1803799 w 5026"/>
              <a:gd name="T57" fmla="*/ 1801290 h 5027"/>
              <a:gd name="T58" fmla="*/ 1836396 w 5026"/>
              <a:gd name="T59" fmla="*/ 1763818 h 5027"/>
              <a:gd name="T60" fmla="*/ 1863686 w 5026"/>
              <a:gd name="T61" fmla="*/ 1721426 h 5027"/>
              <a:gd name="T62" fmla="*/ 1884153 w 5026"/>
              <a:gd name="T63" fmla="*/ 1675627 h 5027"/>
              <a:gd name="T64" fmla="*/ 1898177 w 5026"/>
              <a:gd name="T65" fmla="*/ 1626422 h 5027"/>
              <a:gd name="T66" fmla="*/ 1904621 w 5026"/>
              <a:gd name="T67" fmla="*/ 1574567 h 5027"/>
              <a:gd name="T68" fmla="*/ 1905000 w 5026"/>
              <a:gd name="T69" fmla="*/ 345951 h 5027"/>
              <a:gd name="T70" fmla="*/ 1901210 w 5026"/>
              <a:gd name="T71" fmla="*/ 293339 h 5027"/>
              <a:gd name="T72" fmla="*/ 1889839 w 5026"/>
              <a:gd name="T73" fmla="*/ 242998 h 5027"/>
              <a:gd name="T74" fmla="*/ 1870887 w 5026"/>
              <a:gd name="T75" fmla="*/ 196064 h 5027"/>
              <a:gd name="T76" fmla="*/ 1846250 w 5026"/>
              <a:gd name="T77" fmla="*/ 152915 h 5027"/>
              <a:gd name="T78" fmla="*/ 1815170 w 5026"/>
              <a:gd name="T79" fmla="*/ 113551 h 5027"/>
              <a:gd name="T80" fmla="*/ 1779162 w 5026"/>
              <a:gd name="T81" fmla="*/ 79107 h 5027"/>
              <a:gd name="T82" fmla="*/ 1738606 w 5026"/>
              <a:gd name="T83" fmla="*/ 50341 h 5027"/>
              <a:gd name="T84" fmla="*/ 1693881 w 5026"/>
              <a:gd name="T85" fmla="*/ 27252 h 5027"/>
              <a:gd name="T86" fmla="*/ 1645744 w 5026"/>
              <a:gd name="T87" fmla="*/ 10977 h 5027"/>
              <a:gd name="T88" fmla="*/ 1594196 w 5026"/>
              <a:gd name="T89" fmla="*/ 1893 h 5027"/>
              <a:gd name="T90" fmla="*/ 1559326 w 5026"/>
              <a:gd name="T91" fmla="*/ 1124529 h 5027"/>
              <a:gd name="T92" fmla="*/ 779663 w 5026"/>
              <a:gd name="T93" fmla="*/ 1557156 h 5027"/>
              <a:gd name="T94" fmla="*/ 346433 w 5026"/>
              <a:gd name="T95" fmla="*/ 778578 h 5027"/>
              <a:gd name="T96" fmla="*/ 1126095 w 5026"/>
              <a:gd name="T97" fmla="*/ 345951 h 5027"/>
              <a:gd name="T98" fmla="*/ 1559326 w 5026"/>
              <a:gd name="T99" fmla="*/ 1124529 h 502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026" h="5027">
                <a:moveTo>
                  <a:pt x="4113" y="0"/>
                </a:moveTo>
                <a:lnTo>
                  <a:pt x="914" y="0"/>
                </a:lnTo>
                <a:lnTo>
                  <a:pt x="867" y="1"/>
                </a:lnTo>
                <a:lnTo>
                  <a:pt x="821" y="5"/>
                </a:lnTo>
                <a:lnTo>
                  <a:pt x="775" y="11"/>
                </a:lnTo>
                <a:lnTo>
                  <a:pt x="730" y="19"/>
                </a:lnTo>
                <a:lnTo>
                  <a:pt x="686" y="29"/>
                </a:lnTo>
                <a:lnTo>
                  <a:pt x="642" y="42"/>
                </a:lnTo>
                <a:lnTo>
                  <a:pt x="599" y="56"/>
                </a:lnTo>
                <a:lnTo>
                  <a:pt x="558" y="72"/>
                </a:lnTo>
                <a:lnTo>
                  <a:pt x="518" y="90"/>
                </a:lnTo>
                <a:lnTo>
                  <a:pt x="478" y="111"/>
                </a:lnTo>
                <a:lnTo>
                  <a:pt x="440" y="133"/>
                </a:lnTo>
                <a:lnTo>
                  <a:pt x="404" y="156"/>
                </a:lnTo>
                <a:lnTo>
                  <a:pt x="368" y="182"/>
                </a:lnTo>
                <a:lnTo>
                  <a:pt x="333" y="209"/>
                </a:lnTo>
                <a:lnTo>
                  <a:pt x="300" y="238"/>
                </a:lnTo>
                <a:lnTo>
                  <a:pt x="268" y="268"/>
                </a:lnTo>
                <a:lnTo>
                  <a:pt x="238" y="300"/>
                </a:lnTo>
                <a:lnTo>
                  <a:pt x="209" y="333"/>
                </a:lnTo>
                <a:lnTo>
                  <a:pt x="181" y="368"/>
                </a:lnTo>
                <a:lnTo>
                  <a:pt x="156" y="404"/>
                </a:lnTo>
                <a:lnTo>
                  <a:pt x="133" y="440"/>
                </a:lnTo>
                <a:lnTo>
                  <a:pt x="111" y="478"/>
                </a:lnTo>
                <a:lnTo>
                  <a:pt x="90" y="518"/>
                </a:lnTo>
                <a:lnTo>
                  <a:pt x="72" y="558"/>
                </a:lnTo>
                <a:lnTo>
                  <a:pt x="56" y="599"/>
                </a:lnTo>
                <a:lnTo>
                  <a:pt x="42" y="642"/>
                </a:lnTo>
                <a:lnTo>
                  <a:pt x="29" y="686"/>
                </a:lnTo>
                <a:lnTo>
                  <a:pt x="19" y="730"/>
                </a:lnTo>
                <a:lnTo>
                  <a:pt x="11" y="775"/>
                </a:lnTo>
                <a:lnTo>
                  <a:pt x="5" y="821"/>
                </a:lnTo>
                <a:lnTo>
                  <a:pt x="1" y="867"/>
                </a:lnTo>
                <a:lnTo>
                  <a:pt x="0" y="914"/>
                </a:lnTo>
                <a:lnTo>
                  <a:pt x="0" y="4113"/>
                </a:lnTo>
                <a:lnTo>
                  <a:pt x="1" y="4160"/>
                </a:lnTo>
                <a:lnTo>
                  <a:pt x="5" y="4206"/>
                </a:lnTo>
                <a:lnTo>
                  <a:pt x="11" y="4252"/>
                </a:lnTo>
                <a:lnTo>
                  <a:pt x="19" y="4297"/>
                </a:lnTo>
                <a:lnTo>
                  <a:pt x="29" y="4341"/>
                </a:lnTo>
                <a:lnTo>
                  <a:pt x="42" y="4385"/>
                </a:lnTo>
                <a:lnTo>
                  <a:pt x="56" y="4427"/>
                </a:lnTo>
                <a:lnTo>
                  <a:pt x="72" y="4469"/>
                </a:lnTo>
                <a:lnTo>
                  <a:pt x="90" y="4509"/>
                </a:lnTo>
                <a:lnTo>
                  <a:pt x="111" y="4548"/>
                </a:lnTo>
                <a:lnTo>
                  <a:pt x="133" y="4588"/>
                </a:lnTo>
                <a:lnTo>
                  <a:pt x="156" y="4624"/>
                </a:lnTo>
                <a:lnTo>
                  <a:pt x="181" y="4660"/>
                </a:lnTo>
                <a:lnTo>
                  <a:pt x="209" y="4695"/>
                </a:lnTo>
                <a:lnTo>
                  <a:pt x="238" y="4728"/>
                </a:lnTo>
                <a:lnTo>
                  <a:pt x="268" y="4759"/>
                </a:lnTo>
                <a:lnTo>
                  <a:pt x="300" y="4789"/>
                </a:lnTo>
                <a:lnTo>
                  <a:pt x="333" y="4818"/>
                </a:lnTo>
                <a:lnTo>
                  <a:pt x="368" y="4846"/>
                </a:lnTo>
                <a:lnTo>
                  <a:pt x="404" y="4871"/>
                </a:lnTo>
                <a:lnTo>
                  <a:pt x="440" y="4895"/>
                </a:lnTo>
                <a:lnTo>
                  <a:pt x="478" y="4917"/>
                </a:lnTo>
                <a:lnTo>
                  <a:pt x="518" y="4937"/>
                </a:lnTo>
                <a:lnTo>
                  <a:pt x="558" y="4955"/>
                </a:lnTo>
                <a:lnTo>
                  <a:pt x="599" y="4971"/>
                </a:lnTo>
                <a:lnTo>
                  <a:pt x="642" y="4986"/>
                </a:lnTo>
                <a:lnTo>
                  <a:pt x="686" y="4999"/>
                </a:lnTo>
                <a:lnTo>
                  <a:pt x="730" y="5008"/>
                </a:lnTo>
                <a:lnTo>
                  <a:pt x="775" y="5016"/>
                </a:lnTo>
                <a:lnTo>
                  <a:pt x="821" y="5022"/>
                </a:lnTo>
                <a:lnTo>
                  <a:pt x="867" y="5025"/>
                </a:lnTo>
                <a:lnTo>
                  <a:pt x="914" y="5027"/>
                </a:lnTo>
                <a:lnTo>
                  <a:pt x="4113" y="5027"/>
                </a:lnTo>
                <a:lnTo>
                  <a:pt x="4160" y="5025"/>
                </a:lnTo>
                <a:lnTo>
                  <a:pt x="4206" y="5022"/>
                </a:lnTo>
                <a:lnTo>
                  <a:pt x="4252" y="5016"/>
                </a:lnTo>
                <a:lnTo>
                  <a:pt x="4297" y="5008"/>
                </a:lnTo>
                <a:lnTo>
                  <a:pt x="4342" y="4999"/>
                </a:lnTo>
                <a:lnTo>
                  <a:pt x="4384" y="4986"/>
                </a:lnTo>
                <a:lnTo>
                  <a:pt x="4427" y="4971"/>
                </a:lnTo>
                <a:lnTo>
                  <a:pt x="4469" y="4955"/>
                </a:lnTo>
                <a:lnTo>
                  <a:pt x="4509" y="4937"/>
                </a:lnTo>
                <a:lnTo>
                  <a:pt x="4548" y="4917"/>
                </a:lnTo>
                <a:lnTo>
                  <a:pt x="4587" y="4895"/>
                </a:lnTo>
                <a:lnTo>
                  <a:pt x="4624" y="4871"/>
                </a:lnTo>
                <a:lnTo>
                  <a:pt x="4660" y="4846"/>
                </a:lnTo>
                <a:lnTo>
                  <a:pt x="4694" y="4818"/>
                </a:lnTo>
                <a:lnTo>
                  <a:pt x="4728" y="4789"/>
                </a:lnTo>
                <a:lnTo>
                  <a:pt x="4759" y="4759"/>
                </a:lnTo>
                <a:lnTo>
                  <a:pt x="4789" y="4728"/>
                </a:lnTo>
                <a:lnTo>
                  <a:pt x="4818" y="4695"/>
                </a:lnTo>
                <a:lnTo>
                  <a:pt x="4845" y="4660"/>
                </a:lnTo>
                <a:lnTo>
                  <a:pt x="4871" y="4624"/>
                </a:lnTo>
                <a:lnTo>
                  <a:pt x="4895" y="4588"/>
                </a:lnTo>
                <a:lnTo>
                  <a:pt x="4917" y="4548"/>
                </a:lnTo>
                <a:lnTo>
                  <a:pt x="4936" y="4509"/>
                </a:lnTo>
                <a:lnTo>
                  <a:pt x="4955" y="4469"/>
                </a:lnTo>
                <a:lnTo>
                  <a:pt x="4971" y="4427"/>
                </a:lnTo>
                <a:lnTo>
                  <a:pt x="4986" y="4385"/>
                </a:lnTo>
                <a:lnTo>
                  <a:pt x="4997" y="4341"/>
                </a:lnTo>
                <a:lnTo>
                  <a:pt x="5008" y="4297"/>
                </a:lnTo>
                <a:lnTo>
                  <a:pt x="5016" y="4252"/>
                </a:lnTo>
                <a:lnTo>
                  <a:pt x="5022" y="4206"/>
                </a:lnTo>
                <a:lnTo>
                  <a:pt x="5025" y="4160"/>
                </a:lnTo>
                <a:lnTo>
                  <a:pt x="5026" y="4113"/>
                </a:lnTo>
                <a:lnTo>
                  <a:pt x="5026" y="914"/>
                </a:lnTo>
                <a:lnTo>
                  <a:pt x="5025" y="867"/>
                </a:lnTo>
                <a:lnTo>
                  <a:pt x="5022" y="821"/>
                </a:lnTo>
                <a:lnTo>
                  <a:pt x="5016" y="775"/>
                </a:lnTo>
                <a:lnTo>
                  <a:pt x="5008" y="730"/>
                </a:lnTo>
                <a:lnTo>
                  <a:pt x="4997" y="686"/>
                </a:lnTo>
                <a:lnTo>
                  <a:pt x="4986" y="642"/>
                </a:lnTo>
                <a:lnTo>
                  <a:pt x="4971" y="599"/>
                </a:lnTo>
                <a:lnTo>
                  <a:pt x="4955" y="558"/>
                </a:lnTo>
                <a:lnTo>
                  <a:pt x="4936" y="518"/>
                </a:lnTo>
                <a:lnTo>
                  <a:pt x="4917" y="478"/>
                </a:lnTo>
                <a:lnTo>
                  <a:pt x="4895" y="440"/>
                </a:lnTo>
                <a:lnTo>
                  <a:pt x="4871" y="404"/>
                </a:lnTo>
                <a:lnTo>
                  <a:pt x="4845" y="368"/>
                </a:lnTo>
                <a:lnTo>
                  <a:pt x="4818" y="333"/>
                </a:lnTo>
                <a:lnTo>
                  <a:pt x="4789" y="300"/>
                </a:lnTo>
                <a:lnTo>
                  <a:pt x="4759" y="268"/>
                </a:lnTo>
                <a:lnTo>
                  <a:pt x="4728" y="238"/>
                </a:lnTo>
                <a:lnTo>
                  <a:pt x="4694" y="209"/>
                </a:lnTo>
                <a:lnTo>
                  <a:pt x="4660" y="182"/>
                </a:lnTo>
                <a:lnTo>
                  <a:pt x="4624" y="156"/>
                </a:lnTo>
                <a:lnTo>
                  <a:pt x="4587" y="133"/>
                </a:lnTo>
                <a:lnTo>
                  <a:pt x="4548" y="111"/>
                </a:lnTo>
                <a:lnTo>
                  <a:pt x="4509" y="90"/>
                </a:lnTo>
                <a:lnTo>
                  <a:pt x="4469" y="72"/>
                </a:lnTo>
                <a:lnTo>
                  <a:pt x="4427" y="56"/>
                </a:lnTo>
                <a:lnTo>
                  <a:pt x="4384" y="42"/>
                </a:lnTo>
                <a:lnTo>
                  <a:pt x="4342" y="29"/>
                </a:lnTo>
                <a:lnTo>
                  <a:pt x="4297" y="19"/>
                </a:lnTo>
                <a:lnTo>
                  <a:pt x="4252" y="11"/>
                </a:lnTo>
                <a:lnTo>
                  <a:pt x="4206" y="5"/>
                </a:lnTo>
                <a:lnTo>
                  <a:pt x="4160" y="1"/>
                </a:lnTo>
                <a:lnTo>
                  <a:pt x="4113" y="0"/>
                </a:lnTo>
                <a:close/>
                <a:moveTo>
                  <a:pt x="4114" y="2971"/>
                </a:moveTo>
                <a:lnTo>
                  <a:pt x="2971" y="2971"/>
                </a:lnTo>
                <a:lnTo>
                  <a:pt x="2971" y="4114"/>
                </a:lnTo>
                <a:lnTo>
                  <a:pt x="2057" y="4114"/>
                </a:lnTo>
                <a:lnTo>
                  <a:pt x="2057" y="2971"/>
                </a:lnTo>
                <a:lnTo>
                  <a:pt x="914" y="2971"/>
                </a:lnTo>
                <a:lnTo>
                  <a:pt x="914" y="2057"/>
                </a:lnTo>
                <a:lnTo>
                  <a:pt x="2057" y="2057"/>
                </a:lnTo>
                <a:lnTo>
                  <a:pt x="2057" y="914"/>
                </a:lnTo>
                <a:lnTo>
                  <a:pt x="2971" y="914"/>
                </a:lnTo>
                <a:lnTo>
                  <a:pt x="2971" y="2057"/>
                </a:lnTo>
                <a:lnTo>
                  <a:pt x="4114" y="2057"/>
                </a:lnTo>
                <a:lnTo>
                  <a:pt x="4114" y="2971"/>
                </a:lnTo>
                <a:close/>
              </a:path>
            </a:pathLst>
          </a:custGeom>
          <a:solidFill>
            <a:srgbClr val="1F717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algn="ctr">
              <a:defRPr/>
            </a:pPr>
            <a:endParaRPr lang="zh-CN" altLang="en-US" sz="2000" b="1" dirty="0">
              <a:solidFill>
                <a:schemeClr val="tx1">
                  <a:lumMod val="75000"/>
                  <a:lumOff val="25000"/>
                </a:schemeClr>
              </a:solidFill>
            </a:endParaRPr>
          </a:p>
        </p:txBody>
      </p:sp>
      <p:sp>
        <p:nvSpPr>
          <p:cNvPr id="23" name="KSO_Shape"/>
          <p:cNvSpPr>
            <a:spLocks noChangeAspect="1"/>
          </p:cNvSpPr>
          <p:nvPr/>
        </p:nvSpPr>
        <p:spPr bwMode="auto">
          <a:xfrm>
            <a:off x="4093328" y="4413963"/>
            <a:ext cx="252421" cy="252000"/>
          </a:xfrm>
          <a:custGeom>
            <a:avLst/>
            <a:gdLst>
              <a:gd name="T0" fmla="*/ 346433 w 5026"/>
              <a:gd name="T1" fmla="*/ 0 h 5027"/>
              <a:gd name="T2" fmla="*/ 293748 w 5026"/>
              <a:gd name="T3" fmla="*/ 4164 h 5027"/>
              <a:gd name="T4" fmla="*/ 243337 w 5026"/>
              <a:gd name="T5" fmla="*/ 15897 h 5027"/>
              <a:gd name="T6" fmla="*/ 196337 w 5026"/>
              <a:gd name="T7" fmla="*/ 34065 h 5027"/>
              <a:gd name="T8" fmla="*/ 153128 w 5026"/>
              <a:gd name="T9" fmla="*/ 59046 h 5027"/>
              <a:gd name="T10" fmla="*/ 113709 w 5026"/>
              <a:gd name="T11" fmla="*/ 90083 h 5027"/>
              <a:gd name="T12" fmla="*/ 79217 w 5026"/>
              <a:gd name="T13" fmla="*/ 126041 h 5027"/>
              <a:gd name="T14" fmla="*/ 50411 w 5026"/>
              <a:gd name="T15" fmla="*/ 166541 h 5027"/>
              <a:gd name="T16" fmla="*/ 27290 w 5026"/>
              <a:gd name="T17" fmla="*/ 211204 h 5027"/>
              <a:gd name="T18" fmla="*/ 10992 w 5026"/>
              <a:gd name="T19" fmla="*/ 259652 h 5027"/>
              <a:gd name="T20" fmla="*/ 1895 w 5026"/>
              <a:gd name="T21" fmla="*/ 310750 h 5027"/>
              <a:gd name="T22" fmla="*/ 0 w 5026"/>
              <a:gd name="T23" fmla="*/ 1556777 h 5027"/>
              <a:gd name="T24" fmla="*/ 1895 w 5026"/>
              <a:gd name="T25" fmla="*/ 1591978 h 5027"/>
              <a:gd name="T26" fmla="*/ 10992 w 5026"/>
              <a:gd name="T27" fmla="*/ 1643076 h 5027"/>
              <a:gd name="T28" fmla="*/ 27290 w 5026"/>
              <a:gd name="T29" fmla="*/ 1691524 h 5027"/>
              <a:gd name="T30" fmla="*/ 50411 w 5026"/>
              <a:gd name="T31" fmla="*/ 1736566 h 5027"/>
              <a:gd name="T32" fmla="*/ 79217 w 5026"/>
              <a:gd name="T33" fmla="*/ 1777065 h 5027"/>
              <a:gd name="T34" fmla="*/ 113709 w 5026"/>
              <a:gd name="T35" fmla="*/ 1812645 h 5027"/>
              <a:gd name="T36" fmla="*/ 153128 w 5026"/>
              <a:gd name="T37" fmla="*/ 1843682 h 5027"/>
              <a:gd name="T38" fmla="*/ 196337 w 5026"/>
              <a:gd name="T39" fmla="*/ 1868663 h 5027"/>
              <a:gd name="T40" fmla="*/ 243337 w 5026"/>
              <a:gd name="T41" fmla="*/ 1887209 h 5027"/>
              <a:gd name="T42" fmla="*/ 293748 w 5026"/>
              <a:gd name="T43" fmla="*/ 1898564 h 5027"/>
              <a:gd name="T44" fmla="*/ 346433 w 5026"/>
              <a:gd name="T45" fmla="*/ 1902728 h 5027"/>
              <a:gd name="T46" fmla="*/ 1576761 w 5026"/>
              <a:gd name="T47" fmla="*/ 1901971 h 5027"/>
              <a:gd name="T48" fmla="*/ 1628688 w 5026"/>
              <a:gd name="T49" fmla="*/ 1895536 h 5027"/>
              <a:gd name="T50" fmla="*/ 1677962 w 5026"/>
              <a:gd name="T51" fmla="*/ 1881532 h 5027"/>
              <a:gd name="T52" fmla="*/ 1723824 w 5026"/>
              <a:gd name="T53" fmla="*/ 1861093 h 5027"/>
              <a:gd name="T54" fmla="*/ 1766275 w 5026"/>
              <a:gd name="T55" fmla="*/ 1834219 h 5027"/>
              <a:gd name="T56" fmla="*/ 1803799 w 5026"/>
              <a:gd name="T57" fmla="*/ 1801290 h 5027"/>
              <a:gd name="T58" fmla="*/ 1836396 w 5026"/>
              <a:gd name="T59" fmla="*/ 1763818 h 5027"/>
              <a:gd name="T60" fmla="*/ 1863686 w 5026"/>
              <a:gd name="T61" fmla="*/ 1721426 h 5027"/>
              <a:gd name="T62" fmla="*/ 1884153 w 5026"/>
              <a:gd name="T63" fmla="*/ 1675627 h 5027"/>
              <a:gd name="T64" fmla="*/ 1898177 w 5026"/>
              <a:gd name="T65" fmla="*/ 1626422 h 5027"/>
              <a:gd name="T66" fmla="*/ 1904621 w 5026"/>
              <a:gd name="T67" fmla="*/ 1574567 h 5027"/>
              <a:gd name="T68" fmla="*/ 1905000 w 5026"/>
              <a:gd name="T69" fmla="*/ 345951 h 5027"/>
              <a:gd name="T70" fmla="*/ 1901210 w 5026"/>
              <a:gd name="T71" fmla="*/ 293339 h 5027"/>
              <a:gd name="T72" fmla="*/ 1889839 w 5026"/>
              <a:gd name="T73" fmla="*/ 242998 h 5027"/>
              <a:gd name="T74" fmla="*/ 1870887 w 5026"/>
              <a:gd name="T75" fmla="*/ 196064 h 5027"/>
              <a:gd name="T76" fmla="*/ 1846250 w 5026"/>
              <a:gd name="T77" fmla="*/ 152915 h 5027"/>
              <a:gd name="T78" fmla="*/ 1815170 w 5026"/>
              <a:gd name="T79" fmla="*/ 113551 h 5027"/>
              <a:gd name="T80" fmla="*/ 1779162 w 5026"/>
              <a:gd name="T81" fmla="*/ 79107 h 5027"/>
              <a:gd name="T82" fmla="*/ 1738606 w 5026"/>
              <a:gd name="T83" fmla="*/ 50341 h 5027"/>
              <a:gd name="T84" fmla="*/ 1693881 w 5026"/>
              <a:gd name="T85" fmla="*/ 27252 h 5027"/>
              <a:gd name="T86" fmla="*/ 1645744 w 5026"/>
              <a:gd name="T87" fmla="*/ 10977 h 5027"/>
              <a:gd name="T88" fmla="*/ 1594196 w 5026"/>
              <a:gd name="T89" fmla="*/ 1893 h 5027"/>
              <a:gd name="T90" fmla="*/ 1559326 w 5026"/>
              <a:gd name="T91" fmla="*/ 1124529 h 5027"/>
              <a:gd name="T92" fmla="*/ 779663 w 5026"/>
              <a:gd name="T93" fmla="*/ 1557156 h 5027"/>
              <a:gd name="T94" fmla="*/ 346433 w 5026"/>
              <a:gd name="T95" fmla="*/ 778578 h 5027"/>
              <a:gd name="T96" fmla="*/ 1126095 w 5026"/>
              <a:gd name="T97" fmla="*/ 345951 h 5027"/>
              <a:gd name="T98" fmla="*/ 1559326 w 5026"/>
              <a:gd name="T99" fmla="*/ 1124529 h 502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026" h="5027">
                <a:moveTo>
                  <a:pt x="4113" y="0"/>
                </a:moveTo>
                <a:lnTo>
                  <a:pt x="914" y="0"/>
                </a:lnTo>
                <a:lnTo>
                  <a:pt x="867" y="1"/>
                </a:lnTo>
                <a:lnTo>
                  <a:pt x="821" y="5"/>
                </a:lnTo>
                <a:lnTo>
                  <a:pt x="775" y="11"/>
                </a:lnTo>
                <a:lnTo>
                  <a:pt x="730" y="19"/>
                </a:lnTo>
                <a:lnTo>
                  <a:pt x="686" y="29"/>
                </a:lnTo>
                <a:lnTo>
                  <a:pt x="642" y="42"/>
                </a:lnTo>
                <a:lnTo>
                  <a:pt x="599" y="56"/>
                </a:lnTo>
                <a:lnTo>
                  <a:pt x="558" y="72"/>
                </a:lnTo>
                <a:lnTo>
                  <a:pt x="518" y="90"/>
                </a:lnTo>
                <a:lnTo>
                  <a:pt x="478" y="111"/>
                </a:lnTo>
                <a:lnTo>
                  <a:pt x="440" y="133"/>
                </a:lnTo>
                <a:lnTo>
                  <a:pt x="404" y="156"/>
                </a:lnTo>
                <a:lnTo>
                  <a:pt x="368" y="182"/>
                </a:lnTo>
                <a:lnTo>
                  <a:pt x="333" y="209"/>
                </a:lnTo>
                <a:lnTo>
                  <a:pt x="300" y="238"/>
                </a:lnTo>
                <a:lnTo>
                  <a:pt x="268" y="268"/>
                </a:lnTo>
                <a:lnTo>
                  <a:pt x="238" y="300"/>
                </a:lnTo>
                <a:lnTo>
                  <a:pt x="209" y="333"/>
                </a:lnTo>
                <a:lnTo>
                  <a:pt x="181" y="368"/>
                </a:lnTo>
                <a:lnTo>
                  <a:pt x="156" y="404"/>
                </a:lnTo>
                <a:lnTo>
                  <a:pt x="133" y="440"/>
                </a:lnTo>
                <a:lnTo>
                  <a:pt x="111" y="478"/>
                </a:lnTo>
                <a:lnTo>
                  <a:pt x="90" y="518"/>
                </a:lnTo>
                <a:lnTo>
                  <a:pt x="72" y="558"/>
                </a:lnTo>
                <a:lnTo>
                  <a:pt x="56" y="599"/>
                </a:lnTo>
                <a:lnTo>
                  <a:pt x="42" y="642"/>
                </a:lnTo>
                <a:lnTo>
                  <a:pt x="29" y="686"/>
                </a:lnTo>
                <a:lnTo>
                  <a:pt x="19" y="730"/>
                </a:lnTo>
                <a:lnTo>
                  <a:pt x="11" y="775"/>
                </a:lnTo>
                <a:lnTo>
                  <a:pt x="5" y="821"/>
                </a:lnTo>
                <a:lnTo>
                  <a:pt x="1" y="867"/>
                </a:lnTo>
                <a:lnTo>
                  <a:pt x="0" y="914"/>
                </a:lnTo>
                <a:lnTo>
                  <a:pt x="0" y="4113"/>
                </a:lnTo>
                <a:lnTo>
                  <a:pt x="1" y="4160"/>
                </a:lnTo>
                <a:lnTo>
                  <a:pt x="5" y="4206"/>
                </a:lnTo>
                <a:lnTo>
                  <a:pt x="11" y="4252"/>
                </a:lnTo>
                <a:lnTo>
                  <a:pt x="19" y="4297"/>
                </a:lnTo>
                <a:lnTo>
                  <a:pt x="29" y="4341"/>
                </a:lnTo>
                <a:lnTo>
                  <a:pt x="42" y="4385"/>
                </a:lnTo>
                <a:lnTo>
                  <a:pt x="56" y="4427"/>
                </a:lnTo>
                <a:lnTo>
                  <a:pt x="72" y="4469"/>
                </a:lnTo>
                <a:lnTo>
                  <a:pt x="90" y="4509"/>
                </a:lnTo>
                <a:lnTo>
                  <a:pt x="111" y="4548"/>
                </a:lnTo>
                <a:lnTo>
                  <a:pt x="133" y="4588"/>
                </a:lnTo>
                <a:lnTo>
                  <a:pt x="156" y="4624"/>
                </a:lnTo>
                <a:lnTo>
                  <a:pt x="181" y="4660"/>
                </a:lnTo>
                <a:lnTo>
                  <a:pt x="209" y="4695"/>
                </a:lnTo>
                <a:lnTo>
                  <a:pt x="238" y="4728"/>
                </a:lnTo>
                <a:lnTo>
                  <a:pt x="268" y="4759"/>
                </a:lnTo>
                <a:lnTo>
                  <a:pt x="300" y="4789"/>
                </a:lnTo>
                <a:lnTo>
                  <a:pt x="333" y="4818"/>
                </a:lnTo>
                <a:lnTo>
                  <a:pt x="368" y="4846"/>
                </a:lnTo>
                <a:lnTo>
                  <a:pt x="404" y="4871"/>
                </a:lnTo>
                <a:lnTo>
                  <a:pt x="440" y="4895"/>
                </a:lnTo>
                <a:lnTo>
                  <a:pt x="478" y="4917"/>
                </a:lnTo>
                <a:lnTo>
                  <a:pt x="518" y="4937"/>
                </a:lnTo>
                <a:lnTo>
                  <a:pt x="558" y="4955"/>
                </a:lnTo>
                <a:lnTo>
                  <a:pt x="599" y="4971"/>
                </a:lnTo>
                <a:lnTo>
                  <a:pt x="642" y="4986"/>
                </a:lnTo>
                <a:lnTo>
                  <a:pt x="686" y="4999"/>
                </a:lnTo>
                <a:lnTo>
                  <a:pt x="730" y="5008"/>
                </a:lnTo>
                <a:lnTo>
                  <a:pt x="775" y="5016"/>
                </a:lnTo>
                <a:lnTo>
                  <a:pt x="821" y="5022"/>
                </a:lnTo>
                <a:lnTo>
                  <a:pt x="867" y="5025"/>
                </a:lnTo>
                <a:lnTo>
                  <a:pt x="914" y="5027"/>
                </a:lnTo>
                <a:lnTo>
                  <a:pt x="4113" y="5027"/>
                </a:lnTo>
                <a:lnTo>
                  <a:pt x="4160" y="5025"/>
                </a:lnTo>
                <a:lnTo>
                  <a:pt x="4206" y="5022"/>
                </a:lnTo>
                <a:lnTo>
                  <a:pt x="4252" y="5016"/>
                </a:lnTo>
                <a:lnTo>
                  <a:pt x="4297" y="5008"/>
                </a:lnTo>
                <a:lnTo>
                  <a:pt x="4342" y="4999"/>
                </a:lnTo>
                <a:lnTo>
                  <a:pt x="4384" y="4986"/>
                </a:lnTo>
                <a:lnTo>
                  <a:pt x="4427" y="4971"/>
                </a:lnTo>
                <a:lnTo>
                  <a:pt x="4469" y="4955"/>
                </a:lnTo>
                <a:lnTo>
                  <a:pt x="4509" y="4937"/>
                </a:lnTo>
                <a:lnTo>
                  <a:pt x="4548" y="4917"/>
                </a:lnTo>
                <a:lnTo>
                  <a:pt x="4587" y="4895"/>
                </a:lnTo>
                <a:lnTo>
                  <a:pt x="4624" y="4871"/>
                </a:lnTo>
                <a:lnTo>
                  <a:pt x="4660" y="4846"/>
                </a:lnTo>
                <a:lnTo>
                  <a:pt x="4694" y="4818"/>
                </a:lnTo>
                <a:lnTo>
                  <a:pt x="4728" y="4789"/>
                </a:lnTo>
                <a:lnTo>
                  <a:pt x="4759" y="4759"/>
                </a:lnTo>
                <a:lnTo>
                  <a:pt x="4789" y="4728"/>
                </a:lnTo>
                <a:lnTo>
                  <a:pt x="4818" y="4695"/>
                </a:lnTo>
                <a:lnTo>
                  <a:pt x="4845" y="4660"/>
                </a:lnTo>
                <a:lnTo>
                  <a:pt x="4871" y="4624"/>
                </a:lnTo>
                <a:lnTo>
                  <a:pt x="4895" y="4588"/>
                </a:lnTo>
                <a:lnTo>
                  <a:pt x="4917" y="4548"/>
                </a:lnTo>
                <a:lnTo>
                  <a:pt x="4936" y="4509"/>
                </a:lnTo>
                <a:lnTo>
                  <a:pt x="4955" y="4469"/>
                </a:lnTo>
                <a:lnTo>
                  <a:pt x="4971" y="4427"/>
                </a:lnTo>
                <a:lnTo>
                  <a:pt x="4986" y="4385"/>
                </a:lnTo>
                <a:lnTo>
                  <a:pt x="4997" y="4341"/>
                </a:lnTo>
                <a:lnTo>
                  <a:pt x="5008" y="4297"/>
                </a:lnTo>
                <a:lnTo>
                  <a:pt x="5016" y="4252"/>
                </a:lnTo>
                <a:lnTo>
                  <a:pt x="5022" y="4206"/>
                </a:lnTo>
                <a:lnTo>
                  <a:pt x="5025" y="4160"/>
                </a:lnTo>
                <a:lnTo>
                  <a:pt x="5026" y="4113"/>
                </a:lnTo>
                <a:lnTo>
                  <a:pt x="5026" y="914"/>
                </a:lnTo>
                <a:lnTo>
                  <a:pt x="5025" y="867"/>
                </a:lnTo>
                <a:lnTo>
                  <a:pt x="5022" y="821"/>
                </a:lnTo>
                <a:lnTo>
                  <a:pt x="5016" y="775"/>
                </a:lnTo>
                <a:lnTo>
                  <a:pt x="5008" y="730"/>
                </a:lnTo>
                <a:lnTo>
                  <a:pt x="4997" y="686"/>
                </a:lnTo>
                <a:lnTo>
                  <a:pt x="4986" y="642"/>
                </a:lnTo>
                <a:lnTo>
                  <a:pt x="4971" y="599"/>
                </a:lnTo>
                <a:lnTo>
                  <a:pt x="4955" y="558"/>
                </a:lnTo>
                <a:lnTo>
                  <a:pt x="4936" y="518"/>
                </a:lnTo>
                <a:lnTo>
                  <a:pt x="4917" y="478"/>
                </a:lnTo>
                <a:lnTo>
                  <a:pt x="4895" y="440"/>
                </a:lnTo>
                <a:lnTo>
                  <a:pt x="4871" y="404"/>
                </a:lnTo>
                <a:lnTo>
                  <a:pt x="4845" y="368"/>
                </a:lnTo>
                <a:lnTo>
                  <a:pt x="4818" y="333"/>
                </a:lnTo>
                <a:lnTo>
                  <a:pt x="4789" y="300"/>
                </a:lnTo>
                <a:lnTo>
                  <a:pt x="4759" y="268"/>
                </a:lnTo>
                <a:lnTo>
                  <a:pt x="4728" y="238"/>
                </a:lnTo>
                <a:lnTo>
                  <a:pt x="4694" y="209"/>
                </a:lnTo>
                <a:lnTo>
                  <a:pt x="4660" y="182"/>
                </a:lnTo>
                <a:lnTo>
                  <a:pt x="4624" y="156"/>
                </a:lnTo>
                <a:lnTo>
                  <a:pt x="4587" y="133"/>
                </a:lnTo>
                <a:lnTo>
                  <a:pt x="4548" y="111"/>
                </a:lnTo>
                <a:lnTo>
                  <a:pt x="4509" y="90"/>
                </a:lnTo>
                <a:lnTo>
                  <a:pt x="4469" y="72"/>
                </a:lnTo>
                <a:lnTo>
                  <a:pt x="4427" y="56"/>
                </a:lnTo>
                <a:lnTo>
                  <a:pt x="4384" y="42"/>
                </a:lnTo>
                <a:lnTo>
                  <a:pt x="4342" y="29"/>
                </a:lnTo>
                <a:lnTo>
                  <a:pt x="4297" y="19"/>
                </a:lnTo>
                <a:lnTo>
                  <a:pt x="4252" y="11"/>
                </a:lnTo>
                <a:lnTo>
                  <a:pt x="4206" y="5"/>
                </a:lnTo>
                <a:lnTo>
                  <a:pt x="4160" y="1"/>
                </a:lnTo>
                <a:lnTo>
                  <a:pt x="4113" y="0"/>
                </a:lnTo>
                <a:close/>
                <a:moveTo>
                  <a:pt x="4114" y="2971"/>
                </a:moveTo>
                <a:lnTo>
                  <a:pt x="2971" y="2971"/>
                </a:lnTo>
                <a:lnTo>
                  <a:pt x="2971" y="4114"/>
                </a:lnTo>
                <a:lnTo>
                  <a:pt x="2057" y="4114"/>
                </a:lnTo>
                <a:lnTo>
                  <a:pt x="2057" y="2971"/>
                </a:lnTo>
                <a:lnTo>
                  <a:pt x="914" y="2971"/>
                </a:lnTo>
                <a:lnTo>
                  <a:pt x="914" y="2057"/>
                </a:lnTo>
                <a:lnTo>
                  <a:pt x="2057" y="2057"/>
                </a:lnTo>
                <a:lnTo>
                  <a:pt x="2057" y="914"/>
                </a:lnTo>
                <a:lnTo>
                  <a:pt x="2971" y="914"/>
                </a:lnTo>
                <a:lnTo>
                  <a:pt x="2971" y="2057"/>
                </a:lnTo>
                <a:lnTo>
                  <a:pt x="4114" y="2057"/>
                </a:lnTo>
                <a:lnTo>
                  <a:pt x="4114" y="2971"/>
                </a:lnTo>
                <a:close/>
              </a:path>
            </a:pathLst>
          </a:custGeom>
          <a:solidFill>
            <a:srgbClr val="1F717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algn="ctr">
              <a:defRPr/>
            </a:pPr>
            <a:endParaRPr lang="zh-CN" altLang="en-US" sz="2000" b="1">
              <a:solidFill>
                <a:schemeClr val="tx1">
                  <a:lumMod val="75000"/>
                  <a:lumOff val="25000"/>
                </a:schemeClr>
              </a:solidFill>
            </a:endParaRPr>
          </a:p>
        </p:txBody>
      </p:sp>
      <p:sp>
        <p:nvSpPr>
          <p:cNvPr id="25" name="TextBox 7"/>
          <p:cNvSpPr txBox="1"/>
          <p:nvPr/>
        </p:nvSpPr>
        <p:spPr>
          <a:xfrm>
            <a:off x="4422738" y="3795396"/>
            <a:ext cx="2901394" cy="408274"/>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rPr>
              <a:t>文本类对象</a:t>
            </a:r>
          </a:p>
        </p:txBody>
      </p:sp>
      <p:sp>
        <p:nvSpPr>
          <p:cNvPr id="26" name="TextBox 7"/>
          <p:cNvSpPr txBox="1"/>
          <p:nvPr/>
        </p:nvSpPr>
        <p:spPr>
          <a:xfrm>
            <a:off x="4422738" y="4357278"/>
            <a:ext cx="3691741" cy="408274"/>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rPr>
              <a:t>图形类对象</a:t>
            </a:r>
          </a:p>
        </p:txBody>
      </p:sp>
      <p:sp>
        <p:nvSpPr>
          <p:cNvPr id="15" name="KSO_Shape"/>
          <p:cNvSpPr>
            <a:spLocks noChangeAspect="1"/>
          </p:cNvSpPr>
          <p:nvPr/>
        </p:nvSpPr>
        <p:spPr bwMode="auto">
          <a:xfrm>
            <a:off x="7071711" y="3880354"/>
            <a:ext cx="252421" cy="252000"/>
          </a:xfrm>
          <a:custGeom>
            <a:avLst/>
            <a:gdLst>
              <a:gd name="T0" fmla="*/ 346433 w 5026"/>
              <a:gd name="T1" fmla="*/ 0 h 5027"/>
              <a:gd name="T2" fmla="*/ 293748 w 5026"/>
              <a:gd name="T3" fmla="*/ 4164 h 5027"/>
              <a:gd name="T4" fmla="*/ 243337 w 5026"/>
              <a:gd name="T5" fmla="*/ 15897 h 5027"/>
              <a:gd name="T6" fmla="*/ 196337 w 5026"/>
              <a:gd name="T7" fmla="*/ 34065 h 5027"/>
              <a:gd name="T8" fmla="*/ 153128 w 5026"/>
              <a:gd name="T9" fmla="*/ 59046 h 5027"/>
              <a:gd name="T10" fmla="*/ 113709 w 5026"/>
              <a:gd name="T11" fmla="*/ 90083 h 5027"/>
              <a:gd name="T12" fmla="*/ 79217 w 5026"/>
              <a:gd name="T13" fmla="*/ 126041 h 5027"/>
              <a:gd name="T14" fmla="*/ 50411 w 5026"/>
              <a:gd name="T15" fmla="*/ 166541 h 5027"/>
              <a:gd name="T16" fmla="*/ 27290 w 5026"/>
              <a:gd name="T17" fmla="*/ 211204 h 5027"/>
              <a:gd name="T18" fmla="*/ 10992 w 5026"/>
              <a:gd name="T19" fmla="*/ 259652 h 5027"/>
              <a:gd name="T20" fmla="*/ 1895 w 5026"/>
              <a:gd name="T21" fmla="*/ 310750 h 5027"/>
              <a:gd name="T22" fmla="*/ 0 w 5026"/>
              <a:gd name="T23" fmla="*/ 1556777 h 5027"/>
              <a:gd name="T24" fmla="*/ 1895 w 5026"/>
              <a:gd name="T25" fmla="*/ 1591978 h 5027"/>
              <a:gd name="T26" fmla="*/ 10992 w 5026"/>
              <a:gd name="T27" fmla="*/ 1643076 h 5027"/>
              <a:gd name="T28" fmla="*/ 27290 w 5026"/>
              <a:gd name="T29" fmla="*/ 1691524 h 5027"/>
              <a:gd name="T30" fmla="*/ 50411 w 5026"/>
              <a:gd name="T31" fmla="*/ 1736566 h 5027"/>
              <a:gd name="T32" fmla="*/ 79217 w 5026"/>
              <a:gd name="T33" fmla="*/ 1777065 h 5027"/>
              <a:gd name="T34" fmla="*/ 113709 w 5026"/>
              <a:gd name="T35" fmla="*/ 1812645 h 5027"/>
              <a:gd name="T36" fmla="*/ 153128 w 5026"/>
              <a:gd name="T37" fmla="*/ 1843682 h 5027"/>
              <a:gd name="T38" fmla="*/ 196337 w 5026"/>
              <a:gd name="T39" fmla="*/ 1868663 h 5027"/>
              <a:gd name="T40" fmla="*/ 243337 w 5026"/>
              <a:gd name="T41" fmla="*/ 1887209 h 5027"/>
              <a:gd name="T42" fmla="*/ 293748 w 5026"/>
              <a:gd name="T43" fmla="*/ 1898564 h 5027"/>
              <a:gd name="T44" fmla="*/ 346433 w 5026"/>
              <a:gd name="T45" fmla="*/ 1902728 h 5027"/>
              <a:gd name="T46" fmla="*/ 1576761 w 5026"/>
              <a:gd name="T47" fmla="*/ 1901971 h 5027"/>
              <a:gd name="T48" fmla="*/ 1628688 w 5026"/>
              <a:gd name="T49" fmla="*/ 1895536 h 5027"/>
              <a:gd name="T50" fmla="*/ 1677962 w 5026"/>
              <a:gd name="T51" fmla="*/ 1881532 h 5027"/>
              <a:gd name="T52" fmla="*/ 1723824 w 5026"/>
              <a:gd name="T53" fmla="*/ 1861093 h 5027"/>
              <a:gd name="T54" fmla="*/ 1766275 w 5026"/>
              <a:gd name="T55" fmla="*/ 1834219 h 5027"/>
              <a:gd name="T56" fmla="*/ 1803799 w 5026"/>
              <a:gd name="T57" fmla="*/ 1801290 h 5027"/>
              <a:gd name="T58" fmla="*/ 1836396 w 5026"/>
              <a:gd name="T59" fmla="*/ 1763818 h 5027"/>
              <a:gd name="T60" fmla="*/ 1863686 w 5026"/>
              <a:gd name="T61" fmla="*/ 1721426 h 5027"/>
              <a:gd name="T62" fmla="*/ 1884153 w 5026"/>
              <a:gd name="T63" fmla="*/ 1675627 h 5027"/>
              <a:gd name="T64" fmla="*/ 1898177 w 5026"/>
              <a:gd name="T65" fmla="*/ 1626422 h 5027"/>
              <a:gd name="T66" fmla="*/ 1904621 w 5026"/>
              <a:gd name="T67" fmla="*/ 1574567 h 5027"/>
              <a:gd name="T68" fmla="*/ 1905000 w 5026"/>
              <a:gd name="T69" fmla="*/ 345951 h 5027"/>
              <a:gd name="T70" fmla="*/ 1901210 w 5026"/>
              <a:gd name="T71" fmla="*/ 293339 h 5027"/>
              <a:gd name="T72" fmla="*/ 1889839 w 5026"/>
              <a:gd name="T73" fmla="*/ 242998 h 5027"/>
              <a:gd name="T74" fmla="*/ 1870887 w 5026"/>
              <a:gd name="T75" fmla="*/ 196064 h 5027"/>
              <a:gd name="T76" fmla="*/ 1846250 w 5026"/>
              <a:gd name="T77" fmla="*/ 152915 h 5027"/>
              <a:gd name="T78" fmla="*/ 1815170 w 5026"/>
              <a:gd name="T79" fmla="*/ 113551 h 5027"/>
              <a:gd name="T80" fmla="*/ 1779162 w 5026"/>
              <a:gd name="T81" fmla="*/ 79107 h 5027"/>
              <a:gd name="T82" fmla="*/ 1738606 w 5026"/>
              <a:gd name="T83" fmla="*/ 50341 h 5027"/>
              <a:gd name="T84" fmla="*/ 1693881 w 5026"/>
              <a:gd name="T85" fmla="*/ 27252 h 5027"/>
              <a:gd name="T86" fmla="*/ 1645744 w 5026"/>
              <a:gd name="T87" fmla="*/ 10977 h 5027"/>
              <a:gd name="T88" fmla="*/ 1594196 w 5026"/>
              <a:gd name="T89" fmla="*/ 1893 h 5027"/>
              <a:gd name="T90" fmla="*/ 1559326 w 5026"/>
              <a:gd name="T91" fmla="*/ 1124529 h 5027"/>
              <a:gd name="T92" fmla="*/ 779663 w 5026"/>
              <a:gd name="T93" fmla="*/ 1557156 h 5027"/>
              <a:gd name="T94" fmla="*/ 346433 w 5026"/>
              <a:gd name="T95" fmla="*/ 778578 h 5027"/>
              <a:gd name="T96" fmla="*/ 1126095 w 5026"/>
              <a:gd name="T97" fmla="*/ 345951 h 5027"/>
              <a:gd name="T98" fmla="*/ 1559326 w 5026"/>
              <a:gd name="T99" fmla="*/ 1124529 h 502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026" h="5027">
                <a:moveTo>
                  <a:pt x="4113" y="0"/>
                </a:moveTo>
                <a:lnTo>
                  <a:pt x="914" y="0"/>
                </a:lnTo>
                <a:lnTo>
                  <a:pt x="867" y="1"/>
                </a:lnTo>
                <a:lnTo>
                  <a:pt x="821" y="5"/>
                </a:lnTo>
                <a:lnTo>
                  <a:pt x="775" y="11"/>
                </a:lnTo>
                <a:lnTo>
                  <a:pt x="730" y="19"/>
                </a:lnTo>
                <a:lnTo>
                  <a:pt x="686" y="29"/>
                </a:lnTo>
                <a:lnTo>
                  <a:pt x="642" y="42"/>
                </a:lnTo>
                <a:lnTo>
                  <a:pt x="599" y="56"/>
                </a:lnTo>
                <a:lnTo>
                  <a:pt x="558" y="72"/>
                </a:lnTo>
                <a:lnTo>
                  <a:pt x="518" y="90"/>
                </a:lnTo>
                <a:lnTo>
                  <a:pt x="478" y="111"/>
                </a:lnTo>
                <a:lnTo>
                  <a:pt x="440" y="133"/>
                </a:lnTo>
                <a:lnTo>
                  <a:pt x="404" y="156"/>
                </a:lnTo>
                <a:lnTo>
                  <a:pt x="368" y="182"/>
                </a:lnTo>
                <a:lnTo>
                  <a:pt x="333" y="209"/>
                </a:lnTo>
                <a:lnTo>
                  <a:pt x="300" y="238"/>
                </a:lnTo>
                <a:lnTo>
                  <a:pt x="268" y="268"/>
                </a:lnTo>
                <a:lnTo>
                  <a:pt x="238" y="300"/>
                </a:lnTo>
                <a:lnTo>
                  <a:pt x="209" y="333"/>
                </a:lnTo>
                <a:lnTo>
                  <a:pt x="181" y="368"/>
                </a:lnTo>
                <a:lnTo>
                  <a:pt x="156" y="404"/>
                </a:lnTo>
                <a:lnTo>
                  <a:pt x="133" y="440"/>
                </a:lnTo>
                <a:lnTo>
                  <a:pt x="111" y="478"/>
                </a:lnTo>
                <a:lnTo>
                  <a:pt x="90" y="518"/>
                </a:lnTo>
                <a:lnTo>
                  <a:pt x="72" y="558"/>
                </a:lnTo>
                <a:lnTo>
                  <a:pt x="56" y="599"/>
                </a:lnTo>
                <a:lnTo>
                  <a:pt x="42" y="642"/>
                </a:lnTo>
                <a:lnTo>
                  <a:pt x="29" y="686"/>
                </a:lnTo>
                <a:lnTo>
                  <a:pt x="19" y="730"/>
                </a:lnTo>
                <a:lnTo>
                  <a:pt x="11" y="775"/>
                </a:lnTo>
                <a:lnTo>
                  <a:pt x="5" y="821"/>
                </a:lnTo>
                <a:lnTo>
                  <a:pt x="1" y="867"/>
                </a:lnTo>
                <a:lnTo>
                  <a:pt x="0" y="914"/>
                </a:lnTo>
                <a:lnTo>
                  <a:pt x="0" y="4113"/>
                </a:lnTo>
                <a:lnTo>
                  <a:pt x="1" y="4160"/>
                </a:lnTo>
                <a:lnTo>
                  <a:pt x="5" y="4206"/>
                </a:lnTo>
                <a:lnTo>
                  <a:pt x="11" y="4252"/>
                </a:lnTo>
                <a:lnTo>
                  <a:pt x="19" y="4297"/>
                </a:lnTo>
                <a:lnTo>
                  <a:pt x="29" y="4341"/>
                </a:lnTo>
                <a:lnTo>
                  <a:pt x="42" y="4385"/>
                </a:lnTo>
                <a:lnTo>
                  <a:pt x="56" y="4427"/>
                </a:lnTo>
                <a:lnTo>
                  <a:pt x="72" y="4469"/>
                </a:lnTo>
                <a:lnTo>
                  <a:pt x="90" y="4509"/>
                </a:lnTo>
                <a:lnTo>
                  <a:pt x="111" y="4548"/>
                </a:lnTo>
                <a:lnTo>
                  <a:pt x="133" y="4588"/>
                </a:lnTo>
                <a:lnTo>
                  <a:pt x="156" y="4624"/>
                </a:lnTo>
                <a:lnTo>
                  <a:pt x="181" y="4660"/>
                </a:lnTo>
                <a:lnTo>
                  <a:pt x="209" y="4695"/>
                </a:lnTo>
                <a:lnTo>
                  <a:pt x="238" y="4728"/>
                </a:lnTo>
                <a:lnTo>
                  <a:pt x="268" y="4759"/>
                </a:lnTo>
                <a:lnTo>
                  <a:pt x="300" y="4789"/>
                </a:lnTo>
                <a:lnTo>
                  <a:pt x="333" y="4818"/>
                </a:lnTo>
                <a:lnTo>
                  <a:pt x="368" y="4846"/>
                </a:lnTo>
                <a:lnTo>
                  <a:pt x="404" y="4871"/>
                </a:lnTo>
                <a:lnTo>
                  <a:pt x="440" y="4895"/>
                </a:lnTo>
                <a:lnTo>
                  <a:pt x="478" y="4917"/>
                </a:lnTo>
                <a:lnTo>
                  <a:pt x="518" y="4937"/>
                </a:lnTo>
                <a:lnTo>
                  <a:pt x="558" y="4955"/>
                </a:lnTo>
                <a:lnTo>
                  <a:pt x="599" y="4971"/>
                </a:lnTo>
                <a:lnTo>
                  <a:pt x="642" y="4986"/>
                </a:lnTo>
                <a:lnTo>
                  <a:pt x="686" y="4999"/>
                </a:lnTo>
                <a:lnTo>
                  <a:pt x="730" y="5008"/>
                </a:lnTo>
                <a:lnTo>
                  <a:pt x="775" y="5016"/>
                </a:lnTo>
                <a:lnTo>
                  <a:pt x="821" y="5022"/>
                </a:lnTo>
                <a:lnTo>
                  <a:pt x="867" y="5025"/>
                </a:lnTo>
                <a:lnTo>
                  <a:pt x="914" y="5027"/>
                </a:lnTo>
                <a:lnTo>
                  <a:pt x="4113" y="5027"/>
                </a:lnTo>
                <a:lnTo>
                  <a:pt x="4160" y="5025"/>
                </a:lnTo>
                <a:lnTo>
                  <a:pt x="4206" y="5022"/>
                </a:lnTo>
                <a:lnTo>
                  <a:pt x="4252" y="5016"/>
                </a:lnTo>
                <a:lnTo>
                  <a:pt x="4297" y="5008"/>
                </a:lnTo>
                <a:lnTo>
                  <a:pt x="4342" y="4999"/>
                </a:lnTo>
                <a:lnTo>
                  <a:pt x="4384" y="4986"/>
                </a:lnTo>
                <a:lnTo>
                  <a:pt x="4427" y="4971"/>
                </a:lnTo>
                <a:lnTo>
                  <a:pt x="4469" y="4955"/>
                </a:lnTo>
                <a:lnTo>
                  <a:pt x="4509" y="4937"/>
                </a:lnTo>
                <a:lnTo>
                  <a:pt x="4548" y="4917"/>
                </a:lnTo>
                <a:lnTo>
                  <a:pt x="4587" y="4895"/>
                </a:lnTo>
                <a:lnTo>
                  <a:pt x="4624" y="4871"/>
                </a:lnTo>
                <a:lnTo>
                  <a:pt x="4660" y="4846"/>
                </a:lnTo>
                <a:lnTo>
                  <a:pt x="4694" y="4818"/>
                </a:lnTo>
                <a:lnTo>
                  <a:pt x="4728" y="4789"/>
                </a:lnTo>
                <a:lnTo>
                  <a:pt x="4759" y="4759"/>
                </a:lnTo>
                <a:lnTo>
                  <a:pt x="4789" y="4728"/>
                </a:lnTo>
                <a:lnTo>
                  <a:pt x="4818" y="4695"/>
                </a:lnTo>
                <a:lnTo>
                  <a:pt x="4845" y="4660"/>
                </a:lnTo>
                <a:lnTo>
                  <a:pt x="4871" y="4624"/>
                </a:lnTo>
                <a:lnTo>
                  <a:pt x="4895" y="4588"/>
                </a:lnTo>
                <a:lnTo>
                  <a:pt x="4917" y="4548"/>
                </a:lnTo>
                <a:lnTo>
                  <a:pt x="4936" y="4509"/>
                </a:lnTo>
                <a:lnTo>
                  <a:pt x="4955" y="4469"/>
                </a:lnTo>
                <a:lnTo>
                  <a:pt x="4971" y="4427"/>
                </a:lnTo>
                <a:lnTo>
                  <a:pt x="4986" y="4385"/>
                </a:lnTo>
                <a:lnTo>
                  <a:pt x="4997" y="4341"/>
                </a:lnTo>
                <a:lnTo>
                  <a:pt x="5008" y="4297"/>
                </a:lnTo>
                <a:lnTo>
                  <a:pt x="5016" y="4252"/>
                </a:lnTo>
                <a:lnTo>
                  <a:pt x="5022" y="4206"/>
                </a:lnTo>
                <a:lnTo>
                  <a:pt x="5025" y="4160"/>
                </a:lnTo>
                <a:lnTo>
                  <a:pt x="5026" y="4113"/>
                </a:lnTo>
                <a:lnTo>
                  <a:pt x="5026" y="914"/>
                </a:lnTo>
                <a:lnTo>
                  <a:pt x="5025" y="867"/>
                </a:lnTo>
                <a:lnTo>
                  <a:pt x="5022" y="821"/>
                </a:lnTo>
                <a:lnTo>
                  <a:pt x="5016" y="775"/>
                </a:lnTo>
                <a:lnTo>
                  <a:pt x="5008" y="730"/>
                </a:lnTo>
                <a:lnTo>
                  <a:pt x="4997" y="686"/>
                </a:lnTo>
                <a:lnTo>
                  <a:pt x="4986" y="642"/>
                </a:lnTo>
                <a:lnTo>
                  <a:pt x="4971" y="599"/>
                </a:lnTo>
                <a:lnTo>
                  <a:pt x="4955" y="558"/>
                </a:lnTo>
                <a:lnTo>
                  <a:pt x="4936" y="518"/>
                </a:lnTo>
                <a:lnTo>
                  <a:pt x="4917" y="478"/>
                </a:lnTo>
                <a:lnTo>
                  <a:pt x="4895" y="440"/>
                </a:lnTo>
                <a:lnTo>
                  <a:pt x="4871" y="404"/>
                </a:lnTo>
                <a:lnTo>
                  <a:pt x="4845" y="368"/>
                </a:lnTo>
                <a:lnTo>
                  <a:pt x="4818" y="333"/>
                </a:lnTo>
                <a:lnTo>
                  <a:pt x="4789" y="300"/>
                </a:lnTo>
                <a:lnTo>
                  <a:pt x="4759" y="268"/>
                </a:lnTo>
                <a:lnTo>
                  <a:pt x="4728" y="238"/>
                </a:lnTo>
                <a:lnTo>
                  <a:pt x="4694" y="209"/>
                </a:lnTo>
                <a:lnTo>
                  <a:pt x="4660" y="182"/>
                </a:lnTo>
                <a:lnTo>
                  <a:pt x="4624" y="156"/>
                </a:lnTo>
                <a:lnTo>
                  <a:pt x="4587" y="133"/>
                </a:lnTo>
                <a:lnTo>
                  <a:pt x="4548" y="111"/>
                </a:lnTo>
                <a:lnTo>
                  <a:pt x="4509" y="90"/>
                </a:lnTo>
                <a:lnTo>
                  <a:pt x="4469" y="72"/>
                </a:lnTo>
                <a:lnTo>
                  <a:pt x="4427" y="56"/>
                </a:lnTo>
                <a:lnTo>
                  <a:pt x="4384" y="42"/>
                </a:lnTo>
                <a:lnTo>
                  <a:pt x="4342" y="29"/>
                </a:lnTo>
                <a:lnTo>
                  <a:pt x="4297" y="19"/>
                </a:lnTo>
                <a:lnTo>
                  <a:pt x="4252" y="11"/>
                </a:lnTo>
                <a:lnTo>
                  <a:pt x="4206" y="5"/>
                </a:lnTo>
                <a:lnTo>
                  <a:pt x="4160" y="1"/>
                </a:lnTo>
                <a:lnTo>
                  <a:pt x="4113" y="0"/>
                </a:lnTo>
                <a:close/>
                <a:moveTo>
                  <a:pt x="4114" y="2971"/>
                </a:moveTo>
                <a:lnTo>
                  <a:pt x="2971" y="2971"/>
                </a:lnTo>
                <a:lnTo>
                  <a:pt x="2971" y="4114"/>
                </a:lnTo>
                <a:lnTo>
                  <a:pt x="2057" y="4114"/>
                </a:lnTo>
                <a:lnTo>
                  <a:pt x="2057" y="2971"/>
                </a:lnTo>
                <a:lnTo>
                  <a:pt x="914" y="2971"/>
                </a:lnTo>
                <a:lnTo>
                  <a:pt x="914" y="2057"/>
                </a:lnTo>
                <a:lnTo>
                  <a:pt x="2057" y="2057"/>
                </a:lnTo>
                <a:lnTo>
                  <a:pt x="2057" y="914"/>
                </a:lnTo>
                <a:lnTo>
                  <a:pt x="2971" y="914"/>
                </a:lnTo>
                <a:lnTo>
                  <a:pt x="2971" y="2057"/>
                </a:lnTo>
                <a:lnTo>
                  <a:pt x="4114" y="2057"/>
                </a:lnTo>
                <a:lnTo>
                  <a:pt x="4114" y="2971"/>
                </a:lnTo>
                <a:close/>
              </a:path>
            </a:pathLst>
          </a:custGeom>
          <a:solidFill>
            <a:srgbClr val="1F717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algn="ctr">
              <a:defRPr/>
            </a:pPr>
            <a:endParaRPr lang="zh-CN" altLang="en-US" sz="2000" b="1">
              <a:solidFill>
                <a:schemeClr val="tx1">
                  <a:lumMod val="75000"/>
                  <a:lumOff val="25000"/>
                </a:schemeClr>
              </a:solidFill>
            </a:endParaRPr>
          </a:p>
        </p:txBody>
      </p:sp>
      <p:sp>
        <p:nvSpPr>
          <p:cNvPr id="18" name="TextBox 7"/>
          <p:cNvSpPr txBox="1"/>
          <p:nvPr/>
        </p:nvSpPr>
        <p:spPr>
          <a:xfrm>
            <a:off x="7401121" y="3823669"/>
            <a:ext cx="3691741" cy="408274"/>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rPr>
              <a:t>图片类对象</a:t>
            </a:r>
          </a:p>
        </p:txBody>
      </p:sp>
      <p:sp>
        <p:nvSpPr>
          <p:cNvPr id="19" name="KSO_Shape"/>
          <p:cNvSpPr>
            <a:spLocks noChangeAspect="1"/>
          </p:cNvSpPr>
          <p:nvPr/>
        </p:nvSpPr>
        <p:spPr bwMode="auto">
          <a:xfrm>
            <a:off x="7084070" y="4455548"/>
            <a:ext cx="252421" cy="252000"/>
          </a:xfrm>
          <a:custGeom>
            <a:avLst/>
            <a:gdLst>
              <a:gd name="T0" fmla="*/ 346433 w 5026"/>
              <a:gd name="T1" fmla="*/ 0 h 5027"/>
              <a:gd name="T2" fmla="*/ 293748 w 5026"/>
              <a:gd name="T3" fmla="*/ 4164 h 5027"/>
              <a:gd name="T4" fmla="*/ 243337 w 5026"/>
              <a:gd name="T5" fmla="*/ 15897 h 5027"/>
              <a:gd name="T6" fmla="*/ 196337 w 5026"/>
              <a:gd name="T7" fmla="*/ 34065 h 5027"/>
              <a:gd name="T8" fmla="*/ 153128 w 5026"/>
              <a:gd name="T9" fmla="*/ 59046 h 5027"/>
              <a:gd name="T10" fmla="*/ 113709 w 5026"/>
              <a:gd name="T11" fmla="*/ 90083 h 5027"/>
              <a:gd name="T12" fmla="*/ 79217 w 5026"/>
              <a:gd name="T13" fmla="*/ 126041 h 5027"/>
              <a:gd name="T14" fmla="*/ 50411 w 5026"/>
              <a:gd name="T15" fmla="*/ 166541 h 5027"/>
              <a:gd name="T16" fmla="*/ 27290 w 5026"/>
              <a:gd name="T17" fmla="*/ 211204 h 5027"/>
              <a:gd name="T18" fmla="*/ 10992 w 5026"/>
              <a:gd name="T19" fmla="*/ 259652 h 5027"/>
              <a:gd name="T20" fmla="*/ 1895 w 5026"/>
              <a:gd name="T21" fmla="*/ 310750 h 5027"/>
              <a:gd name="T22" fmla="*/ 0 w 5026"/>
              <a:gd name="T23" fmla="*/ 1556777 h 5027"/>
              <a:gd name="T24" fmla="*/ 1895 w 5026"/>
              <a:gd name="T25" fmla="*/ 1591978 h 5027"/>
              <a:gd name="T26" fmla="*/ 10992 w 5026"/>
              <a:gd name="T27" fmla="*/ 1643076 h 5027"/>
              <a:gd name="T28" fmla="*/ 27290 w 5026"/>
              <a:gd name="T29" fmla="*/ 1691524 h 5027"/>
              <a:gd name="T30" fmla="*/ 50411 w 5026"/>
              <a:gd name="T31" fmla="*/ 1736566 h 5027"/>
              <a:gd name="T32" fmla="*/ 79217 w 5026"/>
              <a:gd name="T33" fmla="*/ 1777065 h 5027"/>
              <a:gd name="T34" fmla="*/ 113709 w 5026"/>
              <a:gd name="T35" fmla="*/ 1812645 h 5027"/>
              <a:gd name="T36" fmla="*/ 153128 w 5026"/>
              <a:gd name="T37" fmla="*/ 1843682 h 5027"/>
              <a:gd name="T38" fmla="*/ 196337 w 5026"/>
              <a:gd name="T39" fmla="*/ 1868663 h 5027"/>
              <a:gd name="T40" fmla="*/ 243337 w 5026"/>
              <a:gd name="T41" fmla="*/ 1887209 h 5027"/>
              <a:gd name="T42" fmla="*/ 293748 w 5026"/>
              <a:gd name="T43" fmla="*/ 1898564 h 5027"/>
              <a:gd name="T44" fmla="*/ 346433 w 5026"/>
              <a:gd name="T45" fmla="*/ 1902728 h 5027"/>
              <a:gd name="T46" fmla="*/ 1576761 w 5026"/>
              <a:gd name="T47" fmla="*/ 1901971 h 5027"/>
              <a:gd name="T48" fmla="*/ 1628688 w 5026"/>
              <a:gd name="T49" fmla="*/ 1895536 h 5027"/>
              <a:gd name="T50" fmla="*/ 1677962 w 5026"/>
              <a:gd name="T51" fmla="*/ 1881532 h 5027"/>
              <a:gd name="T52" fmla="*/ 1723824 w 5026"/>
              <a:gd name="T53" fmla="*/ 1861093 h 5027"/>
              <a:gd name="T54" fmla="*/ 1766275 w 5026"/>
              <a:gd name="T55" fmla="*/ 1834219 h 5027"/>
              <a:gd name="T56" fmla="*/ 1803799 w 5026"/>
              <a:gd name="T57" fmla="*/ 1801290 h 5027"/>
              <a:gd name="T58" fmla="*/ 1836396 w 5026"/>
              <a:gd name="T59" fmla="*/ 1763818 h 5027"/>
              <a:gd name="T60" fmla="*/ 1863686 w 5026"/>
              <a:gd name="T61" fmla="*/ 1721426 h 5027"/>
              <a:gd name="T62" fmla="*/ 1884153 w 5026"/>
              <a:gd name="T63" fmla="*/ 1675627 h 5027"/>
              <a:gd name="T64" fmla="*/ 1898177 w 5026"/>
              <a:gd name="T65" fmla="*/ 1626422 h 5027"/>
              <a:gd name="T66" fmla="*/ 1904621 w 5026"/>
              <a:gd name="T67" fmla="*/ 1574567 h 5027"/>
              <a:gd name="T68" fmla="*/ 1905000 w 5026"/>
              <a:gd name="T69" fmla="*/ 345951 h 5027"/>
              <a:gd name="T70" fmla="*/ 1901210 w 5026"/>
              <a:gd name="T71" fmla="*/ 293339 h 5027"/>
              <a:gd name="T72" fmla="*/ 1889839 w 5026"/>
              <a:gd name="T73" fmla="*/ 242998 h 5027"/>
              <a:gd name="T74" fmla="*/ 1870887 w 5026"/>
              <a:gd name="T75" fmla="*/ 196064 h 5027"/>
              <a:gd name="T76" fmla="*/ 1846250 w 5026"/>
              <a:gd name="T77" fmla="*/ 152915 h 5027"/>
              <a:gd name="T78" fmla="*/ 1815170 w 5026"/>
              <a:gd name="T79" fmla="*/ 113551 h 5027"/>
              <a:gd name="T80" fmla="*/ 1779162 w 5026"/>
              <a:gd name="T81" fmla="*/ 79107 h 5027"/>
              <a:gd name="T82" fmla="*/ 1738606 w 5026"/>
              <a:gd name="T83" fmla="*/ 50341 h 5027"/>
              <a:gd name="T84" fmla="*/ 1693881 w 5026"/>
              <a:gd name="T85" fmla="*/ 27252 h 5027"/>
              <a:gd name="T86" fmla="*/ 1645744 w 5026"/>
              <a:gd name="T87" fmla="*/ 10977 h 5027"/>
              <a:gd name="T88" fmla="*/ 1594196 w 5026"/>
              <a:gd name="T89" fmla="*/ 1893 h 5027"/>
              <a:gd name="T90" fmla="*/ 1559326 w 5026"/>
              <a:gd name="T91" fmla="*/ 1124529 h 5027"/>
              <a:gd name="T92" fmla="*/ 779663 w 5026"/>
              <a:gd name="T93" fmla="*/ 1557156 h 5027"/>
              <a:gd name="T94" fmla="*/ 346433 w 5026"/>
              <a:gd name="T95" fmla="*/ 778578 h 5027"/>
              <a:gd name="T96" fmla="*/ 1126095 w 5026"/>
              <a:gd name="T97" fmla="*/ 345951 h 5027"/>
              <a:gd name="T98" fmla="*/ 1559326 w 5026"/>
              <a:gd name="T99" fmla="*/ 1124529 h 502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026" h="5027">
                <a:moveTo>
                  <a:pt x="4113" y="0"/>
                </a:moveTo>
                <a:lnTo>
                  <a:pt x="914" y="0"/>
                </a:lnTo>
                <a:lnTo>
                  <a:pt x="867" y="1"/>
                </a:lnTo>
                <a:lnTo>
                  <a:pt x="821" y="5"/>
                </a:lnTo>
                <a:lnTo>
                  <a:pt x="775" y="11"/>
                </a:lnTo>
                <a:lnTo>
                  <a:pt x="730" y="19"/>
                </a:lnTo>
                <a:lnTo>
                  <a:pt x="686" y="29"/>
                </a:lnTo>
                <a:lnTo>
                  <a:pt x="642" y="42"/>
                </a:lnTo>
                <a:lnTo>
                  <a:pt x="599" y="56"/>
                </a:lnTo>
                <a:lnTo>
                  <a:pt x="558" y="72"/>
                </a:lnTo>
                <a:lnTo>
                  <a:pt x="518" y="90"/>
                </a:lnTo>
                <a:lnTo>
                  <a:pt x="478" y="111"/>
                </a:lnTo>
                <a:lnTo>
                  <a:pt x="440" y="133"/>
                </a:lnTo>
                <a:lnTo>
                  <a:pt x="404" y="156"/>
                </a:lnTo>
                <a:lnTo>
                  <a:pt x="368" y="182"/>
                </a:lnTo>
                <a:lnTo>
                  <a:pt x="333" y="209"/>
                </a:lnTo>
                <a:lnTo>
                  <a:pt x="300" y="238"/>
                </a:lnTo>
                <a:lnTo>
                  <a:pt x="268" y="268"/>
                </a:lnTo>
                <a:lnTo>
                  <a:pt x="238" y="300"/>
                </a:lnTo>
                <a:lnTo>
                  <a:pt x="209" y="333"/>
                </a:lnTo>
                <a:lnTo>
                  <a:pt x="181" y="368"/>
                </a:lnTo>
                <a:lnTo>
                  <a:pt x="156" y="404"/>
                </a:lnTo>
                <a:lnTo>
                  <a:pt x="133" y="440"/>
                </a:lnTo>
                <a:lnTo>
                  <a:pt x="111" y="478"/>
                </a:lnTo>
                <a:lnTo>
                  <a:pt x="90" y="518"/>
                </a:lnTo>
                <a:lnTo>
                  <a:pt x="72" y="558"/>
                </a:lnTo>
                <a:lnTo>
                  <a:pt x="56" y="599"/>
                </a:lnTo>
                <a:lnTo>
                  <a:pt x="42" y="642"/>
                </a:lnTo>
                <a:lnTo>
                  <a:pt x="29" y="686"/>
                </a:lnTo>
                <a:lnTo>
                  <a:pt x="19" y="730"/>
                </a:lnTo>
                <a:lnTo>
                  <a:pt x="11" y="775"/>
                </a:lnTo>
                <a:lnTo>
                  <a:pt x="5" y="821"/>
                </a:lnTo>
                <a:lnTo>
                  <a:pt x="1" y="867"/>
                </a:lnTo>
                <a:lnTo>
                  <a:pt x="0" y="914"/>
                </a:lnTo>
                <a:lnTo>
                  <a:pt x="0" y="4113"/>
                </a:lnTo>
                <a:lnTo>
                  <a:pt x="1" y="4160"/>
                </a:lnTo>
                <a:lnTo>
                  <a:pt x="5" y="4206"/>
                </a:lnTo>
                <a:lnTo>
                  <a:pt x="11" y="4252"/>
                </a:lnTo>
                <a:lnTo>
                  <a:pt x="19" y="4297"/>
                </a:lnTo>
                <a:lnTo>
                  <a:pt x="29" y="4341"/>
                </a:lnTo>
                <a:lnTo>
                  <a:pt x="42" y="4385"/>
                </a:lnTo>
                <a:lnTo>
                  <a:pt x="56" y="4427"/>
                </a:lnTo>
                <a:lnTo>
                  <a:pt x="72" y="4469"/>
                </a:lnTo>
                <a:lnTo>
                  <a:pt x="90" y="4509"/>
                </a:lnTo>
                <a:lnTo>
                  <a:pt x="111" y="4548"/>
                </a:lnTo>
                <a:lnTo>
                  <a:pt x="133" y="4588"/>
                </a:lnTo>
                <a:lnTo>
                  <a:pt x="156" y="4624"/>
                </a:lnTo>
                <a:lnTo>
                  <a:pt x="181" y="4660"/>
                </a:lnTo>
                <a:lnTo>
                  <a:pt x="209" y="4695"/>
                </a:lnTo>
                <a:lnTo>
                  <a:pt x="238" y="4728"/>
                </a:lnTo>
                <a:lnTo>
                  <a:pt x="268" y="4759"/>
                </a:lnTo>
                <a:lnTo>
                  <a:pt x="300" y="4789"/>
                </a:lnTo>
                <a:lnTo>
                  <a:pt x="333" y="4818"/>
                </a:lnTo>
                <a:lnTo>
                  <a:pt x="368" y="4846"/>
                </a:lnTo>
                <a:lnTo>
                  <a:pt x="404" y="4871"/>
                </a:lnTo>
                <a:lnTo>
                  <a:pt x="440" y="4895"/>
                </a:lnTo>
                <a:lnTo>
                  <a:pt x="478" y="4917"/>
                </a:lnTo>
                <a:lnTo>
                  <a:pt x="518" y="4937"/>
                </a:lnTo>
                <a:lnTo>
                  <a:pt x="558" y="4955"/>
                </a:lnTo>
                <a:lnTo>
                  <a:pt x="599" y="4971"/>
                </a:lnTo>
                <a:lnTo>
                  <a:pt x="642" y="4986"/>
                </a:lnTo>
                <a:lnTo>
                  <a:pt x="686" y="4999"/>
                </a:lnTo>
                <a:lnTo>
                  <a:pt x="730" y="5008"/>
                </a:lnTo>
                <a:lnTo>
                  <a:pt x="775" y="5016"/>
                </a:lnTo>
                <a:lnTo>
                  <a:pt x="821" y="5022"/>
                </a:lnTo>
                <a:lnTo>
                  <a:pt x="867" y="5025"/>
                </a:lnTo>
                <a:lnTo>
                  <a:pt x="914" y="5027"/>
                </a:lnTo>
                <a:lnTo>
                  <a:pt x="4113" y="5027"/>
                </a:lnTo>
                <a:lnTo>
                  <a:pt x="4160" y="5025"/>
                </a:lnTo>
                <a:lnTo>
                  <a:pt x="4206" y="5022"/>
                </a:lnTo>
                <a:lnTo>
                  <a:pt x="4252" y="5016"/>
                </a:lnTo>
                <a:lnTo>
                  <a:pt x="4297" y="5008"/>
                </a:lnTo>
                <a:lnTo>
                  <a:pt x="4342" y="4999"/>
                </a:lnTo>
                <a:lnTo>
                  <a:pt x="4384" y="4986"/>
                </a:lnTo>
                <a:lnTo>
                  <a:pt x="4427" y="4971"/>
                </a:lnTo>
                <a:lnTo>
                  <a:pt x="4469" y="4955"/>
                </a:lnTo>
                <a:lnTo>
                  <a:pt x="4509" y="4937"/>
                </a:lnTo>
                <a:lnTo>
                  <a:pt x="4548" y="4917"/>
                </a:lnTo>
                <a:lnTo>
                  <a:pt x="4587" y="4895"/>
                </a:lnTo>
                <a:lnTo>
                  <a:pt x="4624" y="4871"/>
                </a:lnTo>
                <a:lnTo>
                  <a:pt x="4660" y="4846"/>
                </a:lnTo>
                <a:lnTo>
                  <a:pt x="4694" y="4818"/>
                </a:lnTo>
                <a:lnTo>
                  <a:pt x="4728" y="4789"/>
                </a:lnTo>
                <a:lnTo>
                  <a:pt x="4759" y="4759"/>
                </a:lnTo>
                <a:lnTo>
                  <a:pt x="4789" y="4728"/>
                </a:lnTo>
                <a:lnTo>
                  <a:pt x="4818" y="4695"/>
                </a:lnTo>
                <a:lnTo>
                  <a:pt x="4845" y="4660"/>
                </a:lnTo>
                <a:lnTo>
                  <a:pt x="4871" y="4624"/>
                </a:lnTo>
                <a:lnTo>
                  <a:pt x="4895" y="4588"/>
                </a:lnTo>
                <a:lnTo>
                  <a:pt x="4917" y="4548"/>
                </a:lnTo>
                <a:lnTo>
                  <a:pt x="4936" y="4509"/>
                </a:lnTo>
                <a:lnTo>
                  <a:pt x="4955" y="4469"/>
                </a:lnTo>
                <a:lnTo>
                  <a:pt x="4971" y="4427"/>
                </a:lnTo>
                <a:lnTo>
                  <a:pt x="4986" y="4385"/>
                </a:lnTo>
                <a:lnTo>
                  <a:pt x="4997" y="4341"/>
                </a:lnTo>
                <a:lnTo>
                  <a:pt x="5008" y="4297"/>
                </a:lnTo>
                <a:lnTo>
                  <a:pt x="5016" y="4252"/>
                </a:lnTo>
                <a:lnTo>
                  <a:pt x="5022" y="4206"/>
                </a:lnTo>
                <a:lnTo>
                  <a:pt x="5025" y="4160"/>
                </a:lnTo>
                <a:lnTo>
                  <a:pt x="5026" y="4113"/>
                </a:lnTo>
                <a:lnTo>
                  <a:pt x="5026" y="914"/>
                </a:lnTo>
                <a:lnTo>
                  <a:pt x="5025" y="867"/>
                </a:lnTo>
                <a:lnTo>
                  <a:pt x="5022" y="821"/>
                </a:lnTo>
                <a:lnTo>
                  <a:pt x="5016" y="775"/>
                </a:lnTo>
                <a:lnTo>
                  <a:pt x="5008" y="730"/>
                </a:lnTo>
                <a:lnTo>
                  <a:pt x="4997" y="686"/>
                </a:lnTo>
                <a:lnTo>
                  <a:pt x="4986" y="642"/>
                </a:lnTo>
                <a:lnTo>
                  <a:pt x="4971" y="599"/>
                </a:lnTo>
                <a:lnTo>
                  <a:pt x="4955" y="558"/>
                </a:lnTo>
                <a:lnTo>
                  <a:pt x="4936" y="518"/>
                </a:lnTo>
                <a:lnTo>
                  <a:pt x="4917" y="478"/>
                </a:lnTo>
                <a:lnTo>
                  <a:pt x="4895" y="440"/>
                </a:lnTo>
                <a:lnTo>
                  <a:pt x="4871" y="404"/>
                </a:lnTo>
                <a:lnTo>
                  <a:pt x="4845" y="368"/>
                </a:lnTo>
                <a:lnTo>
                  <a:pt x="4818" y="333"/>
                </a:lnTo>
                <a:lnTo>
                  <a:pt x="4789" y="300"/>
                </a:lnTo>
                <a:lnTo>
                  <a:pt x="4759" y="268"/>
                </a:lnTo>
                <a:lnTo>
                  <a:pt x="4728" y="238"/>
                </a:lnTo>
                <a:lnTo>
                  <a:pt x="4694" y="209"/>
                </a:lnTo>
                <a:lnTo>
                  <a:pt x="4660" y="182"/>
                </a:lnTo>
                <a:lnTo>
                  <a:pt x="4624" y="156"/>
                </a:lnTo>
                <a:lnTo>
                  <a:pt x="4587" y="133"/>
                </a:lnTo>
                <a:lnTo>
                  <a:pt x="4548" y="111"/>
                </a:lnTo>
                <a:lnTo>
                  <a:pt x="4509" y="90"/>
                </a:lnTo>
                <a:lnTo>
                  <a:pt x="4469" y="72"/>
                </a:lnTo>
                <a:lnTo>
                  <a:pt x="4427" y="56"/>
                </a:lnTo>
                <a:lnTo>
                  <a:pt x="4384" y="42"/>
                </a:lnTo>
                <a:lnTo>
                  <a:pt x="4342" y="29"/>
                </a:lnTo>
                <a:lnTo>
                  <a:pt x="4297" y="19"/>
                </a:lnTo>
                <a:lnTo>
                  <a:pt x="4252" y="11"/>
                </a:lnTo>
                <a:lnTo>
                  <a:pt x="4206" y="5"/>
                </a:lnTo>
                <a:lnTo>
                  <a:pt x="4160" y="1"/>
                </a:lnTo>
                <a:lnTo>
                  <a:pt x="4113" y="0"/>
                </a:lnTo>
                <a:close/>
                <a:moveTo>
                  <a:pt x="4114" y="2971"/>
                </a:moveTo>
                <a:lnTo>
                  <a:pt x="2971" y="2971"/>
                </a:lnTo>
                <a:lnTo>
                  <a:pt x="2971" y="4114"/>
                </a:lnTo>
                <a:lnTo>
                  <a:pt x="2057" y="4114"/>
                </a:lnTo>
                <a:lnTo>
                  <a:pt x="2057" y="2971"/>
                </a:lnTo>
                <a:lnTo>
                  <a:pt x="914" y="2971"/>
                </a:lnTo>
                <a:lnTo>
                  <a:pt x="914" y="2057"/>
                </a:lnTo>
                <a:lnTo>
                  <a:pt x="2057" y="2057"/>
                </a:lnTo>
                <a:lnTo>
                  <a:pt x="2057" y="914"/>
                </a:lnTo>
                <a:lnTo>
                  <a:pt x="2971" y="914"/>
                </a:lnTo>
                <a:lnTo>
                  <a:pt x="2971" y="2057"/>
                </a:lnTo>
                <a:lnTo>
                  <a:pt x="4114" y="2057"/>
                </a:lnTo>
                <a:lnTo>
                  <a:pt x="4114" y="2971"/>
                </a:lnTo>
                <a:close/>
              </a:path>
            </a:pathLst>
          </a:custGeom>
          <a:solidFill>
            <a:srgbClr val="1F717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algn="ctr">
              <a:defRPr/>
            </a:pPr>
            <a:endParaRPr lang="zh-CN" altLang="en-US" sz="2000" b="1">
              <a:solidFill>
                <a:schemeClr val="tx1">
                  <a:lumMod val="75000"/>
                  <a:lumOff val="25000"/>
                </a:schemeClr>
              </a:solidFill>
            </a:endParaRPr>
          </a:p>
        </p:txBody>
      </p:sp>
      <p:sp>
        <p:nvSpPr>
          <p:cNvPr id="20" name="TextBox 7"/>
          <p:cNvSpPr txBox="1"/>
          <p:nvPr/>
        </p:nvSpPr>
        <p:spPr>
          <a:xfrm>
            <a:off x="7413480" y="4398863"/>
            <a:ext cx="3691741" cy="408274"/>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rPr>
              <a:t>符号类对象</a:t>
            </a:r>
          </a:p>
        </p:txBody>
      </p:sp>
      <p:sp>
        <p:nvSpPr>
          <p:cNvPr id="2" name="标题 1">
            <a:extLst>
              <a:ext uri="{FF2B5EF4-FFF2-40B4-BE49-F238E27FC236}">
                <a16:creationId xmlns:a16="http://schemas.microsoft.com/office/drawing/2014/main" id="{F484D619-2E77-88ED-3C77-4BDA334B5EE0}"/>
              </a:ext>
            </a:extLst>
          </p:cNvPr>
          <p:cNvSpPr>
            <a:spLocks noGrp="1"/>
          </p:cNvSpPr>
          <p:nvPr>
            <p:ph type="title"/>
          </p:nvPr>
        </p:nvSpPr>
        <p:spPr>
          <a:xfrm>
            <a:off x="3990938" y="2660328"/>
            <a:ext cx="6946352" cy="869939"/>
          </a:xfrm>
        </p:spPr>
        <p:txBody>
          <a:bodyPr/>
          <a:lstStyle/>
          <a:p>
            <a:r>
              <a:rPr lang="zh-CN" altLang="en-US" dirty="0"/>
              <a:t>插入各类对象</a:t>
            </a:r>
          </a:p>
        </p:txBody>
      </p:sp>
      <p:sp>
        <p:nvSpPr>
          <p:cNvPr id="3" name="文本占位符 2">
            <a:extLst>
              <a:ext uri="{FF2B5EF4-FFF2-40B4-BE49-F238E27FC236}">
                <a16:creationId xmlns:a16="http://schemas.microsoft.com/office/drawing/2014/main" id="{554F86BF-BA50-148C-0ABC-4F0328D8ADAC}"/>
              </a:ext>
            </a:extLst>
          </p:cNvPr>
          <p:cNvSpPr>
            <a:spLocks noGrp="1"/>
          </p:cNvSpPr>
          <p:nvPr>
            <p:ph type="body" sz="quarter" idx="10"/>
          </p:nvPr>
        </p:nvSpPr>
        <p:spPr>
          <a:xfrm>
            <a:off x="1653067" y="2921168"/>
            <a:ext cx="1728000" cy="1015663"/>
          </a:xfrm>
        </p:spPr>
        <p:txBody>
          <a:bodyPr/>
          <a:lstStyle/>
          <a:p>
            <a:r>
              <a:rPr lang="en-US" altLang="zh-CN" dirty="0"/>
              <a:t>1.4</a:t>
            </a:r>
            <a:endParaRPr lang="zh-CN" alt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插入各类对象 </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sz="2800" b="1" spc="225" dirty="0">
                <a:solidFill>
                  <a:srgbClr val="006370"/>
                </a:solidFill>
                <a:latin typeface="微软雅黑" panose="020B0503020204020204" pitchFamily="34" charset="-122"/>
                <a:ea typeface="微软雅黑" panose="020B0503020204020204" pitchFamily="34" charset="-122"/>
              </a:rPr>
              <a:t>1</a:t>
            </a:r>
            <a:r>
              <a:rPr sz="2800" b="1" spc="225" dirty="0">
                <a:solidFill>
                  <a:srgbClr val="006370"/>
                </a:solidFill>
                <a:latin typeface="微软雅黑" panose="020B0503020204020204" pitchFamily="34" charset="-122"/>
                <a:ea typeface="微软雅黑" panose="020B0503020204020204" pitchFamily="34" charset="-122"/>
              </a:rPr>
              <a:t>.</a:t>
            </a:r>
            <a:r>
              <a:rPr lang="en-US" sz="2800" b="1" spc="225" dirty="0">
                <a:solidFill>
                  <a:srgbClr val="006370"/>
                </a:solidFill>
                <a:latin typeface="微软雅黑" panose="020B0503020204020204" pitchFamily="34" charset="-122"/>
                <a:ea typeface="微软雅黑" panose="020B0503020204020204" pitchFamily="34" charset="-122"/>
              </a:rPr>
              <a:t>1.1</a:t>
            </a:r>
            <a:r>
              <a:rPr lang="en-US" sz="2800" b="1" spc="225" dirty="0">
                <a:solidFill>
                  <a:srgbClr val="006370"/>
                </a:solidFill>
                <a:latin typeface="微软雅黑" panose="020B0503020204020204" pitchFamily="34" charset="-122"/>
                <a:ea typeface="微软雅黑" panose="020B0503020204020204" pitchFamily="34" charset="-122"/>
                <a:sym typeface="+mn-ea"/>
              </a:rPr>
              <a:t>文本类对象</a:t>
            </a:r>
          </a:p>
        </p:txBody>
      </p:sp>
      <p:sp>
        <p:nvSpPr>
          <p:cNvPr id="3" name="文本框 2"/>
          <p:cNvSpPr txBox="1"/>
          <p:nvPr/>
        </p:nvSpPr>
        <p:spPr>
          <a:xfrm>
            <a:off x="895498" y="1369209"/>
            <a:ext cx="6468340" cy="5262245"/>
          </a:xfrm>
          <a:prstGeom prst="rect">
            <a:avLst/>
          </a:prstGeom>
          <a:noFill/>
        </p:spPr>
        <p:txBody>
          <a:bodyPr wrap="square" rtlCol="0" anchor="t">
            <a:spAutoFit/>
          </a:bodyPr>
          <a:lstStyle/>
          <a:p>
            <a:pPr marL="285750" fontAlgn="auto">
              <a:lnSpc>
                <a:spcPct val="150000"/>
              </a:lnSpc>
              <a:spcBef>
                <a:spcPts val="1200"/>
              </a:spcBef>
            </a:pPr>
            <a:r>
              <a:rPr lang="zh-CN" sz="2400" b="1" dirty="0"/>
              <a:t>1.插入文本框</a:t>
            </a:r>
          </a:p>
          <a:p>
            <a:pPr marL="285750" indent="508000" fontAlgn="auto">
              <a:lnSpc>
                <a:spcPct val="150000"/>
              </a:lnSpc>
              <a:spcBef>
                <a:spcPts val="1200"/>
              </a:spcBef>
              <a:buFont typeface="Wingdings" panose="05000000000000000000" charset="0"/>
              <a:buChar char="Ø"/>
              <a:extLst>
                <a:ext uri="{35155182-B16C-46BC-9424-99874614C6A1}">
                  <wpsdc:indentchars xmlns:wpsdc="http://www.wps.cn/officeDocument/2017/drawingmlCustomData" xmlns="" val="200" checksum="282533468"/>
                </a:ext>
              </a:extLst>
            </a:pPr>
            <a:r>
              <a:rPr lang="zh-CN" sz="2000" dirty="0"/>
              <a:t>Word文档编辑区即是最大的文本编辑区域，在当前文档编辑区插入文本框，可以灵活自由地设置文本框的位置、文字大小等，以获得特殊的文字效果</a:t>
            </a:r>
            <a:endParaRPr lang="en-US" altLang="zh-CN" sz="2000" dirty="0"/>
          </a:p>
          <a:p>
            <a:pPr marL="285750" indent="508000" fontAlgn="auto">
              <a:lnSpc>
                <a:spcPct val="150000"/>
              </a:lnSpc>
              <a:spcBef>
                <a:spcPts val="1200"/>
              </a:spcBef>
              <a:buFont typeface="Wingdings" panose="05000000000000000000" charset="0"/>
              <a:buChar char="Ø"/>
              <a:extLst>
                <a:ext uri="{35155182-B16C-46BC-9424-99874614C6A1}">
                  <wpsdc:indentchars xmlns:wpsdc="http://www.wps.cn/officeDocument/2017/drawingmlCustomData" xmlns="" val="200" checksum="282533468"/>
                </a:ext>
              </a:extLst>
            </a:pPr>
            <a:r>
              <a:rPr lang="zh-CN" sz="2000" dirty="0"/>
              <a:t>插入文本框的方法步骤如下：</a:t>
            </a:r>
          </a:p>
          <a:p>
            <a:pPr marL="285750" fontAlgn="auto">
              <a:lnSpc>
                <a:spcPct val="150000"/>
              </a:lnSpc>
              <a:spcBef>
                <a:spcPts val="1200"/>
              </a:spcBef>
            </a:pPr>
            <a:r>
              <a:rPr lang="zh-CN" sz="2000" dirty="0"/>
              <a:t>（1）单击“插入”选项卡功能区中的“文本框”按钮，在弹出的下拉列表中，可以单击选择“横向”“竖向”“多行文字”等文本框样式，在当前文档编辑区内按住鼠标左键并拖拽，即可在当前页面插入绘制的文本框，在该文本框内即可输入文字</a:t>
            </a:r>
          </a:p>
        </p:txBody>
      </p:sp>
      <p:pic>
        <p:nvPicPr>
          <p:cNvPr id="2" name="图片 206" descr="D:\书稿《大学计算机应用基础教程》\3.插图\第4章 WPS文档编辑插图\4-39.jpg4-39"/>
          <p:cNvPicPr>
            <a:picLocks noChangeAspect="1"/>
          </p:cNvPicPr>
          <p:nvPr/>
        </p:nvPicPr>
        <p:blipFill>
          <a:blip r:embed="rId3"/>
          <a:srcRect/>
          <a:stretch>
            <a:fillRect/>
          </a:stretch>
        </p:blipFill>
        <p:spPr>
          <a:xfrm>
            <a:off x="7527290" y="1466215"/>
            <a:ext cx="3704590" cy="4815840"/>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插入各类对象 </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967105" y="1624330"/>
            <a:ext cx="5935345" cy="2861310"/>
          </a:xfrm>
          <a:prstGeom prst="rect">
            <a:avLst/>
          </a:prstGeom>
          <a:noFill/>
        </p:spPr>
        <p:txBody>
          <a:bodyPr wrap="square" rtlCol="0" anchor="t">
            <a:spAutoFit/>
          </a:bodyPr>
          <a:lstStyle/>
          <a:p>
            <a:pPr marL="285750" fontAlgn="auto">
              <a:lnSpc>
                <a:spcPct val="150000"/>
              </a:lnSpc>
              <a:spcBef>
                <a:spcPts val="1200"/>
              </a:spcBef>
            </a:pPr>
            <a:r>
              <a:rPr lang="zh-CN" sz="2000" dirty="0"/>
              <a:t>（2）还可以单击“插入”选项卡功能区中的“形状”按钮，在弹出的下拉列表中单击选择“基本形状”区中的第一个按钮“文本框”，或者单击第二个按钮“垂直文本框”；然后将光标移动到文档编辑区中，同样会变为十字形，拖拽鼠标也可绘制出文本框</a:t>
            </a:r>
          </a:p>
        </p:txBody>
      </p:sp>
      <p:pic>
        <p:nvPicPr>
          <p:cNvPr id="4" name="图片 207" descr="D:\书稿《大学计算机应用基础教程》\3.插图\第4章 WPS文档编辑插图\4-40.jpg4-40"/>
          <p:cNvPicPr>
            <a:picLocks noChangeAspect="1"/>
          </p:cNvPicPr>
          <p:nvPr/>
        </p:nvPicPr>
        <p:blipFill>
          <a:blip r:embed="rId3"/>
          <a:srcRect/>
          <a:stretch>
            <a:fillRect/>
          </a:stretch>
        </p:blipFill>
        <p:spPr>
          <a:xfrm>
            <a:off x="7051675" y="1197610"/>
            <a:ext cx="3949700" cy="5158105"/>
          </a:xfrm>
          <a:prstGeom prst="rect">
            <a:avLst/>
          </a:prstGeom>
        </p:spPr>
      </p:pic>
      <p:cxnSp>
        <p:nvCxnSpPr>
          <p:cNvPr id="5" name="直接箭头连接符 4"/>
          <p:cNvCxnSpPr/>
          <p:nvPr/>
        </p:nvCxnSpPr>
        <p:spPr>
          <a:xfrm flipV="1">
            <a:off x="6466205" y="2709545"/>
            <a:ext cx="603250" cy="2106295"/>
          </a:xfrm>
          <a:prstGeom prst="straightConnector1">
            <a:avLst/>
          </a:prstGeom>
          <a:ln w="38100">
            <a:solidFill>
              <a:srgbClr val="C00000"/>
            </a:solidFill>
            <a:headEnd type="none"/>
            <a:tailEnd type="triangle" w="med" len="med"/>
          </a:ln>
        </p:spPr>
        <p:style>
          <a:lnRef idx="2">
            <a:schemeClr val="accent1"/>
          </a:lnRef>
          <a:fillRef idx="0">
            <a:srgbClr val="FFFFFF"/>
          </a:fillRef>
          <a:effectRef idx="0">
            <a:srgbClr val="FFFFFF"/>
          </a:effectRef>
          <a:fontRef idx="minor">
            <a:schemeClr val="tx1"/>
          </a:fontRef>
        </p:style>
      </p:cxnSp>
      <p:sp>
        <p:nvSpPr>
          <p:cNvPr id="6" name="文本框 5">
            <a:extLst>
              <a:ext uri="{FF2B5EF4-FFF2-40B4-BE49-F238E27FC236}">
                <a16:creationId xmlns:a16="http://schemas.microsoft.com/office/drawing/2014/main" id="{DD3A5FAF-84DC-B8C5-5934-C98A47774D8A}"/>
              </a:ext>
            </a:extLst>
          </p:cNvPr>
          <p:cNvSpPr txBox="1"/>
          <p:nvPr/>
        </p:nvSpPr>
        <p:spPr>
          <a:xfrm>
            <a:off x="5751195" y="626745"/>
            <a:ext cx="5436235" cy="521970"/>
          </a:xfrm>
          <a:prstGeom prst="rect">
            <a:avLst/>
          </a:prstGeom>
          <a:noFill/>
        </p:spPr>
        <p:txBody>
          <a:bodyPr wrap="square">
            <a:spAutoFit/>
          </a:bodyPr>
          <a:lstStyle/>
          <a:p>
            <a:r>
              <a:rPr lang="en-US" sz="2800" b="1" spc="225" dirty="0">
                <a:solidFill>
                  <a:srgbClr val="006370"/>
                </a:solidFill>
                <a:latin typeface="微软雅黑" panose="020B0503020204020204" pitchFamily="34" charset="-122"/>
                <a:ea typeface="微软雅黑" panose="020B0503020204020204" pitchFamily="34" charset="-122"/>
              </a:rPr>
              <a:t>1</a:t>
            </a:r>
            <a:r>
              <a:rPr sz="2800" b="1" spc="225" dirty="0">
                <a:solidFill>
                  <a:srgbClr val="006370"/>
                </a:solidFill>
                <a:latin typeface="微软雅黑" panose="020B0503020204020204" pitchFamily="34" charset="-122"/>
                <a:ea typeface="微软雅黑" panose="020B0503020204020204" pitchFamily="34" charset="-122"/>
              </a:rPr>
              <a:t>.</a:t>
            </a:r>
            <a:r>
              <a:rPr lang="en-US" sz="2800" b="1" spc="225" dirty="0">
                <a:solidFill>
                  <a:srgbClr val="006370"/>
                </a:solidFill>
                <a:latin typeface="微软雅黑" panose="020B0503020204020204" pitchFamily="34" charset="-122"/>
                <a:ea typeface="微软雅黑" panose="020B0503020204020204" pitchFamily="34" charset="-122"/>
              </a:rPr>
              <a:t>1.1</a:t>
            </a:r>
            <a:r>
              <a:rPr lang="en-US" sz="2800" b="1" spc="225" dirty="0">
                <a:solidFill>
                  <a:srgbClr val="006370"/>
                </a:solidFill>
                <a:latin typeface="微软雅黑" panose="020B0503020204020204" pitchFamily="34" charset="-122"/>
                <a:ea typeface="微软雅黑" panose="020B0503020204020204" pitchFamily="34" charset="-122"/>
                <a:sym typeface="+mn-ea"/>
              </a:rPr>
              <a:t>文本类对象</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插入各类对象 </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sz="2800" b="1" spc="225" dirty="0">
                <a:solidFill>
                  <a:srgbClr val="006370"/>
                </a:solidFill>
                <a:latin typeface="微软雅黑" panose="020B0503020204020204" pitchFamily="34" charset="-122"/>
                <a:ea typeface="微软雅黑" panose="020B0503020204020204" pitchFamily="34" charset="-122"/>
              </a:rPr>
              <a:t>1.1.1</a:t>
            </a:r>
            <a:r>
              <a:rPr lang="en-US" sz="2800" b="1" spc="225" dirty="0">
                <a:solidFill>
                  <a:srgbClr val="006370"/>
                </a:solidFill>
                <a:latin typeface="微软雅黑" panose="020B0503020204020204" pitchFamily="34" charset="-122"/>
                <a:ea typeface="微软雅黑" panose="020B0503020204020204" pitchFamily="34" charset="-122"/>
                <a:sym typeface="+mn-ea"/>
              </a:rPr>
              <a:t>文本类对象</a:t>
            </a:r>
          </a:p>
        </p:txBody>
      </p:sp>
      <p:sp>
        <p:nvSpPr>
          <p:cNvPr id="3" name="文本框 2"/>
          <p:cNvSpPr txBox="1"/>
          <p:nvPr/>
        </p:nvSpPr>
        <p:spPr>
          <a:xfrm>
            <a:off x="966975" y="1320270"/>
            <a:ext cx="10496550" cy="3415030"/>
          </a:xfrm>
          <a:prstGeom prst="rect">
            <a:avLst/>
          </a:prstGeom>
          <a:noFill/>
        </p:spPr>
        <p:txBody>
          <a:bodyPr wrap="square" rtlCol="0" anchor="t">
            <a:spAutoFit/>
          </a:bodyPr>
          <a:lstStyle/>
          <a:p>
            <a:pPr marL="285750" fontAlgn="auto">
              <a:lnSpc>
                <a:spcPct val="150000"/>
              </a:lnSpc>
              <a:spcBef>
                <a:spcPts val="1200"/>
              </a:spcBef>
            </a:pPr>
            <a:r>
              <a:rPr lang="zh-CN" sz="2400" b="1" dirty="0"/>
              <a:t>2.插入文档部件</a:t>
            </a:r>
          </a:p>
          <a:p>
            <a:pPr marL="285750" indent="508000" fontAlgn="auto">
              <a:lnSpc>
                <a:spcPct val="150000"/>
              </a:lnSpc>
              <a:spcBef>
                <a:spcPts val="1200"/>
              </a:spcBef>
              <a:buFont typeface="Wingdings" panose="05000000000000000000" charset="0"/>
              <a:buChar char="Ø"/>
              <a:extLst>
                <a:ext uri="{35155182-B16C-46BC-9424-99874614C6A1}">
                  <wpsdc:indentchars xmlns:wpsdc="http://www.wps.cn/officeDocument/2017/drawingmlCustomData" xmlns="" val="200" checksum="282533468"/>
                </a:ext>
              </a:extLst>
            </a:pPr>
            <a:r>
              <a:rPr lang="zh-CN" sz="2000" dirty="0"/>
              <a:t>Word文档常常需要输入重复的语句或者段落，可以采用“复制+粘贴”的方法，将该重复性的文字复制到剪贴板，然后重复粘贴即可</a:t>
            </a:r>
            <a:endParaRPr lang="en-US" altLang="zh-CN" sz="2000" dirty="0"/>
          </a:p>
          <a:p>
            <a:pPr marL="285750" indent="508000" fontAlgn="auto">
              <a:lnSpc>
                <a:spcPct val="150000"/>
              </a:lnSpc>
              <a:spcBef>
                <a:spcPts val="1200"/>
              </a:spcBef>
              <a:buFont typeface="Wingdings" panose="05000000000000000000" charset="0"/>
              <a:buChar char="Ø"/>
              <a:extLst>
                <a:ext uri="{35155182-B16C-46BC-9424-99874614C6A1}">
                  <wpsdc:indentchars xmlns:wpsdc="http://www.wps.cn/officeDocument/2017/drawingmlCustomData" xmlns="" val="200" checksum="282533468"/>
                </a:ext>
              </a:extLst>
            </a:pPr>
            <a:r>
              <a:rPr lang="zh-CN" sz="2000" dirty="0"/>
              <a:t>使用文档部件的方式，可以将重复的大段文字存储为文档部件，通过插入文档部件可以实现快速输入重复的文字</a:t>
            </a:r>
            <a:endParaRPr lang="en-US" altLang="zh-CN" sz="2000" dirty="0"/>
          </a:p>
          <a:p>
            <a:pPr marL="285750" indent="508000" fontAlgn="auto">
              <a:lnSpc>
                <a:spcPct val="150000"/>
              </a:lnSpc>
              <a:spcBef>
                <a:spcPts val="1200"/>
              </a:spcBef>
              <a:buFont typeface="Wingdings" panose="05000000000000000000" charset="0"/>
              <a:buChar char="Ø"/>
              <a:extLst>
                <a:ext uri="{35155182-B16C-46BC-9424-99874614C6A1}">
                  <wpsdc:indentchars xmlns:wpsdc="http://www.wps.cn/officeDocument/2017/drawingmlCustomData" xmlns="" val="200" checksum="282533468"/>
                </a:ext>
              </a:extLst>
            </a:pPr>
            <a:endParaRPr lang="zh-CN" sz="200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插入各类对象 </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sz="2800" b="1" spc="225" dirty="0">
                <a:solidFill>
                  <a:srgbClr val="006370"/>
                </a:solidFill>
                <a:latin typeface="微软雅黑" panose="020B0503020204020204" pitchFamily="34" charset="-122"/>
                <a:ea typeface="微软雅黑" panose="020B0503020204020204" pitchFamily="34" charset="-122"/>
              </a:rPr>
              <a:t>1.1.1</a:t>
            </a:r>
            <a:r>
              <a:rPr lang="en-US" sz="2800" b="1" spc="225" dirty="0">
                <a:solidFill>
                  <a:srgbClr val="006370"/>
                </a:solidFill>
                <a:latin typeface="微软雅黑" panose="020B0503020204020204" pitchFamily="34" charset="-122"/>
                <a:ea typeface="微软雅黑" panose="020B0503020204020204" pitchFamily="34" charset="-122"/>
                <a:sym typeface="+mn-ea"/>
              </a:rPr>
              <a:t>文本类对象</a:t>
            </a:r>
          </a:p>
        </p:txBody>
      </p:sp>
      <p:sp>
        <p:nvSpPr>
          <p:cNvPr id="3" name="文本框 2"/>
          <p:cNvSpPr txBox="1"/>
          <p:nvPr/>
        </p:nvSpPr>
        <p:spPr>
          <a:xfrm>
            <a:off x="967105" y="1528445"/>
            <a:ext cx="5471795" cy="2491740"/>
          </a:xfrm>
          <a:prstGeom prst="rect">
            <a:avLst/>
          </a:prstGeom>
          <a:noFill/>
        </p:spPr>
        <p:txBody>
          <a:bodyPr wrap="square" rtlCol="0" anchor="t">
            <a:spAutoFit/>
          </a:bodyPr>
          <a:lstStyle/>
          <a:p>
            <a:pPr marL="285750" fontAlgn="auto">
              <a:lnSpc>
                <a:spcPct val="150000"/>
              </a:lnSpc>
            </a:pPr>
            <a:r>
              <a:rPr lang="zh-CN" sz="2400" b="1" dirty="0"/>
              <a:t>3.插入艺术字</a:t>
            </a:r>
          </a:p>
          <a:p>
            <a:pPr marL="285750" indent="508000" fontAlgn="auto">
              <a:lnSpc>
                <a:spcPct val="150000"/>
              </a:lnSpc>
              <a:buFont typeface="Wingdings" panose="05000000000000000000" charset="0"/>
              <a:buChar char="Ø"/>
              <a:extLst>
                <a:ext uri="{35155182-B16C-46BC-9424-99874614C6A1}">
                  <wpsdc:indentchars xmlns:wpsdc="http://www.wps.cn/officeDocument/2017/drawingmlCustomData" xmlns="" val="200" checksum="282533468"/>
                </a:ext>
              </a:extLst>
            </a:pPr>
            <a:r>
              <a:rPr lang="zh-CN" sz="2000" dirty="0"/>
              <a:t>WPS文字文档中插入的艺术字是带有阴影、映像、发光、棱台、三维旋转、转换等文本特殊效果的装饰性变形文字，常用于文档中特色鲜明的标志或者标题</a:t>
            </a:r>
          </a:p>
        </p:txBody>
      </p:sp>
      <p:pic>
        <p:nvPicPr>
          <p:cNvPr id="2" name="图片 262" descr="D:\书稿《大学计算机应用基础教程》\3.插图\第4章 WPS文档编辑插图\4-41.jpg4-41"/>
          <p:cNvPicPr>
            <a:picLocks noChangeAspect="1"/>
          </p:cNvPicPr>
          <p:nvPr/>
        </p:nvPicPr>
        <p:blipFill>
          <a:blip r:embed="rId3"/>
          <a:srcRect/>
          <a:stretch>
            <a:fillRect/>
          </a:stretch>
        </p:blipFill>
        <p:spPr>
          <a:xfrm>
            <a:off x="6883400" y="1286510"/>
            <a:ext cx="3862705" cy="4850765"/>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图示 1"/>
          <p:cNvGraphicFramePr/>
          <p:nvPr>
            <p:extLst>
              <p:ext uri="{D42A27DB-BD31-4B8C-83A1-F6EECF244321}">
                <p14:modId xmlns:p14="http://schemas.microsoft.com/office/powerpoint/2010/main" val="1320869062"/>
              </p:ext>
            </p:extLst>
          </p:nvPr>
        </p:nvGraphicFramePr>
        <p:xfrm>
          <a:off x="8337437" y="1463040"/>
          <a:ext cx="3604266" cy="494646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插入各类对象 </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1065530" y="1093727"/>
            <a:ext cx="7230103" cy="4799965"/>
          </a:xfrm>
          <a:prstGeom prst="rect">
            <a:avLst/>
          </a:prstGeom>
          <a:noFill/>
        </p:spPr>
        <p:txBody>
          <a:bodyPr wrap="square" rtlCol="0" anchor="t">
            <a:spAutoFit/>
          </a:bodyPr>
          <a:lstStyle/>
          <a:p>
            <a:pPr marL="285750" fontAlgn="auto">
              <a:lnSpc>
                <a:spcPct val="150000"/>
              </a:lnSpc>
            </a:pPr>
            <a:r>
              <a:rPr lang="zh-CN" sz="2400" b="1" dirty="0"/>
              <a:t>1.插入形状</a:t>
            </a:r>
          </a:p>
          <a:p>
            <a:pPr marL="285750" fontAlgn="auto">
              <a:lnSpc>
                <a:spcPct val="150000"/>
              </a:lnSpc>
            </a:pPr>
            <a:r>
              <a:rPr lang="zh-CN" sz="2000" dirty="0"/>
              <a:t>Word文档中插入的形状，是一种矢量图形，可以无极缩放</a:t>
            </a:r>
          </a:p>
          <a:p>
            <a:pPr marL="285750" fontAlgn="auto">
              <a:lnSpc>
                <a:spcPct val="150000"/>
              </a:lnSpc>
            </a:pPr>
            <a:r>
              <a:rPr lang="zh-CN" sz="2000" b="1" dirty="0"/>
              <a:t>（1）插入自选形状</a:t>
            </a:r>
            <a:endParaRPr lang="en-US" altLang="zh-CN" sz="2000" b="1" dirty="0"/>
          </a:p>
          <a:p>
            <a:pPr marL="285750" indent="508000" fontAlgn="auto">
              <a:lnSpc>
                <a:spcPct val="150000"/>
              </a:lnSpc>
              <a:buFont typeface="Wingdings" panose="05000000000000000000" charset="0"/>
              <a:buChar char="Ø"/>
              <a:extLst>
                <a:ext uri="{35155182-B16C-46BC-9424-99874614C6A1}">
                  <wpsdc:indentchars xmlns:wpsdc="http://www.wps.cn/officeDocument/2017/drawingmlCustomData" xmlns="" val="200" checksum="282533468"/>
                </a:ext>
              </a:extLst>
            </a:pPr>
            <a:r>
              <a:rPr lang="zh-CN" sz="2000" dirty="0"/>
              <a:t>单击“插入”选项卡功能区中的“形状”按钮，在弹出的下拉列表中，单击选择需要绘制的形状</a:t>
            </a:r>
          </a:p>
          <a:p>
            <a:pPr marL="285750" indent="508000" fontAlgn="auto">
              <a:lnSpc>
                <a:spcPct val="150000"/>
              </a:lnSpc>
              <a:buFont typeface="Wingdings" panose="05000000000000000000" charset="0"/>
              <a:buChar char="Ø"/>
              <a:extLst>
                <a:ext uri="{35155182-B16C-46BC-9424-99874614C6A1}">
                  <wpsdc:indentchars xmlns:wpsdc="http://www.wps.cn/officeDocument/2017/drawingmlCustomData" xmlns="" val="200" checksum="282533468"/>
                </a:ext>
              </a:extLst>
            </a:pPr>
            <a:r>
              <a:rPr lang="zh-CN" sz="2000" dirty="0"/>
              <a:t>例如，选择“基本形状”中的“心形”，然后在文本编辑区中按住鼠标左键拖拽，即可绘制自选的图形</a:t>
            </a:r>
          </a:p>
          <a:p>
            <a:pPr marL="285750" indent="508000" fontAlgn="auto">
              <a:lnSpc>
                <a:spcPct val="150000"/>
              </a:lnSpc>
              <a:buFont typeface="Wingdings" panose="05000000000000000000" charset="0"/>
              <a:buChar char="Ø"/>
              <a:extLst>
                <a:ext uri="{35155182-B16C-46BC-9424-99874614C6A1}">
                  <wpsdc:indentchars xmlns:wpsdc="http://www.wps.cn/officeDocument/2017/drawingmlCustomData" xmlns="" val="200" checksum="282533468"/>
                </a:ext>
              </a:extLst>
            </a:pPr>
            <a:r>
              <a:rPr lang="zh-CN" sz="2000" dirty="0"/>
              <a:t>选中该形状，在“绘图工具”选项卡功能区中，单击“填充”“轮廓”或者“形状效果”按钮，即可进一步修改形状的样式效果</a:t>
            </a:r>
          </a:p>
        </p:txBody>
      </p:sp>
      <p:sp>
        <p:nvSpPr>
          <p:cNvPr id="5" name="文本框 4">
            <a:extLst>
              <a:ext uri="{FF2B5EF4-FFF2-40B4-BE49-F238E27FC236}">
                <a16:creationId xmlns:a16="http://schemas.microsoft.com/office/drawing/2014/main" id="{1AFFED42-1A09-C81A-FBC7-9166F0C27DC8}"/>
              </a:ext>
            </a:extLst>
          </p:cNvPr>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1.1.2 </a:t>
            </a:r>
            <a:r>
              <a:rPr lang="zh-CN" altLang="en-US" sz="2800" b="1" spc="225" dirty="0">
                <a:solidFill>
                  <a:srgbClr val="006370"/>
                </a:solidFill>
                <a:latin typeface="微软雅黑" panose="020B0503020204020204" pitchFamily="34" charset="-122"/>
                <a:ea typeface="微软雅黑" panose="020B0503020204020204" pitchFamily="34" charset="-122"/>
              </a:rPr>
              <a:t>图形类对象</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插入各类对象 </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966975" y="1335063"/>
            <a:ext cx="10509885" cy="1522789"/>
          </a:xfrm>
          <a:prstGeom prst="rect">
            <a:avLst/>
          </a:prstGeom>
          <a:noFill/>
        </p:spPr>
        <p:txBody>
          <a:bodyPr wrap="square" rtlCol="0" anchor="t">
            <a:spAutoFit/>
          </a:bodyPr>
          <a:lstStyle/>
          <a:p>
            <a:pPr marL="285750" fontAlgn="auto">
              <a:lnSpc>
                <a:spcPct val="150000"/>
              </a:lnSpc>
            </a:pPr>
            <a:r>
              <a:rPr lang="zh-CN" sz="2400" b="1" dirty="0"/>
              <a:t>（2）在形状中添加文字</a:t>
            </a:r>
            <a:endParaRPr lang="en-US" altLang="zh-CN" sz="2400" b="1" dirty="0"/>
          </a:p>
          <a:p>
            <a:pPr marL="285750" indent="508000" fontAlgn="auto">
              <a:lnSpc>
                <a:spcPct val="150000"/>
              </a:lnSpc>
              <a:buFont typeface="Wingdings" panose="05000000000000000000" charset="0"/>
              <a:buChar char="Ø"/>
              <a:extLst>
                <a:ext uri="{35155182-B16C-46BC-9424-99874614C6A1}">
                  <wpsdc:indentchars xmlns:wpsdc="http://www.wps.cn/officeDocument/2017/drawingmlCustomData" xmlns="" val="200" checksum="282533468"/>
                </a:ext>
              </a:extLst>
            </a:pPr>
            <a:r>
              <a:rPr lang="zh-CN" sz="2000" dirty="0"/>
              <a:t>右击已经绘制好的形状，在弹出的快捷菜单中选择“添加文字”命令，在形状中会出现插入点光标，此时即可输入需要的文字，例如“爱祖国”。</a:t>
            </a:r>
          </a:p>
        </p:txBody>
      </p:sp>
      <p:pic>
        <p:nvPicPr>
          <p:cNvPr id="2" name="图片 1"/>
          <p:cNvPicPr>
            <a:picLocks noChangeAspect="1"/>
          </p:cNvPicPr>
          <p:nvPr/>
        </p:nvPicPr>
        <p:blipFill>
          <a:blip r:embed="rId3"/>
          <a:stretch>
            <a:fillRect/>
          </a:stretch>
        </p:blipFill>
        <p:spPr>
          <a:xfrm>
            <a:off x="4122289" y="3198130"/>
            <a:ext cx="4199255" cy="3225165"/>
          </a:xfrm>
          <a:prstGeom prst="rect">
            <a:avLst/>
          </a:prstGeom>
        </p:spPr>
      </p:pic>
      <p:sp>
        <p:nvSpPr>
          <p:cNvPr id="5" name="文本框 4">
            <a:extLst>
              <a:ext uri="{FF2B5EF4-FFF2-40B4-BE49-F238E27FC236}">
                <a16:creationId xmlns:a16="http://schemas.microsoft.com/office/drawing/2014/main" id="{E8A61B03-F0A2-CF90-E13F-0873B789BD26}"/>
              </a:ext>
            </a:extLst>
          </p:cNvPr>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1.1.2 </a:t>
            </a:r>
            <a:r>
              <a:rPr lang="zh-CN" altLang="en-US" sz="2800" b="1" spc="225" dirty="0">
                <a:solidFill>
                  <a:srgbClr val="006370"/>
                </a:solidFill>
                <a:latin typeface="微软雅黑" panose="020B0503020204020204" pitchFamily="34" charset="-122"/>
                <a:ea typeface="微软雅黑" panose="020B0503020204020204" pitchFamily="34" charset="-122"/>
              </a:rPr>
              <a:t>图形类对象</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插入各类对象 </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1245870" y="1139825"/>
            <a:ext cx="10507345" cy="1568450"/>
          </a:xfrm>
          <a:prstGeom prst="rect">
            <a:avLst/>
          </a:prstGeom>
          <a:noFill/>
        </p:spPr>
        <p:txBody>
          <a:bodyPr wrap="square" rtlCol="0" anchor="t">
            <a:spAutoFit/>
          </a:bodyPr>
          <a:lstStyle/>
          <a:p>
            <a:pPr marL="285750" fontAlgn="auto">
              <a:lnSpc>
                <a:spcPct val="150000"/>
              </a:lnSpc>
            </a:pPr>
            <a:r>
              <a:rPr lang="zh-CN" sz="2400" b="1" dirty="0"/>
              <a:t>2.插入智能图形</a:t>
            </a:r>
          </a:p>
          <a:p>
            <a:pPr marL="285750" fontAlgn="auto">
              <a:lnSpc>
                <a:spcPct val="150000"/>
              </a:lnSpc>
            </a:pPr>
            <a:r>
              <a:rPr lang="zh-CN" sz="2000" dirty="0"/>
              <a:t>WPS文字文档中插入智能图形，使用图形化的表示方式来表达文本的内在逻辑关系，使得非专业设计人员也可以轻松地制作出各类图形样式。</a:t>
            </a:r>
          </a:p>
        </p:txBody>
      </p:sp>
      <p:pic>
        <p:nvPicPr>
          <p:cNvPr id="2" name="图片 330" descr="D:\书稿《大学计算机应用基础教程》\3.插图\第4章 WPS文档编辑插图\4-44.jpg4-44"/>
          <p:cNvPicPr>
            <a:picLocks noChangeAspect="1"/>
          </p:cNvPicPr>
          <p:nvPr/>
        </p:nvPicPr>
        <p:blipFill>
          <a:blip r:embed="rId3"/>
          <a:srcRect/>
          <a:stretch>
            <a:fillRect/>
          </a:stretch>
        </p:blipFill>
        <p:spPr>
          <a:xfrm>
            <a:off x="2391410" y="2792730"/>
            <a:ext cx="7955915" cy="3721735"/>
          </a:xfrm>
          <a:prstGeom prst="rect">
            <a:avLst/>
          </a:prstGeom>
        </p:spPr>
      </p:pic>
      <p:sp>
        <p:nvSpPr>
          <p:cNvPr id="5" name="文本框 4">
            <a:extLst>
              <a:ext uri="{FF2B5EF4-FFF2-40B4-BE49-F238E27FC236}">
                <a16:creationId xmlns:a16="http://schemas.microsoft.com/office/drawing/2014/main" id="{5276BA1E-5087-E83E-DA42-FB923C33712F}"/>
              </a:ext>
            </a:extLst>
          </p:cNvPr>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1.1.2 </a:t>
            </a:r>
            <a:r>
              <a:rPr lang="zh-CN" altLang="en-US" sz="2800" b="1" spc="225" dirty="0">
                <a:solidFill>
                  <a:srgbClr val="006370"/>
                </a:solidFill>
                <a:latin typeface="微软雅黑" panose="020B0503020204020204" pitchFamily="34" charset="-122"/>
                <a:ea typeface="微软雅黑" panose="020B0503020204020204" pitchFamily="34" charset="-122"/>
              </a:rPr>
              <a:t>图形类对象</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插入各类对象 </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1.1.3 </a:t>
            </a:r>
            <a:r>
              <a:rPr lang="zh-CN" altLang="en-US" sz="2800" b="1" spc="225" dirty="0">
                <a:solidFill>
                  <a:srgbClr val="006370"/>
                </a:solidFill>
                <a:latin typeface="微软雅黑" panose="020B0503020204020204" pitchFamily="34" charset="-122"/>
                <a:ea typeface="微软雅黑" panose="020B0503020204020204" pitchFamily="34" charset="-122"/>
                <a:sym typeface="+mn-ea"/>
              </a:rPr>
              <a:t>图片类对象</a:t>
            </a:r>
          </a:p>
        </p:txBody>
      </p:sp>
      <p:sp>
        <p:nvSpPr>
          <p:cNvPr id="3" name="文本框 2"/>
          <p:cNvSpPr txBox="1"/>
          <p:nvPr/>
        </p:nvSpPr>
        <p:spPr>
          <a:xfrm>
            <a:off x="1024890" y="1544955"/>
            <a:ext cx="4326890" cy="2045335"/>
          </a:xfrm>
          <a:prstGeom prst="rect">
            <a:avLst/>
          </a:prstGeom>
          <a:noFill/>
        </p:spPr>
        <p:txBody>
          <a:bodyPr wrap="square" rtlCol="0" anchor="t">
            <a:spAutoFit/>
          </a:bodyPr>
          <a:lstStyle/>
          <a:p>
            <a:pPr marL="285750" fontAlgn="auto">
              <a:lnSpc>
                <a:spcPct val="150000"/>
              </a:lnSpc>
              <a:spcBef>
                <a:spcPts val="1200"/>
              </a:spcBef>
            </a:pPr>
            <a:r>
              <a:rPr lang="zh-CN" sz="2400" b="1" dirty="0"/>
              <a:t>1.插入图片</a:t>
            </a:r>
          </a:p>
          <a:p>
            <a:pPr marL="285750" fontAlgn="auto">
              <a:lnSpc>
                <a:spcPct val="150000"/>
              </a:lnSpc>
              <a:spcBef>
                <a:spcPts val="1200"/>
              </a:spcBef>
            </a:pPr>
            <a:r>
              <a:rPr lang="zh-CN" dirty="0"/>
              <a:t>WPS文字文档中插入图片，既可以对文档内容进行补充说明，又可以美化修饰文档，增强整体浏览效果</a:t>
            </a:r>
          </a:p>
        </p:txBody>
      </p:sp>
      <p:pic>
        <p:nvPicPr>
          <p:cNvPr id="337" name="图片 337" descr="D:\书稿《大学计算机应用基础教程》\3.插图\第4章 WPS文档编辑插图\4-46.jpg4-46"/>
          <p:cNvPicPr>
            <a:picLocks noChangeAspect="1"/>
          </p:cNvPicPr>
          <p:nvPr/>
        </p:nvPicPr>
        <p:blipFill>
          <a:blip r:embed="rId3"/>
          <a:srcRect/>
          <a:stretch>
            <a:fillRect/>
          </a:stretch>
        </p:blipFill>
        <p:spPr>
          <a:xfrm>
            <a:off x="5936615" y="1885950"/>
            <a:ext cx="5419725" cy="3671570"/>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插入各类对象 </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1056532" y="1274975"/>
            <a:ext cx="10493375" cy="1430020"/>
          </a:xfrm>
          <a:prstGeom prst="rect">
            <a:avLst/>
          </a:prstGeom>
          <a:noFill/>
        </p:spPr>
        <p:txBody>
          <a:bodyPr wrap="square" rtlCol="0" anchor="t">
            <a:spAutoFit/>
          </a:bodyPr>
          <a:lstStyle/>
          <a:p>
            <a:pPr marL="285750" fontAlgn="auto">
              <a:lnSpc>
                <a:spcPct val="150000"/>
              </a:lnSpc>
            </a:pPr>
            <a:r>
              <a:rPr lang="zh-CN" sz="2000" b="1" dirty="0"/>
              <a:t>2.修改图片</a:t>
            </a:r>
          </a:p>
          <a:p>
            <a:pPr marL="285750" fontAlgn="auto">
              <a:lnSpc>
                <a:spcPct val="150000"/>
              </a:lnSpc>
            </a:pPr>
            <a:r>
              <a:rPr lang="zh-CN" sz="2000" b="1" dirty="0"/>
              <a:t>（1）扣除图片背景</a:t>
            </a:r>
          </a:p>
          <a:p>
            <a:pPr marL="285750" indent="457200" fontAlgn="auto">
              <a:lnSpc>
                <a:spcPct val="150000"/>
              </a:lnSpc>
              <a:buFont typeface="Wingdings" panose="05000000000000000000" charset="0"/>
              <a:buChar char="Ø"/>
              <a:extLst>
                <a:ext uri="{35155182-B16C-46BC-9424-99874614C6A1}">
                  <wpsdc:indentchars xmlns:wpsdc="http://www.wps.cn/officeDocument/2017/drawingmlCustomData" xmlns="" val="200" checksum="59296752"/>
                </a:ext>
              </a:extLst>
            </a:pPr>
            <a:endParaRPr lang="en-US" altLang="zh-CN" dirty="0"/>
          </a:p>
        </p:txBody>
      </p:sp>
      <p:pic>
        <p:nvPicPr>
          <p:cNvPr id="341" name="图片 341" descr="D:\书稿《大学计算机应用基础教程》\3.插图\第4章 WPS文档编辑插图\4-48.jpg4-48"/>
          <p:cNvPicPr>
            <a:picLocks noChangeAspect="1"/>
          </p:cNvPicPr>
          <p:nvPr/>
        </p:nvPicPr>
        <p:blipFill>
          <a:blip r:embed="rId3"/>
          <a:srcRect/>
          <a:stretch>
            <a:fillRect/>
          </a:stretch>
        </p:blipFill>
        <p:spPr>
          <a:xfrm>
            <a:off x="4128135" y="1621790"/>
            <a:ext cx="6765290" cy="4718685"/>
          </a:xfrm>
          <a:prstGeom prst="rect">
            <a:avLst/>
          </a:prstGeom>
        </p:spPr>
      </p:pic>
      <p:sp>
        <p:nvSpPr>
          <p:cNvPr id="4" name="文本框 3">
            <a:extLst>
              <a:ext uri="{FF2B5EF4-FFF2-40B4-BE49-F238E27FC236}">
                <a16:creationId xmlns:a16="http://schemas.microsoft.com/office/drawing/2014/main" id="{2CEFC587-74FA-C7DC-00E9-2E3B29A4F295}"/>
              </a:ext>
            </a:extLst>
          </p:cNvPr>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1.1.3 </a:t>
            </a:r>
            <a:r>
              <a:rPr lang="zh-CN" altLang="en-US" sz="2800" b="1" spc="225" dirty="0">
                <a:solidFill>
                  <a:srgbClr val="006370"/>
                </a:solidFill>
                <a:latin typeface="微软雅黑" panose="020B0503020204020204" pitchFamily="34" charset="-122"/>
                <a:ea typeface="微软雅黑" panose="020B0503020204020204" pitchFamily="34" charset="-122"/>
                <a:sym typeface="+mn-ea"/>
              </a:rPr>
              <a:t>图片类对象</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插入各类对象 </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1019970" y="1330059"/>
            <a:ext cx="10493375" cy="1568450"/>
          </a:xfrm>
          <a:prstGeom prst="rect">
            <a:avLst/>
          </a:prstGeom>
          <a:noFill/>
        </p:spPr>
        <p:txBody>
          <a:bodyPr wrap="square" rtlCol="0" anchor="t">
            <a:spAutoFit/>
          </a:bodyPr>
          <a:lstStyle/>
          <a:p>
            <a:pPr marL="285750" fontAlgn="auto">
              <a:lnSpc>
                <a:spcPct val="150000"/>
              </a:lnSpc>
            </a:pPr>
            <a:r>
              <a:rPr sz="2400" b="1" dirty="0"/>
              <a:t>（</a:t>
            </a:r>
            <a:r>
              <a:rPr lang="en-US" sz="2400" b="1" dirty="0"/>
              <a:t>2</a:t>
            </a:r>
            <a:r>
              <a:rPr sz="2400" b="1" dirty="0"/>
              <a:t>）裁剪图片</a:t>
            </a:r>
            <a:endParaRPr lang="en-US" sz="2400" b="1" dirty="0"/>
          </a:p>
          <a:p>
            <a:pPr marL="285750" indent="457200" fontAlgn="auto">
              <a:lnSpc>
                <a:spcPct val="150000"/>
              </a:lnSpc>
              <a:buFont typeface="Wingdings" panose="05000000000000000000" charset="0"/>
              <a:buChar char="Ø"/>
            </a:pPr>
            <a:r>
              <a:rPr sz="2000" dirty="0"/>
              <a:t>单击选中要裁剪的图片；单击“图片工具”选项卡功能区中的“裁剪”按钮，可以按照形状裁剪，也可以按照比例裁剪，还可以拖拽移动图片边框的滑块，调整到合适的图片区域</a:t>
            </a:r>
          </a:p>
        </p:txBody>
      </p:sp>
      <p:pic>
        <p:nvPicPr>
          <p:cNvPr id="83" name="图片 83" descr="4-49"/>
          <p:cNvPicPr>
            <a:picLocks noChangeAspect="1"/>
          </p:cNvPicPr>
          <p:nvPr/>
        </p:nvPicPr>
        <p:blipFill>
          <a:blip r:embed="rId3"/>
          <a:stretch>
            <a:fillRect/>
          </a:stretch>
        </p:blipFill>
        <p:spPr>
          <a:xfrm>
            <a:off x="2840355" y="2976245"/>
            <a:ext cx="6987540" cy="3417570"/>
          </a:xfrm>
          <a:prstGeom prst="rect">
            <a:avLst/>
          </a:prstGeom>
        </p:spPr>
      </p:pic>
      <p:sp>
        <p:nvSpPr>
          <p:cNvPr id="4" name="文本框 3">
            <a:extLst>
              <a:ext uri="{FF2B5EF4-FFF2-40B4-BE49-F238E27FC236}">
                <a16:creationId xmlns:a16="http://schemas.microsoft.com/office/drawing/2014/main" id="{92F0CC8D-0DCA-6A7D-8F67-7F2FD6AFC6D1}"/>
              </a:ext>
            </a:extLst>
          </p:cNvPr>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1.1.3 </a:t>
            </a:r>
            <a:r>
              <a:rPr lang="zh-CN" altLang="en-US" sz="2800" b="1" spc="225" dirty="0">
                <a:solidFill>
                  <a:srgbClr val="006370"/>
                </a:solidFill>
                <a:latin typeface="微软雅黑" panose="020B0503020204020204" pitchFamily="34" charset="-122"/>
                <a:ea typeface="微软雅黑" panose="020B0503020204020204" pitchFamily="34" charset="-122"/>
                <a:sym typeface="+mn-ea"/>
              </a:rPr>
              <a:t>图片类对象</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插入各类对象 </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966975" y="1474209"/>
            <a:ext cx="10493375" cy="1476375"/>
          </a:xfrm>
          <a:prstGeom prst="rect">
            <a:avLst/>
          </a:prstGeom>
          <a:noFill/>
        </p:spPr>
        <p:txBody>
          <a:bodyPr wrap="square" rtlCol="0" anchor="t">
            <a:spAutoFit/>
          </a:bodyPr>
          <a:lstStyle/>
          <a:p>
            <a:pPr marL="285750" indent="457200" fontAlgn="auto">
              <a:lnSpc>
                <a:spcPct val="150000"/>
              </a:lnSpc>
              <a:buFont typeface="Wingdings" panose="05000000000000000000" charset="0"/>
              <a:buChar char="Ø"/>
            </a:pPr>
            <a:r>
              <a:rPr sz="2000" dirty="0" err="1"/>
              <a:t>拖拽移动图片边框的滑块，调整到合适的图片区域</a:t>
            </a:r>
            <a:endParaRPr lang="en-US" sz="2000" dirty="0"/>
          </a:p>
          <a:p>
            <a:pPr marL="285750" indent="457200" fontAlgn="auto">
              <a:lnSpc>
                <a:spcPct val="150000"/>
              </a:lnSpc>
              <a:buFont typeface="Wingdings" panose="05000000000000000000" charset="0"/>
              <a:buChar char="Ø"/>
            </a:pPr>
            <a:r>
              <a:rPr sz="2000" dirty="0" err="1"/>
              <a:t>按键盘上的Esc键，或者单击图片以外的区域，即可退出并完成裁剪操作。裁剪后图片中草地的部分就被裁剪掉了</a:t>
            </a:r>
            <a:endParaRPr sz="2000" dirty="0"/>
          </a:p>
        </p:txBody>
      </p:sp>
      <p:pic>
        <p:nvPicPr>
          <p:cNvPr id="84" name="图片 84" descr="4-50"/>
          <p:cNvPicPr>
            <a:picLocks noChangeAspect="1"/>
          </p:cNvPicPr>
          <p:nvPr/>
        </p:nvPicPr>
        <p:blipFill>
          <a:blip r:embed="rId3"/>
          <a:stretch>
            <a:fillRect/>
          </a:stretch>
        </p:blipFill>
        <p:spPr>
          <a:xfrm>
            <a:off x="2707005" y="2904490"/>
            <a:ext cx="7012940" cy="3430270"/>
          </a:xfrm>
          <a:prstGeom prst="rect">
            <a:avLst/>
          </a:prstGeom>
        </p:spPr>
      </p:pic>
      <p:sp>
        <p:nvSpPr>
          <p:cNvPr id="4" name="文本框 3">
            <a:extLst>
              <a:ext uri="{FF2B5EF4-FFF2-40B4-BE49-F238E27FC236}">
                <a16:creationId xmlns:a16="http://schemas.microsoft.com/office/drawing/2014/main" id="{7FC751FE-3598-BDDF-CC94-214C9C8128A7}"/>
              </a:ext>
            </a:extLst>
          </p:cNvPr>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1.1.3 </a:t>
            </a:r>
            <a:r>
              <a:rPr lang="zh-CN" altLang="en-US" sz="2800" b="1" spc="225" dirty="0">
                <a:solidFill>
                  <a:srgbClr val="006370"/>
                </a:solidFill>
                <a:latin typeface="微软雅黑" panose="020B0503020204020204" pitchFamily="34" charset="-122"/>
                <a:ea typeface="微软雅黑" panose="020B0503020204020204" pitchFamily="34" charset="-122"/>
                <a:sym typeface="+mn-ea"/>
              </a:rPr>
              <a:t>图片类对象</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插入各类对象 </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967105" y="1654175"/>
            <a:ext cx="10493375" cy="1568450"/>
          </a:xfrm>
          <a:prstGeom prst="rect">
            <a:avLst/>
          </a:prstGeom>
          <a:noFill/>
        </p:spPr>
        <p:txBody>
          <a:bodyPr wrap="square" rtlCol="0" anchor="t">
            <a:spAutoFit/>
          </a:bodyPr>
          <a:lstStyle/>
          <a:p>
            <a:pPr marL="285750" fontAlgn="auto">
              <a:lnSpc>
                <a:spcPct val="150000"/>
              </a:lnSpc>
            </a:pPr>
            <a:r>
              <a:rPr sz="2400" b="1" dirty="0"/>
              <a:t>3.插入屏幕截图</a:t>
            </a:r>
          </a:p>
          <a:p>
            <a:pPr marL="285750" indent="508000" fontAlgn="auto">
              <a:lnSpc>
                <a:spcPct val="150000"/>
              </a:lnSpc>
              <a:buFont typeface="Wingdings" panose="05000000000000000000" charset="0"/>
              <a:buChar char="Ø"/>
              <a:extLst>
                <a:ext uri="{35155182-B16C-46BC-9424-99874614C6A1}">
                  <wpsdc:indentchars xmlns:wpsdc="http://www.wps.cn/officeDocument/2017/drawingmlCustomData" xmlns="" val="200" checksum="282533468"/>
                </a:ext>
              </a:extLst>
            </a:pPr>
            <a:r>
              <a:rPr sz="2000" dirty="0" err="1"/>
              <a:t>捕获屏幕截图，即通常所说的抓屏，就是快速地在文档中添加桌面上已打开的窗口的快照，可以截取屏幕窗口的全部或者部分截图</a:t>
            </a:r>
            <a:endParaRPr sz="2000" dirty="0"/>
          </a:p>
        </p:txBody>
      </p:sp>
      <p:pic>
        <p:nvPicPr>
          <p:cNvPr id="347" name="图片 347" descr="D:\书稿《大学计算机应用基础教程》\3.插图\第4章 WPS文档编辑插图\4-51.jpg4-51"/>
          <p:cNvPicPr>
            <a:picLocks noChangeAspect="1"/>
          </p:cNvPicPr>
          <p:nvPr/>
        </p:nvPicPr>
        <p:blipFill>
          <a:blip r:embed="rId3"/>
          <a:srcRect/>
          <a:stretch>
            <a:fillRect/>
          </a:stretch>
        </p:blipFill>
        <p:spPr>
          <a:xfrm>
            <a:off x="1422400" y="3348355"/>
            <a:ext cx="9227820" cy="2715895"/>
          </a:xfrm>
          <a:prstGeom prst="rect">
            <a:avLst/>
          </a:prstGeom>
          <a:ln>
            <a:noFill/>
          </a:ln>
        </p:spPr>
      </p:pic>
      <p:sp>
        <p:nvSpPr>
          <p:cNvPr id="4" name="文本框 3">
            <a:extLst>
              <a:ext uri="{FF2B5EF4-FFF2-40B4-BE49-F238E27FC236}">
                <a16:creationId xmlns:a16="http://schemas.microsoft.com/office/drawing/2014/main" id="{F6F7FE76-7C00-32E5-B4A2-173E7AD0D742}"/>
              </a:ext>
            </a:extLst>
          </p:cNvPr>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1.1.3 </a:t>
            </a:r>
            <a:r>
              <a:rPr lang="zh-CN" altLang="en-US" sz="2800" b="1" spc="225" dirty="0">
                <a:solidFill>
                  <a:srgbClr val="006370"/>
                </a:solidFill>
                <a:latin typeface="微软雅黑" panose="020B0503020204020204" pitchFamily="34" charset="-122"/>
                <a:ea typeface="微软雅黑" panose="020B0503020204020204" pitchFamily="34" charset="-122"/>
                <a:sym typeface="+mn-ea"/>
              </a:rPr>
              <a:t>图片类对象</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插入各类对象 </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sz="2800" b="1" spc="225" dirty="0">
                <a:solidFill>
                  <a:srgbClr val="006370"/>
                </a:solidFill>
                <a:latin typeface="微软雅黑" panose="020B0503020204020204" pitchFamily="34" charset="-122"/>
                <a:ea typeface="微软雅黑" panose="020B0503020204020204" pitchFamily="34" charset="-122"/>
              </a:rPr>
              <a:t>1</a:t>
            </a:r>
            <a:r>
              <a:rPr sz="2800" b="1" spc="225" dirty="0">
                <a:solidFill>
                  <a:srgbClr val="006370"/>
                </a:solidFill>
                <a:latin typeface="微软雅黑" panose="020B0503020204020204" pitchFamily="34" charset="-122"/>
                <a:ea typeface="微软雅黑" panose="020B0503020204020204" pitchFamily="34" charset="-122"/>
              </a:rPr>
              <a:t>.</a:t>
            </a:r>
            <a:r>
              <a:rPr lang="en-US" sz="2800" b="1" spc="225" dirty="0">
                <a:solidFill>
                  <a:srgbClr val="006370"/>
                </a:solidFill>
                <a:latin typeface="微软雅黑" panose="020B0503020204020204" pitchFamily="34" charset="-122"/>
                <a:ea typeface="微软雅黑" panose="020B0503020204020204" pitchFamily="34" charset="-122"/>
              </a:rPr>
              <a:t>1.4 </a:t>
            </a:r>
            <a:r>
              <a:rPr lang="en-US" sz="2800" b="1" spc="225" dirty="0">
                <a:solidFill>
                  <a:srgbClr val="006370"/>
                </a:solidFill>
                <a:latin typeface="微软雅黑" panose="020B0503020204020204" pitchFamily="34" charset="-122"/>
                <a:ea typeface="微软雅黑" panose="020B0503020204020204" pitchFamily="34" charset="-122"/>
                <a:sym typeface="+mn-ea"/>
              </a:rPr>
              <a:t>符号类对象</a:t>
            </a:r>
          </a:p>
        </p:txBody>
      </p:sp>
      <p:sp>
        <p:nvSpPr>
          <p:cNvPr id="3" name="文本框 2"/>
          <p:cNvSpPr txBox="1"/>
          <p:nvPr/>
        </p:nvSpPr>
        <p:spPr>
          <a:xfrm>
            <a:off x="967105" y="1496695"/>
            <a:ext cx="5415915" cy="3415030"/>
          </a:xfrm>
          <a:prstGeom prst="rect">
            <a:avLst/>
          </a:prstGeom>
          <a:noFill/>
        </p:spPr>
        <p:txBody>
          <a:bodyPr wrap="square" rtlCol="0" anchor="t">
            <a:spAutoFit/>
          </a:bodyPr>
          <a:lstStyle/>
          <a:p>
            <a:pPr marL="285750" fontAlgn="auto">
              <a:lnSpc>
                <a:spcPct val="150000"/>
              </a:lnSpc>
              <a:spcBef>
                <a:spcPts val="1200"/>
              </a:spcBef>
            </a:pPr>
            <a:r>
              <a:rPr sz="2400" b="1" dirty="0"/>
              <a:t>1.插入符号</a:t>
            </a:r>
          </a:p>
          <a:p>
            <a:pPr marL="285750" indent="508000" fontAlgn="auto">
              <a:lnSpc>
                <a:spcPct val="150000"/>
              </a:lnSpc>
              <a:spcBef>
                <a:spcPts val="1200"/>
              </a:spcBef>
              <a:buFont typeface="Wingdings" panose="05000000000000000000" charset="0"/>
              <a:buChar char="Ø"/>
              <a:extLst>
                <a:ext uri="{35155182-B16C-46BC-9424-99874614C6A1}">
                  <wpsdc:indentchars xmlns:wpsdc="http://www.wps.cn/officeDocument/2017/drawingmlCustomData" xmlns="" val="200" checksum="282533468"/>
                </a:ext>
              </a:extLst>
            </a:pPr>
            <a:r>
              <a:rPr sz="2000" dirty="0" err="1"/>
              <a:t>Word文档中插入符号的方法步骤如下</a:t>
            </a:r>
            <a:r>
              <a:rPr sz="2000" dirty="0"/>
              <a:t>：</a:t>
            </a:r>
          </a:p>
          <a:p>
            <a:pPr marL="285750" fontAlgn="auto">
              <a:lnSpc>
                <a:spcPct val="150000"/>
              </a:lnSpc>
              <a:spcBef>
                <a:spcPts val="1200"/>
              </a:spcBef>
            </a:pPr>
            <a:r>
              <a:rPr sz="2000" dirty="0"/>
              <a:t>（1）将光标定位在需要插入符号的位置。</a:t>
            </a:r>
          </a:p>
          <a:p>
            <a:pPr marL="285750" fontAlgn="auto">
              <a:lnSpc>
                <a:spcPct val="150000"/>
              </a:lnSpc>
              <a:spcBef>
                <a:spcPts val="1200"/>
              </a:spcBef>
            </a:pPr>
            <a:r>
              <a:rPr sz="2000" dirty="0"/>
              <a:t>（2）单击“插入”选项卡功能区中的“符号”按钮，在弹出的“符号”对话框中选择需要插入的符号</a:t>
            </a:r>
          </a:p>
        </p:txBody>
      </p:sp>
      <p:pic>
        <p:nvPicPr>
          <p:cNvPr id="209" name="图片 209" descr="D:\书稿《大学计算机应用基础教程》\3.插图\第4章 WPS文档编辑插图\4-52.jpg4-52"/>
          <p:cNvPicPr>
            <a:picLocks noChangeAspect="1"/>
          </p:cNvPicPr>
          <p:nvPr/>
        </p:nvPicPr>
        <p:blipFill>
          <a:blip r:embed="rId3"/>
          <a:srcRect/>
          <a:stretch>
            <a:fillRect/>
          </a:stretch>
        </p:blipFill>
        <p:spPr>
          <a:xfrm>
            <a:off x="6498590" y="1995170"/>
            <a:ext cx="5015865" cy="3776980"/>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插入各类对象 </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626507" y="1530014"/>
            <a:ext cx="4529153" cy="2491740"/>
          </a:xfrm>
          <a:prstGeom prst="rect">
            <a:avLst/>
          </a:prstGeom>
          <a:noFill/>
        </p:spPr>
        <p:txBody>
          <a:bodyPr wrap="square" rtlCol="0" anchor="t">
            <a:spAutoFit/>
          </a:bodyPr>
          <a:lstStyle/>
          <a:p>
            <a:pPr marL="628650" indent="-342900" fontAlgn="auto">
              <a:lnSpc>
                <a:spcPct val="150000"/>
              </a:lnSpc>
              <a:buFont typeface="Wingdings" panose="05000000000000000000" charset="0"/>
              <a:buChar char="u"/>
            </a:pPr>
            <a:r>
              <a:rPr lang="en-US" sz="2400" b="1" dirty="0"/>
              <a:t> </a:t>
            </a:r>
            <a:r>
              <a:rPr sz="2400" b="1" dirty="0"/>
              <a:t>插入特殊符号</a:t>
            </a:r>
            <a:endParaRPr lang="en-US" sz="2400" b="1" dirty="0"/>
          </a:p>
          <a:p>
            <a:pPr marL="628650" indent="-342900" fontAlgn="auto">
              <a:lnSpc>
                <a:spcPct val="150000"/>
              </a:lnSpc>
              <a:buFont typeface="Wingdings" panose="05000000000000000000" pitchFamily="2" charset="2"/>
              <a:buChar char="Ø"/>
            </a:pPr>
            <a:r>
              <a:rPr sz="2000" dirty="0" err="1"/>
              <a:t>如果需要插入一些特殊符号，可以在“符号”对话框中单击选择“特殊符号”选项卡，从中选择需要插入的特殊符号</a:t>
            </a:r>
          </a:p>
        </p:txBody>
      </p:sp>
      <p:pic>
        <p:nvPicPr>
          <p:cNvPr id="2" name="图片 210" descr="D:\书稿《大学计算机应用基础教程》\3.插图\第4章 WPS文档编辑插图\4-53.jpg4-53"/>
          <p:cNvPicPr>
            <a:picLocks noChangeAspect="1"/>
          </p:cNvPicPr>
          <p:nvPr/>
        </p:nvPicPr>
        <p:blipFill>
          <a:blip r:embed="rId3"/>
          <a:srcRect/>
          <a:stretch>
            <a:fillRect/>
          </a:stretch>
        </p:blipFill>
        <p:spPr>
          <a:xfrm>
            <a:off x="5513070" y="1711325"/>
            <a:ext cx="5623560" cy="4235450"/>
          </a:xfrm>
          <a:prstGeom prst="rect">
            <a:avLst/>
          </a:prstGeom>
        </p:spPr>
      </p:pic>
      <p:sp>
        <p:nvSpPr>
          <p:cNvPr id="5" name="文本框 4">
            <a:extLst>
              <a:ext uri="{FF2B5EF4-FFF2-40B4-BE49-F238E27FC236}">
                <a16:creationId xmlns:a16="http://schemas.microsoft.com/office/drawing/2014/main" id="{F0835DF5-49AC-D94D-CBA5-92306DC64AA6}"/>
              </a:ext>
            </a:extLst>
          </p:cNvPr>
          <p:cNvSpPr txBox="1"/>
          <p:nvPr/>
        </p:nvSpPr>
        <p:spPr>
          <a:xfrm>
            <a:off x="5751195" y="626745"/>
            <a:ext cx="5436235" cy="521970"/>
          </a:xfrm>
          <a:prstGeom prst="rect">
            <a:avLst/>
          </a:prstGeom>
          <a:noFill/>
        </p:spPr>
        <p:txBody>
          <a:bodyPr wrap="square">
            <a:spAutoFit/>
          </a:bodyPr>
          <a:lstStyle/>
          <a:p>
            <a:r>
              <a:rPr lang="en-US" sz="2800" b="1" spc="225" dirty="0">
                <a:solidFill>
                  <a:srgbClr val="006370"/>
                </a:solidFill>
                <a:latin typeface="微软雅黑" panose="020B0503020204020204" pitchFamily="34" charset="-122"/>
                <a:ea typeface="微软雅黑" panose="020B0503020204020204" pitchFamily="34" charset="-122"/>
              </a:rPr>
              <a:t>1</a:t>
            </a:r>
            <a:r>
              <a:rPr sz="2800" b="1" spc="225" dirty="0">
                <a:solidFill>
                  <a:srgbClr val="006370"/>
                </a:solidFill>
                <a:latin typeface="微软雅黑" panose="020B0503020204020204" pitchFamily="34" charset="-122"/>
                <a:ea typeface="微软雅黑" panose="020B0503020204020204" pitchFamily="34" charset="-122"/>
              </a:rPr>
              <a:t>.</a:t>
            </a:r>
            <a:r>
              <a:rPr lang="en-US" sz="2800" b="1" spc="225" dirty="0">
                <a:solidFill>
                  <a:srgbClr val="006370"/>
                </a:solidFill>
                <a:latin typeface="微软雅黑" panose="020B0503020204020204" pitchFamily="34" charset="-122"/>
                <a:ea typeface="微软雅黑" panose="020B0503020204020204" pitchFamily="34" charset="-122"/>
              </a:rPr>
              <a:t>1.4 </a:t>
            </a:r>
            <a:r>
              <a:rPr lang="en-US" sz="2800" b="1" spc="225" dirty="0">
                <a:solidFill>
                  <a:srgbClr val="006370"/>
                </a:solidFill>
                <a:latin typeface="微软雅黑" panose="020B0503020204020204" pitchFamily="34" charset="-122"/>
                <a:ea typeface="微软雅黑" panose="020B0503020204020204" pitchFamily="34" charset="-122"/>
                <a:sym typeface="+mn-ea"/>
              </a:rPr>
              <a:t>符号类对象</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插入各类对象 </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1305432" y="2005926"/>
            <a:ext cx="5257800" cy="3723005"/>
          </a:xfrm>
          <a:prstGeom prst="rect">
            <a:avLst/>
          </a:prstGeom>
          <a:noFill/>
        </p:spPr>
        <p:txBody>
          <a:bodyPr wrap="square" rtlCol="0" anchor="t">
            <a:spAutoFit/>
          </a:bodyPr>
          <a:lstStyle/>
          <a:p>
            <a:pPr marL="285750" fontAlgn="auto">
              <a:lnSpc>
                <a:spcPct val="150000"/>
              </a:lnSpc>
              <a:spcBef>
                <a:spcPts val="1200"/>
              </a:spcBef>
            </a:pPr>
            <a:r>
              <a:rPr sz="2400" b="1" dirty="0"/>
              <a:t>2.插入公式</a:t>
            </a:r>
          </a:p>
          <a:p>
            <a:pPr marL="285750" indent="508000" fontAlgn="auto">
              <a:lnSpc>
                <a:spcPct val="150000"/>
              </a:lnSpc>
              <a:spcBef>
                <a:spcPts val="1200"/>
              </a:spcBef>
              <a:buFont typeface="Wingdings" panose="05000000000000000000" charset="0"/>
              <a:buChar char="Ø"/>
              <a:extLst>
                <a:ext uri="{35155182-B16C-46BC-9424-99874614C6A1}">
                  <wpsdc:indentchars xmlns:wpsdc="http://www.wps.cn/officeDocument/2017/drawingmlCustomData" xmlns="" val="200" checksum="282533468"/>
                </a:ext>
              </a:extLst>
            </a:pPr>
            <a:r>
              <a:rPr sz="2000" dirty="0" err="1"/>
              <a:t>Word文档中插入的公式，一般是指不便于直接在文本编辑区输入的数学公式。插入公式的方法步骤如下</a:t>
            </a:r>
            <a:r>
              <a:rPr sz="2000" dirty="0"/>
              <a:t>：</a:t>
            </a:r>
          </a:p>
          <a:p>
            <a:pPr marL="285750" fontAlgn="auto">
              <a:lnSpc>
                <a:spcPct val="150000"/>
              </a:lnSpc>
              <a:spcBef>
                <a:spcPts val="1200"/>
              </a:spcBef>
            </a:pPr>
            <a:r>
              <a:rPr sz="2000" dirty="0"/>
              <a:t>（1）将光标置于要插入公式的位置，单击“插入”选项卡功能区中的“公式”按钮，在弹出的下拉列表中选择内置的公式</a:t>
            </a:r>
          </a:p>
        </p:txBody>
      </p:sp>
      <p:pic>
        <p:nvPicPr>
          <p:cNvPr id="2" name="图片 212" descr="D:\书稿《大学计算机应用基础教程》\3.插图\第4章 WPS文档编辑插图\4-54.jpg4-54"/>
          <p:cNvPicPr>
            <a:picLocks noChangeAspect="1"/>
          </p:cNvPicPr>
          <p:nvPr/>
        </p:nvPicPr>
        <p:blipFill>
          <a:blip r:embed="rId3"/>
          <a:srcRect/>
          <a:stretch>
            <a:fillRect/>
          </a:stretch>
        </p:blipFill>
        <p:spPr>
          <a:xfrm>
            <a:off x="9049480" y="814074"/>
            <a:ext cx="2952750" cy="5961380"/>
          </a:xfrm>
          <a:prstGeom prst="rect">
            <a:avLst/>
          </a:prstGeom>
          <a:ln>
            <a:solidFill>
              <a:schemeClr val="bg1">
                <a:lumMod val="85000"/>
              </a:schemeClr>
            </a:solidFill>
          </a:ln>
        </p:spPr>
      </p:pic>
      <p:sp>
        <p:nvSpPr>
          <p:cNvPr id="5" name="文本框 4">
            <a:extLst>
              <a:ext uri="{FF2B5EF4-FFF2-40B4-BE49-F238E27FC236}">
                <a16:creationId xmlns:a16="http://schemas.microsoft.com/office/drawing/2014/main" id="{033E417E-EF02-2F05-250C-5686DFB74E85}"/>
              </a:ext>
            </a:extLst>
          </p:cNvPr>
          <p:cNvSpPr txBox="1"/>
          <p:nvPr/>
        </p:nvSpPr>
        <p:spPr>
          <a:xfrm>
            <a:off x="5751195" y="626745"/>
            <a:ext cx="5436235" cy="521970"/>
          </a:xfrm>
          <a:prstGeom prst="rect">
            <a:avLst/>
          </a:prstGeom>
          <a:noFill/>
        </p:spPr>
        <p:txBody>
          <a:bodyPr wrap="square">
            <a:spAutoFit/>
          </a:bodyPr>
          <a:lstStyle/>
          <a:p>
            <a:r>
              <a:rPr lang="en-US" sz="2800" b="1" spc="225" dirty="0">
                <a:solidFill>
                  <a:srgbClr val="006370"/>
                </a:solidFill>
                <a:latin typeface="微软雅黑" panose="020B0503020204020204" pitchFamily="34" charset="-122"/>
                <a:ea typeface="微软雅黑" panose="020B0503020204020204" pitchFamily="34" charset="-122"/>
              </a:rPr>
              <a:t>1</a:t>
            </a:r>
            <a:r>
              <a:rPr sz="2800" b="1" spc="225" dirty="0">
                <a:solidFill>
                  <a:srgbClr val="006370"/>
                </a:solidFill>
                <a:latin typeface="微软雅黑" panose="020B0503020204020204" pitchFamily="34" charset="-122"/>
                <a:ea typeface="微软雅黑" panose="020B0503020204020204" pitchFamily="34" charset="-122"/>
              </a:rPr>
              <a:t>.</a:t>
            </a:r>
            <a:r>
              <a:rPr lang="en-US" sz="2800" b="1" spc="225" dirty="0">
                <a:solidFill>
                  <a:srgbClr val="006370"/>
                </a:solidFill>
                <a:latin typeface="微软雅黑" panose="020B0503020204020204" pitchFamily="34" charset="-122"/>
                <a:ea typeface="微软雅黑" panose="020B0503020204020204" pitchFamily="34" charset="-122"/>
              </a:rPr>
              <a:t>1.4 </a:t>
            </a:r>
            <a:r>
              <a:rPr lang="en-US" sz="2800" b="1" spc="225" dirty="0">
                <a:solidFill>
                  <a:srgbClr val="006370"/>
                </a:solidFill>
                <a:latin typeface="微软雅黑" panose="020B0503020204020204" pitchFamily="34" charset="-122"/>
                <a:ea typeface="微软雅黑" panose="020B0503020204020204" pitchFamily="34" charset="-122"/>
                <a:sym typeface="+mn-ea"/>
              </a:rPr>
              <a:t>符号类对象</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插入各类对象 </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912495" y="1805117"/>
            <a:ext cx="10274935" cy="1014730"/>
          </a:xfrm>
          <a:prstGeom prst="rect">
            <a:avLst/>
          </a:prstGeom>
          <a:noFill/>
        </p:spPr>
        <p:txBody>
          <a:bodyPr wrap="square" rtlCol="0" anchor="t">
            <a:spAutoFit/>
          </a:bodyPr>
          <a:lstStyle/>
          <a:p>
            <a:pPr marL="285750" fontAlgn="auto">
              <a:lnSpc>
                <a:spcPct val="150000"/>
              </a:lnSpc>
            </a:pPr>
            <a:r>
              <a:rPr sz="2000" dirty="0"/>
              <a:t>（2）如果内置的公式列表中没有需要的公式，单击按钮，在出现的“公式工具”选项卡功能区中，如图1-55所示，选择符合需要的公式结构样式，这些结构是可以嵌套使用的</a:t>
            </a:r>
          </a:p>
        </p:txBody>
      </p:sp>
      <p:pic>
        <p:nvPicPr>
          <p:cNvPr id="2" name="图片 213" descr="D:\书稿《大学计算机应用基础教程》\3.插图\第4章 WPS文档编辑插图\4-55.jpg4-55"/>
          <p:cNvPicPr>
            <a:picLocks noChangeAspect="1"/>
          </p:cNvPicPr>
          <p:nvPr/>
        </p:nvPicPr>
        <p:blipFill>
          <a:blip r:embed="rId3"/>
          <a:srcRect/>
          <a:stretch>
            <a:fillRect/>
          </a:stretch>
        </p:blipFill>
        <p:spPr>
          <a:xfrm>
            <a:off x="1196340" y="3471545"/>
            <a:ext cx="10046970" cy="784225"/>
          </a:xfrm>
          <a:prstGeom prst="rect">
            <a:avLst/>
          </a:prstGeom>
          <a:ln>
            <a:solidFill>
              <a:schemeClr val="bg1">
                <a:lumMod val="85000"/>
              </a:schemeClr>
            </a:solidFill>
          </a:ln>
        </p:spPr>
      </p:pic>
      <p:sp>
        <p:nvSpPr>
          <p:cNvPr id="5" name="文本框 4">
            <a:extLst>
              <a:ext uri="{FF2B5EF4-FFF2-40B4-BE49-F238E27FC236}">
                <a16:creationId xmlns:a16="http://schemas.microsoft.com/office/drawing/2014/main" id="{4D551D4F-60C9-0EBD-03CF-EDC7DC607824}"/>
              </a:ext>
            </a:extLst>
          </p:cNvPr>
          <p:cNvSpPr txBox="1"/>
          <p:nvPr/>
        </p:nvSpPr>
        <p:spPr>
          <a:xfrm>
            <a:off x="5751195" y="626745"/>
            <a:ext cx="5436235" cy="521970"/>
          </a:xfrm>
          <a:prstGeom prst="rect">
            <a:avLst/>
          </a:prstGeom>
          <a:noFill/>
        </p:spPr>
        <p:txBody>
          <a:bodyPr wrap="square">
            <a:spAutoFit/>
          </a:bodyPr>
          <a:lstStyle/>
          <a:p>
            <a:r>
              <a:rPr lang="en-US" sz="2800" b="1" spc="225" dirty="0">
                <a:solidFill>
                  <a:srgbClr val="006370"/>
                </a:solidFill>
                <a:latin typeface="微软雅黑" panose="020B0503020204020204" pitchFamily="34" charset="-122"/>
                <a:ea typeface="微软雅黑" panose="020B0503020204020204" pitchFamily="34" charset="-122"/>
              </a:rPr>
              <a:t>1</a:t>
            </a:r>
            <a:r>
              <a:rPr sz="2800" b="1" spc="225" dirty="0">
                <a:solidFill>
                  <a:srgbClr val="006370"/>
                </a:solidFill>
                <a:latin typeface="微软雅黑" panose="020B0503020204020204" pitchFamily="34" charset="-122"/>
                <a:ea typeface="微软雅黑" panose="020B0503020204020204" pitchFamily="34" charset="-122"/>
              </a:rPr>
              <a:t>.</a:t>
            </a:r>
            <a:r>
              <a:rPr lang="en-US" sz="2800" b="1" spc="225" dirty="0">
                <a:solidFill>
                  <a:srgbClr val="006370"/>
                </a:solidFill>
                <a:latin typeface="微软雅黑" panose="020B0503020204020204" pitchFamily="34" charset="-122"/>
                <a:ea typeface="微软雅黑" panose="020B0503020204020204" pitchFamily="34" charset="-122"/>
              </a:rPr>
              <a:t>1.4 </a:t>
            </a:r>
            <a:r>
              <a:rPr lang="en-US" sz="2800" b="1" spc="225" dirty="0">
                <a:solidFill>
                  <a:srgbClr val="006370"/>
                </a:solidFill>
                <a:latin typeface="微软雅黑" panose="020B0503020204020204" pitchFamily="34" charset="-122"/>
                <a:ea typeface="微软雅黑" panose="020B0503020204020204" pitchFamily="34" charset="-122"/>
                <a:sym typeface="+mn-ea"/>
              </a:rPr>
              <a:t>符号类对象</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KSO_Shape"/>
          <p:cNvSpPr>
            <a:spLocks noChangeAspect="1"/>
          </p:cNvSpPr>
          <p:nvPr/>
        </p:nvSpPr>
        <p:spPr bwMode="auto">
          <a:xfrm>
            <a:off x="3679582" y="3866826"/>
            <a:ext cx="252421" cy="252000"/>
          </a:xfrm>
          <a:custGeom>
            <a:avLst/>
            <a:gdLst>
              <a:gd name="T0" fmla="*/ 346433 w 5026"/>
              <a:gd name="T1" fmla="*/ 0 h 5027"/>
              <a:gd name="T2" fmla="*/ 293748 w 5026"/>
              <a:gd name="T3" fmla="*/ 4164 h 5027"/>
              <a:gd name="T4" fmla="*/ 243337 w 5026"/>
              <a:gd name="T5" fmla="*/ 15897 h 5027"/>
              <a:gd name="T6" fmla="*/ 196337 w 5026"/>
              <a:gd name="T7" fmla="*/ 34065 h 5027"/>
              <a:gd name="T8" fmla="*/ 153128 w 5026"/>
              <a:gd name="T9" fmla="*/ 59046 h 5027"/>
              <a:gd name="T10" fmla="*/ 113709 w 5026"/>
              <a:gd name="T11" fmla="*/ 90083 h 5027"/>
              <a:gd name="T12" fmla="*/ 79217 w 5026"/>
              <a:gd name="T13" fmla="*/ 126041 h 5027"/>
              <a:gd name="T14" fmla="*/ 50411 w 5026"/>
              <a:gd name="T15" fmla="*/ 166541 h 5027"/>
              <a:gd name="T16" fmla="*/ 27290 w 5026"/>
              <a:gd name="T17" fmla="*/ 211204 h 5027"/>
              <a:gd name="T18" fmla="*/ 10992 w 5026"/>
              <a:gd name="T19" fmla="*/ 259652 h 5027"/>
              <a:gd name="T20" fmla="*/ 1895 w 5026"/>
              <a:gd name="T21" fmla="*/ 310750 h 5027"/>
              <a:gd name="T22" fmla="*/ 0 w 5026"/>
              <a:gd name="T23" fmla="*/ 1556777 h 5027"/>
              <a:gd name="T24" fmla="*/ 1895 w 5026"/>
              <a:gd name="T25" fmla="*/ 1591978 h 5027"/>
              <a:gd name="T26" fmla="*/ 10992 w 5026"/>
              <a:gd name="T27" fmla="*/ 1643076 h 5027"/>
              <a:gd name="T28" fmla="*/ 27290 w 5026"/>
              <a:gd name="T29" fmla="*/ 1691524 h 5027"/>
              <a:gd name="T30" fmla="*/ 50411 w 5026"/>
              <a:gd name="T31" fmla="*/ 1736566 h 5027"/>
              <a:gd name="T32" fmla="*/ 79217 w 5026"/>
              <a:gd name="T33" fmla="*/ 1777065 h 5027"/>
              <a:gd name="T34" fmla="*/ 113709 w 5026"/>
              <a:gd name="T35" fmla="*/ 1812645 h 5027"/>
              <a:gd name="T36" fmla="*/ 153128 w 5026"/>
              <a:gd name="T37" fmla="*/ 1843682 h 5027"/>
              <a:gd name="T38" fmla="*/ 196337 w 5026"/>
              <a:gd name="T39" fmla="*/ 1868663 h 5027"/>
              <a:gd name="T40" fmla="*/ 243337 w 5026"/>
              <a:gd name="T41" fmla="*/ 1887209 h 5027"/>
              <a:gd name="T42" fmla="*/ 293748 w 5026"/>
              <a:gd name="T43" fmla="*/ 1898564 h 5027"/>
              <a:gd name="T44" fmla="*/ 346433 w 5026"/>
              <a:gd name="T45" fmla="*/ 1902728 h 5027"/>
              <a:gd name="T46" fmla="*/ 1576761 w 5026"/>
              <a:gd name="T47" fmla="*/ 1901971 h 5027"/>
              <a:gd name="T48" fmla="*/ 1628688 w 5026"/>
              <a:gd name="T49" fmla="*/ 1895536 h 5027"/>
              <a:gd name="T50" fmla="*/ 1677962 w 5026"/>
              <a:gd name="T51" fmla="*/ 1881532 h 5027"/>
              <a:gd name="T52" fmla="*/ 1723824 w 5026"/>
              <a:gd name="T53" fmla="*/ 1861093 h 5027"/>
              <a:gd name="T54" fmla="*/ 1766275 w 5026"/>
              <a:gd name="T55" fmla="*/ 1834219 h 5027"/>
              <a:gd name="T56" fmla="*/ 1803799 w 5026"/>
              <a:gd name="T57" fmla="*/ 1801290 h 5027"/>
              <a:gd name="T58" fmla="*/ 1836396 w 5026"/>
              <a:gd name="T59" fmla="*/ 1763818 h 5027"/>
              <a:gd name="T60" fmla="*/ 1863686 w 5026"/>
              <a:gd name="T61" fmla="*/ 1721426 h 5027"/>
              <a:gd name="T62" fmla="*/ 1884153 w 5026"/>
              <a:gd name="T63" fmla="*/ 1675627 h 5027"/>
              <a:gd name="T64" fmla="*/ 1898177 w 5026"/>
              <a:gd name="T65" fmla="*/ 1626422 h 5027"/>
              <a:gd name="T66" fmla="*/ 1904621 w 5026"/>
              <a:gd name="T67" fmla="*/ 1574567 h 5027"/>
              <a:gd name="T68" fmla="*/ 1905000 w 5026"/>
              <a:gd name="T69" fmla="*/ 345951 h 5027"/>
              <a:gd name="T70" fmla="*/ 1901210 w 5026"/>
              <a:gd name="T71" fmla="*/ 293339 h 5027"/>
              <a:gd name="T72" fmla="*/ 1889839 w 5026"/>
              <a:gd name="T73" fmla="*/ 242998 h 5027"/>
              <a:gd name="T74" fmla="*/ 1870887 w 5026"/>
              <a:gd name="T75" fmla="*/ 196064 h 5027"/>
              <a:gd name="T76" fmla="*/ 1846250 w 5026"/>
              <a:gd name="T77" fmla="*/ 152915 h 5027"/>
              <a:gd name="T78" fmla="*/ 1815170 w 5026"/>
              <a:gd name="T79" fmla="*/ 113551 h 5027"/>
              <a:gd name="T80" fmla="*/ 1779162 w 5026"/>
              <a:gd name="T81" fmla="*/ 79107 h 5027"/>
              <a:gd name="T82" fmla="*/ 1738606 w 5026"/>
              <a:gd name="T83" fmla="*/ 50341 h 5027"/>
              <a:gd name="T84" fmla="*/ 1693881 w 5026"/>
              <a:gd name="T85" fmla="*/ 27252 h 5027"/>
              <a:gd name="T86" fmla="*/ 1645744 w 5026"/>
              <a:gd name="T87" fmla="*/ 10977 h 5027"/>
              <a:gd name="T88" fmla="*/ 1594196 w 5026"/>
              <a:gd name="T89" fmla="*/ 1893 h 5027"/>
              <a:gd name="T90" fmla="*/ 1559326 w 5026"/>
              <a:gd name="T91" fmla="*/ 1124529 h 5027"/>
              <a:gd name="T92" fmla="*/ 779663 w 5026"/>
              <a:gd name="T93" fmla="*/ 1557156 h 5027"/>
              <a:gd name="T94" fmla="*/ 346433 w 5026"/>
              <a:gd name="T95" fmla="*/ 778578 h 5027"/>
              <a:gd name="T96" fmla="*/ 1126095 w 5026"/>
              <a:gd name="T97" fmla="*/ 345951 h 5027"/>
              <a:gd name="T98" fmla="*/ 1559326 w 5026"/>
              <a:gd name="T99" fmla="*/ 1124529 h 502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026" h="5027">
                <a:moveTo>
                  <a:pt x="4113" y="0"/>
                </a:moveTo>
                <a:lnTo>
                  <a:pt x="914" y="0"/>
                </a:lnTo>
                <a:lnTo>
                  <a:pt x="867" y="1"/>
                </a:lnTo>
                <a:lnTo>
                  <a:pt x="821" y="5"/>
                </a:lnTo>
                <a:lnTo>
                  <a:pt x="775" y="11"/>
                </a:lnTo>
                <a:lnTo>
                  <a:pt x="730" y="19"/>
                </a:lnTo>
                <a:lnTo>
                  <a:pt x="686" y="29"/>
                </a:lnTo>
                <a:lnTo>
                  <a:pt x="642" y="42"/>
                </a:lnTo>
                <a:lnTo>
                  <a:pt x="599" y="56"/>
                </a:lnTo>
                <a:lnTo>
                  <a:pt x="558" y="72"/>
                </a:lnTo>
                <a:lnTo>
                  <a:pt x="518" y="90"/>
                </a:lnTo>
                <a:lnTo>
                  <a:pt x="478" y="111"/>
                </a:lnTo>
                <a:lnTo>
                  <a:pt x="440" y="133"/>
                </a:lnTo>
                <a:lnTo>
                  <a:pt x="404" y="156"/>
                </a:lnTo>
                <a:lnTo>
                  <a:pt x="368" y="182"/>
                </a:lnTo>
                <a:lnTo>
                  <a:pt x="333" y="209"/>
                </a:lnTo>
                <a:lnTo>
                  <a:pt x="300" y="238"/>
                </a:lnTo>
                <a:lnTo>
                  <a:pt x="268" y="268"/>
                </a:lnTo>
                <a:lnTo>
                  <a:pt x="238" y="300"/>
                </a:lnTo>
                <a:lnTo>
                  <a:pt x="209" y="333"/>
                </a:lnTo>
                <a:lnTo>
                  <a:pt x="181" y="368"/>
                </a:lnTo>
                <a:lnTo>
                  <a:pt x="156" y="404"/>
                </a:lnTo>
                <a:lnTo>
                  <a:pt x="133" y="440"/>
                </a:lnTo>
                <a:lnTo>
                  <a:pt x="111" y="478"/>
                </a:lnTo>
                <a:lnTo>
                  <a:pt x="90" y="518"/>
                </a:lnTo>
                <a:lnTo>
                  <a:pt x="72" y="558"/>
                </a:lnTo>
                <a:lnTo>
                  <a:pt x="56" y="599"/>
                </a:lnTo>
                <a:lnTo>
                  <a:pt x="42" y="642"/>
                </a:lnTo>
                <a:lnTo>
                  <a:pt x="29" y="686"/>
                </a:lnTo>
                <a:lnTo>
                  <a:pt x="19" y="730"/>
                </a:lnTo>
                <a:lnTo>
                  <a:pt x="11" y="775"/>
                </a:lnTo>
                <a:lnTo>
                  <a:pt x="5" y="821"/>
                </a:lnTo>
                <a:lnTo>
                  <a:pt x="1" y="867"/>
                </a:lnTo>
                <a:lnTo>
                  <a:pt x="0" y="914"/>
                </a:lnTo>
                <a:lnTo>
                  <a:pt x="0" y="4113"/>
                </a:lnTo>
                <a:lnTo>
                  <a:pt x="1" y="4160"/>
                </a:lnTo>
                <a:lnTo>
                  <a:pt x="5" y="4206"/>
                </a:lnTo>
                <a:lnTo>
                  <a:pt x="11" y="4252"/>
                </a:lnTo>
                <a:lnTo>
                  <a:pt x="19" y="4297"/>
                </a:lnTo>
                <a:lnTo>
                  <a:pt x="29" y="4341"/>
                </a:lnTo>
                <a:lnTo>
                  <a:pt x="42" y="4385"/>
                </a:lnTo>
                <a:lnTo>
                  <a:pt x="56" y="4427"/>
                </a:lnTo>
                <a:lnTo>
                  <a:pt x="72" y="4469"/>
                </a:lnTo>
                <a:lnTo>
                  <a:pt x="90" y="4509"/>
                </a:lnTo>
                <a:lnTo>
                  <a:pt x="111" y="4548"/>
                </a:lnTo>
                <a:lnTo>
                  <a:pt x="133" y="4588"/>
                </a:lnTo>
                <a:lnTo>
                  <a:pt x="156" y="4624"/>
                </a:lnTo>
                <a:lnTo>
                  <a:pt x="181" y="4660"/>
                </a:lnTo>
                <a:lnTo>
                  <a:pt x="209" y="4695"/>
                </a:lnTo>
                <a:lnTo>
                  <a:pt x="238" y="4728"/>
                </a:lnTo>
                <a:lnTo>
                  <a:pt x="268" y="4759"/>
                </a:lnTo>
                <a:lnTo>
                  <a:pt x="300" y="4789"/>
                </a:lnTo>
                <a:lnTo>
                  <a:pt x="333" y="4818"/>
                </a:lnTo>
                <a:lnTo>
                  <a:pt x="368" y="4846"/>
                </a:lnTo>
                <a:lnTo>
                  <a:pt x="404" y="4871"/>
                </a:lnTo>
                <a:lnTo>
                  <a:pt x="440" y="4895"/>
                </a:lnTo>
                <a:lnTo>
                  <a:pt x="478" y="4917"/>
                </a:lnTo>
                <a:lnTo>
                  <a:pt x="518" y="4937"/>
                </a:lnTo>
                <a:lnTo>
                  <a:pt x="558" y="4955"/>
                </a:lnTo>
                <a:lnTo>
                  <a:pt x="599" y="4971"/>
                </a:lnTo>
                <a:lnTo>
                  <a:pt x="642" y="4986"/>
                </a:lnTo>
                <a:lnTo>
                  <a:pt x="686" y="4999"/>
                </a:lnTo>
                <a:lnTo>
                  <a:pt x="730" y="5008"/>
                </a:lnTo>
                <a:lnTo>
                  <a:pt x="775" y="5016"/>
                </a:lnTo>
                <a:lnTo>
                  <a:pt x="821" y="5022"/>
                </a:lnTo>
                <a:lnTo>
                  <a:pt x="867" y="5025"/>
                </a:lnTo>
                <a:lnTo>
                  <a:pt x="914" y="5027"/>
                </a:lnTo>
                <a:lnTo>
                  <a:pt x="4113" y="5027"/>
                </a:lnTo>
                <a:lnTo>
                  <a:pt x="4160" y="5025"/>
                </a:lnTo>
                <a:lnTo>
                  <a:pt x="4206" y="5022"/>
                </a:lnTo>
                <a:lnTo>
                  <a:pt x="4252" y="5016"/>
                </a:lnTo>
                <a:lnTo>
                  <a:pt x="4297" y="5008"/>
                </a:lnTo>
                <a:lnTo>
                  <a:pt x="4342" y="4999"/>
                </a:lnTo>
                <a:lnTo>
                  <a:pt x="4384" y="4986"/>
                </a:lnTo>
                <a:lnTo>
                  <a:pt x="4427" y="4971"/>
                </a:lnTo>
                <a:lnTo>
                  <a:pt x="4469" y="4955"/>
                </a:lnTo>
                <a:lnTo>
                  <a:pt x="4509" y="4937"/>
                </a:lnTo>
                <a:lnTo>
                  <a:pt x="4548" y="4917"/>
                </a:lnTo>
                <a:lnTo>
                  <a:pt x="4587" y="4895"/>
                </a:lnTo>
                <a:lnTo>
                  <a:pt x="4624" y="4871"/>
                </a:lnTo>
                <a:lnTo>
                  <a:pt x="4660" y="4846"/>
                </a:lnTo>
                <a:lnTo>
                  <a:pt x="4694" y="4818"/>
                </a:lnTo>
                <a:lnTo>
                  <a:pt x="4728" y="4789"/>
                </a:lnTo>
                <a:lnTo>
                  <a:pt x="4759" y="4759"/>
                </a:lnTo>
                <a:lnTo>
                  <a:pt x="4789" y="4728"/>
                </a:lnTo>
                <a:lnTo>
                  <a:pt x="4818" y="4695"/>
                </a:lnTo>
                <a:lnTo>
                  <a:pt x="4845" y="4660"/>
                </a:lnTo>
                <a:lnTo>
                  <a:pt x="4871" y="4624"/>
                </a:lnTo>
                <a:lnTo>
                  <a:pt x="4895" y="4588"/>
                </a:lnTo>
                <a:lnTo>
                  <a:pt x="4917" y="4548"/>
                </a:lnTo>
                <a:lnTo>
                  <a:pt x="4936" y="4509"/>
                </a:lnTo>
                <a:lnTo>
                  <a:pt x="4955" y="4469"/>
                </a:lnTo>
                <a:lnTo>
                  <a:pt x="4971" y="4427"/>
                </a:lnTo>
                <a:lnTo>
                  <a:pt x="4986" y="4385"/>
                </a:lnTo>
                <a:lnTo>
                  <a:pt x="4997" y="4341"/>
                </a:lnTo>
                <a:lnTo>
                  <a:pt x="5008" y="4297"/>
                </a:lnTo>
                <a:lnTo>
                  <a:pt x="5016" y="4252"/>
                </a:lnTo>
                <a:lnTo>
                  <a:pt x="5022" y="4206"/>
                </a:lnTo>
                <a:lnTo>
                  <a:pt x="5025" y="4160"/>
                </a:lnTo>
                <a:lnTo>
                  <a:pt x="5026" y="4113"/>
                </a:lnTo>
                <a:lnTo>
                  <a:pt x="5026" y="914"/>
                </a:lnTo>
                <a:lnTo>
                  <a:pt x="5025" y="867"/>
                </a:lnTo>
                <a:lnTo>
                  <a:pt x="5022" y="821"/>
                </a:lnTo>
                <a:lnTo>
                  <a:pt x="5016" y="775"/>
                </a:lnTo>
                <a:lnTo>
                  <a:pt x="5008" y="730"/>
                </a:lnTo>
                <a:lnTo>
                  <a:pt x="4997" y="686"/>
                </a:lnTo>
                <a:lnTo>
                  <a:pt x="4986" y="642"/>
                </a:lnTo>
                <a:lnTo>
                  <a:pt x="4971" y="599"/>
                </a:lnTo>
                <a:lnTo>
                  <a:pt x="4955" y="558"/>
                </a:lnTo>
                <a:lnTo>
                  <a:pt x="4936" y="518"/>
                </a:lnTo>
                <a:lnTo>
                  <a:pt x="4917" y="478"/>
                </a:lnTo>
                <a:lnTo>
                  <a:pt x="4895" y="440"/>
                </a:lnTo>
                <a:lnTo>
                  <a:pt x="4871" y="404"/>
                </a:lnTo>
                <a:lnTo>
                  <a:pt x="4845" y="368"/>
                </a:lnTo>
                <a:lnTo>
                  <a:pt x="4818" y="333"/>
                </a:lnTo>
                <a:lnTo>
                  <a:pt x="4789" y="300"/>
                </a:lnTo>
                <a:lnTo>
                  <a:pt x="4759" y="268"/>
                </a:lnTo>
                <a:lnTo>
                  <a:pt x="4728" y="238"/>
                </a:lnTo>
                <a:lnTo>
                  <a:pt x="4694" y="209"/>
                </a:lnTo>
                <a:lnTo>
                  <a:pt x="4660" y="182"/>
                </a:lnTo>
                <a:lnTo>
                  <a:pt x="4624" y="156"/>
                </a:lnTo>
                <a:lnTo>
                  <a:pt x="4587" y="133"/>
                </a:lnTo>
                <a:lnTo>
                  <a:pt x="4548" y="111"/>
                </a:lnTo>
                <a:lnTo>
                  <a:pt x="4509" y="90"/>
                </a:lnTo>
                <a:lnTo>
                  <a:pt x="4469" y="72"/>
                </a:lnTo>
                <a:lnTo>
                  <a:pt x="4427" y="56"/>
                </a:lnTo>
                <a:lnTo>
                  <a:pt x="4384" y="42"/>
                </a:lnTo>
                <a:lnTo>
                  <a:pt x="4342" y="29"/>
                </a:lnTo>
                <a:lnTo>
                  <a:pt x="4297" y="19"/>
                </a:lnTo>
                <a:lnTo>
                  <a:pt x="4252" y="11"/>
                </a:lnTo>
                <a:lnTo>
                  <a:pt x="4206" y="5"/>
                </a:lnTo>
                <a:lnTo>
                  <a:pt x="4160" y="1"/>
                </a:lnTo>
                <a:lnTo>
                  <a:pt x="4113" y="0"/>
                </a:lnTo>
                <a:close/>
                <a:moveTo>
                  <a:pt x="4114" y="2971"/>
                </a:moveTo>
                <a:lnTo>
                  <a:pt x="2971" y="2971"/>
                </a:lnTo>
                <a:lnTo>
                  <a:pt x="2971" y="4114"/>
                </a:lnTo>
                <a:lnTo>
                  <a:pt x="2057" y="4114"/>
                </a:lnTo>
                <a:lnTo>
                  <a:pt x="2057" y="2971"/>
                </a:lnTo>
                <a:lnTo>
                  <a:pt x="914" y="2971"/>
                </a:lnTo>
                <a:lnTo>
                  <a:pt x="914" y="2057"/>
                </a:lnTo>
                <a:lnTo>
                  <a:pt x="2057" y="2057"/>
                </a:lnTo>
                <a:lnTo>
                  <a:pt x="2057" y="914"/>
                </a:lnTo>
                <a:lnTo>
                  <a:pt x="2971" y="914"/>
                </a:lnTo>
                <a:lnTo>
                  <a:pt x="2971" y="2057"/>
                </a:lnTo>
                <a:lnTo>
                  <a:pt x="4114" y="2057"/>
                </a:lnTo>
                <a:lnTo>
                  <a:pt x="4114" y="2971"/>
                </a:lnTo>
                <a:close/>
              </a:path>
            </a:pathLst>
          </a:custGeom>
          <a:solidFill>
            <a:srgbClr val="1F717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algn="ctr">
              <a:defRPr/>
            </a:pPr>
            <a:endParaRPr lang="zh-CN" altLang="en-US" sz="2000" b="1" dirty="0">
              <a:solidFill>
                <a:schemeClr val="tx1">
                  <a:lumMod val="75000"/>
                  <a:lumOff val="25000"/>
                </a:schemeClr>
              </a:solidFill>
            </a:endParaRPr>
          </a:p>
        </p:txBody>
      </p:sp>
      <p:sp>
        <p:nvSpPr>
          <p:cNvPr id="23" name="KSO_Shape"/>
          <p:cNvSpPr>
            <a:spLocks noChangeAspect="1"/>
          </p:cNvSpPr>
          <p:nvPr/>
        </p:nvSpPr>
        <p:spPr bwMode="auto">
          <a:xfrm>
            <a:off x="3679582" y="4418444"/>
            <a:ext cx="252421" cy="252000"/>
          </a:xfrm>
          <a:custGeom>
            <a:avLst/>
            <a:gdLst>
              <a:gd name="T0" fmla="*/ 346433 w 5026"/>
              <a:gd name="T1" fmla="*/ 0 h 5027"/>
              <a:gd name="T2" fmla="*/ 293748 w 5026"/>
              <a:gd name="T3" fmla="*/ 4164 h 5027"/>
              <a:gd name="T4" fmla="*/ 243337 w 5026"/>
              <a:gd name="T5" fmla="*/ 15897 h 5027"/>
              <a:gd name="T6" fmla="*/ 196337 w 5026"/>
              <a:gd name="T7" fmla="*/ 34065 h 5027"/>
              <a:gd name="T8" fmla="*/ 153128 w 5026"/>
              <a:gd name="T9" fmla="*/ 59046 h 5027"/>
              <a:gd name="T10" fmla="*/ 113709 w 5026"/>
              <a:gd name="T11" fmla="*/ 90083 h 5027"/>
              <a:gd name="T12" fmla="*/ 79217 w 5026"/>
              <a:gd name="T13" fmla="*/ 126041 h 5027"/>
              <a:gd name="T14" fmla="*/ 50411 w 5026"/>
              <a:gd name="T15" fmla="*/ 166541 h 5027"/>
              <a:gd name="T16" fmla="*/ 27290 w 5026"/>
              <a:gd name="T17" fmla="*/ 211204 h 5027"/>
              <a:gd name="T18" fmla="*/ 10992 w 5026"/>
              <a:gd name="T19" fmla="*/ 259652 h 5027"/>
              <a:gd name="T20" fmla="*/ 1895 w 5026"/>
              <a:gd name="T21" fmla="*/ 310750 h 5027"/>
              <a:gd name="T22" fmla="*/ 0 w 5026"/>
              <a:gd name="T23" fmla="*/ 1556777 h 5027"/>
              <a:gd name="T24" fmla="*/ 1895 w 5026"/>
              <a:gd name="T25" fmla="*/ 1591978 h 5027"/>
              <a:gd name="T26" fmla="*/ 10992 w 5026"/>
              <a:gd name="T27" fmla="*/ 1643076 h 5027"/>
              <a:gd name="T28" fmla="*/ 27290 w 5026"/>
              <a:gd name="T29" fmla="*/ 1691524 h 5027"/>
              <a:gd name="T30" fmla="*/ 50411 w 5026"/>
              <a:gd name="T31" fmla="*/ 1736566 h 5027"/>
              <a:gd name="T32" fmla="*/ 79217 w 5026"/>
              <a:gd name="T33" fmla="*/ 1777065 h 5027"/>
              <a:gd name="T34" fmla="*/ 113709 w 5026"/>
              <a:gd name="T35" fmla="*/ 1812645 h 5027"/>
              <a:gd name="T36" fmla="*/ 153128 w 5026"/>
              <a:gd name="T37" fmla="*/ 1843682 h 5027"/>
              <a:gd name="T38" fmla="*/ 196337 w 5026"/>
              <a:gd name="T39" fmla="*/ 1868663 h 5027"/>
              <a:gd name="T40" fmla="*/ 243337 w 5026"/>
              <a:gd name="T41" fmla="*/ 1887209 h 5027"/>
              <a:gd name="T42" fmla="*/ 293748 w 5026"/>
              <a:gd name="T43" fmla="*/ 1898564 h 5027"/>
              <a:gd name="T44" fmla="*/ 346433 w 5026"/>
              <a:gd name="T45" fmla="*/ 1902728 h 5027"/>
              <a:gd name="T46" fmla="*/ 1576761 w 5026"/>
              <a:gd name="T47" fmla="*/ 1901971 h 5027"/>
              <a:gd name="T48" fmla="*/ 1628688 w 5026"/>
              <a:gd name="T49" fmla="*/ 1895536 h 5027"/>
              <a:gd name="T50" fmla="*/ 1677962 w 5026"/>
              <a:gd name="T51" fmla="*/ 1881532 h 5027"/>
              <a:gd name="T52" fmla="*/ 1723824 w 5026"/>
              <a:gd name="T53" fmla="*/ 1861093 h 5027"/>
              <a:gd name="T54" fmla="*/ 1766275 w 5026"/>
              <a:gd name="T55" fmla="*/ 1834219 h 5027"/>
              <a:gd name="T56" fmla="*/ 1803799 w 5026"/>
              <a:gd name="T57" fmla="*/ 1801290 h 5027"/>
              <a:gd name="T58" fmla="*/ 1836396 w 5026"/>
              <a:gd name="T59" fmla="*/ 1763818 h 5027"/>
              <a:gd name="T60" fmla="*/ 1863686 w 5026"/>
              <a:gd name="T61" fmla="*/ 1721426 h 5027"/>
              <a:gd name="T62" fmla="*/ 1884153 w 5026"/>
              <a:gd name="T63" fmla="*/ 1675627 h 5027"/>
              <a:gd name="T64" fmla="*/ 1898177 w 5026"/>
              <a:gd name="T65" fmla="*/ 1626422 h 5027"/>
              <a:gd name="T66" fmla="*/ 1904621 w 5026"/>
              <a:gd name="T67" fmla="*/ 1574567 h 5027"/>
              <a:gd name="T68" fmla="*/ 1905000 w 5026"/>
              <a:gd name="T69" fmla="*/ 345951 h 5027"/>
              <a:gd name="T70" fmla="*/ 1901210 w 5026"/>
              <a:gd name="T71" fmla="*/ 293339 h 5027"/>
              <a:gd name="T72" fmla="*/ 1889839 w 5026"/>
              <a:gd name="T73" fmla="*/ 242998 h 5027"/>
              <a:gd name="T74" fmla="*/ 1870887 w 5026"/>
              <a:gd name="T75" fmla="*/ 196064 h 5027"/>
              <a:gd name="T76" fmla="*/ 1846250 w 5026"/>
              <a:gd name="T77" fmla="*/ 152915 h 5027"/>
              <a:gd name="T78" fmla="*/ 1815170 w 5026"/>
              <a:gd name="T79" fmla="*/ 113551 h 5027"/>
              <a:gd name="T80" fmla="*/ 1779162 w 5026"/>
              <a:gd name="T81" fmla="*/ 79107 h 5027"/>
              <a:gd name="T82" fmla="*/ 1738606 w 5026"/>
              <a:gd name="T83" fmla="*/ 50341 h 5027"/>
              <a:gd name="T84" fmla="*/ 1693881 w 5026"/>
              <a:gd name="T85" fmla="*/ 27252 h 5027"/>
              <a:gd name="T86" fmla="*/ 1645744 w 5026"/>
              <a:gd name="T87" fmla="*/ 10977 h 5027"/>
              <a:gd name="T88" fmla="*/ 1594196 w 5026"/>
              <a:gd name="T89" fmla="*/ 1893 h 5027"/>
              <a:gd name="T90" fmla="*/ 1559326 w 5026"/>
              <a:gd name="T91" fmla="*/ 1124529 h 5027"/>
              <a:gd name="T92" fmla="*/ 779663 w 5026"/>
              <a:gd name="T93" fmla="*/ 1557156 h 5027"/>
              <a:gd name="T94" fmla="*/ 346433 w 5026"/>
              <a:gd name="T95" fmla="*/ 778578 h 5027"/>
              <a:gd name="T96" fmla="*/ 1126095 w 5026"/>
              <a:gd name="T97" fmla="*/ 345951 h 5027"/>
              <a:gd name="T98" fmla="*/ 1559326 w 5026"/>
              <a:gd name="T99" fmla="*/ 1124529 h 502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026" h="5027">
                <a:moveTo>
                  <a:pt x="4113" y="0"/>
                </a:moveTo>
                <a:lnTo>
                  <a:pt x="914" y="0"/>
                </a:lnTo>
                <a:lnTo>
                  <a:pt x="867" y="1"/>
                </a:lnTo>
                <a:lnTo>
                  <a:pt x="821" y="5"/>
                </a:lnTo>
                <a:lnTo>
                  <a:pt x="775" y="11"/>
                </a:lnTo>
                <a:lnTo>
                  <a:pt x="730" y="19"/>
                </a:lnTo>
                <a:lnTo>
                  <a:pt x="686" y="29"/>
                </a:lnTo>
                <a:lnTo>
                  <a:pt x="642" y="42"/>
                </a:lnTo>
                <a:lnTo>
                  <a:pt x="599" y="56"/>
                </a:lnTo>
                <a:lnTo>
                  <a:pt x="558" y="72"/>
                </a:lnTo>
                <a:lnTo>
                  <a:pt x="518" y="90"/>
                </a:lnTo>
                <a:lnTo>
                  <a:pt x="478" y="111"/>
                </a:lnTo>
                <a:lnTo>
                  <a:pt x="440" y="133"/>
                </a:lnTo>
                <a:lnTo>
                  <a:pt x="404" y="156"/>
                </a:lnTo>
                <a:lnTo>
                  <a:pt x="368" y="182"/>
                </a:lnTo>
                <a:lnTo>
                  <a:pt x="333" y="209"/>
                </a:lnTo>
                <a:lnTo>
                  <a:pt x="300" y="238"/>
                </a:lnTo>
                <a:lnTo>
                  <a:pt x="268" y="268"/>
                </a:lnTo>
                <a:lnTo>
                  <a:pt x="238" y="300"/>
                </a:lnTo>
                <a:lnTo>
                  <a:pt x="209" y="333"/>
                </a:lnTo>
                <a:lnTo>
                  <a:pt x="181" y="368"/>
                </a:lnTo>
                <a:lnTo>
                  <a:pt x="156" y="404"/>
                </a:lnTo>
                <a:lnTo>
                  <a:pt x="133" y="440"/>
                </a:lnTo>
                <a:lnTo>
                  <a:pt x="111" y="478"/>
                </a:lnTo>
                <a:lnTo>
                  <a:pt x="90" y="518"/>
                </a:lnTo>
                <a:lnTo>
                  <a:pt x="72" y="558"/>
                </a:lnTo>
                <a:lnTo>
                  <a:pt x="56" y="599"/>
                </a:lnTo>
                <a:lnTo>
                  <a:pt x="42" y="642"/>
                </a:lnTo>
                <a:lnTo>
                  <a:pt x="29" y="686"/>
                </a:lnTo>
                <a:lnTo>
                  <a:pt x="19" y="730"/>
                </a:lnTo>
                <a:lnTo>
                  <a:pt x="11" y="775"/>
                </a:lnTo>
                <a:lnTo>
                  <a:pt x="5" y="821"/>
                </a:lnTo>
                <a:lnTo>
                  <a:pt x="1" y="867"/>
                </a:lnTo>
                <a:lnTo>
                  <a:pt x="0" y="914"/>
                </a:lnTo>
                <a:lnTo>
                  <a:pt x="0" y="4113"/>
                </a:lnTo>
                <a:lnTo>
                  <a:pt x="1" y="4160"/>
                </a:lnTo>
                <a:lnTo>
                  <a:pt x="5" y="4206"/>
                </a:lnTo>
                <a:lnTo>
                  <a:pt x="11" y="4252"/>
                </a:lnTo>
                <a:lnTo>
                  <a:pt x="19" y="4297"/>
                </a:lnTo>
                <a:lnTo>
                  <a:pt x="29" y="4341"/>
                </a:lnTo>
                <a:lnTo>
                  <a:pt x="42" y="4385"/>
                </a:lnTo>
                <a:lnTo>
                  <a:pt x="56" y="4427"/>
                </a:lnTo>
                <a:lnTo>
                  <a:pt x="72" y="4469"/>
                </a:lnTo>
                <a:lnTo>
                  <a:pt x="90" y="4509"/>
                </a:lnTo>
                <a:lnTo>
                  <a:pt x="111" y="4548"/>
                </a:lnTo>
                <a:lnTo>
                  <a:pt x="133" y="4588"/>
                </a:lnTo>
                <a:lnTo>
                  <a:pt x="156" y="4624"/>
                </a:lnTo>
                <a:lnTo>
                  <a:pt x="181" y="4660"/>
                </a:lnTo>
                <a:lnTo>
                  <a:pt x="209" y="4695"/>
                </a:lnTo>
                <a:lnTo>
                  <a:pt x="238" y="4728"/>
                </a:lnTo>
                <a:lnTo>
                  <a:pt x="268" y="4759"/>
                </a:lnTo>
                <a:lnTo>
                  <a:pt x="300" y="4789"/>
                </a:lnTo>
                <a:lnTo>
                  <a:pt x="333" y="4818"/>
                </a:lnTo>
                <a:lnTo>
                  <a:pt x="368" y="4846"/>
                </a:lnTo>
                <a:lnTo>
                  <a:pt x="404" y="4871"/>
                </a:lnTo>
                <a:lnTo>
                  <a:pt x="440" y="4895"/>
                </a:lnTo>
                <a:lnTo>
                  <a:pt x="478" y="4917"/>
                </a:lnTo>
                <a:lnTo>
                  <a:pt x="518" y="4937"/>
                </a:lnTo>
                <a:lnTo>
                  <a:pt x="558" y="4955"/>
                </a:lnTo>
                <a:lnTo>
                  <a:pt x="599" y="4971"/>
                </a:lnTo>
                <a:lnTo>
                  <a:pt x="642" y="4986"/>
                </a:lnTo>
                <a:lnTo>
                  <a:pt x="686" y="4999"/>
                </a:lnTo>
                <a:lnTo>
                  <a:pt x="730" y="5008"/>
                </a:lnTo>
                <a:lnTo>
                  <a:pt x="775" y="5016"/>
                </a:lnTo>
                <a:lnTo>
                  <a:pt x="821" y="5022"/>
                </a:lnTo>
                <a:lnTo>
                  <a:pt x="867" y="5025"/>
                </a:lnTo>
                <a:lnTo>
                  <a:pt x="914" y="5027"/>
                </a:lnTo>
                <a:lnTo>
                  <a:pt x="4113" y="5027"/>
                </a:lnTo>
                <a:lnTo>
                  <a:pt x="4160" y="5025"/>
                </a:lnTo>
                <a:lnTo>
                  <a:pt x="4206" y="5022"/>
                </a:lnTo>
                <a:lnTo>
                  <a:pt x="4252" y="5016"/>
                </a:lnTo>
                <a:lnTo>
                  <a:pt x="4297" y="5008"/>
                </a:lnTo>
                <a:lnTo>
                  <a:pt x="4342" y="4999"/>
                </a:lnTo>
                <a:lnTo>
                  <a:pt x="4384" y="4986"/>
                </a:lnTo>
                <a:lnTo>
                  <a:pt x="4427" y="4971"/>
                </a:lnTo>
                <a:lnTo>
                  <a:pt x="4469" y="4955"/>
                </a:lnTo>
                <a:lnTo>
                  <a:pt x="4509" y="4937"/>
                </a:lnTo>
                <a:lnTo>
                  <a:pt x="4548" y="4917"/>
                </a:lnTo>
                <a:lnTo>
                  <a:pt x="4587" y="4895"/>
                </a:lnTo>
                <a:lnTo>
                  <a:pt x="4624" y="4871"/>
                </a:lnTo>
                <a:lnTo>
                  <a:pt x="4660" y="4846"/>
                </a:lnTo>
                <a:lnTo>
                  <a:pt x="4694" y="4818"/>
                </a:lnTo>
                <a:lnTo>
                  <a:pt x="4728" y="4789"/>
                </a:lnTo>
                <a:lnTo>
                  <a:pt x="4759" y="4759"/>
                </a:lnTo>
                <a:lnTo>
                  <a:pt x="4789" y="4728"/>
                </a:lnTo>
                <a:lnTo>
                  <a:pt x="4818" y="4695"/>
                </a:lnTo>
                <a:lnTo>
                  <a:pt x="4845" y="4660"/>
                </a:lnTo>
                <a:lnTo>
                  <a:pt x="4871" y="4624"/>
                </a:lnTo>
                <a:lnTo>
                  <a:pt x="4895" y="4588"/>
                </a:lnTo>
                <a:lnTo>
                  <a:pt x="4917" y="4548"/>
                </a:lnTo>
                <a:lnTo>
                  <a:pt x="4936" y="4509"/>
                </a:lnTo>
                <a:lnTo>
                  <a:pt x="4955" y="4469"/>
                </a:lnTo>
                <a:lnTo>
                  <a:pt x="4971" y="4427"/>
                </a:lnTo>
                <a:lnTo>
                  <a:pt x="4986" y="4385"/>
                </a:lnTo>
                <a:lnTo>
                  <a:pt x="4997" y="4341"/>
                </a:lnTo>
                <a:lnTo>
                  <a:pt x="5008" y="4297"/>
                </a:lnTo>
                <a:lnTo>
                  <a:pt x="5016" y="4252"/>
                </a:lnTo>
                <a:lnTo>
                  <a:pt x="5022" y="4206"/>
                </a:lnTo>
                <a:lnTo>
                  <a:pt x="5025" y="4160"/>
                </a:lnTo>
                <a:lnTo>
                  <a:pt x="5026" y="4113"/>
                </a:lnTo>
                <a:lnTo>
                  <a:pt x="5026" y="914"/>
                </a:lnTo>
                <a:lnTo>
                  <a:pt x="5025" y="867"/>
                </a:lnTo>
                <a:lnTo>
                  <a:pt x="5022" y="821"/>
                </a:lnTo>
                <a:lnTo>
                  <a:pt x="5016" y="775"/>
                </a:lnTo>
                <a:lnTo>
                  <a:pt x="5008" y="730"/>
                </a:lnTo>
                <a:lnTo>
                  <a:pt x="4997" y="686"/>
                </a:lnTo>
                <a:lnTo>
                  <a:pt x="4986" y="642"/>
                </a:lnTo>
                <a:lnTo>
                  <a:pt x="4971" y="599"/>
                </a:lnTo>
                <a:lnTo>
                  <a:pt x="4955" y="558"/>
                </a:lnTo>
                <a:lnTo>
                  <a:pt x="4936" y="518"/>
                </a:lnTo>
                <a:lnTo>
                  <a:pt x="4917" y="478"/>
                </a:lnTo>
                <a:lnTo>
                  <a:pt x="4895" y="440"/>
                </a:lnTo>
                <a:lnTo>
                  <a:pt x="4871" y="404"/>
                </a:lnTo>
                <a:lnTo>
                  <a:pt x="4845" y="368"/>
                </a:lnTo>
                <a:lnTo>
                  <a:pt x="4818" y="333"/>
                </a:lnTo>
                <a:lnTo>
                  <a:pt x="4789" y="300"/>
                </a:lnTo>
                <a:lnTo>
                  <a:pt x="4759" y="268"/>
                </a:lnTo>
                <a:lnTo>
                  <a:pt x="4728" y="238"/>
                </a:lnTo>
                <a:lnTo>
                  <a:pt x="4694" y="209"/>
                </a:lnTo>
                <a:lnTo>
                  <a:pt x="4660" y="182"/>
                </a:lnTo>
                <a:lnTo>
                  <a:pt x="4624" y="156"/>
                </a:lnTo>
                <a:lnTo>
                  <a:pt x="4587" y="133"/>
                </a:lnTo>
                <a:lnTo>
                  <a:pt x="4548" y="111"/>
                </a:lnTo>
                <a:lnTo>
                  <a:pt x="4509" y="90"/>
                </a:lnTo>
                <a:lnTo>
                  <a:pt x="4469" y="72"/>
                </a:lnTo>
                <a:lnTo>
                  <a:pt x="4427" y="56"/>
                </a:lnTo>
                <a:lnTo>
                  <a:pt x="4384" y="42"/>
                </a:lnTo>
                <a:lnTo>
                  <a:pt x="4342" y="29"/>
                </a:lnTo>
                <a:lnTo>
                  <a:pt x="4297" y="19"/>
                </a:lnTo>
                <a:lnTo>
                  <a:pt x="4252" y="11"/>
                </a:lnTo>
                <a:lnTo>
                  <a:pt x="4206" y="5"/>
                </a:lnTo>
                <a:lnTo>
                  <a:pt x="4160" y="1"/>
                </a:lnTo>
                <a:lnTo>
                  <a:pt x="4113" y="0"/>
                </a:lnTo>
                <a:close/>
                <a:moveTo>
                  <a:pt x="4114" y="2971"/>
                </a:moveTo>
                <a:lnTo>
                  <a:pt x="2971" y="2971"/>
                </a:lnTo>
                <a:lnTo>
                  <a:pt x="2971" y="4114"/>
                </a:lnTo>
                <a:lnTo>
                  <a:pt x="2057" y="4114"/>
                </a:lnTo>
                <a:lnTo>
                  <a:pt x="2057" y="2971"/>
                </a:lnTo>
                <a:lnTo>
                  <a:pt x="914" y="2971"/>
                </a:lnTo>
                <a:lnTo>
                  <a:pt x="914" y="2057"/>
                </a:lnTo>
                <a:lnTo>
                  <a:pt x="2057" y="2057"/>
                </a:lnTo>
                <a:lnTo>
                  <a:pt x="2057" y="914"/>
                </a:lnTo>
                <a:lnTo>
                  <a:pt x="2971" y="914"/>
                </a:lnTo>
                <a:lnTo>
                  <a:pt x="2971" y="2057"/>
                </a:lnTo>
                <a:lnTo>
                  <a:pt x="4114" y="2057"/>
                </a:lnTo>
                <a:lnTo>
                  <a:pt x="4114" y="2971"/>
                </a:lnTo>
                <a:close/>
              </a:path>
            </a:pathLst>
          </a:custGeom>
          <a:solidFill>
            <a:srgbClr val="1F717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algn="ctr">
              <a:defRPr/>
            </a:pPr>
            <a:endParaRPr lang="zh-CN" altLang="en-US" sz="2000" b="1">
              <a:solidFill>
                <a:schemeClr val="tx1">
                  <a:lumMod val="75000"/>
                  <a:lumOff val="25000"/>
                </a:schemeClr>
              </a:solidFill>
            </a:endParaRPr>
          </a:p>
        </p:txBody>
      </p:sp>
      <p:sp>
        <p:nvSpPr>
          <p:cNvPr id="25" name="TextBox 7"/>
          <p:cNvSpPr txBox="1"/>
          <p:nvPr/>
        </p:nvSpPr>
        <p:spPr>
          <a:xfrm>
            <a:off x="4008992" y="3799877"/>
            <a:ext cx="2901394" cy="408274"/>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rPr>
              <a:t>创建和应用样式</a:t>
            </a:r>
          </a:p>
        </p:txBody>
      </p:sp>
      <p:sp>
        <p:nvSpPr>
          <p:cNvPr id="26" name="TextBox 7"/>
          <p:cNvSpPr txBox="1"/>
          <p:nvPr/>
        </p:nvSpPr>
        <p:spPr>
          <a:xfrm>
            <a:off x="4008992" y="4361759"/>
            <a:ext cx="3998886" cy="408274"/>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rPr>
              <a:t>文档的分页、分节和分栏</a:t>
            </a:r>
          </a:p>
        </p:txBody>
      </p:sp>
      <p:sp>
        <p:nvSpPr>
          <p:cNvPr id="15" name="KSO_Shape"/>
          <p:cNvSpPr>
            <a:spLocks noChangeAspect="1"/>
          </p:cNvSpPr>
          <p:nvPr/>
        </p:nvSpPr>
        <p:spPr bwMode="auto">
          <a:xfrm>
            <a:off x="3691940" y="5729422"/>
            <a:ext cx="252421" cy="252000"/>
          </a:xfrm>
          <a:custGeom>
            <a:avLst/>
            <a:gdLst>
              <a:gd name="T0" fmla="*/ 346433 w 5026"/>
              <a:gd name="T1" fmla="*/ 0 h 5027"/>
              <a:gd name="T2" fmla="*/ 293748 w 5026"/>
              <a:gd name="T3" fmla="*/ 4164 h 5027"/>
              <a:gd name="T4" fmla="*/ 243337 w 5026"/>
              <a:gd name="T5" fmla="*/ 15897 h 5027"/>
              <a:gd name="T6" fmla="*/ 196337 w 5026"/>
              <a:gd name="T7" fmla="*/ 34065 h 5027"/>
              <a:gd name="T8" fmla="*/ 153128 w 5026"/>
              <a:gd name="T9" fmla="*/ 59046 h 5027"/>
              <a:gd name="T10" fmla="*/ 113709 w 5026"/>
              <a:gd name="T11" fmla="*/ 90083 h 5027"/>
              <a:gd name="T12" fmla="*/ 79217 w 5026"/>
              <a:gd name="T13" fmla="*/ 126041 h 5027"/>
              <a:gd name="T14" fmla="*/ 50411 w 5026"/>
              <a:gd name="T15" fmla="*/ 166541 h 5027"/>
              <a:gd name="T16" fmla="*/ 27290 w 5026"/>
              <a:gd name="T17" fmla="*/ 211204 h 5027"/>
              <a:gd name="T18" fmla="*/ 10992 w 5026"/>
              <a:gd name="T19" fmla="*/ 259652 h 5027"/>
              <a:gd name="T20" fmla="*/ 1895 w 5026"/>
              <a:gd name="T21" fmla="*/ 310750 h 5027"/>
              <a:gd name="T22" fmla="*/ 0 w 5026"/>
              <a:gd name="T23" fmla="*/ 1556777 h 5027"/>
              <a:gd name="T24" fmla="*/ 1895 w 5026"/>
              <a:gd name="T25" fmla="*/ 1591978 h 5027"/>
              <a:gd name="T26" fmla="*/ 10992 w 5026"/>
              <a:gd name="T27" fmla="*/ 1643076 h 5027"/>
              <a:gd name="T28" fmla="*/ 27290 w 5026"/>
              <a:gd name="T29" fmla="*/ 1691524 h 5027"/>
              <a:gd name="T30" fmla="*/ 50411 w 5026"/>
              <a:gd name="T31" fmla="*/ 1736566 h 5027"/>
              <a:gd name="T32" fmla="*/ 79217 w 5026"/>
              <a:gd name="T33" fmla="*/ 1777065 h 5027"/>
              <a:gd name="T34" fmla="*/ 113709 w 5026"/>
              <a:gd name="T35" fmla="*/ 1812645 h 5027"/>
              <a:gd name="T36" fmla="*/ 153128 w 5026"/>
              <a:gd name="T37" fmla="*/ 1843682 h 5027"/>
              <a:gd name="T38" fmla="*/ 196337 w 5026"/>
              <a:gd name="T39" fmla="*/ 1868663 h 5027"/>
              <a:gd name="T40" fmla="*/ 243337 w 5026"/>
              <a:gd name="T41" fmla="*/ 1887209 h 5027"/>
              <a:gd name="T42" fmla="*/ 293748 w 5026"/>
              <a:gd name="T43" fmla="*/ 1898564 h 5027"/>
              <a:gd name="T44" fmla="*/ 346433 w 5026"/>
              <a:gd name="T45" fmla="*/ 1902728 h 5027"/>
              <a:gd name="T46" fmla="*/ 1576761 w 5026"/>
              <a:gd name="T47" fmla="*/ 1901971 h 5027"/>
              <a:gd name="T48" fmla="*/ 1628688 w 5026"/>
              <a:gd name="T49" fmla="*/ 1895536 h 5027"/>
              <a:gd name="T50" fmla="*/ 1677962 w 5026"/>
              <a:gd name="T51" fmla="*/ 1881532 h 5027"/>
              <a:gd name="T52" fmla="*/ 1723824 w 5026"/>
              <a:gd name="T53" fmla="*/ 1861093 h 5027"/>
              <a:gd name="T54" fmla="*/ 1766275 w 5026"/>
              <a:gd name="T55" fmla="*/ 1834219 h 5027"/>
              <a:gd name="T56" fmla="*/ 1803799 w 5026"/>
              <a:gd name="T57" fmla="*/ 1801290 h 5027"/>
              <a:gd name="T58" fmla="*/ 1836396 w 5026"/>
              <a:gd name="T59" fmla="*/ 1763818 h 5027"/>
              <a:gd name="T60" fmla="*/ 1863686 w 5026"/>
              <a:gd name="T61" fmla="*/ 1721426 h 5027"/>
              <a:gd name="T62" fmla="*/ 1884153 w 5026"/>
              <a:gd name="T63" fmla="*/ 1675627 h 5027"/>
              <a:gd name="T64" fmla="*/ 1898177 w 5026"/>
              <a:gd name="T65" fmla="*/ 1626422 h 5027"/>
              <a:gd name="T66" fmla="*/ 1904621 w 5026"/>
              <a:gd name="T67" fmla="*/ 1574567 h 5027"/>
              <a:gd name="T68" fmla="*/ 1905000 w 5026"/>
              <a:gd name="T69" fmla="*/ 345951 h 5027"/>
              <a:gd name="T70" fmla="*/ 1901210 w 5026"/>
              <a:gd name="T71" fmla="*/ 293339 h 5027"/>
              <a:gd name="T72" fmla="*/ 1889839 w 5026"/>
              <a:gd name="T73" fmla="*/ 242998 h 5027"/>
              <a:gd name="T74" fmla="*/ 1870887 w 5026"/>
              <a:gd name="T75" fmla="*/ 196064 h 5027"/>
              <a:gd name="T76" fmla="*/ 1846250 w 5026"/>
              <a:gd name="T77" fmla="*/ 152915 h 5027"/>
              <a:gd name="T78" fmla="*/ 1815170 w 5026"/>
              <a:gd name="T79" fmla="*/ 113551 h 5027"/>
              <a:gd name="T80" fmla="*/ 1779162 w 5026"/>
              <a:gd name="T81" fmla="*/ 79107 h 5027"/>
              <a:gd name="T82" fmla="*/ 1738606 w 5026"/>
              <a:gd name="T83" fmla="*/ 50341 h 5027"/>
              <a:gd name="T84" fmla="*/ 1693881 w 5026"/>
              <a:gd name="T85" fmla="*/ 27252 h 5027"/>
              <a:gd name="T86" fmla="*/ 1645744 w 5026"/>
              <a:gd name="T87" fmla="*/ 10977 h 5027"/>
              <a:gd name="T88" fmla="*/ 1594196 w 5026"/>
              <a:gd name="T89" fmla="*/ 1893 h 5027"/>
              <a:gd name="T90" fmla="*/ 1559326 w 5026"/>
              <a:gd name="T91" fmla="*/ 1124529 h 5027"/>
              <a:gd name="T92" fmla="*/ 779663 w 5026"/>
              <a:gd name="T93" fmla="*/ 1557156 h 5027"/>
              <a:gd name="T94" fmla="*/ 346433 w 5026"/>
              <a:gd name="T95" fmla="*/ 778578 h 5027"/>
              <a:gd name="T96" fmla="*/ 1126095 w 5026"/>
              <a:gd name="T97" fmla="*/ 345951 h 5027"/>
              <a:gd name="T98" fmla="*/ 1559326 w 5026"/>
              <a:gd name="T99" fmla="*/ 1124529 h 502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026" h="5027">
                <a:moveTo>
                  <a:pt x="4113" y="0"/>
                </a:moveTo>
                <a:lnTo>
                  <a:pt x="914" y="0"/>
                </a:lnTo>
                <a:lnTo>
                  <a:pt x="867" y="1"/>
                </a:lnTo>
                <a:lnTo>
                  <a:pt x="821" y="5"/>
                </a:lnTo>
                <a:lnTo>
                  <a:pt x="775" y="11"/>
                </a:lnTo>
                <a:lnTo>
                  <a:pt x="730" y="19"/>
                </a:lnTo>
                <a:lnTo>
                  <a:pt x="686" y="29"/>
                </a:lnTo>
                <a:lnTo>
                  <a:pt x="642" y="42"/>
                </a:lnTo>
                <a:lnTo>
                  <a:pt x="599" y="56"/>
                </a:lnTo>
                <a:lnTo>
                  <a:pt x="558" y="72"/>
                </a:lnTo>
                <a:lnTo>
                  <a:pt x="518" y="90"/>
                </a:lnTo>
                <a:lnTo>
                  <a:pt x="478" y="111"/>
                </a:lnTo>
                <a:lnTo>
                  <a:pt x="440" y="133"/>
                </a:lnTo>
                <a:lnTo>
                  <a:pt x="404" y="156"/>
                </a:lnTo>
                <a:lnTo>
                  <a:pt x="368" y="182"/>
                </a:lnTo>
                <a:lnTo>
                  <a:pt x="333" y="209"/>
                </a:lnTo>
                <a:lnTo>
                  <a:pt x="300" y="238"/>
                </a:lnTo>
                <a:lnTo>
                  <a:pt x="268" y="268"/>
                </a:lnTo>
                <a:lnTo>
                  <a:pt x="238" y="300"/>
                </a:lnTo>
                <a:lnTo>
                  <a:pt x="209" y="333"/>
                </a:lnTo>
                <a:lnTo>
                  <a:pt x="181" y="368"/>
                </a:lnTo>
                <a:lnTo>
                  <a:pt x="156" y="404"/>
                </a:lnTo>
                <a:lnTo>
                  <a:pt x="133" y="440"/>
                </a:lnTo>
                <a:lnTo>
                  <a:pt x="111" y="478"/>
                </a:lnTo>
                <a:lnTo>
                  <a:pt x="90" y="518"/>
                </a:lnTo>
                <a:lnTo>
                  <a:pt x="72" y="558"/>
                </a:lnTo>
                <a:lnTo>
                  <a:pt x="56" y="599"/>
                </a:lnTo>
                <a:lnTo>
                  <a:pt x="42" y="642"/>
                </a:lnTo>
                <a:lnTo>
                  <a:pt x="29" y="686"/>
                </a:lnTo>
                <a:lnTo>
                  <a:pt x="19" y="730"/>
                </a:lnTo>
                <a:lnTo>
                  <a:pt x="11" y="775"/>
                </a:lnTo>
                <a:lnTo>
                  <a:pt x="5" y="821"/>
                </a:lnTo>
                <a:lnTo>
                  <a:pt x="1" y="867"/>
                </a:lnTo>
                <a:lnTo>
                  <a:pt x="0" y="914"/>
                </a:lnTo>
                <a:lnTo>
                  <a:pt x="0" y="4113"/>
                </a:lnTo>
                <a:lnTo>
                  <a:pt x="1" y="4160"/>
                </a:lnTo>
                <a:lnTo>
                  <a:pt x="5" y="4206"/>
                </a:lnTo>
                <a:lnTo>
                  <a:pt x="11" y="4252"/>
                </a:lnTo>
                <a:lnTo>
                  <a:pt x="19" y="4297"/>
                </a:lnTo>
                <a:lnTo>
                  <a:pt x="29" y="4341"/>
                </a:lnTo>
                <a:lnTo>
                  <a:pt x="42" y="4385"/>
                </a:lnTo>
                <a:lnTo>
                  <a:pt x="56" y="4427"/>
                </a:lnTo>
                <a:lnTo>
                  <a:pt x="72" y="4469"/>
                </a:lnTo>
                <a:lnTo>
                  <a:pt x="90" y="4509"/>
                </a:lnTo>
                <a:lnTo>
                  <a:pt x="111" y="4548"/>
                </a:lnTo>
                <a:lnTo>
                  <a:pt x="133" y="4588"/>
                </a:lnTo>
                <a:lnTo>
                  <a:pt x="156" y="4624"/>
                </a:lnTo>
                <a:lnTo>
                  <a:pt x="181" y="4660"/>
                </a:lnTo>
                <a:lnTo>
                  <a:pt x="209" y="4695"/>
                </a:lnTo>
                <a:lnTo>
                  <a:pt x="238" y="4728"/>
                </a:lnTo>
                <a:lnTo>
                  <a:pt x="268" y="4759"/>
                </a:lnTo>
                <a:lnTo>
                  <a:pt x="300" y="4789"/>
                </a:lnTo>
                <a:lnTo>
                  <a:pt x="333" y="4818"/>
                </a:lnTo>
                <a:lnTo>
                  <a:pt x="368" y="4846"/>
                </a:lnTo>
                <a:lnTo>
                  <a:pt x="404" y="4871"/>
                </a:lnTo>
                <a:lnTo>
                  <a:pt x="440" y="4895"/>
                </a:lnTo>
                <a:lnTo>
                  <a:pt x="478" y="4917"/>
                </a:lnTo>
                <a:lnTo>
                  <a:pt x="518" y="4937"/>
                </a:lnTo>
                <a:lnTo>
                  <a:pt x="558" y="4955"/>
                </a:lnTo>
                <a:lnTo>
                  <a:pt x="599" y="4971"/>
                </a:lnTo>
                <a:lnTo>
                  <a:pt x="642" y="4986"/>
                </a:lnTo>
                <a:lnTo>
                  <a:pt x="686" y="4999"/>
                </a:lnTo>
                <a:lnTo>
                  <a:pt x="730" y="5008"/>
                </a:lnTo>
                <a:lnTo>
                  <a:pt x="775" y="5016"/>
                </a:lnTo>
                <a:lnTo>
                  <a:pt x="821" y="5022"/>
                </a:lnTo>
                <a:lnTo>
                  <a:pt x="867" y="5025"/>
                </a:lnTo>
                <a:lnTo>
                  <a:pt x="914" y="5027"/>
                </a:lnTo>
                <a:lnTo>
                  <a:pt x="4113" y="5027"/>
                </a:lnTo>
                <a:lnTo>
                  <a:pt x="4160" y="5025"/>
                </a:lnTo>
                <a:lnTo>
                  <a:pt x="4206" y="5022"/>
                </a:lnTo>
                <a:lnTo>
                  <a:pt x="4252" y="5016"/>
                </a:lnTo>
                <a:lnTo>
                  <a:pt x="4297" y="5008"/>
                </a:lnTo>
                <a:lnTo>
                  <a:pt x="4342" y="4999"/>
                </a:lnTo>
                <a:lnTo>
                  <a:pt x="4384" y="4986"/>
                </a:lnTo>
                <a:lnTo>
                  <a:pt x="4427" y="4971"/>
                </a:lnTo>
                <a:lnTo>
                  <a:pt x="4469" y="4955"/>
                </a:lnTo>
                <a:lnTo>
                  <a:pt x="4509" y="4937"/>
                </a:lnTo>
                <a:lnTo>
                  <a:pt x="4548" y="4917"/>
                </a:lnTo>
                <a:lnTo>
                  <a:pt x="4587" y="4895"/>
                </a:lnTo>
                <a:lnTo>
                  <a:pt x="4624" y="4871"/>
                </a:lnTo>
                <a:lnTo>
                  <a:pt x="4660" y="4846"/>
                </a:lnTo>
                <a:lnTo>
                  <a:pt x="4694" y="4818"/>
                </a:lnTo>
                <a:lnTo>
                  <a:pt x="4728" y="4789"/>
                </a:lnTo>
                <a:lnTo>
                  <a:pt x="4759" y="4759"/>
                </a:lnTo>
                <a:lnTo>
                  <a:pt x="4789" y="4728"/>
                </a:lnTo>
                <a:lnTo>
                  <a:pt x="4818" y="4695"/>
                </a:lnTo>
                <a:lnTo>
                  <a:pt x="4845" y="4660"/>
                </a:lnTo>
                <a:lnTo>
                  <a:pt x="4871" y="4624"/>
                </a:lnTo>
                <a:lnTo>
                  <a:pt x="4895" y="4588"/>
                </a:lnTo>
                <a:lnTo>
                  <a:pt x="4917" y="4548"/>
                </a:lnTo>
                <a:lnTo>
                  <a:pt x="4936" y="4509"/>
                </a:lnTo>
                <a:lnTo>
                  <a:pt x="4955" y="4469"/>
                </a:lnTo>
                <a:lnTo>
                  <a:pt x="4971" y="4427"/>
                </a:lnTo>
                <a:lnTo>
                  <a:pt x="4986" y="4385"/>
                </a:lnTo>
                <a:lnTo>
                  <a:pt x="4997" y="4341"/>
                </a:lnTo>
                <a:lnTo>
                  <a:pt x="5008" y="4297"/>
                </a:lnTo>
                <a:lnTo>
                  <a:pt x="5016" y="4252"/>
                </a:lnTo>
                <a:lnTo>
                  <a:pt x="5022" y="4206"/>
                </a:lnTo>
                <a:lnTo>
                  <a:pt x="5025" y="4160"/>
                </a:lnTo>
                <a:lnTo>
                  <a:pt x="5026" y="4113"/>
                </a:lnTo>
                <a:lnTo>
                  <a:pt x="5026" y="914"/>
                </a:lnTo>
                <a:lnTo>
                  <a:pt x="5025" y="867"/>
                </a:lnTo>
                <a:lnTo>
                  <a:pt x="5022" y="821"/>
                </a:lnTo>
                <a:lnTo>
                  <a:pt x="5016" y="775"/>
                </a:lnTo>
                <a:lnTo>
                  <a:pt x="5008" y="730"/>
                </a:lnTo>
                <a:lnTo>
                  <a:pt x="4997" y="686"/>
                </a:lnTo>
                <a:lnTo>
                  <a:pt x="4986" y="642"/>
                </a:lnTo>
                <a:lnTo>
                  <a:pt x="4971" y="599"/>
                </a:lnTo>
                <a:lnTo>
                  <a:pt x="4955" y="558"/>
                </a:lnTo>
                <a:lnTo>
                  <a:pt x="4936" y="518"/>
                </a:lnTo>
                <a:lnTo>
                  <a:pt x="4917" y="478"/>
                </a:lnTo>
                <a:lnTo>
                  <a:pt x="4895" y="440"/>
                </a:lnTo>
                <a:lnTo>
                  <a:pt x="4871" y="404"/>
                </a:lnTo>
                <a:lnTo>
                  <a:pt x="4845" y="368"/>
                </a:lnTo>
                <a:lnTo>
                  <a:pt x="4818" y="333"/>
                </a:lnTo>
                <a:lnTo>
                  <a:pt x="4789" y="300"/>
                </a:lnTo>
                <a:lnTo>
                  <a:pt x="4759" y="268"/>
                </a:lnTo>
                <a:lnTo>
                  <a:pt x="4728" y="238"/>
                </a:lnTo>
                <a:lnTo>
                  <a:pt x="4694" y="209"/>
                </a:lnTo>
                <a:lnTo>
                  <a:pt x="4660" y="182"/>
                </a:lnTo>
                <a:lnTo>
                  <a:pt x="4624" y="156"/>
                </a:lnTo>
                <a:lnTo>
                  <a:pt x="4587" y="133"/>
                </a:lnTo>
                <a:lnTo>
                  <a:pt x="4548" y="111"/>
                </a:lnTo>
                <a:lnTo>
                  <a:pt x="4509" y="90"/>
                </a:lnTo>
                <a:lnTo>
                  <a:pt x="4469" y="72"/>
                </a:lnTo>
                <a:lnTo>
                  <a:pt x="4427" y="56"/>
                </a:lnTo>
                <a:lnTo>
                  <a:pt x="4384" y="42"/>
                </a:lnTo>
                <a:lnTo>
                  <a:pt x="4342" y="29"/>
                </a:lnTo>
                <a:lnTo>
                  <a:pt x="4297" y="19"/>
                </a:lnTo>
                <a:lnTo>
                  <a:pt x="4252" y="11"/>
                </a:lnTo>
                <a:lnTo>
                  <a:pt x="4206" y="5"/>
                </a:lnTo>
                <a:lnTo>
                  <a:pt x="4160" y="1"/>
                </a:lnTo>
                <a:lnTo>
                  <a:pt x="4113" y="0"/>
                </a:lnTo>
                <a:close/>
                <a:moveTo>
                  <a:pt x="4114" y="2971"/>
                </a:moveTo>
                <a:lnTo>
                  <a:pt x="2971" y="2971"/>
                </a:lnTo>
                <a:lnTo>
                  <a:pt x="2971" y="4114"/>
                </a:lnTo>
                <a:lnTo>
                  <a:pt x="2057" y="4114"/>
                </a:lnTo>
                <a:lnTo>
                  <a:pt x="2057" y="2971"/>
                </a:lnTo>
                <a:lnTo>
                  <a:pt x="914" y="2971"/>
                </a:lnTo>
                <a:lnTo>
                  <a:pt x="914" y="2057"/>
                </a:lnTo>
                <a:lnTo>
                  <a:pt x="2057" y="2057"/>
                </a:lnTo>
                <a:lnTo>
                  <a:pt x="2057" y="914"/>
                </a:lnTo>
                <a:lnTo>
                  <a:pt x="2971" y="914"/>
                </a:lnTo>
                <a:lnTo>
                  <a:pt x="2971" y="2057"/>
                </a:lnTo>
                <a:lnTo>
                  <a:pt x="4114" y="2057"/>
                </a:lnTo>
                <a:lnTo>
                  <a:pt x="4114" y="2971"/>
                </a:lnTo>
                <a:close/>
              </a:path>
            </a:pathLst>
          </a:custGeom>
          <a:solidFill>
            <a:srgbClr val="1F717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algn="ctr">
              <a:defRPr/>
            </a:pPr>
            <a:endParaRPr lang="zh-CN" altLang="en-US" sz="2000" b="1">
              <a:solidFill>
                <a:schemeClr val="tx1">
                  <a:lumMod val="75000"/>
                  <a:lumOff val="25000"/>
                </a:schemeClr>
              </a:solidFill>
            </a:endParaRPr>
          </a:p>
        </p:txBody>
      </p:sp>
      <p:sp>
        <p:nvSpPr>
          <p:cNvPr id="18" name="TextBox 7"/>
          <p:cNvSpPr txBox="1"/>
          <p:nvPr/>
        </p:nvSpPr>
        <p:spPr>
          <a:xfrm>
            <a:off x="4008992" y="5618313"/>
            <a:ext cx="3691741" cy="408274"/>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rPr>
              <a:t>设置项目符号和编号</a:t>
            </a:r>
          </a:p>
        </p:txBody>
      </p:sp>
      <p:sp>
        <p:nvSpPr>
          <p:cNvPr id="19" name="KSO_Shape"/>
          <p:cNvSpPr>
            <a:spLocks noChangeAspect="1"/>
          </p:cNvSpPr>
          <p:nvPr/>
        </p:nvSpPr>
        <p:spPr bwMode="auto">
          <a:xfrm>
            <a:off x="8084867" y="3856562"/>
            <a:ext cx="252421" cy="252000"/>
          </a:xfrm>
          <a:custGeom>
            <a:avLst/>
            <a:gdLst>
              <a:gd name="T0" fmla="*/ 346433 w 5026"/>
              <a:gd name="T1" fmla="*/ 0 h 5027"/>
              <a:gd name="T2" fmla="*/ 293748 w 5026"/>
              <a:gd name="T3" fmla="*/ 4164 h 5027"/>
              <a:gd name="T4" fmla="*/ 243337 w 5026"/>
              <a:gd name="T5" fmla="*/ 15897 h 5027"/>
              <a:gd name="T6" fmla="*/ 196337 w 5026"/>
              <a:gd name="T7" fmla="*/ 34065 h 5027"/>
              <a:gd name="T8" fmla="*/ 153128 w 5026"/>
              <a:gd name="T9" fmla="*/ 59046 h 5027"/>
              <a:gd name="T10" fmla="*/ 113709 w 5026"/>
              <a:gd name="T11" fmla="*/ 90083 h 5027"/>
              <a:gd name="T12" fmla="*/ 79217 w 5026"/>
              <a:gd name="T13" fmla="*/ 126041 h 5027"/>
              <a:gd name="T14" fmla="*/ 50411 w 5026"/>
              <a:gd name="T15" fmla="*/ 166541 h 5027"/>
              <a:gd name="T16" fmla="*/ 27290 w 5026"/>
              <a:gd name="T17" fmla="*/ 211204 h 5027"/>
              <a:gd name="T18" fmla="*/ 10992 w 5026"/>
              <a:gd name="T19" fmla="*/ 259652 h 5027"/>
              <a:gd name="T20" fmla="*/ 1895 w 5026"/>
              <a:gd name="T21" fmla="*/ 310750 h 5027"/>
              <a:gd name="T22" fmla="*/ 0 w 5026"/>
              <a:gd name="T23" fmla="*/ 1556777 h 5027"/>
              <a:gd name="T24" fmla="*/ 1895 w 5026"/>
              <a:gd name="T25" fmla="*/ 1591978 h 5027"/>
              <a:gd name="T26" fmla="*/ 10992 w 5026"/>
              <a:gd name="T27" fmla="*/ 1643076 h 5027"/>
              <a:gd name="T28" fmla="*/ 27290 w 5026"/>
              <a:gd name="T29" fmla="*/ 1691524 h 5027"/>
              <a:gd name="T30" fmla="*/ 50411 w 5026"/>
              <a:gd name="T31" fmla="*/ 1736566 h 5027"/>
              <a:gd name="T32" fmla="*/ 79217 w 5026"/>
              <a:gd name="T33" fmla="*/ 1777065 h 5027"/>
              <a:gd name="T34" fmla="*/ 113709 w 5026"/>
              <a:gd name="T35" fmla="*/ 1812645 h 5027"/>
              <a:gd name="T36" fmla="*/ 153128 w 5026"/>
              <a:gd name="T37" fmla="*/ 1843682 h 5027"/>
              <a:gd name="T38" fmla="*/ 196337 w 5026"/>
              <a:gd name="T39" fmla="*/ 1868663 h 5027"/>
              <a:gd name="T40" fmla="*/ 243337 w 5026"/>
              <a:gd name="T41" fmla="*/ 1887209 h 5027"/>
              <a:gd name="T42" fmla="*/ 293748 w 5026"/>
              <a:gd name="T43" fmla="*/ 1898564 h 5027"/>
              <a:gd name="T44" fmla="*/ 346433 w 5026"/>
              <a:gd name="T45" fmla="*/ 1902728 h 5027"/>
              <a:gd name="T46" fmla="*/ 1576761 w 5026"/>
              <a:gd name="T47" fmla="*/ 1901971 h 5027"/>
              <a:gd name="T48" fmla="*/ 1628688 w 5026"/>
              <a:gd name="T49" fmla="*/ 1895536 h 5027"/>
              <a:gd name="T50" fmla="*/ 1677962 w 5026"/>
              <a:gd name="T51" fmla="*/ 1881532 h 5027"/>
              <a:gd name="T52" fmla="*/ 1723824 w 5026"/>
              <a:gd name="T53" fmla="*/ 1861093 h 5027"/>
              <a:gd name="T54" fmla="*/ 1766275 w 5026"/>
              <a:gd name="T55" fmla="*/ 1834219 h 5027"/>
              <a:gd name="T56" fmla="*/ 1803799 w 5026"/>
              <a:gd name="T57" fmla="*/ 1801290 h 5027"/>
              <a:gd name="T58" fmla="*/ 1836396 w 5026"/>
              <a:gd name="T59" fmla="*/ 1763818 h 5027"/>
              <a:gd name="T60" fmla="*/ 1863686 w 5026"/>
              <a:gd name="T61" fmla="*/ 1721426 h 5027"/>
              <a:gd name="T62" fmla="*/ 1884153 w 5026"/>
              <a:gd name="T63" fmla="*/ 1675627 h 5027"/>
              <a:gd name="T64" fmla="*/ 1898177 w 5026"/>
              <a:gd name="T65" fmla="*/ 1626422 h 5027"/>
              <a:gd name="T66" fmla="*/ 1904621 w 5026"/>
              <a:gd name="T67" fmla="*/ 1574567 h 5027"/>
              <a:gd name="T68" fmla="*/ 1905000 w 5026"/>
              <a:gd name="T69" fmla="*/ 345951 h 5027"/>
              <a:gd name="T70" fmla="*/ 1901210 w 5026"/>
              <a:gd name="T71" fmla="*/ 293339 h 5027"/>
              <a:gd name="T72" fmla="*/ 1889839 w 5026"/>
              <a:gd name="T73" fmla="*/ 242998 h 5027"/>
              <a:gd name="T74" fmla="*/ 1870887 w 5026"/>
              <a:gd name="T75" fmla="*/ 196064 h 5027"/>
              <a:gd name="T76" fmla="*/ 1846250 w 5026"/>
              <a:gd name="T77" fmla="*/ 152915 h 5027"/>
              <a:gd name="T78" fmla="*/ 1815170 w 5026"/>
              <a:gd name="T79" fmla="*/ 113551 h 5027"/>
              <a:gd name="T80" fmla="*/ 1779162 w 5026"/>
              <a:gd name="T81" fmla="*/ 79107 h 5027"/>
              <a:gd name="T82" fmla="*/ 1738606 w 5026"/>
              <a:gd name="T83" fmla="*/ 50341 h 5027"/>
              <a:gd name="T84" fmla="*/ 1693881 w 5026"/>
              <a:gd name="T85" fmla="*/ 27252 h 5027"/>
              <a:gd name="T86" fmla="*/ 1645744 w 5026"/>
              <a:gd name="T87" fmla="*/ 10977 h 5027"/>
              <a:gd name="T88" fmla="*/ 1594196 w 5026"/>
              <a:gd name="T89" fmla="*/ 1893 h 5027"/>
              <a:gd name="T90" fmla="*/ 1559326 w 5026"/>
              <a:gd name="T91" fmla="*/ 1124529 h 5027"/>
              <a:gd name="T92" fmla="*/ 779663 w 5026"/>
              <a:gd name="T93" fmla="*/ 1557156 h 5027"/>
              <a:gd name="T94" fmla="*/ 346433 w 5026"/>
              <a:gd name="T95" fmla="*/ 778578 h 5027"/>
              <a:gd name="T96" fmla="*/ 1126095 w 5026"/>
              <a:gd name="T97" fmla="*/ 345951 h 5027"/>
              <a:gd name="T98" fmla="*/ 1559326 w 5026"/>
              <a:gd name="T99" fmla="*/ 1124529 h 502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026" h="5027">
                <a:moveTo>
                  <a:pt x="4113" y="0"/>
                </a:moveTo>
                <a:lnTo>
                  <a:pt x="914" y="0"/>
                </a:lnTo>
                <a:lnTo>
                  <a:pt x="867" y="1"/>
                </a:lnTo>
                <a:lnTo>
                  <a:pt x="821" y="5"/>
                </a:lnTo>
                <a:lnTo>
                  <a:pt x="775" y="11"/>
                </a:lnTo>
                <a:lnTo>
                  <a:pt x="730" y="19"/>
                </a:lnTo>
                <a:lnTo>
                  <a:pt x="686" y="29"/>
                </a:lnTo>
                <a:lnTo>
                  <a:pt x="642" y="42"/>
                </a:lnTo>
                <a:lnTo>
                  <a:pt x="599" y="56"/>
                </a:lnTo>
                <a:lnTo>
                  <a:pt x="558" y="72"/>
                </a:lnTo>
                <a:lnTo>
                  <a:pt x="518" y="90"/>
                </a:lnTo>
                <a:lnTo>
                  <a:pt x="478" y="111"/>
                </a:lnTo>
                <a:lnTo>
                  <a:pt x="440" y="133"/>
                </a:lnTo>
                <a:lnTo>
                  <a:pt x="404" y="156"/>
                </a:lnTo>
                <a:lnTo>
                  <a:pt x="368" y="182"/>
                </a:lnTo>
                <a:lnTo>
                  <a:pt x="333" y="209"/>
                </a:lnTo>
                <a:lnTo>
                  <a:pt x="300" y="238"/>
                </a:lnTo>
                <a:lnTo>
                  <a:pt x="268" y="268"/>
                </a:lnTo>
                <a:lnTo>
                  <a:pt x="238" y="300"/>
                </a:lnTo>
                <a:lnTo>
                  <a:pt x="209" y="333"/>
                </a:lnTo>
                <a:lnTo>
                  <a:pt x="181" y="368"/>
                </a:lnTo>
                <a:lnTo>
                  <a:pt x="156" y="404"/>
                </a:lnTo>
                <a:lnTo>
                  <a:pt x="133" y="440"/>
                </a:lnTo>
                <a:lnTo>
                  <a:pt x="111" y="478"/>
                </a:lnTo>
                <a:lnTo>
                  <a:pt x="90" y="518"/>
                </a:lnTo>
                <a:lnTo>
                  <a:pt x="72" y="558"/>
                </a:lnTo>
                <a:lnTo>
                  <a:pt x="56" y="599"/>
                </a:lnTo>
                <a:lnTo>
                  <a:pt x="42" y="642"/>
                </a:lnTo>
                <a:lnTo>
                  <a:pt x="29" y="686"/>
                </a:lnTo>
                <a:lnTo>
                  <a:pt x="19" y="730"/>
                </a:lnTo>
                <a:lnTo>
                  <a:pt x="11" y="775"/>
                </a:lnTo>
                <a:lnTo>
                  <a:pt x="5" y="821"/>
                </a:lnTo>
                <a:lnTo>
                  <a:pt x="1" y="867"/>
                </a:lnTo>
                <a:lnTo>
                  <a:pt x="0" y="914"/>
                </a:lnTo>
                <a:lnTo>
                  <a:pt x="0" y="4113"/>
                </a:lnTo>
                <a:lnTo>
                  <a:pt x="1" y="4160"/>
                </a:lnTo>
                <a:lnTo>
                  <a:pt x="5" y="4206"/>
                </a:lnTo>
                <a:lnTo>
                  <a:pt x="11" y="4252"/>
                </a:lnTo>
                <a:lnTo>
                  <a:pt x="19" y="4297"/>
                </a:lnTo>
                <a:lnTo>
                  <a:pt x="29" y="4341"/>
                </a:lnTo>
                <a:lnTo>
                  <a:pt x="42" y="4385"/>
                </a:lnTo>
                <a:lnTo>
                  <a:pt x="56" y="4427"/>
                </a:lnTo>
                <a:lnTo>
                  <a:pt x="72" y="4469"/>
                </a:lnTo>
                <a:lnTo>
                  <a:pt x="90" y="4509"/>
                </a:lnTo>
                <a:lnTo>
                  <a:pt x="111" y="4548"/>
                </a:lnTo>
                <a:lnTo>
                  <a:pt x="133" y="4588"/>
                </a:lnTo>
                <a:lnTo>
                  <a:pt x="156" y="4624"/>
                </a:lnTo>
                <a:lnTo>
                  <a:pt x="181" y="4660"/>
                </a:lnTo>
                <a:lnTo>
                  <a:pt x="209" y="4695"/>
                </a:lnTo>
                <a:lnTo>
                  <a:pt x="238" y="4728"/>
                </a:lnTo>
                <a:lnTo>
                  <a:pt x="268" y="4759"/>
                </a:lnTo>
                <a:lnTo>
                  <a:pt x="300" y="4789"/>
                </a:lnTo>
                <a:lnTo>
                  <a:pt x="333" y="4818"/>
                </a:lnTo>
                <a:lnTo>
                  <a:pt x="368" y="4846"/>
                </a:lnTo>
                <a:lnTo>
                  <a:pt x="404" y="4871"/>
                </a:lnTo>
                <a:lnTo>
                  <a:pt x="440" y="4895"/>
                </a:lnTo>
                <a:lnTo>
                  <a:pt x="478" y="4917"/>
                </a:lnTo>
                <a:lnTo>
                  <a:pt x="518" y="4937"/>
                </a:lnTo>
                <a:lnTo>
                  <a:pt x="558" y="4955"/>
                </a:lnTo>
                <a:lnTo>
                  <a:pt x="599" y="4971"/>
                </a:lnTo>
                <a:lnTo>
                  <a:pt x="642" y="4986"/>
                </a:lnTo>
                <a:lnTo>
                  <a:pt x="686" y="4999"/>
                </a:lnTo>
                <a:lnTo>
                  <a:pt x="730" y="5008"/>
                </a:lnTo>
                <a:lnTo>
                  <a:pt x="775" y="5016"/>
                </a:lnTo>
                <a:lnTo>
                  <a:pt x="821" y="5022"/>
                </a:lnTo>
                <a:lnTo>
                  <a:pt x="867" y="5025"/>
                </a:lnTo>
                <a:lnTo>
                  <a:pt x="914" y="5027"/>
                </a:lnTo>
                <a:lnTo>
                  <a:pt x="4113" y="5027"/>
                </a:lnTo>
                <a:lnTo>
                  <a:pt x="4160" y="5025"/>
                </a:lnTo>
                <a:lnTo>
                  <a:pt x="4206" y="5022"/>
                </a:lnTo>
                <a:lnTo>
                  <a:pt x="4252" y="5016"/>
                </a:lnTo>
                <a:lnTo>
                  <a:pt x="4297" y="5008"/>
                </a:lnTo>
                <a:lnTo>
                  <a:pt x="4342" y="4999"/>
                </a:lnTo>
                <a:lnTo>
                  <a:pt x="4384" y="4986"/>
                </a:lnTo>
                <a:lnTo>
                  <a:pt x="4427" y="4971"/>
                </a:lnTo>
                <a:lnTo>
                  <a:pt x="4469" y="4955"/>
                </a:lnTo>
                <a:lnTo>
                  <a:pt x="4509" y="4937"/>
                </a:lnTo>
                <a:lnTo>
                  <a:pt x="4548" y="4917"/>
                </a:lnTo>
                <a:lnTo>
                  <a:pt x="4587" y="4895"/>
                </a:lnTo>
                <a:lnTo>
                  <a:pt x="4624" y="4871"/>
                </a:lnTo>
                <a:lnTo>
                  <a:pt x="4660" y="4846"/>
                </a:lnTo>
                <a:lnTo>
                  <a:pt x="4694" y="4818"/>
                </a:lnTo>
                <a:lnTo>
                  <a:pt x="4728" y="4789"/>
                </a:lnTo>
                <a:lnTo>
                  <a:pt x="4759" y="4759"/>
                </a:lnTo>
                <a:lnTo>
                  <a:pt x="4789" y="4728"/>
                </a:lnTo>
                <a:lnTo>
                  <a:pt x="4818" y="4695"/>
                </a:lnTo>
                <a:lnTo>
                  <a:pt x="4845" y="4660"/>
                </a:lnTo>
                <a:lnTo>
                  <a:pt x="4871" y="4624"/>
                </a:lnTo>
                <a:lnTo>
                  <a:pt x="4895" y="4588"/>
                </a:lnTo>
                <a:lnTo>
                  <a:pt x="4917" y="4548"/>
                </a:lnTo>
                <a:lnTo>
                  <a:pt x="4936" y="4509"/>
                </a:lnTo>
                <a:lnTo>
                  <a:pt x="4955" y="4469"/>
                </a:lnTo>
                <a:lnTo>
                  <a:pt x="4971" y="4427"/>
                </a:lnTo>
                <a:lnTo>
                  <a:pt x="4986" y="4385"/>
                </a:lnTo>
                <a:lnTo>
                  <a:pt x="4997" y="4341"/>
                </a:lnTo>
                <a:lnTo>
                  <a:pt x="5008" y="4297"/>
                </a:lnTo>
                <a:lnTo>
                  <a:pt x="5016" y="4252"/>
                </a:lnTo>
                <a:lnTo>
                  <a:pt x="5022" y="4206"/>
                </a:lnTo>
                <a:lnTo>
                  <a:pt x="5025" y="4160"/>
                </a:lnTo>
                <a:lnTo>
                  <a:pt x="5026" y="4113"/>
                </a:lnTo>
                <a:lnTo>
                  <a:pt x="5026" y="914"/>
                </a:lnTo>
                <a:lnTo>
                  <a:pt x="5025" y="867"/>
                </a:lnTo>
                <a:lnTo>
                  <a:pt x="5022" y="821"/>
                </a:lnTo>
                <a:lnTo>
                  <a:pt x="5016" y="775"/>
                </a:lnTo>
                <a:lnTo>
                  <a:pt x="5008" y="730"/>
                </a:lnTo>
                <a:lnTo>
                  <a:pt x="4997" y="686"/>
                </a:lnTo>
                <a:lnTo>
                  <a:pt x="4986" y="642"/>
                </a:lnTo>
                <a:lnTo>
                  <a:pt x="4971" y="599"/>
                </a:lnTo>
                <a:lnTo>
                  <a:pt x="4955" y="558"/>
                </a:lnTo>
                <a:lnTo>
                  <a:pt x="4936" y="518"/>
                </a:lnTo>
                <a:lnTo>
                  <a:pt x="4917" y="478"/>
                </a:lnTo>
                <a:lnTo>
                  <a:pt x="4895" y="440"/>
                </a:lnTo>
                <a:lnTo>
                  <a:pt x="4871" y="404"/>
                </a:lnTo>
                <a:lnTo>
                  <a:pt x="4845" y="368"/>
                </a:lnTo>
                <a:lnTo>
                  <a:pt x="4818" y="333"/>
                </a:lnTo>
                <a:lnTo>
                  <a:pt x="4789" y="300"/>
                </a:lnTo>
                <a:lnTo>
                  <a:pt x="4759" y="268"/>
                </a:lnTo>
                <a:lnTo>
                  <a:pt x="4728" y="238"/>
                </a:lnTo>
                <a:lnTo>
                  <a:pt x="4694" y="209"/>
                </a:lnTo>
                <a:lnTo>
                  <a:pt x="4660" y="182"/>
                </a:lnTo>
                <a:lnTo>
                  <a:pt x="4624" y="156"/>
                </a:lnTo>
                <a:lnTo>
                  <a:pt x="4587" y="133"/>
                </a:lnTo>
                <a:lnTo>
                  <a:pt x="4548" y="111"/>
                </a:lnTo>
                <a:lnTo>
                  <a:pt x="4509" y="90"/>
                </a:lnTo>
                <a:lnTo>
                  <a:pt x="4469" y="72"/>
                </a:lnTo>
                <a:lnTo>
                  <a:pt x="4427" y="56"/>
                </a:lnTo>
                <a:lnTo>
                  <a:pt x="4384" y="42"/>
                </a:lnTo>
                <a:lnTo>
                  <a:pt x="4342" y="29"/>
                </a:lnTo>
                <a:lnTo>
                  <a:pt x="4297" y="19"/>
                </a:lnTo>
                <a:lnTo>
                  <a:pt x="4252" y="11"/>
                </a:lnTo>
                <a:lnTo>
                  <a:pt x="4206" y="5"/>
                </a:lnTo>
                <a:lnTo>
                  <a:pt x="4160" y="1"/>
                </a:lnTo>
                <a:lnTo>
                  <a:pt x="4113" y="0"/>
                </a:lnTo>
                <a:close/>
                <a:moveTo>
                  <a:pt x="4114" y="2971"/>
                </a:moveTo>
                <a:lnTo>
                  <a:pt x="2971" y="2971"/>
                </a:lnTo>
                <a:lnTo>
                  <a:pt x="2971" y="4114"/>
                </a:lnTo>
                <a:lnTo>
                  <a:pt x="2057" y="4114"/>
                </a:lnTo>
                <a:lnTo>
                  <a:pt x="2057" y="2971"/>
                </a:lnTo>
                <a:lnTo>
                  <a:pt x="914" y="2971"/>
                </a:lnTo>
                <a:lnTo>
                  <a:pt x="914" y="2057"/>
                </a:lnTo>
                <a:lnTo>
                  <a:pt x="2057" y="2057"/>
                </a:lnTo>
                <a:lnTo>
                  <a:pt x="2057" y="914"/>
                </a:lnTo>
                <a:lnTo>
                  <a:pt x="2971" y="914"/>
                </a:lnTo>
                <a:lnTo>
                  <a:pt x="2971" y="2057"/>
                </a:lnTo>
                <a:lnTo>
                  <a:pt x="4114" y="2057"/>
                </a:lnTo>
                <a:lnTo>
                  <a:pt x="4114" y="2971"/>
                </a:lnTo>
                <a:close/>
              </a:path>
            </a:pathLst>
          </a:custGeom>
          <a:solidFill>
            <a:srgbClr val="1F717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algn="ctr">
              <a:defRPr/>
            </a:pPr>
            <a:endParaRPr lang="zh-CN" altLang="en-US" sz="2000" b="1">
              <a:solidFill>
                <a:schemeClr val="tx1">
                  <a:lumMod val="75000"/>
                  <a:lumOff val="25000"/>
                </a:schemeClr>
              </a:solidFill>
            </a:endParaRPr>
          </a:p>
        </p:txBody>
      </p:sp>
      <p:sp>
        <p:nvSpPr>
          <p:cNvPr id="20" name="TextBox 7"/>
          <p:cNvSpPr txBox="1"/>
          <p:nvPr/>
        </p:nvSpPr>
        <p:spPr>
          <a:xfrm>
            <a:off x="8414277" y="3799877"/>
            <a:ext cx="3691741" cy="408274"/>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rPr>
              <a:t>插入脚注、尾注和题注</a:t>
            </a:r>
          </a:p>
        </p:txBody>
      </p:sp>
      <p:sp>
        <p:nvSpPr>
          <p:cNvPr id="21" name="KSO_Shape"/>
          <p:cNvSpPr>
            <a:spLocks noChangeAspect="1"/>
          </p:cNvSpPr>
          <p:nvPr/>
        </p:nvSpPr>
        <p:spPr bwMode="auto">
          <a:xfrm>
            <a:off x="3679582" y="5046721"/>
            <a:ext cx="252421" cy="252000"/>
          </a:xfrm>
          <a:custGeom>
            <a:avLst/>
            <a:gdLst>
              <a:gd name="T0" fmla="*/ 346433 w 5026"/>
              <a:gd name="T1" fmla="*/ 0 h 5027"/>
              <a:gd name="T2" fmla="*/ 293748 w 5026"/>
              <a:gd name="T3" fmla="*/ 4164 h 5027"/>
              <a:gd name="T4" fmla="*/ 243337 w 5026"/>
              <a:gd name="T5" fmla="*/ 15897 h 5027"/>
              <a:gd name="T6" fmla="*/ 196337 w 5026"/>
              <a:gd name="T7" fmla="*/ 34065 h 5027"/>
              <a:gd name="T8" fmla="*/ 153128 w 5026"/>
              <a:gd name="T9" fmla="*/ 59046 h 5027"/>
              <a:gd name="T10" fmla="*/ 113709 w 5026"/>
              <a:gd name="T11" fmla="*/ 90083 h 5027"/>
              <a:gd name="T12" fmla="*/ 79217 w 5026"/>
              <a:gd name="T13" fmla="*/ 126041 h 5027"/>
              <a:gd name="T14" fmla="*/ 50411 w 5026"/>
              <a:gd name="T15" fmla="*/ 166541 h 5027"/>
              <a:gd name="T16" fmla="*/ 27290 w 5026"/>
              <a:gd name="T17" fmla="*/ 211204 h 5027"/>
              <a:gd name="T18" fmla="*/ 10992 w 5026"/>
              <a:gd name="T19" fmla="*/ 259652 h 5027"/>
              <a:gd name="T20" fmla="*/ 1895 w 5026"/>
              <a:gd name="T21" fmla="*/ 310750 h 5027"/>
              <a:gd name="T22" fmla="*/ 0 w 5026"/>
              <a:gd name="T23" fmla="*/ 1556777 h 5027"/>
              <a:gd name="T24" fmla="*/ 1895 w 5026"/>
              <a:gd name="T25" fmla="*/ 1591978 h 5027"/>
              <a:gd name="T26" fmla="*/ 10992 w 5026"/>
              <a:gd name="T27" fmla="*/ 1643076 h 5027"/>
              <a:gd name="T28" fmla="*/ 27290 w 5026"/>
              <a:gd name="T29" fmla="*/ 1691524 h 5027"/>
              <a:gd name="T30" fmla="*/ 50411 w 5026"/>
              <a:gd name="T31" fmla="*/ 1736566 h 5027"/>
              <a:gd name="T32" fmla="*/ 79217 w 5026"/>
              <a:gd name="T33" fmla="*/ 1777065 h 5027"/>
              <a:gd name="T34" fmla="*/ 113709 w 5026"/>
              <a:gd name="T35" fmla="*/ 1812645 h 5027"/>
              <a:gd name="T36" fmla="*/ 153128 w 5026"/>
              <a:gd name="T37" fmla="*/ 1843682 h 5027"/>
              <a:gd name="T38" fmla="*/ 196337 w 5026"/>
              <a:gd name="T39" fmla="*/ 1868663 h 5027"/>
              <a:gd name="T40" fmla="*/ 243337 w 5026"/>
              <a:gd name="T41" fmla="*/ 1887209 h 5027"/>
              <a:gd name="T42" fmla="*/ 293748 w 5026"/>
              <a:gd name="T43" fmla="*/ 1898564 h 5027"/>
              <a:gd name="T44" fmla="*/ 346433 w 5026"/>
              <a:gd name="T45" fmla="*/ 1902728 h 5027"/>
              <a:gd name="T46" fmla="*/ 1576761 w 5026"/>
              <a:gd name="T47" fmla="*/ 1901971 h 5027"/>
              <a:gd name="T48" fmla="*/ 1628688 w 5026"/>
              <a:gd name="T49" fmla="*/ 1895536 h 5027"/>
              <a:gd name="T50" fmla="*/ 1677962 w 5026"/>
              <a:gd name="T51" fmla="*/ 1881532 h 5027"/>
              <a:gd name="T52" fmla="*/ 1723824 w 5026"/>
              <a:gd name="T53" fmla="*/ 1861093 h 5027"/>
              <a:gd name="T54" fmla="*/ 1766275 w 5026"/>
              <a:gd name="T55" fmla="*/ 1834219 h 5027"/>
              <a:gd name="T56" fmla="*/ 1803799 w 5026"/>
              <a:gd name="T57" fmla="*/ 1801290 h 5027"/>
              <a:gd name="T58" fmla="*/ 1836396 w 5026"/>
              <a:gd name="T59" fmla="*/ 1763818 h 5027"/>
              <a:gd name="T60" fmla="*/ 1863686 w 5026"/>
              <a:gd name="T61" fmla="*/ 1721426 h 5027"/>
              <a:gd name="T62" fmla="*/ 1884153 w 5026"/>
              <a:gd name="T63" fmla="*/ 1675627 h 5027"/>
              <a:gd name="T64" fmla="*/ 1898177 w 5026"/>
              <a:gd name="T65" fmla="*/ 1626422 h 5027"/>
              <a:gd name="T66" fmla="*/ 1904621 w 5026"/>
              <a:gd name="T67" fmla="*/ 1574567 h 5027"/>
              <a:gd name="T68" fmla="*/ 1905000 w 5026"/>
              <a:gd name="T69" fmla="*/ 345951 h 5027"/>
              <a:gd name="T70" fmla="*/ 1901210 w 5026"/>
              <a:gd name="T71" fmla="*/ 293339 h 5027"/>
              <a:gd name="T72" fmla="*/ 1889839 w 5026"/>
              <a:gd name="T73" fmla="*/ 242998 h 5027"/>
              <a:gd name="T74" fmla="*/ 1870887 w 5026"/>
              <a:gd name="T75" fmla="*/ 196064 h 5027"/>
              <a:gd name="T76" fmla="*/ 1846250 w 5026"/>
              <a:gd name="T77" fmla="*/ 152915 h 5027"/>
              <a:gd name="T78" fmla="*/ 1815170 w 5026"/>
              <a:gd name="T79" fmla="*/ 113551 h 5027"/>
              <a:gd name="T80" fmla="*/ 1779162 w 5026"/>
              <a:gd name="T81" fmla="*/ 79107 h 5027"/>
              <a:gd name="T82" fmla="*/ 1738606 w 5026"/>
              <a:gd name="T83" fmla="*/ 50341 h 5027"/>
              <a:gd name="T84" fmla="*/ 1693881 w 5026"/>
              <a:gd name="T85" fmla="*/ 27252 h 5027"/>
              <a:gd name="T86" fmla="*/ 1645744 w 5026"/>
              <a:gd name="T87" fmla="*/ 10977 h 5027"/>
              <a:gd name="T88" fmla="*/ 1594196 w 5026"/>
              <a:gd name="T89" fmla="*/ 1893 h 5027"/>
              <a:gd name="T90" fmla="*/ 1559326 w 5026"/>
              <a:gd name="T91" fmla="*/ 1124529 h 5027"/>
              <a:gd name="T92" fmla="*/ 779663 w 5026"/>
              <a:gd name="T93" fmla="*/ 1557156 h 5027"/>
              <a:gd name="T94" fmla="*/ 346433 w 5026"/>
              <a:gd name="T95" fmla="*/ 778578 h 5027"/>
              <a:gd name="T96" fmla="*/ 1126095 w 5026"/>
              <a:gd name="T97" fmla="*/ 345951 h 5027"/>
              <a:gd name="T98" fmla="*/ 1559326 w 5026"/>
              <a:gd name="T99" fmla="*/ 1124529 h 502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026" h="5027">
                <a:moveTo>
                  <a:pt x="4113" y="0"/>
                </a:moveTo>
                <a:lnTo>
                  <a:pt x="914" y="0"/>
                </a:lnTo>
                <a:lnTo>
                  <a:pt x="867" y="1"/>
                </a:lnTo>
                <a:lnTo>
                  <a:pt x="821" y="5"/>
                </a:lnTo>
                <a:lnTo>
                  <a:pt x="775" y="11"/>
                </a:lnTo>
                <a:lnTo>
                  <a:pt x="730" y="19"/>
                </a:lnTo>
                <a:lnTo>
                  <a:pt x="686" y="29"/>
                </a:lnTo>
                <a:lnTo>
                  <a:pt x="642" y="42"/>
                </a:lnTo>
                <a:lnTo>
                  <a:pt x="599" y="56"/>
                </a:lnTo>
                <a:lnTo>
                  <a:pt x="558" y="72"/>
                </a:lnTo>
                <a:lnTo>
                  <a:pt x="518" y="90"/>
                </a:lnTo>
                <a:lnTo>
                  <a:pt x="478" y="111"/>
                </a:lnTo>
                <a:lnTo>
                  <a:pt x="440" y="133"/>
                </a:lnTo>
                <a:lnTo>
                  <a:pt x="404" y="156"/>
                </a:lnTo>
                <a:lnTo>
                  <a:pt x="368" y="182"/>
                </a:lnTo>
                <a:lnTo>
                  <a:pt x="333" y="209"/>
                </a:lnTo>
                <a:lnTo>
                  <a:pt x="300" y="238"/>
                </a:lnTo>
                <a:lnTo>
                  <a:pt x="268" y="268"/>
                </a:lnTo>
                <a:lnTo>
                  <a:pt x="238" y="300"/>
                </a:lnTo>
                <a:lnTo>
                  <a:pt x="209" y="333"/>
                </a:lnTo>
                <a:lnTo>
                  <a:pt x="181" y="368"/>
                </a:lnTo>
                <a:lnTo>
                  <a:pt x="156" y="404"/>
                </a:lnTo>
                <a:lnTo>
                  <a:pt x="133" y="440"/>
                </a:lnTo>
                <a:lnTo>
                  <a:pt x="111" y="478"/>
                </a:lnTo>
                <a:lnTo>
                  <a:pt x="90" y="518"/>
                </a:lnTo>
                <a:lnTo>
                  <a:pt x="72" y="558"/>
                </a:lnTo>
                <a:lnTo>
                  <a:pt x="56" y="599"/>
                </a:lnTo>
                <a:lnTo>
                  <a:pt x="42" y="642"/>
                </a:lnTo>
                <a:lnTo>
                  <a:pt x="29" y="686"/>
                </a:lnTo>
                <a:lnTo>
                  <a:pt x="19" y="730"/>
                </a:lnTo>
                <a:lnTo>
                  <a:pt x="11" y="775"/>
                </a:lnTo>
                <a:lnTo>
                  <a:pt x="5" y="821"/>
                </a:lnTo>
                <a:lnTo>
                  <a:pt x="1" y="867"/>
                </a:lnTo>
                <a:lnTo>
                  <a:pt x="0" y="914"/>
                </a:lnTo>
                <a:lnTo>
                  <a:pt x="0" y="4113"/>
                </a:lnTo>
                <a:lnTo>
                  <a:pt x="1" y="4160"/>
                </a:lnTo>
                <a:lnTo>
                  <a:pt x="5" y="4206"/>
                </a:lnTo>
                <a:lnTo>
                  <a:pt x="11" y="4252"/>
                </a:lnTo>
                <a:lnTo>
                  <a:pt x="19" y="4297"/>
                </a:lnTo>
                <a:lnTo>
                  <a:pt x="29" y="4341"/>
                </a:lnTo>
                <a:lnTo>
                  <a:pt x="42" y="4385"/>
                </a:lnTo>
                <a:lnTo>
                  <a:pt x="56" y="4427"/>
                </a:lnTo>
                <a:lnTo>
                  <a:pt x="72" y="4469"/>
                </a:lnTo>
                <a:lnTo>
                  <a:pt x="90" y="4509"/>
                </a:lnTo>
                <a:lnTo>
                  <a:pt x="111" y="4548"/>
                </a:lnTo>
                <a:lnTo>
                  <a:pt x="133" y="4588"/>
                </a:lnTo>
                <a:lnTo>
                  <a:pt x="156" y="4624"/>
                </a:lnTo>
                <a:lnTo>
                  <a:pt x="181" y="4660"/>
                </a:lnTo>
                <a:lnTo>
                  <a:pt x="209" y="4695"/>
                </a:lnTo>
                <a:lnTo>
                  <a:pt x="238" y="4728"/>
                </a:lnTo>
                <a:lnTo>
                  <a:pt x="268" y="4759"/>
                </a:lnTo>
                <a:lnTo>
                  <a:pt x="300" y="4789"/>
                </a:lnTo>
                <a:lnTo>
                  <a:pt x="333" y="4818"/>
                </a:lnTo>
                <a:lnTo>
                  <a:pt x="368" y="4846"/>
                </a:lnTo>
                <a:lnTo>
                  <a:pt x="404" y="4871"/>
                </a:lnTo>
                <a:lnTo>
                  <a:pt x="440" y="4895"/>
                </a:lnTo>
                <a:lnTo>
                  <a:pt x="478" y="4917"/>
                </a:lnTo>
                <a:lnTo>
                  <a:pt x="518" y="4937"/>
                </a:lnTo>
                <a:lnTo>
                  <a:pt x="558" y="4955"/>
                </a:lnTo>
                <a:lnTo>
                  <a:pt x="599" y="4971"/>
                </a:lnTo>
                <a:lnTo>
                  <a:pt x="642" y="4986"/>
                </a:lnTo>
                <a:lnTo>
                  <a:pt x="686" y="4999"/>
                </a:lnTo>
                <a:lnTo>
                  <a:pt x="730" y="5008"/>
                </a:lnTo>
                <a:lnTo>
                  <a:pt x="775" y="5016"/>
                </a:lnTo>
                <a:lnTo>
                  <a:pt x="821" y="5022"/>
                </a:lnTo>
                <a:lnTo>
                  <a:pt x="867" y="5025"/>
                </a:lnTo>
                <a:lnTo>
                  <a:pt x="914" y="5027"/>
                </a:lnTo>
                <a:lnTo>
                  <a:pt x="4113" y="5027"/>
                </a:lnTo>
                <a:lnTo>
                  <a:pt x="4160" y="5025"/>
                </a:lnTo>
                <a:lnTo>
                  <a:pt x="4206" y="5022"/>
                </a:lnTo>
                <a:lnTo>
                  <a:pt x="4252" y="5016"/>
                </a:lnTo>
                <a:lnTo>
                  <a:pt x="4297" y="5008"/>
                </a:lnTo>
                <a:lnTo>
                  <a:pt x="4342" y="4999"/>
                </a:lnTo>
                <a:lnTo>
                  <a:pt x="4384" y="4986"/>
                </a:lnTo>
                <a:lnTo>
                  <a:pt x="4427" y="4971"/>
                </a:lnTo>
                <a:lnTo>
                  <a:pt x="4469" y="4955"/>
                </a:lnTo>
                <a:lnTo>
                  <a:pt x="4509" y="4937"/>
                </a:lnTo>
                <a:lnTo>
                  <a:pt x="4548" y="4917"/>
                </a:lnTo>
                <a:lnTo>
                  <a:pt x="4587" y="4895"/>
                </a:lnTo>
                <a:lnTo>
                  <a:pt x="4624" y="4871"/>
                </a:lnTo>
                <a:lnTo>
                  <a:pt x="4660" y="4846"/>
                </a:lnTo>
                <a:lnTo>
                  <a:pt x="4694" y="4818"/>
                </a:lnTo>
                <a:lnTo>
                  <a:pt x="4728" y="4789"/>
                </a:lnTo>
                <a:lnTo>
                  <a:pt x="4759" y="4759"/>
                </a:lnTo>
                <a:lnTo>
                  <a:pt x="4789" y="4728"/>
                </a:lnTo>
                <a:lnTo>
                  <a:pt x="4818" y="4695"/>
                </a:lnTo>
                <a:lnTo>
                  <a:pt x="4845" y="4660"/>
                </a:lnTo>
                <a:lnTo>
                  <a:pt x="4871" y="4624"/>
                </a:lnTo>
                <a:lnTo>
                  <a:pt x="4895" y="4588"/>
                </a:lnTo>
                <a:lnTo>
                  <a:pt x="4917" y="4548"/>
                </a:lnTo>
                <a:lnTo>
                  <a:pt x="4936" y="4509"/>
                </a:lnTo>
                <a:lnTo>
                  <a:pt x="4955" y="4469"/>
                </a:lnTo>
                <a:lnTo>
                  <a:pt x="4971" y="4427"/>
                </a:lnTo>
                <a:lnTo>
                  <a:pt x="4986" y="4385"/>
                </a:lnTo>
                <a:lnTo>
                  <a:pt x="4997" y="4341"/>
                </a:lnTo>
                <a:lnTo>
                  <a:pt x="5008" y="4297"/>
                </a:lnTo>
                <a:lnTo>
                  <a:pt x="5016" y="4252"/>
                </a:lnTo>
                <a:lnTo>
                  <a:pt x="5022" y="4206"/>
                </a:lnTo>
                <a:lnTo>
                  <a:pt x="5025" y="4160"/>
                </a:lnTo>
                <a:lnTo>
                  <a:pt x="5026" y="4113"/>
                </a:lnTo>
                <a:lnTo>
                  <a:pt x="5026" y="914"/>
                </a:lnTo>
                <a:lnTo>
                  <a:pt x="5025" y="867"/>
                </a:lnTo>
                <a:lnTo>
                  <a:pt x="5022" y="821"/>
                </a:lnTo>
                <a:lnTo>
                  <a:pt x="5016" y="775"/>
                </a:lnTo>
                <a:lnTo>
                  <a:pt x="5008" y="730"/>
                </a:lnTo>
                <a:lnTo>
                  <a:pt x="4997" y="686"/>
                </a:lnTo>
                <a:lnTo>
                  <a:pt x="4986" y="642"/>
                </a:lnTo>
                <a:lnTo>
                  <a:pt x="4971" y="599"/>
                </a:lnTo>
                <a:lnTo>
                  <a:pt x="4955" y="558"/>
                </a:lnTo>
                <a:lnTo>
                  <a:pt x="4936" y="518"/>
                </a:lnTo>
                <a:lnTo>
                  <a:pt x="4917" y="478"/>
                </a:lnTo>
                <a:lnTo>
                  <a:pt x="4895" y="440"/>
                </a:lnTo>
                <a:lnTo>
                  <a:pt x="4871" y="404"/>
                </a:lnTo>
                <a:lnTo>
                  <a:pt x="4845" y="368"/>
                </a:lnTo>
                <a:lnTo>
                  <a:pt x="4818" y="333"/>
                </a:lnTo>
                <a:lnTo>
                  <a:pt x="4789" y="300"/>
                </a:lnTo>
                <a:lnTo>
                  <a:pt x="4759" y="268"/>
                </a:lnTo>
                <a:lnTo>
                  <a:pt x="4728" y="238"/>
                </a:lnTo>
                <a:lnTo>
                  <a:pt x="4694" y="209"/>
                </a:lnTo>
                <a:lnTo>
                  <a:pt x="4660" y="182"/>
                </a:lnTo>
                <a:lnTo>
                  <a:pt x="4624" y="156"/>
                </a:lnTo>
                <a:lnTo>
                  <a:pt x="4587" y="133"/>
                </a:lnTo>
                <a:lnTo>
                  <a:pt x="4548" y="111"/>
                </a:lnTo>
                <a:lnTo>
                  <a:pt x="4509" y="90"/>
                </a:lnTo>
                <a:lnTo>
                  <a:pt x="4469" y="72"/>
                </a:lnTo>
                <a:lnTo>
                  <a:pt x="4427" y="56"/>
                </a:lnTo>
                <a:lnTo>
                  <a:pt x="4384" y="42"/>
                </a:lnTo>
                <a:lnTo>
                  <a:pt x="4342" y="29"/>
                </a:lnTo>
                <a:lnTo>
                  <a:pt x="4297" y="19"/>
                </a:lnTo>
                <a:lnTo>
                  <a:pt x="4252" y="11"/>
                </a:lnTo>
                <a:lnTo>
                  <a:pt x="4206" y="5"/>
                </a:lnTo>
                <a:lnTo>
                  <a:pt x="4160" y="1"/>
                </a:lnTo>
                <a:lnTo>
                  <a:pt x="4113" y="0"/>
                </a:lnTo>
                <a:close/>
                <a:moveTo>
                  <a:pt x="4114" y="2971"/>
                </a:moveTo>
                <a:lnTo>
                  <a:pt x="2971" y="2971"/>
                </a:lnTo>
                <a:lnTo>
                  <a:pt x="2971" y="4114"/>
                </a:lnTo>
                <a:lnTo>
                  <a:pt x="2057" y="4114"/>
                </a:lnTo>
                <a:lnTo>
                  <a:pt x="2057" y="2971"/>
                </a:lnTo>
                <a:lnTo>
                  <a:pt x="914" y="2971"/>
                </a:lnTo>
                <a:lnTo>
                  <a:pt x="914" y="2057"/>
                </a:lnTo>
                <a:lnTo>
                  <a:pt x="2057" y="2057"/>
                </a:lnTo>
                <a:lnTo>
                  <a:pt x="2057" y="914"/>
                </a:lnTo>
                <a:lnTo>
                  <a:pt x="2971" y="914"/>
                </a:lnTo>
                <a:lnTo>
                  <a:pt x="2971" y="2057"/>
                </a:lnTo>
                <a:lnTo>
                  <a:pt x="4114" y="2057"/>
                </a:lnTo>
                <a:lnTo>
                  <a:pt x="4114" y="2971"/>
                </a:lnTo>
                <a:close/>
              </a:path>
            </a:pathLst>
          </a:custGeom>
          <a:solidFill>
            <a:srgbClr val="1F717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algn="ctr">
              <a:defRPr/>
            </a:pPr>
            <a:endParaRPr lang="zh-CN" altLang="en-US" sz="2000" b="1">
              <a:solidFill>
                <a:schemeClr val="tx1">
                  <a:lumMod val="75000"/>
                  <a:lumOff val="25000"/>
                </a:schemeClr>
              </a:solidFill>
            </a:endParaRPr>
          </a:p>
        </p:txBody>
      </p:sp>
      <p:sp>
        <p:nvSpPr>
          <p:cNvPr id="22" name="TextBox 7"/>
          <p:cNvSpPr txBox="1"/>
          <p:nvPr/>
        </p:nvSpPr>
        <p:spPr>
          <a:xfrm>
            <a:off x="4008992" y="4990036"/>
            <a:ext cx="3998886" cy="408274"/>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rPr>
              <a:t>设置文档的页眉和页脚</a:t>
            </a:r>
          </a:p>
        </p:txBody>
      </p:sp>
      <p:sp>
        <p:nvSpPr>
          <p:cNvPr id="24" name="KSO_Shape"/>
          <p:cNvSpPr>
            <a:spLocks noChangeAspect="1"/>
          </p:cNvSpPr>
          <p:nvPr/>
        </p:nvSpPr>
        <p:spPr bwMode="auto">
          <a:xfrm>
            <a:off x="8106389" y="4438178"/>
            <a:ext cx="252421" cy="252000"/>
          </a:xfrm>
          <a:custGeom>
            <a:avLst/>
            <a:gdLst>
              <a:gd name="T0" fmla="*/ 346433 w 5026"/>
              <a:gd name="T1" fmla="*/ 0 h 5027"/>
              <a:gd name="T2" fmla="*/ 293748 w 5026"/>
              <a:gd name="T3" fmla="*/ 4164 h 5027"/>
              <a:gd name="T4" fmla="*/ 243337 w 5026"/>
              <a:gd name="T5" fmla="*/ 15897 h 5027"/>
              <a:gd name="T6" fmla="*/ 196337 w 5026"/>
              <a:gd name="T7" fmla="*/ 34065 h 5027"/>
              <a:gd name="T8" fmla="*/ 153128 w 5026"/>
              <a:gd name="T9" fmla="*/ 59046 h 5027"/>
              <a:gd name="T10" fmla="*/ 113709 w 5026"/>
              <a:gd name="T11" fmla="*/ 90083 h 5027"/>
              <a:gd name="T12" fmla="*/ 79217 w 5026"/>
              <a:gd name="T13" fmla="*/ 126041 h 5027"/>
              <a:gd name="T14" fmla="*/ 50411 w 5026"/>
              <a:gd name="T15" fmla="*/ 166541 h 5027"/>
              <a:gd name="T16" fmla="*/ 27290 w 5026"/>
              <a:gd name="T17" fmla="*/ 211204 h 5027"/>
              <a:gd name="T18" fmla="*/ 10992 w 5026"/>
              <a:gd name="T19" fmla="*/ 259652 h 5027"/>
              <a:gd name="T20" fmla="*/ 1895 w 5026"/>
              <a:gd name="T21" fmla="*/ 310750 h 5027"/>
              <a:gd name="T22" fmla="*/ 0 w 5026"/>
              <a:gd name="T23" fmla="*/ 1556777 h 5027"/>
              <a:gd name="T24" fmla="*/ 1895 w 5026"/>
              <a:gd name="T25" fmla="*/ 1591978 h 5027"/>
              <a:gd name="T26" fmla="*/ 10992 w 5026"/>
              <a:gd name="T27" fmla="*/ 1643076 h 5027"/>
              <a:gd name="T28" fmla="*/ 27290 w 5026"/>
              <a:gd name="T29" fmla="*/ 1691524 h 5027"/>
              <a:gd name="T30" fmla="*/ 50411 w 5026"/>
              <a:gd name="T31" fmla="*/ 1736566 h 5027"/>
              <a:gd name="T32" fmla="*/ 79217 w 5026"/>
              <a:gd name="T33" fmla="*/ 1777065 h 5027"/>
              <a:gd name="T34" fmla="*/ 113709 w 5026"/>
              <a:gd name="T35" fmla="*/ 1812645 h 5027"/>
              <a:gd name="T36" fmla="*/ 153128 w 5026"/>
              <a:gd name="T37" fmla="*/ 1843682 h 5027"/>
              <a:gd name="T38" fmla="*/ 196337 w 5026"/>
              <a:gd name="T39" fmla="*/ 1868663 h 5027"/>
              <a:gd name="T40" fmla="*/ 243337 w 5026"/>
              <a:gd name="T41" fmla="*/ 1887209 h 5027"/>
              <a:gd name="T42" fmla="*/ 293748 w 5026"/>
              <a:gd name="T43" fmla="*/ 1898564 h 5027"/>
              <a:gd name="T44" fmla="*/ 346433 w 5026"/>
              <a:gd name="T45" fmla="*/ 1902728 h 5027"/>
              <a:gd name="T46" fmla="*/ 1576761 w 5026"/>
              <a:gd name="T47" fmla="*/ 1901971 h 5027"/>
              <a:gd name="T48" fmla="*/ 1628688 w 5026"/>
              <a:gd name="T49" fmla="*/ 1895536 h 5027"/>
              <a:gd name="T50" fmla="*/ 1677962 w 5026"/>
              <a:gd name="T51" fmla="*/ 1881532 h 5027"/>
              <a:gd name="T52" fmla="*/ 1723824 w 5026"/>
              <a:gd name="T53" fmla="*/ 1861093 h 5027"/>
              <a:gd name="T54" fmla="*/ 1766275 w 5026"/>
              <a:gd name="T55" fmla="*/ 1834219 h 5027"/>
              <a:gd name="T56" fmla="*/ 1803799 w 5026"/>
              <a:gd name="T57" fmla="*/ 1801290 h 5027"/>
              <a:gd name="T58" fmla="*/ 1836396 w 5026"/>
              <a:gd name="T59" fmla="*/ 1763818 h 5027"/>
              <a:gd name="T60" fmla="*/ 1863686 w 5026"/>
              <a:gd name="T61" fmla="*/ 1721426 h 5027"/>
              <a:gd name="T62" fmla="*/ 1884153 w 5026"/>
              <a:gd name="T63" fmla="*/ 1675627 h 5027"/>
              <a:gd name="T64" fmla="*/ 1898177 w 5026"/>
              <a:gd name="T65" fmla="*/ 1626422 h 5027"/>
              <a:gd name="T66" fmla="*/ 1904621 w 5026"/>
              <a:gd name="T67" fmla="*/ 1574567 h 5027"/>
              <a:gd name="T68" fmla="*/ 1905000 w 5026"/>
              <a:gd name="T69" fmla="*/ 345951 h 5027"/>
              <a:gd name="T70" fmla="*/ 1901210 w 5026"/>
              <a:gd name="T71" fmla="*/ 293339 h 5027"/>
              <a:gd name="T72" fmla="*/ 1889839 w 5026"/>
              <a:gd name="T73" fmla="*/ 242998 h 5027"/>
              <a:gd name="T74" fmla="*/ 1870887 w 5026"/>
              <a:gd name="T75" fmla="*/ 196064 h 5027"/>
              <a:gd name="T76" fmla="*/ 1846250 w 5026"/>
              <a:gd name="T77" fmla="*/ 152915 h 5027"/>
              <a:gd name="T78" fmla="*/ 1815170 w 5026"/>
              <a:gd name="T79" fmla="*/ 113551 h 5027"/>
              <a:gd name="T80" fmla="*/ 1779162 w 5026"/>
              <a:gd name="T81" fmla="*/ 79107 h 5027"/>
              <a:gd name="T82" fmla="*/ 1738606 w 5026"/>
              <a:gd name="T83" fmla="*/ 50341 h 5027"/>
              <a:gd name="T84" fmla="*/ 1693881 w 5026"/>
              <a:gd name="T85" fmla="*/ 27252 h 5027"/>
              <a:gd name="T86" fmla="*/ 1645744 w 5026"/>
              <a:gd name="T87" fmla="*/ 10977 h 5027"/>
              <a:gd name="T88" fmla="*/ 1594196 w 5026"/>
              <a:gd name="T89" fmla="*/ 1893 h 5027"/>
              <a:gd name="T90" fmla="*/ 1559326 w 5026"/>
              <a:gd name="T91" fmla="*/ 1124529 h 5027"/>
              <a:gd name="T92" fmla="*/ 779663 w 5026"/>
              <a:gd name="T93" fmla="*/ 1557156 h 5027"/>
              <a:gd name="T94" fmla="*/ 346433 w 5026"/>
              <a:gd name="T95" fmla="*/ 778578 h 5027"/>
              <a:gd name="T96" fmla="*/ 1126095 w 5026"/>
              <a:gd name="T97" fmla="*/ 345951 h 5027"/>
              <a:gd name="T98" fmla="*/ 1559326 w 5026"/>
              <a:gd name="T99" fmla="*/ 1124529 h 502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026" h="5027">
                <a:moveTo>
                  <a:pt x="4113" y="0"/>
                </a:moveTo>
                <a:lnTo>
                  <a:pt x="914" y="0"/>
                </a:lnTo>
                <a:lnTo>
                  <a:pt x="867" y="1"/>
                </a:lnTo>
                <a:lnTo>
                  <a:pt x="821" y="5"/>
                </a:lnTo>
                <a:lnTo>
                  <a:pt x="775" y="11"/>
                </a:lnTo>
                <a:lnTo>
                  <a:pt x="730" y="19"/>
                </a:lnTo>
                <a:lnTo>
                  <a:pt x="686" y="29"/>
                </a:lnTo>
                <a:lnTo>
                  <a:pt x="642" y="42"/>
                </a:lnTo>
                <a:lnTo>
                  <a:pt x="599" y="56"/>
                </a:lnTo>
                <a:lnTo>
                  <a:pt x="558" y="72"/>
                </a:lnTo>
                <a:lnTo>
                  <a:pt x="518" y="90"/>
                </a:lnTo>
                <a:lnTo>
                  <a:pt x="478" y="111"/>
                </a:lnTo>
                <a:lnTo>
                  <a:pt x="440" y="133"/>
                </a:lnTo>
                <a:lnTo>
                  <a:pt x="404" y="156"/>
                </a:lnTo>
                <a:lnTo>
                  <a:pt x="368" y="182"/>
                </a:lnTo>
                <a:lnTo>
                  <a:pt x="333" y="209"/>
                </a:lnTo>
                <a:lnTo>
                  <a:pt x="300" y="238"/>
                </a:lnTo>
                <a:lnTo>
                  <a:pt x="268" y="268"/>
                </a:lnTo>
                <a:lnTo>
                  <a:pt x="238" y="300"/>
                </a:lnTo>
                <a:lnTo>
                  <a:pt x="209" y="333"/>
                </a:lnTo>
                <a:lnTo>
                  <a:pt x="181" y="368"/>
                </a:lnTo>
                <a:lnTo>
                  <a:pt x="156" y="404"/>
                </a:lnTo>
                <a:lnTo>
                  <a:pt x="133" y="440"/>
                </a:lnTo>
                <a:lnTo>
                  <a:pt x="111" y="478"/>
                </a:lnTo>
                <a:lnTo>
                  <a:pt x="90" y="518"/>
                </a:lnTo>
                <a:lnTo>
                  <a:pt x="72" y="558"/>
                </a:lnTo>
                <a:lnTo>
                  <a:pt x="56" y="599"/>
                </a:lnTo>
                <a:lnTo>
                  <a:pt x="42" y="642"/>
                </a:lnTo>
                <a:lnTo>
                  <a:pt x="29" y="686"/>
                </a:lnTo>
                <a:lnTo>
                  <a:pt x="19" y="730"/>
                </a:lnTo>
                <a:lnTo>
                  <a:pt x="11" y="775"/>
                </a:lnTo>
                <a:lnTo>
                  <a:pt x="5" y="821"/>
                </a:lnTo>
                <a:lnTo>
                  <a:pt x="1" y="867"/>
                </a:lnTo>
                <a:lnTo>
                  <a:pt x="0" y="914"/>
                </a:lnTo>
                <a:lnTo>
                  <a:pt x="0" y="4113"/>
                </a:lnTo>
                <a:lnTo>
                  <a:pt x="1" y="4160"/>
                </a:lnTo>
                <a:lnTo>
                  <a:pt x="5" y="4206"/>
                </a:lnTo>
                <a:lnTo>
                  <a:pt x="11" y="4252"/>
                </a:lnTo>
                <a:lnTo>
                  <a:pt x="19" y="4297"/>
                </a:lnTo>
                <a:lnTo>
                  <a:pt x="29" y="4341"/>
                </a:lnTo>
                <a:lnTo>
                  <a:pt x="42" y="4385"/>
                </a:lnTo>
                <a:lnTo>
                  <a:pt x="56" y="4427"/>
                </a:lnTo>
                <a:lnTo>
                  <a:pt x="72" y="4469"/>
                </a:lnTo>
                <a:lnTo>
                  <a:pt x="90" y="4509"/>
                </a:lnTo>
                <a:lnTo>
                  <a:pt x="111" y="4548"/>
                </a:lnTo>
                <a:lnTo>
                  <a:pt x="133" y="4588"/>
                </a:lnTo>
                <a:lnTo>
                  <a:pt x="156" y="4624"/>
                </a:lnTo>
                <a:lnTo>
                  <a:pt x="181" y="4660"/>
                </a:lnTo>
                <a:lnTo>
                  <a:pt x="209" y="4695"/>
                </a:lnTo>
                <a:lnTo>
                  <a:pt x="238" y="4728"/>
                </a:lnTo>
                <a:lnTo>
                  <a:pt x="268" y="4759"/>
                </a:lnTo>
                <a:lnTo>
                  <a:pt x="300" y="4789"/>
                </a:lnTo>
                <a:lnTo>
                  <a:pt x="333" y="4818"/>
                </a:lnTo>
                <a:lnTo>
                  <a:pt x="368" y="4846"/>
                </a:lnTo>
                <a:lnTo>
                  <a:pt x="404" y="4871"/>
                </a:lnTo>
                <a:lnTo>
                  <a:pt x="440" y="4895"/>
                </a:lnTo>
                <a:lnTo>
                  <a:pt x="478" y="4917"/>
                </a:lnTo>
                <a:lnTo>
                  <a:pt x="518" y="4937"/>
                </a:lnTo>
                <a:lnTo>
                  <a:pt x="558" y="4955"/>
                </a:lnTo>
                <a:lnTo>
                  <a:pt x="599" y="4971"/>
                </a:lnTo>
                <a:lnTo>
                  <a:pt x="642" y="4986"/>
                </a:lnTo>
                <a:lnTo>
                  <a:pt x="686" y="4999"/>
                </a:lnTo>
                <a:lnTo>
                  <a:pt x="730" y="5008"/>
                </a:lnTo>
                <a:lnTo>
                  <a:pt x="775" y="5016"/>
                </a:lnTo>
                <a:lnTo>
                  <a:pt x="821" y="5022"/>
                </a:lnTo>
                <a:lnTo>
                  <a:pt x="867" y="5025"/>
                </a:lnTo>
                <a:lnTo>
                  <a:pt x="914" y="5027"/>
                </a:lnTo>
                <a:lnTo>
                  <a:pt x="4113" y="5027"/>
                </a:lnTo>
                <a:lnTo>
                  <a:pt x="4160" y="5025"/>
                </a:lnTo>
                <a:lnTo>
                  <a:pt x="4206" y="5022"/>
                </a:lnTo>
                <a:lnTo>
                  <a:pt x="4252" y="5016"/>
                </a:lnTo>
                <a:lnTo>
                  <a:pt x="4297" y="5008"/>
                </a:lnTo>
                <a:lnTo>
                  <a:pt x="4342" y="4999"/>
                </a:lnTo>
                <a:lnTo>
                  <a:pt x="4384" y="4986"/>
                </a:lnTo>
                <a:lnTo>
                  <a:pt x="4427" y="4971"/>
                </a:lnTo>
                <a:lnTo>
                  <a:pt x="4469" y="4955"/>
                </a:lnTo>
                <a:lnTo>
                  <a:pt x="4509" y="4937"/>
                </a:lnTo>
                <a:lnTo>
                  <a:pt x="4548" y="4917"/>
                </a:lnTo>
                <a:lnTo>
                  <a:pt x="4587" y="4895"/>
                </a:lnTo>
                <a:lnTo>
                  <a:pt x="4624" y="4871"/>
                </a:lnTo>
                <a:lnTo>
                  <a:pt x="4660" y="4846"/>
                </a:lnTo>
                <a:lnTo>
                  <a:pt x="4694" y="4818"/>
                </a:lnTo>
                <a:lnTo>
                  <a:pt x="4728" y="4789"/>
                </a:lnTo>
                <a:lnTo>
                  <a:pt x="4759" y="4759"/>
                </a:lnTo>
                <a:lnTo>
                  <a:pt x="4789" y="4728"/>
                </a:lnTo>
                <a:lnTo>
                  <a:pt x="4818" y="4695"/>
                </a:lnTo>
                <a:lnTo>
                  <a:pt x="4845" y="4660"/>
                </a:lnTo>
                <a:lnTo>
                  <a:pt x="4871" y="4624"/>
                </a:lnTo>
                <a:lnTo>
                  <a:pt x="4895" y="4588"/>
                </a:lnTo>
                <a:lnTo>
                  <a:pt x="4917" y="4548"/>
                </a:lnTo>
                <a:lnTo>
                  <a:pt x="4936" y="4509"/>
                </a:lnTo>
                <a:lnTo>
                  <a:pt x="4955" y="4469"/>
                </a:lnTo>
                <a:lnTo>
                  <a:pt x="4971" y="4427"/>
                </a:lnTo>
                <a:lnTo>
                  <a:pt x="4986" y="4385"/>
                </a:lnTo>
                <a:lnTo>
                  <a:pt x="4997" y="4341"/>
                </a:lnTo>
                <a:lnTo>
                  <a:pt x="5008" y="4297"/>
                </a:lnTo>
                <a:lnTo>
                  <a:pt x="5016" y="4252"/>
                </a:lnTo>
                <a:lnTo>
                  <a:pt x="5022" y="4206"/>
                </a:lnTo>
                <a:lnTo>
                  <a:pt x="5025" y="4160"/>
                </a:lnTo>
                <a:lnTo>
                  <a:pt x="5026" y="4113"/>
                </a:lnTo>
                <a:lnTo>
                  <a:pt x="5026" y="914"/>
                </a:lnTo>
                <a:lnTo>
                  <a:pt x="5025" y="867"/>
                </a:lnTo>
                <a:lnTo>
                  <a:pt x="5022" y="821"/>
                </a:lnTo>
                <a:lnTo>
                  <a:pt x="5016" y="775"/>
                </a:lnTo>
                <a:lnTo>
                  <a:pt x="5008" y="730"/>
                </a:lnTo>
                <a:lnTo>
                  <a:pt x="4997" y="686"/>
                </a:lnTo>
                <a:lnTo>
                  <a:pt x="4986" y="642"/>
                </a:lnTo>
                <a:lnTo>
                  <a:pt x="4971" y="599"/>
                </a:lnTo>
                <a:lnTo>
                  <a:pt x="4955" y="558"/>
                </a:lnTo>
                <a:lnTo>
                  <a:pt x="4936" y="518"/>
                </a:lnTo>
                <a:lnTo>
                  <a:pt x="4917" y="478"/>
                </a:lnTo>
                <a:lnTo>
                  <a:pt x="4895" y="440"/>
                </a:lnTo>
                <a:lnTo>
                  <a:pt x="4871" y="404"/>
                </a:lnTo>
                <a:lnTo>
                  <a:pt x="4845" y="368"/>
                </a:lnTo>
                <a:lnTo>
                  <a:pt x="4818" y="333"/>
                </a:lnTo>
                <a:lnTo>
                  <a:pt x="4789" y="300"/>
                </a:lnTo>
                <a:lnTo>
                  <a:pt x="4759" y="268"/>
                </a:lnTo>
                <a:lnTo>
                  <a:pt x="4728" y="238"/>
                </a:lnTo>
                <a:lnTo>
                  <a:pt x="4694" y="209"/>
                </a:lnTo>
                <a:lnTo>
                  <a:pt x="4660" y="182"/>
                </a:lnTo>
                <a:lnTo>
                  <a:pt x="4624" y="156"/>
                </a:lnTo>
                <a:lnTo>
                  <a:pt x="4587" y="133"/>
                </a:lnTo>
                <a:lnTo>
                  <a:pt x="4548" y="111"/>
                </a:lnTo>
                <a:lnTo>
                  <a:pt x="4509" y="90"/>
                </a:lnTo>
                <a:lnTo>
                  <a:pt x="4469" y="72"/>
                </a:lnTo>
                <a:lnTo>
                  <a:pt x="4427" y="56"/>
                </a:lnTo>
                <a:lnTo>
                  <a:pt x="4384" y="42"/>
                </a:lnTo>
                <a:lnTo>
                  <a:pt x="4342" y="29"/>
                </a:lnTo>
                <a:lnTo>
                  <a:pt x="4297" y="19"/>
                </a:lnTo>
                <a:lnTo>
                  <a:pt x="4252" y="11"/>
                </a:lnTo>
                <a:lnTo>
                  <a:pt x="4206" y="5"/>
                </a:lnTo>
                <a:lnTo>
                  <a:pt x="4160" y="1"/>
                </a:lnTo>
                <a:lnTo>
                  <a:pt x="4113" y="0"/>
                </a:lnTo>
                <a:close/>
                <a:moveTo>
                  <a:pt x="4114" y="2971"/>
                </a:moveTo>
                <a:lnTo>
                  <a:pt x="2971" y="2971"/>
                </a:lnTo>
                <a:lnTo>
                  <a:pt x="2971" y="4114"/>
                </a:lnTo>
                <a:lnTo>
                  <a:pt x="2057" y="4114"/>
                </a:lnTo>
                <a:lnTo>
                  <a:pt x="2057" y="2971"/>
                </a:lnTo>
                <a:lnTo>
                  <a:pt x="914" y="2971"/>
                </a:lnTo>
                <a:lnTo>
                  <a:pt x="914" y="2057"/>
                </a:lnTo>
                <a:lnTo>
                  <a:pt x="2057" y="2057"/>
                </a:lnTo>
                <a:lnTo>
                  <a:pt x="2057" y="914"/>
                </a:lnTo>
                <a:lnTo>
                  <a:pt x="2971" y="914"/>
                </a:lnTo>
                <a:lnTo>
                  <a:pt x="2971" y="2057"/>
                </a:lnTo>
                <a:lnTo>
                  <a:pt x="4114" y="2057"/>
                </a:lnTo>
                <a:lnTo>
                  <a:pt x="4114" y="2971"/>
                </a:lnTo>
                <a:close/>
              </a:path>
            </a:pathLst>
          </a:custGeom>
          <a:solidFill>
            <a:srgbClr val="1F717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algn="ctr">
              <a:defRPr/>
            </a:pPr>
            <a:endParaRPr lang="zh-CN" altLang="en-US" sz="2000" b="1">
              <a:solidFill>
                <a:schemeClr val="tx1">
                  <a:lumMod val="75000"/>
                  <a:lumOff val="25000"/>
                </a:schemeClr>
              </a:solidFill>
            </a:endParaRPr>
          </a:p>
        </p:txBody>
      </p:sp>
      <p:sp>
        <p:nvSpPr>
          <p:cNvPr id="27" name="TextBox 7"/>
          <p:cNvSpPr txBox="1"/>
          <p:nvPr/>
        </p:nvSpPr>
        <p:spPr>
          <a:xfrm>
            <a:off x="8435799" y="4381493"/>
            <a:ext cx="3691741" cy="408274"/>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rPr>
              <a:t>自动生成文档目录</a:t>
            </a:r>
          </a:p>
        </p:txBody>
      </p:sp>
      <p:sp>
        <p:nvSpPr>
          <p:cNvPr id="28" name="KSO_Shape"/>
          <p:cNvSpPr>
            <a:spLocks noChangeAspect="1"/>
          </p:cNvSpPr>
          <p:nvPr/>
        </p:nvSpPr>
        <p:spPr bwMode="auto">
          <a:xfrm>
            <a:off x="8106389" y="5061273"/>
            <a:ext cx="252421" cy="252000"/>
          </a:xfrm>
          <a:custGeom>
            <a:avLst/>
            <a:gdLst>
              <a:gd name="T0" fmla="*/ 346433 w 5026"/>
              <a:gd name="T1" fmla="*/ 0 h 5027"/>
              <a:gd name="T2" fmla="*/ 293748 w 5026"/>
              <a:gd name="T3" fmla="*/ 4164 h 5027"/>
              <a:gd name="T4" fmla="*/ 243337 w 5026"/>
              <a:gd name="T5" fmla="*/ 15897 h 5027"/>
              <a:gd name="T6" fmla="*/ 196337 w 5026"/>
              <a:gd name="T7" fmla="*/ 34065 h 5027"/>
              <a:gd name="T8" fmla="*/ 153128 w 5026"/>
              <a:gd name="T9" fmla="*/ 59046 h 5027"/>
              <a:gd name="T10" fmla="*/ 113709 w 5026"/>
              <a:gd name="T11" fmla="*/ 90083 h 5027"/>
              <a:gd name="T12" fmla="*/ 79217 w 5026"/>
              <a:gd name="T13" fmla="*/ 126041 h 5027"/>
              <a:gd name="T14" fmla="*/ 50411 w 5026"/>
              <a:gd name="T15" fmla="*/ 166541 h 5027"/>
              <a:gd name="T16" fmla="*/ 27290 w 5026"/>
              <a:gd name="T17" fmla="*/ 211204 h 5027"/>
              <a:gd name="T18" fmla="*/ 10992 w 5026"/>
              <a:gd name="T19" fmla="*/ 259652 h 5027"/>
              <a:gd name="T20" fmla="*/ 1895 w 5026"/>
              <a:gd name="T21" fmla="*/ 310750 h 5027"/>
              <a:gd name="T22" fmla="*/ 0 w 5026"/>
              <a:gd name="T23" fmla="*/ 1556777 h 5027"/>
              <a:gd name="T24" fmla="*/ 1895 w 5026"/>
              <a:gd name="T25" fmla="*/ 1591978 h 5027"/>
              <a:gd name="T26" fmla="*/ 10992 w 5026"/>
              <a:gd name="T27" fmla="*/ 1643076 h 5027"/>
              <a:gd name="T28" fmla="*/ 27290 w 5026"/>
              <a:gd name="T29" fmla="*/ 1691524 h 5027"/>
              <a:gd name="T30" fmla="*/ 50411 w 5026"/>
              <a:gd name="T31" fmla="*/ 1736566 h 5027"/>
              <a:gd name="T32" fmla="*/ 79217 w 5026"/>
              <a:gd name="T33" fmla="*/ 1777065 h 5027"/>
              <a:gd name="T34" fmla="*/ 113709 w 5026"/>
              <a:gd name="T35" fmla="*/ 1812645 h 5027"/>
              <a:gd name="T36" fmla="*/ 153128 w 5026"/>
              <a:gd name="T37" fmla="*/ 1843682 h 5027"/>
              <a:gd name="T38" fmla="*/ 196337 w 5026"/>
              <a:gd name="T39" fmla="*/ 1868663 h 5027"/>
              <a:gd name="T40" fmla="*/ 243337 w 5026"/>
              <a:gd name="T41" fmla="*/ 1887209 h 5027"/>
              <a:gd name="T42" fmla="*/ 293748 w 5026"/>
              <a:gd name="T43" fmla="*/ 1898564 h 5027"/>
              <a:gd name="T44" fmla="*/ 346433 w 5026"/>
              <a:gd name="T45" fmla="*/ 1902728 h 5027"/>
              <a:gd name="T46" fmla="*/ 1576761 w 5026"/>
              <a:gd name="T47" fmla="*/ 1901971 h 5027"/>
              <a:gd name="T48" fmla="*/ 1628688 w 5026"/>
              <a:gd name="T49" fmla="*/ 1895536 h 5027"/>
              <a:gd name="T50" fmla="*/ 1677962 w 5026"/>
              <a:gd name="T51" fmla="*/ 1881532 h 5027"/>
              <a:gd name="T52" fmla="*/ 1723824 w 5026"/>
              <a:gd name="T53" fmla="*/ 1861093 h 5027"/>
              <a:gd name="T54" fmla="*/ 1766275 w 5026"/>
              <a:gd name="T55" fmla="*/ 1834219 h 5027"/>
              <a:gd name="T56" fmla="*/ 1803799 w 5026"/>
              <a:gd name="T57" fmla="*/ 1801290 h 5027"/>
              <a:gd name="T58" fmla="*/ 1836396 w 5026"/>
              <a:gd name="T59" fmla="*/ 1763818 h 5027"/>
              <a:gd name="T60" fmla="*/ 1863686 w 5026"/>
              <a:gd name="T61" fmla="*/ 1721426 h 5027"/>
              <a:gd name="T62" fmla="*/ 1884153 w 5026"/>
              <a:gd name="T63" fmla="*/ 1675627 h 5027"/>
              <a:gd name="T64" fmla="*/ 1898177 w 5026"/>
              <a:gd name="T65" fmla="*/ 1626422 h 5027"/>
              <a:gd name="T66" fmla="*/ 1904621 w 5026"/>
              <a:gd name="T67" fmla="*/ 1574567 h 5027"/>
              <a:gd name="T68" fmla="*/ 1905000 w 5026"/>
              <a:gd name="T69" fmla="*/ 345951 h 5027"/>
              <a:gd name="T70" fmla="*/ 1901210 w 5026"/>
              <a:gd name="T71" fmla="*/ 293339 h 5027"/>
              <a:gd name="T72" fmla="*/ 1889839 w 5026"/>
              <a:gd name="T73" fmla="*/ 242998 h 5027"/>
              <a:gd name="T74" fmla="*/ 1870887 w 5026"/>
              <a:gd name="T75" fmla="*/ 196064 h 5027"/>
              <a:gd name="T76" fmla="*/ 1846250 w 5026"/>
              <a:gd name="T77" fmla="*/ 152915 h 5027"/>
              <a:gd name="T78" fmla="*/ 1815170 w 5026"/>
              <a:gd name="T79" fmla="*/ 113551 h 5027"/>
              <a:gd name="T80" fmla="*/ 1779162 w 5026"/>
              <a:gd name="T81" fmla="*/ 79107 h 5027"/>
              <a:gd name="T82" fmla="*/ 1738606 w 5026"/>
              <a:gd name="T83" fmla="*/ 50341 h 5027"/>
              <a:gd name="T84" fmla="*/ 1693881 w 5026"/>
              <a:gd name="T85" fmla="*/ 27252 h 5027"/>
              <a:gd name="T86" fmla="*/ 1645744 w 5026"/>
              <a:gd name="T87" fmla="*/ 10977 h 5027"/>
              <a:gd name="T88" fmla="*/ 1594196 w 5026"/>
              <a:gd name="T89" fmla="*/ 1893 h 5027"/>
              <a:gd name="T90" fmla="*/ 1559326 w 5026"/>
              <a:gd name="T91" fmla="*/ 1124529 h 5027"/>
              <a:gd name="T92" fmla="*/ 779663 w 5026"/>
              <a:gd name="T93" fmla="*/ 1557156 h 5027"/>
              <a:gd name="T94" fmla="*/ 346433 w 5026"/>
              <a:gd name="T95" fmla="*/ 778578 h 5027"/>
              <a:gd name="T96" fmla="*/ 1126095 w 5026"/>
              <a:gd name="T97" fmla="*/ 345951 h 5027"/>
              <a:gd name="T98" fmla="*/ 1559326 w 5026"/>
              <a:gd name="T99" fmla="*/ 1124529 h 502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026" h="5027">
                <a:moveTo>
                  <a:pt x="4113" y="0"/>
                </a:moveTo>
                <a:lnTo>
                  <a:pt x="914" y="0"/>
                </a:lnTo>
                <a:lnTo>
                  <a:pt x="867" y="1"/>
                </a:lnTo>
                <a:lnTo>
                  <a:pt x="821" y="5"/>
                </a:lnTo>
                <a:lnTo>
                  <a:pt x="775" y="11"/>
                </a:lnTo>
                <a:lnTo>
                  <a:pt x="730" y="19"/>
                </a:lnTo>
                <a:lnTo>
                  <a:pt x="686" y="29"/>
                </a:lnTo>
                <a:lnTo>
                  <a:pt x="642" y="42"/>
                </a:lnTo>
                <a:lnTo>
                  <a:pt x="599" y="56"/>
                </a:lnTo>
                <a:lnTo>
                  <a:pt x="558" y="72"/>
                </a:lnTo>
                <a:lnTo>
                  <a:pt x="518" y="90"/>
                </a:lnTo>
                <a:lnTo>
                  <a:pt x="478" y="111"/>
                </a:lnTo>
                <a:lnTo>
                  <a:pt x="440" y="133"/>
                </a:lnTo>
                <a:lnTo>
                  <a:pt x="404" y="156"/>
                </a:lnTo>
                <a:lnTo>
                  <a:pt x="368" y="182"/>
                </a:lnTo>
                <a:lnTo>
                  <a:pt x="333" y="209"/>
                </a:lnTo>
                <a:lnTo>
                  <a:pt x="300" y="238"/>
                </a:lnTo>
                <a:lnTo>
                  <a:pt x="268" y="268"/>
                </a:lnTo>
                <a:lnTo>
                  <a:pt x="238" y="300"/>
                </a:lnTo>
                <a:lnTo>
                  <a:pt x="209" y="333"/>
                </a:lnTo>
                <a:lnTo>
                  <a:pt x="181" y="368"/>
                </a:lnTo>
                <a:lnTo>
                  <a:pt x="156" y="404"/>
                </a:lnTo>
                <a:lnTo>
                  <a:pt x="133" y="440"/>
                </a:lnTo>
                <a:lnTo>
                  <a:pt x="111" y="478"/>
                </a:lnTo>
                <a:lnTo>
                  <a:pt x="90" y="518"/>
                </a:lnTo>
                <a:lnTo>
                  <a:pt x="72" y="558"/>
                </a:lnTo>
                <a:lnTo>
                  <a:pt x="56" y="599"/>
                </a:lnTo>
                <a:lnTo>
                  <a:pt x="42" y="642"/>
                </a:lnTo>
                <a:lnTo>
                  <a:pt x="29" y="686"/>
                </a:lnTo>
                <a:lnTo>
                  <a:pt x="19" y="730"/>
                </a:lnTo>
                <a:lnTo>
                  <a:pt x="11" y="775"/>
                </a:lnTo>
                <a:lnTo>
                  <a:pt x="5" y="821"/>
                </a:lnTo>
                <a:lnTo>
                  <a:pt x="1" y="867"/>
                </a:lnTo>
                <a:lnTo>
                  <a:pt x="0" y="914"/>
                </a:lnTo>
                <a:lnTo>
                  <a:pt x="0" y="4113"/>
                </a:lnTo>
                <a:lnTo>
                  <a:pt x="1" y="4160"/>
                </a:lnTo>
                <a:lnTo>
                  <a:pt x="5" y="4206"/>
                </a:lnTo>
                <a:lnTo>
                  <a:pt x="11" y="4252"/>
                </a:lnTo>
                <a:lnTo>
                  <a:pt x="19" y="4297"/>
                </a:lnTo>
                <a:lnTo>
                  <a:pt x="29" y="4341"/>
                </a:lnTo>
                <a:lnTo>
                  <a:pt x="42" y="4385"/>
                </a:lnTo>
                <a:lnTo>
                  <a:pt x="56" y="4427"/>
                </a:lnTo>
                <a:lnTo>
                  <a:pt x="72" y="4469"/>
                </a:lnTo>
                <a:lnTo>
                  <a:pt x="90" y="4509"/>
                </a:lnTo>
                <a:lnTo>
                  <a:pt x="111" y="4548"/>
                </a:lnTo>
                <a:lnTo>
                  <a:pt x="133" y="4588"/>
                </a:lnTo>
                <a:lnTo>
                  <a:pt x="156" y="4624"/>
                </a:lnTo>
                <a:lnTo>
                  <a:pt x="181" y="4660"/>
                </a:lnTo>
                <a:lnTo>
                  <a:pt x="209" y="4695"/>
                </a:lnTo>
                <a:lnTo>
                  <a:pt x="238" y="4728"/>
                </a:lnTo>
                <a:lnTo>
                  <a:pt x="268" y="4759"/>
                </a:lnTo>
                <a:lnTo>
                  <a:pt x="300" y="4789"/>
                </a:lnTo>
                <a:lnTo>
                  <a:pt x="333" y="4818"/>
                </a:lnTo>
                <a:lnTo>
                  <a:pt x="368" y="4846"/>
                </a:lnTo>
                <a:lnTo>
                  <a:pt x="404" y="4871"/>
                </a:lnTo>
                <a:lnTo>
                  <a:pt x="440" y="4895"/>
                </a:lnTo>
                <a:lnTo>
                  <a:pt x="478" y="4917"/>
                </a:lnTo>
                <a:lnTo>
                  <a:pt x="518" y="4937"/>
                </a:lnTo>
                <a:lnTo>
                  <a:pt x="558" y="4955"/>
                </a:lnTo>
                <a:lnTo>
                  <a:pt x="599" y="4971"/>
                </a:lnTo>
                <a:lnTo>
                  <a:pt x="642" y="4986"/>
                </a:lnTo>
                <a:lnTo>
                  <a:pt x="686" y="4999"/>
                </a:lnTo>
                <a:lnTo>
                  <a:pt x="730" y="5008"/>
                </a:lnTo>
                <a:lnTo>
                  <a:pt x="775" y="5016"/>
                </a:lnTo>
                <a:lnTo>
                  <a:pt x="821" y="5022"/>
                </a:lnTo>
                <a:lnTo>
                  <a:pt x="867" y="5025"/>
                </a:lnTo>
                <a:lnTo>
                  <a:pt x="914" y="5027"/>
                </a:lnTo>
                <a:lnTo>
                  <a:pt x="4113" y="5027"/>
                </a:lnTo>
                <a:lnTo>
                  <a:pt x="4160" y="5025"/>
                </a:lnTo>
                <a:lnTo>
                  <a:pt x="4206" y="5022"/>
                </a:lnTo>
                <a:lnTo>
                  <a:pt x="4252" y="5016"/>
                </a:lnTo>
                <a:lnTo>
                  <a:pt x="4297" y="5008"/>
                </a:lnTo>
                <a:lnTo>
                  <a:pt x="4342" y="4999"/>
                </a:lnTo>
                <a:lnTo>
                  <a:pt x="4384" y="4986"/>
                </a:lnTo>
                <a:lnTo>
                  <a:pt x="4427" y="4971"/>
                </a:lnTo>
                <a:lnTo>
                  <a:pt x="4469" y="4955"/>
                </a:lnTo>
                <a:lnTo>
                  <a:pt x="4509" y="4937"/>
                </a:lnTo>
                <a:lnTo>
                  <a:pt x="4548" y="4917"/>
                </a:lnTo>
                <a:lnTo>
                  <a:pt x="4587" y="4895"/>
                </a:lnTo>
                <a:lnTo>
                  <a:pt x="4624" y="4871"/>
                </a:lnTo>
                <a:lnTo>
                  <a:pt x="4660" y="4846"/>
                </a:lnTo>
                <a:lnTo>
                  <a:pt x="4694" y="4818"/>
                </a:lnTo>
                <a:lnTo>
                  <a:pt x="4728" y="4789"/>
                </a:lnTo>
                <a:lnTo>
                  <a:pt x="4759" y="4759"/>
                </a:lnTo>
                <a:lnTo>
                  <a:pt x="4789" y="4728"/>
                </a:lnTo>
                <a:lnTo>
                  <a:pt x="4818" y="4695"/>
                </a:lnTo>
                <a:lnTo>
                  <a:pt x="4845" y="4660"/>
                </a:lnTo>
                <a:lnTo>
                  <a:pt x="4871" y="4624"/>
                </a:lnTo>
                <a:lnTo>
                  <a:pt x="4895" y="4588"/>
                </a:lnTo>
                <a:lnTo>
                  <a:pt x="4917" y="4548"/>
                </a:lnTo>
                <a:lnTo>
                  <a:pt x="4936" y="4509"/>
                </a:lnTo>
                <a:lnTo>
                  <a:pt x="4955" y="4469"/>
                </a:lnTo>
                <a:lnTo>
                  <a:pt x="4971" y="4427"/>
                </a:lnTo>
                <a:lnTo>
                  <a:pt x="4986" y="4385"/>
                </a:lnTo>
                <a:lnTo>
                  <a:pt x="4997" y="4341"/>
                </a:lnTo>
                <a:lnTo>
                  <a:pt x="5008" y="4297"/>
                </a:lnTo>
                <a:lnTo>
                  <a:pt x="5016" y="4252"/>
                </a:lnTo>
                <a:lnTo>
                  <a:pt x="5022" y="4206"/>
                </a:lnTo>
                <a:lnTo>
                  <a:pt x="5025" y="4160"/>
                </a:lnTo>
                <a:lnTo>
                  <a:pt x="5026" y="4113"/>
                </a:lnTo>
                <a:lnTo>
                  <a:pt x="5026" y="914"/>
                </a:lnTo>
                <a:lnTo>
                  <a:pt x="5025" y="867"/>
                </a:lnTo>
                <a:lnTo>
                  <a:pt x="5022" y="821"/>
                </a:lnTo>
                <a:lnTo>
                  <a:pt x="5016" y="775"/>
                </a:lnTo>
                <a:lnTo>
                  <a:pt x="5008" y="730"/>
                </a:lnTo>
                <a:lnTo>
                  <a:pt x="4997" y="686"/>
                </a:lnTo>
                <a:lnTo>
                  <a:pt x="4986" y="642"/>
                </a:lnTo>
                <a:lnTo>
                  <a:pt x="4971" y="599"/>
                </a:lnTo>
                <a:lnTo>
                  <a:pt x="4955" y="558"/>
                </a:lnTo>
                <a:lnTo>
                  <a:pt x="4936" y="518"/>
                </a:lnTo>
                <a:lnTo>
                  <a:pt x="4917" y="478"/>
                </a:lnTo>
                <a:lnTo>
                  <a:pt x="4895" y="440"/>
                </a:lnTo>
                <a:lnTo>
                  <a:pt x="4871" y="404"/>
                </a:lnTo>
                <a:lnTo>
                  <a:pt x="4845" y="368"/>
                </a:lnTo>
                <a:lnTo>
                  <a:pt x="4818" y="333"/>
                </a:lnTo>
                <a:lnTo>
                  <a:pt x="4789" y="300"/>
                </a:lnTo>
                <a:lnTo>
                  <a:pt x="4759" y="268"/>
                </a:lnTo>
                <a:lnTo>
                  <a:pt x="4728" y="238"/>
                </a:lnTo>
                <a:lnTo>
                  <a:pt x="4694" y="209"/>
                </a:lnTo>
                <a:lnTo>
                  <a:pt x="4660" y="182"/>
                </a:lnTo>
                <a:lnTo>
                  <a:pt x="4624" y="156"/>
                </a:lnTo>
                <a:lnTo>
                  <a:pt x="4587" y="133"/>
                </a:lnTo>
                <a:lnTo>
                  <a:pt x="4548" y="111"/>
                </a:lnTo>
                <a:lnTo>
                  <a:pt x="4509" y="90"/>
                </a:lnTo>
                <a:lnTo>
                  <a:pt x="4469" y="72"/>
                </a:lnTo>
                <a:lnTo>
                  <a:pt x="4427" y="56"/>
                </a:lnTo>
                <a:lnTo>
                  <a:pt x="4384" y="42"/>
                </a:lnTo>
                <a:lnTo>
                  <a:pt x="4342" y="29"/>
                </a:lnTo>
                <a:lnTo>
                  <a:pt x="4297" y="19"/>
                </a:lnTo>
                <a:lnTo>
                  <a:pt x="4252" y="11"/>
                </a:lnTo>
                <a:lnTo>
                  <a:pt x="4206" y="5"/>
                </a:lnTo>
                <a:lnTo>
                  <a:pt x="4160" y="1"/>
                </a:lnTo>
                <a:lnTo>
                  <a:pt x="4113" y="0"/>
                </a:lnTo>
                <a:close/>
                <a:moveTo>
                  <a:pt x="4114" y="2971"/>
                </a:moveTo>
                <a:lnTo>
                  <a:pt x="2971" y="2971"/>
                </a:lnTo>
                <a:lnTo>
                  <a:pt x="2971" y="4114"/>
                </a:lnTo>
                <a:lnTo>
                  <a:pt x="2057" y="4114"/>
                </a:lnTo>
                <a:lnTo>
                  <a:pt x="2057" y="2971"/>
                </a:lnTo>
                <a:lnTo>
                  <a:pt x="914" y="2971"/>
                </a:lnTo>
                <a:lnTo>
                  <a:pt x="914" y="2057"/>
                </a:lnTo>
                <a:lnTo>
                  <a:pt x="2057" y="2057"/>
                </a:lnTo>
                <a:lnTo>
                  <a:pt x="2057" y="914"/>
                </a:lnTo>
                <a:lnTo>
                  <a:pt x="2971" y="914"/>
                </a:lnTo>
                <a:lnTo>
                  <a:pt x="2971" y="2057"/>
                </a:lnTo>
                <a:lnTo>
                  <a:pt x="4114" y="2057"/>
                </a:lnTo>
                <a:lnTo>
                  <a:pt x="4114" y="2971"/>
                </a:lnTo>
                <a:close/>
              </a:path>
            </a:pathLst>
          </a:custGeom>
          <a:solidFill>
            <a:srgbClr val="1F717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algn="ctr">
              <a:defRPr/>
            </a:pPr>
            <a:endParaRPr lang="zh-CN" altLang="en-US" sz="2000" b="1">
              <a:solidFill>
                <a:schemeClr val="tx1">
                  <a:lumMod val="75000"/>
                  <a:lumOff val="25000"/>
                </a:schemeClr>
              </a:solidFill>
            </a:endParaRPr>
          </a:p>
        </p:txBody>
      </p:sp>
      <p:sp>
        <p:nvSpPr>
          <p:cNvPr id="30" name="TextBox 7"/>
          <p:cNvSpPr txBox="1"/>
          <p:nvPr/>
        </p:nvSpPr>
        <p:spPr>
          <a:xfrm>
            <a:off x="8435799" y="5004588"/>
            <a:ext cx="3691741" cy="408274"/>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rPr>
              <a:t>邮件合并</a:t>
            </a:r>
          </a:p>
        </p:txBody>
      </p:sp>
      <p:sp>
        <p:nvSpPr>
          <p:cNvPr id="31" name="KSO_Shape"/>
          <p:cNvSpPr>
            <a:spLocks noChangeAspect="1"/>
          </p:cNvSpPr>
          <p:nvPr/>
        </p:nvSpPr>
        <p:spPr bwMode="auto">
          <a:xfrm>
            <a:off x="8106389" y="5684368"/>
            <a:ext cx="252421" cy="252000"/>
          </a:xfrm>
          <a:custGeom>
            <a:avLst/>
            <a:gdLst>
              <a:gd name="T0" fmla="*/ 346433 w 5026"/>
              <a:gd name="T1" fmla="*/ 0 h 5027"/>
              <a:gd name="T2" fmla="*/ 293748 w 5026"/>
              <a:gd name="T3" fmla="*/ 4164 h 5027"/>
              <a:gd name="T4" fmla="*/ 243337 w 5026"/>
              <a:gd name="T5" fmla="*/ 15897 h 5027"/>
              <a:gd name="T6" fmla="*/ 196337 w 5026"/>
              <a:gd name="T7" fmla="*/ 34065 h 5027"/>
              <a:gd name="T8" fmla="*/ 153128 w 5026"/>
              <a:gd name="T9" fmla="*/ 59046 h 5027"/>
              <a:gd name="T10" fmla="*/ 113709 w 5026"/>
              <a:gd name="T11" fmla="*/ 90083 h 5027"/>
              <a:gd name="T12" fmla="*/ 79217 w 5026"/>
              <a:gd name="T13" fmla="*/ 126041 h 5027"/>
              <a:gd name="T14" fmla="*/ 50411 w 5026"/>
              <a:gd name="T15" fmla="*/ 166541 h 5027"/>
              <a:gd name="T16" fmla="*/ 27290 w 5026"/>
              <a:gd name="T17" fmla="*/ 211204 h 5027"/>
              <a:gd name="T18" fmla="*/ 10992 w 5026"/>
              <a:gd name="T19" fmla="*/ 259652 h 5027"/>
              <a:gd name="T20" fmla="*/ 1895 w 5026"/>
              <a:gd name="T21" fmla="*/ 310750 h 5027"/>
              <a:gd name="T22" fmla="*/ 0 w 5026"/>
              <a:gd name="T23" fmla="*/ 1556777 h 5027"/>
              <a:gd name="T24" fmla="*/ 1895 w 5026"/>
              <a:gd name="T25" fmla="*/ 1591978 h 5027"/>
              <a:gd name="T26" fmla="*/ 10992 w 5026"/>
              <a:gd name="T27" fmla="*/ 1643076 h 5027"/>
              <a:gd name="T28" fmla="*/ 27290 w 5026"/>
              <a:gd name="T29" fmla="*/ 1691524 h 5027"/>
              <a:gd name="T30" fmla="*/ 50411 w 5026"/>
              <a:gd name="T31" fmla="*/ 1736566 h 5027"/>
              <a:gd name="T32" fmla="*/ 79217 w 5026"/>
              <a:gd name="T33" fmla="*/ 1777065 h 5027"/>
              <a:gd name="T34" fmla="*/ 113709 w 5026"/>
              <a:gd name="T35" fmla="*/ 1812645 h 5027"/>
              <a:gd name="T36" fmla="*/ 153128 w 5026"/>
              <a:gd name="T37" fmla="*/ 1843682 h 5027"/>
              <a:gd name="T38" fmla="*/ 196337 w 5026"/>
              <a:gd name="T39" fmla="*/ 1868663 h 5027"/>
              <a:gd name="T40" fmla="*/ 243337 w 5026"/>
              <a:gd name="T41" fmla="*/ 1887209 h 5027"/>
              <a:gd name="T42" fmla="*/ 293748 w 5026"/>
              <a:gd name="T43" fmla="*/ 1898564 h 5027"/>
              <a:gd name="T44" fmla="*/ 346433 w 5026"/>
              <a:gd name="T45" fmla="*/ 1902728 h 5027"/>
              <a:gd name="T46" fmla="*/ 1576761 w 5026"/>
              <a:gd name="T47" fmla="*/ 1901971 h 5027"/>
              <a:gd name="T48" fmla="*/ 1628688 w 5026"/>
              <a:gd name="T49" fmla="*/ 1895536 h 5027"/>
              <a:gd name="T50" fmla="*/ 1677962 w 5026"/>
              <a:gd name="T51" fmla="*/ 1881532 h 5027"/>
              <a:gd name="T52" fmla="*/ 1723824 w 5026"/>
              <a:gd name="T53" fmla="*/ 1861093 h 5027"/>
              <a:gd name="T54" fmla="*/ 1766275 w 5026"/>
              <a:gd name="T55" fmla="*/ 1834219 h 5027"/>
              <a:gd name="T56" fmla="*/ 1803799 w 5026"/>
              <a:gd name="T57" fmla="*/ 1801290 h 5027"/>
              <a:gd name="T58" fmla="*/ 1836396 w 5026"/>
              <a:gd name="T59" fmla="*/ 1763818 h 5027"/>
              <a:gd name="T60" fmla="*/ 1863686 w 5026"/>
              <a:gd name="T61" fmla="*/ 1721426 h 5027"/>
              <a:gd name="T62" fmla="*/ 1884153 w 5026"/>
              <a:gd name="T63" fmla="*/ 1675627 h 5027"/>
              <a:gd name="T64" fmla="*/ 1898177 w 5026"/>
              <a:gd name="T65" fmla="*/ 1626422 h 5027"/>
              <a:gd name="T66" fmla="*/ 1904621 w 5026"/>
              <a:gd name="T67" fmla="*/ 1574567 h 5027"/>
              <a:gd name="T68" fmla="*/ 1905000 w 5026"/>
              <a:gd name="T69" fmla="*/ 345951 h 5027"/>
              <a:gd name="T70" fmla="*/ 1901210 w 5026"/>
              <a:gd name="T71" fmla="*/ 293339 h 5027"/>
              <a:gd name="T72" fmla="*/ 1889839 w 5026"/>
              <a:gd name="T73" fmla="*/ 242998 h 5027"/>
              <a:gd name="T74" fmla="*/ 1870887 w 5026"/>
              <a:gd name="T75" fmla="*/ 196064 h 5027"/>
              <a:gd name="T76" fmla="*/ 1846250 w 5026"/>
              <a:gd name="T77" fmla="*/ 152915 h 5027"/>
              <a:gd name="T78" fmla="*/ 1815170 w 5026"/>
              <a:gd name="T79" fmla="*/ 113551 h 5027"/>
              <a:gd name="T80" fmla="*/ 1779162 w 5026"/>
              <a:gd name="T81" fmla="*/ 79107 h 5027"/>
              <a:gd name="T82" fmla="*/ 1738606 w 5026"/>
              <a:gd name="T83" fmla="*/ 50341 h 5027"/>
              <a:gd name="T84" fmla="*/ 1693881 w 5026"/>
              <a:gd name="T85" fmla="*/ 27252 h 5027"/>
              <a:gd name="T86" fmla="*/ 1645744 w 5026"/>
              <a:gd name="T87" fmla="*/ 10977 h 5027"/>
              <a:gd name="T88" fmla="*/ 1594196 w 5026"/>
              <a:gd name="T89" fmla="*/ 1893 h 5027"/>
              <a:gd name="T90" fmla="*/ 1559326 w 5026"/>
              <a:gd name="T91" fmla="*/ 1124529 h 5027"/>
              <a:gd name="T92" fmla="*/ 779663 w 5026"/>
              <a:gd name="T93" fmla="*/ 1557156 h 5027"/>
              <a:gd name="T94" fmla="*/ 346433 w 5026"/>
              <a:gd name="T95" fmla="*/ 778578 h 5027"/>
              <a:gd name="T96" fmla="*/ 1126095 w 5026"/>
              <a:gd name="T97" fmla="*/ 345951 h 5027"/>
              <a:gd name="T98" fmla="*/ 1559326 w 5026"/>
              <a:gd name="T99" fmla="*/ 1124529 h 502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026" h="5027">
                <a:moveTo>
                  <a:pt x="4113" y="0"/>
                </a:moveTo>
                <a:lnTo>
                  <a:pt x="914" y="0"/>
                </a:lnTo>
                <a:lnTo>
                  <a:pt x="867" y="1"/>
                </a:lnTo>
                <a:lnTo>
                  <a:pt x="821" y="5"/>
                </a:lnTo>
                <a:lnTo>
                  <a:pt x="775" y="11"/>
                </a:lnTo>
                <a:lnTo>
                  <a:pt x="730" y="19"/>
                </a:lnTo>
                <a:lnTo>
                  <a:pt x="686" y="29"/>
                </a:lnTo>
                <a:lnTo>
                  <a:pt x="642" y="42"/>
                </a:lnTo>
                <a:lnTo>
                  <a:pt x="599" y="56"/>
                </a:lnTo>
                <a:lnTo>
                  <a:pt x="558" y="72"/>
                </a:lnTo>
                <a:lnTo>
                  <a:pt x="518" y="90"/>
                </a:lnTo>
                <a:lnTo>
                  <a:pt x="478" y="111"/>
                </a:lnTo>
                <a:lnTo>
                  <a:pt x="440" y="133"/>
                </a:lnTo>
                <a:lnTo>
                  <a:pt x="404" y="156"/>
                </a:lnTo>
                <a:lnTo>
                  <a:pt x="368" y="182"/>
                </a:lnTo>
                <a:lnTo>
                  <a:pt x="333" y="209"/>
                </a:lnTo>
                <a:lnTo>
                  <a:pt x="300" y="238"/>
                </a:lnTo>
                <a:lnTo>
                  <a:pt x="268" y="268"/>
                </a:lnTo>
                <a:lnTo>
                  <a:pt x="238" y="300"/>
                </a:lnTo>
                <a:lnTo>
                  <a:pt x="209" y="333"/>
                </a:lnTo>
                <a:lnTo>
                  <a:pt x="181" y="368"/>
                </a:lnTo>
                <a:lnTo>
                  <a:pt x="156" y="404"/>
                </a:lnTo>
                <a:lnTo>
                  <a:pt x="133" y="440"/>
                </a:lnTo>
                <a:lnTo>
                  <a:pt x="111" y="478"/>
                </a:lnTo>
                <a:lnTo>
                  <a:pt x="90" y="518"/>
                </a:lnTo>
                <a:lnTo>
                  <a:pt x="72" y="558"/>
                </a:lnTo>
                <a:lnTo>
                  <a:pt x="56" y="599"/>
                </a:lnTo>
                <a:lnTo>
                  <a:pt x="42" y="642"/>
                </a:lnTo>
                <a:lnTo>
                  <a:pt x="29" y="686"/>
                </a:lnTo>
                <a:lnTo>
                  <a:pt x="19" y="730"/>
                </a:lnTo>
                <a:lnTo>
                  <a:pt x="11" y="775"/>
                </a:lnTo>
                <a:lnTo>
                  <a:pt x="5" y="821"/>
                </a:lnTo>
                <a:lnTo>
                  <a:pt x="1" y="867"/>
                </a:lnTo>
                <a:lnTo>
                  <a:pt x="0" y="914"/>
                </a:lnTo>
                <a:lnTo>
                  <a:pt x="0" y="4113"/>
                </a:lnTo>
                <a:lnTo>
                  <a:pt x="1" y="4160"/>
                </a:lnTo>
                <a:lnTo>
                  <a:pt x="5" y="4206"/>
                </a:lnTo>
                <a:lnTo>
                  <a:pt x="11" y="4252"/>
                </a:lnTo>
                <a:lnTo>
                  <a:pt x="19" y="4297"/>
                </a:lnTo>
                <a:lnTo>
                  <a:pt x="29" y="4341"/>
                </a:lnTo>
                <a:lnTo>
                  <a:pt x="42" y="4385"/>
                </a:lnTo>
                <a:lnTo>
                  <a:pt x="56" y="4427"/>
                </a:lnTo>
                <a:lnTo>
                  <a:pt x="72" y="4469"/>
                </a:lnTo>
                <a:lnTo>
                  <a:pt x="90" y="4509"/>
                </a:lnTo>
                <a:lnTo>
                  <a:pt x="111" y="4548"/>
                </a:lnTo>
                <a:lnTo>
                  <a:pt x="133" y="4588"/>
                </a:lnTo>
                <a:lnTo>
                  <a:pt x="156" y="4624"/>
                </a:lnTo>
                <a:lnTo>
                  <a:pt x="181" y="4660"/>
                </a:lnTo>
                <a:lnTo>
                  <a:pt x="209" y="4695"/>
                </a:lnTo>
                <a:lnTo>
                  <a:pt x="238" y="4728"/>
                </a:lnTo>
                <a:lnTo>
                  <a:pt x="268" y="4759"/>
                </a:lnTo>
                <a:lnTo>
                  <a:pt x="300" y="4789"/>
                </a:lnTo>
                <a:lnTo>
                  <a:pt x="333" y="4818"/>
                </a:lnTo>
                <a:lnTo>
                  <a:pt x="368" y="4846"/>
                </a:lnTo>
                <a:lnTo>
                  <a:pt x="404" y="4871"/>
                </a:lnTo>
                <a:lnTo>
                  <a:pt x="440" y="4895"/>
                </a:lnTo>
                <a:lnTo>
                  <a:pt x="478" y="4917"/>
                </a:lnTo>
                <a:lnTo>
                  <a:pt x="518" y="4937"/>
                </a:lnTo>
                <a:lnTo>
                  <a:pt x="558" y="4955"/>
                </a:lnTo>
                <a:lnTo>
                  <a:pt x="599" y="4971"/>
                </a:lnTo>
                <a:lnTo>
                  <a:pt x="642" y="4986"/>
                </a:lnTo>
                <a:lnTo>
                  <a:pt x="686" y="4999"/>
                </a:lnTo>
                <a:lnTo>
                  <a:pt x="730" y="5008"/>
                </a:lnTo>
                <a:lnTo>
                  <a:pt x="775" y="5016"/>
                </a:lnTo>
                <a:lnTo>
                  <a:pt x="821" y="5022"/>
                </a:lnTo>
                <a:lnTo>
                  <a:pt x="867" y="5025"/>
                </a:lnTo>
                <a:lnTo>
                  <a:pt x="914" y="5027"/>
                </a:lnTo>
                <a:lnTo>
                  <a:pt x="4113" y="5027"/>
                </a:lnTo>
                <a:lnTo>
                  <a:pt x="4160" y="5025"/>
                </a:lnTo>
                <a:lnTo>
                  <a:pt x="4206" y="5022"/>
                </a:lnTo>
                <a:lnTo>
                  <a:pt x="4252" y="5016"/>
                </a:lnTo>
                <a:lnTo>
                  <a:pt x="4297" y="5008"/>
                </a:lnTo>
                <a:lnTo>
                  <a:pt x="4342" y="4999"/>
                </a:lnTo>
                <a:lnTo>
                  <a:pt x="4384" y="4986"/>
                </a:lnTo>
                <a:lnTo>
                  <a:pt x="4427" y="4971"/>
                </a:lnTo>
                <a:lnTo>
                  <a:pt x="4469" y="4955"/>
                </a:lnTo>
                <a:lnTo>
                  <a:pt x="4509" y="4937"/>
                </a:lnTo>
                <a:lnTo>
                  <a:pt x="4548" y="4917"/>
                </a:lnTo>
                <a:lnTo>
                  <a:pt x="4587" y="4895"/>
                </a:lnTo>
                <a:lnTo>
                  <a:pt x="4624" y="4871"/>
                </a:lnTo>
                <a:lnTo>
                  <a:pt x="4660" y="4846"/>
                </a:lnTo>
                <a:lnTo>
                  <a:pt x="4694" y="4818"/>
                </a:lnTo>
                <a:lnTo>
                  <a:pt x="4728" y="4789"/>
                </a:lnTo>
                <a:lnTo>
                  <a:pt x="4759" y="4759"/>
                </a:lnTo>
                <a:lnTo>
                  <a:pt x="4789" y="4728"/>
                </a:lnTo>
                <a:lnTo>
                  <a:pt x="4818" y="4695"/>
                </a:lnTo>
                <a:lnTo>
                  <a:pt x="4845" y="4660"/>
                </a:lnTo>
                <a:lnTo>
                  <a:pt x="4871" y="4624"/>
                </a:lnTo>
                <a:lnTo>
                  <a:pt x="4895" y="4588"/>
                </a:lnTo>
                <a:lnTo>
                  <a:pt x="4917" y="4548"/>
                </a:lnTo>
                <a:lnTo>
                  <a:pt x="4936" y="4509"/>
                </a:lnTo>
                <a:lnTo>
                  <a:pt x="4955" y="4469"/>
                </a:lnTo>
                <a:lnTo>
                  <a:pt x="4971" y="4427"/>
                </a:lnTo>
                <a:lnTo>
                  <a:pt x="4986" y="4385"/>
                </a:lnTo>
                <a:lnTo>
                  <a:pt x="4997" y="4341"/>
                </a:lnTo>
                <a:lnTo>
                  <a:pt x="5008" y="4297"/>
                </a:lnTo>
                <a:lnTo>
                  <a:pt x="5016" y="4252"/>
                </a:lnTo>
                <a:lnTo>
                  <a:pt x="5022" y="4206"/>
                </a:lnTo>
                <a:lnTo>
                  <a:pt x="5025" y="4160"/>
                </a:lnTo>
                <a:lnTo>
                  <a:pt x="5026" y="4113"/>
                </a:lnTo>
                <a:lnTo>
                  <a:pt x="5026" y="914"/>
                </a:lnTo>
                <a:lnTo>
                  <a:pt x="5025" y="867"/>
                </a:lnTo>
                <a:lnTo>
                  <a:pt x="5022" y="821"/>
                </a:lnTo>
                <a:lnTo>
                  <a:pt x="5016" y="775"/>
                </a:lnTo>
                <a:lnTo>
                  <a:pt x="5008" y="730"/>
                </a:lnTo>
                <a:lnTo>
                  <a:pt x="4997" y="686"/>
                </a:lnTo>
                <a:lnTo>
                  <a:pt x="4986" y="642"/>
                </a:lnTo>
                <a:lnTo>
                  <a:pt x="4971" y="599"/>
                </a:lnTo>
                <a:lnTo>
                  <a:pt x="4955" y="558"/>
                </a:lnTo>
                <a:lnTo>
                  <a:pt x="4936" y="518"/>
                </a:lnTo>
                <a:lnTo>
                  <a:pt x="4917" y="478"/>
                </a:lnTo>
                <a:lnTo>
                  <a:pt x="4895" y="440"/>
                </a:lnTo>
                <a:lnTo>
                  <a:pt x="4871" y="404"/>
                </a:lnTo>
                <a:lnTo>
                  <a:pt x="4845" y="368"/>
                </a:lnTo>
                <a:lnTo>
                  <a:pt x="4818" y="333"/>
                </a:lnTo>
                <a:lnTo>
                  <a:pt x="4789" y="300"/>
                </a:lnTo>
                <a:lnTo>
                  <a:pt x="4759" y="268"/>
                </a:lnTo>
                <a:lnTo>
                  <a:pt x="4728" y="238"/>
                </a:lnTo>
                <a:lnTo>
                  <a:pt x="4694" y="209"/>
                </a:lnTo>
                <a:lnTo>
                  <a:pt x="4660" y="182"/>
                </a:lnTo>
                <a:lnTo>
                  <a:pt x="4624" y="156"/>
                </a:lnTo>
                <a:lnTo>
                  <a:pt x="4587" y="133"/>
                </a:lnTo>
                <a:lnTo>
                  <a:pt x="4548" y="111"/>
                </a:lnTo>
                <a:lnTo>
                  <a:pt x="4509" y="90"/>
                </a:lnTo>
                <a:lnTo>
                  <a:pt x="4469" y="72"/>
                </a:lnTo>
                <a:lnTo>
                  <a:pt x="4427" y="56"/>
                </a:lnTo>
                <a:lnTo>
                  <a:pt x="4384" y="42"/>
                </a:lnTo>
                <a:lnTo>
                  <a:pt x="4342" y="29"/>
                </a:lnTo>
                <a:lnTo>
                  <a:pt x="4297" y="19"/>
                </a:lnTo>
                <a:lnTo>
                  <a:pt x="4252" y="11"/>
                </a:lnTo>
                <a:lnTo>
                  <a:pt x="4206" y="5"/>
                </a:lnTo>
                <a:lnTo>
                  <a:pt x="4160" y="1"/>
                </a:lnTo>
                <a:lnTo>
                  <a:pt x="4113" y="0"/>
                </a:lnTo>
                <a:close/>
                <a:moveTo>
                  <a:pt x="4114" y="2971"/>
                </a:moveTo>
                <a:lnTo>
                  <a:pt x="2971" y="2971"/>
                </a:lnTo>
                <a:lnTo>
                  <a:pt x="2971" y="4114"/>
                </a:lnTo>
                <a:lnTo>
                  <a:pt x="2057" y="4114"/>
                </a:lnTo>
                <a:lnTo>
                  <a:pt x="2057" y="2971"/>
                </a:lnTo>
                <a:lnTo>
                  <a:pt x="914" y="2971"/>
                </a:lnTo>
                <a:lnTo>
                  <a:pt x="914" y="2057"/>
                </a:lnTo>
                <a:lnTo>
                  <a:pt x="2057" y="2057"/>
                </a:lnTo>
                <a:lnTo>
                  <a:pt x="2057" y="914"/>
                </a:lnTo>
                <a:lnTo>
                  <a:pt x="2971" y="914"/>
                </a:lnTo>
                <a:lnTo>
                  <a:pt x="2971" y="2057"/>
                </a:lnTo>
                <a:lnTo>
                  <a:pt x="4114" y="2057"/>
                </a:lnTo>
                <a:lnTo>
                  <a:pt x="4114" y="2971"/>
                </a:lnTo>
                <a:close/>
              </a:path>
            </a:pathLst>
          </a:custGeom>
          <a:solidFill>
            <a:srgbClr val="1F717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algn="ctr">
              <a:defRPr/>
            </a:pPr>
            <a:endParaRPr lang="zh-CN" altLang="en-US" sz="2000" b="1">
              <a:solidFill>
                <a:schemeClr val="tx1">
                  <a:lumMod val="75000"/>
                  <a:lumOff val="25000"/>
                </a:schemeClr>
              </a:solidFill>
            </a:endParaRPr>
          </a:p>
        </p:txBody>
      </p:sp>
      <p:sp>
        <p:nvSpPr>
          <p:cNvPr id="32" name="TextBox 7"/>
          <p:cNvSpPr txBox="1"/>
          <p:nvPr/>
        </p:nvSpPr>
        <p:spPr>
          <a:xfrm>
            <a:off x="8435799" y="5627683"/>
            <a:ext cx="3691741" cy="408274"/>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rPr>
              <a:t>审阅与修订文档</a:t>
            </a:r>
          </a:p>
        </p:txBody>
      </p:sp>
      <p:sp>
        <p:nvSpPr>
          <p:cNvPr id="2" name="标题 1">
            <a:extLst>
              <a:ext uri="{FF2B5EF4-FFF2-40B4-BE49-F238E27FC236}">
                <a16:creationId xmlns:a16="http://schemas.microsoft.com/office/drawing/2014/main" id="{3930BDB5-F180-3265-3A7B-6C2F22049FFD}"/>
              </a:ext>
            </a:extLst>
          </p:cNvPr>
          <p:cNvSpPr>
            <a:spLocks noGrp="1"/>
          </p:cNvSpPr>
          <p:nvPr>
            <p:ph type="title"/>
          </p:nvPr>
        </p:nvSpPr>
        <p:spPr>
          <a:xfrm>
            <a:off x="3990938" y="2660328"/>
            <a:ext cx="6946352" cy="869939"/>
          </a:xfrm>
        </p:spPr>
        <p:txBody>
          <a:bodyPr/>
          <a:lstStyle/>
          <a:p>
            <a:r>
              <a:rPr lang="zh-CN" altLang="en-US" dirty="0"/>
              <a:t>长文档排版</a:t>
            </a:r>
          </a:p>
        </p:txBody>
      </p:sp>
      <p:sp>
        <p:nvSpPr>
          <p:cNvPr id="3" name="文本占位符 2">
            <a:extLst>
              <a:ext uri="{FF2B5EF4-FFF2-40B4-BE49-F238E27FC236}">
                <a16:creationId xmlns:a16="http://schemas.microsoft.com/office/drawing/2014/main" id="{394A0F3F-0439-01E1-F5E1-71749F423B9C}"/>
              </a:ext>
            </a:extLst>
          </p:cNvPr>
          <p:cNvSpPr>
            <a:spLocks noGrp="1"/>
          </p:cNvSpPr>
          <p:nvPr>
            <p:ph type="body" sz="quarter" idx="10"/>
          </p:nvPr>
        </p:nvSpPr>
        <p:spPr>
          <a:xfrm>
            <a:off x="1653067" y="2921168"/>
            <a:ext cx="1728000" cy="1015663"/>
          </a:xfrm>
        </p:spPr>
        <p:txBody>
          <a:bodyPr/>
          <a:lstStyle/>
          <a:p>
            <a:r>
              <a:rPr lang="en-US" altLang="zh-CN" dirty="0"/>
              <a:t>1.5</a:t>
            </a:r>
            <a:endParaRPr lang="zh-CN" alt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1.5</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长文档排版</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sz="2800" b="1" spc="225" dirty="0">
                <a:solidFill>
                  <a:srgbClr val="006370"/>
                </a:solidFill>
                <a:latin typeface="微软雅黑" panose="020B0503020204020204" pitchFamily="34" charset="-122"/>
                <a:ea typeface="微软雅黑" panose="020B0503020204020204" pitchFamily="34" charset="-122"/>
              </a:rPr>
              <a:t>1</a:t>
            </a:r>
            <a:r>
              <a:rPr sz="2800" b="1" spc="225" dirty="0">
                <a:solidFill>
                  <a:srgbClr val="006370"/>
                </a:solidFill>
                <a:latin typeface="微软雅黑" panose="020B0503020204020204" pitchFamily="34" charset="-122"/>
                <a:ea typeface="微软雅黑" panose="020B0503020204020204" pitchFamily="34" charset="-122"/>
              </a:rPr>
              <a:t>.</a:t>
            </a:r>
            <a:r>
              <a:rPr lang="en-US" sz="2800" b="1" spc="225" dirty="0">
                <a:solidFill>
                  <a:srgbClr val="006370"/>
                </a:solidFill>
                <a:latin typeface="微软雅黑" panose="020B0503020204020204" pitchFamily="34" charset="-122"/>
                <a:ea typeface="微软雅黑" panose="020B0503020204020204" pitchFamily="34" charset="-122"/>
              </a:rPr>
              <a:t>5</a:t>
            </a:r>
            <a:r>
              <a:rPr sz="2800" b="1" spc="225" dirty="0">
                <a:solidFill>
                  <a:srgbClr val="006370"/>
                </a:solidFill>
                <a:latin typeface="微软雅黑" panose="020B0503020204020204" pitchFamily="34" charset="-122"/>
                <a:ea typeface="微软雅黑" panose="020B0503020204020204" pitchFamily="34" charset="-122"/>
              </a:rPr>
              <a:t>.</a:t>
            </a:r>
            <a:r>
              <a:rPr lang="en-US" sz="2800" b="1" spc="225" dirty="0">
                <a:solidFill>
                  <a:srgbClr val="006370"/>
                </a:solidFill>
                <a:latin typeface="微软雅黑" panose="020B0503020204020204" pitchFamily="34" charset="-122"/>
                <a:ea typeface="微软雅黑" panose="020B0503020204020204" pitchFamily="34" charset="-122"/>
              </a:rPr>
              <a:t>1 </a:t>
            </a:r>
            <a:r>
              <a:rPr lang="en-US" sz="2800" b="1" spc="225" dirty="0">
                <a:solidFill>
                  <a:srgbClr val="006370"/>
                </a:solidFill>
                <a:latin typeface="微软雅黑" panose="020B0503020204020204" pitchFamily="34" charset="-122"/>
                <a:ea typeface="微软雅黑" panose="020B0503020204020204" pitchFamily="34" charset="-122"/>
                <a:sym typeface="+mn-ea"/>
              </a:rPr>
              <a:t>创建和应用样式</a:t>
            </a:r>
          </a:p>
        </p:txBody>
      </p:sp>
      <p:graphicFrame>
        <p:nvGraphicFramePr>
          <p:cNvPr id="2" name="表格 2"/>
          <p:cNvGraphicFramePr>
            <a:graphicFrameLocks noGrp="1"/>
          </p:cNvGraphicFramePr>
          <p:nvPr>
            <p:custDataLst>
              <p:tags r:id="rId1"/>
            </p:custDataLst>
          </p:nvPr>
        </p:nvGraphicFramePr>
        <p:xfrm>
          <a:off x="674703" y="1738239"/>
          <a:ext cx="10990075" cy="4785966"/>
        </p:xfrm>
        <a:graphic>
          <a:graphicData uri="http://schemas.openxmlformats.org/drawingml/2006/table">
            <a:tbl>
              <a:tblPr firstRow="1" bandRow="1">
                <a:tableStyleId>{5C22544A-7EE6-4342-B048-85BDC9FD1C3A}</a:tableStyleId>
              </a:tblPr>
              <a:tblGrid>
                <a:gridCol w="890844">
                  <a:extLst>
                    <a:ext uri="{9D8B030D-6E8A-4147-A177-3AD203B41FA5}">
                      <a16:colId xmlns:a16="http://schemas.microsoft.com/office/drawing/2014/main" val="20000"/>
                    </a:ext>
                  </a:extLst>
                </a:gridCol>
                <a:gridCol w="10099231">
                  <a:extLst>
                    <a:ext uri="{9D8B030D-6E8A-4147-A177-3AD203B41FA5}">
                      <a16:colId xmlns:a16="http://schemas.microsoft.com/office/drawing/2014/main" val="20001"/>
                    </a:ext>
                  </a:extLst>
                </a:gridCol>
              </a:tblGrid>
              <a:tr h="598805">
                <a:tc rowSpan="2">
                  <a:txBody>
                    <a:bodyPr/>
                    <a:lstStyle/>
                    <a:p>
                      <a:pPr indent="457200" algn="ctr">
                        <a:lnSpc>
                          <a:spcPct val="120000"/>
                        </a:lnSpc>
                      </a:pPr>
                      <a:r>
                        <a:rPr lang="zh-CN" altLang="en-US" sz="3600" dirty="0">
                          <a:latin typeface="微软雅黑" panose="020B0503020204020204" pitchFamily="34" charset="-122"/>
                          <a:ea typeface="微软雅黑" panose="020B0503020204020204" pitchFamily="34" charset="-122"/>
                        </a:rPr>
                        <a:t>课 程 思 政</a:t>
                      </a:r>
                    </a:p>
                  </a:txBody>
                  <a:tcPr vert="eaVert"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637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b="1" kern="1200" dirty="0">
                          <a:solidFill>
                            <a:schemeClr val="tx1"/>
                          </a:solidFill>
                          <a:effectLst/>
                          <a:latin typeface="微软雅黑" panose="020B0503020204020204" pitchFamily="34" charset="-122"/>
                          <a:ea typeface="微软雅黑" panose="020B0503020204020204" pitchFamily="34" charset="-122"/>
                          <a:cs typeface="+mn-cs"/>
                        </a:rPr>
                        <a:t>钟南山：抗击疫情的最美“逆行”者</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ECECEC"/>
                    </a:solidFill>
                  </a:tcPr>
                </a:tc>
                <a:extLst>
                  <a:ext uri="{0D108BD9-81ED-4DB2-BD59-A6C34878D82A}">
                    <a16:rowId xmlns:a16="http://schemas.microsoft.com/office/drawing/2014/main" val="10000"/>
                  </a:ext>
                </a:extLst>
              </a:tr>
              <a:tr h="4187161">
                <a:tc vMerge="1">
                  <a:txBody>
                    <a:bodyPr/>
                    <a:lstStyle/>
                    <a:p>
                      <a:endParaRPr lang="zh-CN"/>
                    </a:p>
                  </a:txBody>
                  <a:tcPr>
                    <a:solidFill>
                      <a:srgbClr val="006370"/>
                    </a:solidFill>
                  </a:tcPr>
                </a:tc>
                <a:tc>
                  <a:txBody>
                    <a:bodyPr/>
                    <a:lstStyle/>
                    <a:p>
                      <a:pPr indent="457200">
                        <a:lnSpc>
                          <a:spcPct val="150000"/>
                        </a:lnSpc>
                        <a:spcBef>
                          <a:spcPts val="1200"/>
                        </a:spcBef>
                      </a:pPr>
                      <a:r>
                        <a:rPr altLang="zh-CN" sz="1800" kern="1200" dirty="0">
                          <a:solidFill>
                            <a:schemeClr val="dk1"/>
                          </a:solidFill>
                          <a:effectLst/>
                          <a:latin typeface="+mn-ea"/>
                          <a:ea typeface="+mn-ea"/>
                          <a:cs typeface="+mn-cs"/>
                        </a:rPr>
                        <a:t>钟南山，我国呼吸疾病研究领域的领军人物，敢医敢言，勇于担当，提出的防控策略和防治措施挽救了无数生命，在非典型肺炎和新冠肺炎疫情防控中作出巨大贡献。1月18日，星期六，84岁的中国工程院院士钟南山接到通知，紧急赶往武汉，开始了抗击疫情的征程。自挂帅出征以来，钟南山始终冲在前线，始终如铁人般拼命：4天内奔走武汉、北京、广州三地，长时间科研、开会、远程会诊、接受媒体采访，甚至在飞机上研究治疗方案……</a:t>
                      </a:r>
                    </a:p>
                    <a:p>
                      <a:pPr indent="457200">
                        <a:lnSpc>
                          <a:spcPct val="150000"/>
                        </a:lnSpc>
                        <a:spcBef>
                          <a:spcPts val="1200"/>
                        </a:spcBef>
                      </a:pPr>
                      <a:r>
                        <a:rPr altLang="zh-CN" sz="1800" kern="1200" dirty="0">
                          <a:solidFill>
                            <a:schemeClr val="dk1"/>
                          </a:solidFill>
                          <a:effectLst/>
                          <a:latin typeface="+mn-ea"/>
                          <a:ea typeface="+mn-ea"/>
                          <a:cs typeface="+mn-cs"/>
                        </a:rPr>
                        <a:t>2020年9月8日上午，全国抗击新冠肺炎疫情表彰大会上，钟南山被授予“共和国勋章”。他说，“其实，我不过就是一个看病的大夫。”</a:t>
                      </a:r>
                    </a:p>
                    <a:p>
                      <a:pPr indent="457200">
                        <a:lnSpc>
                          <a:spcPct val="150000"/>
                        </a:lnSpc>
                        <a:spcBef>
                          <a:spcPts val="1200"/>
                        </a:spcBef>
                      </a:pPr>
                      <a:r>
                        <a:rPr altLang="zh-CN" sz="1800" kern="1200" dirty="0">
                          <a:solidFill>
                            <a:schemeClr val="dk1"/>
                          </a:solidFill>
                          <a:effectLst/>
                          <a:latin typeface="+mn-ea"/>
                          <a:ea typeface="+mn-ea"/>
                          <a:cs typeface="+mn-cs"/>
                        </a:rPr>
                        <a:t>疫情期间钟南山教授的果敢行为，不仅体现了极高的专业素养和身体素质，而且表现出勇敢无畏，舍生忘死、牺牲奉献的爱国主义精神，是立德树人的典范，是我们学习的楷模。　</a:t>
                      </a:r>
                    </a:p>
                  </a:txBody>
                  <a:tcPr>
                    <a:lnL w="38100" cmpd="sng">
                      <a:noFill/>
                    </a:lnL>
                    <a:lnR w="12700" cmpd="sng">
                      <a:noFill/>
                    </a:lnR>
                    <a:lnT w="38100" cmpd="sng">
                      <a:noFill/>
                    </a:lnT>
                    <a:lnB w="12700" cmpd="sng">
                      <a:noFill/>
                    </a:lnB>
                    <a:lnTlToBr w="12700" cmpd="sng">
                      <a:noFill/>
                      <a:prstDash val="solid"/>
                    </a:lnTlToBr>
                    <a:lnBlToTr w="12700" cmpd="sng">
                      <a:noFill/>
                      <a:prstDash val="solid"/>
                    </a:lnBlToTr>
                    <a:solidFill>
                      <a:srgbClr val="ECECEC"/>
                    </a:solidFill>
                  </a:tcPr>
                </a:tc>
                <a:extLst>
                  <a:ext uri="{0D108BD9-81ED-4DB2-BD59-A6C34878D82A}">
                    <a16:rowId xmlns:a16="http://schemas.microsoft.com/office/drawing/2014/main" val="10001"/>
                  </a:ext>
                </a:extLst>
              </a:tr>
            </a:tbl>
          </a:graphicData>
        </a:graphic>
      </p:graphicFrame>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1.5</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长文档排版</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sz="2800" b="1" spc="225" dirty="0">
                <a:solidFill>
                  <a:srgbClr val="006370"/>
                </a:solidFill>
                <a:latin typeface="微软雅黑" panose="020B0503020204020204" pitchFamily="34" charset="-122"/>
                <a:ea typeface="微软雅黑" panose="020B0503020204020204" pitchFamily="34" charset="-122"/>
              </a:rPr>
              <a:t>1</a:t>
            </a:r>
            <a:r>
              <a:rPr sz="2800" b="1" spc="225" dirty="0">
                <a:solidFill>
                  <a:srgbClr val="006370"/>
                </a:solidFill>
                <a:latin typeface="微软雅黑" panose="020B0503020204020204" pitchFamily="34" charset="-122"/>
                <a:ea typeface="微软雅黑" panose="020B0503020204020204" pitchFamily="34" charset="-122"/>
              </a:rPr>
              <a:t>.</a:t>
            </a:r>
            <a:r>
              <a:rPr lang="en-US" sz="2800" b="1" spc="225" dirty="0">
                <a:solidFill>
                  <a:srgbClr val="006370"/>
                </a:solidFill>
                <a:latin typeface="微软雅黑" panose="020B0503020204020204" pitchFamily="34" charset="-122"/>
                <a:ea typeface="微软雅黑" panose="020B0503020204020204" pitchFamily="34" charset="-122"/>
              </a:rPr>
              <a:t>5</a:t>
            </a:r>
            <a:r>
              <a:rPr sz="2800" b="1" spc="225" dirty="0">
                <a:solidFill>
                  <a:srgbClr val="006370"/>
                </a:solidFill>
                <a:latin typeface="微软雅黑" panose="020B0503020204020204" pitchFamily="34" charset="-122"/>
                <a:ea typeface="微软雅黑" panose="020B0503020204020204" pitchFamily="34" charset="-122"/>
              </a:rPr>
              <a:t>.</a:t>
            </a:r>
            <a:r>
              <a:rPr lang="en-US" sz="2800" b="1" spc="225" dirty="0">
                <a:solidFill>
                  <a:srgbClr val="006370"/>
                </a:solidFill>
                <a:latin typeface="微软雅黑" panose="020B0503020204020204" pitchFamily="34" charset="-122"/>
                <a:ea typeface="微软雅黑" panose="020B0503020204020204" pitchFamily="34" charset="-122"/>
              </a:rPr>
              <a:t>1 </a:t>
            </a:r>
            <a:r>
              <a:rPr lang="en-US" sz="2800" b="1" spc="225" dirty="0">
                <a:solidFill>
                  <a:srgbClr val="006370"/>
                </a:solidFill>
                <a:latin typeface="微软雅黑" panose="020B0503020204020204" pitchFamily="34" charset="-122"/>
                <a:ea typeface="微软雅黑" panose="020B0503020204020204" pitchFamily="34" charset="-122"/>
                <a:sym typeface="+mn-ea"/>
              </a:rPr>
              <a:t>创建和应用样式</a:t>
            </a:r>
          </a:p>
        </p:txBody>
      </p:sp>
      <p:sp>
        <p:nvSpPr>
          <p:cNvPr id="3" name="文本框 2"/>
          <p:cNvSpPr txBox="1"/>
          <p:nvPr/>
        </p:nvSpPr>
        <p:spPr>
          <a:xfrm>
            <a:off x="1079500" y="1359535"/>
            <a:ext cx="5029200" cy="3876675"/>
          </a:xfrm>
          <a:prstGeom prst="rect">
            <a:avLst/>
          </a:prstGeom>
          <a:noFill/>
        </p:spPr>
        <p:txBody>
          <a:bodyPr wrap="square" rtlCol="0" anchor="t">
            <a:spAutoFit/>
          </a:bodyPr>
          <a:lstStyle/>
          <a:p>
            <a:pPr marL="285750" fontAlgn="auto">
              <a:lnSpc>
                <a:spcPct val="150000"/>
              </a:lnSpc>
            </a:pPr>
            <a:r>
              <a:rPr sz="2400" b="1" dirty="0"/>
              <a:t>1.创建样式</a:t>
            </a:r>
          </a:p>
          <a:p>
            <a:pPr marL="285750" fontAlgn="auto">
              <a:lnSpc>
                <a:spcPct val="150000"/>
              </a:lnSpc>
            </a:pPr>
            <a:r>
              <a:rPr sz="2000" dirty="0" err="1"/>
              <a:t>创建样式的方法步骤如下</a:t>
            </a:r>
            <a:r>
              <a:rPr sz="2000" dirty="0"/>
              <a:t>：</a:t>
            </a:r>
          </a:p>
          <a:p>
            <a:pPr marL="285750" fontAlgn="auto">
              <a:lnSpc>
                <a:spcPct val="150000"/>
              </a:lnSpc>
            </a:pPr>
            <a:r>
              <a:rPr sz="2000" dirty="0"/>
              <a:t>（1）选择将要设置样式的文本或段落，设置相应的格式，例如字体、字色、字号、行间距、页边距等等</a:t>
            </a:r>
          </a:p>
          <a:p>
            <a:pPr marL="285750" fontAlgn="auto">
              <a:lnSpc>
                <a:spcPct val="150000"/>
              </a:lnSpc>
            </a:pPr>
            <a:r>
              <a:rPr sz="2000" dirty="0"/>
              <a:t>（2）单击“开始”选项卡“样式”功能区右侧滚动条的向下箭头，在弹出的下拉列表中选择“新建样式”命令</a:t>
            </a:r>
          </a:p>
        </p:txBody>
      </p:sp>
      <p:pic>
        <p:nvPicPr>
          <p:cNvPr id="2" name="图片 353" descr="D:\书稿《大学计算机应用基础教程》\3.插图\第4章 WPS文档编辑插图\4-58.jpg4-58"/>
          <p:cNvPicPr>
            <a:picLocks noChangeAspect="1"/>
          </p:cNvPicPr>
          <p:nvPr/>
        </p:nvPicPr>
        <p:blipFill>
          <a:blip r:embed="rId3"/>
          <a:srcRect/>
          <a:stretch>
            <a:fillRect/>
          </a:stretch>
        </p:blipFill>
        <p:spPr>
          <a:xfrm>
            <a:off x="7035800" y="1359535"/>
            <a:ext cx="2314575" cy="4982210"/>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1.5</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长文档排版</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1079500" y="1359535"/>
            <a:ext cx="10347325" cy="1014730"/>
          </a:xfrm>
          <a:prstGeom prst="rect">
            <a:avLst/>
          </a:prstGeom>
          <a:noFill/>
        </p:spPr>
        <p:txBody>
          <a:bodyPr wrap="square" rtlCol="0" anchor="t">
            <a:spAutoFit/>
          </a:bodyPr>
          <a:lstStyle/>
          <a:p>
            <a:pPr marL="285750" fontAlgn="auto">
              <a:lnSpc>
                <a:spcPct val="150000"/>
              </a:lnSpc>
            </a:pPr>
            <a:r>
              <a:rPr sz="2000" dirty="0"/>
              <a:t>（3）在弹出的“新建样式”对话框中，在“名称”输入框中输入样式的名称，单击“确定”按钮，完成创建样式的操作</a:t>
            </a:r>
          </a:p>
        </p:txBody>
      </p:sp>
      <p:pic>
        <p:nvPicPr>
          <p:cNvPr id="2" name="图片 354" descr="D:\书稿《大学计算机应用基础教程》\3.插图\第4章 WPS文档编辑插图\4-59.jpg4-59"/>
          <p:cNvPicPr>
            <a:picLocks noChangeAspect="1"/>
          </p:cNvPicPr>
          <p:nvPr/>
        </p:nvPicPr>
        <p:blipFill>
          <a:blip r:embed="rId3"/>
          <a:srcRect/>
          <a:stretch>
            <a:fillRect/>
          </a:stretch>
        </p:blipFill>
        <p:spPr>
          <a:xfrm>
            <a:off x="4069715" y="2152650"/>
            <a:ext cx="4554220" cy="4257675"/>
          </a:xfrm>
          <a:prstGeom prst="rect">
            <a:avLst/>
          </a:prstGeom>
        </p:spPr>
      </p:pic>
      <p:sp>
        <p:nvSpPr>
          <p:cNvPr id="5" name="文本框 4">
            <a:extLst>
              <a:ext uri="{FF2B5EF4-FFF2-40B4-BE49-F238E27FC236}">
                <a16:creationId xmlns:a16="http://schemas.microsoft.com/office/drawing/2014/main" id="{BEA738AC-3004-4FB3-B204-D2EDA68726F2}"/>
              </a:ext>
            </a:extLst>
          </p:cNvPr>
          <p:cNvSpPr txBox="1"/>
          <p:nvPr/>
        </p:nvSpPr>
        <p:spPr>
          <a:xfrm>
            <a:off x="5751195" y="626745"/>
            <a:ext cx="5436235" cy="521970"/>
          </a:xfrm>
          <a:prstGeom prst="rect">
            <a:avLst/>
          </a:prstGeom>
          <a:noFill/>
        </p:spPr>
        <p:txBody>
          <a:bodyPr wrap="square">
            <a:spAutoFit/>
          </a:bodyPr>
          <a:lstStyle/>
          <a:p>
            <a:r>
              <a:rPr lang="en-US" sz="2800" b="1" spc="225" dirty="0">
                <a:solidFill>
                  <a:srgbClr val="006370"/>
                </a:solidFill>
                <a:latin typeface="微软雅黑" panose="020B0503020204020204" pitchFamily="34" charset="-122"/>
                <a:ea typeface="微软雅黑" panose="020B0503020204020204" pitchFamily="34" charset="-122"/>
              </a:rPr>
              <a:t>1</a:t>
            </a:r>
            <a:r>
              <a:rPr sz="2800" b="1" spc="225" dirty="0">
                <a:solidFill>
                  <a:srgbClr val="006370"/>
                </a:solidFill>
                <a:latin typeface="微软雅黑" panose="020B0503020204020204" pitchFamily="34" charset="-122"/>
                <a:ea typeface="微软雅黑" panose="020B0503020204020204" pitchFamily="34" charset="-122"/>
              </a:rPr>
              <a:t>.</a:t>
            </a:r>
            <a:r>
              <a:rPr lang="en-US" sz="2800" b="1" spc="225" dirty="0">
                <a:solidFill>
                  <a:srgbClr val="006370"/>
                </a:solidFill>
                <a:latin typeface="微软雅黑" panose="020B0503020204020204" pitchFamily="34" charset="-122"/>
                <a:ea typeface="微软雅黑" panose="020B0503020204020204" pitchFamily="34" charset="-122"/>
              </a:rPr>
              <a:t>5</a:t>
            </a:r>
            <a:r>
              <a:rPr sz="2800" b="1" spc="225" dirty="0">
                <a:solidFill>
                  <a:srgbClr val="006370"/>
                </a:solidFill>
                <a:latin typeface="微软雅黑" panose="020B0503020204020204" pitchFamily="34" charset="-122"/>
                <a:ea typeface="微软雅黑" panose="020B0503020204020204" pitchFamily="34" charset="-122"/>
              </a:rPr>
              <a:t>.</a:t>
            </a:r>
            <a:r>
              <a:rPr lang="en-US" sz="2800" b="1" spc="225" dirty="0">
                <a:solidFill>
                  <a:srgbClr val="006370"/>
                </a:solidFill>
                <a:latin typeface="微软雅黑" panose="020B0503020204020204" pitchFamily="34" charset="-122"/>
                <a:ea typeface="微软雅黑" panose="020B0503020204020204" pitchFamily="34" charset="-122"/>
              </a:rPr>
              <a:t>1 </a:t>
            </a:r>
            <a:r>
              <a:rPr lang="en-US" sz="2800" b="1" spc="225" dirty="0">
                <a:solidFill>
                  <a:srgbClr val="006370"/>
                </a:solidFill>
                <a:latin typeface="微软雅黑" panose="020B0503020204020204" pitchFamily="34" charset="-122"/>
                <a:ea typeface="微软雅黑" panose="020B0503020204020204" pitchFamily="34" charset="-122"/>
                <a:sym typeface="+mn-ea"/>
              </a:rPr>
              <a:t>创建和应用样式</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1.5</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长文档排版</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1064895" y="1310640"/>
            <a:ext cx="10287284" cy="3415030"/>
          </a:xfrm>
          <a:prstGeom prst="rect">
            <a:avLst/>
          </a:prstGeom>
          <a:noFill/>
        </p:spPr>
        <p:txBody>
          <a:bodyPr wrap="square" rtlCol="0" anchor="t">
            <a:spAutoFit/>
          </a:bodyPr>
          <a:lstStyle/>
          <a:p>
            <a:pPr marL="285750" algn="l" fontAlgn="auto">
              <a:lnSpc>
                <a:spcPct val="150000"/>
              </a:lnSpc>
              <a:spcBef>
                <a:spcPts val="1200"/>
              </a:spcBef>
            </a:pPr>
            <a:r>
              <a:rPr sz="2400" b="1" dirty="0"/>
              <a:t>2.应用样式</a:t>
            </a:r>
          </a:p>
          <a:p>
            <a:pPr marL="285750" algn="l" fontAlgn="auto">
              <a:lnSpc>
                <a:spcPct val="150000"/>
              </a:lnSpc>
              <a:spcBef>
                <a:spcPts val="1200"/>
              </a:spcBef>
            </a:pPr>
            <a:r>
              <a:rPr sz="2000" dirty="0"/>
              <a:t>使用系统预定义的样式或者用户创建好的样式，将该样式快速地要用到选定的文本上，可以大大地提高效率，避免重复设置。应用样式的方法步骤如下：</a:t>
            </a:r>
          </a:p>
          <a:p>
            <a:pPr marL="285750" algn="l" fontAlgn="auto">
              <a:lnSpc>
                <a:spcPct val="150000"/>
              </a:lnSpc>
              <a:spcBef>
                <a:spcPts val="1200"/>
              </a:spcBef>
            </a:pPr>
            <a:r>
              <a:rPr sz="2000" dirty="0"/>
              <a:t>（1）选择需要设置样式的文本或段落。</a:t>
            </a:r>
          </a:p>
          <a:p>
            <a:pPr marL="285750" algn="l" fontAlgn="auto">
              <a:lnSpc>
                <a:spcPct val="150000"/>
              </a:lnSpc>
              <a:spcBef>
                <a:spcPts val="1200"/>
              </a:spcBef>
            </a:pPr>
            <a:r>
              <a:rPr sz="2000" dirty="0"/>
              <a:t>（2）单击“开始”选项卡功能区“样式”列表框右侧滚动条的向下箭头，在弹出的下拉列表的样式库中单击选择需要的样式，所选样式随即应用到所选定的文本上。</a:t>
            </a:r>
          </a:p>
        </p:txBody>
      </p:sp>
      <p:sp>
        <p:nvSpPr>
          <p:cNvPr id="4" name="文本框 3">
            <a:extLst>
              <a:ext uri="{FF2B5EF4-FFF2-40B4-BE49-F238E27FC236}">
                <a16:creationId xmlns:a16="http://schemas.microsoft.com/office/drawing/2014/main" id="{F7EA9DEC-5256-8432-7D29-F66EEFBA9772}"/>
              </a:ext>
            </a:extLst>
          </p:cNvPr>
          <p:cNvSpPr txBox="1"/>
          <p:nvPr/>
        </p:nvSpPr>
        <p:spPr>
          <a:xfrm>
            <a:off x="5751195" y="626745"/>
            <a:ext cx="5436235" cy="521970"/>
          </a:xfrm>
          <a:prstGeom prst="rect">
            <a:avLst/>
          </a:prstGeom>
          <a:noFill/>
        </p:spPr>
        <p:txBody>
          <a:bodyPr wrap="square">
            <a:spAutoFit/>
          </a:bodyPr>
          <a:lstStyle/>
          <a:p>
            <a:r>
              <a:rPr lang="en-US" sz="2800" b="1" spc="225" dirty="0">
                <a:solidFill>
                  <a:srgbClr val="006370"/>
                </a:solidFill>
                <a:latin typeface="微软雅黑" panose="020B0503020204020204" pitchFamily="34" charset="-122"/>
                <a:ea typeface="微软雅黑" panose="020B0503020204020204" pitchFamily="34" charset="-122"/>
              </a:rPr>
              <a:t>1</a:t>
            </a:r>
            <a:r>
              <a:rPr sz="2800" b="1" spc="225" dirty="0">
                <a:solidFill>
                  <a:srgbClr val="006370"/>
                </a:solidFill>
                <a:latin typeface="微软雅黑" panose="020B0503020204020204" pitchFamily="34" charset="-122"/>
                <a:ea typeface="微软雅黑" panose="020B0503020204020204" pitchFamily="34" charset="-122"/>
              </a:rPr>
              <a:t>.</a:t>
            </a:r>
            <a:r>
              <a:rPr lang="en-US" sz="2800" b="1" spc="225" dirty="0">
                <a:solidFill>
                  <a:srgbClr val="006370"/>
                </a:solidFill>
                <a:latin typeface="微软雅黑" panose="020B0503020204020204" pitchFamily="34" charset="-122"/>
                <a:ea typeface="微软雅黑" panose="020B0503020204020204" pitchFamily="34" charset="-122"/>
              </a:rPr>
              <a:t>5</a:t>
            </a:r>
            <a:r>
              <a:rPr sz="2800" b="1" spc="225" dirty="0">
                <a:solidFill>
                  <a:srgbClr val="006370"/>
                </a:solidFill>
                <a:latin typeface="微软雅黑" panose="020B0503020204020204" pitchFamily="34" charset="-122"/>
                <a:ea typeface="微软雅黑" panose="020B0503020204020204" pitchFamily="34" charset="-122"/>
              </a:rPr>
              <a:t>.</a:t>
            </a:r>
            <a:r>
              <a:rPr lang="en-US" sz="2800" b="1" spc="225" dirty="0">
                <a:solidFill>
                  <a:srgbClr val="006370"/>
                </a:solidFill>
                <a:latin typeface="微软雅黑" panose="020B0503020204020204" pitchFamily="34" charset="-122"/>
                <a:ea typeface="微软雅黑" panose="020B0503020204020204" pitchFamily="34" charset="-122"/>
              </a:rPr>
              <a:t>1 </a:t>
            </a:r>
            <a:r>
              <a:rPr lang="en-US" sz="2800" b="1" spc="225" dirty="0">
                <a:solidFill>
                  <a:srgbClr val="006370"/>
                </a:solidFill>
                <a:latin typeface="微软雅黑" panose="020B0503020204020204" pitchFamily="34" charset="-122"/>
                <a:ea typeface="微软雅黑" panose="020B0503020204020204" pitchFamily="34" charset="-122"/>
                <a:sym typeface="+mn-ea"/>
              </a:rPr>
              <a:t>创建和应用样式</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1.5</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长文档排版</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752828" cy="523220"/>
          </a:xfrm>
          <a:prstGeom prst="rect">
            <a:avLst/>
          </a:prstGeom>
          <a:noFill/>
        </p:spPr>
        <p:txBody>
          <a:bodyPr wrap="square">
            <a:spAutoFit/>
          </a:bodyPr>
          <a:lstStyle>
            <a:defPPr>
              <a:defRPr lang="zh-CN"/>
            </a:defPPr>
            <a:lvl1pPr>
              <a:defRPr sz="2800" b="1" spc="225">
                <a:solidFill>
                  <a:srgbClr val="006370"/>
                </a:solidFill>
                <a:latin typeface="微软雅黑" panose="020B0503020204020204" pitchFamily="34" charset="-122"/>
                <a:ea typeface="微软雅黑" panose="020B0503020204020204" pitchFamily="34" charset="-122"/>
              </a:defRPr>
            </a:lvl1pPr>
          </a:lstStyle>
          <a:p>
            <a:r>
              <a:rPr lang="en-US" dirty="0"/>
              <a:t>1</a:t>
            </a:r>
            <a:r>
              <a:rPr dirty="0"/>
              <a:t>.</a:t>
            </a:r>
            <a:r>
              <a:rPr lang="en-US" dirty="0"/>
              <a:t>5</a:t>
            </a:r>
            <a:r>
              <a:rPr dirty="0"/>
              <a:t>.</a:t>
            </a:r>
            <a:r>
              <a:rPr lang="en-US" dirty="0"/>
              <a:t>2 </a:t>
            </a:r>
            <a:r>
              <a:rPr lang="zh-CN" altLang="en-US" dirty="0">
                <a:sym typeface="+mn-ea"/>
              </a:rPr>
              <a:t>文档的分页、分节和分栏</a:t>
            </a:r>
          </a:p>
        </p:txBody>
      </p:sp>
      <p:sp>
        <p:nvSpPr>
          <p:cNvPr id="3" name="文本框 2"/>
          <p:cNvSpPr txBox="1"/>
          <p:nvPr/>
        </p:nvSpPr>
        <p:spPr>
          <a:xfrm>
            <a:off x="907415" y="1528445"/>
            <a:ext cx="5476875" cy="2183765"/>
          </a:xfrm>
          <a:prstGeom prst="rect">
            <a:avLst/>
          </a:prstGeom>
          <a:noFill/>
        </p:spPr>
        <p:txBody>
          <a:bodyPr wrap="square" rtlCol="0" anchor="t">
            <a:spAutoFit/>
          </a:bodyPr>
          <a:lstStyle/>
          <a:p>
            <a:pPr marL="285750" algn="l" fontAlgn="auto">
              <a:lnSpc>
                <a:spcPct val="150000"/>
              </a:lnSpc>
              <a:spcBef>
                <a:spcPts val="1200"/>
              </a:spcBef>
            </a:pPr>
            <a:r>
              <a:rPr sz="2400" b="1" dirty="0"/>
              <a:t>1.插入分页符</a:t>
            </a:r>
          </a:p>
          <a:p>
            <a:pPr marL="285750" algn="l" fontAlgn="auto">
              <a:lnSpc>
                <a:spcPct val="150000"/>
              </a:lnSpc>
              <a:spcBef>
                <a:spcPts val="1200"/>
              </a:spcBef>
            </a:pPr>
            <a:r>
              <a:rPr sz="2000" dirty="0"/>
              <a:t>分页符是分割文档内容的一种分隔符，在插入点后的文档内容会自动跳转到新的一页中，分页符前后页面的设置属性和参数保持一样。</a:t>
            </a:r>
          </a:p>
        </p:txBody>
      </p:sp>
      <p:pic>
        <p:nvPicPr>
          <p:cNvPr id="359" name="图片 359" descr="D:\书稿《大学计算机应用基础教程》\3.插图\第4章 WPS文档编辑插图\4-60.jpg4-60"/>
          <p:cNvPicPr>
            <a:picLocks noChangeAspect="1"/>
          </p:cNvPicPr>
          <p:nvPr/>
        </p:nvPicPr>
        <p:blipFill>
          <a:blip r:embed="rId3"/>
          <a:srcRect/>
          <a:stretch>
            <a:fillRect/>
          </a:stretch>
        </p:blipFill>
        <p:spPr>
          <a:xfrm>
            <a:off x="6720840" y="1779270"/>
            <a:ext cx="3496945" cy="4046855"/>
          </a:xfrm>
          <a:prstGeom prst="rect">
            <a:avLst/>
          </a:prstGeom>
          <a:ln>
            <a:solidFill>
              <a:schemeClr val="bg1">
                <a:lumMod val="85000"/>
              </a:schemeClr>
            </a:solidFill>
          </a:ln>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1.5</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长文档排版</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907732" y="1528355"/>
            <a:ext cx="10376535" cy="2799715"/>
          </a:xfrm>
          <a:prstGeom prst="rect">
            <a:avLst/>
          </a:prstGeom>
          <a:noFill/>
        </p:spPr>
        <p:txBody>
          <a:bodyPr wrap="square" rtlCol="0" anchor="t">
            <a:spAutoFit/>
          </a:bodyPr>
          <a:lstStyle/>
          <a:p>
            <a:pPr marL="285750" algn="l" fontAlgn="auto">
              <a:lnSpc>
                <a:spcPct val="150000"/>
              </a:lnSpc>
              <a:spcBef>
                <a:spcPts val="1200"/>
              </a:spcBef>
            </a:pPr>
            <a:r>
              <a:rPr sz="2400" b="1" dirty="0"/>
              <a:t>2.插入分节符</a:t>
            </a:r>
          </a:p>
          <a:p>
            <a:pPr marL="628650" indent="-342900" algn="l" fontAlgn="auto">
              <a:lnSpc>
                <a:spcPct val="150000"/>
              </a:lnSpc>
              <a:spcBef>
                <a:spcPts val="1200"/>
              </a:spcBef>
              <a:buFont typeface="Wingdings" panose="05000000000000000000" charset="0"/>
              <a:buChar char="Ø"/>
            </a:pPr>
            <a:r>
              <a:rPr sz="2000" dirty="0"/>
              <a:t>节是WPS文字文档中具有相同页面格式、页眉和页脚、分栏方式等的单元，如果要为不同的文本内容设置不同的页面格式或页眉及页脚，那么就需要在分割的位置插入分节符</a:t>
            </a:r>
          </a:p>
          <a:p>
            <a:pPr marL="628650" indent="-342900" algn="l" fontAlgn="auto">
              <a:lnSpc>
                <a:spcPct val="150000"/>
              </a:lnSpc>
              <a:spcBef>
                <a:spcPts val="1200"/>
              </a:spcBef>
              <a:buFont typeface="Wingdings" panose="05000000000000000000" charset="0"/>
              <a:buChar char="Ø"/>
            </a:pPr>
            <a:r>
              <a:rPr sz="2000" dirty="0"/>
              <a:t>例如文档的目录与正文要分别设置各自的页码，那么就应当在两者之间插入分节符</a:t>
            </a:r>
          </a:p>
        </p:txBody>
      </p:sp>
      <p:sp>
        <p:nvSpPr>
          <p:cNvPr id="4" name="文本框 3">
            <a:extLst>
              <a:ext uri="{FF2B5EF4-FFF2-40B4-BE49-F238E27FC236}">
                <a16:creationId xmlns:a16="http://schemas.microsoft.com/office/drawing/2014/main" id="{4FB0ABDB-E8C4-9DF0-6509-357791488A4F}"/>
              </a:ext>
            </a:extLst>
          </p:cNvPr>
          <p:cNvSpPr txBox="1"/>
          <p:nvPr/>
        </p:nvSpPr>
        <p:spPr>
          <a:xfrm>
            <a:off x="5751195" y="626745"/>
            <a:ext cx="5752828" cy="523220"/>
          </a:xfrm>
          <a:prstGeom prst="rect">
            <a:avLst/>
          </a:prstGeom>
          <a:noFill/>
        </p:spPr>
        <p:txBody>
          <a:bodyPr wrap="square">
            <a:spAutoFit/>
          </a:bodyPr>
          <a:lstStyle>
            <a:defPPr>
              <a:defRPr lang="zh-CN"/>
            </a:defPPr>
            <a:lvl1pPr>
              <a:defRPr sz="2800" b="1" spc="225">
                <a:solidFill>
                  <a:srgbClr val="006370"/>
                </a:solidFill>
                <a:latin typeface="微软雅黑" panose="020B0503020204020204" pitchFamily="34" charset="-122"/>
                <a:ea typeface="微软雅黑" panose="020B0503020204020204" pitchFamily="34" charset="-122"/>
              </a:defRPr>
            </a:lvl1pPr>
          </a:lstStyle>
          <a:p>
            <a:r>
              <a:rPr lang="en-US" dirty="0"/>
              <a:t>1</a:t>
            </a:r>
            <a:r>
              <a:rPr dirty="0"/>
              <a:t>.</a:t>
            </a:r>
            <a:r>
              <a:rPr lang="en-US" dirty="0"/>
              <a:t>5</a:t>
            </a:r>
            <a:r>
              <a:rPr dirty="0"/>
              <a:t>.</a:t>
            </a:r>
            <a:r>
              <a:rPr lang="en-US" dirty="0"/>
              <a:t>2 </a:t>
            </a:r>
            <a:r>
              <a:rPr lang="zh-CN" altLang="en-US" dirty="0">
                <a:sym typeface="+mn-ea"/>
              </a:rPr>
              <a:t>文档的分页、分节和分栏</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1.5</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长文档排版</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813435" y="1637030"/>
            <a:ext cx="4232910" cy="2183765"/>
          </a:xfrm>
          <a:prstGeom prst="rect">
            <a:avLst/>
          </a:prstGeom>
          <a:noFill/>
        </p:spPr>
        <p:txBody>
          <a:bodyPr wrap="square" rtlCol="0" anchor="t">
            <a:spAutoFit/>
          </a:bodyPr>
          <a:lstStyle/>
          <a:p>
            <a:pPr marL="285750" algn="l" fontAlgn="auto">
              <a:lnSpc>
                <a:spcPct val="150000"/>
              </a:lnSpc>
              <a:spcBef>
                <a:spcPts val="1200"/>
              </a:spcBef>
            </a:pPr>
            <a:r>
              <a:rPr sz="2400" b="1" dirty="0"/>
              <a:t>3.插入分栏符</a:t>
            </a:r>
          </a:p>
          <a:p>
            <a:pPr marL="285750" algn="l" fontAlgn="auto">
              <a:lnSpc>
                <a:spcPct val="150000"/>
              </a:lnSpc>
              <a:spcBef>
                <a:spcPts val="1200"/>
              </a:spcBef>
            </a:pPr>
            <a:r>
              <a:rPr sz="2000" dirty="0" err="1"/>
              <a:t>使用分栏符，可以将文档一页或者多页页面设置多栏，实现文档多栏排版效果</a:t>
            </a:r>
            <a:endParaRPr lang="zh-CN" sz="2000" dirty="0"/>
          </a:p>
        </p:txBody>
      </p:sp>
      <p:pic>
        <p:nvPicPr>
          <p:cNvPr id="30" name="图片 30" descr="4-61"/>
          <p:cNvPicPr>
            <a:picLocks noChangeAspect="1"/>
          </p:cNvPicPr>
          <p:nvPr/>
        </p:nvPicPr>
        <p:blipFill>
          <a:blip r:embed="rId3"/>
          <a:stretch>
            <a:fillRect/>
          </a:stretch>
        </p:blipFill>
        <p:spPr>
          <a:xfrm>
            <a:off x="5046345" y="1414145"/>
            <a:ext cx="2640965" cy="2630170"/>
          </a:xfrm>
          <a:prstGeom prst="rect">
            <a:avLst/>
          </a:prstGeom>
          <a:ln>
            <a:solidFill>
              <a:schemeClr val="bg1">
                <a:lumMod val="85000"/>
              </a:schemeClr>
            </a:solidFill>
          </a:ln>
        </p:spPr>
      </p:pic>
      <p:pic>
        <p:nvPicPr>
          <p:cNvPr id="361" name="图片 361" descr="D:\书稿《大学计算机应用基础教程》\3.插图\第4章 WPS文档编辑插图\4-62.jpg4-62"/>
          <p:cNvPicPr>
            <a:picLocks noChangeAspect="1"/>
          </p:cNvPicPr>
          <p:nvPr/>
        </p:nvPicPr>
        <p:blipFill>
          <a:blip r:embed="rId4"/>
          <a:srcRect/>
          <a:stretch>
            <a:fillRect/>
          </a:stretch>
        </p:blipFill>
        <p:spPr>
          <a:xfrm>
            <a:off x="7391400" y="2718435"/>
            <a:ext cx="3990975" cy="3869055"/>
          </a:xfrm>
          <a:prstGeom prst="rect">
            <a:avLst/>
          </a:prstGeom>
        </p:spPr>
      </p:pic>
      <p:sp>
        <p:nvSpPr>
          <p:cNvPr id="4" name="文本框 3">
            <a:extLst>
              <a:ext uri="{FF2B5EF4-FFF2-40B4-BE49-F238E27FC236}">
                <a16:creationId xmlns:a16="http://schemas.microsoft.com/office/drawing/2014/main" id="{0C0C7849-C8B8-983B-045A-C831822472DA}"/>
              </a:ext>
            </a:extLst>
          </p:cNvPr>
          <p:cNvSpPr txBox="1"/>
          <p:nvPr/>
        </p:nvSpPr>
        <p:spPr>
          <a:xfrm>
            <a:off x="5751195" y="626745"/>
            <a:ext cx="5752828" cy="523220"/>
          </a:xfrm>
          <a:prstGeom prst="rect">
            <a:avLst/>
          </a:prstGeom>
          <a:noFill/>
        </p:spPr>
        <p:txBody>
          <a:bodyPr wrap="square">
            <a:spAutoFit/>
          </a:bodyPr>
          <a:lstStyle>
            <a:defPPr>
              <a:defRPr lang="zh-CN"/>
            </a:defPPr>
            <a:lvl1pPr>
              <a:defRPr sz="2800" b="1" spc="225">
                <a:solidFill>
                  <a:srgbClr val="006370"/>
                </a:solidFill>
                <a:latin typeface="微软雅黑" panose="020B0503020204020204" pitchFamily="34" charset="-122"/>
                <a:ea typeface="微软雅黑" panose="020B0503020204020204" pitchFamily="34" charset="-122"/>
              </a:defRPr>
            </a:lvl1pPr>
          </a:lstStyle>
          <a:p>
            <a:r>
              <a:rPr lang="en-US" dirty="0"/>
              <a:t>1</a:t>
            </a:r>
            <a:r>
              <a:rPr dirty="0"/>
              <a:t>.</a:t>
            </a:r>
            <a:r>
              <a:rPr lang="en-US" dirty="0"/>
              <a:t>5</a:t>
            </a:r>
            <a:r>
              <a:rPr dirty="0"/>
              <a:t>.</a:t>
            </a:r>
            <a:r>
              <a:rPr lang="en-US" dirty="0"/>
              <a:t>2 </a:t>
            </a:r>
            <a:r>
              <a:rPr lang="zh-CN" altLang="en-US" dirty="0">
                <a:sym typeface="+mn-ea"/>
              </a:rPr>
              <a:t>文档的分页、分节和分栏</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1.5</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长文档排版</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defPPr>
              <a:defRPr lang="zh-CN"/>
            </a:defPPr>
            <a:lvl1pPr>
              <a:defRPr sz="2800" b="1" spc="225">
                <a:solidFill>
                  <a:srgbClr val="006370"/>
                </a:solidFill>
                <a:latin typeface="微软雅黑" panose="020B0503020204020204" pitchFamily="34" charset="-122"/>
                <a:ea typeface="微软雅黑" panose="020B0503020204020204" pitchFamily="34" charset="-122"/>
              </a:defRPr>
            </a:lvl1pPr>
          </a:lstStyle>
          <a:p>
            <a:r>
              <a:rPr lang="en-US" dirty="0"/>
              <a:t>1</a:t>
            </a:r>
            <a:r>
              <a:rPr dirty="0"/>
              <a:t>.</a:t>
            </a:r>
            <a:r>
              <a:rPr lang="en-US" dirty="0"/>
              <a:t>5</a:t>
            </a:r>
            <a:r>
              <a:rPr dirty="0"/>
              <a:t>.</a:t>
            </a:r>
            <a:r>
              <a:rPr lang="en-US" dirty="0"/>
              <a:t>3 </a:t>
            </a:r>
            <a:r>
              <a:rPr lang="zh-CN" altLang="en-US" dirty="0">
                <a:sym typeface="+mn-ea"/>
              </a:rPr>
              <a:t>设置文档的页眉和页脚</a:t>
            </a:r>
          </a:p>
        </p:txBody>
      </p:sp>
      <p:sp>
        <p:nvSpPr>
          <p:cNvPr id="3" name="文本框 2"/>
          <p:cNvSpPr txBox="1"/>
          <p:nvPr/>
        </p:nvSpPr>
        <p:spPr>
          <a:xfrm>
            <a:off x="1617345" y="1197610"/>
            <a:ext cx="10410190" cy="2030095"/>
          </a:xfrm>
          <a:prstGeom prst="rect">
            <a:avLst/>
          </a:prstGeom>
          <a:noFill/>
        </p:spPr>
        <p:txBody>
          <a:bodyPr wrap="square" rtlCol="0" anchor="t">
            <a:spAutoFit/>
          </a:bodyPr>
          <a:lstStyle/>
          <a:p>
            <a:pPr marL="285750" algn="l" fontAlgn="auto">
              <a:lnSpc>
                <a:spcPct val="150000"/>
              </a:lnSpc>
            </a:pPr>
            <a:r>
              <a:rPr sz="2400" b="1" dirty="0"/>
              <a:t>1.建立并编辑页眉和页脚</a:t>
            </a:r>
          </a:p>
          <a:p>
            <a:pPr marL="628650" indent="-342900" algn="l" fontAlgn="auto">
              <a:lnSpc>
                <a:spcPct val="150000"/>
              </a:lnSpc>
              <a:buFont typeface="Arial" panose="020B0604020202020204" pitchFamily="34" charset="0"/>
              <a:buChar char="•"/>
            </a:pPr>
            <a:r>
              <a:rPr sz="2000" dirty="0"/>
              <a:t>页眉和页脚是文档中页面的顶端和底端重复显示的文字或图形图片</a:t>
            </a:r>
          </a:p>
          <a:p>
            <a:pPr marL="628650" indent="-342900" algn="l" fontAlgn="auto">
              <a:lnSpc>
                <a:spcPct val="150000"/>
              </a:lnSpc>
              <a:buFont typeface="Arial" panose="020B0604020202020204" pitchFamily="34" charset="0"/>
              <a:buChar char="•"/>
            </a:pPr>
            <a:r>
              <a:rPr sz="2000" dirty="0"/>
              <a:t>页眉在页面的顶端，一般设置徽标、书名、章节名等内容</a:t>
            </a:r>
          </a:p>
          <a:p>
            <a:pPr marL="628650" indent="-342900" algn="l" fontAlgn="auto">
              <a:lnSpc>
                <a:spcPct val="150000"/>
              </a:lnSpc>
              <a:buFont typeface="Arial" panose="020B0604020202020204" pitchFamily="34" charset="0"/>
              <a:buChar char="•"/>
            </a:pPr>
            <a:r>
              <a:rPr sz="2000" dirty="0"/>
              <a:t>页脚在页面的底端，一般设置页码等内容</a:t>
            </a:r>
          </a:p>
        </p:txBody>
      </p:sp>
      <p:pic>
        <p:nvPicPr>
          <p:cNvPr id="365" name="图片 365" descr="D:\书稿《大学计算机应用基础教程》\3.插图\第4章 WPS文档编辑插图\4-63.jpg4-63"/>
          <p:cNvPicPr>
            <a:picLocks noChangeAspect="1"/>
          </p:cNvPicPr>
          <p:nvPr/>
        </p:nvPicPr>
        <p:blipFill>
          <a:blip r:embed="rId3"/>
          <a:srcRect/>
          <a:stretch>
            <a:fillRect/>
          </a:stretch>
        </p:blipFill>
        <p:spPr>
          <a:xfrm>
            <a:off x="2383790" y="3285490"/>
            <a:ext cx="8042910" cy="3161665"/>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1.5</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长文档排版</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966975" y="1528355"/>
            <a:ext cx="10572048" cy="4184650"/>
          </a:xfrm>
          <a:prstGeom prst="rect">
            <a:avLst/>
          </a:prstGeom>
          <a:noFill/>
        </p:spPr>
        <p:txBody>
          <a:bodyPr wrap="square" rtlCol="0" anchor="t">
            <a:spAutoFit/>
          </a:bodyPr>
          <a:lstStyle/>
          <a:p>
            <a:pPr marL="285750" algn="l" fontAlgn="auto">
              <a:lnSpc>
                <a:spcPct val="150000"/>
              </a:lnSpc>
              <a:spcBef>
                <a:spcPts val="1200"/>
              </a:spcBef>
            </a:pPr>
            <a:r>
              <a:rPr sz="2400" b="1" dirty="0"/>
              <a:t>2.设置不同页的页眉和页脚</a:t>
            </a:r>
          </a:p>
          <a:p>
            <a:pPr marL="285750" algn="l" fontAlgn="auto">
              <a:lnSpc>
                <a:spcPct val="150000"/>
              </a:lnSpc>
              <a:spcBef>
                <a:spcPts val="1200"/>
              </a:spcBef>
            </a:pPr>
            <a:r>
              <a:rPr sz="2000" dirty="0"/>
              <a:t>（1）当文档各页的页眉和页脚均相同时，只需要设置某一页的页眉或页脚，其他页面的页眉和页脚自动设为相同内容。</a:t>
            </a:r>
          </a:p>
          <a:p>
            <a:pPr marL="285750" algn="l" fontAlgn="auto">
              <a:lnSpc>
                <a:spcPct val="150000"/>
              </a:lnSpc>
              <a:spcBef>
                <a:spcPts val="1200"/>
              </a:spcBef>
            </a:pPr>
            <a:r>
              <a:rPr sz="2000" dirty="0"/>
              <a:t>（2）当文档不同部分的内容设置不同的页眉和页脚时，则应首先为这些不同的部分建立新的节，并分别为不同的节的页面设置页眉和页脚。某一节的页眉和页脚如果要设置与上一节相同的页眉和页脚，则应单击“页眉页脚”选项卡功能区中的“同前节”按钮，使之处于按下选中的状态；某一节的页眉和页脚如果要设置与上一节不相同的页眉和页脚，则务必单击“页眉页脚”选项卡功能区中的“同前节”按钮，使之处于弹起未作用的状态。</a:t>
            </a:r>
          </a:p>
        </p:txBody>
      </p:sp>
      <p:sp>
        <p:nvSpPr>
          <p:cNvPr id="4" name="文本框 3">
            <a:extLst>
              <a:ext uri="{FF2B5EF4-FFF2-40B4-BE49-F238E27FC236}">
                <a16:creationId xmlns:a16="http://schemas.microsoft.com/office/drawing/2014/main" id="{8DF29C79-6808-28B9-46B0-D6D28E0F8DC3}"/>
              </a:ext>
            </a:extLst>
          </p:cNvPr>
          <p:cNvSpPr txBox="1"/>
          <p:nvPr/>
        </p:nvSpPr>
        <p:spPr>
          <a:xfrm>
            <a:off x="5751195" y="626745"/>
            <a:ext cx="5436235" cy="521970"/>
          </a:xfrm>
          <a:prstGeom prst="rect">
            <a:avLst/>
          </a:prstGeom>
          <a:noFill/>
        </p:spPr>
        <p:txBody>
          <a:bodyPr wrap="square">
            <a:spAutoFit/>
          </a:bodyPr>
          <a:lstStyle>
            <a:defPPr>
              <a:defRPr lang="zh-CN"/>
            </a:defPPr>
            <a:lvl1pPr>
              <a:defRPr sz="2800" b="1" spc="225">
                <a:solidFill>
                  <a:srgbClr val="006370"/>
                </a:solidFill>
                <a:latin typeface="微软雅黑" panose="020B0503020204020204" pitchFamily="34" charset="-122"/>
                <a:ea typeface="微软雅黑" panose="020B0503020204020204" pitchFamily="34" charset="-122"/>
              </a:defRPr>
            </a:lvl1pPr>
          </a:lstStyle>
          <a:p>
            <a:r>
              <a:rPr lang="en-US" dirty="0"/>
              <a:t>1</a:t>
            </a:r>
            <a:r>
              <a:rPr dirty="0"/>
              <a:t>.</a:t>
            </a:r>
            <a:r>
              <a:rPr lang="en-US" dirty="0"/>
              <a:t>5</a:t>
            </a:r>
            <a:r>
              <a:rPr dirty="0"/>
              <a:t>.</a:t>
            </a:r>
            <a:r>
              <a:rPr lang="en-US" dirty="0"/>
              <a:t>3 </a:t>
            </a:r>
            <a:r>
              <a:rPr lang="zh-CN" altLang="en-US" dirty="0">
                <a:sym typeface="+mn-ea"/>
              </a:rPr>
              <a:t>设置文档的页眉和页脚</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1.5</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长文档排版</a:t>
            </a:r>
          </a:p>
        </p:txBody>
      </p:sp>
      <p:cxnSp>
        <p:nvCxnSpPr>
          <p:cNvPr id="29" name="直接连接符 28"/>
          <p:cNvCxnSpPr/>
          <p:nvPr/>
        </p:nvCxnSpPr>
        <p:spPr>
          <a:xfrm flipV="1">
            <a:off x="1685071" y="1148715"/>
            <a:ext cx="9161269" cy="1144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966975" y="1329998"/>
            <a:ext cx="6049159" cy="2183765"/>
          </a:xfrm>
          <a:prstGeom prst="rect">
            <a:avLst/>
          </a:prstGeom>
          <a:noFill/>
        </p:spPr>
        <p:txBody>
          <a:bodyPr wrap="square" rtlCol="0" anchor="t">
            <a:spAutoFit/>
          </a:bodyPr>
          <a:lstStyle/>
          <a:p>
            <a:pPr marL="285750" algn="l" fontAlgn="auto">
              <a:lnSpc>
                <a:spcPct val="150000"/>
              </a:lnSpc>
              <a:spcBef>
                <a:spcPts val="1200"/>
              </a:spcBef>
            </a:pPr>
            <a:r>
              <a:rPr sz="2400" b="1" dirty="0"/>
              <a:t>3.在页脚插入页码</a:t>
            </a:r>
          </a:p>
          <a:p>
            <a:pPr marL="285750" indent="508000" algn="l" fontAlgn="auto">
              <a:lnSpc>
                <a:spcPct val="150000"/>
              </a:lnSpc>
              <a:spcBef>
                <a:spcPts val="1200"/>
              </a:spcBef>
              <a:buFont typeface="Wingdings" panose="05000000000000000000" charset="0"/>
              <a:buChar char="Ø"/>
              <a:extLst>
                <a:ext uri="{35155182-B16C-46BC-9424-99874614C6A1}">
                  <wpsdc:indentchars xmlns:wpsdc="http://www.wps.cn/officeDocument/2017/drawingmlCustomData" xmlns="" val="200" checksum="282533468"/>
                </a:ext>
              </a:extLst>
            </a:pPr>
            <a:r>
              <a:rPr sz="2000" dirty="0"/>
              <a:t>页码是页面的顺序的标记，表示页面的编码，可以按照域的形式插入到页脚的位置上，会随着页的增加而自动增加数值</a:t>
            </a:r>
          </a:p>
        </p:txBody>
      </p:sp>
      <p:pic>
        <p:nvPicPr>
          <p:cNvPr id="2" name="图片 366" descr="D:\书稿《大学计算机应用基础教程》\3.插图\第4章 WPS文档编辑插图\4-64.jpg4-64"/>
          <p:cNvPicPr>
            <a:picLocks noChangeAspect="1"/>
          </p:cNvPicPr>
          <p:nvPr/>
        </p:nvPicPr>
        <p:blipFill>
          <a:blip r:embed="rId3"/>
          <a:srcRect/>
          <a:stretch>
            <a:fillRect/>
          </a:stretch>
        </p:blipFill>
        <p:spPr>
          <a:xfrm>
            <a:off x="2612390" y="3645218"/>
            <a:ext cx="2758440" cy="2826385"/>
          </a:xfrm>
          <a:prstGeom prst="rect">
            <a:avLst/>
          </a:prstGeom>
          <a:ln>
            <a:solidFill>
              <a:schemeClr val="bg1">
                <a:lumMod val="85000"/>
              </a:schemeClr>
            </a:solidFill>
          </a:ln>
        </p:spPr>
      </p:pic>
      <p:pic>
        <p:nvPicPr>
          <p:cNvPr id="367" name="图片 367" descr="D:\书稿《大学计算机应用基础教程》\3.插图\第4章 WPS文档编辑插图\4-65.jpg4-65"/>
          <p:cNvPicPr>
            <a:picLocks noChangeAspect="1"/>
          </p:cNvPicPr>
          <p:nvPr/>
        </p:nvPicPr>
        <p:blipFill>
          <a:blip r:embed="rId4"/>
          <a:srcRect/>
          <a:stretch>
            <a:fillRect/>
          </a:stretch>
        </p:blipFill>
        <p:spPr>
          <a:xfrm>
            <a:off x="7196455" y="1528445"/>
            <a:ext cx="3649980" cy="4617720"/>
          </a:xfrm>
          <a:prstGeom prst="rect">
            <a:avLst/>
          </a:prstGeom>
          <a:ln>
            <a:solidFill>
              <a:schemeClr val="bg1">
                <a:lumMod val="85000"/>
              </a:schemeClr>
            </a:solidFill>
          </a:ln>
        </p:spPr>
      </p:pic>
      <p:sp>
        <p:nvSpPr>
          <p:cNvPr id="5" name="文本框 4">
            <a:extLst>
              <a:ext uri="{FF2B5EF4-FFF2-40B4-BE49-F238E27FC236}">
                <a16:creationId xmlns:a16="http://schemas.microsoft.com/office/drawing/2014/main" id="{389029BE-ECF1-3214-EE81-81912242C495}"/>
              </a:ext>
            </a:extLst>
          </p:cNvPr>
          <p:cNvSpPr txBox="1"/>
          <p:nvPr/>
        </p:nvSpPr>
        <p:spPr>
          <a:xfrm>
            <a:off x="5751195" y="626745"/>
            <a:ext cx="5436235" cy="521970"/>
          </a:xfrm>
          <a:prstGeom prst="rect">
            <a:avLst/>
          </a:prstGeom>
          <a:noFill/>
        </p:spPr>
        <p:txBody>
          <a:bodyPr wrap="square">
            <a:spAutoFit/>
          </a:bodyPr>
          <a:lstStyle>
            <a:defPPr>
              <a:defRPr lang="zh-CN"/>
            </a:defPPr>
            <a:lvl1pPr>
              <a:defRPr sz="2800" b="1" spc="225">
                <a:solidFill>
                  <a:srgbClr val="006370"/>
                </a:solidFill>
                <a:latin typeface="微软雅黑" panose="020B0503020204020204" pitchFamily="34" charset="-122"/>
                <a:ea typeface="微软雅黑" panose="020B0503020204020204" pitchFamily="34" charset="-122"/>
              </a:defRPr>
            </a:lvl1pPr>
          </a:lstStyle>
          <a:p>
            <a:r>
              <a:rPr lang="en-US" dirty="0"/>
              <a:t>1</a:t>
            </a:r>
            <a:r>
              <a:rPr dirty="0"/>
              <a:t>.</a:t>
            </a:r>
            <a:r>
              <a:rPr lang="en-US" dirty="0"/>
              <a:t>5</a:t>
            </a:r>
            <a:r>
              <a:rPr dirty="0"/>
              <a:t>.</a:t>
            </a:r>
            <a:r>
              <a:rPr lang="en-US" dirty="0"/>
              <a:t>3 </a:t>
            </a:r>
            <a:r>
              <a:rPr lang="zh-CN" altLang="en-US" dirty="0">
                <a:sym typeface="+mn-ea"/>
              </a:rPr>
              <a:t>设置文档的页眉和页脚</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1.5</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长文档排版</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defPPr>
              <a:defRPr lang="zh-CN"/>
            </a:defPPr>
            <a:lvl1pPr>
              <a:defRPr sz="2800" b="1" spc="225">
                <a:solidFill>
                  <a:srgbClr val="006370"/>
                </a:solidFill>
                <a:latin typeface="微软雅黑" panose="020B0503020204020204" pitchFamily="34" charset="-122"/>
                <a:ea typeface="微软雅黑" panose="020B0503020204020204" pitchFamily="34" charset="-122"/>
              </a:defRPr>
            </a:lvl1pPr>
          </a:lstStyle>
          <a:p>
            <a:r>
              <a:rPr lang="en-US" dirty="0"/>
              <a:t>1</a:t>
            </a:r>
            <a:r>
              <a:rPr dirty="0"/>
              <a:t>.</a:t>
            </a:r>
            <a:r>
              <a:rPr lang="en-US" dirty="0"/>
              <a:t>5</a:t>
            </a:r>
            <a:r>
              <a:rPr dirty="0"/>
              <a:t>.</a:t>
            </a:r>
            <a:r>
              <a:rPr lang="en-US" dirty="0"/>
              <a:t>4 </a:t>
            </a:r>
            <a:r>
              <a:rPr lang="zh-CN" altLang="en-US" dirty="0">
                <a:sym typeface="+mn-ea"/>
              </a:rPr>
              <a:t>设置项目符号和编号</a:t>
            </a:r>
          </a:p>
        </p:txBody>
      </p:sp>
      <p:sp>
        <p:nvSpPr>
          <p:cNvPr id="3" name="文本框 2"/>
          <p:cNvSpPr txBox="1"/>
          <p:nvPr/>
        </p:nvSpPr>
        <p:spPr>
          <a:xfrm>
            <a:off x="756285" y="1652270"/>
            <a:ext cx="6029325" cy="1722120"/>
          </a:xfrm>
          <a:prstGeom prst="rect">
            <a:avLst/>
          </a:prstGeom>
          <a:noFill/>
        </p:spPr>
        <p:txBody>
          <a:bodyPr wrap="square" rtlCol="0" anchor="t">
            <a:spAutoFit/>
          </a:bodyPr>
          <a:lstStyle/>
          <a:p>
            <a:pPr marL="285750" algn="l" fontAlgn="auto">
              <a:lnSpc>
                <a:spcPct val="150000"/>
              </a:lnSpc>
              <a:spcBef>
                <a:spcPts val="1200"/>
              </a:spcBef>
            </a:pPr>
            <a:r>
              <a:rPr sz="2400" b="1" dirty="0"/>
              <a:t>1.设置并编辑项目符号</a:t>
            </a:r>
          </a:p>
          <a:p>
            <a:pPr marL="285750" indent="508000" algn="l" fontAlgn="auto">
              <a:lnSpc>
                <a:spcPct val="150000"/>
              </a:lnSpc>
              <a:spcBef>
                <a:spcPts val="1200"/>
              </a:spcBef>
              <a:buFont typeface="Wingdings" panose="05000000000000000000" charset="0"/>
              <a:buChar char="Ø"/>
              <a:extLst>
                <a:ext uri="{35155182-B16C-46BC-9424-99874614C6A1}">
                  <wpsdc:indentchars xmlns:wpsdc="http://www.wps.cn/officeDocument/2017/drawingmlCustomData" xmlns="" val="200" checksum="282533468"/>
                </a:ext>
              </a:extLst>
            </a:pPr>
            <a:r>
              <a:rPr sz="2000" dirty="0" err="1"/>
              <a:t>项目符号是放置在段落最前面的标志性符号，用于表现段落与段落的层级关系。</a:t>
            </a:r>
            <a:endParaRPr sz="2000" dirty="0"/>
          </a:p>
        </p:txBody>
      </p:sp>
      <p:pic>
        <p:nvPicPr>
          <p:cNvPr id="2" name="图片 369" descr="D:\书稿《大学计算机应用基础教程》\3.插图\第4章 WPS文档编辑插图\4-66.jpg4-66"/>
          <p:cNvPicPr>
            <a:picLocks noChangeAspect="1"/>
          </p:cNvPicPr>
          <p:nvPr/>
        </p:nvPicPr>
        <p:blipFill>
          <a:blip r:embed="rId3"/>
          <a:srcRect/>
          <a:stretch>
            <a:fillRect/>
          </a:stretch>
        </p:blipFill>
        <p:spPr>
          <a:xfrm>
            <a:off x="7002780" y="1365250"/>
            <a:ext cx="2808605" cy="5013325"/>
          </a:xfrm>
          <a:prstGeom prst="rect">
            <a:avLst/>
          </a:prstGeom>
        </p:spPr>
      </p:pic>
      <p:pic>
        <p:nvPicPr>
          <p:cNvPr id="370" name="图片 370" descr="D:\书稿《大学计算机应用基础教程》\3.插图\第4章 WPS文档编辑插图\4-67.jpg4-67"/>
          <p:cNvPicPr>
            <a:picLocks noChangeAspect="1"/>
          </p:cNvPicPr>
          <p:nvPr/>
        </p:nvPicPr>
        <p:blipFill>
          <a:blip r:embed="rId4"/>
          <a:srcRect/>
          <a:stretch>
            <a:fillRect/>
          </a:stretch>
        </p:blipFill>
        <p:spPr>
          <a:xfrm>
            <a:off x="2218690" y="3429000"/>
            <a:ext cx="2679065" cy="3006725"/>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1.5</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长文档排版</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967105" y="1805305"/>
            <a:ext cx="4083685" cy="2953385"/>
          </a:xfrm>
          <a:prstGeom prst="rect">
            <a:avLst/>
          </a:prstGeom>
          <a:noFill/>
        </p:spPr>
        <p:txBody>
          <a:bodyPr wrap="square" rtlCol="0" anchor="t">
            <a:spAutoFit/>
          </a:bodyPr>
          <a:lstStyle/>
          <a:p>
            <a:pPr marL="285750" algn="l" fontAlgn="auto">
              <a:lnSpc>
                <a:spcPct val="150000"/>
              </a:lnSpc>
            </a:pPr>
            <a:r>
              <a:rPr sz="2400" b="1" dirty="0"/>
              <a:t>2.设置编号</a:t>
            </a:r>
          </a:p>
          <a:p>
            <a:pPr marL="285750" indent="508000" algn="l" fontAlgn="auto">
              <a:lnSpc>
                <a:spcPct val="150000"/>
              </a:lnSpc>
              <a:buFont typeface="Wingdings" panose="05000000000000000000" charset="0"/>
              <a:buChar char="Ø"/>
              <a:extLst>
                <a:ext uri="{35155182-B16C-46BC-9424-99874614C6A1}">
                  <wpsdc:indentchars xmlns:wpsdc="http://www.wps.cn/officeDocument/2017/drawingmlCustomData" xmlns="" val="200" checksum="282533468"/>
                </a:ext>
              </a:extLst>
            </a:pPr>
            <a:r>
              <a:rPr sz="2000" dirty="0"/>
              <a:t>编号是放置在段落前用中文、阿拉伯数字或者英文字母表示段落顺序的号码，可以准确地表达出段落之间的先后关系或者上下层关系</a:t>
            </a:r>
            <a:endParaRPr lang="zh-CN" sz="2000" dirty="0"/>
          </a:p>
        </p:txBody>
      </p:sp>
      <p:pic>
        <p:nvPicPr>
          <p:cNvPr id="2" name="图片 373" descr="D:\书稿《大学计算机应用基础教程》\3.插图\第4章 WPS文档编辑插图\4-68.jpg4-68"/>
          <p:cNvPicPr>
            <a:picLocks noChangeAspect="1"/>
          </p:cNvPicPr>
          <p:nvPr/>
        </p:nvPicPr>
        <p:blipFill>
          <a:blip r:embed="rId3"/>
          <a:srcRect/>
          <a:stretch>
            <a:fillRect/>
          </a:stretch>
        </p:blipFill>
        <p:spPr>
          <a:xfrm>
            <a:off x="5462270" y="1235075"/>
            <a:ext cx="2548255" cy="5158105"/>
          </a:xfrm>
          <a:prstGeom prst="rect">
            <a:avLst/>
          </a:prstGeom>
          <a:ln>
            <a:solidFill>
              <a:schemeClr val="bg1">
                <a:lumMod val="85000"/>
              </a:schemeClr>
            </a:solidFill>
          </a:ln>
        </p:spPr>
      </p:pic>
      <p:pic>
        <p:nvPicPr>
          <p:cNvPr id="374" name="图片 374" descr="D:\书稿《大学计算机应用基础教程》\3.插图\第4章 WPS文档编辑插图\4-69.jpg4-69"/>
          <p:cNvPicPr>
            <a:picLocks noChangeAspect="1"/>
          </p:cNvPicPr>
          <p:nvPr/>
        </p:nvPicPr>
        <p:blipFill>
          <a:blip r:embed="rId4"/>
          <a:srcRect/>
          <a:stretch>
            <a:fillRect/>
          </a:stretch>
        </p:blipFill>
        <p:spPr>
          <a:xfrm>
            <a:off x="8239760" y="1197610"/>
            <a:ext cx="3339465" cy="5195570"/>
          </a:xfrm>
          <a:prstGeom prst="rect">
            <a:avLst/>
          </a:prstGeom>
        </p:spPr>
      </p:pic>
      <p:sp>
        <p:nvSpPr>
          <p:cNvPr id="5" name="文本框 4">
            <a:extLst>
              <a:ext uri="{FF2B5EF4-FFF2-40B4-BE49-F238E27FC236}">
                <a16:creationId xmlns:a16="http://schemas.microsoft.com/office/drawing/2014/main" id="{6A6A560F-0539-14C6-6A76-19795D45DFE1}"/>
              </a:ext>
            </a:extLst>
          </p:cNvPr>
          <p:cNvSpPr txBox="1"/>
          <p:nvPr/>
        </p:nvSpPr>
        <p:spPr>
          <a:xfrm>
            <a:off x="5751195" y="626745"/>
            <a:ext cx="5436235" cy="521970"/>
          </a:xfrm>
          <a:prstGeom prst="rect">
            <a:avLst/>
          </a:prstGeom>
          <a:noFill/>
        </p:spPr>
        <p:txBody>
          <a:bodyPr wrap="square">
            <a:spAutoFit/>
          </a:bodyPr>
          <a:lstStyle>
            <a:defPPr>
              <a:defRPr lang="zh-CN"/>
            </a:defPPr>
            <a:lvl1pPr>
              <a:defRPr sz="2800" b="1" spc="225">
                <a:solidFill>
                  <a:srgbClr val="006370"/>
                </a:solidFill>
                <a:latin typeface="微软雅黑" panose="020B0503020204020204" pitchFamily="34" charset="-122"/>
                <a:ea typeface="微软雅黑" panose="020B0503020204020204" pitchFamily="34" charset="-122"/>
              </a:defRPr>
            </a:lvl1pPr>
          </a:lstStyle>
          <a:p>
            <a:r>
              <a:rPr lang="en-US" dirty="0"/>
              <a:t>1</a:t>
            </a:r>
            <a:r>
              <a:rPr dirty="0"/>
              <a:t>.</a:t>
            </a:r>
            <a:r>
              <a:rPr lang="en-US" dirty="0"/>
              <a:t>5</a:t>
            </a:r>
            <a:r>
              <a:rPr dirty="0"/>
              <a:t>.</a:t>
            </a:r>
            <a:r>
              <a:rPr lang="en-US" dirty="0"/>
              <a:t>4 </a:t>
            </a:r>
            <a:r>
              <a:rPr lang="zh-CN" altLang="en-US" dirty="0">
                <a:sym typeface="+mn-ea"/>
              </a:rPr>
              <a:t>设置项目符号和编号</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1.5</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长文档排版</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967105" y="1805305"/>
            <a:ext cx="4083685" cy="1106805"/>
          </a:xfrm>
          <a:prstGeom prst="rect">
            <a:avLst/>
          </a:prstGeom>
          <a:noFill/>
        </p:spPr>
        <p:txBody>
          <a:bodyPr wrap="square" rtlCol="0" anchor="t">
            <a:spAutoFit/>
          </a:bodyPr>
          <a:lstStyle/>
          <a:p>
            <a:pPr marL="285750" indent="0" algn="l" fontAlgn="auto">
              <a:lnSpc>
                <a:spcPct val="150000"/>
              </a:lnSpc>
              <a:buNone/>
            </a:pPr>
            <a:r>
              <a:rPr lang="en-US" sz="2400" b="1" dirty="0"/>
              <a:t>3.设置多级编号</a:t>
            </a:r>
          </a:p>
          <a:p>
            <a:pPr marL="285750" indent="508000" algn="l" fontAlgn="auto">
              <a:lnSpc>
                <a:spcPct val="150000"/>
              </a:lnSpc>
              <a:buFont typeface="Wingdings" panose="05000000000000000000" charset="0"/>
              <a:buChar char="Ø"/>
              <a:extLst>
                <a:ext uri="{35155182-B16C-46BC-9424-99874614C6A1}">
                  <wpsdc:indentchars xmlns:wpsdc="http://www.wps.cn/officeDocument/2017/drawingmlCustomData" xmlns="" val="200" checksum="282533468"/>
                </a:ext>
              </a:extLst>
            </a:pPr>
            <a:endParaRPr lang="zh-CN" sz="2000" dirty="0"/>
          </a:p>
        </p:txBody>
      </p:sp>
      <p:pic>
        <p:nvPicPr>
          <p:cNvPr id="375" name="图片 375" descr="D:\书稿《大学计算机应用基础教程》\3.插图\第4章 WPS文档编辑插图\4-70.jpg4-70"/>
          <p:cNvPicPr>
            <a:picLocks noChangeAspect="1"/>
          </p:cNvPicPr>
          <p:nvPr/>
        </p:nvPicPr>
        <p:blipFill>
          <a:blip r:embed="rId3"/>
          <a:srcRect/>
          <a:stretch>
            <a:fillRect/>
          </a:stretch>
        </p:blipFill>
        <p:spPr>
          <a:xfrm>
            <a:off x="1398905" y="2623185"/>
            <a:ext cx="4400550" cy="3573145"/>
          </a:xfrm>
          <a:prstGeom prst="rect">
            <a:avLst/>
          </a:prstGeom>
        </p:spPr>
      </p:pic>
      <p:pic>
        <p:nvPicPr>
          <p:cNvPr id="376" name="图片 376" descr="D:\书稿《大学计算机应用基础教程》\3.插图\第4章 WPS文档编辑插图\4-72.jpg4-72"/>
          <p:cNvPicPr>
            <a:picLocks noChangeAspect="1"/>
          </p:cNvPicPr>
          <p:nvPr/>
        </p:nvPicPr>
        <p:blipFill>
          <a:blip r:embed="rId4"/>
          <a:srcRect/>
          <a:stretch>
            <a:fillRect/>
          </a:stretch>
        </p:blipFill>
        <p:spPr>
          <a:xfrm>
            <a:off x="6314440" y="2623185"/>
            <a:ext cx="4242435" cy="3572510"/>
          </a:xfrm>
          <a:prstGeom prst="rect">
            <a:avLst/>
          </a:prstGeom>
        </p:spPr>
      </p:pic>
      <p:sp>
        <p:nvSpPr>
          <p:cNvPr id="4" name="文本框 3">
            <a:extLst>
              <a:ext uri="{FF2B5EF4-FFF2-40B4-BE49-F238E27FC236}">
                <a16:creationId xmlns:a16="http://schemas.microsoft.com/office/drawing/2014/main" id="{C5B5E79E-E4B5-04D8-B23B-AAE32C6496A8}"/>
              </a:ext>
            </a:extLst>
          </p:cNvPr>
          <p:cNvSpPr txBox="1"/>
          <p:nvPr/>
        </p:nvSpPr>
        <p:spPr>
          <a:xfrm>
            <a:off x="5751195" y="626745"/>
            <a:ext cx="5436235" cy="521970"/>
          </a:xfrm>
          <a:prstGeom prst="rect">
            <a:avLst/>
          </a:prstGeom>
          <a:noFill/>
        </p:spPr>
        <p:txBody>
          <a:bodyPr wrap="square">
            <a:spAutoFit/>
          </a:bodyPr>
          <a:lstStyle>
            <a:defPPr>
              <a:defRPr lang="zh-CN"/>
            </a:defPPr>
            <a:lvl1pPr>
              <a:defRPr sz="2800" b="1" spc="225">
                <a:solidFill>
                  <a:srgbClr val="006370"/>
                </a:solidFill>
                <a:latin typeface="微软雅黑" panose="020B0503020204020204" pitchFamily="34" charset="-122"/>
                <a:ea typeface="微软雅黑" panose="020B0503020204020204" pitchFamily="34" charset="-122"/>
              </a:defRPr>
            </a:lvl1pPr>
          </a:lstStyle>
          <a:p>
            <a:r>
              <a:rPr lang="en-US" dirty="0"/>
              <a:t>1</a:t>
            </a:r>
            <a:r>
              <a:rPr dirty="0"/>
              <a:t>.</a:t>
            </a:r>
            <a:r>
              <a:rPr lang="en-US" dirty="0"/>
              <a:t>5</a:t>
            </a:r>
            <a:r>
              <a:rPr dirty="0"/>
              <a:t>.</a:t>
            </a:r>
            <a:r>
              <a:rPr lang="en-US" dirty="0"/>
              <a:t>4 </a:t>
            </a:r>
            <a:r>
              <a:rPr lang="zh-CN" altLang="en-US" dirty="0">
                <a:sym typeface="+mn-ea"/>
              </a:rPr>
              <a:t>设置项目符号和编号</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1.5</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长文档排版</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defPPr>
              <a:defRPr lang="zh-CN"/>
            </a:defPPr>
            <a:lvl1pPr>
              <a:defRPr sz="2800" b="1" spc="225">
                <a:solidFill>
                  <a:srgbClr val="006370"/>
                </a:solidFill>
                <a:latin typeface="微软雅黑" panose="020B0503020204020204" pitchFamily="34" charset="-122"/>
                <a:ea typeface="微软雅黑" panose="020B0503020204020204" pitchFamily="34" charset="-122"/>
              </a:defRPr>
            </a:lvl1pPr>
          </a:lstStyle>
          <a:p>
            <a:r>
              <a:rPr lang="en-US" dirty="0"/>
              <a:t>1.5</a:t>
            </a:r>
            <a:r>
              <a:rPr dirty="0"/>
              <a:t>.</a:t>
            </a:r>
            <a:r>
              <a:rPr lang="en-US" dirty="0"/>
              <a:t>5 </a:t>
            </a:r>
            <a:r>
              <a:rPr lang="zh-CN" altLang="en-US" dirty="0">
                <a:sym typeface="+mn-ea"/>
              </a:rPr>
              <a:t>插入脚注、尾注和题注</a:t>
            </a:r>
          </a:p>
        </p:txBody>
      </p:sp>
      <p:sp>
        <p:nvSpPr>
          <p:cNvPr id="3" name="文本框 2"/>
          <p:cNvSpPr txBox="1"/>
          <p:nvPr/>
        </p:nvSpPr>
        <p:spPr>
          <a:xfrm>
            <a:off x="1272540" y="1344295"/>
            <a:ext cx="9502140" cy="4030980"/>
          </a:xfrm>
          <a:prstGeom prst="rect">
            <a:avLst/>
          </a:prstGeom>
          <a:noFill/>
        </p:spPr>
        <p:txBody>
          <a:bodyPr wrap="square" rtlCol="0" anchor="t">
            <a:spAutoFit/>
          </a:bodyPr>
          <a:lstStyle/>
          <a:p>
            <a:pPr marL="285750" algn="l" fontAlgn="auto">
              <a:lnSpc>
                <a:spcPct val="150000"/>
              </a:lnSpc>
              <a:spcBef>
                <a:spcPts val="1200"/>
              </a:spcBef>
            </a:pPr>
            <a:r>
              <a:rPr sz="2400" b="1" dirty="0"/>
              <a:t>1.插入脚注</a:t>
            </a:r>
          </a:p>
          <a:p>
            <a:pPr marL="285750" indent="508000" algn="l" fontAlgn="auto">
              <a:lnSpc>
                <a:spcPct val="150000"/>
              </a:lnSpc>
              <a:spcBef>
                <a:spcPts val="1200"/>
              </a:spcBef>
              <a:buFont typeface="Wingdings" panose="05000000000000000000" charset="0"/>
              <a:buChar char="Ø"/>
              <a:extLst>
                <a:ext uri="{35155182-B16C-46BC-9424-99874614C6A1}">
                  <wpsdc:indentchars xmlns:wpsdc="http://www.wps.cn/officeDocument/2017/drawingmlCustomData" xmlns="" val="200" checksum="282533468"/>
                </a:ext>
              </a:extLst>
            </a:pPr>
            <a:r>
              <a:rPr sz="2000" dirty="0" err="1"/>
              <a:t>插入脚注的方法步骤如下</a:t>
            </a:r>
            <a:r>
              <a:rPr sz="2000" dirty="0"/>
              <a:t>：</a:t>
            </a:r>
          </a:p>
          <a:p>
            <a:pPr marL="285750" algn="l" fontAlgn="auto">
              <a:lnSpc>
                <a:spcPct val="150000"/>
              </a:lnSpc>
              <a:spcBef>
                <a:spcPts val="1200"/>
              </a:spcBef>
            </a:pPr>
            <a:r>
              <a:rPr sz="2000" dirty="0"/>
              <a:t>（1）将光标定位在需要插入脚注的位置。</a:t>
            </a:r>
          </a:p>
          <a:p>
            <a:pPr marL="285750" algn="l" fontAlgn="auto">
              <a:lnSpc>
                <a:spcPct val="150000"/>
              </a:lnSpc>
              <a:spcBef>
                <a:spcPts val="1200"/>
              </a:spcBef>
            </a:pPr>
            <a:r>
              <a:rPr sz="2000" dirty="0"/>
              <a:t>（2）单击“引用”选项卡功能区的“插入脚注”按钮，此时在文档页面的底部会出现直线状的脚注分隔符，在脚注分隔符下即可输入说明文字。</a:t>
            </a:r>
          </a:p>
          <a:p>
            <a:pPr marL="285750" algn="l" fontAlgn="auto">
              <a:lnSpc>
                <a:spcPct val="150000"/>
              </a:lnSpc>
              <a:spcBef>
                <a:spcPts val="1200"/>
              </a:spcBef>
            </a:pPr>
            <a:r>
              <a:rPr sz="2000" dirty="0"/>
              <a:t>（3）插入脚注完成后，在文档中添加了脚注的位置显示了脚注编号，将光标移动到该编号，就会显示脚注信息。</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1.5</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长文档排版</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966975" y="1528355"/>
            <a:ext cx="10309225" cy="3876675"/>
          </a:xfrm>
          <a:prstGeom prst="rect">
            <a:avLst/>
          </a:prstGeom>
          <a:noFill/>
        </p:spPr>
        <p:txBody>
          <a:bodyPr wrap="square" rtlCol="0" anchor="t">
            <a:spAutoFit/>
          </a:bodyPr>
          <a:lstStyle/>
          <a:p>
            <a:pPr marL="285750" algn="l" fontAlgn="auto">
              <a:lnSpc>
                <a:spcPct val="150000"/>
              </a:lnSpc>
            </a:pPr>
            <a:r>
              <a:rPr sz="2400" b="1" dirty="0"/>
              <a:t>2.插入尾注</a:t>
            </a:r>
          </a:p>
          <a:p>
            <a:pPr marL="285750" algn="l" fontAlgn="auto">
              <a:lnSpc>
                <a:spcPct val="150000"/>
              </a:lnSpc>
              <a:spcBef>
                <a:spcPts val="1200"/>
              </a:spcBef>
            </a:pPr>
            <a:r>
              <a:rPr sz="2000" dirty="0"/>
              <a:t>（1）将光标定位在需要插入尾注的位置</a:t>
            </a:r>
          </a:p>
          <a:p>
            <a:pPr marL="285750" algn="l" fontAlgn="auto">
              <a:lnSpc>
                <a:spcPct val="150000"/>
              </a:lnSpc>
              <a:spcBef>
                <a:spcPts val="1200"/>
              </a:spcBef>
            </a:pPr>
            <a:r>
              <a:rPr sz="2000" dirty="0"/>
              <a:t>（2）单击“引用”选项卡功能区的“插入尾注”按钮，此时整篇文档的尾部会出现尾注分隔符，在尾注分隔符下即可输入注释内容</a:t>
            </a:r>
          </a:p>
          <a:p>
            <a:pPr marL="285750" algn="l" fontAlgn="auto">
              <a:lnSpc>
                <a:spcPct val="150000"/>
              </a:lnSpc>
              <a:spcBef>
                <a:spcPts val="1200"/>
              </a:spcBef>
            </a:pPr>
            <a:r>
              <a:rPr sz="2000" dirty="0"/>
              <a:t>（3）插入尾注完成后，在文档中添加了尾注的位置显示了尾注标识，将光标移动到该标识上，就会显示尾注信息。双击文档中的尾注标识，可以直接跳转到文档末尾的尾注上；双击文档末尾的尾注标识，也可以跳转到文档中的尾注标识处</a:t>
            </a:r>
          </a:p>
        </p:txBody>
      </p:sp>
      <p:sp>
        <p:nvSpPr>
          <p:cNvPr id="4" name="文本框 3">
            <a:extLst>
              <a:ext uri="{FF2B5EF4-FFF2-40B4-BE49-F238E27FC236}">
                <a16:creationId xmlns:a16="http://schemas.microsoft.com/office/drawing/2014/main" id="{36FC01A0-A046-3025-0A7C-90179870F692}"/>
              </a:ext>
            </a:extLst>
          </p:cNvPr>
          <p:cNvSpPr txBox="1"/>
          <p:nvPr/>
        </p:nvSpPr>
        <p:spPr>
          <a:xfrm>
            <a:off x="5751195" y="626745"/>
            <a:ext cx="5436235" cy="521970"/>
          </a:xfrm>
          <a:prstGeom prst="rect">
            <a:avLst/>
          </a:prstGeom>
          <a:noFill/>
        </p:spPr>
        <p:txBody>
          <a:bodyPr wrap="square">
            <a:spAutoFit/>
          </a:bodyPr>
          <a:lstStyle>
            <a:defPPr>
              <a:defRPr lang="zh-CN"/>
            </a:defPPr>
            <a:lvl1pPr>
              <a:defRPr sz="2800" b="1" spc="225">
                <a:solidFill>
                  <a:srgbClr val="006370"/>
                </a:solidFill>
                <a:latin typeface="微软雅黑" panose="020B0503020204020204" pitchFamily="34" charset="-122"/>
                <a:ea typeface="微软雅黑" panose="020B0503020204020204" pitchFamily="34" charset="-122"/>
              </a:defRPr>
            </a:lvl1pPr>
          </a:lstStyle>
          <a:p>
            <a:r>
              <a:rPr lang="en-US" dirty="0"/>
              <a:t>1.5</a:t>
            </a:r>
            <a:r>
              <a:rPr dirty="0"/>
              <a:t>.</a:t>
            </a:r>
            <a:r>
              <a:rPr lang="en-US" dirty="0"/>
              <a:t>5 </a:t>
            </a:r>
            <a:r>
              <a:rPr lang="zh-CN" altLang="en-US" dirty="0">
                <a:sym typeface="+mn-ea"/>
              </a:rPr>
              <a:t>插入脚注、尾注和题注</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1.5</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长文档排版</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1083474" y="1606935"/>
            <a:ext cx="5756275" cy="1106805"/>
          </a:xfrm>
          <a:prstGeom prst="rect">
            <a:avLst/>
          </a:prstGeom>
          <a:noFill/>
        </p:spPr>
        <p:txBody>
          <a:bodyPr wrap="square" rtlCol="0" anchor="t">
            <a:spAutoFit/>
          </a:bodyPr>
          <a:lstStyle/>
          <a:p>
            <a:pPr marL="285750" algn="l" fontAlgn="auto">
              <a:lnSpc>
                <a:spcPct val="150000"/>
              </a:lnSpc>
            </a:pPr>
            <a:r>
              <a:rPr sz="2400" b="1" dirty="0"/>
              <a:t>3.</a:t>
            </a:r>
            <a:r>
              <a:rPr lang="en-US" sz="2400" b="1" dirty="0"/>
              <a:t> </a:t>
            </a:r>
            <a:r>
              <a:rPr sz="2400" b="1" dirty="0" err="1"/>
              <a:t>插入题注</a:t>
            </a:r>
            <a:endParaRPr sz="2400" b="1" dirty="0"/>
          </a:p>
          <a:p>
            <a:pPr marL="285750" algn="l" fontAlgn="auto">
              <a:lnSpc>
                <a:spcPct val="150000"/>
              </a:lnSpc>
            </a:pPr>
            <a:r>
              <a:rPr sz="2000" dirty="0"/>
              <a:t>题注可以实现图表的自动编号</a:t>
            </a:r>
          </a:p>
        </p:txBody>
      </p:sp>
      <p:pic>
        <p:nvPicPr>
          <p:cNvPr id="2" name="图片 352" descr="D:\书稿《大学计算机应用基础教程》\3.插图\第4章 WPS文档编辑插图\4-73.jpg4-73"/>
          <p:cNvPicPr>
            <a:picLocks noChangeAspect="1"/>
          </p:cNvPicPr>
          <p:nvPr/>
        </p:nvPicPr>
        <p:blipFill>
          <a:blip r:embed="rId3"/>
          <a:srcRect/>
          <a:stretch>
            <a:fillRect/>
          </a:stretch>
        </p:blipFill>
        <p:spPr>
          <a:xfrm>
            <a:off x="1741170" y="2896870"/>
            <a:ext cx="3867785" cy="3199130"/>
          </a:xfrm>
          <a:prstGeom prst="rect">
            <a:avLst/>
          </a:prstGeom>
        </p:spPr>
      </p:pic>
      <p:pic>
        <p:nvPicPr>
          <p:cNvPr id="364" name="图片 364" descr="D:\书稿《大学计算机应用基础教程》\3.插图\第4章 WPS文档编辑插图\4-74.jpg4-74"/>
          <p:cNvPicPr>
            <a:picLocks noChangeAspect="1"/>
          </p:cNvPicPr>
          <p:nvPr/>
        </p:nvPicPr>
        <p:blipFill>
          <a:blip r:embed="rId4"/>
          <a:srcRect/>
          <a:stretch>
            <a:fillRect/>
          </a:stretch>
        </p:blipFill>
        <p:spPr>
          <a:xfrm>
            <a:off x="6421755" y="2896870"/>
            <a:ext cx="4505325" cy="3199130"/>
          </a:xfrm>
          <a:prstGeom prst="rect">
            <a:avLst/>
          </a:prstGeom>
        </p:spPr>
      </p:pic>
      <p:sp>
        <p:nvSpPr>
          <p:cNvPr id="5" name="文本框 4">
            <a:extLst>
              <a:ext uri="{FF2B5EF4-FFF2-40B4-BE49-F238E27FC236}">
                <a16:creationId xmlns:a16="http://schemas.microsoft.com/office/drawing/2014/main" id="{87FB5D88-75AE-6675-9182-DCC830FB3810}"/>
              </a:ext>
            </a:extLst>
          </p:cNvPr>
          <p:cNvSpPr txBox="1"/>
          <p:nvPr/>
        </p:nvSpPr>
        <p:spPr>
          <a:xfrm>
            <a:off x="5751195" y="626745"/>
            <a:ext cx="5436235" cy="521970"/>
          </a:xfrm>
          <a:prstGeom prst="rect">
            <a:avLst/>
          </a:prstGeom>
          <a:noFill/>
        </p:spPr>
        <p:txBody>
          <a:bodyPr wrap="square">
            <a:spAutoFit/>
          </a:bodyPr>
          <a:lstStyle>
            <a:defPPr>
              <a:defRPr lang="zh-CN"/>
            </a:defPPr>
            <a:lvl1pPr>
              <a:defRPr sz="2800" b="1" spc="225">
                <a:solidFill>
                  <a:srgbClr val="006370"/>
                </a:solidFill>
                <a:latin typeface="微软雅黑" panose="020B0503020204020204" pitchFamily="34" charset="-122"/>
                <a:ea typeface="微软雅黑" panose="020B0503020204020204" pitchFamily="34" charset="-122"/>
              </a:defRPr>
            </a:lvl1pPr>
          </a:lstStyle>
          <a:p>
            <a:r>
              <a:rPr lang="en-US" dirty="0"/>
              <a:t>1.5</a:t>
            </a:r>
            <a:r>
              <a:rPr dirty="0"/>
              <a:t>.</a:t>
            </a:r>
            <a:r>
              <a:rPr lang="en-US" dirty="0"/>
              <a:t>5 </a:t>
            </a:r>
            <a:r>
              <a:rPr lang="zh-CN" altLang="en-US" dirty="0">
                <a:sym typeface="+mn-ea"/>
              </a:rPr>
              <a:t>插入脚注、尾注和题注</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1.5</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长文档排版</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1.5.6 </a:t>
            </a:r>
            <a:r>
              <a:rPr lang="zh-CN" altLang="en-US" sz="2800" b="1" spc="225" dirty="0">
                <a:solidFill>
                  <a:srgbClr val="006370"/>
                </a:solidFill>
                <a:latin typeface="微软雅黑" panose="020B0503020204020204" pitchFamily="34" charset="-122"/>
                <a:ea typeface="微软雅黑" panose="020B0503020204020204" pitchFamily="34" charset="-122"/>
                <a:sym typeface="+mn-ea"/>
              </a:rPr>
              <a:t>自动生成文档目录</a:t>
            </a:r>
          </a:p>
        </p:txBody>
      </p:sp>
      <p:sp>
        <p:nvSpPr>
          <p:cNvPr id="3" name="文本框 2"/>
          <p:cNvSpPr txBox="1"/>
          <p:nvPr/>
        </p:nvSpPr>
        <p:spPr>
          <a:xfrm>
            <a:off x="1042670" y="1301115"/>
            <a:ext cx="9662795" cy="3415030"/>
          </a:xfrm>
          <a:prstGeom prst="rect">
            <a:avLst/>
          </a:prstGeom>
          <a:noFill/>
        </p:spPr>
        <p:txBody>
          <a:bodyPr wrap="square" rtlCol="0" anchor="t">
            <a:spAutoFit/>
          </a:bodyPr>
          <a:lstStyle/>
          <a:p>
            <a:pPr marL="285750" algn="l" fontAlgn="auto">
              <a:lnSpc>
                <a:spcPct val="150000"/>
              </a:lnSpc>
            </a:pPr>
            <a:r>
              <a:rPr sz="2400" b="1" dirty="0">
                <a:sym typeface="+mn-ea"/>
              </a:rPr>
              <a:t>1.</a:t>
            </a:r>
            <a:r>
              <a:rPr lang="zh-CN" sz="2400" b="1" dirty="0">
                <a:sym typeface="+mn-ea"/>
              </a:rPr>
              <a:t>自动</a:t>
            </a:r>
            <a:r>
              <a:rPr sz="2400" b="1" dirty="0">
                <a:sym typeface="+mn-ea"/>
              </a:rPr>
              <a:t>生成目录</a:t>
            </a:r>
          </a:p>
          <a:p>
            <a:pPr marL="285750" indent="508000" algn="l" fontAlgn="auto">
              <a:lnSpc>
                <a:spcPct val="150000"/>
              </a:lnSpc>
              <a:buFont typeface="Wingdings" panose="05000000000000000000" charset="0"/>
              <a:buChar char="Ø"/>
              <a:extLst>
                <a:ext uri="{35155182-B16C-46BC-9424-99874614C6A1}">
                  <wpsdc:indentchars xmlns:wpsdc="http://www.wps.cn/officeDocument/2017/drawingmlCustomData" xmlns="" val="200" checksum="282533468"/>
                </a:ext>
              </a:extLst>
            </a:pPr>
            <a:r>
              <a:rPr sz="2000" dirty="0" err="1">
                <a:sym typeface="+mn-ea"/>
              </a:rPr>
              <a:t>自动生成目录的前提是首先设置好各级标题的样式或者大纲级别。设置标题的大纲级别，首先要进入大纲视图，单击“视图”选项卡功能区中的“大纲”按钮，此时会进入大纲视图；选中需要设置大纲级别的标题文字，单击“大纲”选项卡功能区左侧“级别”下拉列表，从中选择需要设置的级别，例如选择“1级”，单击左右的箭头，可以升级或者降级</a:t>
            </a:r>
          </a:p>
          <a:p>
            <a:pPr marL="285750" indent="508000" algn="l" fontAlgn="auto">
              <a:lnSpc>
                <a:spcPct val="150000"/>
              </a:lnSpc>
              <a:buFont typeface="Wingdings" panose="05000000000000000000" charset="0"/>
              <a:buChar char="Ø"/>
              <a:extLst>
                <a:ext uri="{35155182-B16C-46BC-9424-99874614C6A1}">
                  <wpsdc:indentchars xmlns:wpsdc="http://www.wps.cn/officeDocument/2017/drawingmlCustomData" xmlns="" val="200" checksum="282533468"/>
                </a:ext>
              </a:extLst>
            </a:pPr>
            <a:r>
              <a:rPr sz="2000" dirty="0" err="1">
                <a:sym typeface="+mn-ea"/>
              </a:rPr>
              <a:t>设置好后，单击“关闭”按钮，随即返回到原来的视图状态</a:t>
            </a:r>
            <a:endParaRPr sz="2000" dirty="0">
              <a:sym typeface="+mn-ea"/>
            </a:endParaRPr>
          </a:p>
        </p:txBody>
      </p:sp>
      <p:pic>
        <p:nvPicPr>
          <p:cNvPr id="2" name="图片 377" descr="D:\书稿《大学计算机应用基础教程》\3.插图\第4章 WPS文档编辑插图\4-74.jpg4-74"/>
          <p:cNvPicPr>
            <a:picLocks noChangeAspect="1"/>
          </p:cNvPicPr>
          <p:nvPr/>
        </p:nvPicPr>
        <p:blipFill>
          <a:blip r:embed="rId3"/>
          <a:srcRect/>
          <a:stretch>
            <a:fillRect/>
          </a:stretch>
        </p:blipFill>
        <p:spPr>
          <a:xfrm>
            <a:off x="1327785" y="4877435"/>
            <a:ext cx="9761220" cy="1075055"/>
          </a:xfrm>
          <a:prstGeom prst="rect">
            <a:avLst/>
          </a:prstGeom>
          <a:ln>
            <a:solidFill>
              <a:schemeClr val="bg1">
                <a:lumMod val="85000"/>
              </a:schemeClr>
            </a:solidFill>
          </a:ln>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1.5</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长文档排版</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966975" y="1691640"/>
            <a:ext cx="4834890" cy="4477385"/>
          </a:xfrm>
          <a:prstGeom prst="rect">
            <a:avLst/>
          </a:prstGeom>
          <a:noFill/>
        </p:spPr>
        <p:txBody>
          <a:bodyPr wrap="square" rtlCol="0" anchor="t">
            <a:spAutoFit/>
          </a:bodyPr>
          <a:lstStyle/>
          <a:p>
            <a:pPr marL="285750" indent="508000" algn="l" fontAlgn="auto">
              <a:lnSpc>
                <a:spcPct val="150000"/>
              </a:lnSpc>
              <a:spcBef>
                <a:spcPts val="1800"/>
              </a:spcBef>
              <a:buFont typeface="Wingdings" panose="05000000000000000000" charset="0"/>
              <a:buChar char="Ø"/>
              <a:extLst>
                <a:ext uri="{35155182-B16C-46BC-9424-99874614C6A1}">
                  <wpsdc:indentchars xmlns:wpsdc="http://www.wps.cn/officeDocument/2017/drawingmlCustomData" xmlns="" val="200" checksum="282533468"/>
                </a:ext>
              </a:extLst>
            </a:pPr>
            <a:r>
              <a:rPr sz="2000" dirty="0" err="1">
                <a:sym typeface="+mn-ea"/>
              </a:rPr>
              <a:t>自动生成目录的方法步骤如下</a:t>
            </a:r>
            <a:r>
              <a:rPr sz="2000" dirty="0">
                <a:sym typeface="+mn-ea"/>
              </a:rPr>
              <a:t>：</a:t>
            </a:r>
          </a:p>
          <a:p>
            <a:pPr marL="285750" algn="l" fontAlgn="auto">
              <a:lnSpc>
                <a:spcPct val="150000"/>
              </a:lnSpc>
              <a:spcBef>
                <a:spcPts val="1800"/>
              </a:spcBef>
            </a:pPr>
            <a:r>
              <a:rPr sz="2000" dirty="0">
                <a:sym typeface="+mn-ea"/>
              </a:rPr>
              <a:t>（1）按回车键Enter，新建一个段落。</a:t>
            </a:r>
          </a:p>
          <a:p>
            <a:pPr marL="285750" algn="l" fontAlgn="auto">
              <a:lnSpc>
                <a:spcPct val="150000"/>
              </a:lnSpc>
              <a:spcBef>
                <a:spcPts val="1800"/>
              </a:spcBef>
            </a:pPr>
            <a:r>
              <a:rPr sz="2000" dirty="0">
                <a:sym typeface="+mn-ea"/>
              </a:rPr>
              <a:t>（2）单击“引用”选项卡功能区中的“目录”按钮，在弹出的下拉列表中，单击选择“自定义目录”命令</a:t>
            </a:r>
          </a:p>
          <a:p>
            <a:pPr marL="285750" algn="l" fontAlgn="auto">
              <a:lnSpc>
                <a:spcPct val="150000"/>
              </a:lnSpc>
              <a:spcBef>
                <a:spcPts val="1800"/>
              </a:spcBef>
            </a:pPr>
            <a:r>
              <a:rPr sz="2000" dirty="0">
                <a:sym typeface="+mn-ea"/>
              </a:rPr>
              <a:t>（3）在弹出的“目录”对话框中，根据文档的标题级别数确定“显示级别”，这里设为“3级”</a:t>
            </a:r>
          </a:p>
        </p:txBody>
      </p:sp>
      <p:pic>
        <p:nvPicPr>
          <p:cNvPr id="2" name="图片 378" descr="D:\书稿《大学计算机应用基础教程》\3.插图\第4章 WPS文档编辑插图\4-75.jpg4-75"/>
          <p:cNvPicPr>
            <a:picLocks noChangeAspect="1"/>
          </p:cNvPicPr>
          <p:nvPr/>
        </p:nvPicPr>
        <p:blipFill>
          <a:blip r:embed="rId3"/>
          <a:srcRect/>
          <a:stretch>
            <a:fillRect/>
          </a:stretch>
        </p:blipFill>
        <p:spPr>
          <a:xfrm>
            <a:off x="6096000" y="1426210"/>
            <a:ext cx="1983105" cy="4766310"/>
          </a:xfrm>
          <a:prstGeom prst="rect">
            <a:avLst/>
          </a:prstGeom>
        </p:spPr>
      </p:pic>
      <p:pic>
        <p:nvPicPr>
          <p:cNvPr id="379" name="图片 379" descr="D:\书稿《大学计算机应用基础教程》\3.插图\第4章 WPS文档编辑插图\4-76.jpg4-76"/>
          <p:cNvPicPr>
            <a:picLocks noChangeAspect="1"/>
          </p:cNvPicPr>
          <p:nvPr/>
        </p:nvPicPr>
        <p:blipFill>
          <a:blip r:embed="rId4"/>
          <a:srcRect/>
          <a:stretch>
            <a:fillRect/>
          </a:stretch>
        </p:blipFill>
        <p:spPr>
          <a:xfrm>
            <a:off x="8557260" y="2406015"/>
            <a:ext cx="3077210" cy="2362200"/>
          </a:xfrm>
          <a:prstGeom prst="rect">
            <a:avLst/>
          </a:prstGeom>
        </p:spPr>
      </p:pic>
      <p:sp>
        <p:nvSpPr>
          <p:cNvPr id="5" name="文本框 4">
            <a:extLst>
              <a:ext uri="{FF2B5EF4-FFF2-40B4-BE49-F238E27FC236}">
                <a16:creationId xmlns:a16="http://schemas.microsoft.com/office/drawing/2014/main" id="{3959C09E-5220-4894-7F7C-A7AE4965DD76}"/>
              </a:ext>
            </a:extLst>
          </p:cNvPr>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1.5.6 </a:t>
            </a:r>
            <a:r>
              <a:rPr lang="zh-CN" altLang="en-US" sz="2800" b="1" spc="225" dirty="0">
                <a:solidFill>
                  <a:srgbClr val="006370"/>
                </a:solidFill>
                <a:latin typeface="微软雅黑" panose="020B0503020204020204" pitchFamily="34" charset="-122"/>
                <a:ea typeface="微软雅黑" panose="020B0503020204020204" pitchFamily="34" charset="-122"/>
                <a:sym typeface="+mn-ea"/>
              </a:rPr>
              <a:t>自动生成文档目录</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1.5</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长文档排版</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966975" y="1528355"/>
            <a:ext cx="5553075" cy="4707890"/>
          </a:xfrm>
          <a:prstGeom prst="rect">
            <a:avLst/>
          </a:prstGeom>
          <a:noFill/>
        </p:spPr>
        <p:txBody>
          <a:bodyPr wrap="square" rtlCol="0" anchor="t">
            <a:spAutoFit/>
          </a:bodyPr>
          <a:lstStyle/>
          <a:p>
            <a:pPr marL="285750" algn="l" fontAlgn="auto">
              <a:lnSpc>
                <a:spcPct val="150000"/>
              </a:lnSpc>
            </a:pPr>
            <a:r>
              <a:rPr sz="2000" dirty="0">
                <a:sym typeface="+mn-ea"/>
              </a:rPr>
              <a:t>（4）单击“选项”按钮，在弹出的“目录选项”对话框中，如图1-77所示，勾选“样式”复选框，设置各级标题的样式对应的“目录级别”，第一级标题输入数字“1”，依次类推</a:t>
            </a:r>
          </a:p>
          <a:p>
            <a:pPr marL="628650" indent="-342900" algn="l" fontAlgn="auto">
              <a:lnSpc>
                <a:spcPct val="150000"/>
              </a:lnSpc>
              <a:buFont typeface="Wingdings" panose="05000000000000000000" charset="0"/>
              <a:buChar char="Ø"/>
            </a:pPr>
            <a:r>
              <a:rPr sz="2000" dirty="0">
                <a:sym typeface="+mn-ea"/>
              </a:rPr>
              <a:t>如果不需要某个样式对应的目录，可以直接删除“目录级别”输入框内对应的数字</a:t>
            </a:r>
          </a:p>
          <a:p>
            <a:pPr marL="628650" indent="-342900" algn="l" fontAlgn="auto">
              <a:lnSpc>
                <a:spcPct val="150000"/>
              </a:lnSpc>
              <a:buFont typeface="Wingdings" panose="05000000000000000000" charset="0"/>
              <a:buChar char="Ø"/>
            </a:pPr>
            <a:r>
              <a:rPr sz="2000" dirty="0">
                <a:sym typeface="+mn-ea"/>
              </a:rPr>
              <a:t>如果不通过“样式”来创建目录，则取消勾选“样式”复选框，勾选“大纲级别”复选框即可，然后单击“确定”按钮，返回“目录对话框”，单击“确定”按钮</a:t>
            </a:r>
          </a:p>
        </p:txBody>
      </p:sp>
      <p:pic>
        <p:nvPicPr>
          <p:cNvPr id="2" name="图片 380" descr="D:\书稿《大学计算机应用基础教程》\3.插图\第4章 WPS文档编辑插图\4-77.jpg4-77"/>
          <p:cNvPicPr>
            <a:picLocks noChangeAspect="1"/>
          </p:cNvPicPr>
          <p:nvPr/>
        </p:nvPicPr>
        <p:blipFill>
          <a:blip r:embed="rId3"/>
          <a:srcRect/>
          <a:stretch>
            <a:fillRect/>
          </a:stretch>
        </p:blipFill>
        <p:spPr>
          <a:xfrm>
            <a:off x="6668135" y="1796415"/>
            <a:ext cx="4585335" cy="3749040"/>
          </a:xfrm>
          <a:prstGeom prst="rect">
            <a:avLst/>
          </a:prstGeom>
        </p:spPr>
      </p:pic>
      <p:sp>
        <p:nvSpPr>
          <p:cNvPr id="5" name="文本框 4">
            <a:extLst>
              <a:ext uri="{FF2B5EF4-FFF2-40B4-BE49-F238E27FC236}">
                <a16:creationId xmlns:a16="http://schemas.microsoft.com/office/drawing/2014/main" id="{2E9979D0-3DA2-2ECD-37C3-17BC9162C0AB}"/>
              </a:ext>
            </a:extLst>
          </p:cNvPr>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1.5.6 </a:t>
            </a:r>
            <a:r>
              <a:rPr lang="zh-CN" altLang="en-US" sz="2800" b="1" spc="225" dirty="0">
                <a:solidFill>
                  <a:srgbClr val="006370"/>
                </a:solidFill>
                <a:latin typeface="微软雅黑" panose="020B0503020204020204" pitchFamily="34" charset="-122"/>
                <a:ea typeface="微软雅黑" panose="020B0503020204020204" pitchFamily="34" charset="-122"/>
                <a:sym typeface="+mn-ea"/>
              </a:rPr>
              <a:t>自动生成文档目录</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1.5</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长文档排版</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1060450" y="1691005"/>
            <a:ext cx="10126980" cy="3415030"/>
          </a:xfrm>
          <a:prstGeom prst="rect">
            <a:avLst/>
          </a:prstGeom>
          <a:noFill/>
        </p:spPr>
        <p:txBody>
          <a:bodyPr wrap="square" rtlCol="0" anchor="t">
            <a:spAutoFit/>
          </a:bodyPr>
          <a:lstStyle/>
          <a:p>
            <a:pPr marL="285750" algn="l" fontAlgn="auto">
              <a:lnSpc>
                <a:spcPct val="150000"/>
              </a:lnSpc>
            </a:pPr>
            <a:r>
              <a:rPr sz="2400" b="1" dirty="0">
                <a:sym typeface="+mn-ea"/>
              </a:rPr>
              <a:t>2.更新目录</a:t>
            </a:r>
          </a:p>
          <a:p>
            <a:pPr marL="285750" indent="0" algn="l" fontAlgn="auto">
              <a:lnSpc>
                <a:spcPct val="150000"/>
              </a:lnSpc>
              <a:buNone/>
            </a:pPr>
            <a:r>
              <a:rPr sz="2000">
                <a:sym typeface="+mn-ea"/>
              </a:rPr>
              <a:t>如果生成目录之后，修改了文档的标题或者页码发生了变动，那么就要更新目录，其方法步骤如下：</a:t>
            </a:r>
          </a:p>
          <a:p>
            <a:pPr marL="285750" indent="0" algn="l" fontAlgn="auto">
              <a:lnSpc>
                <a:spcPct val="150000"/>
              </a:lnSpc>
              <a:buNone/>
            </a:pPr>
            <a:r>
              <a:rPr sz="2000">
                <a:sym typeface="+mn-ea"/>
              </a:rPr>
              <a:t>（1）在生成的目录区域选中目录，单击“引用”选项卡功能区中的“更新目录”按钮，或者右击该目录，在弹出的快捷菜单中选择“更新域”命令。</a:t>
            </a:r>
          </a:p>
          <a:p>
            <a:pPr marL="285750" indent="0" algn="l" fontAlgn="auto">
              <a:lnSpc>
                <a:spcPct val="150000"/>
              </a:lnSpc>
              <a:buNone/>
            </a:pPr>
            <a:r>
              <a:rPr sz="2000">
                <a:sym typeface="+mn-ea"/>
              </a:rPr>
              <a:t>（2）在弹出的“更新目录”对话框中，单击选择“只更新页码”或者“更新整个目录”单选按钮，然后单击“确定”按钮，将自动更新目录。</a:t>
            </a:r>
          </a:p>
        </p:txBody>
      </p:sp>
      <p:sp>
        <p:nvSpPr>
          <p:cNvPr id="4" name="文本框 3">
            <a:extLst>
              <a:ext uri="{FF2B5EF4-FFF2-40B4-BE49-F238E27FC236}">
                <a16:creationId xmlns:a16="http://schemas.microsoft.com/office/drawing/2014/main" id="{6FCE76D8-C93A-E438-AB79-96C1723DBFF1}"/>
              </a:ext>
            </a:extLst>
          </p:cNvPr>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1.5.6 </a:t>
            </a:r>
            <a:r>
              <a:rPr lang="zh-CN" altLang="en-US" sz="2800" b="1" spc="225" dirty="0">
                <a:solidFill>
                  <a:srgbClr val="006370"/>
                </a:solidFill>
                <a:latin typeface="微软雅黑" panose="020B0503020204020204" pitchFamily="34" charset="-122"/>
                <a:ea typeface="微软雅黑" panose="020B0503020204020204" pitchFamily="34" charset="-122"/>
                <a:sym typeface="+mn-ea"/>
              </a:rPr>
              <a:t>自动生成文档目录</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1.5</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长文档排版</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sz="2800" b="1" spc="225" dirty="0">
                <a:solidFill>
                  <a:srgbClr val="006370"/>
                </a:solidFill>
                <a:latin typeface="微软雅黑" panose="020B0503020204020204" pitchFamily="34" charset="-122"/>
                <a:ea typeface="微软雅黑" panose="020B0503020204020204" pitchFamily="34" charset="-122"/>
              </a:rPr>
              <a:t>1</a:t>
            </a:r>
            <a:r>
              <a:rPr sz="2800" b="1" spc="225" dirty="0">
                <a:solidFill>
                  <a:srgbClr val="006370"/>
                </a:solidFill>
                <a:latin typeface="微软雅黑" panose="020B0503020204020204" pitchFamily="34" charset="-122"/>
                <a:ea typeface="微软雅黑" panose="020B0503020204020204" pitchFamily="34" charset="-122"/>
              </a:rPr>
              <a:t>.</a:t>
            </a:r>
            <a:r>
              <a:rPr lang="en-US" sz="2800" b="1" spc="225" dirty="0">
                <a:solidFill>
                  <a:srgbClr val="006370"/>
                </a:solidFill>
                <a:latin typeface="微软雅黑" panose="020B0503020204020204" pitchFamily="34" charset="-122"/>
                <a:ea typeface="微软雅黑" panose="020B0503020204020204" pitchFamily="34" charset="-122"/>
              </a:rPr>
              <a:t>5</a:t>
            </a:r>
            <a:r>
              <a:rPr sz="2800" b="1" spc="225" dirty="0">
                <a:solidFill>
                  <a:srgbClr val="006370"/>
                </a:solidFill>
                <a:latin typeface="微软雅黑" panose="020B0503020204020204" pitchFamily="34" charset="-122"/>
                <a:ea typeface="微软雅黑" panose="020B0503020204020204" pitchFamily="34" charset="-122"/>
              </a:rPr>
              <a:t>.</a:t>
            </a:r>
            <a:r>
              <a:rPr lang="en-US" sz="2800" b="1" spc="225" dirty="0">
                <a:solidFill>
                  <a:srgbClr val="006370"/>
                </a:solidFill>
                <a:latin typeface="微软雅黑" panose="020B0503020204020204" pitchFamily="34" charset="-122"/>
                <a:ea typeface="微软雅黑" panose="020B0503020204020204" pitchFamily="34" charset="-122"/>
              </a:rPr>
              <a:t>7 </a:t>
            </a:r>
            <a:r>
              <a:rPr lang="en-US" sz="2800" b="1" spc="225" dirty="0">
                <a:solidFill>
                  <a:srgbClr val="006370"/>
                </a:solidFill>
                <a:latin typeface="微软雅黑" panose="020B0503020204020204" pitchFamily="34" charset="-122"/>
                <a:ea typeface="微软雅黑" panose="020B0503020204020204" pitchFamily="34" charset="-122"/>
                <a:sym typeface="+mn-ea"/>
              </a:rPr>
              <a:t>邮件合并</a:t>
            </a:r>
          </a:p>
        </p:txBody>
      </p:sp>
      <p:sp>
        <p:nvSpPr>
          <p:cNvPr id="3" name="文本框 2"/>
          <p:cNvSpPr txBox="1"/>
          <p:nvPr/>
        </p:nvSpPr>
        <p:spPr>
          <a:xfrm>
            <a:off x="998220" y="1301750"/>
            <a:ext cx="10689590" cy="1984454"/>
          </a:xfrm>
          <a:prstGeom prst="rect">
            <a:avLst/>
          </a:prstGeom>
          <a:noFill/>
        </p:spPr>
        <p:txBody>
          <a:bodyPr wrap="square" rtlCol="0" anchor="t">
            <a:spAutoFit/>
          </a:bodyPr>
          <a:lstStyle/>
          <a:p>
            <a:pPr marL="285750" algn="l" fontAlgn="auto">
              <a:lnSpc>
                <a:spcPct val="150000"/>
              </a:lnSpc>
            </a:pPr>
            <a:r>
              <a:rPr sz="2400" b="1" dirty="0">
                <a:sym typeface="+mn-ea"/>
              </a:rPr>
              <a:t>1.邮件合并前的准备工作</a:t>
            </a:r>
          </a:p>
          <a:p>
            <a:pPr marL="285750" indent="508000" algn="l" fontAlgn="auto">
              <a:lnSpc>
                <a:spcPct val="150000"/>
              </a:lnSpc>
              <a:buFont typeface="Wingdings" panose="05000000000000000000" charset="0"/>
              <a:buChar char="Ø"/>
              <a:extLst>
                <a:ext uri="{35155182-B16C-46BC-9424-99874614C6A1}">
                  <wpsdc:indentchars xmlns:wpsdc="http://www.wps.cn/officeDocument/2017/drawingmlCustomData" xmlns="" val="200" checksum="282533468"/>
                </a:ext>
              </a:extLst>
            </a:pPr>
            <a:r>
              <a:rPr sz="2000" dirty="0" err="1">
                <a:sym typeface="+mn-ea"/>
              </a:rPr>
              <a:t>邮件合并之前，要提前准备好主文档和数据源，其中数据源是含有标题行的数据记录表，这些数据记录将合并输出到文档中</a:t>
            </a:r>
            <a:endParaRPr lang="en-US" sz="2000" dirty="0">
              <a:sym typeface="+mn-ea"/>
            </a:endParaRPr>
          </a:p>
          <a:p>
            <a:pPr marL="285750" indent="508000" algn="l" fontAlgn="auto">
              <a:lnSpc>
                <a:spcPct val="150000"/>
              </a:lnSpc>
              <a:buFont typeface="Wingdings" panose="05000000000000000000" charset="0"/>
              <a:buChar char="Ø"/>
              <a:extLst>
                <a:ext uri="{35155182-B16C-46BC-9424-99874614C6A1}">
                  <wpsdc:indentchars xmlns:wpsdc="http://www.wps.cn/officeDocument/2017/drawingmlCustomData" xmlns="" val="200" checksum="282533468"/>
                </a:ext>
              </a:extLst>
            </a:pPr>
            <a:r>
              <a:rPr sz="2000" dirty="0" err="1">
                <a:sym typeface="+mn-ea"/>
              </a:rPr>
              <a:t>数据源可以是Office地址列表、包含表格的Word文档、Excel工作表、Access数据库等</a:t>
            </a:r>
            <a:endParaRPr sz="2000" dirty="0">
              <a:sym typeface="+mn-ea"/>
            </a:endParaRPr>
          </a:p>
        </p:txBody>
      </p:sp>
      <p:pic>
        <p:nvPicPr>
          <p:cNvPr id="389" name="图片 38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08511" y="3764415"/>
            <a:ext cx="8585045" cy="2198640"/>
          </a:xfrm>
          <a:prstGeom prst="rect">
            <a:avLst/>
          </a:prstGeom>
        </p:spPr>
      </p:pic>
      <p:sp>
        <p:nvSpPr>
          <p:cNvPr id="10" name="文本框 9"/>
          <p:cNvSpPr txBox="1"/>
          <p:nvPr/>
        </p:nvSpPr>
        <p:spPr>
          <a:xfrm>
            <a:off x="5245640" y="6089644"/>
            <a:ext cx="2808862" cy="369332"/>
          </a:xfrm>
          <a:prstGeom prst="rect">
            <a:avLst/>
          </a:prstGeom>
          <a:noFill/>
        </p:spPr>
        <p:txBody>
          <a:bodyPr wrap="square">
            <a:spAutoFit/>
          </a:bodyPr>
          <a:lstStyle/>
          <a:p>
            <a:r>
              <a:rPr lang="en-US" altLang="zh-CN" sz="1800" dirty="0">
                <a:sym typeface="+mn-ea"/>
              </a:rPr>
              <a:t>Excel</a:t>
            </a:r>
            <a:r>
              <a:rPr lang="zh-CN" altLang="en-US" sz="1800" dirty="0">
                <a:sym typeface="+mn-ea"/>
              </a:rPr>
              <a:t>工作表</a:t>
            </a:r>
            <a:r>
              <a:rPr lang="zh-CN" altLang="en-US" dirty="0">
                <a:sym typeface="+mn-ea"/>
              </a:rPr>
              <a:t>作为数据源</a:t>
            </a:r>
            <a:endParaRPr lang="zh-CN" alt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1.5</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长文档排版</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1092821" y="1303048"/>
            <a:ext cx="5003179" cy="4799965"/>
          </a:xfrm>
          <a:prstGeom prst="rect">
            <a:avLst/>
          </a:prstGeom>
          <a:noFill/>
        </p:spPr>
        <p:txBody>
          <a:bodyPr wrap="square" rtlCol="0" anchor="t">
            <a:spAutoFit/>
          </a:bodyPr>
          <a:lstStyle/>
          <a:p>
            <a:pPr marL="285750" algn="l" fontAlgn="auto">
              <a:lnSpc>
                <a:spcPct val="150000"/>
              </a:lnSpc>
            </a:pPr>
            <a:r>
              <a:rPr sz="2400" b="1" dirty="0">
                <a:sym typeface="+mn-ea"/>
              </a:rPr>
              <a:t>2.邮件合并的过程步骤</a:t>
            </a:r>
          </a:p>
          <a:p>
            <a:pPr marL="285750" indent="508000" algn="l" fontAlgn="auto">
              <a:lnSpc>
                <a:spcPct val="150000"/>
              </a:lnSpc>
              <a:buFont typeface="Wingdings" panose="05000000000000000000" charset="0"/>
              <a:buChar char="Ø"/>
              <a:extLst>
                <a:ext uri="{35155182-B16C-46BC-9424-99874614C6A1}">
                  <wpsdc:indentchars xmlns:wpsdc="http://www.wps.cn/officeDocument/2017/drawingmlCustomData" xmlns="" val="200" checksum="282533468"/>
                </a:ext>
              </a:extLst>
            </a:pPr>
            <a:r>
              <a:rPr sz="2000" dirty="0" err="1">
                <a:sym typeface="+mn-ea"/>
              </a:rPr>
              <a:t>邮件合并的方法步骤如下</a:t>
            </a:r>
            <a:r>
              <a:rPr sz="2000" dirty="0">
                <a:sym typeface="+mn-ea"/>
              </a:rPr>
              <a:t>：</a:t>
            </a:r>
          </a:p>
          <a:p>
            <a:pPr marL="285750" algn="l" fontAlgn="auto">
              <a:lnSpc>
                <a:spcPct val="150000"/>
              </a:lnSpc>
            </a:pPr>
            <a:r>
              <a:rPr sz="2000" dirty="0">
                <a:sym typeface="+mn-ea"/>
              </a:rPr>
              <a:t>（1）打开WPS文字文档，单击“引用”选项卡功能区中的“邮件”按钮，在弹出的“邮件合并”选项卡中，单击“打开数据源”按钮。</a:t>
            </a:r>
          </a:p>
          <a:p>
            <a:pPr marL="285750" algn="l" fontAlgn="auto">
              <a:lnSpc>
                <a:spcPct val="150000"/>
              </a:lnSpc>
            </a:pPr>
            <a:r>
              <a:rPr sz="2000" dirty="0">
                <a:sym typeface="+mn-ea"/>
              </a:rPr>
              <a:t>（2）此时会弹出“选取数据源”对话框，从中选择数据源所在的WPS表格文件（文件后缀名为.et），然后单击“确定”按钮</a:t>
            </a:r>
          </a:p>
        </p:txBody>
      </p:sp>
      <p:pic>
        <p:nvPicPr>
          <p:cNvPr id="2" name="图片 383" descr="D:\书稿《大学计算机应用基础教程》\3.插图\第4章 WPS文档编辑插图\4-80.jpg4-80"/>
          <p:cNvPicPr>
            <a:picLocks noChangeAspect="1"/>
          </p:cNvPicPr>
          <p:nvPr/>
        </p:nvPicPr>
        <p:blipFill>
          <a:blip r:embed="rId3"/>
          <a:srcRect/>
          <a:stretch>
            <a:fillRect/>
          </a:stretch>
        </p:blipFill>
        <p:spPr>
          <a:xfrm>
            <a:off x="6151880" y="2068830"/>
            <a:ext cx="5483225" cy="3723005"/>
          </a:xfrm>
          <a:prstGeom prst="rect">
            <a:avLst/>
          </a:prstGeom>
        </p:spPr>
      </p:pic>
      <p:sp>
        <p:nvSpPr>
          <p:cNvPr id="5" name="文本框 4">
            <a:extLst>
              <a:ext uri="{FF2B5EF4-FFF2-40B4-BE49-F238E27FC236}">
                <a16:creationId xmlns:a16="http://schemas.microsoft.com/office/drawing/2014/main" id="{0CE9B769-FDF0-2B1D-F926-25D61EB9C0D5}"/>
              </a:ext>
            </a:extLst>
          </p:cNvPr>
          <p:cNvSpPr txBox="1"/>
          <p:nvPr/>
        </p:nvSpPr>
        <p:spPr>
          <a:xfrm>
            <a:off x="5751195" y="626745"/>
            <a:ext cx="5436235" cy="521970"/>
          </a:xfrm>
          <a:prstGeom prst="rect">
            <a:avLst/>
          </a:prstGeom>
          <a:noFill/>
        </p:spPr>
        <p:txBody>
          <a:bodyPr wrap="square">
            <a:spAutoFit/>
          </a:bodyPr>
          <a:lstStyle/>
          <a:p>
            <a:r>
              <a:rPr lang="en-US" sz="2800" b="1" spc="225" dirty="0">
                <a:solidFill>
                  <a:srgbClr val="006370"/>
                </a:solidFill>
                <a:latin typeface="微软雅黑" panose="020B0503020204020204" pitchFamily="34" charset="-122"/>
                <a:ea typeface="微软雅黑" panose="020B0503020204020204" pitchFamily="34" charset="-122"/>
              </a:rPr>
              <a:t>1</a:t>
            </a:r>
            <a:r>
              <a:rPr sz="2800" b="1" spc="225" dirty="0">
                <a:solidFill>
                  <a:srgbClr val="006370"/>
                </a:solidFill>
                <a:latin typeface="微软雅黑" panose="020B0503020204020204" pitchFamily="34" charset="-122"/>
                <a:ea typeface="微软雅黑" panose="020B0503020204020204" pitchFamily="34" charset="-122"/>
              </a:rPr>
              <a:t>.</a:t>
            </a:r>
            <a:r>
              <a:rPr lang="en-US" sz="2800" b="1" spc="225" dirty="0">
                <a:solidFill>
                  <a:srgbClr val="006370"/>
                </a:solidFill>
                <a:latin typeface="微软雅黑" panose="020B0503020204020204" pitchFamily="34" charset="-122"/>
                <a:ea typeface="微软雅黑" panose="020B0503020204020204" pitchFamily="34" charset="-122"/>
              </a:rPr>
              <a:t>5</a:t>
            </a:r>
            <a:r>
              <a:rPr sz="2800" b="1" spc="225" dirty="0">
                <a:solidFill>
                  <a:srgbClr val="006370"/>
                </a:solidFill>
                <a:latin typeface="微软雅黑" panose="020B0503020204020204" pitchFamily="34" charset="-122"/>
                <a:ea typeface="微软雅黑" panose="020B0503020204020204" pitchFamily="34" charset="-122"/>
              </a:rPr>
              <a:t>.</a:t>
            </a:r>
            <a:r>
              <a:rPr lang="en-US" sz="2800" b="1" spc="225" dirty="0">
                <a:solidFill>
                  <a:srgbClr val="006370"/>
                </a:solidFill>
                <a:latin typeface="微软雅黑" panose="020B0503020204020204" pitchFamily="34" charset="-122"/>
                <a:ea typeface="微软雅黑" panose="020B0503020204020204" pitchFamily="34" charset="-122"/>
              </a:rPr>
              <a:t>7 </a:t>
            </a:r>
            <a:r>
              <a:rPr lang="en-US" sz="2800" b="1" spc="225" dirty="0">
                <a:solidFill>
                  <a:srgbClr val="006370"/>
                </a:solidFill>
                <a:latin typeface="微软雅黑" panose="020B0503020204020204" pitchFamily="34" charset="-122"/>
                <a:ea typeface="微软雅黑" panose="020B0503020204020204" pitchFamily="34" charset="-122"/>
                <a:sym typeface="+mn-ea"/>
              </a:rPr>
              <a:t>邮件合并</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1.5</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长文档排版</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1092835" y="1303020"/>
            <a:ext cx="10153650" cy="2030095"/>
          </a:xfrm>
          <a:prstGeom prst="rect">
            <a:avLst/>
          </a:prstGeom>
          <a:noFill/>
        </p:spPr>
        <p:txBody>
          <a:bodyPr wrap="square" rtlCol="0" anchor="t">
            <a:spAutoFit/>
          </a:bodyPr>
          <a:lstStyle/>
          <a:p>
            <a:pPr marL="285750" algn="l" fontAlgn="auto">
              <a:lnSpc>
                <a:spcPct val="150000"/>
              </a:lnSpc>
            </a:pPr>
            <a:r>
              <a:rPr sz="2400" b="1" dirty="0">
                <a:sym typeface="+mn-ea"/>
              </a:rPr>
              <a:t>2.邮件合并的过程步骤</a:t>
            </a:r>
          </a:p>
          <a:p>
            <a:pPr marL="285750" indent="508000" algn="l" fontAlgn="auto">
              <a:lnSpc>
                <a:spcPct val="150000"/>
              </a:lnSpc>
              <a:buFont typeface="Wingdings" panose="05000000000000000000" charset="0"/>
              <a:buChar char="Ø"/>
              <a:extLst>
                <a:ext uri="{35155182-B16C-46BC-9424-99874614C6A1}">
                  <wpsdc:indentchars xmlns:wpsdc="http://www.wps.cn/officeDocument/2017/drawingmlCustomData" xmlns="" val="200" checksum="282533468"/>
                </a:ext>
              </a:extLst>
            </a:pPr>
            <a:r>
              <a:rPr sz="2000" dirty="0" err="1">
                <a:sym typeface="+mn-ea"/>
              </a:rPr>
              <a:t>邮件合并的方法步骤如下</a:t>
            </a:r>
            <a:r>
              <a:rPr sz="2000" dirty="0">
                <a:sym typeface="+mn-ea"/>
              </a:rPr>
              <a:t>：</a:t>
            </a:r>
          </a:p>
          <a:p>
            <a:pPr marL="285750" algn="l" fontAlgn="auto">
              <a:lnSpc>
                <a:spcPct val="150000"/>
              </a:lnSpc>
            </a:pPr>
            <a:r>
              <a:rPr sz="2000" dirty="0">
                <a:sym typeface="+mn-ea"/>
              </a:rPr>
              <a:t>（3）在弹出的“选择表格”对话框中，从三个工作表中选择包含数据的工作表Sheet1，单击“确定”按钮</a:t>
            </a:r>
          </a:p>
        </p:txBody>
      </p:sp>
      <p:pic>
        <p:nvPicPr>
          <p:cNvPr id="211" name="图片 211" descr="D:\书稿《大学计算机应用基础教程》\3.插图\第4章 WPS文档编辑插图\4-81.jpg4-81"/>
          <p:cNvPicPr>
            <a:picLocks noChangeAspect="1"/>
          </p:cNvPicPr>
          <p:nvPr/>
        </p:nvPicPr>
        <p:blipFill>
          <a:blip r:embed="rId3"/>
          <a:srcRect/>
          <a:stretch>
            <a:fillRect/>
          </a:stretch>
        </p:blipFill>
        <p:spPr>
          <a:xfrm>
            <a:off x="3528695" y="3664585"/>
            <a:ext cx="5478145" cy="2220595"/>
          </a:xfrm>
          <a:prstGeom prst="rect">
            <a:avLst/>
          </a:prstGeom>
        </p:spPr>
      </p:pic>
      <p:sp>
        <p:nvSpPr>
          <p:cNvPr id="4" name="文本框 3">
            <a:extLst>
              <a:ext uri="{FF2B5EF4-FFF2-40B4-BE49-F238E27FC236}">
                <a16:creationId xmlns:a16="http://schemas.microsoft.com/office/drawing/2014/main" id="{6AEBA255-1C4C-FA7C-6CD8-20E57008C21C}"/>
              </a:ext>
            </a:extLst>
          </p:cNvPr>
          <p:cNvSpPr txBox="1"/>
          <p:nvPr/>
        </p:nvSpPr>
        <p:spPr>
          <a:xfrm>
            <a:off x="5751195" y="626745"/>
            <a:ext cx="5436235" cy="521970"/>
          </a:xfrm>
          <a:prstGeom prst="rect">
            <a:avLst/>
          </a:prstGeom>
          <a:noFill/>
        </p:spPr>
        <p:txBody>
          <a:bodyPr wrap="square">
            <a:spAutoFit/>
          </a:bodyPr>
          <a:lstStyle/>
          <a:p>
            <a:r>
              <a:rPr lang="en-US" sz="2800" b="1" spc="225" dirty="0">
                <a:solidFill>
                  <a:srgbClr val="006370"/>
                </a:solidFill>
                <a:latin typeface="微软雅黑" panose="020B0503020204020204" pitchFamily="34" charset="-122"/>
                <a:ea typeface="微软雅黑" panose="020B0503020204020204" pitchFamily="34" charset="-122"/>
              </a:rPr>
              <a:t>1</a:t>
            </a:r>
            <a:r>
              <a:rPr sz="2800" b="1" spc="225" dirty="0">
                <a:solidFill>
                  <a:srgbClr val="006370"/>
                </a:solidFill>
                <a:latin typeface="微软雅黑" panose="020B0503020204020204" pitchFamily="34" charset="-122"/>
                <a:ea typeface="微软雅黑" panose="020B0503020204020204" pitchFamily="34" charset="-122"/>
              </a:rPr>
              <a:t>.</a:t>
            </a:r>
            <a:r>
              <a:rPr lang="en-US" sz="2800" b="1" spc="225" dirty="0">
                <a:solidFill>
                  <a:srgbClr val="006370"/>
                </a:solidFill>
                <a:latin typeface="微软雅黑" panose="020B0503020204020204" pitchFamily="34" charset="-122"/>
                <a:ea typeface="微软雅黑" panose="020B0503020204020204" pitchFamily="34" charset="-122"/>
              </a:rPr>
              <a:t>5</a:t>
            </a:r>
            <a:r>
              <a:rPr sz="2800" b="1" spc="225" dirty="0">
                <a:solidFill>
                  <a:srgbClr val="006370"/>
                </a:solidFill>
                <a:latin typeface="微软雅黑" panose="020B0503020204020204" pitchFamily="34" charset="-122"/>
                <a:ea typeface="微软雅黑" panose="020B0503020204020204" pitchFamily="34" charset="-122"/>
              </a:rPr>
              <a:t>.</a:t>
            </a:r>
            <a:r>
              <a:rPr lang="en-US" sz="2800" b="1" spc="225" dirty="0">
                <a:solidFill>
                  <a:srgbClr val="006370"/>
                </a:solidFill>
                <a:latin typeface="微软雅黑" panose="020B0503020204020204" pitchFamily="34" charset="-122"/>
                <a:ea typeface="微软雅黑" panose="020B0503020204020204" pitchFamily="34" charset="-122"/>
              </a:rPr>
              <a:t>7 </a:t>
            </a:r>
            <a:r>
              <a:rPr lang="en-US" sz="2800" b="1" spc="225" dirty="0">
                <a:solidFill>
                  <a:srgbClr val="006370"/>
                </a:solidFill>
                <a:latin typeface="微软雅黑" panose="020B0503020204020204" pitchFamily="34" charset="-122"/>
                <a:ea typeface="微软雅黑" panose="020B0503020204020204" pitchFamily="34" charset="-122"/>
                <a:sym typeface="+mn-ea"/>
              </a:rPr>
              <a:t>邮件合并</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1.5</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长文档排版</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974090" y="1319530"/>
            <a:ext cx="5027930" cy="3784600"/>
          </a:xfrm>
          <a:prstGeom prst="rect">
            <a:avLst/>
          </a:prstGeom>
          <a:noFill/>
        </p:spPr>
        <p:txBody>
          <a:bodyPr wrap="square" rtlCol="0" anchor="t">
            <a:spAutoFit/>
          </a:bodyPr>
          <a:lstStyle/>
          <a:p>
            <a:pPr marL="285750" indent="508000" algn="l" fontAlgn="auto">
              <a:lnSpc>
                <a:spcPct val="150000"/>
              </a:lnSpc>
              <a:buFont typeface="Wingdings" panose="05000000000000000000" charset="0"/>
              <a:buChar char="Ø"/>
              <a:extLst>
                <a:ext uri="{35155182-B16C-46BC-9424-99874614C6A1}">
                  <wpsdc:indentchars xmlns:wpsdc="http://www.wps.cn/officeDocument/2017/drawingmlCustomData" xmlns="" val="200" checksum="282533468"/>
                </a:ext>
              </a:extLst>
            </a:pPr>
            <a:r>
              <a:rPr sz="2000" dirty="0">
                <a:sym typeface="+mn-ea"/>
              </a:rPr>
              <a:t>（4）将光标插入点置于WPS文字文档中要插入数据的位置，单击“邮件合并”选项卡功能区中的“插入合并域”按钮，在弹出的“插入域”对话框中可以看到源数据的各数据项，如“邮政编码1”“收信人地址”“单位”“姓名”“称谓”等五项</a:t>
            </a:r>
            <a:r>
              <a:rPr lang="zh-CN" sz="2000" dirty="0">
                <a:sym typeface="+mn-ea"/>
              </a:rPr>
              <a:t>；双击其中一项，即可将其插入到WPS文字文档中的插入点位置</a:t>
            </a:r>
          </a:p>
        </p:txBody>
      </p:sp>
      <p:pic>
        <p:nvPicPr>
          <p:cNvPr id="2" name="图片 384" descr="D:\书稿《大学计算机应用基础教程》\3.插图\第4章 WPS文档编辑插图\4-82.jpg4-82"/>
          <p:cNvPicPr>
            <a:picLocks noChangeAspect="1"/>
          </p:cNvPicPr>
          <p:nvPr/>
        </p:nvPicPr>
        <p:blipFill>
          <a:blip r:embed="rId3"/>
          <a:srcRect/>
          <a:stretch>
            <a:fillRect/>
          </a:stretch>
        </p:blipFill>
        <p:spPr>
          <a:xfrm>
            <a:off x="6096000" y="1412240"/>
            <a:ext cx="2762250" cy="4909820"/>
          </a:xfrm>
          <a:prstGeom prst="rect">
            <a:avLst/>
          </a:prstGeom>
        </p:spPr>
      </p:pic>
      <p:pic>
        <p:nvPicPr>
          <p:cNvPr id="4" name="图片 385" descr="D:\书稿《大学计算机应用基础教程》\3.插图\第4章 WPS文档编辑插图\4-83.jpg4-83"/>
          <p:cNvPicPr>
            <a:picLocks noChangeAspect="1"/>
          </p:cNvPicPr>
          <p:nvPr/>
        </p:nvPicPr>
        <p:blipFill>
          <a:blip r:embed="rId4"/>
          <a:srcRect/>
          <a:stretch>
            <a:fillRect/>
          </a:stretch>
        </p:blipFill>
        <p:spPr>
          <a:xfrm>
            <a:off x="7797800" y="3820160"/>
            <a:ext cx="4038600" cy="1828165"/>
          </a:xfrm>
          <a:prstGeom prst="rect">
            <a:avLst/>
          </a:prstGeom>
          <a:ln>
            <a:solidFill>
              <a:schemeClr val="bg1">
                <a:lumMod val="85000"/>
              </a:schemeClr>
            </a:solidFill>
          </a:ln>
        </p:spPr>
      </p:pic>
      <p:sp>
        <p:nvSpPr>
          <p:cNvPr id="6" name="文本框 5">
            <a:extLst>
              <a:ext uri="{FF2B5EF4-FFF2-40B4-BE49-F238E27FC236}">
                <a16:creationId xmlns:a16="http://schemas.microsoft.com/office/drawing/2014/main" id="{693B1AC0-C840-5097-92DF-F6384C59D0EC}"/>
              </a:ext>
            </a:extLst>
          </p:cNvPr>
          <p:cNvSpPr txBox="1"/>
          <p:nvPr/>
        </p:nvSpPr>
        <p:spPr>
          <a:xfrm>
            <a:off x="5751195" y="626745"/>
            <a:ext cx="5436235" cy="521970"/>
          </a:xfrm>
          <a:prstGeom prst="rect">
            <a:avLst/>
          </a:prstGeom>
          <a:noFill/>
        </p:spPr>
        <p:txBody>
          <a:bodyPr wrap="square">
            <a:spAutoFit/>
          </a:bodyPr>
          <a:lstStyle/>
          <a:p>
            <a:r>
              <a:rPr lang="en-US" sz="2800" b="1" spc="225" dirty="0">
                <a:solidFill>
                  <a:srgbClr val="006370"/>
                </a:solidFill>
                <a:latin typeface="微软雅黑" panose="020B0503020204020204" pitchFamily="34" charset="-122"/>
                <a:ea typeface="微软雅黑" panose="020B0503020204020204" pitchFamily="34" charset="-122"/>
              </a:rPr>
              <a:t>1</a:t>
            </a:r>
            <a:r>
              <a:rPr sz="2800" b="1" spc="225" dirty="0">
                <a:solidFill>
                  <a:srgbClr val="006370"/>
                </a:solidFill>
                <a:latin typeface="微软雅黑" panose="020B0503020204020204" pitchFamily="34" charset="-122"/>
                <a:ea typeface="微软雅黑" panose="020B0503020204020204" pitchFamily="34" charset="-122"/>
              </a:rPr>
              <a:t>.</a:t>
            </a:r>
            <a:r>
              <a:rPr lang="en-US" sz="2800" b="1" spc="225" dirty="0">
                <a:solidFill>
                  <a:srgbClr val="006370"/>
                </a:solidFill>
                <a:latin typeface="微软雅黑" panose="020B0503020204020204" pitchFamily="34" charset="-122"/>
                <a:ea typeface="微软雅黑" panose="020B0503020204020204" pitchFamily="34" charset="-122"/>
              </a:rPr>
              <a:t>5</a:t>
            </a:r>
            <a:r>
              <a:rPr sz="2800" b="1" spc="225" dirty="0">
                <a:solidFill>
                  <a:srgbClr val="006370"/>
                </a:solidFill>
                <a:latin typeface="微软雅黑" panose="020B0503020204020204" pitchFamily="34" charset="-122"/>
                <a:ea typeface="微软雅黑" panose="020B0503020204020204" pitchFamily="34" charset="-122"/>
              </a:rPr>
              <a:t>.</a:t>
            </a:r>
            <a:r>
              <a:rPr lang="en-US" sz="2800" b="1" spc="225" dirty="0">
                <a:solidFill>
                  <a:srgbClr val="006370"/>
                </a:solidFill>
                <a:latin typeface="微软雅黑" panose="020B0503020204020204" pitchFamily="34" charset="-122"/>
                <a:ea typeface="微软雅黑" panose="020B0503020204020204" pitchFamily="34" charset="-122"/>
              </a:rPr>
              <a:t>7 </a:t>
            </a:r>
            <a:r>
              <a:rPr lang="en-US" sz="2800" b="1" spc="225" dirty="0">
                <a:solidFill>
                  <a:srgbClr val="006370"/>
                </a:solidFill>
                <a:latin typeface="微软雅黑" panose="020B0503020204020204" pitchFamily="34" charset="-122"/>
                <a:ea typeface="微软雅黑" panose="020B0503020204020204" pitchFamily="34" charset="-122"/>
                <a:sym typeface="+mn-ea"/>
              </a:rPr>
              <a:t>邮件合并</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1.5</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长文档排版</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974090" y="1319530"/>
            <a:ext cx="10243820" cy="1014730"/>
          </a:xfrm>
          <a:prstGeom prst="rect">
            <a:avLst/>
          </a:prstGeom>
          <a:noFill/>
        </p:spPr>
        <p:txBody>
          <a:bodyPr wrap="square" rtlCol="0" anchor="t">
            <a:spAutoFit/>
          </a:bodyPr>
          <a:lstStyle/>
          <a:p>
            <a:pPr marL="285750" algn="l" fontAlgn="auto">
              <a:lnSpc>
                <a:spcPct val="150000"/>
              </a:lnSpc>
            </a:pPr>
            <a:r>
              <a:rPr sz="2000" dirty="0">
                <a:sym typeface="+mn-ea"/>
              </a:rPr>
              <a:t>（5）单击“邮件合并”选项卡功能区中的“合并到新文档”按钮，在“合并记录”选项区中单击选择“全部”单选按钮，单击“确定”按钮，即可生成包含多个数据页面的新文档</a:t>
            </a:r>
          </a:p>
        </p:txBody>
      </p:sp>
      <p:pic>
        <p:nvPicPr>
          <p:cNvPr id="2" name="图片 386" descr="D:\书稿《大学计算机应用基础教程》\3.插图\第4章 WPS文档编辑插图\4-84.jpg4-84"/>
          <p:cNvPicPr>
            <a:picLocks noChangeAspect="1"/>
          </p:cNvPicPr>
          <p:nvPr/>
        </p:nvPicPr>
        <p:blipFill>
          <a:blip r:embed="rId3"/>
          <a:srcRect/>
          <a:stretch>
            <a:fillRect/>
          </a:stretch>
        </p:blipFill>
        <p:spPr>
          <a:xfrm>
            <a:off x="1549400" y="3065145"/>
            <a:ext cx="3089275" cy="2231390"/>
          </a:xfrm>
          <a:prstGeom prst="rect">
            <a:avLst/>
          </a:prstGeom>
        </p:spPr>
      </p:pic>
      <p:pic>
        <p:nvPicPr>
          <p:cNvPr id="4" name="图片 387" descr="D:\书稿《大学计算机应用基础教程》\3.插图\第4章 WPS文档编辑插图\4-85.jpg4-85"/>
          <p:cNvPicPr>
            <a:picLocks noChangeAspect="1"/>
          </p:cNvPicPr>
          <p:nvPr/>
        </p:nvPicPr>
        <p:blipFill>
          <a:blip r:embed="rId4"/>
          <a:srcRect/>
          <a:stretch>
            <a:fillRect/>
          </a:stretch>
        </p:blipFill>
        <p:spPr>
          <a:xfrm>
            <a:off x="5168900" y="3098800"/>
            <a:ext cx="6204585" cy="2197735"/>
          </a:xfrm>
          <a:prstGeom prst="rect">
            <a:avLst/>
          </a:prstGeom>
        </p:spPr>
      </p:pic>
      <p:sp>
        <p:nvSpPr>
          <p:cNvPr id="6" name="文本框 5">
            <a:extLst>
              <a:ext uri="{FF2B5EF4-FFF2-40B4-BE49-F238E27FC236}">
                <a16:creationId xmlns:a16="http://schemas.microsoft.com/office/drawing/2014/main" id="{5CD749E8-94C7-9851-7973-1418E3BB9160}"/>
              </a:ext>
            </a:extLst>
          </p:cNvPr>
          <p:cNvSpPr txBox="1"/>
          <p:nvPr/>
        </p:nvSpPr>
        <p:spPr>
          <a:xfrm>
            <a:off x="5751195" y="626745"/>
            <a:ext cx="5436235" cy="521970"/>
          </a:xfrm>
          <a:prstGeom prst="rect">
            <a:avLst/>
          </a:prstGeom>
          <a:noFill/>
        </p:spPr>
        <p:txBody>
          <a:bodyPr wrap="square">
            <a:spAutoFit/>
          </a:bodyPr>
          <a:lstStyle/>
          <a:p>
            <a:r>
              <a:rPr lang="en-US" sz="2800" b="1" spc="225" dirty="0">
                <a:solidFill>
                  <a:srgbClr val="006370"/>
                </a:solidFill>
                <a:latin typeface="微软雅黑" panose="020B0503020204020204" pitchFamily="34" charset="-122"/>
                <a:ea typeface="微软雅黑" panose="020B0503020204020204" pitchFamily="34" charset="-122"/>
              </a:rPr>
              <a:t>1</a:t>
            </a:r>
            <a:r>
              <a:rPr sz="2800" b="1" spc="225" dirty="0">
                <a:solidFill>
                  <a:srgbClr val="006370"/>
                </a:solidFill>
                <a:latin typeface="微软雅黑" panose="020B0503020204020204" pitchFamily="34" charset="-122"/>
                <a:ea typeface="微软雅黑" panose="020B0503020204020204" pitchFamily="34" charset="-122"/>
              </a:rPr>
              <a:t>.</a:t>
            </a:r>
            <a:r>
              <a:rPr lang="en-US" sz="2800" b="1" spc="225" dirty="0">
                <a:solidFill>
                  <a:srgbClr val="006370"/>
                </a:solidFill>
                <a:latin typeface="微软雅黑" panose="020B0503020204020204" pitchFamily="34" charset="-122"/>
                <a:ea typeface="微软雅黑" panose="020B0503020204020204" pitchFamily="34" charset="-122"/>
              </a:rPr>
              <a:t>5</a:t>
            </a:r>
            <a:r>
              <a:rPr sz="2800" b="1" spc="225" dirty="0">
                <a:solidFill>
                  <a:srgbClr val="006370"/>
                </a:solidFill>
                <a:latin typeface="微软雅黑" panose="020B0503020204020204" pitchFamily="34" charset="-122"/>
                <a:ea typeface="微软雅黑" panose="020B0503020204020204" pitchFamily="34" charset="-122"/>
              </a:rPr>
              <a:t>.</a:t>
            </a:r>
            <a:r>
              <a:rPr lang="en-US" sz="2800" b="1" spc="225" dirty="0">
                <a:solidFill>
                  <a:srgbClr val="006370"/>
                </a:solidFill>
                <a:latin typeface="微软雅黑" panose="020B0503020204020204" pitchFamily="34" charset="-122"/>
                <a:ea typeface="微软雅黑" panose="020B0503020204020204" pitchFamily="34" charset="-122"/>
              </a:rPr>
              <a:t>7 </a:t>
            </a:r>
            <a:r>
              <a:rPr lang="en-US" sz="2800" b="1" spc="225" dirty="0">
                <a:solidFill>
                  <a:srgbClr val="006370"/>
                </a:solidFill>
                <a:latin typeface="微软雅黑" panose="020B0503020204020204" pitchFamily="34" charset="-122"/>
                <a:ea typeface="微软雅黑" panose="020B0503020204020204" pitchFamily="34" charset="-122"/>
                <a:sym typeface="+mn-ea"/>
              </a:rPr>
              <a:t>邮件合并</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1.5</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长文档排版</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974090" y="1863090"/>
            <a:ext cx="10243820" cy="2676525"/>
          </a:xfrm>
          <a:prstGeom prst="rect">
            <a:avLst/>
          </a:prstGeom>
          <a:noFill/>
        </p:spPr>
        <p:txBody>
          <a:bodyPr wrap="square" rtlCol="0" anchor="t">
            <a:spAutoFit/>
          </a:bodyPr>
          <a:lstStyle/>
          <a:p>
            <a:pPr marL="285750" indent="711200" algn="l" fontAlgn="auto">
              <a:lnSpc>
                <a:spcPct val="150000"/>
              </a:lnSpc>
              <a:buFont typeface="Wingdings" panose="05000000000000000000" charset="0"/>
              <a:buChar char="Ø"/>
              <a:extLst>
                <a:ext uri="{35155182-B16C-46BC-9424-99874614C6A1}">
                  <wpsdc:indentchars xmlns:wpsdc="http://www.wps.cn/officeDocument/2017/drawingmlCustomData" xmlns="" val="200" checksum="3773799597"/>
                </a:ext>
              </a:extLst>
            </a:pPr>
            <a:r>
              <a:rPr sz="2800">
                <a:sym typeface="+mn-ea"/>
              </a:rPr>
              <a:t>练习：请给“共和国勋章”获得者于敏、孙家栋、李延年、张富清、袁隆平、黄旭华、屠呦呦等写一份信，信函封面以邮件合并的方式生成。信函内容自拟，可以参考张富清的相关介绍，内容如下：</a:t>
            </a:r>
          </a:p>
        </p:txBody>
      </p:sp>
      <p:sp>
        <p:nvSpPr>
          <p:cNvPr id="4" name="文本框 3">
            <a:extLst>
              <a:ext uri="{FF2B5EF4-FFF2-40B4-BE49-F238E27FC236}">
                <a16:creationId xmlns:a16="http://schemas.microsoft.com/office/drawing/2014/main" id="{1021902D-2E62-7BBB-3122-B46A25E05EE3}"/>
              </a:ext>
            </a:extLst>
          </p:cNvPr>
          <p:cNvSpPr txBox="1"/>
          <p:nvPr/>
        </p:nvSpPr>
        <p:spPr>
          <a:xfrm>
            <a:off x="5751195" y="626745"/>
            <a:ext cx="5436235" cy="521970"/>
          </a:xfrm>
          <a:prstGeom prst="rect">
            <a:avLst/>
          </a:prstGeom>
          <a:noFill/>
        </p:spPr>
        <p:txBody>
          <a:bodyPr wrap="square">
            <a:spAutoFit/>
          </a:bodyPr>
          <a:lstStyle/>
          <a:p>
            <a:r>
              <a:rPr lang="en-US" sz="2800" b="1" spc="225" dirty="0">
                <a:solidFill>
                  <a:srgbClr val="006370"/>
                </a:solidFill>
                <a:latin typeface="微软雅黑" panose="020B0503020204020204" pitchFamily="34" charset="-122"/>
                <a:ea typeface="微软雅黑" panose="020B0503020204020204" pitchFamily="34" charset="-122"/>
              </a:rPr>
              <a:t>1</a:t>
            </a:r>
            <a:r>
              <a:rPr sz="2800" b="1" spc="225" dirty="0">
                <a:solidFill>
                  <a:srgbClr val="006370"/>
                </a:solidFill>
                <a:latin typeface="微软雅黑" panose="020B0503020204020204" pitchFamily="34" charset="-122"/>
                <a:ea typeface="微软雅黑" panose="020B0503020204020204" pitchFamily="34" charset="-122"/>
              </a:rPr>
              <a:t>.</a:t>
            </a:r>
            <a:r>
              <a:rPr lang="en-US" sz="2800" b="1" spc="225" dirty="0">
                <a:solidFill>
                  <a:srgbClr val="006370"/>
                </a:solidFill>
                <a:latin typeface="微软雅黑" panose="020B0503020204020204" pitchFamily="34" charset="-122"/>
                <a:ea typeface="微软雅黑" panose="020B0503020204020204" pitchFamily="34" charset="-122"/>
              </a:rPr>
              <a:t>5</a:t>
            </a:r>
            <a:r>
              <a:rPr sz="2800" b="1" spc="225" dirty="0">
                <a:solidFill>
                  <a:srgbClr val="006370"/>
                </a:solidFill>
                <a:latin typeface="微软雅黑" panose="020B0503020204020204" pitchFamily="34" charset="-122"/>
                <a:ea typeface="微软雅黑" panose="020B0503020204020204" pitchFamily="34" charset="-122"/>
              </a:rPr>
              <a:t>.</a:t>
            </a:r>
            <a:r>
              <a:rPr lang="en-US" sz="2800" b="1" spc="225" dirty="0">
                <a:solidFill>
                  <a:srgbClr val="006370"/>
                </a:solidFill>
                <a:latin typeface="微软雅黑" panose="020B0503020204020204" pitchFamily="34" charset="-122"/>
                <a:ea typeface="微软雅黑" panose="020B0503020204020204" pitchFamily="34" charset="-122"/>
              </a:rPr>
              <a:t>7 </a:t>
            </a:r>
            <a:r>
              <a:rPr lang="en-US" sz="2800" b="1" spc="225" dirty="0">
                <a:solidFill>
                  <a:srgbClr val="006370"/>
                </a:solidFill>
                <a:latin typeface="微软雅黑" panose="020B0503020204020204" pitchFamily="34" charset="-122"/>
                <a:ea typeface="微软雅黑" panose="020B0503020204020204" pitchFamily="34" charset="-122"/>
                <a:sym typeface="+mn-ea"/>
              </a:rPr>
              <a:t>邮件合并</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1.5</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长文档排版</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4" name="表格 2"/>
          <p:cNvGraphicFramePr>
            <a:graphicFrameLocks noGrp="1"/>
          </p:cNvGraphicFramePr>
          <p:nvPr>
            <p:custDataLst>
              <p:tags r:id="rId1"/>
            </p:custDataLst>
          </p:nvPr>
        </p:nvGraphicFramePr>
        <p:xfrm>
          <a:off x="675005" y="1528445"/>
          <a:ext cx="11071225" cy="4995545"/>
        </p:xfrm>
        <a:graphic>
          <a:graphicData uri="http://schemas.openxmlformats.org/drawingml/2006/table">
            <a:tbl>
              <a:tblPr firstRow="1" bandRow="1">
                <a:tableStyleId>{5C22544A-7EE6-4342-B048-85BDC9FD1C3A}</a:tableStyleId>
              </a:tblPr>
              <a:tblGrid>
                <a:gridCol w="897255">
                  <a:extLst>
                    <a:ext uri="{9D8B030D-6E8A-4147-A177-3AD203B41FA5}">
                      <a16:colId xmlns:a16="http://schemas.microsoft.com/office/drawing/2014/main" val="20000"/>
                    </a:ext>
                  </a:extLst>
                </a:gridCol>
                <a:gridCol w="10173970">
                  <a:extLst>
                    <a:ext uri="{9D8B030D-6E8A-4147-A177-3AD203B41FA5}">
                      <a16:colId xmlns:a16="http://schemas.microsoft.com/office/drawing/2014/main" val="20001"/>
                    </a:ext>
                  </a:extLst>
                </a:gridCol>
              </a:tblGrid>
              <a:tr h="624840">
                <a:tc rowSpan="2">
                  <a:txBody>
                    <a:bodyPr/>
                    <a:lstStyle/>
                    <a:p>
                      <a:pPr indent="457200" algn="ctr">
                        <a:lnSpc>
                          <a:spcPct val="120000"/>
                        </a:lnSpc>
                      </a:pPr>
                      <a:r>
                        <a:rPr lang="zh-CN" altLang="en-US" sz="3600" dirty="0">
                          <a:latin typeface="微软雅黑" panose="020B0503020204020204" pitchFamily="34" charset="-122"/>
                          <a:ea typeface="微软雅黑" panose="020B0503020204020204" pitchFamily="34" charset="-122"/>
                        </a:rPr>
                        <a:t>课 程 思 政</a:t>
                      </a:r>
                    </a:p>
                  </a:txBody>
                  <a:tcPr vert="eaVert"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637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b="1" kern="1200" dirty="0">
                          <a:solidFill>
                            <a:schemeClr val="tx1"/>
                          </a:solidFill>
                          <a:effectLst/>
                          <a:latin typeface="微软雅黑" panose="020B0503020204020204" pitchFamily="34" charset="-122"/>
                          <a:ea typeface="微软雅黑" panose="020B0503020204020204" pitchFamily="34" charset="-122"/>
                          <a:cs typeface="+mn-cs"/>
                        </a:rPr>
                        <a:t>“共和国勋章”获得者张富清</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ECECEC"/>
                    </a:solidFill>
                  </a:tcPr>
                </a:tc>
                <a:extLst>
                  <a:ext uri="{0D108BD9-81ED-4DB2-BD59-A6C34878D82A}">
                    <a16:rowId xmlns:a16="http://schemas.microsoft.com/office/drawing/2014/main" val="10000"/>
                  </a:ext>
                </a:extLst>
              </a:tr>
              <a:tr h="4370705">
                <a:tc vMerge="1">
                  <a:txBody>
                    <a:bodyPr/>
                    <a:lstStyle/>
                    <a:p>
                      <a:endParaRPr lang="zh-CN"/>
                    </a:p>
                  </a:txBody>
                  <a:tcPr>
                    <a:solidFill>
                      <a:srgbClr val="006370"/>
                    </a:solidFill>
                  </a:tcPr>
                </a:tc>
                <a:tc>
                  <a:txBody>
                    <a:bodyPr/>
                    <a:lstStyle/>
                    <a:p>
                      <a:pPr indent="457200">
                        <a:lnSpc>
                          <a:spcPct val="150000"/>
                        </a:lnSpc>
                        <a:spcBef>
                          <a:spcPts val="1200"/>
                        </a:spcBef>
                      </a:pPr>
                      <a:r>
                        <a:rPr altLang="zh-CN" sz="1600" kern="1200" dirty="0">
                          <a:solidFill>
                            <a:schemeClr val="dk1"/>
                          </a:solidFill>
                          <a:effectLst/>
                          <a:latin typeface="+mn-ea"/>
                          <a:ea typeface="+mn-ea"/>
                          <a:cs typeface="+mn-cs"/>
                        </a:rPr>
                        <a:t>张富清在新中国成立前入伍，出生入死、保家卫国，以赫赫战功为中国解放事业立下汗马功劳；复员转业后，主动到最艰苦的地方工作生活，克己奉公、为民造福。</a:t>
                      </a:r>
                    </a:p>
                    <a:p>
                      <a:pPr indent="457200">
                        <a:lnSpc>
                          <a:spcPct val="150000"/>
                        </a:lnSpc>
                        <a:spcBef>
                          <a:spcPts val="1200"/>
                        </a:spcBef>
                      </a:pPr>
                      <a:r>
                        <a:rPr altLang="zh-CN" sz="1600" kern="1200" dirty="0">
                          <a:solidFill>
                            <a:schemeClr val="dk1"/>
                          </a:solidFill>
                          <a:effectLst/>
                          <a:latin typeface="+mn-ea"/>
                          <a:ea typeface="+mn-ea"/>
                          <a:cs typeface="+mn-cs"/>
                        </a:rPr>
                        <a:t>60多年来，他深藏功名、尘封功绩，坚守初心、不改本色，用自己的朴实纯粹、淡泊名利书写了精彩人生。1948年3月，张富清光荣入伍，成为西北野战军359旅718团2营6连一名战士。他先后参加了壶梯山、东马村、临皋、永丰等战役。</a:t>
                      </a:r>
                    </a:p>
                    <a:p>
                      <a:pPr indent="457200">
                        <a:lnSpc>
                          <a:spcPct val="150000"/>
                        </a:lnSpc>
                        <a:spcBef>
                          <a:spcPts val="1200"/>
                        </a:spcBef>
                      </a:pPr>
                      <a:r>
                        <a:rPr altLang="zh-CN" sz="1600" kern="1200" dirty="0">
                          <a:solidFill>
                            <a:schemeClr val="dk1"/>
                          </a:solidFill>
                          <a:effectLst/>
                          <a:latin typeface="+mn-ea"/>
                          <a:ea typeface="+mn-ea"/>
                          <a:cs typeface="+mn-cs"/>
                        </a:rPr>
                        <a:t>每一次战斗，他都是突击队员，先后炸毁敌人4座碉堡，是董存瑞式的战斗英雄。其中在永丰战役中，他带领突击组与敌人近身混战，一颗子弹从头顶飞过，头皮受伤，继续作战，打退敌人数次反扑，孤军奋战持续到天明，夺取敌人碉堡两个，缴获机枪两挺。张富清在解放大西北战斗中立下了赫赫战功：西北野战军特等功1次、军一等功1次、师一二等功各1次、团一等功1次，被授予军“战斗英雄”称号、师“战斗英雄”称号和“人民功臣”奖章。</a:t>
                      </a:r>
                    </a:p>
                    <a:p>
                      <a:pPr indent="457200">
                        <a:lnSpc>
                          <a:spcPct val="150000"/>
                        </a:lnSpc>
                        <a:spcBef>
                          <a:spcPts val="1200"/>
                        </a:spcBef>
                      </a:pPr>
                      <a:r>
                        <a:rPr altLang="zh-CN" sz="1600" kern="1200" dirty="0">
                          <a:solidFill>
                            <a:schemeClr val="dk1"/>
                          </a:solidFill>
                          <a:effectLst/>
                          <a:latin typeface="+mn-ea"/>
                          <a:ea typeface="+mn-ea"/>
                          <a:cs typeface="+mn-cs"/>
                        </a:rPr>
                        <a:t>张富清淡泊名利、牺牲奉献的精神，值得我们每一个人学习。</a:t>
                      </a:r>
                    </a:p>
                  </a:txBody>
                  <a:tcPr>
                    <a:lnL w="38100" cmpd="sng">
                      <a:noFill/>
                    </a:lnL>
                    <a:lnR w="12700" cmpd="sng">
                      <a:noFill/>
                    </a:lnR>
                    <a:lnT w="38100" cmpd="sng">
                      <a:noFill/>
                    </a:lnT>
                    <a:lnB w="12700" cmpd="sng">
                      <a:noFill/>
                    </a:lnB>
                    <a:lnTlToBr w="12700" cmpd="sng">
                      <a:noFill/>
                      <a:prstDash val="solid"/>
                    </a:lnTlToBr>
                    <a:lnBlToTr w="12700" cmpd="sng">
                      <a:noFill/>
                      <a:prstDash val="solid"/>
                    </a:lnBlToTr>
                    <a:solidFill>
                      <a:srgbClr val="ECECEC"/>
                    </a:solidFill>
                  </a:tcPr>
                </a:tc>
                <a:extLst>
                  <a:ext uri="{0D108BD9-81ED-4DB2-BD59-A6C34878D82A}">
                    <a16:rowId xmlns:a16="http://schemas.microsoft.com/office/drawing/2014/main" val="10001"/>
                  </a:ext>
                </a:extLst>
              </a:tr>
            </a:tbl>
          </a:graphicData>
        </a:graphic>
      </p:graphicFrame>
      <p:sp>
        <p:nvSpPr>
          <p:cNvPr id="3" name="文本框 2">
            <a:extLst>
              <a:ext uri="{FF2B5EF4-FFF2-40B4-BE49-F238E27FC236}">
                <a16:creationId xmlns:a16="http://schemas.microsoft.com/office/drawing/2014/main" id="{75452A86-14B3-1D74-9D73-21611C72E446}"/>
              </a:ext>
            </a:extLst>
          </p:cNvPr>
          <p:cNvSpPr txBox="1"/>
          <p:nvPr/>
        </p:nvSpPr>
        <p:spPr>
          <a:xfrm>
            <a:off x="5751195" y="626745"/>
            <a:ext cx="5436235" cy="521970"/>
          </a:xfrm>
          <a:prstGeom prst="rect">
            <a:avLst/>
          </a:prstGeom>
          <a:noFill/>
        </p:spPr>
        <p:txBody>
          <a:bodyPr wrap="square">
            <a:spAutoFit/>
          </a:bodyPr>
          <a:lstStyle/>
          <a:p>
            <a:r>
              <a:rPr lang="en-US" sz="2800" b="1" spc="225" dirty="0">
                <a:solidFill>
                  <a:srgbClr val="006370"/>
                </a:solidFill>
                <a:latin typeface="微软雅黑" panose="020B0503020204020204" pitchFamily="34" charset="-122"/>
                <a:ea typeface="微软雅黑" panose="020B0503020204020204" pitchFamily="34" charset="-122"/>
              </a:rPr>
              <a:t>1</a:t>
            </a:r>
            <a:r>
              <a:rPr sz="2800" b="1" spc="225" dirty="0">
                <a:solidFill>
                  <a:srgbClr val="006370"/>
                </a:solidFill>
                <a:latin typeface="微软雅黑" panose="020B0503020204020204" pitchFamily="34" charset="-122"/>
                <a:ea typeface="微软雅黑" panose="020B0503020204020204" pitchFamily="34" charset="-122"/>
              </a:rPr>
              <a:t>.</a:t>
            </a:r>
            <a:r>
              <a:rPr lang="en-US" sz="2800" b="1" spc="225" dirty="0">
                <a:solidFill>
                  <a:srgbClr val="006370"/>
                </a:solidFill>
                <a:latin typeface="微软雅黑" panose="020B0503020204020204" pitchFamily="34" charset="-122"/>
                <a:ea typeface="微软雅黑" panose="020B0503020204020204" pitchFamily="34" charset="-122"/>
              </a:rPr>
              <a:t>5</a:t>
            </a:r>
            <a:r>
              <a:rPr sz="2800" b="1" spc="225" dirty="0">
                <a:solidFill>
                  <a:srgbClr val="006370"/>
                </a:solidFill>
                <a:latin typeface="微软雅黑" panose="020B0503020204020204" pitchFamily="34" charset="-122"/>
                <a:ea typeface="微软雅黑" panose="020B0503020204020204" pitchFamily="34" charset="-122"/>
              </a:rPr>
              <a:t>.</a:t>
            </a:r>
            <a:r>
              <a:rPr lang="en-US" sz="2800" b="1" spc="225" dirty="0">
                <a:solidFill>
                  <a:srgbClr val="006370"/>
                </a:solidFill>
                <a:latin typeface="微软雅黑" panose="020B0503020204020204" pitchFamily="34" charset="-122"/>
                <a:ea typeface="微软雅黑" panose="020B0503020204020204" pitchFamily="34" charset="-122"/>
              </a:rPr>
              <a:t>7 </a:t>
            </a:r>
            <a:r>
              <a:rPr lang="en-US" sz="2800" b="1" spc="225" dirty="0">
                <a:solidFill>
                  <a:srgbClr val="006370"/>
                </a:solidFill>
                <a:latin typeface="微软雅黑" panose="020B0503020204020204" pitchFamily="34" charset="-122"/>
                <a:ea typeface="微软雅黑" panose="020B0503020204020204" pitchFamily="34" charset="-122"/>
                <a:sym typeface="+mn-ea"/>
              </a:rPr>
              <a:t>邮件合并</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1.5</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长文档排版</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defPPr>
              <a:defRPr lang="zh-CN"/>
            </a:defPPr>
            <a:lvl1pPr>
              <a:defRPr sz="2800" b="1" spc="225">
                <a:solidFill>
                  <a:srgbClr val="006370"/>
                </a:solidFill>
                <a:latin typeface="微软雅黑" panose="020B0503020204020204" pitchFamily="34" charset="-122"/>
                <a:ea typeface="微软雅黑" panose="020B0503020204020204" pitchFamily="34" charset="-122"/>
              </a:defRPr>
            </a:lvl1pPr>
          </a:lstStyle>
          <a:p>
            <a:r>
              <a:rPr lang="en-US" dirty="0"/>
              <a:t>1</a:t>
            </a:r>
            <a:r>
              <a:rPr dirty="0"/>
              <a:t>.</a:t>
            </a:r>
            <a:r>
              <a:rPr lang="en-US" dirty="0"/>
              <a:t>5</a:t>
            </a:r>
            <a:r>
              <a:rPr dirty="0"/>
              <a:t>.</a:t>
            </a:r>
            <a:r>
              <a:rPr lang="en-US" dirty="0"/>
              <a:t>8 </a:t>
            </a:r>
            <a:r>
              <a:rPr lang="zh-CN" altLang="en-US" dirty="0">
                <a:sym typeface="+mn-ea"/>
              </a:rPr>
              <a:t>审阅与修订文档</a:t>
            </a:r>
          </a:p>
        </p:txBody>
      </p:sp>
      <p:sp>
        <p:nvSpPr>
          <p:cNvPr id="3" name="文本框 2"/>
          <p:cNvSpPr txBox="1"/>
          <p:nvPr/>
        </p:nvSpPr>
        <p:spPr>
          <a:xfrm>
            <a:off x="1051912" y="1606935"/>
            <a:ext cx="10243820" cy="4030980"/>
          </a:xfrm>
          <a:prstGeom prst="rect">
            <a:avLst/>
          </a:prstGeom>
          <a:noFill/>
        </p:spPr>
        <p:txBody>
          <a:bodyPr wrap="square" rtlCol="0" anchor="t">
            <a:spAutoFit/>
          </a:bodyPr>
          <a:lstStyle/>
          <a:p>
            <a:pPr marL="285750" algn="l" fontAlgn="auto">
              <a:lnSpc>
                <a:spcPct val="150000"/>
              </a:lnSpc>
              <a:spcBef>
                <a:spcPts val="1200"/>
              </a:spcBef>
            </a:pPr>
            <a:r>
              <a:rPr sz="2400" b="1" dirty="0">
                <a:sym typeface="+mn-ea"/>
              </a:rPr>
              <a:t>1.修订文档</a:t>
            </a:r>
          </a:p>
          <a:p>
            <a:pPr marL="285750" indent="508000" algn="l" fontAlgn="auto">
              <a:lnSpc>
                <a:spcPct val="150000"/>
              </a:lnSpc>
              <a:spcBef>
                <a:spcPts val="1200"/>
              </a:spcBef>
              <a:buFont typeface="Wingdings" panose="05000000000000000000" charset="0"/>
              <a:buChar char="Ø"/>
              <a:extLst>
                <a:ext uri="{35155182-B16C-46BC-9424-99874614C6A1}">
                  <wpsdc:indentchars xmlns:wpsdc="http://www.wps.cn/officeDocument/2017/drawingmlCustomData" xmlns="" val="200" checksum="282533468"/>
                </a:ext>
              </a:extLst>
            </a:pPr>
            <a:r>
              <a:rPr sz="2000" dirty="0">
                <a:sym typeface="+mn-ea"/>
              </a:rPr>
              <a:t>修订功能能够在原有的Word文档中添加各类修订操作的标记，便于原作者和修订者都能够清楚地区分原来的文本和修订后的文本状态。修订文档的方法步骤如下：</a:t>
            </a:r>
          </a:p>
          <a:p>
            <a:pPr marL="285750" algn="l" fontAlgn="auto">
              <a:lnSpc>
                <a:spcPct val="150000"/>
              </a:lnSpc>
              <a:spcBef>
                <a:spcPts val="1200"/>
              </a:spcBef>
            </a:pPr>
            <a:r>
              <a:rPr sz="2000" dirty="0">
                <a:sym typeface="+mn-ea"/>
              </a:rPr>
              <a:t>（1）单击“审阅”选项卡功能区中的“修订”按钮，开启文档的修订状态</a:t>
            </a:r>
          </a:p>
          <a:p>
            <a:pPr marL="285750" algn="l" fontAlgn="auto">
              <a:lnSpc>
                <a:spcPct val="150000"/>
              </a:lnSpc>
              <a:spcBef>
                <a:spcPts val="1200"/>
              </a:spcBef>
            </a:pPr>
            <a:r>
              <a:rPr sz="2000" dirty="0">
                <a:sym typeface="+mn-ea"/>
              </a:rPr>
              <a:t>（2）进行文档的修改工作，所做的修改操作会增加相应的标记，例如插入内容用单下划线标记，删除内容用删除线标记</a:t>
            </a:r>
          </a:p>
          <a:p>
            <a:pPr marL="285750" algn="l" fontAlgn="auto">
              <a:lnSpc>
                <a:spcPct val="150000"/>
              </a:lnSpc>
              <a:spcBef>
                <a:spcPts val="1200"/>
              </a:spcBef>
            </a:pPr>
            <a:r>
              <a:rPr sz="2000" dirty="0">
                <a:sym typeface="+mn-ea"/>
              </a:rPr>
              <a:t>（3）完成修订后，再次单击“修订”按钮，就关闭了修订状态</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1.5</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长文档排版</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1052749" y="1282611"/>
            <a:ext cx="10754756" cy="5184775"/>
          </a:xfrm>
          <a:prstGeom prst="rect">
            <a:avLst/>
          </a:prstGeom>
          <a:noFill/>
        </p:spPr>
        <p:txBody>
          <a:bodyPr wrap="square" rtlCol="0" anchor="t">
            <a:spAutoFit/>
          </a:bodyPr>
          <a:lstStyle/>
          <a:p>
            <a:pPr marL="285750" algn="l" fontAlgn="auto">
              <a:lnSpc>
                <a:spcPct val="150000"/>
              </a:lnSpc>
              <a:spcBef>
                <a:spcPts val="600"/>
              </a:spcBef>
            </a:pPr>
            <a:r>
              <a:rPr sz="2400" b="1" dirty="0">
                <a:sym typeface="+mn-ea"/>
              </a:rPr>
              <a:t>2.接受或拒绝修订</a:t>
            </a:r>
          </a:p>
          <a:p>
            <a:pPr marL="285750" indent="508000" algn="l" fontAlgn="auto">
              <a:lnSpc>
                <a:spcPct val="150000"/>
              </a:lnSpc>
              <a:spcBef>
                <a:spcPts val="600"/>
              </a:spcBef>
              <a:buFont typeface="Wingdings" panose="05000000000000000000" charset="0"/>
              <a:buChar char="Ø"/>
              <a:extLst>
                <a:ext uri="{35155182-B16C-46BC-9424-99874614C6A1}">
                  <wpsdc:indentchars xmlns:wpsdc="http://www.wps.cn/officeDocument/2017/drawingmlCustomData" xmlns="" val="200" checksum="282533468"/>
                </a:ext>
              </a:extLst>
            </a:pPr>
            <a:r>
              <a:rPr sz="2000" dirty="0" err="1">
                <a:sym typeface="+mn-ea"/>
              </a:rPr>
              <a:t>当文档的撰写者收到审阅后的文档，在修订状态下可以查看审阅人对文档所做的修改，并根据需要决定是“接受修订”还是“拒绝修订</a:t>
            </a:r>
            <a:r>
              <a:rPr sz="2000" dirty="0">
                <a:sym typeface="+mn-ea"/>
              </a:rPr>
              <a:t>”</a:t>
            </a:r>
            <a:endParaRPr lang="en-US" sz="2000" dirty="0">
              <a:sym typeface="+mn-ea"/>
            </a:endParaRPr>
          </a:p>
          <a:p>
            <a:pPr marL="285750" indent="508000" algn="l" fontAlgn="auto">
              <a:lnSpc>
                <a:spcPct val="150000"/>
              </a:lnSpc>
              <a:spcBef>
                <a:spcPts val="600"/>
              </a:spcBef>
              <a:buFont typeface="Wingdings" panose="05000000000000000000" charset="0"/>
              <a:buChar char="Ø"/>
              <a:extLst>
                <a:ext uri="{35155182-B16C-46BC-9424-99874614C6A1}">
                  <wpsdc:indentchars xmlns:wpsdc="http://www.wps.cn/officeDocument/2017/drawingmlCustomData" xmlns="" val="200" checksum="282533468"/>
                </a:ext>
              </a:extLst>
            </a:pPr>
            <a:r>
              <a:rPr sz="2000" dirty="0" err="1">
                <a:sym typeface="+mn-ea"/>
              </a:rPr>
              <a:t>接受或拒绝文档修订的方法步骤如下</a:t>
            </a:r>
            <a:r>
              <a:rPr sz="2000" dirty="0">
                <a:sym typeface="+mn-ea"/>
              </a:rPr>
              <a:t>：</a:t>
            </a:r>
          </a:p>
          <a:p>
            <a:pPr marL="285750" algn="l" fontAlgn="auto">
              <a:lnSpc>
                <a:spcPct val="150000"/>
              </a:lnSpc>
              <a:spcBef>
                <a:spcPts val="600"/>
              </a:spcBef>
            </a:pPr>
            <a:r>
              <a:rPr sz="2000" dirty="0">
                <a:sym typeface="+mn-ea"/>
              </a:rPr>
              <a:t>（1）单击“审阅”选项卡“修订”功能区中的“修订”按钮，开启文档的修订状态。</a:t>
            </a:r>
          </a:p>
          <a:p>
            <a:pPr marL="285750" algn="l" fontAlgn="auto">
              <a:lnSpc>
                <a:spcPct val="150000"/>
              </a:lnSpc>
              <a:spcBef>
                <a:spcPts val="600"/>
              </a:spcBef>
            </a:pPr>
            <a:r>
              <a:rPr sz="2000" dirty="0">
                <a:sym typeface="+mn-ea"/>
              </a:rPr>
              <a:t>（2）单击选择文档编辑区右侧的修订条目，如果同意该项修订，就单击“审阅”选项卡功能区中的“接受”按钮，修订的内容就会生效，例如删除的内容就真的被删除，新增的内容成为文档的一部分。</a:t>
            </a:r>
          </a:p>
          <a:p>
            <a:pPr marL="285750" algn="l" fontAlgn="auto">
              <a:lnSpc>
                <a:spcPct val="150000"/>
              </a:lnSpc>
              <a:spcBef>
                <a:spcPts val="600"/>
              </a:spcBef>
            </a:pPr>
            <a:r>
              <a:rPr sz="2000" dirty="0">
                <a:sym typeface="+mn-ea"/>
              </a:rPr>
              <a:t>（3）如果不同意该项修订，就单击“拒绝”按钮，显示修订的标记就会消失，恢复成原来的文档状态。</a:t>
            </a:r>
          </a:p>
        </p:txBody>
      </p:sp>
      <p:sp>
        <p:nvSpPr>
          <p:cNvPr id="4" name="文本框 3">
            <a:extLst>
              <a:ext uri="{FF2B5EF4-FFF2-40B4-BE49-F238E27FC236}">
                <a16:creationId xmlns:a16="http://schemas.microsoft.com/office/drawing/2014/main" id="{073F08BE-71E8-6AE9-3159-88825E524760}"/>
              </a:ext>
            </a:extLst>
          </p:cNvPr>
          <p:cNvSpPr txBox="1"/>
          <p:nvPr/>
        </p:nvSpPr>
        <p:spPr>
          <a:xfrm>
            <a:off x="5751195" y="626745"/>
            <a:ext cx="5436235" cy="521970"/>
          </a:xfrm>
          <a:prstGeom prst="rect">
            <a:avLst/>
          </a:prstGeom>
          <a:noFill/>
        </p:spPr>
        <p:txBody>
          <a:bodyPr wrap="square">
            <a:spAutoFit/>
          </a:bodyPr>
          <a:lstStyle>
            <a:defPPr>
              <a:defRPr lang="zh-CN"/>
            </a:defPPr>
            <a:lvl1pPr>
              <a:defRPr sz="2800" b="1" spc="225">
                <a:solidFill>
                  <a:srgbClr val="006370"/>
                </a:solidFill>
                <a:latin typeface="微软雅黑" panose="020B0503020204020204" pitchFamily="34" charset="-122"/>
                <a:ea typeface="微软雅黑" panose="020B0503020204020204" pitchFamily="34" charset="-122"/>
              </a:defRPr>
            </a:lvl1pPr>
          </a:lstStyle>
          <a:p>
            <a:r>
              <a:rPr lang="en-US" dirty="0"/>
              <a:t>1</a:t>
            </a:r>
            <a:r>
              <a:rPr dirty="0"/>
              <a:t>.</a:t>
            </a:r>
            <a:r>
              <a:rPr lang="en-US" dirty="0"/>
              <a:t>5</a:t>
            </a:r>
            <a:r>
              <a:rPr dirty="0"/>
              <a:t>.</a:t>
            </a:r>
            <a:r>
              <a:rPr lang="en-US" dirty="0"/>
              <a:t>8 </a:t>
            </a:r>
            <a:r>
              <a:rPr lang="zh-CN" altLang="en-US" dirty="0">
                <a:sym typeface="+mn-ea"/>
              </a:rPr>
              <a:t>审阅与修订文档</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1.5</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长文档排版</a:t>
            </a: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1293251" y="1300865"/>
            <a:ext cx="10046511" cy="5184775"/>
          </a:xfrm>
          <a:prstGeom prst="rect">
            <a:avLst/>
          </a:prstGeom>
          <a:noFill/>
        </p:spPr>
        <p:txBody>
          <a:bodyPr wrap="square" rtlCol="0" anchor="t">
            <a:spAutoFit/>
          </a:bodyPr>
          <a:lstStyle/>
          <a:p>
            <a:pPr marL="285750" algn="l" fontAlgn="auto">
              <a:lnSpc>
                <a:spcPct val="150000"/>
              </a:lnSpc>
              <a:spcBef>
                <a:spcPts val="1200"/>
              </a:spcBef>
            </a:pPr>
            <a:r>
              <a:rPr sz="2400" b="1" dirty="0">
                <a:sym typeface="+mn-ea"/>
              </a:rPr>
              <a:t>3.快速比较文档</a:t>
            </a:r>
          </a:p>
          <a:p>
            <a:pPr marL="285750" indent="508000" algn="l" fontAlgn="auto">
              <a:lnSpc>
                <a:spcPct val="150000"/>
              </a:lnSpc>
              <a:spcBef>
                <a:spcPts val="600"/>
              </a:spcBef>
              <a:buFont typeface="Wingdings" panose="05000000000000000000" charset="0"/>
              <a:buChar char="Ø"/>
              <a:extLst>
                <a:ext uri="{35155182-B16C-46BC-9424-99874614C6A1}">
                  <wpsdc:indentchars xmlns:wpsdc="http://www.wps.cn/officeDocument/2017/drawingmlCustomData" xmlns="" val="200" checksum="282533468"/>
                </a:ext>
              </a:extLst>
            </a:pPr>
            <a:r>
              <a:rPr sz="2000" dirty="0" err="1">
                <a:sym typeface="+mn-ea"/>
              </a:rPr>
              <a:t>当文档的经过审阅修订后，可以通过对比的方式查看前后两个版本的异同</a:t>
            </a:r>
            <a:r>
              <a:rPr lang="zh-CN" sz="2000" dirty="0" err="1">
                <a:sym typeface="+mn-ea"/>
              </a:rPr>
              <a:t>，</a:t>
            </a:r>
            <a:r>
              <a:rPr sz="2000" dirty="0" err="1">
                <a:sym typeface="+mn-ea"/>
              </a:rPr>
              <a:t>方法步骤如下</a:t>
            </a:r>
            <a:r>
              <a:rPr sz="2000" dirty="0">
                <a:sym typeface="+mn-ea"/>
              </a:rPr>
              <a:t>：</a:t>
            </a:r>
          </a:p>
          <a:p>
            <a:pPr marL="285750" algn="l" fontAlgn="auto">
              <a:lnSpc>
                <a:spcPct val="150000"/>
              </a:lnSpc>
              <a:spcBef>
                <a:spcPts val="600"/>
              </a:spcBef>
            </a:pPr>
            <a:r>
              <a:rPr sz="2000" dirty="0">
                <a:sym typeface="+mn-ea"/>
              </a:rPr>
              <a:t>（1）单击“审阅”选项卡功能区中的“比较”按钮，在弹出的下拉列表中单击“比较”命令</a:t>
            </a:r>
          </a:p>
          <a:p>
            <a:pPr marL="285750" algn="l" fontAlgn="auto">
              <a:lnSpc>
                <a:spcPct val="150000"/>
              </a:lnSpc>
              <a:spcBef>
                <a:spcPts val="600"/>
              </a:spcBef>
            </a:pPr>
            <a:r>
              <a:rPr sz="2000" dirty="0">
                <a:sym typeface="+mn-ea"/>
              </a:rPr>
              <a:t>（2）在弹出的“比较文档”对话框中，单击“原文档”右侧向下箭头，通过浏览找到原始文档；单击“修订的文档”右侧向下箭头，通过浏览找到修订后的文档</a:t>
            </a:r>
          </a:p>
          <a:p>
            <a:pPr marL="285750" algn="l" fontAlgn="auto">
              <a:lnSpc>
                <a:spcPct val="150000"/>
              </a:lnSpc>
              <a:spcBef>
                <a:spcPts val="600"/>
              </a:spcBef>
            </a:pPr>
            <a:r>
              <a:rPr sz="2000" dirty="0">
                <a:sym typeface="+mn-ea"/>
              </a:rPr>
              <a:t>（3）单击“更多”按钮，可以在展开的选项区里设置更为详细的比较项；“修订的显示级别”可以选择“字符级别”或者“字词级别”，“修订的显示位置”可以选择“原文档”“修订后的文档”或者“新文档”，默认选项是“新文档”</a:t>
            </a:r>
          </a:p>
          <a:p>
            <a:pPr marL="285750" algn="l" fontAlgn="auto">
              <a:lnSpc>
                <a:spcPct val="150000"/>
              </a:lnSpc>
              <a:spcBef>
                <a:spcPts val="600"/>
              </a:spcBef>
            </a:pPr>
            <a:r>
              <a:rPr sz="2000" dirty="0">
                <a:sym typeface="+mn-ea"/>
              </a:rPr>
              <a:t>（4）单击“确定”按钮，两个文档之间的不同之处将突显在新文档中</a:t>
            </a:r>
          </a:p>
        </p:txBody>
      </p:sp>
      <p:sp>
        <p:nvSpPr>
          <p:cNvPr id="4" name="文本框 3">
            <a:extLst>
              <a:ext uri="{FF2B5EF4-FFF2-40B4-BE49-F238E27FC236}">
                <a16:creationId xmlns:a16="http://schemas.microsoft.com/office/drawing/2014/main" id="{23CAD8AD-0405-DAF8-F13C-A33FE948F8B0}"/>
              </a:ext>
            </a:extLst>
          </p:cNvPr>
          <p:cNvSpPr txBox="1"/>
          <p:nvPr/>
        </p:nvSpPr>
        <p:spPr>
          <a:xfrm>
            <a:off x="5751195" y="626745"/>
            <a:ext cx="5436235" cy="521970"/>
          </a:xfrm>
          <a:prstGeom prst="rect">
            <a:avLst/>
          </a:prstGeom>
          <a:noFill/>
        </p:spPr>
        <p:txBody>
          <a:bodyPr wrap="square">
            <a:spAutoFit/>
          </a:bodyPr>
          <a:lstStyle>
            <a:defPPr>
              <a:defRPr lang="zh-CN"/>
            </a:defPPr>
            <a:lvl1pPr>
              <a:defRPr sz="2800" b="1" spc="225">
                <a:solidFill>
                  <a:srgbClr val="006370"/>
                </a:solidFill>
                <a:latin typeface="微软雅黑" panose="020B0503020204020204" pitchFamily="34" charset="-122"/>
                <a:ea typeface="微软雅黑" panose="020B0503020204020204" pitchFamily="34" charset="-122"/>
              </a:defRPr>
            </a:lvl1pPr>
          </a:lstStyle>
          <a:p>
            <a:r>
              <a:rPr lang="en-US" dirty="0"/>
              <a:t>1</a:t>
            </a:r>
            <a:r>
              <a:rPr dirty="0"/>
              <a:t>.</a:t>
            </a:r>
            <a:r>
              <a:rPr lang="en-US" dirty="0"/>
              <a:t>5</a:t>
            </a:r>
            <a:r>
              <a:rPr dirty="0"/>
              <a:t>.</a:t>
            </a:r>
            <a:r>
              <a:rPr lang="en-US" dirty="0"/>
              <a:t>8 </a:t>
            </a:r>
            <a:r>
              <a:rPr lang="zh-CN" altLang="en-US" dirty="0">
                <a:sym typeface="+mn-ea"/>
              </a:rPr>
              <a:t>审阅与修订文档</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12.xml><?xml version="1.0" encoding="utf-8"?>
<p:sld xmlns:a="http://schemas.openxmlformats.org/drawingml/2006/main" xmlns:r="http://schemas.openxmlformats.org/officeDocument/2006/relationships" xmlns:p="http://schemas.openxmlformats.org/presentationml/2006/main">
  <p:cSld>
    <p:bg>
      <p:bgPr>
        <a:pattFill prst="dkDnDiag">
          <a:fgClr>
            <a:schemeClr val="bg1">
              <a:lumMod val="95000"/>
            </a:schemeClr>
          </a:fgClr>
          <a:bgClr>
            <a:schemeClr val="bg1"/>
          </a:bgClr>
        </a:pattFill>
        <a:effectLst/>
      </p:bgPr>
    </p:bg>
    <p:spTree>
      <p:nvGrpSpPr>
        <p:cNvPr id="1" name=""/>
        <p:cNvGrpSpPr/>
        <p:nvPr/>
      </p:nvGrpSpPr>
      <p:grpSpPr>
        <a:xfrm>
          <a:off x="0" y="0"/>
          <a:ext cx="0" cy="0"/>
          <a:chOff x="0" y="0"/>
          <a:chExt cx="0" cy="0"/>
        </a:xfrm>
      </p:grpSpPr>
      <p:sp>
        <p:nvSpPr>
          <p:cNvPr id="3" name="矩形 2"/>
          <p:cNvSpPr/>
          <p:nvPr/>
        </p:nvSpPr>
        <p:spPr>
          <a:xfrm>
            <a:off x="0" y="2590192"/>
            <a:ext cx="12192000" cy="2214511"/>
          </a:xfrm>
          <a:prstGeom prst="rect">
            <a:avLst/>
          </a:prstGeom>
          <a:solidFill>
            <a:srgbClr val="004D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TextBox 7"/>
          <p:cNvSpPr txBox="1"/>
          <p:nvPr/>
        </p:nvSpPr>
        <p:spPr>
          <a:xfrm>
            <a:off x="2359061" y="3062422"/>
            <a:ext cx="7640670" cy="1270049"/>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pPr algn="dist"/>
            <a:r>
              <a:rPr lang="zh-CN" altLang="en-US" sz="8000" dirty="0">
                <a:solidFill>
                  <a:schemeClr val="bg1">
                    <a:lumMod val="95000"/>
                  </a:schemeClr>
                </a:solidFill>
                <a:latin typeface="微软雅黑" panose="020B0503020204020204" pitchFamily="34" charset="-122"/>
                <a:ea typeface="微软雅黑" panose="020B0503020204020204" pitchFamily="34" charset="-122"/>
              </a:rPr>
              <a:t>授课完毕</a:t>
            </a:r>
            <a:endParaRPr lang="zh-CN" altLang="zh-CN" sz="8000" dirty="0">
              <a:solidFill>
                <a:schemeClr val="bg1">
                  <a:lumMod val="95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par>
                          <p:cTn id="8" fill="hold">
                            <p:stCondLst>
                              <p:cond delay="500"/>
                            </p:stCondLst>
                            <p:childTnLst>
                              <p:par>
                                <p:cTn id="9" presetID="2" presetClass="entr" presetSubtype="1" decel="53300" fill="hold" grpId="0" nodeType="afterEffect">
                                  <p:stCondLst>
                                    <p:cond delay="0"/>
                                  </p:stCondLst>
                                  <p:iterate type="lt">
                                    <p:tmPct val="10000"/>
                                  </p:iterate>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750" fill="hold"/>
                                        <p:tgtEl>
                                          <p:spTgt spid="13"/>
                                        </p:tgtEl>
                                        <p:attrNameLst>
                                          <p:attrName>ppt_x</p:attrName>
                                        </p:attrNameLst>
                                      </p:cBhvr>
                                      <p:tavLst>
                                        <p:tav tm="0">
                                          <p:val>
                                            <p:strVal val="#ppt_x"/>
                                          </p:val>
                                        </p:tav>
                                        <p:tav tm="100000">
                                          <p:val>
                                            <p:strVal val="#ppt_x"/>
                                          </p:val>
                                        </p:tav>
                                      </p:tavLst>
                                    </p:anim>
                                    <p:anim calcmode="lin" valueType="num">
                                      <p:cBhvr additive="base">
                                        <p:cTn id="12" dur="750" fill="hold"/>
                                        <p:tgtEl>
                                          <p:spTgt spid="1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3" grpId="0"/>
    </p:bldLst>
  </p:timing>
</p:sld>
</file>

<file path=ppt/tags/tag1.xml><?xml version="1.0" encoding="utf-8"?>
<p:tagLst xmlns:a="http://schemas.openxmlformats.org/drawingml/2006/main" xmlns:r="http://schemas.openxmlformats.org/officeDocument/2006/relationships" xmlns:p="http://schemas.openxmlformats.org/presentationml/2006/main">
  <p:tag name="ISPRING_ULTRA_SCORM_COURSE_ID" val="581DC8C8-4930-4546-80B0-1FA778519224"/>
  <p:tag name="ISPRING_SCORM_ENDPOINT" val="&lt;endpoint&gt;&lt;enable&gt;0&lt;/enable&gt;&lt;lrs&gt;http://&lt;/lrs&gt;&lt;auth&gt;0&lt;/auth&gt;&lt;login&gt;&lt;/login&gt;&lt;password&gt;&lt;/password&gt;&lt;key&gt;&lt;/key&gt;&lt;name&gt;&lt;/name&gt;&lt;email&gt;&lt;/email&gt;&lt;/endpoint&gt;&#10;"/>
  <p:tag name="ISPRING_SCORM_RATE_SLIDES" val="1"/>
  <p:tag name="ISPRINGONLINEFOLDERID" val="0"/>
  <p:tag name="ISPRINGONLINEFOLDERPATH" val="内容列表"/>
  <p:tag name="ISPRINGCLOUDFOLDERID" val="0"/>
  <p:tag name="ISPRINGCLOUDFOLDERPATH" val="资源库"/>
  <p:tag name="ISPRING_PLAYERS_CUSTOMIZATION" val="UEsDBBQAAgAIABSiw0gVDq0oZAQAAAcRAAAdAAAAdW5pdmVyc2FsL2NvbW1vbl9tZXNzYWdlcy5sbmetWG1v2zYQ/l6g/4EQUGADtrQd0KIYEge0xNhEZMmV6DjZCwRGYmwilJjpxW32ab9mP2y/ZEfKTuK+QFISwDZMyvfc8e6eu6MPjz/nCm1EWUldHDlvD944SBSpzmSxOnIW7OTnDw6qal5kXOlCHDmFdtDx6OWLQ8WLVcNXAr6/fIHQYS6qCpbVyKzu10hmR858nLjhbI6Di8QPJ2EyphNn5Or8hhe3yNcr/Uf5wy/vP3x+++79j4evt5J9gOIZ9v19KGSR3r3pARSwKPQTQCN+EpBz5ozM5zC5cMF8GhBntP0yTHoekTNnZD475RZRRAKWxD71SELjJAiZ9YVPGPGc0YVu0JpvBKo12kjxCdVrAZGsZSlQpWRmH6QaNopGdCnzwhmmQRKRmEXUZTQMnFGsy/L2JwvLm3qtS1BXoUxW/FKJzOqEnLHPb0pRgWpeQ04heNVrCb/UOZfFQafqCC9pMElYGPpxQgJvt+OMSJEhr+RGzUCUCMckAoCSV6J8hGxis8yKI6zUMIQpnUx9eDNjwlSu1gre9VA75gRiMBdFlxTkCIkgu+J4GUaecRqoQhzd8Kr6pMtsLz8eBqoLmAZuCCnosgfgzGDsgCHGEipHWYq07gKbkTjGE5KMw3NIZOBdOEQiPAW6nQ6RuCAxUITEXTIBPqMTbBLeUGyX/zt+pdyks7pFPE1BzrhvI3VTwY5xKbDAMq06GKYmJh8XEDaK/e/QuEUF79rVSm4E2FFmouxUBJXFJZ7Joo8L+ltygqlPvATSyguXCbMlz2jM+S0qdI14tuFFKtClSHkDuX4LzzKZ2Wcmzlb/X438G/F6W1VebQtS4JHzV0Pt2ath3zCrqcCmuhb5Td2l2jhsa/5jrDA5/V0T+hz9cfpjlwQ4ouHzRKaSeaPaqvvk+NxZNjRGnUY80VP9o/XclsRtbR1TKFhjqftLEOimpn9AA1T9pWhwAormbYmGGk6LqwE6g3ALEGj0WIwzcNWeCWfgwgHySzKOKYPZaCkuK1l3jh2WjW2Avh3aFOY8JWpxT8ZLcaVhwlGCb9rpA7qQjXRnQB8MN3utglHmg8kBAK7a5AFIJXOwP+uBuZiRnQfaAr93kqVuVGbJq+S1LfLg2yYXX49NV6XO7a7i1S552yZz/BQr2sNFrdL5gPZ/x7/e8XlAv8dHKSY4cqeJiwOXmEHfcFX1FAIKGFf4LE58PDbiwIWc1+kamumVboqsJ1A7q3vkBAPY9syx4GW6/u+ff3tifGFJu4u2u78OAgFimypI7sB+D3Qtqj+7QBge78vZRR+p7d1mJ9fzqsMoZOGz3CF421pyncPWQbdeSPJt0DBj2J3OgAexTXvdlDC6DUGY4egUapmdwp3RjJfXUAiZ1moQinW1ScB6mPb762VTK1mIIbJPayXmwIzOE+x59q4N5FMyvW57ZgY3inR76VZw6e4L5k5xAHX2CzyRyXogoG1NuyoERG/X9zTffN2p7laV/cvi8PWDfzD+B1BLAwQUAAIACAAUosNICH4LIykDAACGDAAAJwAAAHVuaXZlcnNhbC9mbGFzaF9wdWJsaXNoaW5nX3NldHRpbmdzLnhtbNVX3W7aMBS+5yksT70saTu6diihqgpo1VpAhW3tVWViQ6w6dhbbUHq1p9mD7Ul2HAMFtevSH6RNCBGfn+/8n5jw6DYVaMJyzZWM8G51ByMmY0W5HEf4y6C9fYiRNkRSIpRkEZYKo6NGJczsUHCd9JkxIKoRwEhdz0yEE2OyehBMp9Mq11nuuEpYA/i6Gqs0yHKmmTQsDzJBZvBjZhnTeI5QAgC+qZJztUalglDokc4VtYIhTsFzyV1QRLQF0QkOvNiQxDfjXFlJT5RQOcrHwwi/Ozx2n4WMh2rylEmXE90AoiObOqGUOy+I6PM7hhLGxwm4e1DDaMqpSSK8V3MoIB08RCmwfejEoZwoyIE0c/iUGUKJIf7o7Rl2a/SC4El0JknK4wFwkIs/ws3B9aerXuvi7LTz+XrQ7Z4NTnveiUInWMcJg3VDITikbB6zpZ2QGEPiBPwGnRERmoXBKmkhNlJyzTl3RkMlIPeFFrRROmS0Q1K2Uo3+DZdtkNzFaASBiFmEj3NOBEbcEMHjpbK2Q224KareXpVEgAXtydB5H9+b99mJE5JrturWgqNdzuPGN2UFRTNlkeA3DBmFIH6bwlPC0Gpx0ChXaUGF9jFICw4WJ5xNGT0qcjoH/JOhKzCRWtCEXs0EM97Cd8vv0JCNVA64jEygs4HOtcevPgs4I1rfg5KFj1v9s9Nm6/q002xdbrkACZ0QGT8THArO0sxsBJ/MkFRmoQfpiInVrCgK5bTglYmt+vIyaJ5a4cv81sVYgd5gSTZj5TmF+asHpc0mZFIMohuuAhpGkENJPCYwYlgXXFpWFjAmEikpZojEsNa0G+sJV1YDxQ+wh9Yv99DrIy6L0xhWG1jMKctLQe7s7r2v7X84OPxYrwa/fvzcflJpvvB7gjhzfuOfPLnyl2v/4TYMA7elH1/aJrf/5s7uXbS+lslrp3U5KFXSVr8UXLeMVPdzGakL/5LprbxgSrkAS2nshwzWkuApN4y+ZYu9oE1e9W73PbaZNtlgzK8Zjf8mZH9aXhPX7oVh8OjF1XFSLnkKiXArcXnbbezXduCm+SirUgG09f8OjcpvUEsDBBQAAgAIABSiw0i1/AlkugIAAFUKAAAhAAAAdW5pdmVyc2FsL2ZsYXNoX3NraW5fc2V0dGluZ3MueG1slVZtb+IwDP5+vwJx3+nulZ3UITHGSZN2t+k27XvamjYiTaokZce/vzhN1gQo9LAmEft5bMexzVK1pXzxYTJJc8GEfAatKS8VarxuQoubadZqLfgsF1wD1zMuZE3YdPHxp/2kiUVeYokdyLGcDcmhDzO3nzEUF+PbHGWIkIu6IXz/IEoxy0i+LaVoeXExtWrfgGSUbw3y6sd8tR4MwKjS9xrqKKf1Nco4SiNBKcCUvq9RLrIYyYD5SFf2M5LThzp/+wPajiqqLW35CWWI1pAS4iJfL1GG8dx4j19ljnKeoOGvNtAvn1EGoYzsQcbO776iDDJE0zb/0yONFCUWNOacf8R3DhOkMOOHWV2hXCTghTDQxVdw5bF3vQtA7ms49ymOqxTsCet6sBDw0TMGCy1bSBN/6myqEm+PrTbzAYsNYcoAQlUPejJJP5FWeTexrsf9gTfKi9CX0/SQV8HaGlZdwoG7WN/jV6tbuytCp++6IEMJO6cMUuyVPfK3qesRMlD2yGdGC3jkbH+cwaGpI/lHviXuOc/X31iBE3MsnNWfvBUjPeDoqiBVp/CYWhSwUJjOC60B3y1NrK5LKTnKKeVkR0uiqeC/EJft7WVUmhwYXK+d7qxUU83gVMPZHM2aDstlz3E/OmvckN3PQn+57jzRZovfTInWJK9q87OkphPHM2NiCjNNTjNwTxo4yHu+EQHHxh4i1URuQb4IwcaG4UKDGutedMM1BE+ToAZpcrrKqXNyqvy8rTOQa/NqFJSvcqzsgBUtK2b+9CuFNygOGAPWjqor448T+t6XgcI1ARCZV75ru0NnqVumKYMd+OEPFPbKQ3dLlenSoYZb6gfY6LDlnGZUT7pd0fdKvEMC/Qn8q0krcnxgGdH2mmTK3iyafL+G+1yixezXGTZfuMns2fVS5NjYjytolPjv5D9QSwMEFAACAAgAFKLDSCqWD2f+AgAAlwsAACYAAAB1bml2ZXJzYWwvaHRtbF9wdWJsaXNoaW5nX3NldHRpbmdzLnhtbM2Wb08aMRjA3/Mpmi6+lFPnpiN3GCMYiU6IsE1fmXItXGOvvbU98Hy1T7MPtk+yp1dAiI6dRpaFEOjTPr/nX/u04dF9KtCEacOVjPBufQcjJmNFuRxH+MvgdPsQI2OJpEQoySIsFUZHzVqY5UPBTdJn1sJSgwAjTSOzEU6szRpBMJ1O69xk2s0qkVvgm3qs0iDTzDBpmQ4yQQr4sUXGDJ4RKgDgmyo5U2vWagiFnvRZ0VwwxCl4LrkLiogzmwoc+FVDEt+NtcolPVFCaaTHwwi/Ozx2n/kaT2rxlEmXEtMEoRPbBqGUOyeI6PMHhhLGxwl4e7CP0ZRTm0R4b99RYHXwlFKyfeTEUU4UpEDaGT5lllBiiR96e5bdWzMXeBEtJEl5PIAZ5MKPcGtwe3bTa19ddC7Pbwfd7sWg0/NOlDrBKicMVg2F4JDKdcwWdkJiLYkT8Bt0RkQYFgbLovmykZIrzrkxGioBqS+1MBqBp6KI8LHmRGDELRE8XsxaosfMnnIBMTjd3fpIWvwI9PHGCdGGLRuazxiXxbj5TeWCokLlSPA7hqxCEFGewr+EoeV0o5FWaSkVxFhkBKcMTTibMnpUZmkG/JOhGzCR5qAJmy8TzHoL33P+gIZspDRwGZnAVgU5N55ffxE4I8Y8Qsncx63+RafVvu1cttrXWy5AQidExi+EQwlZmtmN8EmBpLJzPUhHTHLDyqJQTsu5KrHVX18Gw9Nc+DK/dTGW0BssyWasvKQwf/WgstmETMqD6A5XiYYjyKEkngkTMRx3LnNWFRgTiZQUBSIxNCrjjvWEq9yAxB9gjzav99DrIy7L0RhuDrCoKdOVkDu7e+/3P3w8OPzUqAe/fvzcXqs0a+E9QZw538NP1jbxRSN/2g3DwPXO59uw1fm/6sK9q/bXKpm6bF8PKhWp3a+E61ZZ1T2vsurKXxu9pSujkgvQZsb+2ECjETzlltG33DSvKPz6+9dvizcq/AajWLt9/98g/Gjx3Fp5X4XBsw/AGshXH9PN2m9QSwMEFAACAAgAFKLDSGhxUpGaAQAAHwYAAB8AAAB1bml2ZXJzYWwvaHRtbF9za2luX3NldHRpbmdzLmpzjZRNb8IwDIbv/AqUXSfEPmG7ocGkSRwmjdu0QyimVKRJlaQdHeK/rw5fTeqOxRfy8uR17CredrrVYhHrPne37rfbv/t7pwFqVudw7euiRU9RZ0YkC5glKYhEAguQ4nj0JO/OBGXMpDOdlx9oa2p+TOE/Sy5MHc8IC01ohjpcEOA3oW2owz8nsVOra19TrdHz3Fole5GSFqTtSaVT7hh29epWvcQAVgXoC+iSR+CZDtxqI8+ODwOMOhepNOOynKpY9eY8Wsda5XLRln9VZqCrT77eA/2nwcvEsxOJsW8W0jDxZIjRTmYajIFD3scJBgkLPgdR8+279QfqGTcLCugiMYk90qMbjDqd8RgaXRqOMHxMVl6Nbg4wmpyFjd0Td7cYHiF4CbphNb7H8ECV5dk/PmCmVYwdaaDNnp9QofgikfEhdR+D5PCyaNvWvXOh7vpj5j0hFTyhFfX80rbZEYKGAK03lo55TZB3StkJSpREDkVo1LQq6DliwzmC+88u49byaJVW46EajlUbuF6Dniklqtt/XbpnmKuz+wVQSwMEFAACAAgAFKLDSD08L9HBAAAA5QEAABoAAAB1bml2ZXJzYWwvaTE4bl9wcmVzZXRzLnhtbJ2RsQrCMBCG9z5FuN3EbqUkdRPcHHSWmqYaaS8ll1of35SKdJGAQyD/8X0/JCd3r75jT+PJOlSQ8y0wg9o1Fm8Kzqf9pgBGocam7hwaBeiA7apM2rzAozdkArFYgaTgHsJQCjFNE7c0+NhArhtDLCauXS/i6R2K2RTDosLilvYv+zODKssYk9fRduGAVbzHtCCMvFYwOxeN3GLrQPwCGpMATKrBUAJofQJ4DAnAjytAiu+b56RHCvGjYpBitZ4qewNQSwMEFAACAAgAFKLDSCPzQztyAAAAcgAAABwAAAB1bml2ZXJzYWwvbG9jYWxfc2V0dGluZ3MueG1ss7GvyM1RKEstKs7Mz7NVMtQzUFJIzUvOT8nMS7dVCg1x07VQUiguScxLSczJz0u1VcrLV1Kwt+OyyclPTswJTi0pASosVijISaxMLQpJzQUySlL9EnOBKp/tmfJ8ya5n09qfr9ivoJGcX1CpqaRvxwUAUEsDBBQAAgAIAESUV0cjtE77+wIAALAIAAAUAAAAdW5pdmVyc2FsL3BsYXllci54bWytVd9P2zAQfi7S/ofI79gtHQOqBMSQ0B7GhNSx7a0yiZt4TeLMdgjlr9/Zzu+lbEh7aJWc7/vufPfdxb96zlLviUnFRR6gBZ4jj+WhiHgeB+jh6+3xObq6fHfkFyndM+nxKEBlzg2ApsiLmAolLzSA76lOAtQzYGBGXiG5kFzvgfsUuNtIJ0v07mgGLrkKUKJ1sSKkqirMFSDyWIm0NCQKhyIjhWSK5ZpJ4tJAXoNd6b+j4ZeJnOh9wVQPWei3B65JWo5nxQck1RILGZOT+XxBftx9XocJy+gxz5WmeciQB5Wc2VI+0nB3J6IyZcrYZr5Lcs20NklY28zXK744zz0lwwA5h03GlKIxUzjNY0QclkyA/W1KVVLzqAGt4VU7XvNav4153zRutnOkcy7Kx5SrBI76kM46CfTJMKqf2etaBT00Cro1TMiT7FfJJYvs67dWjPMFcgFbxdk8sapCOICnWxpqIfc3AAMV1R3EbdOwaxq2oJYDt9HXHQVqbrtlVJeSNaWa+U88YuILlZIaWVxqWTKfjIw1lgzBPnFXrpvUNcRPdJae/kNvjN+oNT/Va52xgP/RmE9A1NaE5xF7vuXgo1kGNdUMim1sWBcpNjG7nFT5mPV0PTC5HOumwEU8TWXMYAwjqinp7OQQlEmqwCUs5QjbOzgITnicpPDTkwzj04M0GZW7SYbewUFwKsLdBLQ1t2Uk4zqOxNQqyCcT68QPS6VFxl+sPAd7Rq+sDl8buebouuDtwdn8j1EcxGgGc4smVpd56u2r5vDezKlWnc+mcJaBWmEemC4L59XMQlmMfCK2pWWqb/o5NfuwBx3lPDUd01zfQe+iWvMX5lU8Ml+6xdLUJGFGMwH6cL7sMUA/YbsMwlvToYhbkTd1wJjYN/dvK9ps+bp1ruuHOuxDDZ84qxzGzdRHUEcsRZlHox7iovuIqBR22rVk1EvZFm60OAGRiiJA7+GhvvPF6UV35bPFRYO1ed27wC6XN6z0OuFOQaTWdXsRv94N8PgbUEsDBBQAAgAIABSiw0iNMDbvXAgAAJAgAAApAAAAdW5pdmVyc2FsL3NraW5fY3VzdG9taXphdGlvbl9zZXR0aW5ncy54bWy1Wmtu48gR/r+naChYYAME1oN6OdAooMiWTYxMaUXankkQCC2xbREm2QrZ0owW+pF/uUCQEwRBzhAEyF3yY/caqW6SFilLMmlPxLExrK76qrpe/ZB70ZMbaOuIM9/9iXCXBRbl3A0eo/53CPUWzGPhJKQR5VF1T7l3A4d9MYIHJmhAjTgJHBI6mhiN+jU0lB/U7ahdvQtvzUGzgTpN3MBdpOOWBmOXin6paDCmN+par3oAEeOGdEEDfhy1V82NvhQwgoiG3Agc+rWv5LmzQ/kZXIXEcYEv6reb4tmlWnd6UzyoWW91WnjXUBVFaSOtpdf12q7TueyodYRrzVZN2Q26DaWhoHqrVb9s7+qdRkuBt+FlG1Ca+LKNmp1ms6HvGrgB0khVB3pD23WUy3pdBW24e6nthsNBp1ZD9Xpdaeq7VlsZDmoIuBXAUJWucKCiKwOlvVMHar2roKE2HAybO6zjttZC3QZu12q75mCg1Gp75+5nl3XXnlp4Oqk7XwE8GoKjoyK3qkeSq7dYhyEw29RfeYRTFBCffqj8/O+//vL3f/38t7/88s//oB8WbLX9dSVJUJnMKXtqV54aE4EswPpHsHpVOZKySbuyhZGlI9f5UJmvOWfBxYIFHIy9CFjoE6/S/1WcO8nMikiyDQ3LyD2QBd2r68hPUbFEF+QzPOeEFsxfkWA7Yo/sYk4WT48hWwdOITOX2xUNPTd4Au7aZUfDZxV5bsQNTv2cfbgrnuJiK+hXERXmtbF4Ckl6ZE69VGNNfkrI7VW+7pED0Y0buVyKqnXxnBNdkUeaD0BXFc95mQC05KPWEc/rQpx+5cCuiPJvnGX3yJaGeSVxuzwrxVbrVdl8WoXsUTg7L/d6oJ/lPAbdJ3gUFtbEU0hITFAoLBSlxG1y/voBY/J62Et6PmiB4GabS0KSkJPBTBvfTFTz82w0vhrPBsZVpa/FVYlEWX73Q6Pd/VpvtaF1JYIFoawbdTTKgyEJ1qoVwzLt6Xg0A0A8mpn4k13pi9+lRce39sgwcaWf/Kc0wGSK7yp98buI6O10ik17Zo0MHc8Ma2aObemXEbaxXul/Zmu0JBuKOEMbl35BfEkR9Gc3pCjyXEcOiJ7tBmtaQJ8+vlENczbFlj01NNsYm5W+xcJw+xuJTNZ8CdmzJBFy3IjMPepItZAjclz0F9AuN2gI/vGlC5zMJ25wUUT7VL03zKuZPR6PrBk29ZRS6ePAQXpIhKbyQFPVwlPACAks5G8Tn8nskwhI9bzSINfG1fUIfmxhyLX7uPTgh7/BmgmGkExoUEAQEgdPIess63481YUPQSEiaEWi6AsLnVzSZENXANswtTGkpmZn8G0Bk2JD4N1gAalDF7wA3g22LPUKzwbjT5DjUJvjkkLjj1CSH0sKfcYW1BC2CoiZ6p1xpYqKEGWYFkhagwsi8t3bIrJYgJzw5sZl6wgowsNQJrIao4vSmiz84y0E0lBHJ6o9BgZny7dHd0PBlNCBda6ALmhDGtZFdv14a/x+NlSNEdZnkG76+H5myy4plPpkiwLGEXE2JFhQNKcLsoZK2MKY4zpyTERemvCntfsTIjzpP98nrcvU8afv32BSruEdsQw2zKAM9ikr/pp24bZkBm80ROT6SSuKOODNJlgaNtWpMf42IYpcf+3FXfpbBOrZuLLBetWO9/ureNj+D8ZYcQseGNDRBi4rJYRhJRZLDiyeXilBwxyCukncz6HhiyNqKQBznGCYDL0D5g48lzPkDjxaDuIeDyzDhs3WPZ2L40cBYVmrcdSOx1scEj0KJ/TnUp3TBwb7JY+STbyRgbVLhr9IlDNbpdzSYhv2CAw3AfMxTipA9VxfHKKKwd7e4NQV8WqQm889W3uOrG7PfZIrAvh57dOX+7CHkPmS6pEozet4UfrdOw2JpziN9U7KbSCeC7RwrDL1+a6IWVidatczTTU1LE4Uop694nJQHcInI9uajdSBQIAy8QlfLGEVfhAHveJY8YlAx0MV8JLJW5SEi+V///yP4jAH9sRUlFB/WxYHil90TfyM9weTcRr9sQCOrQ7yovKloGByoEpFi5+vbAMS9JscWUi8LPnMF3dchVRDCSRhVG1b1a5voEosWRRsHcJesCTIjTr9CI1P7vUr/RsSPkHjtBnzygJJz4vc5KVt2B9x19xzA1pS/N0rkZi8bUxmqq7Lsz/UqOcunuLl14EDTHLPhzz2WAZPu1ZN6M4HkNRxeXlMubilXQtaQvy+bwibo2vdM2F/o+IR6OE8d0ET8JB5E3G19fIuFxjETRykcZ+H4kifvmU5oiX7ksSu/0C8CNiypEPWCdgwEZvFBDJPO+SeitpxsrgJ5ZDxjnmwLmjxdDLQefqhlKYN5NVvVsEz7YXlcMxKhjKm74mH/Cb9yl/wZ4iH/JZYU8Zwrntp0+FQVjS9jxuQMEsvEjvgoYHsUglP+pbnERaMxL1slJlIQshz+syhfbk22q5Pk3IWtKzB1RMW94Ln7cuNkJlv5bQj8b1DbmCfvtXz+dvjLvfo6eSW84ASzLpavh+rgITnWAnE3x8cOiOmIr5d0Q8VOIiQxVJ0+qiCEowPFeHO+CuaU3KrtJ+JdpaRlNacF/VlP5ftvJTKQHTxcqpYXOznhXrVF37qVc9FqJfAng5gsPbnNMSQAy50uSRCeWKWfZlehd3JHemB3InRLABfAnYAZ6S0EjKEXGLJbVVaLfFLdhz2ltz16IamrSpDyDjn/Px7EVTH+eRW+Yg+8Gx6J5TSVZD0un0u5ntghn5SSp7IskoORkoWHSfzSM7+SLdKF5+9jUeWo7RNi3TPdmjGD6JePaIKeE95v1fNLrPQo158zXpIA1HAO/lHB/8DUEsDBBQAAgAIABSiw0hyCctNChIAACg+AAAXAAAAdW5pdmVyc2FsL3VuaXZlcnNhbC5wbmftm3tYktnWwCmTMS8z1Whk3rrMHGa6oJaZmohpnmo0rcbKKRQnnZqiREXzCqhpZZjMZKUnBdNKLVOjMvEGXkImUel4CU0FlRQFFRUBEYEPv3HK7zln/vj+h+fh5Xn32vtda+39Y++13mfv1KPeB430N+oDAACjw4cOHAcAdEAAwMpUPaCm5O2+zmrNzwr08YNugNI28zHNzarz+4/sBwDIBIOFn3U196tDD/2EBgC+bFz8rmCgioIBAGjt4QP7faMDJvp98MHn5cABuRcWAEs4U59C+X38QISJrq6HR2fKN0lrjJOqbn6XT1m9JSvlB+PkG4ar1mYcsduUNb6OZyXgdyxwBlvIT1mOJ6K6IiRoI7sML+XYUzHcHzOpKKlQ1IfM8IlRnJ7a6SazanZA3MQIb7Dxuou5DnBDYMKKpUt0cGBwSrPRXasCnGWaWi5EqPWN7Axt6gA6S5fnb12Hb0zz/wGvkbw/kz1Zd/OaicXyB2wAbvPpzP1CVCsjBW4m7vrcsK7uMHDbKeci2Q+HicfBOsuemXP2QTj9Kkw1TWhIudMMWCYCmxbBpwfuRAy9bt+5vIWhTkNKcuxxN8nZIXryX5oDXSlrtiXrLzMmH/gMDjDRfVz5Dv6pLcZID9SQElr/WY3rm4TQFcdX3b6Wj3L/WXqOtSSRwvVM3HSXaT2mcxKScDOpHf4r5C8ViVRgssGgG+Wz+4GbzrpSAN+vPOz+74o8m7iX55ckcZBk/bykT7USEotWbAe5euy/ALEDfTIEoXErdDN8WW+vsd0ETzBOfJQ32ns0q7Zn95+SBCjILeXochc6E+4aPMh/YAe6b/CXigdlKzSWrYEsG5sbG9ZAXG+6th+dvfxdC2fc9E9JHckgz61ouQsX65p1jx47et+g9ZP/79gJGsv0QMsG4YChHmiTx6YL383bG59DSZckgayUo5t9l7uwJ3B4ZdF337WmjHzyfxSpGStIssGysdqi6cnftvxmZ4wx03+5N25J8pzvVrRm23IXNj4PX+FrfGfEDf3J/9k9mzSWNSwfq7U6DbqH1h7aeJNqlNKTDV2SdKM3++qZLHfByK8SsE3/B3Re5ScV8xsXLRtcPlY3VgyufKT3jZEH91rDeCtpSTJeqcVNi5sWNy1uWty0uGlx0+KmxU2LmxY3LW5a3LS4aXHT4qbFTYubFjctblrctLhpcdPipsVNi5sWNy1uWty0uGlx0+KmxU2LmxY3LW5a3LS4aXHT4qbFTYvb/we36KnJatFkvANw+Qbt0KeLNddBTP8DTKc9w1W1BZ/2S1Owf2vgBYqqoN6w9belqt5/S0BhAbyCfedTKRv1t+AZsbl2WXmmSxvC6578l64eKAqdlvaiRAHx0/R+NAtaoWg+RX2hmC2EYfgugrAuXjHjJ4Ks03hEett5yZSIPTZQWTWej0Fa/Ug0e88g4BZ4R/jXJQtCe54UCeP613AqWYS91/F7ufFomZyFU7WlpPZeO0WosIxig1axeve6L+l3eF8nLKNhzzM//ujNES48J/W2hz0RwnsrRfd5xz0W7vNpEfEjmagvQdY1Uw0ndPFhocIwFNQBWap+aKX89ZQVslTRw8JekX1AlilZkTilECGiyltRnPh4WTXXPxKBdMkV7sBtlTdaqaZGu9Xj52Fx490+/OPsfRHOyHNBWJyil2tZzXlfabnr9py5J2G4GKEUTL7mxzwtnL1Z2PX2F25hW8uERRBwQ1G4tJTq+Uvr6tn2SKqYKNpBiuqKvDfJP21d1lNgMNc6OHQ64wx0chYfTJyqFWFE1Y5kOJrrA5V0quFlSYeVccQ/3jO+cJlKzKax+3KFOap8BIPq5mEh9sHOZOxV+zPK3RqyPPyleV9hRgNtnvV2RQpeR9baZoYfA49vfdSJs269lPv7dLe33LwCei+2VGLePFM5Toyjdwg+jiEMPO39JzfsfsdyvevGcha31ELJlomBb6XlwOvlhOpzOX1uzx3hzzAPoqZjPaNfwwPAQZFbfsKVrQaVnyWLPr64Lxhb3f9rZoXzejZ0UheXfC1s4Wl5mesxNcy7ifGLyTfIkxK1iR6j5Z8OpuztXwV9W+z9vnC7qQinVsiAd8J63f+ZrjSXmDf90HOZ8JgknoovDQ1LNWGhS7zn550mhcwwdN8i9uUoCYTEemzVcbtrll+Nl516GeD0JdIaBElfeAvgTWxFNroSc9q4V16iDp2EQGRnnTkX7YjuxGS2muWOIEYQTqTop2519Q3M4mCjizLm5dve+OU5zdJj/viDnPvQBeHoH7tja8IOKLXcepuiNGrRgGfepJmcfmk4gpleHtTqynGtBakhpFW5PNudckcGvwYpq7yifttOfspMwW9tpDtQkI0eexrFMh7rC1/wq4cWiN3ObMcJegR3/J+UrNxffRrpVJtdsueieU+w6HpaGiNinO+n8Ltnyf2eA5FsiW0OiujtoJLMYQxCoiLoAWcLOlf2UwsNvLOntlP2HKyMEUwc82ScbR1uoKc00KmydsKKE6NFTF08k2rDLQ8N++NGKFl10L8s5t9oIhNLdOSk79Vhnx9wQQVyolbSgmcP584iZsRsQq+/k6VnpgEIpAeSXClyV+za5tfJubUnG5N5bWzmsvWA5H3BhQfZk5VFuFyV8fMxEn4srLSCfAS3srsbfUxtL0WlCbmv+UP2Wwux6eUEejPdHkblmFtr5iYCMAArH7ZHXX+RF4eLkTVvL8sxtiH5UbpbVV4/9lzOJN7mtE1veT5y+ViF8gbLKbUk1BZ72ldZK2J0kXjkKBrLqS2yASZleXHvnazPHzk+iFpVt9a+wKyqsOKJ4l/AG/q6Hb0tjU2zc9amppt/ZfKzQkYDxH6TpylzmkmCKjOD17qYx1qMhnwQR71gAnQKNzjIfKT7hs0ncyr8nc7xF/qipqk+ytVpDfTU7SAklkXPq6hOq3DvGu4glNP2Bo3h64eZ3GCBH7s3XRCUnBrWJ0jGwk9uX8fjFppVHZzawM5uC1mVWPXMjXEZlnph7DJa0v0am07Oq7aU3WeEt3HR5GH6y4BO1QIfxo0wVISA4TuqpeWiDbZ1dbZAbzn55Qm9VhhVViuCxlqUiWw7mLj5jtxJqqQENUHCSHsYAUJZv4+y9yvs1NXsqJg0NQmHK1I8ZQpEO7loQZUn46JQ2SURkjvROZwrzk2xlhKRJOdLKLeqJh3h7wJNl4giaZoi5cy7CQJ0PW+a9ELtRnGwhe9IjKgERQM5/ko3hHWNqEbc9pDOlN88p6SFDiKb2cY6hh+NOuMmCI6plhX/ogmDF9QO9aVsmTvO0iV+bhRtVeV911tS2SS7IffZvMBEqMLRHWFD1OHKHTEfwhFinq3RvsgGBK6JdmvLZS66VPFk4ARO4Ejgn9n/UJXGC5t6oJIluYsAfor49H7cYryET8WM4duG5SC54ooXKm5z9UTKMUqgkIrZGe3ixfXQKaPOCw7XnzWG8ZKjXgk7MgbWQgrANSarOLHCEoZb/ay9ghq1MBlFq65URZx4MFmo8q3zixtyruW0e6VXsqZrS0hcijIvNKxXSejtFJcm2DZ0OR+4xdtHrLclxGGzX5AXFwUDUAP9nN2Z3yupqILCZDz5uK06jot50bRx8bhUv+tQofuEgW7QnryAMlkKfl6GUM1kEsrlnoNnX8k7Nh3TuNbZm5bumBewC92C8ca/XFuUvhokqWSEmW+3UJz8ps0E0tzUPr0Wkpzaeuh1frhywnpcpsxaDfLqi+KRrHjsSwNZGXz55abm/cSP7xl6Rl2vfBo9iJsImJViYZrJb5jtHzq+FpA/2EqRaRmiINzPwvbxdEeXrd90BRUH2UjxnTTr2p0XqfM2K0/0X6latwsD5+uDJI730gmh5M3whTEf3AeMZm2irrBVFuGKma8tL7FlrYXFKwaTlKVSKEpaVl9nC2YpNNPIURv7rYQM7lpDQVVku79iZwFq2lQdAO7uIIw9faP3rUQW7elbe3m0m0+2exg0GZWMn64RxliersyCsWMDOliOmH2deRXQ1SA17Xv0zVAVR+CeabF7ICz7W2fejP6XKZKvc+feTCIRig+TZty5piCrxY6MslJ0M0JKtwbPNZHfn+ALV4Oo3k4KWZ+cJgSuo92Ko4bbqp8cEVd43Pp6Qp46296bL1C8jXgojvbsXABvu+yIgN9n3VNsZBNdCGSf4JqSC9RwcoTaxKvpqYcSqv7eV3w377GiNzymx8/J5SRk/UmISiWjiUjY+TF/3RtJsaM8OT+XVuntXxHyUlJXTUXZEw1z1kEKrDuD3i68U0Y6FZCK2WuAGw6ZRo89zkwPUcqIXqK4W5wK/tka4gVVR/77Sz+QShPMY4vffcgYfcyjSLEjHvJoy4671zEofNWECkk/t+ruhaL7aj0uugR+59Zj3lb4jmT86cdzLedd0MjnWcD0qpD+c8LEKAzX2MnUT9HgfP8ZOdwRl7ceEt8fMV81DY+hPUrkk+ImHyWQXw2FjhZ63GIr/j1iFXum0zk0zQRfpYqXBE3IcspFl3picby4rllbgtXmamt4C3f9CTViMI+z+UeUhVmcvQDLEJPUwc/QyfhdYWn7YTsvrrMXgG519RJDzpC7o3oOusz83r8YQ/Rr1uM4q1NXDLFzjVacGmUrYzDoqHUoo4bihXo5nBIzXw2R9pcGZJXAHcacuh717n5TxwNysIqJgzTPn5lIKSWEuIZ75TaC6ylwEueO+oKZQRlR/Wzq1xPTqA7GCTCHxyXI+9d3KE6/+M3JUiItWmsucBFGW8RSI2uehhYz+airG2W7Mdu7HaiFwJJpOLL8sdcOC82iZADKCD1mVo4k0J1dO0NxkmJEf3wa945DbVsmdfZxP4g6pVs/1JxE17uaRA+nOI3Qh7tDj1lf4lVEGIC8AT7lfKmh7XOO65DM3xy9RfUI9TL442EYFTwtR8QM332Y5GHBBK+HkN4knm4QT2si0RHG1SNX3R/T5TcPKHtnncovzQ5+hfPTBMiTE/p/tLPb2ocz52MRseYQBO72oJ/jScNZu6khvDVpVlrkWcsBw1i3JR/5VdcUsYMpoPQv1zfQL6npP2riOFjx+uscgR2if27gC9h3i5E5PRF6JDPW1n8eODhDAnuOhEwaXto91bKb9Up/g6cLRAIdh8ST5seOMqgWF80PbgdlZGwezOeT1moQi0PhnaS6V8bMkpkVxECHgHSQDtSoRj6SDZ6gOUj3LBzuD3krz4iF+wyJqap5IbjktF9lVvkzBWf9ibgdI8UgMQbEWR/Zn3eA4oCjOEgrCkJifi5hkWeNGoahPnda+vtMu0MecNC04T1z98uqP/Lu5/beY6hmmNYHqQTNX39V2vzvLxT2EeohEC3a2EZA46NSnxr1S7ZeUL4qEhqaNtDljR61ODTToM+WDZVA8z25cDhV+fGNLbplAyVEJzN6wmVE4oLJ/rZwjBUFElnLoRFoCuWATkz6VWpB10IrCosWk+QlsJtSTZw+OqngqqmhYSlxEKxmTuP0YtY9eTf7xAcj+PgPXp/nuETinxu02BVligOMhRZCItPMQSJD5PByIDG5SKxO5NDeLLAVep6arsSsv0611CQWyCNk5Nc9fBdZJZ3bBjWykpypEtoHTEHUSfwsBNu2TBZG4mX79p8fguY7+2eCxbusgZCggb7ho/MHYoTKEkdYzXs0dw9jyHy4byQ07NYfr80peznRQafirKlzdGtOVdL0gpjFhReWnqmY3hL1L5Ajoyfs3P8mTAMvgE/rKt9HlfZdSaqVLkxtZGHYQDz6Djq70QOzP7c4EY7e9DqAn3XyZYPbBK2o4monV1xxGKPJTGgx24/4/8MPLtVt22vMyP4zhWWaUQrQtD38m2dYX1XD1DsR6IMp+J25A/fLFO2e1hOCU81sQhER20nr+oW90OcsZdJs9o2kOy4lYn1ROhoKEfOR3C9E8piwoE953SGzxYRwu81/vtl4/GOZouPR59zx/EA9TDX9FThzJfD/nA4OXjwdjFOJc8H9qQdiMKntLS1pn7PGy4tStSZM+q9nhwNlXNhJ62/YEeGROC/bT28NDH1JRbC9g/mqBSFC7fT9k7qOLwg/Ze/5fFTZ5qjj2YUYY4jASqUU4UScOBF0c+PtDcvt6rv4INx9+PpYrlrH79f0GbuYaBpA8zns4X2g1C0w6X8AUEsDBBQAAgAIABSiw0jXo5xjSwAAAGoAAAAbAAAAdW5pdmVyc2FsL3VuaXZlcnNhbC5wbmcueG1ss7GvyM1RKEstKs7Mz7NVMtQzULK34+WyKShKLctMLVeoAIoBBSFASaESyDVCcMszU0oybJXMzcwRYhmpmekZJbZKpuamcEF9oJEAUEsBAgAAFAACAAgAFKLDSBUOrShkBAAABxEAAB0AAAAAAAAAAQAAAAAAAAAAAHVuaXZlcnNhbC9jb21tb25fbWVzc2FnZXMubG5nUEsBAgAAFAACAAgAFKLDSAh+CyMpAwAAhgwAACcAAAAAAAAAAQAAAAAAnwQAAHVuaXZlcnNhbC9mbGFzaF9wdWJsaXNoaW5nX3NldHRpbmdzLnhtbFBLAQIAABQAAgAIABSiw0i1/AlkugIAAFUKAAAhAAAAAAAAAAEAAAAAAA0IAAB1bml2ZXJzYWwvZmxhc2hfc2tpbl9zZXR0aW5ncy54bWxQSwECAAAUAAIACAAUosNIKpYPZ/4CAACXCwAAJgAAAAAAAAABAAAAAAAGCwAAdW5pdmVyc2FsL2h0bWxfcHVibGlzaGluZ19zZXR0aW5ncy54bWxQSwECAAAUAAIACAAUosNIaHFSkZoBAAAfBgAAHwAAAAAAAAABAAAAAABIDgAAdW5pdmVyc2FsL2h0bWxfc2tpbl9zZXR0aW5ncy5qc1BLAQIAABQAAgAIABSiw0g9PC/RwQAAAOUBAAAaAAAAAAAAAAEAAAAAAB8QAAB1bml2ZXJzYWwvaTE4bl9wcmVzZXRzLnhtbFBLAQIAABQAAgAIABSiw0gj80M7cgAAAHIAAAAcAAAAAAAAAAEAAAAAABgRAAB1bml2ZXJzYWwvbG9jYWxfc2V0dGluZ3MueG1sUEsBAgAAFAACAAgARJRXRyO0Tvv7AgAAsAgAABQAAAAAAAAAAQAAAAAAxBEAAHVuaXZlcnNhbC9wbGF5ZXIueG1sUEsBAgAAFAACAAgAFKLDSI0wNu9cCAAAkCAAACkAAAAAAAAAAQAAAAAA8RQAAHVuaXZlcnNhbC9za2luX2N1c3RvbWl6YXRpb25fc2V0dGluZ3MueG1sUEsBAgAAFAACAAgAFKLDSHIJy00KEgAAKD4AABcAAAAAAAAAAAAAAAAAlB0AAHVuaXZlcnNhbC91bml2ZXJzYWwucG5nUEsBAgAAFAACAAgAFKLDSNejnGNLAAAAagAAABsAAAAAAAAAAQAAAAAA0y8AAHVuaXZlcnNhbC91bml2ZXJzYWwucG5nLnhtbFBLBQYAAAAACwALAEkDAABXMAAAAAA="/>
  <p:tag name="ISPRING_PRESENTATION_TITLE" val="课程设计PPT"/>
  <p:tag name="KSO_WPP_MARK_KEY" val="d8b3e8e7-6c1b-4493-8f3c-56617d0d5ca9"/>
  <p:tag name="COMMONDATA" val="eyJoZGlkIjoiMGY3NDc3ZGZjODE0NWJhYjNjMGRkZTA4MDg1YWNkNTMifQ=="/>
</p:tagLst>
</file>

<file path=ppt/tags/tag2.xml><?xml version="1.0" encoding="utf-8"?>
<p:tagLst xmlns:a="http://schemas.openxmlformats.org/drawingml/2006/main" xmlns:r="http://schemas.openxmlformats.org/officeDocument/2006/relationships" xmlns:p="http://schemas.openxmlformats.org/presentationml/2006/main">
  <p:tag name="KSO_WM_UNIT_TABLE_BEAUTIFY" val="smartTable{eb434f2e-1e08-4e8d-a04c-92d6ecf5c738}"/>
</p:tagLst>
</file>

<file path=ppt/tags/tag3.xml><?xml version="1.0" encoding="utf-8"?>
<p:tagLst xmlns:a="http://schemas.openxmlformats.org/drawingml/2006/main" xmlns:r="http://schemas.openxmlformats.org/officeDocument/2006/relationships" xmlns:p="http://schemas.openxmlformats.org/presentationml/2006/main">
  <p:tag name="TABLE_ENDDRAG_ORIGIN_RECT" val="794*81"/>
  <p:tag name="TABLE_ENDDRAG_RECT" val="95*419*794*81"/>
</p:tagLst>
</file>

<file path=ppt/tags/tag4.xml><?xml version="1.0" encoding="utf-8"?>
<p:tagLst xmlns:a="http://schemas.openxmlformats.org/drawingml/2006/main" xmlns:r="http://schemas.openxmlformats.org/officeDocument/2006/relationships" xmlns:p="http://schemas.openxmlformats.org/presentationml/2006/main">
  <p:tag name="KSO_WM_UNIT_TABLE_BEAUTIFY" val="smartTable{eb434f2e-1e08-4e8d-a04c-92d6ecf5c738}"/>
</p:tagLst>
</file>

<file path=ppt/tags/tag5.xml><?xml version="1.0" encoding="utf-8"?>
<p:tagLst xmlns:a="http://schemas.openxmlformats.org/drawingml/2006/main" xmlns:r="http://schemas.openxmlformats.org/officeDocument/2006/relationships" xmlns:p="http://schemas.openxmlformats.org/presentationml/2006/main">
  <p:tag name="KSO_WM_UNIT_TABLE_BEAUTIFY" val="smartTable{eb434f2e-1e08-4e8d-a04c-92d6ecf5c738}"/>
  <p:tag name="TABLE_ENDDRAG_ORIGIN_RECT" val="871*393"/>
  <p:tag name="TABLE_ENDDRAG_RECT" val="53*120*871*393"/>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Montserrat">
      <a:majorFont>
        <a:latin typeface="Montserrat"/>
        <a:ea typeface="微软雅黑"/>
        <a:cs typeface=""/>
      </a:majorFont>
      <a:minorFont>
        <a:latin typeface="Montserrat"/>
        <a:ea typeface="微软雅黑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0098AC"/>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114</TotalTime>
  <Words>9360</Words>
  <Application>Microsoft Office PowerPoint</Application>
  <PresentationFormat>宽屏</PresentationFormat>
  <Paragraphs>1011</Paragraphs>
  <Slides>112</Slides>
  <Notes>112</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0</vt:i4>
      </vt:variant>
      <vt:variant>
        <vt:lpstr>幻灯片标题</vt:lpstr>
      </vt:variant>
      <vt:variant>
        <vt:i4>112</vt:i4>
      </vt:variant>
    </vt:vector>
  </HeadingPairs>
  <TitlesOfParts>
    <vt:vector size="120" baseType="lpstr">
      <vt:lpstr>等线</vt:lpstr>
      <vt:lpstr>微软雅黑</vt:lpstr>
      <vt:lpstr>微软雅黑 Light</vt:lpstr>
      <vt:lpstr>Arial</vt:lpstr>
      <vt:lpstr>Calibri</vt:lpstr>
      <vt:lpstr>Montserrat</vt:lpstr>
      <vt:lpstr>Wingdings</vt:lpstr>
      <vt:lpstr>Office 主题​​</vt:lpstr>
      <vt:lpstr>PowerPoint 演示文稿</vt:lpstr>
      <vt:lpstr>PowerPoint 演示文稿</vt:lpstr>
      <vt:lpstr>PowerPoint 演示文稿</vt:lpstr>
      <vt:lpstr>创建和编辑文档</vt:lpstr>
      <vt:lpstr>创建和编辑文档</vt:lpstr>
      <vt:lpstr>创建和编辑文档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文档格式设置</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表格编辑处理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插入各类对象</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长文档排版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熊猫办公</dc:title>
  <dc:creator>www.tukuppt.com</dc:creator>
  <cp:keywords>tukuppt</cp:keywords>
  <cp:lastModifiedBy>cn plaman</cp:lastModifiedBy>
  <cp:revision>63</cp:revision>
  <dcterms:created xsi:type="dcterms:W3CDTF">2016-08-24T03:21:00Z</dcterms:created>
  <dcterms:modified xsi:type="dcterms:W3CDTF">2026-09-02T14:17:45Z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B3F4EE3CAE0B4301AE51570A9A5A7F9E_13</vt:lpwstr>
  </property>
  <property fmtid="{D5CDD505-2E9C-101B-9397-08002B2CF9AE}" pid="3" name="KSOProductBuildVer">
    <vt:lpwstr>2052-12.1.0.18276</vt:lpwstr>
  </property>
</Properties>
</file>
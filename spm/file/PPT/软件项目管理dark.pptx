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58"/>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798" r:id="rId387"/>
    <p:sldId id="799" r:id="rId388"/>
    <p:sldId id="800" r:id="rId389"/>
    <p:sldId id="801" r:id="rId390"/>
    <p:sldId id="837" r:id="rId391"/>
    <p:sldId id="838" r:id="rId392"/>
    <p:sldId id="844" r:id="rId393"/>
    <p:sldId id="843" r:id="rId394"/>
    <p:sldId id="845" r:id="rId395"/>
    <p:sldId id="455" r:id="rId396"/>
    <p:sldId id="842" r:id="rId397"/>
    <p:sldId id="839" r:id="rId398"/>
    <p:sldId id="841" r:id="rId399"/>
    <p:sldId id="840" r:id="rId400"/>
    <p:sldId id="457" r:id="rId401"/>
    <p:sldId id="458" r:id="rId402"/>
    <p:sldId id="459" r:id="rId403"/>
    <p:sldId id="456" r:id="rId404"/>
    <p:sldId id="263" r:id="rId405"/>
    <p:sldId id="264" r:id="rId406"/>
    <p:sldId id="265" r:id="rId407"/>
    <p:sldId id="461" r:id="rId408"/>
    <p:sldId id="460" r:id="rId409"/>
    <p:sldId id="834" r:id="rId410"/>
    <p:sldId id="833" r:id="rId411"/>
    <p:sldId id="835" r:id="rId412"/>
    <p:sldId id="836" r:id="rId413"/>
    <p:sldId id="828" r:id="rId414"/>
    <p:sldId id="832" r:id="rId415"/>
    <p:sldId id="831" r:id="rId416"/>
    <p:sldId id="829" r:id="rId417"/>
    <p:sldId id="830" r:id="rId418"/>
    <p:sldId id="278" r:id="rId419"/>
    <p:sldId id="531" r:id="rId420"/>
    <p:sldId id="390" r:id="rId421"/>
    <p:sldId id="435" r:id="rId422"/>
    <p:sldId id="431" r:id="rId423"/>
    <p:sldId id="391" r:id="rId424"/>
    <p:sldId id="388" r:id="rId425"/>
    <p:sldId id="389" r:id="rId426"/>
    <p:sldId id="471" r:id="rId427"/>
    <p:sldId id="279" r:id="rId428"/>
    <p:sldId id="532" r:id="rId429"/>
    <p:sldId id="463" r:id="rId430"/>
    <p:sldId id="393" r:id="rId431"/>
    <p:sldId id="392" r:id="rId432"/>
    <p:sldId id="462" r:id="rId433"/>
    <p:sldId id="394" r:id="rId434"/>
    <p:sldId id="395" r:id="rId435"/>
    <p:sldId id="396" r:id="rId436"/>
    <p:sldId id="397" r:id="rId437"/>
    <p:sldId id="398" r:id="rId438"/>
    <p:sldId id="464" r:id="rId439"/>
    <p:sldId id="465" r:id="rId440"/>
    <p:sldId id="280" r:id="rId441"/>
    <p:sldId id="533" r:id="rId442"/>
    <p:sldId id="399" r:id="rId443"/>
    <p:sldId id="287" r:id="rId444"/>
    <p:sldId id="288" r:id="rId445"/>
    <p:sldId id="289" r:id="rId446"/>
    <p:sldId id="290" r:id="rId447"/>
    <p:sldId id="281" r:id="rId448"/>
    <p:sldId id="534" r:id="rId449"/>
    <p:sldId id="400" r:id="rId450"/>
    <p:sldId id="402" r:id="rId451"/>
    <p:sldId id="401" r:id="rId452"/>
    <p:sldId id="412" r:id="rId453"/>
    <p:sldId id="472" r:id="rId454"/>
    <p:sldId id="473" r:id="rId455"/>
    <p:sldId id="474" r:id="rId456"/>
    <p:sldId id="367" r:id="rId457"/>
  </p:sldIdLst>
  <p:sldSz cx="12192000" cy="6858000"/>
  <p:notesSz cx="6858000" cy="9144000"/>
  <p:embeddedFontLst>
    <p:embeddedFont>
      <p:font typeface="等线" panose="02010600030101010101" pitchFamily="2" charset="-122"/>
      <p:regular r:id="rId459"/>
      <p:bold r:id="rId460"/>
    </p:embeddedFont>
    <p:embeddedFont>
      <p:font typeface="幼圆" panose="02010509060101010101" pitchFamily="49" charset="-122"/>
      <p:regular r:id="rId461"/>
    </p:embeddedFont>
    <p:embeddedFont>
      <p:font typeface="Cambria Math" panose="02040503050406030204" pitchFamily="18" charset="0"/>
      <p:regular r:id="rId462"/>
    </p:embeddedFont>
    <p:embeddedFont>
      <p:font typeface="Montserrat" panose="00000500000000000000" pitchFamily="2" charset="0"/>
      <p:regular r:id="rId463"/>
    </p:embeddedFont>
    <p:embeddedFont>
      <p:font typeface="Roboto Mono" pitchFamily="2" charset="0"/>
      <p:regular r:id="rId464"/>
      <p:bold r:id="rId465"/>
    </p:embeddedFont>
    <p:embeddedFont>
      <p:font typeface="Segoe UI Black" panose="020B0A02040204020203" pitchFamily="34" charset="0"/>
      <p:bold r:id="rId466"/>
      <p:boldItalic r:id="rId467"/>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9259"/>
    <a:srgbClr val="00D480"/>
    <a:srgbClr val="5F2F8C"/>
    <a:srgbClr val="8F42C2"/>
    <a:srgbClr val="E9641F"/>
    <a:srgbClr val="FE863F"/>
    <a:srgbClr val="2EA8DC"/>
    <a:srgbClr val="D6D2D3"/>
    <a:srgbClr val="1A5076"/>
    <a:srgbClr val="017CB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4675" autoAdjust="0"/>
  </p:normalViewPr>
  <p:slideViewPr>
    <p:cSldViewPr snapToGrid="0">
      <p:cViewPr varScale="1">
        <p:scale>
          <a:sx n="104" d="100"/>
          <a:sy n="104" d="100"/>
        </p:scale>
        <p:origin x="114" y="174"/>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font" Target="fonts/font8.fntdata"/><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commentAuthors" Target="commentAuthors.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font" Target="fonts/font1.fntdata"/><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viewProps" Target="viewProps.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font" Target="fonts/font3.fntdata"/><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tableStyles" Target="tableStyles.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410" Type="http://schemas.openxmlformats.org/officeDocument/2006/relationships/slide" Target="slides/slide409.xml"/><Relationship Id="rId431" Type="http://schemas.openxmlformats.org/officeDocument/2006/relationships/slide" Target="slides/slide430.xml"/><Relationship Id="rId452" Type="http://schemas.openxmlformats.org/officeDocument/2006/relationships/slide" Target="slides/slide45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slide" Target="slides/slide353.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75" Type="http://schemas.openxmlformats.org/officeDocument/2006/relationships/slide" Target="slides/slide374.xml"/><Relationship Id="rId396" Type="http://schemas.openxmlformats.org/officeDocument/2006/relationships/slide" Target="slides/slide395.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400" Type="http://schemas.openxmlformats.org/officeDocument/2006/relationships/slide" Target="slides/slide399.xml"/><Relationship Id="rId421" Type="http://schemas.openxmlformats.org/officeDocument/2006/relationships/slide" Target="slides/slide420.xml"/><Relationship Id="rId442" Type="http://schemas.openxmlformats.org/officeDocument/2006/relationships/slide" Target="slides/slide441.xml"/><Relationship Id="rId463" Type="http://schemas.openxmlformats.org/officeDocument/2006/relationships/font" Target="fonts/font5.fntdata"/><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365" Type="http://schemas.openxmlformats.org/officeDocument/2006/relationships/slide" Target="slides/slide364.xml"/><Relationship Id="rId386" Type="http://schemas.openxmlformats.org/officeDocument/2006/relationships/slide" Target="slides/slide385.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font" Target="fonts/font6.fntdata"/><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font" Target="fonts/font7.fntdata"/><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font" Target="fonts/font9.fntdata"/><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notesMaster" Target="notesMasters/notesMaster1.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presProps" Target="presProps.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font" Target="fonts/font2.fntdata"/><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theme" Target="theme/theme1.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font" Target="fonts/font4.fntdata"/><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solidFill>
                <a:schemeClr val="bg1"/>
              </a:solidFill>
            </a:rPr>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solidFill>
                <a:schemeClr val="bg1"/>
              </a:solidFill>
            </a:rPr>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solidFill>
                <a:schemeClr val="bg1"/>
              </a:solidFill>
            </a:rPr>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solidFill>
                <a:schemeClr val="bg1"/>
              </a:solidFill>
            </a:rPr>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solidFill>
                <a:schemeClr val="bg1"/>
              </a:solidFill>
            </a:rPr>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1731510" y="0"/>
          <a:ext cx="865755" cy="57717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solidFill>
                <a:schemeClr val="bg1"/>
              </a:solidFill>
            </a:rPr>
            <a:t>自我实现</a:t>
          </a:r>
        </a:p>
      </dsp:txBody>
      <dsp:txXfrm>
        <a:off x="1731510" y="0"/>
        <a:ext cx="865755" cy="577170"/>
      </dsp:txXfrm>
    </dsp:sp>
    <dsp:sp modelId="{2F299D70-5224-4C9C-9CB1-AFD882711B69}">
      <dsp:nvSpPr>
        <dsp:cNvPr id="0" name=""/>
        <dsp:cNvSpPr/>
      </dsp:nvSpPr>
      <dsp:spPr>
        <a:xfrm>
          <a:off x="1298632" y="577170"/>
          <a:ext cx="1731510" cy="57717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自尊</a:t>
          </a:r>
        </a:p>
      </dsp:txBody>
      <dsp:txXfrm>
        <a:off x="1601646" y="577170"/>
        <a:ext cx="1125481" cy="577170"/>
      </dsp:txXfrm>
    </dsp:sp>
    <dsp:sp modelId="{76D34559-A530-45C2-A0B6-720AD4C0207E}">
      <dsp:nvSpPr>
        <dsp:cNvPr id="0" name=""/>
        <dsp:cNvSpPr/>
      </dsp:nvSpPr>
      <dsp:spPr>
        <a:xfrm>
          <a:off x="865755" y="1154340"/>
          <a:ext cx="2597265" cy="57717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社会交往</a:t>
          </a:r>
        </a:p>
      </dsp:txBody>
      <dsp:txXfrm>
        <a:off x="1320276" y="1154340"/>
        <a:ext cx="1688222" cy="577170"/>
      </dsp:txXfrm>
    </dsp:sp>
    <dsp:sp modelId="{8F6F6EB1-74EE-4946-86A7-A5F9FCDABEE5}">
      <dsp:nvSpPr>
        <dsp:cNvPr id="0" name=""/>
        <dsp:cNvSpPr/>
      </dsp:nvSpPr>
      <dsp:spPr>
        <a:xfrm>
          <a:off x="432877" y="1731510"/>
          <a:ext cx="3463020" cy="57717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安全</a:t>
          </a:r>
        </a:p>
      </dsp:txBody>
      <dsp:txXfrm>
        <a:off x="1038905" y="1731510"/>
        <a:ext cx="2250963" cy="577170"/>
      </dsp:txXfrm>
    </dsp:sp>
    <dsp:sp modelId="{50DFD313-CB4A-4B94-8CDD-8D2917A17D7E}">
      <dsp:nvSpPr>
        <dsp:cNvPr id="0" name=""/>
        <dsp:cNvSpPr/>
      </dsp:nvSpPr>
      <dsp:spPr>
        <a:xfrm>
          <a:off x="0" y="2308680"/>
          <a:ext cx="4328775" cy="57717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生理</a:t>
          </a:r>
        </a:p>
      </dsp:txBody>
      <dsp:txXfrm>
        <a:off x="757535" y="2308680"/>
        <a:ext cx="2813703" cy="57717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a:latin typeface="Montserrat" panose="00000500000000000000" pitchFamily="2" charset="0"/>
              <a:ea typeface="微软雅黑 Light" panose="020B0502040204020203" pitchFamily="34" charset="-122"/>
            </a:rPr>
            <a:t>工料合同</a:t>
          </a:r>
          <a:r>
            <a:rPr lang="en-US" sz="2000" kern="1200" baseline="0">
              <a:latin typeface="Montserrat" panose="00000500000000000000" pitchFamily="2" charset="0"/>
              <a:ea typeface="微软雅黑 Light" panose="020B0502040204020203" pitchFamily="34" charset="-122"/>
            </a:rPr>
            <a:t> (T&amp;M)</a:t>
          </a:r>
          <a:endParaRPr lang="zh-CN" altLang="en-US" sz="2000" kern="1200" baseline="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2.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2026/5/16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9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401.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403.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10.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11.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2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387</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a:t>
            </a:r>
          </a:p>
          <a:p>
            <a:r>
              <a:rPr lang="en-US" altLang="zh-CN" dirty="0"/>
              <a:t>I (Informed)</a:t>
            </a:r>
            <a:r>
              <a:rPr lang="zh-CN" altLang="en-US" dirty="0"/>
              <a:t>：需要被通知任务进展或结果的人，即“被通知”的人。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392</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401</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403</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410</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411</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422</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425</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432</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gradFill>
            <a:gsLst>
              <a:gs pos="100000">
                <a:srgbClr val="00B0F0"/>
              </a:gs>
              <a:gs pos="0">
                <a:srgbClr val="2E75B6"/>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40.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27.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47.xml"/><Relationship Id="rId5" Type="http://schemas.openxmlformats.org/officeDocument/2006/relationships/slide" Target="slide183.xml"/><Relationship Id="rId10" Type="http://schemas.openxmlformats.org/officeDocument/2006/relationships/slide" Target="slide418.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3.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8.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1.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84.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3.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5.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10.xml.rels><?xml version="1.0" encoding="UTF-8" standalone="yes"?>
<Relationships xmlns="http://schemas.openxmlformats.org/package/2006/relationships"><Relationship Id="rId3" Type="http://schemas.openxmlformats.org/officeDocument/2006/relationships/image" Target="../media/image91.svg"/><Relationship Id="rId2" Type="http://schemas.openxmlformats.org/officeDocument/2006/relationships/notesSlide" Target="../notesSlides/notesSlide187.xml"/><Relationship Id="rId1" Type="http://schemas.openxmlformats.org/officeDocument/2006/relationships/slideLayout" Target="../slideLayouts/slideLayout3.xml"/></Relationships>
</file>

<file path=ppt/slides/_rels/slide411.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88.xml"/><Relationship Id="rId1" Type="http://schemas.openxmlformats.org/officeDocument/2006/relationships/slideLayout" Target="../slideLayouts/slideLayout3.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6.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42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9.xml.rels><?xml version="1.0" encoding="UTF-8" standalone="yes"?>
<Relationships xmlns="http://schemas.openxmlformats.org/package/2006/relationships"><Relationship Id="rId2" Type="http://schemas.openxmlformats.org/officeDocument/2006/relationships/image" Target="../media/image92.svg"/><Relationship Id="rId1" Type="http://schemas.openxmlformats.org/officeDocument/2006/relationships/slideLayout" Target="../slideLayouts/slideLayout6.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2.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91.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8" Type="http://schemas.openxmlformats.org/officeDocument/2006/relationships/image" Target="../media/image94.svg"/><Relationship Id="rId3" Type="http://schemas.openxmlformats.org/officeDocument/2006/relationships/diagramLayout" Target="../diagrams/layout14.xml"/><Relationship Id="rId7" Type="http://schemas.openxmlformats.org/officeDocument/2006/relationships/image" Target="../media/image93.svg"/><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 Id="rId9" Type="http://schemas.openxmlformats.org/officeDocument/2006/relationships/image" Target="../media/image95.sv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a:solidFill>
            <a:schemeClr val="bg1"/>
          </a:solidFill>
        </p:spPr>
        <p:txBody>
          <a:bodyPr>
            <a:normAutofit/>
          </a:bodyPr>
          <a:lstStyle/>
          <a:p>
            <a:r>
              <a:rPr lang="en-US" altLang="zh-CN"/>
              <a:t>3.1.1 </a:t>
            </a:r>
            <a:r>
              <a:rPr lang="zh-CN" altLang="en-US"/>
              <a:t>五大标准过程组</a:t>
            </a:r>
          </a:p>
        </p:txBody>
      </p:sp>
      <p:sp>
        <p:nvSpPr>
          <p:cNvPr id="9" name="内容占位符 8">
            <a:extLst>
              <a:ext uri="{FF2B5EF4-FFF2-40B4-BE49-F238E27FC236}">
                <a16:creationId xmlns:a16="http://schemas.microsoft.com/office/drawing/2014/main" id="{0D432F06-BB11-9A68-A959-20B1EFD588EC}"/>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2B858A74-FC20-DEDC-02BF-D9EF28BA025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B210171B-80B6-DD42-FFCC-BA8386595E1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1" name="内容占位符 10">
            <a:extLst>
              <a:ext uri="{FF2B5EF4-FFF2-40B4-BE49-F238E27FC236}">
                <a16:creationId xmlns:a16="http://schemas.microsoft.com/office/drawing/2014/main" id="{422A26C3-BC96-7479-A99E-B22282039C8D}"/>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6" name="文本占位符 5">
            <a:extLst>
              <a:ext uri="{FF2B5EF4-FFF2-40B4-BE49-F238E27FC236}">
                <a16:creationId xmlns:a16="http://schemas.microsoft.com/office/drawing/2014/main" id="{80F25E1D-A044-CC9C-93C7-886FD0AA210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1" name="内容占位符 10">
            <a:extLst>
              <a:ext uri="{FF2B5EF4-FFF2-40B4-BE49-F238E27FC236}">
                <a16:creationId xmlns:a16="http://schemas.microsoft.com/office/drawing/2014/main" id="{C5A1D466-D586-FF84-3083-6FA5B2EF1421}"/>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21" name="内容占位符 20">
            <a:extLst>
              <a:ext uri="{FF2B5EF4-FFF2-40B4-BE49-F238E27FC236}">
                <a16:creationId xmlns:a16="http://schemas.microsoft.com/office/drawing/2014/main" id="{779B95AC-2B68-358B-E250-04F9AEC3000A}"/>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1" name="内容占位符 10">
            <a:extLst>
              <a:ext uri="{FF2B5EF4-FFF2-40B4-BE49-F238E27FC236}">
                <a16:creationId xmlns:a16="http://schemas.microsoft.com/office/drawing/2014/main" id="{45B7E7ED-BAB9-1C13-D7CD-F2BF2ED0F924}"/>
              </a:ext>
            </a:extLst>
          </p:cNvPr>
          <p:cNvSpPr>
            <a:spLocks noGrp="1"/>
          </p:cNvSpPr>
          <p:nvPr>
            <p:ph idx="1"/>
          </p:nvPr>
        </p:nvSpPr>
        <p:spPr/>
        <p:txBody>
          <a:bodyPr/>
          <a:lstStyle/>
          <a:p>
            <a:endParaRPr lang="zh-CN" altLang="en-US" dirty="0"/>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8" name="内容占位符 17">
            <a:extLst>
              <a:ext uri="{FF2B5EF4-FFF2-40B4-BE49-F238E27FC236}">
                <a16:creationId xmlns:a16="http://schemas.microsoft.com/office/drawing/2014/main" id="{98F4413D-643A-488B-5EBE-FFA2C7A0BD0E}"/>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9" name="内容占位符 8">
            <a:extLst>
              <a:ext uri="{FF2B5EF4-FFF2-40B4-BE49-F238E27FC236}">
                <a16:creationId xmlns:a16="http://schemas.microsoft.com/office/drawing/2014/main" id="{A23C3B99-CAF5-6029-433F-44B4D272855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6" name="内容占位符 5">
            <a:extLst>
              <a:ext uri="{FF2B5EF4-FFF2-40B4-BE49-F238E27FC236}">
                <a16:creationId xmlns:a16="http://schemas.microsoft.com/office/drawing/2014/main" id="{B0E9FE06-6944-4C48-74FE-E10F4D876405}"/>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695998"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77886901"/>
              </p:ext>
            </p:extLst>
          </p:nvPr>
        </p:nvGraphicFramePr>
        <p:xfrm>
          <a:off x="695325" y="863600"/>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sz="2000" dirty="0"/>
              <a:t>6.1.2 </a:t>
            </a:r>
            <a:r>
              <a:rPr lang="zh-CN" altLang="en-US" sz="2000"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sz="1800"/>
              <a:t>工作量</a:t>
            </a:r>
            <a:endParaRPr lang="en-US" altLang="zh-CN" sz="1800" dirty="0"/>
          </a:p>
          <a:p>
            <a:r>
              <a:rPr lang="zh-CN" altLang="en-US" sz="1800"/>
              <a:t>规模</a:t>
            </a:r>
            <a:endParaRPr lang="en-US" altLang="zh-CN" sz="1800" dirty="0"/>
          </a:p>
          <a:p>
            <a:r>
              <a:rPr lang="zh-CN" altLang="en-US" sz="1800"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79296"/>
            <a:ext cx="4424080" cy="307777"/>
          </a:xfrm>
        </p:spPr>
        <p:txBody>
          <a:bodyPr/>
          <a:lstStyle/>
          <a:p>
            <a:r>
              <a:rPr lang="en-US" altLang="zh-CN" sz="1400"/>
              <a:t>Unit</a:t>
            </a:r>
            <a:endParaRPr lang="zh-CN" altLang="en-US" sz="1400"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6.1.4 </a:t>
            </a:r>
            <a:r>
              <a:rPr lang="zh-CN" altLang="en-US" dirty="0"/>
              <a:t>成本估算过程</a:t>
            </a:r>
          </a:p>
        </p:txBody>
      </p:sp>
      <p:sp>
        <p:nvSpPr>
          <p:cNvPr id="6" name="内容占位符 5">
            <a:extLst>
              <a:ext uri="{FF2B5EF4-FFF2-40B4-BE49-F238E27FC236}">
                <a16:creationId xmlns:a16="http://schemas.microsoft.com/office/drawing/2014/main" id="{42E378B1-2ED9-1233-9F31-49D0A982F31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6" name="内容占位符 5">
            <a:extLst>
              <a:ext uri="{FF2B5EF4-FFF2-40B4-BE49-F238E27FC236}">
                <a16:creationId xmlns:a16="http://schemas.microsoft.com/office/drawing/2014/main" id="{647318B9-2601-F1A7-4476-0E399CA0E45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solidFill>
                  <a:schemeClr val="tx1"/>
                </a:solidFill>
              </a:rPr>
              <a:t>6.2.3 </a:t>
            </a:r>
            <a:r>
              <a:rPr lang="zh-CN" altLang="en-US" dirty="0">
                <a:solidFill>
                  <a:schemeClr val="tx1"/>
                </a:solidFill>
              </a:rPr>
              <a:t>用例点估算</a:t>
            </a:r>
            <a:r>
              <a:rPr lang="en-US" altLang="zh-CN" dirty="0">
                <a:solidFill>
                  <a:schemeClr val="tx1"/>
                </a:solidFill>
              </a:rPr>
              <a:t> </a:t>
            </a:r>
            <a:endParaRPr lang="zh-CN" altLang="en-US" dirty="0">
              <a:solidFill>
                <a:schemeClr val="tx1"/>
              </a:solidFill>
            </a:endParaRPr>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695998"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solidFill>
                  <a:schemeClr val="tx1"/>
                </a:solidFill>
              </a:rPr>
              <a:t>6.3.3 </a:t>
            </a:r>
            <a:r>
              <a:rPr lang="zh-CN" altLang="en-US" dirty="0">
                <a:solidFill>
                  <a:schemeClr val="tx1"/>
                </a:solidFill>
              </a:rPr>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6" name="文本占位符 5">
            <a:extLst>
              <a:ext uri="{FF2B5EF4-FFF2-40B4-BE49-F238E27FC236}">
                <a16:creationId xmlns:a16="http://schemas.microsoft.com/office/drawing/2014/main" id="{3AA2AF2F-697F-C049-F4E1-F3B2D8878E0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5" name="文本占位符 4">
            <a:extLst>
              <a:ext uri="{FF2B5EF4-FFF2-40B4-BE49-F238E27FC236}">
                <a16:creationId xmlns:a16="http://schemas.microsoft.com/office/drawing/2014/main" id="{D67F7DFB-F95C-284E-53B1-D876D5474BE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2219ADF0-DBFF-D1FE-FF3F-5B79751D3D17}"/>
              </a:ext>
            </a:extLst>
          </p:cNvPr>
          <p:cNvSpPr>
            <a:spLocks noGrp="1"/>
          </p:cNvSpPr>
          <p:nvPr>
            <p:ph idx="1"/>
          </p:nvPr>
        </p:nvSpPr>
        <p:spPr/>
        <p:txBody>
          <a:bodyPr/>
          <a:lstStyle/>
          <a:p>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695998" y="360000"/>
            <a:ext cx="6375921" cy="429413"/>
          </a:xfrm>
        </p:spPr>
        <p:txBody>
          <a:bodyPr/>
          <a:lstStyle/>
          <a:p>
            <a:r>
              <a:rPr lang="zh-CN" altLang="en-US" dirty="0"/>
              <a:t>引言</a:t>
            </a:r>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695998"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7DA6773A-0420-19AD-2CE4-A0F2E8E75272}"/>
              </a:ext>
            </a:extLst>
          </p:cNvPr>
          <p:cNvSpPr>
            <a:spLocks noGrp="1"/>
          </p:cNvSpPr>
          <p:nvPr>
            <p:ph idx="1"/>
          </p:nvPr>
        </p:nvSpPr>
        <p:spPr/>
        <p:txBody>
          <a:bodyPr/>
          <a:lstStyle/>
          <a:p>
            <a:endParaRPr lang="zh-CN" altLang="en-US" dirty="0"/>
          </a:p>
        </p:txBody>
      </p:sp>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695998" y="360000"/>
            <a:ext cx="6375921" cy="429413"/>
          </a:xfrm>
        </p:spPr>
        <p:txBody>
          <a:bodyPr/>
          <a:lstStyle/>
          <a:p>
            <a:r>
              <a:rPr lang="zh-CN" altLang="en-US" dirty="0"/>
              <a:t>项目进度计划流程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695998"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695998"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695998"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695998"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695998"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695998" y="360000"/>
            <a:ext cx="6375921" cy="429413"/>
          </a:xfrm>
        </p:spPr>
        <p:txBody>
          <a:bodyPr/>
          <a:lstStyle/>
          <a:p>
            <a:r>
              <a:rPr lang="en-US" altLang="zh-CN" dirty="0">
                <a:solidFill>
                  <a:schemeClr val="tx1"/>
                </a:solidFill>
              </a:rPr>
              <a:t>4. </a:t>
            </a:r>
            <a:r>
              <a:rPr lang="zh-CN" altLang="en-US" dirty="0">
                <a:solidFill>
                  <a:schemeClr val="tx1"/>
                </a:solidFill>
              </a:rPr>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6" name="文本占位符 5">
            <a:extLst>
              <a:ext uri="{FF2B5EF4-FFF2-40B4-BE49-F238E27FC236}">
                <a16:creationId xmlns:a16="http://schemas.microsoft.com/office/drawing/2014/main" id="{2B090E62-06EB-4342-F55A-E0309C30CE8D}"/>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695998"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6" name="文本占位符 5">
            <a:extLst>
              <a:ext uri="{FF2B5EF4-FFF2-40B4-BE49-F238E27FC236}">
                <a16:creationId xmlns:a16="http://schemas.microsoft.com/office/drawing/2014/main" id="{39D6B34D-9A85-564C-E8D5-607C5470D8A4}"/>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695998"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6" name="文本占位符 5">
            <a:extLst>
              <a:ext uri="{FF2B5EF4-FFF2-40B4-BE49-F238E27FC236}">
                <a16:creationId xmlns:a16="http://schemas.microsoft.com/office/drawing/2014/main" id="{C191BE14-06A0-01B2-4C48-FAB6333B55E0}"/>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6" name="文本占位符 5">
            <a:extLst>
              <a:ext uri="{FF2B5EF4-FFF2-40B4-BE49-F238E27FC236}">
                <a16:creationId xmlns:a16="http://schemas.microsoft.com/office/drawing/2014/main" id="{338A0B60-9E3C-8B44-6A4C-E9A8DEAFD87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695998"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6" name="文本占位符 5">
            <a:extLst>
              <a:ext uri="{FF2B5EF4-FFF2-40B4-BE49-F238E27FC236}">
                <a16:creationId xmlns:a16="http://schemas.microsoft.com/office/drawing/2014/main" id="{CD287482-1C02-ADA0-322E-38218E40E0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695998"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6" name="文本占位符 5">
            <a:extLst>
              <a:ext uri="{FF2B5EF4-FFF2-40B4-BE49-F238E27FC236}">
                <a16:creationId xmlns:a16="http://schemas.microsoft.com/office/drawing/2014/main" id="{CA1D1CE1-FFD3-9BA1-7156-EDE0CADEFB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695998"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695998"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695998"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695998"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7" name="文本占位符 6">
            <a:extLst>
              <a:ext uri="{FF2B5EF4-FFF2-40B4-BE49-F238E27FC236}">
                <a16:creationId xmlns:a16="http://schemas.microsoft.com/office/drawing/2014/main" id="{5854AD27-E697-966B-CB7D-90D37ABBFDC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695998"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7" name="文本占位符 6">
            <a:extLst>
              <a:ext uri="{FF2B5EF4-FFF2-40B4-BE49-F238E27FC236}">
                <a16:creationId xmlns:a16="http://schemas.microsoft.com/office/drawing/2014/main" id="{945BF2E1-955E-B968-F325-6D2E47C21C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695998"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695998"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695998"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695998"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17" name="内容占位符 16">
            <a:extLst>
              <a:ext uri="{FF2B5EF4-FFF2-40B4-BE49-F238E27FC236}">
                <a16:creationId xmlns:a16="http://schemas.microsoft.com/office/drawing/2014/main" id="{A6CF8B59-A905-6FF3-18F0-728C7588FDD9}"/>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7" name="内容占位符 6">
            <a:extLst>
              <a:ext uri="{FF2B5EF4-FFF2-40B4-BE49-F238E27FC236}">
                <a16:creationId xmlns:a16="http://schemas.microsoft.com/office/drawing/2014/main" id="{C5B1AE6E-1212-7F2F-CFD6-FF56AD17C62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695998"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695998" y="360000"/>
            <a:ext cx="6375921" cy="429413"/>
          </a:xfrm>
        </p:spPr>
        <p:txBody>
          <a:bodyPr/>
          <a:lstStyle/>
          <a:p>
            <a:r>
              <a:rPr lang="en-US" altLang="zh-CN" dirty="0"/>
              <a:t>3. </a:t>
            </a:r>
            <a:r>
              <a:rPr lang="zh-CN" altLang="en-US" dirty="0"/>
              <a:t>软件质量管理活动</a:t>
            </a:r>
          </a:p>
        </p:txBody>
      </p:sp>
      <p:sp>
        <p:nvSpPr>
          <p:cNvPr id="7" name="内容占位符 6">
            <a:extLst>
              <a:ext uri="{FF2B5EF4-FFF2-40B4-BE49-F238E27FC236}">
                <a16:creationId xmlns:a16="http://schemas.microsoft.com/office/drawing/2014/main" id="{8D897C33-83F9-84BB-9DEB-74045D3C1E33}"/>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A736058A-D61C-DE23-4F66-8C177442799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695998"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695998"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695998"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695998"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7" name="文本占位符 6">
            <a:extLst>
              <a:ext uri="{FF2B5EF4-FFF2-40B4-BE49-F238E27FC236}">
                <a16:creationId xmlns:a16="http://schemas.microsoft.com/office/drawing/2014/main" id="{C5C5AB4F-C2EE-B7CC-D77E-81265DC4B63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695998"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6" name="文本占位符 5">
            <a:extLst>
              <a:ext uri="{FF2B5EF4-FFF2-40B4-BE49-F238E27FC236}">
                <a16:creationId xmlns:a16="http://schemas.microsoft.com/office/drawing/2014/main" id="{90C05809-2B3F-9129-2BB9-9103FCAFA9F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695998"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7" name="文本占位符 6">
            <a:extLst>
              <a:ext uri="{FF2B5EF4-FFF2-40B4-BE49-F238E27FC236}">
                <a16:creationId xmlns:a16="http://schemas.microsoft.com/office/drawing/2014/main" id="{DC0B951E-90A1-7A6B-E2EA-4F302A60CC8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695998"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6" name="文本占位符 5">
            <a:extLst>
              <a:ext uri="{FF2B5EF4-FFF2-40B4-BE49-F238E27FC236}">
                <a16:creationId xmlns:a16="http://schemas.microsoft.com/office/drawing/2014/main" id="{485B08BF-D373-DB05-C4AF-7BA9D68D1C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695998"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695998"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695998"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695998"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695998"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695998"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6" name="文本占位符 5">
            <a:extLst>
              <a:ext uri="{FF2B5EF4-FFF2-40B4-BE49-F238E27FC236}">
                <a16:creationId xmlns:a16="http://schemas.microsoft.com/office/drawing/2014/main" id="{C048C235-357C-3038-203C-BCCF9C70D90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695998"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6" name="文本占位符 5">
            <a:extLst>
              <a:ext uri="{FF2B5EF4-FFF2-40B4-BE49-F238E27FC236}">
                <a16:creationId xmlns:a16="http://schemas.microsoft.com/office/drawing/2014/main" id="{43DC4924-4274-FBD8-4F43-FBE548FE295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695998"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6" name="文本占位符 5">
            <a:extLst>
              <a:ext uri="{FF2B5EF4-FFF2-40B4-BE49-F238E27FC236}">
                <a16:creationId xmlns:a16="http://schemas.microsoft.com/office/drawing/2014/main" id="{3933CA79-1D4C-0BC6-7567-4462EDD024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695998"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6" name="文本占位符 5">
            <a:extLst>
              <a:ext uri="{FF2B5EF4-FFF2-40B4-BE49-F238E27FC236}">
                <a16:creationId xmlns:a16="http://schemas.microsoft.com/office/drawing/2014/main" id="{DA27AD19-1D99-C22C-9905-72D439C6C5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2251498397"/>
              </p:ext>
            </p:extLst>
          </p:nvPr>
        </p:nvGraphicFramePr>
        <p:xfrm>
          <a:off x="1876425"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695998"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a:t>
            </a:r>
            <a:r>
              <a:rPr lang="zh-CN" altLang="en-US" dirty="0">
                <a:solidFill>
                  <a:schemeClr val="accent2"/>
                </a:solidFill>
              </a:rPr>
              <a:t>配置项</a:t>
            </a:r>
            <a:r>
              <a:rPr lang="zh-CN" altLang="en-US" dirty="0"/>
              <a:t>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695998"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695998" y="360000"/>
            <a:ext cx="6375921" cy="429413"/>
          </a:xfrm>
        </p:spPr>
        <p:txBody>
          <a:bodyPr/>
          <a:lstStyle/>
          <a:p>
            <a:r>
              <a:rPr lang="en-US" altLang="zh-CN" dirty="0"/>
              <a:t>1.3 </a:t>
            </a:r>
            <a:r>
              <a:rPr lang="zh-CN" altLang="en-US" dirty="0"/>
              <a:t>软件项目基线</a:t>
            </a:r>
          </a:p>
        </p:txBody>
      </p:sp>
      <p:sp>
        <p:nvSpPr>
          <p:cNvPr id="7" name="内容占位符 6">
            <a:extLst>
              <a:ext uri="{FF2B5EF4-FFF2-40B4-BE49-F238E27FC236}">
                <a16:creationId xmlns:a16="http://schemas.microsoft.com/office/drawing/2014/main" id="{5B7A431B-975A-A9E3-7BA7-283B0F5991A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695998" y="360000"/>
            <a:ext cx="6375921" cy="429413"/>
          </a:xfrm>
        </p:spPr>
        <p:txBody>
          <a:bodyPr/>
          <a:lstStyle/>
          <a:p>
            <a:r>
              <a:rPr lang="en-US" altLang="zh-CN" dirty="0"/>
              <a:t>2. </a:t>
            </a:r>
            <a:r>
              <a:rPr lang="zh-CN" altLang="en-US" dirty="0"/>
              <a:t>配置管理过程</a:t>
            </a:r>
          </a:p>
        </p:txBody>
      </p:sp>
      <p:sp>
        <p:nvSpPr>
          <p:cNvPr id="6" name="内容占位符 5">
            <a:extLst>
              <a:ext uri="{FF2B5EF4-FFF2-40B4-BE49-F238E27FC236}">
                <a16:creationId xmlns:a16="http://schemas.microsoft.com/office/drawing/2014/main" id="{A5BB81B8-AAD8-882F-1ABA-F3BE276DC7EC}"/>
              </a:ext>
            </a:extLst>
          </p:cNvPr>
          <p:cNvSpPr>
            <a:spLocks noGrp="1"/>
          </p:cNvSpPr>
          <p:nvPr>
            <p:ph idx="1"/>
          </p:nvPr>
        </p:nvSpPr>
        <p:spPr>
          <a:xfrm>
            <a:off x="696000" y="864000"/>
            <a:ext cx="10800000" cy="5400000"/>
          </a:xfrm>
        </p:spPr>
        <p:txBody>
          <a:bodyPr/>
          <a:lstStyle/>
          <a:p>
            <a:endParaRPr lang="zh-CN" altLang="en-US" dirty="0"/>
          </a:p>
        </p:txBody>
      </p:sp>
      <p:sp>
        <p:nvSpPr>
          <p:cNvPr id="14" name="文本占位符 13">
            <a:extLst>
              <a:ext uri="{FF2B5EF4-FFF2-40B4-BE49-F238E27FC236}">
                <a16:creationId xmlns:a16="http://schemas.microsoft.com/office/drawing/2014/main" id="{7F912A19-543A-BA90-846A-12336A2E3848}"/>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29" name="文本占位符 28">
            <a:extLst>
              <a:ext uri="{FF2B5EF4-FFF2-40B4-BE49-F238E27FC236}">
                <a16:creationId xmlns:a16="http://schemas.microsoft.com/office/drawing/2014/main" id="{66698798-00A0-7650-766C-7FCDE8FF351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695998"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6" name="文本占位符 5">
            <a:extLst>
              <a:ext uri="{FF2B5EF4-FFF2-40B4-BE49-F238E27FC236}">
                <a16:creationId xmlns:a16="http://schemas.microsoft.com/office/drawing/2014/main" id="{1EEC0DC4-7469-9642-6A65-2587E2B87D73}"/>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a:t>
            </a:r>
            <a:r>
              <a:rPr lang="zh-CN" altLang="en-US" b="1" dirty="0"/>
              <a:t>发布通知</a:t>
            </a:r>
            <a:endParaRPr lang="en-US" altLang="zh-CN" b="1" dirty="0"/>
          </a:p>
          <a:p>
            <a:r>
              <a:rPr lang="zh-CN" altLang="en-US" dirty="0"/>
              <a:t>若拒绝，则通知申请人并归档</a:t>
            </a:r>
          </a:p>
          <a:p>
            <a:r>
              <a:rPr lang="zh-CN" altLang="en-US" dirty="0"/>
              <a:t>更新基线与文档，关闭变更请求，</a:t>
            </a:r>
            <a:r>
              <a:rPr lang="zh-CN" altLang="en-US" b="1" dirty="0"/>
              <a:t>发布通知</a:t>
            </a:r>
          </a:p>
          <a:p>
            <a:endParaRPr lang="zh-CN" altLang="en-US" dirty="0"/>
          </a:p>
        </p:txBody>
      </p:sp>
      <p:sp>
        <p:nvSpPr>
          <p:cNvPr id="21" name="文本占位符 20">
            <a:extLst>
              <a:ext uri="{FF2B5EF4-FFF2-40B4-BE49-F238E27FC236}">
                <a16:creationId xmlns:a16="http://schemas.microsoft.com/office/drawing/2014/main" id="{F1418901-39A9-98ED-1CE4-0F0AD3A846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3DD8E055-E543-B5E3-9C95-CEEAEAEA5A17}"/>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C65F2B98-B297-0C83-B0D6-E30EBE770144}"/>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695998"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solidFill>
                  <a:srgbClr val="E05F73"/>
                </a:solidFill>
              </a:rPr>
              <a:t>正确的做</a:t>
            </a:r>
            <a:endParaRPr lang="en-US" altLang="zh-CN" dirty="0">
              <a:solidFill>
                <a:srgbClr val="E05F73"/>
              </a:solidFill>
            </a:endParaRPr>
          </a:p>
          <a:p>
            <a:pPr lvl="1"/>
            <a:r>
              <a:rPr lang="zh-CN" altLang="en-US" dirty="0"/>
              <a:t>基线审计：确保基线的配置项正确的构造并实现，且满足功能要求</a:t>
            </a:r>
            <a:r>
              <a:rPr lang="en-US" altLang="zh-CN" dirty="0"/>
              <a:t>/</a:t>
            </a:r>
            <a:r>
              <a:rPr lang="zh-CN" altLang="en-US" dirty="0">
                <a:solidFill>
                  <a:srgbClr val="E05F73"/>
                </a:solidFill>
              </a:rPr>
              <a:t>做的正确</a:t>
            </a:r>
            <a:endParaRPr lang="en-US" altLang="zh-CN" dirty="0">
              <a:solidFill>
                <a:srgbClr val="E05F73"/>
              </a:solidFill>
            </a:endParaRPr>
          </a:p>
          <a:p>
            <a:r>
              <a:rPr lang="zh-CN" altLang="en-US" dirty="0"/>
              <a:t>确保某一变更已被实现</a:t>
            </a:r>
            <a:endParaRPr lang="en-US" altLang="zh-CN" dirty="0"/>
          </a:p>
          <a:p>
            <a:r>
              <a:rPr lang="zh-CN" altLang="en-US" dirty="0"/>
              <a:t>是技术复审的一部分</a:t>
            </a:r>
          </a:p>
        </p:txBody>
      </p:sp>
      <p:sp>
        <p:nvSpPr>
          <p:cNvPr id="7" name="文本占位符 6">
            <a:extLst>
              <a:ext uri="{FF2B5EF4-FFF2-40B4-BE49-F238E27FC236}">
                <a16:creationId xmlns:a16="http://schemas.microsoft.com/office/drawing/2014/main" id="{9E63BF95-4D6A-6EDB-F86C-2D01880C3646}"/>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695998"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34" name="文本占位符 33">
            <a:extLst>
              <a:ext uri="{FF2B5EF4-FFF2-40B4-BE49-F238E27FC236}">
                <a16:creationId xmlns:a16="http://schemas.microsoft.com/office/drawing/2014/main" id="{59B57C4E-102C-83D3-E648-A211F42E289D}"/>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695998"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a:t>
            </a:r>
            <a:r>
              <a:rPr lang="zh-CN" altLang="en-US" dirty="0">
                <a:solidFill>
                  <a:schemeClr val="accent2"/>
                </a:solidFill>
              </a:rPr>
              <a:t>配置管理者 </a:t>
            </a:r>
            <a:r>
              <a:rPr lang="en-US" altLang="zh-CN" dirty="0">
                <a:solidFill>
                  <a:schemeClr val="accent2"/>
                </a:solidFill>
              </a:rPr>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7" name="文本占位符 6">
            <a:extLst>
              <a:ext uri="{FF2B5EF4-FFF2-40B4-BE49-F238E27FC236}">
                <a16:creationId xmlns:a16="http://schemas.microsoft.com/office/drawing/2014/main" id="{15CF0C12-68B6-5639-4289-22D2BE48480C}"/>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14" name="文本占位符 13">
            <a:extLst>
              <a:ext uri="{FF2B5EF4-FFF2-40B4-BE49-F238E27FC236}">
                <a16:creationId xmlns:a16="http://schemas.microsoft.com/office/drawing/2014/main" id="{9253FB88-FBBF-A1E7-89CA-84F1F526556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10" name="文本占位符 9">
            <a:extLst>
              <a:ext uri="{FF2B5EF4-FFF2-40B4-BE49-F238E27FC236}">
                <a16:creationId xmlns:a16="http://schemas.microsoft.com/office/drawing/2014/main" id="{9039D8DD-49A1-706F-F289-8129D62D62E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10" name="文本占位符 9">
            <a:extLst>
              <a:ext uri="{FF2B5EF4-FFF2-40B4-BE49-F238E27FC236}">
                <a16:creationId xmlns:a16="http://schemas.microsoft.com/office/drawing/2014/main" id="{99003CDF-0F9B-2CAB-24D6-441496B2BC6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13" name="文本占位符 12">
            <a:extLst>
              <a:ext uri="{FF2B5EF4-FFF2-40B4-BE49-F238E27FC236}">
                <a16:creationId xmlns:a16="http://schemas.microsoft.com/office/drawing/2014/main" id="{5737D91B-080F-AEA3-4C47-3BB2C6A0BE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p:txBody>
          <a:bodyPr/>
          <a:lstStyle/>
          <a:p>
            <a:r>
              <a:rPr lang="zh-CN" altLang="en-US" dirty="0"/>
              <a:t>变更过程小结</a:t>
            </a:r>
          </a:p>
        </p:txBody>
      </p:sp>
      <p:sp>
        <p:nvSpPr>
          <p:cNvPr id="3" name="内容占位符 2">
            <a:extLst>
              <a:ext uri="{FF2B5EF4-FFF2-40B4-BE49-F238E27FC236}">
                <a16:creationId xmlns:a16="http://schemas.microsoft.com/office/drawing/2014/main" id="{E5319B90-F7E3-249E-7E2D-8492B1046DB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7BA1873-786C-343F-B195-44DEF719865C}"/>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695998"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10" name="文本占位符 9">
            <a:extLst>
              <a:ext uri="{FF2B5EF4-FFF2-40B4-BE49-F238E27FC236}">
                <a16:creationId xmlns:a16="http://schemas.microsoft.com/office/drawing/2014/main" id="{7869B37A-4347-C416-9E7F-B93ED4E388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a:t>
            </a:r>
            <a:r>
              <a:rPr lang="zh-CN" altLang="zh-CN" b="1" dirty="0">
                <a:solidFill>
                  <a:srgbClr val="E4745C"/>
                </a:solidFill>
              </a:rPr>
              <a:t>快要</a:t>
            </a:r>
            <a:r>
              <a:rPr lang="zh-CN" altLang="zh-CN" dirty="0"/>
              <a:t>上线时甚至上线后才合并到主干</a:t>
            </a:r>
            <a:endParaRPr lang="en-US" altLang="zh-CN" dirty="0"/>
          </a:p>
          <a:p>
            <a:r>
              <a:rPr lang="zh-CN" altLang="en-US" dirty="0"/>
              <a:t>分支是</a:t>
            </a:r>
            <a:r>
              <a:rPr lang="zh-CN" altLang="en-US" b="1" dirty="0">
                <a:solidFill>
                  <a:srgbClr val="E4745C"/>
                </a:solidFill>
              </a:rPr>
              <a:t>长期</a:t>
            </a:r>
            <a:r>
              <a:rPr lang="zh-CN" altLang="en-US" dirty="0"/>
              <a:t>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a:t>
            </a:r>
            <a:r>
              <a:rPr lang="zh-CN" altLang="en-US" b="1" dirty="0">
                <a:solidFill>
                  <a:srgbClr val="E4745C"/>
                </a:solidFill>
              </a:rPr>
              <a:t>短期</a:t>
            </a:r>
            <a:r>
              <a:rPr lang="zh-CN" altLang="en-US" dirty="0"/>
              <a:t>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695998"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22" name="文本占位符 21">
            <a:extLst>
              <a:ext uri="{FF2B5EF4-FFF2-40B4-BE49-F238E27FC236}">
                <a16:creationId xmlns:a16="http://schemas.microsoft.com/office/drawing/2014/main" id="{B4ACDBBF-C1E9-85E5-C570-370BCE30DD7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8" name="文本占位符 7">
            <a:extLst>
              <a:ext uri="{FF2B5EF4-FFF2-40B4-BE49-F238E27FC236}">
                <a16:creationId xmlns:a16="http://schemas.microsoft.com/office/drawing/2014/main" id="{BDEDD34D-8897-79BD-8008-7D17CCC9E31C}"/>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1586905675"/>
              </p:ext>
            </p:extLst>
          </p:nvPr>
        </p:nvGraphicFramePr>
        <p:xfrm>
          <a:off x="695325" y="3996690"/>
          <a:ext cx="10801350" cy="201168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8BB3"/>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4294107049"/>
                  </a:ext>
                </a:extLst>
              </a:tr>
              <a:tr h="0">
                <a:tc>
                  <a:txBody>
                    <a:bodyPr/>
                    <a:lstStyle/>
                    <a:p>
                      <a:pPr>
                        <a:buNone/>
                      </a:pPr>
                      <a:r>
                        <a:rPr lang="en-US" sz="1600" dirty="0">
                          <a:solidFill>
                            <a:schemeClr val="tx1"/>
                          </a:solidFill>
                        </a:rPr>
                        <a:t>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形成期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0982016"/>
                  </a:ext>
                </a:extLst>
              </a:tr>
              <a:tr h="0">
                <a:tc>
                  <a:txBody>
                    <a:bodyPr/>
                    <a:lstStyle/>
                    <a:p>
                      <a:pPr>
                        <a:buNone/>
                      </a:pPr>
                      <a:r>
                        <a:rPr lang="en-US" sz="1600">
                          <a:solidFill>
                            <a:schemeClr val="tx1"/>
                          </a:solidFill>
                        </a:rPr>
                        <a:t>Storming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震荡期或磨合期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7801575"/>
                  </a:ext>
                </a:extLst>
              </a:tr>
              <a:tr h="0">
                <a:tc>
                  <a:txBody>
                    <a:bodyPr/>
                    <a:lstStyle/>
                    <a:p>
                      <a:pPr>
                        <a:buNone/>
                      </a:pPr>
                      <a:r>
                        <a:rPr lang="en-US" sz="1600">
                          <a:solidFill>
                            <a:schemeClr val="tx1"/>
                          </a:solidFill>
                        </a:rPr>
                        <a:t>Norming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规范期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702055"/>
                  </a:ext>
                </a:extLst>
              </a:tr>
              <a:tr h="0">
                <a:tc>
                  <a:txBody>
                    <a:bodyPr/>
                    <a:lstStyle/>
                    <a:p>
                      <a:pPr>
                        <a:buNone/>
                      </a:pPr>
                      <a:r>
                        <a:rPr lang="en-US" sz="1600">
                          <a:solidFill>
                            <a:schemeClr val="tx1"/>
                          </a:solidFill>
                        </a:rPr>
                        <a:t>Performing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表现期 </a:t>
                      </a:r>
                      <a:r>
                        <a:rPr lang="en-US" altLang="zh-CN" sz="1600">
                          <a:solidFill>
                            <a:schemeClr val="tx1"/>
                          </a:solidFill>
                        </a:rPr>
                        <a:t>/ </a:t>
                      </a:r>
                      <a:r>
                        <a:rPr lang="zh-CN" altLang="en-US" sz="1600">
                          <a:solidFill>
                            <a:schemeClr val="tx1"/>
                          </a:solidFill>
                        </a:rPr>
                        <a:t>执行期 </a:t>
                      </a:r>
                      <a:r>
                        <a:rPr lang="en-US" altLang="zh-CN" sz="1600">
                          <a:solidFill>
                            <a:schemeClr val="tx1"/>
                          </a:solidFill>
                        </a:rPr>
                        <a:t>/ </a:t>
                      </a:r>
                      <a:r>
                        <a:rPr lang="zh-CN" altLang="en-US" sz="1600">
                          <a:solidFill>
                            <a:schemeClr val="tx1"/>
                          </a:solidFill>
                        </a:rPr>
                        <a:t>高绩效期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7711081"/>
                  </a:ext>
                </a:extLst>
              </a:tr>
              <a:tr h="0">
                <a:tc>
                  <a:txBody>
                    <a:bodyPr/>
                    <a:lstStyle/>
                    <a:p>
                      <a:pPr>
                        <a:buNone/>
                      </a:pPr>
                      <a:r>
                        <a:rPr lang="en-US" sz="1600">
                          <a:solidFill>
                            <a:schemeClr val="tx1"/>
                          </a:solidFill>
                        </a:rPr>
                        <a:t>Adjourning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结束期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18831288"/>
                  </a:ext>
                </a:extLst>
              </a:tr>
            </a:tbl>
          </a:graphicData>
        </a:graphic>
      </p:graphicFrame>
      <p:grpSp>
        <p:nvGrpSpPr>
          <p:cNvPr id="543" name="组合 542">
            <a:extLst>
              <a:ext uri="{FF2B5EF4-FFF2-40B4-BE49-F238E27FC236}">
                <a16:creationId xmlns:a16="http://schemas.microsoft.com/office/drawing/2014/main" id="{7C7D7C35-9D95-B51A-122E-9AED927D985E}"/>
              </a:ext>
            </a:extLst>
          </p:cNvPr>
          <p:cNvGrpSpPr>
            <a:grpSpLocks noChangeAspect="1"/>
          </p:cNvGrpSpPr>
          <p:nvPr/>
        </p:nvGrpSpPr>
        <p:grpSpPr>
          <a:xfrm>
            <a:off x="9536979" y="1852819"/>
            <a:ext cx="1080000" cy="1155053"/>
            <a:chOff x="2930348" y="1530083"/>
            <a:chExt cx="3074842" cy="3288523"/>
          </a:xfrm>
        </p:grpSpPr>
        <p:sp>
          <p:nvSpPr>
            <p:cNvPr id="537" name="任意多边形: 形状 536">
              <a:extLst>
                <a:ext uri="{FF2B5EF4-FFF2-40B4-BE49-F238E27FC236}">
                  <a16:creationId xmlns:a16="http://schemas.microsoft.com/office/drawing/2014/main" id="{59AFA3A8-5FF3-C910-1B2F-87A8B803227B}"/>
                </a:ext>
              </a:extLst>
            </p:cNvPr>
            <p:cNvSpPr/>
            <p:nvPr/>
          </p:nvSpPr>
          <p:spPr>
            <a:xfrm rot="7200000" flipV="1">
              <a:off x="3791626" y="1176705"/>
              <a:ext cx="1438891" cy="2145648"/>
            </a:xfrm>
            <a:custGeom>
              <a:avLst/>
              <a:gdLst>
                <a:gd name="csX0" fmla="*/ 618583 w 1438891"/>
                <a:gd name="csY0" fmla="*/ 1064211 h 2145648"/>
                <a:gd name="csX1" fmla="*/ 663419 w 1438891"/>
                <a:gd name="csY1" fmla="*/ 1146814 h 2145648"/>
                <a:gd name="csX2" fmla="*/ 720000 w 1438891"/>
                <a:gd name="csY2" fmla="*/ 1427071 h 2145648"/>
                <a:gd name="csX3" fmla="*/ 145105 w 1438891"/>
                <a:gd name="csY3" fmla="*/ 2132445 h 2145648"/>
                <a:gd name="csX4" fmla="*/ 14116 w 1438891"/>
                <a:gd name="csY4" fmla="*/ 2145648 h 2145648"/>
                <a:gd name="csX5" fmla="*/ 39334 w 1438891"/>
                <a:gd name="csY5" fmla="*/ 2145086 h 2145648"/>
                <a:gd name="csX6" fmla="*/ 108901 w 1438891"/>
                <a:gd name="csY6" fmla="*/ 2141573 h 2145648"/>
                <a:gd name="csX7" fmla="*/ 134213 w 1438891"/>
                <a:gd name="csY7" fmla="*/ 2139679 h 2145648"/>
                <a:gd name="csX8" fmla="*/ 192143 w 1438891"/>
                <a:gd name="csY8" fmla="*/ 2132783 h 2145648"/>
                <a:gd name="csX9" fmla="*/ 244875 w 1438891"/>
                <a:gd name="csY9" fmla="*/ 2124735 h 2145648"/>
                <a:gd name="csX10" fmla="*/ 269599 w 1438891"/>
                <a:gd name="csY10" fmla="*/ 2120421 h 2145648"/>
                <a:gd name="csX11" fmla="*/ 337462 w 1438891"/>
                <a:gd name="csY11" fmla="*/ 2105667 h 2145648"/>
                <a:gd name="csX12" fmla="*/ 372328 w 1438891"/>
                <a:gd name="csY12" fmla="*/ 2096701 h 2145648"/>
                <a:gd name="csX13" fmla="*/ 407053 w 1438891"/>
                <a:gd name="csY13" fmla="*/ 2087019 h 2145648"/>
                <a:gd name="csX14" fmla="*/ 473204 w 1438891"/>
                <a:gd name="csY14" fmla="*/ 2065865 h 2145648"/>
                <a:gd name="csX15" fmla="*/ 496736 w 1438891"/>
                <a:gd name="csY15" fmla="*/ 2057251 h 2145648"/>
                <a:gd name="csX16" fmla="*/ 546472 w 1438891"/>
                <a:gd name="csY16" fmla="*/ 2037838 h 2145648"/>
                <a:gd name="csX17" fmla="*/ 600072 w 1438891"/>
                <a:gd name="csY17" fmla="*/ 2014853 h 2145648"/>
                <a:gd name="csX18" fmla="*/ 622901 w 1438891"/>
                <a:gd name="csY18" fmla="*/ 2003855 h 2145648"/>
                <a:gd name="csX19" fmla="*/ 684969 w 1438891"/>
                <a:gd name="csY19" fmla="*/ 1972081 h 2145648"/>
                <a:gd name="csX20" fmla="*/ 719456 w 1438891"/>
                <a:gd name="csY20" fmla="*/ 1953184 h 2145648"/>
                <a:gd name="csX21" fmla="*/ 753031 w 1438891"/>
                <a:gd name="csY21" fmla="*/ 1932786 h 2145648"/>
                <a:gd name="csX22" fmla="*/ 811610 w 1438891"/>
                <a:gd name="csY22" fmla="*/ 1894903 h 2145648"/>
                <a:gd name="csX23" fmla="*/ 832530 w 1438891"/>
                <a:gd name="csY23" fmla="*/ 1880643 h 2145648"/>
                <a:gd name="csX24" fmla="*/ 879238 w 1438891"/>
                <a:gd name="csY24" fmla="*/ 1845716 h 2145648"/>
                <a:gd name="csX25" fmla="*/ 920929 w 1438891"/>
                <a:gd name="csY25" fmla="*/ 1812342 h 2145648"/>
                <a:gd name="csX26" fmla="*/ 940146 w 1438891"/>
                <a:gd name="csY26" fmla="*/ 1796275 h 2145648"/>
                <a:gd name="csX27" fmla="*/ 991543 w 1438891"/>
                <a:gd name="csY27" fmla="*/ 1749563 h 2145648"/>
                <a:gd name="csX28" fmla="*/ 1017276 w 1438891"/>
                <a:gd name="csY28" fmla="*/ 1724346 h 2145648"/>
                <a:gd name="csX29" fmla="*/ 1042493 w 1438891"/>
                <a:gd name="csY29" fmla="*/ 1698612 h 2145648"/>
                <a:gd name="csX30" fmla="*/ 1089190 w 1438891"/>
                <a:gd name="csY30" fmla="*/ 1647234 h 2145648"/>
                <a:gd name="csX31" fmla="*/ 1105290 w 1438891"/>
                <a:gd name="csY31" fmla="*/ 1627977 h 2145648"/>
                <a:gd name="csX32" fmla="*/ 1138641 w 1438891"/>
                <a:gd name="csY32" fmla="*/ 1586313 h 2145648"/>
                <a:gd name="csX33" fmla="*/ 1173568 w 1438891"/>
                <a:gd name="csY33" fmla="*/ 1539606 h 2145648"/>
                <a:gd name="csX34" fmla="*/ 1187852 w 1438891"/>
                <a:gd name="csY34" fmla="*/ 1518650 h 2145648"/>
                <a:gd name="csX35" fmla="*/ 1225692 w 1438891"/>
                <a:gd name="csY35" fmla="*/ 1460139 h 2145648"/>
                <a:gd name="csX36" fmla="*/ 1246116 w 1438891"/>
                <a:gd name="csY36" fmla="*/ 1426517 h 2145648"/>
                <a:gd name="csX37" fmla="*/ 1265020 w 1438891"/>
                <a:gd name="csY37" fmla="*/ 1392018 h 2145648"/>
                <a:gd name="csX38" fmla="*/ 1296772 w 1438891"/>
                <a:gd name="csY38" fmla="*/ 1329994 h 2145648"/>
                <a:gd name="csX39" fmla="*/ 1307780 w 1438891"/>
                <a:gd name="csY39" fmla="*/ 1307144 h 2145648"/>
                <a:gd name="csX40" fmla="*/ 1330767 w 1438891"/>
                <a:gd name="csY40" fmla="*/ 1253541 h 2145648"/>
                <a:gd name="csX41" fmla="*/ 1350170 w 1438891"/>
                <a:gd name="csY41" fmla="*/ 1203832 h 2145648"/>
                <a:gd name="csX42" fmla="*/ 1358798 w 1438891"/>
                <a:gd name="csY42" fmla="*/ 1180259 h 2145648"/>
                <a:gd name="csX43" fmla="*/ 1379948 w 1438891"/>
                <a:gd name="csY43" fmla="*/ 1114122 h 2145648"/>
                <a:gd name="csX44" fmla="*/ 1389624 w 1438891"/>
                <a:gd name="csY44" fmla="*/ 1079420 h 2145648"/>
                <a:gd name="csX45" fmla="*/ 1398594 w 1438891"/>
                <a:gd name="csY45" fmla="*/ 1044533 h 2145648"/>
                <a:gd name="csX46" fmla="*/ 1413352 w 1438891"/>
                <a:gd name="csY46" fmla="*/ 976658 h 2145648"/>
                <a:gd name="csX47" fmla="*/ 1417657 w 1438891"/>
                <a:gd name="csY47" fmla="*/ 951984 h 2145648"/>
                <a:gd name="csX48" fmla="*/ 1425712 w 1438891"/>
                <a:gd name="csY48" fmla="*/ 899195 h 2145648"/>
                <a:gd name="csX49" fmla="*/ 1432609 w 1438891"/>
                <a:gd name="csY49" fmla="*/ 841272 h 2145648"/>
                <a:gd name="csX50" fmla="*/ 1434497 w 1438891"/>
                <a:gd name="csY50" fmla="*/ 816031 h 2145648"/>
                <a:gd name="csX51" fmla="*/ 1438015 w 1438891"/>
                <a:gd name="csY51" fmla="*/ 746375 h 2145648"/>
                <a:gd name="csX52" fmla="*/ 1438891 w 1438891"/>
                <a:gd name="csY52" fmla="*/ 707071 h 2145648"/>
                <a:gd name="csX53" fmla="*/ 1438015 w 1438891"/>
                <a:gd name="csY53" fmla="*/ 667767 h 2145648"/>
                <a:gd name="csX54" fmla="*/ 1434500 w 1438891"/>
                <a:gd name="csY54" fmla="*/ 598151 h 2145648"/>
                <a:gd name="csX55" fmla="*/ 1432606 w 1438891"/>
                <a:gd name="csY55" fmla="*/ 572846 h 2145648"/>
                <a:gd name="csX56" fmla="*/ 1425713 w 1438891"/>
                <a:gd name="csY56" fmla="*/ 514952 h 2145648"/>
                <a:gd name="csX57" fmla="*/ 1417660 w 1438891"/>
                <a:gd name="csY57" fmla="*/ 462179 h 2145648"/>
                <a:gd name="csX58" fmla="*/ 1413348 w 1438891"/>
                <a:gd name="csY58" fmla="*/ 437466 h 2145648"/>
                <a:gd name="csX59" fmla="*/ 1398600 w 1438891"/>
                <a:gd name="csY59" fmla="*/ 369634 h 2145648"/>
                <a:gd name="csX60" fmla="*/ 1389618 w 1438891"/>
                <a:gd name="csY60" fmla="*/ 334703 h 2145648"/>
                <a:gd name="csX61" fmla="*/ 1379944 w 1438891"/>
                <a:gd name="csY61" fmla="*/ 300006 h 2145648"/>
                <a:gd name="csX62" fmla="*/ 1358802 w 1438891"/>
                <a:gd name="csY62" fmla="*/ 233894 h 2145648"/>
                <a:gd name="csX63" fmla="*/ 1350170 w 1438891"/>
                <a:gd name="csY63" fmla="*/ 210307 h 2145648"/>
                <a:gd name="csX64" fmla="*/ 1330763 w 1438891"/>
                <a:gd name="csY64" fmla="*/ 160594 h 2145648"/>
                <a:gd name="csX65" fmla="*/ 1307789 w 1438891"/>
                <a:gd name="csY65" fmla="*/ 107017 h 2145648"/>
                <a:gd name="csX66" fmla="*/ 1296764 w 1438891"/>
                <a:gd name="csY66" fmla="*/ 84134 h 2145648"/>
                <a:gd name="csX67" fmla="*/ 1265010 w 1438891"/>
                <a:gd name="csY67" fmla="*/ 22103 h 2145648"/>
                <a:gd name="csX68" fmla="*/ 1252898 w 1438891"/>
                <a:gd name="csY68" fmla="*/ 0 h 2145648"/>
                <a:gd name="csX69" fmla="*/ 1306961 w 1438891"/>
                <a:gd name="csY69" fmla="*/ 120050 h 2145648"/>
                <a:gd name="csX70" fmla="*/ 983538 w 1438891"/>
                <a:gd name="csY70" fmla="*/ 970610 h 2145648"/>
                <a:gd name="csX71" fmla="*/ 712537 w 1438891"/>
                <a:gd name="csY71" fmla="*/ 1061737 h 2145648"/>
                <a:gd name="csX72" fmla="*/ 0 w 1438891"/>
                <a:gd name="csY72" fmla="*/ 707069 h 2145648"/>
                <a:gd name="csX73" fmla="*/ 573428 w 1438891"/>
                <a:gd name="csY73" fmla="*/ 1065397 h 2145648"/>
                <a:gd name="csX74" fmla="*/ 618582 w 1438891"/>
                <a:gd name="csY74" fmla="*/ 1064208 h 2145648"/>
                <a:gd name="csX75" fmla="*/ 597035 w 1438891"/>
                <a:gd name="csY75" fmla="*/ 1024510 h 2145648"/>
                <a:gd name="csX76" fmla="*/ 0 w 1438891"/>
                <a:gd name="csY76" fmla="*/ 707069 h 21456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1438891" h="2145648">
                  <a:moveTo>
                    <a:pt x="618583" y="1064211"/>
                  </a:moveTo>
                  <a:lnTo>
                    <a:pt x="663419" y="1146814"/>
                  </a:lnTo>
                  <a:cubicBezTo>
                    <a:pt x="699853" y="1232954"/>
                    <a:pt x="720000" y="1327659"/>
                    <a:pt x="720000" y="1427071"/>
                  </a:cubicBezTo>
                  <a:cubicBezTo>
                    <a:pt x="720000" y="1775011"/>
                    <a:pt x="473197" y="2065306"/>
                    <a:pt x="145105" y="2132445"/>
                  </a:cubicBezTo>
                  <a:lnTo>
                    <a:pt x="14116" y="2145648"/>
                  </a:lnTo>
                  <a:lnTo>
                    <a:pt x="39334" y="2145086"/>
                  </a:lnTo>
                  <a:lnTo>
                    <a:pt x="108901" y="2141573"/>
                  </a:lnTo>
                  <a:lnTo>
                    <a:pt x="134213" y="2139679"/>
                  </a:lnTo>
                  <a:lnTo>
                    <a:pt x="192143" y="2132783"/>
                  </a:lnTo>
                  <a:lnTo>
                    <a:pt x="244875" y="2124735"/>
                  </a:lnTo>
                  <a:lnTo>
                    <a:pt x="269599" y="2120421"/>
                  </a:lnTo>
                  <a:lnTo>
                    <a:pt x="337462" y="2105667"/>
                  </a:lnTo>
                  <a:lnTo>
                    <a:pt x="372328" y="2096701"/>
                  </a:lnTo>
                  <a:lnTo>
                    <a:pt x="407053" y="2087019"/>
                  </a:lnTo>
                  <a:lnTo>
                    <a:pt x="473204" y="2065865"/>
                  </a:lnTo>
                  <a:lnTo>
                    <a:pt x="496736" y="2057251"/>
                  </a:lnTo>
                  <a:lnTo>
                    <a:pt x="546472" y="2037838"/>
                  </a:lnTo>
                  <a:lnTo>
                    <a:pt x="600072" y="2014853"/>
                  </a:lnTo>
                  <a:lnTo>
                    <a:pt x="622901" y="2003855"/>
                  </a:lnTo>
                  <a:lnTo>
                    <a:pt x="684969" y="1972081"/>
                  </a:lnTo>
                  <a:lnTo>
                    <a:pt x="719456" y="1953184"/>
                  </a:lnTo>
                  <a:lnTo>
                    <a:pt x="753031" y="1932786"/>
                  </a:lnTo>
                  <a:lnTo>
                    <a:pt x="811610" y="1894903"/>
                  </a:lnTo>
                  <a:lnTo>
                    <a:pt x="832530" y="1880643"/>
                  </a:lnTo>
                  <a:lnTo>
                    <a:pt x="879238" y="1845716"/>
                  </a:lnTo>
                  <a:lnTo>
                    <a:pt x="920929" y="1812342"/>
                  </a:lnTo>
                  <a:lnTo>
                    <a:pt x="940146" y="1796275"/>
                  </a:lnTo>
                  <a:lnTo>
                    <a:pt x="991543" y="1749563"/>
                  </a:lnTo>
                  <a:lnTo>
                    <a:pt x="1017276" y="1724346"/>
                  </a:lnTo>
                  <a:lnTo>
                    <a:pt x="1042493" y="1698612"/>
                  </a:lnTo>
                  <a:lnTo>
                    <a:pt x="1089190" y="1647234"/>
                  </a:lnTo>
                  <a:lnTo>
                    <a:pt x="1105290" y="1627977"/>
                  </a:lnTo>
                  <a:lnTo>
                    <a:pt x="1138641" y="1586313"/>
                  </a:lnTo>
                  <a:lnTo>
                    <a:pt x="1173568" y="1539606"/>
                  </a:lnTo>
                  <a:lnTo>
                    <a:pt x="1187852" y="1518650"/>
                  </a:lnTo>
                  <a:lnTo>
                    <a:pt x="1225692" y="1460139"/>
                  </a:lnTo>
                  <a:lnTo>
                    <a:pt x="1246116" y="1426517"/>
                  </a:lnTo>
                  <a:lnTo>
                    <a:pt x="1265020" y="1392018"/>
                  </a:lnTo>
                  <a:lnTo>
                    <a:pt x="1296772" y="1329994"/>
                  </a:lnTo>
                  <a:lnTo>
                    <a:pt x="1307780" y="1307144"/>
                  </a:lnTo>
                  <a:lnTo>
                    <a:pt x="1330767" y="1253541"/>
                  </a:lnTo>
                  <a:lnTo>
                    <a:pt x="1350170" y="1203832"/>
                  </a:lnTo>
                  <a:lnTo>
                    <a:pt x="1358798" y="1180259"/>
                  </a:lnTo>
                  <a:lnTo>
                    <a:pt x="1379948" y="1114122"/>
                  </a:lnTo>
                  <a:lnTo>
                    <a:pt x="1389624" y="1079420"/>
                  </a:lnTo>
                  <a:lnTo>
                    <a:pt x="1398594" y="1044533"/>
                  </a:lnTo>
                  <a:lnTo>
                    <a:pt x="1413352" y="976658"/>
                  </a:lnTo>
                  <a:lnTo>
                    <a:pt x="1417657" y="951984"/>
                  </a:lnTo>
                  <a:lnTo>
                    <a:pt x="1425712" y="899195"/>
                  </a:lnTo>
                  <a:lnTo>
                    <a:pt x="1432609" y="841272"/>
                  </a:lnTo>
                  <a:lnTo>
                    <a:pt x="1434497" y="816031"/>
                  </a:lnTo>
                  <a:lnTo>
                    <a:pt x="1438015" y="746375"/>
                  </a:lnTo>
                  <a:lnTo>
                    <a:pt x="1438891" y="707071"/>
                  </a:lnTo>
                  <a:lnTo>
                    <a:pt x="1438015" y="667767"/>
                  </a:lnTo>
                  <a:lnTo>
                    <a:pt x="1434500" y="598151"/>
                  </a:lnTo>
                  <a:lnTo>
                    <a:pt x="1432606" y="572846"/>
                  </a:lnTo>
                  <a:lnTo>
                    <a:pt x="1425713" y="514952"/>
                  </a:lnTo>
                  <a:lnTo>
                    <a:pt x="1417660" y="462179"/>
                  </a:lnTo>
                  <a:lnTo>
                    <a:pt x="1413348" y="437466"/>
                  </a:lnTo>
                  <a:lnTo>
                    <a:pt x="1398600" y="369634"/>
                  </a:lnTo>
                  <a:lnTo>
                    <a:pt x="1389618" y="334703"/>
                  </a:lnTo>
                  <a:lnTo>
                    <a:pt x="1379944" y="300006"/>
                  </a:lnTo>
                  <a:lnTo>
                    <a:pt x="1358802" y="233894"/>
                  </a:lnTo>
                  <a:lnTo>
                    <a:pt x="1350170" y="210307"/>
                  </a:lnTo>
                  <a:lnTo>
                    <a:pt x="1330763" y="160594"/>
                  </a:lnTo>
                  <a:lnTo>
                    <a:pt x="1307789" y="107017"/>
                  </a:lnTo>
                  <a:lnTo>
                    <a:pt x="1296764" y="84134"/>
                  </a:lnTo>
                  <a:lnTo>
                    <a:pt x="1265010" y="22103"/>
                  </a:lnTo>
                  <a:lnTo>
                    <a:pt x="1252898" y="0"/>
                  </a:lnTo>
                  <a:lnTo>
                    <a:pt x="1306961" y="120050"/>
                  </a:lnTo>
                  <a:cubicBezTo>
                    <a:pt x="1412864" y="437755"/>
                    <a:pt x="1284862" y="796640"/>
                    <a:pt x="983538" y="970610"/>
                  </a:cubicBezTo>
                  <a:cubicBezTo>
                    <a:pt x="897445" y="1020315"/>
                    <a:pt x="805354" y="1050221"/>
                    <a:pt x="712537" y="1061737"/>
                  </a:cubicBezTo>
                  <a:close/>
                  <a:moveTo>
                    <a:pt x="0" y="707069"/>
                  </a:moveTo>
                  <a:cubicBezTo>
                    <a:pt x="124263" y="922301"/>
                    <a:pt x="342872" y="1049103"/>
                    <a:pt x="573428" y="1065397"/>
                  </a:cubicBezTo>
                  <a:lnTo>
                    <a:pt x="618582" y="1064208"/>
                  </a:lnTo>
                  <a:lnTo>
                    <a:pt x="597035" y="1024510"/>
                  </a:lnTo>
                  <a:cubicBezTo>
                    <a:pt x="467645" y="832989"/>
                    <a:pt x="248528" y="707069"/>
                    <a:pt x="0" y="707069"/>
                  </a:cubicBez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35" name="任意多边形: 形状 534">
              <a:extLst>
                <a:ext uri="{FF2B5EF4-FFF2-40B4-BE49-F238E27FC236}">
                  <a16:creationId xmlns:a16="http://schemas.microsoft.com/office/drawing/2014/main" id="{C7D5C7B5-9828-4AA3-A4D1-ACF8D5C9ACA6}"/>
                </a:ext>
              </a:extLst>
            </p:cNvPr>
            <p:cNvSpPr/>
            <p:nvPr/>
          </p:nvSpPr>
          <p:spPr>
            <a:xfrm rot="177413" flipV="1">
              <a:off x="4566298" y="2549210"/>
              <a:ext cx="1438892" cy="2092960"/>
            </a:xfrm>
            <a:custGeom>
              <a:avLst/>
              <a:gdLst>
                <a:gd name="csX0" fmla="*/ 1329970 w 1438892"/>
                <a:gd name="csY0" fmla="*/ 2088883 h 2092960"/>
                <a:gd name="csX1" fmla="*/ 1399557 w 1438892"/>
                <a:gd name="csY1" fmla="*/ 2092397 h 2092960"/>
                <a:gd name="csX2" fmla="*/ 1424775 w 1438892"/>
                <a:gd name="csY2" fmla="*/ 2092960 h 2092960"/>
                <a:gd name="csX3" fmla="*/ 1293787 w 1438892"/>
                <a:gd name="csY3" fmla="*/ 2079755 h 2092960"/>
                <a:gd name="csX4" fmla="*/ 718893 w 1438892"/>
                <a:gd name="csY4" fmla="*/ 1374383 h 2092960"/>
                <a:gd name="csX5" fmla="*/ 775474 w 1438892"/>
                <a:gd name="csY5" fmla="*/ 1094126 h 2092960"/>
                <a:gd name="csX6" fmla="*/ 820311 w 1438892"/>
                <a:gd name="csY6" fmla="*/ 1011522 h 2092960"/>
                <a:gd name="csX7" fmla="*/ 865462 w 1438892"/>
                <a:gd name="csY7" fmla="*/ 1012710 h 2092960"/>
                <a:gd name="csX8" fmla="*/ 1438892 w 1438892"/>
                <a:gd name="csY8" fmla="*/ 654383 h 2092960"/>
                <a:gd name="csX9" fmla="*/ 841857 w 1438892"/>
                <a:gd name="csY9" fmla="*/ 971825 h 2092960"/>
                <a:gd name="csX10" fmla="*/ 820311 w 1438892"/>
                <a:gd name="csY10" fmla="*/ 1011522 h 2092960"/>
                <a:gd name="csX11" fmla="*/ 726354 w 1438892"/>
                <a:gd name="csY11" fmla="*/ 1009049 h 2092960"/>
                <a:gd name="csX12" fmla="*/ 455355 w 1438892"/>
                <a:gd name="csY12" fmla="*/ 917922 h 2092960"/>
                <a:gd name="csX13" fmla="*/ 131932 w 1438892"/>
                <a:gd name="csY13" fmla="*/ 67362 h 2092960"/>
                <a:gd name="csX14" fmla="*/ 158225 w 1438892"/>
                <a:gd name="csY14" fmla="*/ 0 h 2092960"/>
                <a:gd name="csX15" fmla="*/ 142110 w 1438892"/>
                <a:gd name="csY15" fmla="*/ 31481 h 2092960"/>
                <a:gd name="csX16" fmla="*/ 131111 w 1438892"/>
                <a:gd name="csY16" fmla="*/ 54311 h 2092960"/>
                <a:gd name="csX17" fmla="*/ 108130 w 1438892"/>
                <a:gd name="csY17" fmla="*/ 107902 h 2092960"/>
                <a:gd name="csX18" fmla="*/ 88704 w 1438892"/>
                <a:gd name="csY18" fmla="*/ 157670 h 2092960"/>
                <a:gd name="csX19" fmla="*/ 80099 w 1438892"/>
                <a:gd name="csY19" fmla="*/ 181181 h 2092960"/>
                <a:gd name="csX20" fmla="*/ 58952 w 1438892"/>
                <a:gd name="csY20" fmla="*/ 247308 h 2092960"/>
                <a:gd name="csX21" fmla="*/ 49257 w 1438892"/>
                <a:gd name="csY21" fmla="*/ 282080 h 2092960"/>
                <a:gd name="csX22" fmla="*/ 40296 w 1438892"/>
                <a:gd name="csY22" fmla="*/ 316927 h 2092960"/>
                <a:gd name="csX23" fmla="*/ 25545 w 1438892"/>
                <a:gd name="csY23" fmla="*/ 384772 h 2092960"/>
                <a:gd name="csX24" fmla="*/ 21228 w 1438892"/>
                <a:gd name="csY24" fmla="*/ 409514 h 2092960"/>
                <a:gd name="csX25" fmla="*/ 13180 w 1438892"/>
                <a:gd name="csY25" fmla="*/ 462254 h 2092960"/>
                <a:gd name="csX26" fmla="*/ 6285 w 1438892"/>
                <a:gd name="csY26" fmla="*/ 520171 h 2092960"/>
                <a:gd name="csX27" fmla="*/ 4393 w 1438892"/>
                <a:gd name="csY27" fmla="*/ 545460 h 2092960"/>
                <a:gd name="csX28" fmla="*/ 878 w 1438892"/>
                <a:gd name="csY28" fmla="*/ 615064 h 2092960"/>
                <a:gd name="csX29" fmla="*/ 0 w 1438892"/>
                <a:gd name="csY29" fmla="*/ 654372 h 2092960"/>
                <a:gd name="csX30" fmla="*/ 879 w 1438892"/>
                <a:gd name="csY30" fmla="*/ 693718 h 2092960"/>
                <a:gd name="csX31" fmla="*/ 4392 w 1438892"/>
                <a:gd name="csY31" fmla="*/ 763309 h 2092960"/>
                <a:gd name="csX32" fmla="*/ 6283 w 1438892"/>
                <a:gd name="csY32" fmla="*/ 788583 h 2092960"/>
                <a:gd name="csX33" fmla="*/ 13182 w 1438892"/>
                <a:gd name="csY33" fmla="*/ 846532 h 2092960"/>
                <a:gd name="csX34" fmla="*/ 21230 w 1438892"/>
                <a:gd name="csY34" fmla="*/ 899268 h 2092960"/>
                <a:gd name="csX35" fmla="*/ 25540 w 1438892"/>
                <a:gd name="csY35" fmla="*/ 923967 h 2092960"/>
                <a:gd name="csX36" fmla="*/ 40301 w 1438892"/>
                <a:gd name="csY36" fmla="*/ 991857 h 2092960"/>
                <a:gd name="csX37" fmla="*/ 49268 w 1438892"/>
                <a:gd name="csY37" fmla="*/ 1026732 h 2092960"/>
                <a:gd name="csX38" fmla="*/ 58940 w 1438892"/>
                <a:gd name="csY38" fmla="*/ 1061418 h 2092960"/>
                <a:gd name="csX39" fmla="*/ 80101 w 1438892"/>
                <a:gd name="csY39" fmla="*/ 1127594 h 2092960"/>
                <a:gd name="csX40" fmla="*/ 88718 w 1438892"/>
                <a:gd name="csY40" fmla="*/ 1151138 h 2092960"/>
                <a:gd name="csX41" fmla="*/ 108117 w 1438892"/>
                <a:gd name="csY41" fmla="*/ 1200833 h 2092960"/>
                <a:gd name="csX42" fmla="*/ 131117 w 1438892"/>
                <a:gd name="csY42" fmla="*/ 1254467 h 2092960"/>
                <a:gd name="csX43" fmla="*/ 142116 w 1438892"/>
                <a:gd name="csY43" fmla="*/ 1277301 h 2092960"/>
                <a:gd name="csX44" fmla="*/ 173869 w 1438892"/>
                <a:gd name="csY44" fmla="*/ 1339326 h 2092960"/>
                <a:gd name="csX45" fmla="*/ 192780 w 1438892"/>
                <a:gd name="csY45" fmla="*/ 1373839 h 2092960"/>
                <a:gd name="csX46" fmla="*/ 213195 w 1438892"/>
                <a:gd name="csY46" fmla="*/ 1407442 h 2092960"/>
                <a:gd name="csX47" fmla="*/ 251041 w 1438892"/>
                <a:gd name="csY47" fmla="*/ 1465963 h 2092960"/>
                <a:gd name="csX48" fmla="*/ 265325 w 1438892"/>
                <a:gd name="csY48" fmla="*/ 1486919 h 2092960"/>
                <a:gd name="csX49" fmla="*/ 300254 w 1438892"/>
                <a:gd name="csY49" fmla="*/ 1533629 h 2092960"/>
                <a:gd name="csX50" fmla="*/ 333594 w 1438892"/>
                <a:gd name="csY50" fmla="*/ 1575278 h 2092960"/>
                <a:gd name="csX51" fmla="*/ 349703 w 1438892"/>
                <a:gd name="csY51" fmla="*/ 1594547 h 2092960"/>
                <a:gd name="csX52" fmla="*/ 396400 w 1438892"/>
                <a:gd name="csY52" fmla="*/ 1645927 h 2092960"/>
                <a:gd name="csX53" fmla="*/ 421584 w 1438892"/>
                <a:gd name="csY53" fmla="*/ 1671625 h 2092960"/>
                <a:gd name="csX54" fmla="*/ 447366 w 1438892"/>
                <a:gd name="csY54" fmla="*/ 1696891 h 2092960"/>
                <a:gd name="csX55" fmla="*/ 498744 w 1438892"/>
                <a:gd name="csY55" fmla="*/ 1743586 h 2092960"/>
                <a:gd name="csX56" fmla="*/ 517951 w 1438892"/>
                <a:gd name="csY56" fmla="*/ 1759644 h 2092960"/>
                <a:gd name="csX57" fmla="*/ 559659 w 1438892"/>
                <a:gd name="csY57" fmla="*/ 1793031 h 2092960"/>
                <a:gd name="csX58" fmla="*/ 606357 w 1438892"/>
                <a:gd name="csY58" fmla="*/ 1827952 h 2092960"/>
                <a:gd name="csX59" fmla="*/ 627297 w 1438892"/>
                <a:gd name="csY59" fmla="*/ 1842224 h 2092960"/>
                <a:gd name="csX60" fmla="*/ 685842 w 1438892"/>
                <a:gd name="csY60" fmla="*/ 1880086 h 2092960"/>
                <a:gd name="csX61" fmla="*/ 719447 w 1438892"/>
                <a:gd name="csY61" fmla="*/ 1900501 h 2092960"/>
                <a:gd name="csX62" fmla="*/ 753929 w 1438892"/>
                <a:gd name="csY62" fmla="*/ 1919396 h 2092960"/>
                <a:gd name="csX63" fmla="*/ 815989 w 1438892"/>
                <a:gd name="csY63" fmla="*/ 1951166 h 2092960"/>
                <a:gd name="csX64" fmla="*/ 838821 w 1438892"/>
                <a:gd name="csY64" fmla="*/ 1962165 h 2092960"/>
                <a:gd name="csX65" fmla="*/ 892414 w 1438892"/>
                <a:gd name="csY65" fmla="*/ 1985147 h 2092960"/>
                <a:gd name="csX66" fmla="*/ 942176 w 1438892"/>
                <a:gd name="csY66" fmla="*/ 2004571 h 2092960"/>
                <a:gd name="csX67" fmla="*/ 965687 w 1438892"/>
                <a:gd name="csY67" fmla="*/ 2013176 h 2092960"/>
                <a:gd name="csX68" fmla="*/ 1031823 w 1438892"/>
                <a:gd name="csY68" fmla="*/ 2034326 h 2092960"/>
                <a:gd name="csX69" fmla="*/ 1066590 w 1438892"/>
                <a:gd name="csY69" fmla="*/ 2044020 h 2092960"/>
                <a:gd name="csX70" fmla="*/ 1101431 w 1438892"/>
                <a:gd name="csY70" fmla="*/ 2052979 h 2092960"/>
                <a:gd name="csX71" fmla="*/ 1169284 w 1438892"/>
                <a:gd name="csY71" fmla="*/ 2067731 h 2092960"/>
                <a:gd name="csX72" fmla="*/ 1194024 w 1438892"/>
                <a:gd name="csY72" fmla="*/ 2072048 h 2092960"/>
                <a:gd name="csX73" fmla="*/ 1246760 w 1438892"/>
                <a:gd name="csY73" fmla="*/ 2080096 h 2092960"/>
                <a:gd name="csX74" fmla="*/ 1304687 w 1438892"/>
                <a:gd name="csY74" fmla="*/ 2086991 h 20929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Lst>
              <a:rect l="l" t="t" r="r" b="b"/>
              <a:pathLst>
                <a:path w="1438892" h="2092960">
                  <a:moveTo>
                    <a:pt x="1329970" y="2088883"/>
                  </a:moveTo>
                  <a:lnTo>
                    <a:pt x="1399557" y="2092397"/>
                  </a:lnTo>
                  <a:lnTo>
                    <a:pt x="1424775" y="2092960"/>
                  </a:lnTo>
                  <a:lnTo>
                    <a:pt x="1293787" y="2079755"/>
                  </a:lnTo>
                  <a:cubicBezTo>
                    <a:pt x="965696" y="2012618"/>
                    <a:pt x="718893" y="1722322"/>
                    <a:pt x="718893" y="1374383"/>
                  </a:cubicBezTo>
                  <a:cubicBezTo>
                    <a:pt x="718893" y="1274972"/>
                    <a:pt x="739040" y="1180266"/>
                    <a:pt x="775474" y="1094126"/>
                  </a:cubicBezTo>
                  <a:lnTo>
                    <a:pt x="820311" y="1011522"/>
                  </a:lnTo>
                  <a:lnTo>
                    <a:pt x="865462" y="1012710"/>
                  </a:lnTo>
                  <a:cubicBezTo>
                    <a:pt x="1096020" y="996417"/>
                    <a:pt x="1314628" y="869615"/>
                    <a:pt x="1438892" y="654383"/>
                  </a:cubicBezTo>
                  <a:cubicBezTo>
                    <a:pt x="1190363" y="654383"/>
                    <a:pt x="971246" y="780303"/>
                    <a:pt x="841857" y="971825"/>
                  </a:cubicBezTo>
                  <a:lnTo>
                    <a:pt x="820311" y="1011522"/>
                  </a:lnTo>
                  <a:lnTo>
                    <a:pt x="726354" y="1009049"/>
                  </a:lnTo>
                  <a:cubicBezTo>
                    <a:pt x="633538" y="997532"/>
                    <a:pt x="541447" y="967627"/>
                    <a:pt x="455355" y="917922"/>
                  </a:cubicBezTo>
                  <a:cubicBezTo>
                    <a:pt x="154030" y="743952"/>
                    <a:pt x="26028" y="385066"/>
                    <a:pt x="131932" y="67362"/>
                  </a:cubicBezTo>
                  <a:lnTo>
                    <a:pt x="158225" y="0"/>
                  </a:lnTo>
                  <a:lnTo>
                    <a:pt x="142110" y="31481"/>
                  </a:lnTo>
                  <a:lnTo>
                    <a:pt x="131111" y="54311"/>
                  </a:lnTo>
                  <a:lnTo>
                    <a:pt x="108130" y="107902"/>
                  </a:lnTo>
                  <a:lnTo>
                    <a:pt x="88704" y="157670"/>
                  </a:lnTo>
                  <a:lnTo>
                    <a:pt x="80099" y="181181"/>
                  </a:lnTo>
                  <a:lnTo>
                    <a:pt x="58952" y="247308"/>
                  </a:lnTo>
                  <a:lnTo>
                    <a:pt x="49257" y="282080"/>
                  </a:lnTo>
                  <a:lnTo>
                    <a:pt x="40296" y="316927"/>
                  </a:lnTo>
                  <a:lnTo>
                    <a:pt x="25545" y="384772"/>
                  </a:lnTo>
                  <a:lnTo>
                    <a:pt x="21228" y="409514"/>
                  </a:lnTo>
                  <a:lnTo>
                    <a:pt x="13180" y="462254"/>
                  </a:lnTo>
                  <a:lnTo>
                    <a:pt x="6285" y="520171"/>
                  </a:lnTo>
                  <a:lnTo>
                    <a:pt x="4393" y="545460"/>
                  </a:lnTo>
                  <a:lnTo>
                    <a:pt x="878" y="615064"/>
                  </a:lnTo>
                  <a:lnTo>
                    <a:pt x="0" y="654372"/>
                  </a:lnTo>
                  <a:lnTo>
                    <a:pt x="879" y="693718"/>
                  </a:lnTo>
                  <a:lnTo>
                    <a:pt x="4392" y="763309"/>
                  </a:lnTo>
                  <a:lnTo>
                    <a:pt x="6283" y="788583"/>
                  </a:lnTo>
                  <a:lnTo>
                    <a:pt x="13182" y="846532"/>
                  </a:lnTo>
                  <a:lnTo>
                    <a:pt x="21230" y="899268"/>
                  </a:lnTo>
                  <a:lnTo>
                    <a:pt x="25540" y="923967"/>
                  </a:lnTo>
                  <a:lnTo>
                    <a:pt x="40301" y="991857"/>
                  </a:lnTo>
                  <a:lnTo>
                    <a:pt x="49268" y="1026732"/>
                  </a:lnTo>
                  <a:lnTo>
                    <a:pt x="58940" y="1061418"/>
                  </a:lnTo>
                  <a:lnTo>
                    <a:pt x="80101" y="1127594"/>
                  </a:lnTo>
                  <a:lnTo>
                    <a:pt x="88718" y="1151138"/>
                  </a:lnTo>
                  <a:lnTo>
                    <a:pt x="108117" y="1200833"/>
                  </a:lnTo>
                  <a:lnTo>
                    <a:pt x="131117" y="1254467"/>
                  </a:lnTo>
                  <a:lnTo>
                    <a:pt x="142116" y="1277301"/>
                  </a:lnTo>
                  <a:lnTo>
                    <a:pt x="173869" y="1339326"/>
                  </a:lnTo>
                  <a:lnTo>
                    <a:pt x="192780" y="1373839"/>
                  </a:lnTo>
                  <a:lnTo>
                    <a:pt x="213195" y="1407442"/>
                  </a:lnTo>
                  <a:lnTo>
                    <a:pt x="251041" y="1465963"/>
                  </a:lnTo>
                  <a:lnTo>
                    <a:pt x="265325" y="1486919"/>
                  </a:lnTo>
                  <a:lnTo>
                    <a:pt x="300254" y="1533629"/>
                  </a:lnTo>
                  <a:lnTo>
                    <a:pt x="333594" y="1575278"/>
                  </a:lnTo>
                  <a:lnTo>
                    <a:pt x="349703" y="1594547"/>
                  </a:lnTo>
                  <a:lnTo>
                    <a:pt x="396400" y="1645927"/>
                  </a:lnTo>
                  <a:lnTo>
                    <a:pt x="421584" y="1671625"/>
                  </a:lnTo>
                  <a:lnTo>
                    <a:pt x="447366" y="1696891"/>
                  </a:lnTo>
                  <a:lnTo>
                    <a:pt x="498744" y="1743586"/>
                  </a:lnTo>
                  <a:lnTo>
                    <a:pt x="517951" y="1759644"/>
                  </a:lnTo>
                  <a:lnTo>
                    <a:pt x="559659" y="1793031"/>
                  </a:lnTo>
                  <a:lnTo>
                    <a:pt x="606357" y="1827952"/>
                  </a:lnTo>
                  <a:lnTo>
                    <a:pt x="627297" y="1842224"/>
                  </a:lnTo>
                  <a:lnTo>
                    <a:pt x="685842" y="1880086"/>
                  </a:lnTo>
                  <a:lnTo>
                    <a:pt x="719447" y="1900501"/>
                  </a:lnTo>
                  <a:lnTo>
                    <a:pt x="753929" y="1919396"/>
                  </a:lnTo>
                  <a:lnTo>
                    <a:pt x="815989" y="1951166"/>
                  </a:lnTo>
                  <a:lnTo>
                    <a:pt x="838821" y="1962165"/>
                  </a:lnTo>
                  <a:lnTo>
                    <a:pt x="892414" y="1985147"/>
                  </a:lnTo>
                  <a:lnTo>
                    <a:pt x="942176" y="2004571"/>
                  </a:lnTo>
                  <a:lnTo>
                    <a:pt x="965687" y="2013176"/>
                  </a:lnTo>
                  <a:lnTo>
                    <a:pt x="1031823" y="2034326"/>
                  </a:lnTo>
                  <a:lnTo>
                    <a:pt x="1066590" y="2044020"/>
                  </a:lnTo>
                  <a:lnTo>
                    <a:pt x="1101431" y="2052979"/>
                  </a:lnTo>
                  <a:lnTo>
                    <a:pt x="1169284" y="2067731"/>
                  </a:lnTo>
                  <a:lnTo>
                    <a:pt x="1194024" y="2072048"/>
                  </a:lnTo>
                  <a:lnTo>
                    <a:pt x="1246760" y="2080096"/>
                  </a:lnTo>
                  <a:lnTo>
                    <a:pt x="1304687" y="2086991"/>
                  </a:ln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36" name="任意多边形: 形状 535">
              <a:extLst>
                <a:ext uri="{FF2B5EF4-FFF2-40B4-BE49-F238E27FC236}">
                  <a16:creationId xmlns:a16="http://schemas.microsoft.com/office/drawing/2014/main" id="{6E9BBC3A-734F-5889-6E17-E17A8FCB7F86}"/>
                </a:ext>
              </a:extLst>
            </p:cNvPr>
            <p:cNvSpPr/>
            <p:nvPr/>
          </p:nvSpPr>
          <p:spPr>
            <a:xfrm rot="14383352" flipV="1">
              <a:off x="2426878" y="2876245"/>
              <a:ext cx="2445831" cy="1438891"/>
            </a:xfrm>
            <a:custGeom>
              <a:avLst/>
              <a:gdLst>
                <a:gd name="csX0" fmla="*/ 2445831 w 2445831"/>
                <a:gd name="csY0" fmla="*/ 707377 h 1438891"/>
                <a:gd name="csX1" fmla="*/ 2432735 w 2445831"/>
                <a:gd name="csY1" fmla="*/ 685820 h 1438891"/>
                <a:gd name="csX2" fmla="*/ 2394878 w 2445831"/>
                <a:gd name="csY2" fmla="*/ 627282 h 1438891"/>
                <a:gd name="csX3" fmla="*/ 2380631 w 2445831"/>
                <a:gd name="csY3" fmla="*/ 606380 h 1438891"/>
                <a:gd name="csX4" fmla="*/ 2345683 w 2445831"/>
                <a:gd name="csY4" fmla="*/ 559644 h 1438891"/>
                <a:gd name="csX5" fmla="*/ 2312318 w 2445831"/>
                <a:gd name="csY5" fmla="*/ 517963 h 1438891"/>
                <a:gd name="csX6" fmla="*/ 2296252 w 2445831"/>
                <a:gd name="csY6" fmla="*/ 498748 h 1438891"/>
                <a:gd name="csX7" fmla="*/ 2249535 w 2445831"/>
                <a:gd name="csY7" fmla="*/ 447345 h 1438891"/>
                <a:gd name="csX8" fmla="*/ 2224322 w 2445831"/>
                <a:gd name="csY8" fmla="*/ 421617 h 1438891"/>
                <a:gd name="csX9" fmla="*/ 2198596 w 2445831"/>
                <a:gd name="csY9" fmla="*/ 396407 h 1438891"/>
                <a:gd name="csX10" fmla="*/ 2147193 w 2445831"/>
                <a:gd name="csY10" fmla="*/ 349688 h 1438891"/>
                <a:gd name="csX11" fmla="*/ 2127949 w 2445831"/>
                <a:gd name="csY11" fmla="*/ 333600 h 1438891"/>
                <a:gd name="csX12" fmla="*/ 2086306 w 2445831"/>
                <a:gd name="csY12" fmla="*/ 300264 h 1438891"/>
                <a:gd name="csX13" fmla="*/ 2039583 w 2445831"/>
                <a:gd name="csY13" fmla="*/ 265325 h 1438891"/>
                <a:gd name="csX14" fmla="*/ 2018607 w 2445831"/>
                <a:gd name="csY14" fmla="*/ 251028 h 1438891"/>
                <a:gd name="csX15" fmla="*/ 1960127 w 2445831"/>
                <a:gd name="csY15" fmla="*/ 213209 h 1438891"/>
                <a:gd name="csX16" fmla="*/ 1926493 w 2445831"/>
                <a:gd name="csY16" fmla="*/ 192776 h 1438891"/>
                <a:gd name="csX17" fmla="*/ 1891979 w 2445831"/>
                <a:gd name="csY17" fmla="*/ 173864 h 1438891"/>
                <a:gd name="csX18" fmla="*/ 1829986 w 2445831"/>
                <a:gd name="csY18" fmla="*/ 142128 h 1438891"/>
                <a:gd name="csX19" fmla="*/ 1807118 w 2445831"/>
                <a:gd name="csY19" fmla="*/ 131112 h 1438891"/>
                <a:gd name="csX20" fmla="*/ 1753500 w 2445831"/>
                <a:gd name="csY20" fmla="*/ 108118 h 1438891"/>
                <a:gd name="csX21" fmla="*/ 1703803 w 2445831"/>
                <a:gd name="csY21" fmla="*/ 88720 h 1438891"/>
                <a:gd name="csX22" fmla="*/ 1680249 w 2445831"/>
                <a:gd name="csY22" fmla="*/ 80099 h 1438891"/>
                <a:gd name="csX23" fmla="*/ 1614097 w 2445831"/>
                <a:gd name="csY23" fmla="*/ 58944 h 1438891"/>
                <a:gd name="csX24" fmla="*/ 1579396 w 2445831"/>
                <a:gd name="csY24" fmla="*/ 49269 h 1438891"/>
                <a:gd name="csX25" fmla="*/ 1544502 w 2445831"/>
                <a:gd name="csY25" fmla="*/ 40296 h 1438891"/>
                <a:gd name="csX26" fmla="*/ 1476635 w 2445831"/>
                <a:gd name="csY26" fmla="*/ 25541 h 1438891"/>
                <a:gd name="csX27" fmla="*/ 1451959 w 2445831"/>
                <a:gd name="csY27" fmla="*/ 21235 h 1438891"/>
                <a:gd name="csX28" fmla="*/ 1399176 w 2445831"/>
                <a:gd name="csY28" fmla="*/ 13180 h 1438891"/>
                <a:gd name="csX29" fmla="*/ 1341239 w 2445831"/>
                <a:gd name="csY29" fmla="*/ 6283 h 1438891"/>
                <a:gd name="csX30" fmla="*/ 1316006 w 2445831"/>
                <a:gd name="csY30" fmla="*/ 4395 h 1438891"/>
                <a:gd name="csX31" fmla="*/ 1246365 w 2445831"/>
                <a:gd name="csY31" fmla="*/ 878 h 1438891"/>
                <a:gd name="csX32" fmla="*/ 1207038 w 2445831"/>
                <a:gd name="csY32" fmla="*/ 0 h 1438891"/>
                <a:gd name="csX33" fmla="*/ 1167742 w 2445831"/>
                <a:gd name="csY33" fmla="*/ 877 h 1438891"/>
                <a:gd name="csX34" fmla="*/ 1098121 w 2445831"/>
                <a:gd name="csY34" fmla="*/ 4393 h 1438891"/>
                <a:gd name="csX35" fmla="*/ 1072827 w 2445831"/>
                <a:gd name="csY35" fmla="*/ 6285 h 1438891"/>
                <a:gd name="csX36" fmla="*/ 1014922 w 2445831"/>
                <a:gd name="csY36" fmla="*/ 13179 h 1438891"/>
                <a:gd name="csX37" fmla="*/ 962161 w 2445831"/>
                <a:gd name="csY37" fmla="*/ 21231 h 1438891"/>
                <a:gd name="csX38" fmla="*/ 937445 w 2445831"/>
                <a:gd name="csY38" fmla="*/ 25543 h 1438891"/>
                <a:gd name="csX39" fmla="*/ 869592 w 2445831"/>
                <a:gd name="csY39" fmla="*/ 40296 h 1438891"/>
                <a:gd name="csX40" fmla="*/ 834697 w 2445831"/>
                <a:gd name="csY40" fmla="*/ 49268 h 1438891"/>
                <a:gd name="csX41" fmla="*/ 799994 w 2445831"/>
                <a:gd name="csY41" fmla="*/ 58944 h 1438891"/>
                <a:gd name="csX42" fmla="*/ 733851 w 2445831"/>
                <a:gd name="csY42" fmla="*/ 80096 h 1438891"/>
                <a:gd name="csX43" fmla="*/ 710283 w 2445831"/>
                <a:gd name="csY43" fmla="*/ 88722 h 1438891"/>
                <a:gd name="csX44" fmla="*/ 660592 w 2445831"/>
                <a:gd name="csY44" fmla="*/ 108119 h 1438891"/>
                <a:gd name="csX45" fmla="*/ 606975 w 2445831"/>
                <a:gd name="csY45" fmla="*/ 131111 h 1438891"/>
                <a:gd name="csX46" fmla="*/ 584108 w 2445831"/>
                <a:gd name="csY46" fmla="*/ 142126 h 1438891"/>
                <a:gd name="csX47" fmla="*/ 522104 w 2445831"/>
                <a:gd name="csY47" fmla="*/ 173868 h 1438891"/>
                <a:gd name="csX48" fmla="*/ 487601 w 2445831"/>
                <a:gd name="csY48" fmla="*/ 192775 h 1438891"/>
                <a:gd name="csX49" fmla="*/ 453974 w 2445831"/>
                <a:gd name="csY49" fmla="*/ 213204 h 1438891"/>
                <a:gd name="csX50" fmla="*/ 395467 w 2445831"/>
                <a:gd name="csY50" fmla="*/ 251040 h 1438891"/>
                <a:gd name="csX51" fmla="*/ 374517 w 2445831"/>
                <a:gd name="csY51" fmla="*/ 265320 h 1438891"/>
                <a:gd name="csX52" fmla="*/ 327798 w 2445831"/>
                <a:gd name="csY52" fmla="*/ 300256 h 1438891"/>
                <a:gd name="csX53" fmla="*/ 286152 w 2445831"/>
                <a:gd name="csY53" fmla="*/ 333593 h 1438891"/>
                <a:gd name="csX54" fmla="*/ 266884 w 2445831"/>
                <a:gd name="csY54" fmla="*/ 349702 h 1438891"/>
                <a:gd name="csX55" fmla="*/ 215499 w 2445831"/>
                <a:gd name="csY55" fmla="*/ 396404 h 1438891"/>
                <a:gd name="csX56" fmla="*/ 189805 w 2445831"/>
                <a:gd name="csY56" fmla="*/ 421583 h 1438891"/>
                <a:gd name="csX57" fmla="*/ 164543 w 2445831"/>
                <a:gd name="csY57" fmla="*/ 447362 h 1438891"/>
                <a:gd name="csX58" fmla="*/ 117842 w 2445831"/>
                <a:gd name="csY58" fmla="*/ 498746 h 1438891"/>
                <a:gd name="csX59" fmla="*/ 101783 w 2445831"/>
                <a:gd name="csY59" fmla="*/ 517954 h 1438891"/>
                <a:gd name="csX60" fmla="*/ 68400 w 2445831"/>
                <a:gd name="csY60" fmla="*/ 559657 h 1438891"/>
                <a:gd name="csX61" fmla="*/ 33479 w 2445831"/>
                <a:gd name="csY61" fmla="*/ 606356 h 1438891"/>
                <a:gd name="csX62" fmla="*/ 19205 w 2445831"/>
                <a:gd name="csY62" fmla="*/ 627298 h 1438891"/>
                <a:gd name="csX63" fmla="*/ 0 w 2445831"/>
                <a:gd name="csY63" fmla="*/ 656993 h 1438891"/>
                <a:gd name="csX64" fmla="*/ 45191 w 2445831"/>
                <a:gd name="csY64" fmla="*/ 600542 h 1438891"/>
                <a:gd name="csX65" fmla="*/ 943509 w 2445831"/>
                <a:gd name="csY65" fmla="*/ 455354 h 1438891"/>
                <a:gd name="csX66" fmla="*/ 1157927 w 2445831"/>
                <a:gd name="csY66" fmla="*/ 644483 h 1438891"/>
                <a:gd name="csX67" fmla="*/ 1207047 w 2445831"/>
                <a:gd name="csY67" fmla="*/ 724615 h 1438891"/>
                <a:gd name="csX68" fmla="*/ 1183441 w 2445831"/>
                <a:gd name="csY68" fmla="*/ 763124 h 1438891"/>
                <a:gd name="csX69" fmla="*/ 1207048 w 2445831"/>
                <a:gd name="csY69" fmla="*/ 1438891 h 1438891"/>
                <a:gd name="csX70" fmla="*/ 1230653 w 2445831"/>
                <a:gd name="csY70" fmla="*/ 763123 h 1438891"/>
                <a:gd name="csX71" fmla="*/ 1207047 w 2445831"/>
                <a:gd name="csY71" fmla="*/ 724614 h 1438891"/>
                <a:gd name="csX72" fmla="*/ 1256166 w 2445831"/>
                <a:gd name="csY72" fmla="*/ 644483 h 1438891"/>
                <a:gd name="csX73" fmla="*/ 1470585 w 2445831"/>
                <a:gd name="csY73" fmla="*/ 455354 h 1438891"/>
                <a:gd name="csX74" fmla="*/ 2368902 w 2445831"/>
                <a:gd name="csY74" fmla="*/ 600541 h 14388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Lst>
              <a:rect l="l" t="t" r="r" b="b"/>
              <a:pathLst>
                <a:path w="2445831" h="1438891">
                  <a:moveTo>
                    <a:pt x="2445831" y="707377"/>
                  </a:moveTo>
                  <a:lnTo>
                    <a:pt x="2432735" y="685820"/>
                  </a:lnTo>
                  <a:lnTo>
                    <a:pt x="2394878" y="627282"/>
                  </a:lnTo>
                  <a:lnTo>
                    <a:pt x="2380631" y="606380"/>
                  </a:lnTo>
                  <a:lnTo>
                    <a:pt x="2345683" y="559644"/>
                  </a:lnTo>
                  <a:lnTo>
                    <a:pt x="2312318" y="517963"/>
                  </a:lnTo>
                  <a:lnTo>
                    <a:pt x="2296252" y="498748"/>
                  </a:lnTo>
                  <a:lnTo>
                    <a:pt x="2249535" y="447345"/>
                  </a:lnTo>
                  <a:lnTo>
                    <a:pt x="2224322" y="421617"/>
                  </a:lnTo>
                  <a:lnTo>
                    <a:pt x="2198596" y="396407"/>
                  </a:lnTo>
                  <a:lnTo>
                    <a:pt x="2147193" y="349688"/>
                  </a:lnTo>
                  <a:lnTo>
                    <a:pt x="2127949" y="333600"/>
                  </a:lnTo>
                  <a:lnTo>
                    <a:pt x="2086306" y="300264"/>
                  </a:lnTo>
                  <a:lnTo>
                    <a:pt x="2039583" y="265325"/>
                  </a:lnTo>
                  <a:lnTo>
                    <a:pt x="2018607" y="251028"/>
                  </a:lnTo>
                  <a:lnTo>
                    <a:pt x="1960127" y="213209"/>
                  </a:lnTo>
                  <a:lnTo>
                    <a:pt x="1926493" y="192776"/>
                  </a:lnTo>
                  <a:lnTo>
                    <a:pt x="1891979" y="173864"/>
                  </a:lnTo>
                  <a:lnTo>
                    <a:pt x="1829986" y="142128"/>
                  </a:lnTo>
                  <a:lnTo>
                    <a:pt x="1807118" y="131112"/>
                  </a:lnTo>
                  <a:lnTo>
                    <a:pt x="1753500" y="108118"/>
                  </a:lnTo>
                  <a:lnTo>
                    <a:pt x="1703803" y="88720"/>
                  </a:lnTo>
                  <a:lnTo>
                    <a:pt x="1680249" y="80099"/>
                  </a:lnTo>
                  <a:lnTo>
                    <a:pt x="1614097" y="58944"/>
                  </a:lnTo>
                  <a:lnTo>
                    <a:pt x="1579396" y="49269"/>
                  </a:lnTo>
                  <a:lnTo>
                    <a:pt x="1544502" y="40296"/>
                  </a:lnTo>
                  <a:lnTo>
                    <a:pt x="1476635" y="25541"/>
                  </a:lnTo>
                  <a:lnTo>
                    <a:pt x="1451959" y="21235"/>
                  </a:lnTo>
                  <a:lnTo>
                    <a:pt x="1399176" y="13180"/>
                  </a:lnTo>
                  <a:lnTo>
                    <a:pt x="1341239" y="6283"/>
                  </a:lnTo>
                  <a:lnTo>
                    <a:pt x="1316006" y="4395"/>
                  </a:lnTo>
                  <a:lnTo>
                    <a:pt x="1246365" y="878"/>
                  </a:lnTo>
                  <a:lnTo>
                    <a:pt x="1207038" y="0"/>
                  </a:lnTo>
                  <a:lnTo>
                    <a:pt x="1167742" y="877"/>
                  </a:lnTo>
                  <a:lnTo>
                    <a:pt x="1098121" y="4393"/>
                  </a:lnTo>
                  <a:lnTo>
                    <a:pt x="1072827" y="6285"/>
                  </a:lnTo>
                  <a:lnTo>
                    <a:pt x="1014922" y="13179"/>
                  </a:lnTo>
                  <a:lnTo>
                    <a:pt x="962161" y="21231"/>
                  </a:lnTo>
                  <a:lnTo>
                    <a:pt x="937445" y="25543"/>
                  </a:lnTo>
                  <a:lnTo>
                    <a:pt x="869592" y="40296"/>
                  </a:lnTo>
                  <a:lnTo>
                    <a:pt x="834697" y="49268"/>
                  </a:lnTo>
                  <a:lnTo>
                    <a:pt x="799994" y="58944"/>
                  </a:lnTo>
                  <a:lnTo>
                    <a:pt x="733851" y="80096"/>
                  </a:lnTo>
                  <a:lnTo>
                    <a:pt x="710283" y="88722"/>
                  </a:lnTo>
                  <a:lnTo>
                    <a:pt x="660592" y="108119"/>
                  </a:lnTo>
                  <a:lnTo>
                    <a:pt x="606975" y="131111"/>
                  </a:lnTo>
                  <a:lnTo>
                    <a:pt x="584108" y="142126"/>
                  </a:lnTo>
                  <a:lnTo>
                    <a:pt x="522104" y="173868"/>
                  </a:lnTo>
                  <a:lnTo>
                    <a:pt x="487601" y="192775"/>
                  </a:lnTo>
                  <a:lnTo>
                    <a:pt x="453974" y="213204"/>
                  </a:lnTo>
                  <a:lnTo>
                    <a:pt x="395467" y="251040"/>
                  </a:lnTo>
                  <a:lnTo>
                    <a:pt x="374517" y="265320"/>
                  </a:lnTo>
                  <a:lnTo>
                    <a:pt x="327798" y="300256"/>
                  </a:lnTo>
                  <a:lnTo>
                    <a:pt x="286152" y="333593"/>
                  </a:lnTo>
                  <a:lnTo>
                    <a:pt x="266884" y="349702"/>
                  </a:lnTo>
                  <a:lnTo>
                    <a:pt x="215499" y="396404"/>
                  </a:lnTo>
                  <a:lnTo>
                    <a:pt x="189805" y="421583"/>
                  </a:lnTo>
                  <a:lnTo>
                    <a:pt x="164543" y="447362"/>
                  </a:lnTo>
                  <a:lnTo>
                    <a:pt x="117842" y="498746"/>
                  </a:lnTo>
                  <a:lnTo>
                    <a:pt x="101783" y="517954"/>
                  </a:lnTo>
                  <a:lnTo>
                    <a:pt x="68400" y="559657"/>
                  </a:lnTo>
                  <a:lnTo>
                    <a:pt x="33479" y="606356"/>
                  </a:lnTo>
                  <a:lnTo>
                    <a:pt x="19205" y="627298"/>
                  </a:lnTo>
                  <a:lnTo>
                    <a:pt x="0" y="656993"/>
                  </a:lnTo>
                  <a:lnTo>
                    <a:pt x="45191" y="600542"/>
                  </a:lnTo>
                  <a:cubicBezTo>
                    <a:pt x="267379" y="349974"/>
                    <a:pt x="642184" y="281384"/>
                    <a:pt x="943509" y="455354"/>
                  </a:cubicBezTo>
                  <a:cubicBezTo>
                    <a:pt x="1029601" y="505060"/>
                    <a:pt x="1101545" y="569860"/>
                    <a:pt x="1157927" y="644483"/>
                  </a:cubicBezTo>
                  <a:lnTo>
                    <a:pt x="1207047" y="724615"/>
                  </a:lnTo>
                  <a:lnTo>
                    <a:pt x="1183441" y="763124"/>
                  </a:lnTo>
                  <a:cubicBezTo>
                    <a:pt x="1082274" y="970938"/>
                    <a:pt x="1082782" y="1223660"/>
                    <a:pt x="1207048" y="1438891"/>
                  </a:cubicBezTo>
                  <a:cubicBezTo>
                    <a:pt x="1331312" y="1223660"/>
                    <a:pt x="1331821" y="970938"/>
                    <a:pt x="1230653" y="763123"/>
                  </a:cubicBezTo>
                  <a:lnTo>
                    <a:pt x="1207047" y="724614"/>
                  </a:lnTo>
                  <a:lnTo>
                    <a:pt x="1256166" y="644483"/>
                  </a:lnTo>
                  <a:cubicBezTo>
                    <a:pt x="1312548" y="569861"/>
                    <a:pt x="1384492" y="505060"/>
                    <a:pt x="1470585" y="455354"/>
                  </a:cubicBezTo>
                  <a:cubicBezTo>
                    <a:pt x="1771909" y="281384"/>
                    <a:pt x="2146714" y="349974"/>
                    <a:pt x="2368902" y="600541"/>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spTree>
    <p:extLst>
      <p:ext uri="{BB962C8B-B14F-4D97-AF65-F5344CB8AC3E}">
        <p14:creationId xmlns:p14="http://schemas.microsoft.com/office/powerpoint/2010/main" val="1090686238"/>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p:txBody>
          <a:bodyPr/>
          <a:lstStyle/>
          <a:p>
            <a:r>
              <a:rPr lang="zh-CN" altLang="en-US" dirty="0"/>
              <a:t>每个人的角色和职责</a:t>
            </a:r>
          </a:p>
        </p:txBody>
      </p:sp>
      <p:sp>
        <p:nvSpPr>
          <p:cNvPr id="5" name="文本占位符 4">
            <a:extLst>
              <a:ext uri="{FF2B5EF4-FFF2-40B4-BE49-F238E27FC236}">
                <a16:creationId xmlns:a16="http://schemas.microsoft.com/office/drawing/2014/main" id="{C13FD299-88EE-4CD7-AB71-6686EA483872}"/>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p:txBody>
          <a:bodyPr/>
          <a:lstStyle/>
          <a:p>
            <a:r>
              <a:rPr lang="en-US" altLang="zh-CN" dirty="0"/>
              <a:t>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2791729444"/>
              </p:ext>
            </p:extLst>
          </p:nvPr>
        </p:nvGraphicFramePr>
        <p:xfrm>
          <a:off x="822000" y="828273"/>
          <a:ext cx="10548000" cy="5406562"/>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490970">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1122218">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133263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133263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1122218">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696000" y="360000"/>
            <a:ext cx="5400000" cy="429413"/>
          </a:xfrm>
        </p:spPr>
        <p:txBody>
          <a:bodyPr/>
          <a:lstStyle/>
          <a:p>
            <a:r>
              <a:rPr lang="en-US" altLang="zh-CN" dirty="0"/>
              <a:t>OBS</a:t>
            </a:r>
            <a:endParaRPr lang="zh-CN" altLang="en-US" dirty="0"/>
          </a:p>
        </p:txBody>
      </p:sp>
      <p:grpSp>
        <p:nvGrpSpPr>
          <p:cNvPr id="33" name="组合 32">
            <a:extLst>
              <a:ext uri="{FF2B5EF4-FFF2-40B4-BE49-F238E27FC236}">
                <a16:creationId xmlns:a16="http://schemas.microsoft.com/office/drawing/2014/main" id="{4A53F24F-3501-B28C-5C98-508A24E5D69C}"/>
              </a:ext>
            </a:extLst>
          </p:cNvPr>
          <p:cNvGrpSpPr/>
          <p:nvPr/>
        </p:nvGrpSpPr>
        <p:grpSpPr>
          <a:xfrm>
            <a:off x="3976255" y="1481579"/>
            <a:ext cx="2568366" cy="1080000"/>
            <a:chOff x="2304473" y="1391127"/>
            <a:chExt cx="2568366" cy="1080000"/>
          </a:xfrm>
        </p:grpSpPr>
        <p:sp>
          <p:nvSpPr>
            <p:cNvPr id="16" name="任意多边形: 形状 15">
              <a:extLst>
                <a:ext uri="{FF2B5EF4-FFF2-40B4-BE49-F238E27FC236}">
                  <a16:creationId xmlns:a16="http://schemas.microsoft.com/office/drawing/2014/main" id="{132516E4-3A9F-24A2-C579-1A84031927A2}"/>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40698778-BC86-0317-49D3-13650BE95EA1}"/>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15C72933-B681-EC4B-3A62-9669D9DDC08F}"/>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CEE5AD9B-8315-F66B-5F13-A7D9828CA40C}"/>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F2D1E3AA-A8B7-9A4D-8C2E-971DEC3A50DB}"/>
              </a:ext>
            </a:extLst>
          </p:cNvPr>
          <p:cNvGrpSpPr/>
          <p:nvPr/>
        </p:nvGrpSpPr>
        <p:grpSpPr>
          <a:xfrm>
            <a:off x="4938885" y="2438110"/>
            <a:ext cx="2568366" cy="1080000"/>
            <a:chOff x="6034980" y="1726998"/>
            <a:chExt cx="2568366" cy="1080000"/>
          </a:xfrm>
        </p:grpSpPr>
        <p:sp>
          <p:nvSpPr>
            <p:cNvPr id="35" name="任意多边形: 形状 34">
              <a:extLst>
                <a:ext uri="{FF2B5EF4-FFF2-40B4-BE49-F238E27FC236}">
                  <a16:creationId xmlns:a16="http://schemas.microsoft.com/office/drawing/2014/main" id="{640AAD43-E628-E095-B370-22582677921C}"/>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672697AB-7481-752E-0110-B996592034F9}"/>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1D9F819F-7103-E8CB-35F5-6470D402754D}"/>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063119C5-A1B1-5ED3-D331-0EB635019515}"/>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8ED5B8BB-551C-A7A6-6D3F-70BC48E6CFCE}"/>
              </a:ext>
            </a:extLst>
          </p:cNvPr>
          <p:cNvGrpSpPr/>
          <p:nvPr/>
        </p:nvGrpSpPr>
        <p:grpSpPr>
          <a:xfrm>
            <a:off x="5901515" y="3394641"/>
            <a:ext cx="2568366" cy="1080000"/>
            <a:chOff x="7766799" y="3127165"/>
            <a:chExt cx="2568366" cy="1080000"/>
          </a:xfrm>
        </p:grpSpPr>
        <p:sp>
          <p:nvSpPr>
            <p:cNvPr id="39" name="任意多边形: 形状 38">
              <a:extLst>
                <a:ext uri="{FF2B5EF4-FFF2-40B4-BE49-F238E27FC236}">
                  <a16:creationId xmlns:a16="http://schemas.microsoft.com/office/drawing/2014/main" id="{A45BC399-4F03-68A5-6C73-A3A0CA5DC9B6}"/>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42359F92-52FE-B87F-D011-4638729F2DAD}"/>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97E1056B-B729-B1C7-C5ED-3D99D3E9357C}"/>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2E950DAE-285C-42F0-0F99-456D707A1A9A}"/>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43B9752C-BBEC-AC29-CFCB-DA07ACADDAA4}"/>
              </a:ext>
            </a:extLst>
          </p:cNvPr>
          <p:cNvGrpSpPr/>
          <p:nvPr/>
        </p:nvGrpSpPr>
        <p:grpSpPr>
          <a:xfrm>
            <a:off x="6864145" y="4351171"/>
            <a:ext cx="2568366" cy="1080000"/>
            <a:chOff x="8707561" y="4567165"/>
            <a:chExt cx="2568366" cy="1080000"/>
          </a:xfrm>
        </p:grpSpPr>
        <p:sp>
          <p:nvSpPr>
            <p:cNvPr id="43" name="任意多边形: 形状 42">
              <a:extLst>
                <a:ext uri="{FF2B5EF4-FFF2-40B4-BE49-F238E27FC236}">
                  <a16:creationId xmlns:a16="http://schemas.microsoft.com/office/drawing/2014/main" id="{D3CCA33A-1103-9253-7DE7-E16A3E82806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D17300FD-AD01-B606-D68D-2F1E58699BE6}"/>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F688B65F-C7CD-8144-9184-D155D20A58C0}"/>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80ED6590-F240-3F08-CDDD-AB618E1530FC}"/>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41117DC5-9DBE-E0F6-4F52-19F5CA8E32A0}"/>
              </a:ext>
            </a:extLst>
          </p:cNvPr>
          <p:cNvGrpSpPr/>
          <p:nvPr/>
        </p:nvGrpSpPr>
        <p:grpSpPr>
          <a:xfrm>
            <a:off x="2476073" y="2443317"/>
            <a:ext cx="2568366" cy="1080000"/>
            <a:chOff x="844144" y="2380312"/>
            <a:chExt cx="2568366" cy="1080000"/>
          </a:xfrm>
        </p:grpSpPr>
        <p:sp>
          <p:nvSpPr>
            <p:cNvPr id="51" name="任意多边形: 形状 50">
              <a:extLst>
                <a:ext uri="{FF2B5EF4-FFF2-40B4-BE49-F238E27FC236}">
                  <a16:creationId xmlns:a16="http://schemas.microsoft.com/office/drawing/2014/main" id="{91C101F4-08F4-9621-83B5-65A00D00D346}"/>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1843CDA4-5F25-87AE-925A-4A9A5E27936B}"/>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8FF87446-81CD-2157-D5AC-9D7F5A5A89A3}"/>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CA7C63E2-2E99-F2DF-8932-43C4B7FB380D}"/>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050D735A-0951-235A-1D01-7CEBB38CB5B3}"/>
              </a:ext>
            </a:extLst>
          </p:cNvPr>
          <p:cNvGrpSpPr/>
          <p:nvPr/>
        </p:nvGrpSpPr>
        <p:grpSpPr>
          <a:xfrm>
            <a:off x="3434795" y="3406480"/>
            <a:ext cx="2568366" cy="1080000"/>
            <a:chOff x="388873" y="3698827"/>
            <a:chExt cx="2568366" cy="1080000"/>
          </a:xfrm>
        </p:grpSpPr>
        <p:sp>
          <p:nvSpPr>
            <p:cNvPr id="56" name="任意多边形: 形状 55">
              <a:extLst>
                <a:ext uri="{FF2B5EF4-FFF2-40B4-BE49-F238E27FC236}">
                  <a16:creationId xmlns:a16="http://schemas.microsoft.com/office/drawing/2014/main" id="{86CF2F53-6104-39E8-102A-DE319DE5F774}"/>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35626C4F-D580-AC5B-B1BB-3DD2F9C2F3FD}"/>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88312EDA-3856-BA7C-0D17-65029A07B13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328EFFA5-E796-8C22-13F8-D0277C33A3C8}"/>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7351C54F-C1BB-845A-35BA-6AE5D9FC0F9F}"/>
              </a:ext>
            </a:extLst>
          </p:cNvPr>
          <p:cNvGrpSpPr/>
          <p:nvPr/>
        </p:nvGrpSpPr>
        <p:grpSpPr>
          <a:xfrm>
            <a:off x="4393518" y="4369643"/>
            <a:ext cx="2568366" cy="1080000"/>
            <a:chOff x="660472" y="5447999"/>
            <a:chExt cx="2568366" cy="1080000"/>
          </a:xfrm>
        </p:grpSpPr>
        <p:sp>
          <p:nvSpPr>
            <p:cNvPr id="61" name="任意多边形: 形状 60">
              <a:extLst>
                <a:ext uri="{FF2B5EF4-FFF2-40B4-BE49-F238E27FC236}">
                  <a16:creationId xmlns:a16="http://schemas.microsoft.com/office/drawing/2014/main" id="{F4CA581D-B658-BF0D-A3E7-A5C087D71CC8}"/>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AF16DC03-B2F5-A44B-9140-287072CBC995}"/>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9CCEF82A-1342-2792-C119-DF15334B4C82}"/>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D3E11B4B-CEF9-F612-5650-7990D96BD659}"/>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Tree>
    <p:extLst>
      <p:ext uri="{BB962C8B-B14F-4D97-AF65-F5344CB8AC3E}">
        <p14:creationId xmlns:p14="http://schemas.microsoft.com/office/powerpoint/2010/main" val="683752448"/>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p:txBody>
          <a:bodyPr>
            <a:normAutofit/>
          </a:bodyPr>
          <a:lstStyle/>
          <a:p>
            <a:r>
              <a:rPr lang="zh-CN" altLang="en-US" dirty="0"/>
              <a:t>例：责任分配矩阵</a:t>
            </a:r>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283085602"/>
              </p:ext>
            </p:extLst>
          </p:nvPr>
        </p:nvGraphicFramePr>
        <p:xfrm>
          <a:off x="2221285" y="2501900"/>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例：文本示例；分析并指出其中的问题</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3255363945"/>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125937">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331381">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125937">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331381">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434103">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228659">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331381">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228659">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24C19-9E5E-1CA8-1498-895DC27CCA4D}"/>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0BD2BD8-6DD1-72F6-E5AD-06BD02BCD99D}"/>
              </a:ext>
            </a:extLst>
          </p:cNvPr>
          <p:cNvSpPr>
            <a:spLocks noGrp="1"/>
          </p:cNvSpPr>
          <p:nvPr>
            <p:ph type="title"/>
          </p:nvPr>
        </p:nvSpPr>
        <p:spPr>
          <a:xfrm>
            <a:off x="696000" y="360000"/>
            <a:ext cx="5400000" cy="429413"/>
          </a:xfrm>
        </p:spPr>
        <p:txBody>
          <a:bodyPr/>
          <a:lstStyle/>
          <a:p>
            <a:r>
              <a:rPr lang="zh-CN" altLang="en-US" dirty="0"/>
              <a:t>例：绩效管理</a:t>
            </a:r>
          </a:p>
        </p:txBody>
      </p:sp>
    </p:spTree>
    <p:extLst>
      <p:ext uri="{BB962C8B-B14F-4D97-AF65-F5344CB8AC3E}">
        <p14:creationId xmlns:p14="http://schemas.microsoft.com/office/powerpoint/2010/main" val="3384576288"/>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1316910938"/>
              </p:ext>
            </p:extLst>
          </p:nvPr>
        </p:nvGraphicFramePr>
        <p:xfrm>
          <a:off x="695325" y="863600"/>
          <a:ext cx="10801350" cy="201168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674FACED-28F6-F8E7-AF00-422A85B8378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2938567653"/>
              </p:ext>
            </p:extLst>
          </p:nvPr>
        </p:nvGraphicFramePr>
        <p:xfrm>
          <a:off x="695325" y="863600"/>
          <a:ext cx="10801350" cy="201168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sz="1600" dirty="0">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1201168794"/>
                  </a:ext>
                </a:extLst>
              </a:tr>
              <a:tr h="0">
                <a:tc>
                  <a:txBody>
                    <a:bodyPr/>
                    <a:lstStyle/>
                    <a:p>
                      <a:pPr>
                        <a:buNone/>
                      </a:pPr>
                      <a:r>
                        <a:rPr lang="en-US" altLang="zh-CN" sz="1600"/>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生理需求（</a:t>
                      </a:r>
                      <a:r>
                        <a:rPr lang="en-US" altLang="zh-CN" sz="1600" dirty="0"/>
                        <a:t>Physiological</a:t>
                      </a:r>
                      <a:r>
                        <a:rPr lang="en-US" sz="16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sz="1600"/>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安全需求（</a:t>
                      </a:r>
                      <a:r>
                        <a:rPr lang="en-US" altLang="zh-CN" sz="1600"/>
                        <a:t>Safety</a:t>
                      </a:r>
                      <a:r>
                        <a:rPr lang="en-US" sz="160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sz="1600"/>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社会交往需求（</a:t>
                      </a:r>
                      <a:r>
                        <a:rPr lang="en-US" sz="1600"/>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sz="1600"/>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自尊需求（</a:t>
                      </a:r>
                      <a:r>
                        <a:rPr lang="en-US" sz="1600" dirty="0"/>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sz="1600"/>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自我实现（</a:t>
                      </a:r>
                      <a:r>
                        <a:rPr lang="en-US" sz="1600"/>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4" name="文本占位符 3">
            <a:extLst>
              <a:ext uri="{FF2B5EF4-FFF2-40B4-BE49-F238E27FC236}">
                <a16:creationId xmlns:a16="http://schemas.microsoft.com/office/drawing/2014/main" id="{67CE476D-A8A8-EC44-5DF6-8E6078287E94}"/>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1602973102"/>
              </p:ext>
            </p:extLst>
          </p:nvPr>
        </p:nvGraphicFramePr>
        <p:xfrm>
          <a:off x="3883958" y="3311750"/>
          <a:ext cx="4328775" cy="2885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t>20</a:t>
            </a:r>
            <a:r>
              <a:rPr lang="zh-CN" altLang="en-US" dirty="0"/>
              <a:t>世纪</a:t>
            </a:r>
            <a:r>
              <a:rPr lang="en-US" altLang="zh-CN" dirty="0"/>
              <a:t>50</a:t>
            </a:r>
            <a:r>
              <a:rPr lang="zh-CN" altLang="en-US" dirty="0"/>
              <a:t>年代末提出的一种关于工作动机和员工满意度的重要理论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952491742"/>
              </p:ext>
            </p:extLst>
          </p:nvPr>
        </p:nvGraphicFramePr>
        <p:xfrm>
          <a:off x="695325" y="4363200"/>
          <a:ext cx="10800674" cy="16764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sz="1600" dirty="0">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1952262433"/>
                  </a:ext>
                </a:extLst>
              </a:tr>
              <a:tr h="0">
                <a:tc>
                  <a:txBody>
                    <a:bodyPr/>
                    <a:lstStyle/>
                    <a:p>
                      <a:pPr>
                        <a:buNone/>
                      </a:pPr>
                      <a:r>
                        <a:rPr lang="zh-CN" altLang="en-US" sz="1600"/>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sz="1600"/>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sz="1600"/>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sz="1600"/>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凸显模型</a:t>
            </a:r>
          </a:p>
        </p:txBody>
      </p:sp>
      <p:sp>
        <p:nvSpPr>
          <p:cNvPr id="11" name="内容占位符 10">
            <a:extLst>
              <a:ext uri="{FF2B5EF4-FFF2-40B4-BE49-F238E27FC236}">
                <a16:creationId xmlns:a16="http://schemas.microsoft.com/office/drawing/2014/main" id="{5FCBD2F9-26DB-147E-6D5D-BE6690069D19}"/>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308891428"/>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lnSpc>
                          <a:spcPct val="150000"/>
                        </a:lnSpc>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t>合法性 </a:t>
                      </a:r>
                      <a:r>
                        <a:rPr lang="en-US" sz="1600"/>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t>紧迫性 </a:t>
                      </a:r>
                      <a:r>
                        <a:rPr lang="en-US" sz="1600"/>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a:t>
            </a:r>
          </a:p>
        </p:txBody>
      </p:sp>
      <p:sp>
        <p:nvSpPr>
          <p:cNvPr id="11" name="内容占位符 10">
            <a:extLst>
              <a:ext uri="{FF2B5EF4-FFF2-40B4-BE49-F238E27FC236}">
                <a16:creationId xmlns:a16="http://schemas.microsoft.com/office/drawing/2014/main" id="{30811D1D-8F59-EFDB-585A-5F80D1102811}"/>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191119001"/>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864000"/>
            <a:ext cx="10800000" cy="5400000"/>
          </a:xfrm>
        </p:spPr>
        <p:txBody>
          <a:bodyPr/>
          <a:lstStyle/>
          <a:p>
            <a:r>
              <a:rPr lang="zh-CN" altLang="en-US" dirty="0"/>
              <a:t>利益方格 </a:t>
            </a:r>
            <a:r>
              <a:rPr lang="en-US" altLang="zh-CN" dirty="0"/>
              <a:t>Power/Interest Grid</a:t>
            </a:r>
            <a:endParaRPr lang="zh-CN" altLang="en-US" dirty="0"/>
          </a:p>
        </p:txBody>
      </p:sp>
      <p:sp>
        <p:nvSpPr>
          <p:cNvPr id="19" name="文本占位符 18">
            <a:extLst>
              <a:ext uri="{FF2B5EF4-FFF2-40B4-BE49-F238E27FC236}">
                <a16:creationId xmlns:a16="http://schemas.microsoft.com/office/drawing/2014/main" id="{DA99450A-2EEF-4016-4102-D6B3DC53C6A3}"/>
              </a:ext>
            </a:extLst>
          </p:cNvPr>
          <p:cNvSpPr>
            <a:spLocks noGrp="1"/>
          </p:cNvSpPr>
          <p:nvPr>
            <p:ph type="body" sz="quarter" idx="10"/>
          </p:nvPr>
        </p:nvSpPr>
        <p:spPr/>
        <p:txBody>
          <a:bodyPr/>
          <a:lstStyle/>
          <a:p>
            <a:endParaRPr lang="zh-CN" altLang="en-US"/>
          </a:p>
        </p:txBody>
      </p:sp>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874262410"/>
              </p:ext>
            </p:extLst>
          </p:nvPr>
        </p:nvGraphicFramePr>
        <p:xfrm>
          <a:off x="695324" y="4587600"/>
          <a:ext cx="10800001" cy="16764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sz="1600" dirty="0">
                          <a:solidFill>
                            <a:schemeClr val="bg1"/>
                          </a:solidFill>
                        </a:rPr>
                        <a:t>权力 </a:t>
                      </a:r>
                      <a:r>
                        <a:rPr lang="en-US" sz="1600" dirty="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利益 </a:t>
                      </a:r>
                      <a:r>
                        <a:rPr lang="en-US" sz="1600" dirty="0">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809978989"/>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重点管理 </a:t>
                      </a:r>
                      <a:r>
                        <a:rPr lang="en-US" sz="1600"/>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监督 </a:t>
                      </a:r>
                      <a:r>
                        <a:rPr lang="en-US" sz="1600"/>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随时告知 </a:t>
                      </a:r>
                      <a:r>
                        <a:rPr lang="en-US" sz="1600"/>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令其满意 </a:t>
                      </a:r>
                      <a:r>
                        <a:rPr lang="en-US" sz="1600" dirty="0"/>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4041971" y="3710400"/>
            <a:ext cx="43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4248160" y="1720238"/>
            <a:ext cx="0" cy="216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1338029397"/>
              </p:ext>
            </p:extLst>
          </p:nvPr>
        </p:nvGraphicFramePr>
        <p:xfrm>
          <a:off x="4248160" y="2270400"/>
          <a:ext cx="3600000" cy="144000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1578455872"/>
                    </a:ext>
                  </a:extLst>
                </a:gridCol>
                <a:gridCol w="1800000">
                  <a:extLst>
                    <a:ext uri="{9D8B030D-6E8A-4147-A177-3AD203B41FA5}">
                      <a16:colId xmlns:a16="http://schemas.microsoft.com/office/drawing/2014/main" val="1102437032"/>
                    </a:ext>
                  </a:extLst>
                </a:gridCol>
              </a:tblGrid>
              <a:tr h="720000">
                <a:tc>
                  <a:txBody>
                    <a:bodyPr/>
                    <a:lstStyle/>
                    <a:p>
                      <a:pPr algn="ctr"/>
                      <a:r>
                        <a:rPr lang="zh-CN" altLang="en-US" sz="1400" b="0" dirty="0">
                          <a:solidFill>
                            <a:schemeClr val="tx1"/>
                          </a:solidFill>
                        </a:rPr>
                        <a:t>令其满意</a:t>
                      </a:r>
                      <a:r>
                        <a:rPr lang="en-US" altLang="zh-CN" sz="1400" b="0" dirty="0">
                          <a:solidFill>
                            <a:schemeClr val="tx1"/>
                          </a:solidFill>
                        </a:rPr>
                        <a:t>A</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zh-CN" altLang="en-US" sz="1400" b="0" dirty="0">
                          <a:solidFill>
                            <a:schemeClr val="tx1"/>
                          </a:solidFill>
                        </a:rPr>
                        <a:t>重点管理</a:t>
                      </a:r>
                      <a:r>
                        <a:rPr lang="en-US" altLang="zh-CN" sz="1400" b="0" dirty="0">
                          <a:solidFill>
                            <a:schemeClr val="tx1"/>
                          </a:solidFill>
                        </a:rPr>
                        <a:t>B</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39899098"/>
                  </a:ext>
                </a:extLst>
              </a:tr>
              <a:tr h="720000">
                <a:tc>
                  <a:txBody>
                    <a:bodyPr/>
                    <a:lstStyle/>
                    <a:p>
                      <a:pPr algn="ctr"/>
                      <a:r>
                        <a:rPr lang="zh-CN" altLang="en-US" sz="1400" b="0" dirty="0">
                          <a:solidFill>
                            <a:schemeClr val="tx1"/>
                          </a:solidFill>
                        </a:rPr>
                        <a:t>监督</a:t>
                      </a:r>
                      <a:r>
                        <a:rPr lang="en-US" altLang="zh-CN" sz="1400" b="0" dirty="0">
                          <a:solidFill>
                            <a:schemeClr val="tx1"/>
                          </a:solidFill>
                        </a:rPr>
                        <a:t>D</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zh-CN" altLang="en-US" sz="1400" b="0" dirty="0">
                          <a:solidFill>
                            <a:schemeClr val="tx1"/>
                          </a:solidFill>
                        </a:rPr>
                        <a:t>随时告知</a:t>
                      </a:r>
                      <a:r>
                        <a:rPr lang="en-US" altLang="zh-CN" sz="1400" b="0" dirty="0">
                          <a:solidFill>
                            <a:schemeClr val="tx1"/>
                          </a:solidFill>
                        </a:rPr>
                        <a:t>C</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3914736" y="1720238"/>
            <a:ext cx="338554" cy="276999"/>
          </a:xfrm>
          <a:prstGeom prst="rect">
            <a:avLst/>
          </a:prstGeom>
          <a:noFill/>
        </p:spPr>
        <p:txBody>
          <a:bodyPr wrap="none" rtlCol="0">
            <a:spAutoFit/>
          </a:bodyPr>
          <a:lstStyle/>
          <a:p>
            <a:pPr algn="ctr"/>
            <a:r>
              <a:rPr lang="zh-CN" altLang="en-US" sz="1200" dirty="0"/>
              <a:t>高</a:t>
            </a:r>
          </a:p>
        </p:txBody>
      </p:sp>
      <p:sp>
        <p:nvSpPr>
          <p:cNvPr id="11" name="文本框 10">
            <a:extLst>
              <a:ext uri="{FF2B5EF4-FFF2-40B4-BE49-F238E27FC236}">
                <a16:creationId xmlns:a16="http://schemas.microsoft.com/office/drawing/2014/main" id="{92E240DC-FDBE-046A-A240-D2BCC102079A}"/>
              </a:ext>
            </a:extLst>
          </p:cNvPr>
          <p:cNvSpPr txBox="1"/>
          <p:nvPr/>
        </p:nvSpPr>
        <p:spPr>
          <a:xfrm>
            <a:off x="3914736" y="3473365"/>
            <a:ext cx="338554" cy="276999"/>
          </a:xfrm>
          <a:prstGeom prst="rect">
            <a:avLst/>
          </a:prstGeom>
          <a:noFill/>
        </p:spPr>
        <p:txBody>
          <a:bodyPr wrap="none" rtlCol="0">
            <a:spAutoFit/>
          </a:bodyPr>
          <a:lstStyle/>
          <a:p>
            <a:pPr algn="ctr"/>
            <a:r>
              <a:rPr lang="zh-CN" altLang="en-US" sz="1200" dirty="0"/>
              <a:t>低</a:t>
            </a:r>
          </a:p>
        </p:txBody>
      </p:sp>
      <p:sp>
        <p:nvSpPr>
          <p:cNvPr id="12" name="文本框 11">
            <a:extLst>
              <a:ext uri="{FF2B5EF4-FFF2-40B4-BE49-F238E27FC236}">
                <a16:creationId xmlns:a16="http://schemas.microsoft.com/office/drawing/2014/main" id="{98EE3C10-94B9-DD91-6E5B-FFF429A82092}"/>
              </a:ext>
            </a:extLst>
          </p:cNvPr>
          <p:cNvSpPr txBox="1"/>
          <p:nvPr/>
        </p:nvSpPr>
        <p:spPr>
          <a:xfrm>
            <a:off x="7860984" y="3702162"/>
            <a:ext cx="338554" cy="276999"/>
          </a:xfrm>
          <a:prstGeom prst="rect">
            <a:avLst/>
          </a:prstGeom>
          <a:noFill/>
        </p:spPr>
        <p:txBody>
          <a:bodyPr wrap="none" rtlCol="0">
            <a:spAutoFit/>
          </a:bodyPr>
          <a:lstStyle/>
          <a:p>
            <a:pPr algn="ctr"/>
            <a:r>
              <a:rPr lang="zh-CN" altLang="en-US" sz="1200" dirty="0"/>
              <a:t>高</a:t>
            </a:r>
          </a:p>
        </p:txBody>
      </p:sp>
      <p:sp>
        <p:nvSpPr>
          <p:cNvPr id="14" name="文本框 13">
            <a:extLst>
              <a:ext uri="{FF2B5EF4-FFF2-40B4-BE49-F238E27FC236}">
                <a16:creationId xmlns:a16="http://schemas.microsoft.com/office/drawing/2014/main" id="{45452086-07FE-56F4-786A-68F2646AEAE6}"/>
              </a:ext>
            </a:extLst>
          </p:cNvPr>
          <p:cNvSpPr txBox="1"/>
          <p:nvPr/>
        </p:nvSpPr>
        <p:spPr>
          <a:xfrm>
            <a:off x="4260984" y="3702162"/>
            <a:ext cx="338554" cy="276999"/>
          </a:xfrm>
          <a:prstGeom prst="rect">
            <a:avLst/>
          </a:prstGeom>
          <a:noFill/>
        </p:spPr>
        <p:txBody>
          <a:bodyPr wrap="none" rtlCol="0">
            <a:spAutoFit/>
          </a:bodyPr>
          <a:lstStyle/>
          <a:p>
            <a:pPr algn="ctr"/>
            <a:r>
              <a:rPr lang="zh-CN" altLang="en-US" sz="1200" dirty="0"/>
              <a:t>低</a:t>
            </a:r>
          </a:p>
        </p:txBody>
      </p:sp>
      <p:sp>
        <p:nvSpPr>
          <p:cNvPr id="15" name="文本框 14">
            <a:extLst>
              <a:ext uri="{FF2B5EF4-FFF2-40B4-BE49-F238E27FC236}">
                <a16:creationId xmlns:a16="http://schemas.microsoft.com/office/drawing/2014/main" id="{B669A458-7B96-1CF4-A4E6-1F842BA5CCF6}"/>
              </a:ext>
            </a:extLst>
          </p:cNvPr>
          <p:cNvSpPr txBox="1"/>
          <p:nvPr/>
        </p:nvSpPr>
        <p:spPr>
          <a:xfrm>
            <a:off x="3914736" y="2550635"/>
            <a:ext cx="369332" cy="400110"/>
          </a:xfrm>
          <a:prstGeom prst="rect">
            <a:avLst/>
          </a:prstGeom>
          <a:noFill/>
        </p:spPr>
        <p:txBody>
          <a:bodyPr vert="eaVert" wrap="none" rtlCol="0">
            <a:spAutoFit/>
          </a:bodyPr>
          <a:lstStyle/>
          <a:p>
            <a:pPr algn="ctr"/>
            <a:r>
              <a:rPr lang="zh-CN" altLang="en-US" sz="12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5984040" y="3702162"/>
            <a:ext cx="492443" cy="276999"/>
          </a:xfrm>
          <a:prstGeom prst="rect">
            <a:avLst/>
          </a:prstGeom>
          <a:noFill/>
        </p:spPr>
        <p:txBody>
          <a:bodyPr wrap="none" rtlCol="0">
            <a:spAutoFit/>
          </a:bodyPr>
          <a:lstStyle/>
          <a:p>
            <a:pPr algn="ctr"/>
            <a:r>
              <a:rPr lang="zh-CN" altLang="en-US" sz="1200" dirty="0"/>
              <a:t>利益</a:t>
            </a:r>
          </a:p>
        </p:txBody>
      </p:sp>
    </p:spTree>
    <p:extLst>
      <p:ext uri="{BB962C8B-B14F-4D97-AF65-F5344CB8AC3E}">
        <p14:creationId xmlns:p14="http://schemas.microsoft.com/office/powerpoint/2010/main" val="4076603631"/>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en-US" altLang="zh-CN" dirty="0"/>
              <a:t>10.4 </a:t>
            </a:r>
            <a:r>
              <a:rPr lang="zh-CN" altLang="en-US" dirty="0"/>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108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230175" y="2773010"/>
            <a:ext cx="1409360" cy="800219"/>
          </a:xfrm>
          <a:prstGeom prst="rect">
            <a:avLst/>
          </a:prstGeom>
          <a:noFill/>
        </p:spPr>
        <p:txBody>
          <a:bodyPr wrap="none" rtlCol="0">
            <a:spAutoFit/>
          </a:bodyPr>
          <a:lstStyle/>
          <a:p>
            <a:pPr algn="ctr"/>
            <a:r>
              <a:rPr lang="zh-CN" altLang="en-US" sz="2800" dirty="0"/>
              <a:t>及时</a:t>
            </a:r>
            <a:endParaRPr lang="en-US" altLang="zh-CN" sz="2800" dirty="0"/>
          </a:p>
          <a:p>
            <a:pPr algn="ctr"/>
            <a:r>
              <a:rPr lang="en-US" altLang="zh-CN" dirty="0"/>
              <a:t>Timeliness</a:t>
            </a:r>
            <a:endParaRPr lang="en-US" altLang="zh-CN" sz="28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245343" y="2773010"/>
            <a:ext cx="1249060" cy="800219"/>
          </a:xfrm>
          <a:prstGeom prst="rect">
            <a:avLst/>
          </a:prstGeom>
          <a:noFill/>
        </p:spPr>
        <p:txBody>
          <a:bodyPr wrap="none" rtlCol="0">
            <a:spAutoFit/>
          </a:bodyPr>
          <a:lstStyle/>
          <a:p>
            <a:pPr algn="ctr"/>
            <a:r>
              <a:rPr lang="zh-CN" altLang="en-US" sz="2800" dirty="0"/>
              <a:t>准确</a:t>
            </a:r>
            <a:endParaRPr lang="en-US" altLang="zh-CN" sz="2800" dirty="0"/>
          </a:p>
          <a:p>
            <a:pPr algn="ctr"/>
            <a:r>
              <a:rPr lang="en-US" altLang="zh-CN" dirty="0"/>
              <a:t>Accuracy</a:t>
            </a:r>
            <a:endParaRPr lang="en-US" altLang="zh-CN" sz="28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115271" y="2773010"/>
            <a:ext cx="1851790" cy="800219"/>
          </a:xfrm>
          <a:prstGeom prst="rect">
            <a:avLst/>
          </a:prstGeom>
          <a:noFill/>
        </p:spPr>
        <p:txBody>
          <a:bodyPr wrap="none" rtlCol="0">
            <a:spAutoFit/>
          </a:bodyPr>
          <a:lstStyle/>
          <a:p>
            <a:pPr algn="ctr"/>
            <a:r>
              <a:rPr lang="zh-CN" altLang="en-US" sz="2800" dirty="0"/>
              <a:t>完整</a:t>
            </a:r>
            <a:endParaRPr lang="en-US" altLang="zh-CN" sz="2800" dirty="0"/>
          </a:p>
          <a:p>
            <a:pPr algn="ctr"/>
            <a:r>
              <a:rPr lang="en-US" altLang="zh-CN" dirty="0"/>
              <a:t>Completeness</a:t>
            </a:r>
            <a:endParaRPr lang="en-US" altLang="zh-CN" sz="28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124462" y="2773010"/>
            <a:ext cx="2265364" cy="800219"/>
          </a:xfrm>
          <a:prstGeom prst="rect">
            <a:avLst/>
          </a:prstGeom>
          <a:noFill/>
        </p:spPr>
        <p:txBody>
          <a:bodyPr wrap="none" rtlCol="0">
            <a:spAutoFit/>
          </a:bodyPr>
          <a:lstStyle/>
          <a:p>
            <a:pPr algn="ctr"/>
            <a:r>
              <a:rPr lang="zh-CN" altLang="en-US" sz="2800" dirty="0"/>
              <a:t>可了解</a:t>
            </a:r>
            <a:endParaRPr lang="en-US" altLang="zh-CN" sz="2800" dirty="0"/>
          </a:p>
          <a:p>
            <a:pPr algn="ctr"/>
            <a:r>
              <a:rPr lang="en-US" altLang="zh-CN" dirty="0"/>
              <a:t>Understandability</a:t>
            </a:r>
            <a:endParaRPr lang="zh-CN" altLang="en-US" sz="28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10" name="文本占位符 9">
            <a:extLst>
              <a:ext uri="{FF2B5EF4-FFF2-40B4-BE49-F238E27FC236}">
                <a16:creationId xmlns:a16="http://schemas.microsoft.com/office/drawing/2014/main" id="{4655292A-1879-5B7B-68E1-3E4DF12C02E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9162A08C-2AF3-04E0-3A4B-ABF82FB0ED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6" name="文本占位符 5">
            <a:extLst>
              <a:ext uri="{FF2B5EF4-FFF2-40B4-BE49-F238E27FC236}">
                <a16:creationId xmlns:a16="http://schemas.microsoft.com/office/drawing/2014/main" id="{E5D3CD76-C68A-205B-6662-900B184520C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13" name="文本占位符 12">
            <a:extLst>
              <a:ext uri="{FF2B5EF4-FFF2-40B4-BE49-F238E27FC236}">
                <a16:creationId xmlns:a16="http://schemas.microsoft.com/office/drawing/2014/main" id="{5E04F5B3-A371-4104-4CD5-68A4DA5DBA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13" name="文本占位符 12">
            <a:extLst>
              <a:ext uri="{FF2B5EF4-FFF2-40B4-BE49-F238E27FC236}">
                <a16:creationId xmlns:a16="http://schemas.microsoft.com/office/drawing/2014/main" id="{D652F161-03BF-67CA-7AF3-42364257C54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5998" y="360000"/>
            <a:ext cx="6375921" cy="429413"/>
          </a:xfrm>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864000"/>
            <a:ext cx="10800000" cy="5400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6" name="文本占位符 5">
            <a:extLst>
              <a:ext uri="{FF2B5EF4-FFF2-40B4-BE49-F238E27FC236}">
                <a16:creationId xmlns:a16="http://schemas.microsoft.com/office/drawing/2014/main" id="{C9F4455D-53A4-CEA3-06E2-521FF7D9389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6375921" cy="429413"/>
          </a:xfrm>
        </p:spPr>
        <p:txBody>
          <a:bodyPr>
            <a:normAutofit/>
          </a:bodyPr>
          <a:lstStyle/>
          <a:p>
            <a:r>
              <a:rPr lang="zh-CN" altLang="en-US"/>
              <a:t>风险类型</a:t>
            </a:r>
          </a:p>
        </p:txBody>
      </p:sp>
      <p:sp>
        <p:nvSpPr>
          <p:cNvPr id="6" name="内容占位符 5">
            <a:extLst>
              <a:ext uri="{FF2B5EF4-FFF2-40B4-BE49-F238E27FC236}">
                <a16:creationId xmlns:a16="http://schemas.microsoft.com/office/drawing/2014/main" id="{E5F36971-7BA2-7CA3-5197-772B9249EF8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a:xfrm>
            <a:off x="695998" y="360000"/>
            <a:ext cx="6375921" cy="429413"/>
          </a:xfrm>
        </p:spPr>
        <p:txBody>
          <a:bodyPr/>
          <a:lstStyle/>
          <a:p>
            <a:r>
              <a:rPr lang="zh-CN" altLang="en-US"/>
              <a:t>风险</a:t>
            </a:r>
            <a:r>
              <a:rPr lang="en-US" altLang="zh-CN"/>
              <a:t>3</a:t>
            </a:r>
            <a:r>
              <a:rPr lang="zh-CN" altLang="en-US"/>
              <a:t>个要素</a:t>
            </a:r>
          </a:p>
        </p:txBody>
      </p:sp>
      <p:sp>
        <p:nvSpPr>
          <p:cNvPr id="8" name="内容占位符 7">
            <a:extLst>
              <a:ext uri="{FF2B5EF4-FFF2-40B4-BE49-F238E27FC236}">
                <a16:creationId xmlns:a16="http://schemas.microsoft.com/office/drawing/2014/main" id="{699CF5DC-ED46-89DB-1D78-92990C95C2F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5998" y="360000"/>
            <a:ext cx="6375921" cy="429413"/>
          </a:xfrm>
        </p:spPr>
        <p:txBody>
          <a:bodyPr/>
          <a:lstStyle/>
          <a:p>
            <a:r>
              <a:rPr lang="zh-CN" altLang="en-US"/>
              <a:t>风险</a:t>
            </a:r>
            <a:r>
              <a:rPr lang="en-US" altLang="zh-CN"/>
              <a:t>4</a:t>
            </a:r>
            <a:r>
              <a:rPr lang="zh-CN" altLang="en-US"/>
              <a:t>个过程</a:t>
            </a:r>
          </a:p>
        </p:txBody>
      </p:sp>
      <p:sp>
        <p:nvSpPr>
          <p:cNvPr id="11" name="内容占位符 10">
            <a:extLst>
              <a:ext uri="{FF2B5EF4-FFF2-40B4-BE49-F238E27FC236}">
                <a16:creationId xmlns:a16="http://schemas.microsoft.com/office/drawing/2014/main" id="{BD0FC86F-14C4-1268-E080-D08CA43B4C4D}"/>
              </a:ext>
            </a:extLst>
          </p:cNvPr>
          <p:cNvSpPr>
            <a:spLocks noGrp="1"/>
          </p:cNvSpPr>
          <p:nvPr>
            <p:ph idx="1"/>
          </p:nvPr>
        </p:nvSpPr>
        <p:spPr/>
        <p:txBody>
          <a:bodyPr/>
          <a:lstStyle/>
          <a:p>
            <a:endParaRPr lang="zh-CN" altLang="en-US"/>
          </a:p>
        </p:txBody>
      </p:sp>
      <p:sp>
        <p:nvSpPr>
          <p:cNvPr id="13" name="文本占位符 12">
            <a:extLst>
              <a:ext uri="{FF2B5EF4-FFF2-40B4-BE49-F238E27FC236}">
                <a16:creationId xmlns:a16="http://schemas.microsoft.com/office/drawing/2014/main" id="{25040921-FD0B-4AFD-223C-3C58082D5EDA}"/>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695998"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3509121705"/>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Weaknesses（</a:t>
                      </a:r>
                      <a:r>
                        <a:rPr lang="zh-CN" altLang="en-US" sz="160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7" name="文本占位符 6">
            <a:extLst>
              <a:ext uri="{FF2B5EF4-FFF2-40B4-BE49-F238E27FC236}">
                <a16:creationId xmlns:a16="http://schemas.microsoft.com/office/drawing/2014/main" id="{71F2B2A5-F9E3-760D-FA6B-C348F24B63E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695998"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7" name="文本占位符 6">
            <a:extLst>
              <a:ext uri="{FF2B5EF4-FFF2-40B4-BE49-F238E27FC236}">
                <a16:creationId xmlns:a16="http://schemas.microsoft.com/office/drawing/2014/main" id="{29BEB318-1127-079C-B4BB-7EAF5E3013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695998"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7" name="文本占位符 6">
            <a:extLst>
              <a:ext uri="{FF2B5EF4-FFF2-40B4-BE49-F238E27FC236}">
                <a16:creationId xmlns:a16="http://schemas.microsoft.com/office/drawing/2014/main" id="{B3103E6E-989B-8A55-A3CB-B44091D9DAB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7" name="文本占位符 6">
            <a:extLst>
              <a:ext uri="{FF2B5EF4-FFF2-40B4-BE49-F238E27FC236}">
                <a16:creationId xmlns:a16="http://schemas.microsoft.com/office/drawing/2014/main" id="{5E9BC3DE-F851-6F38-E885-A3B6683F3820}"/>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D50B9D-C555-7037-DA5D-9B0DFAE84301}"/>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5" name="文本占位符 4">
            <a:extLst>
              <a:ext uri="{FF2B5EF4-FFF2-40B4-BE49-F238E27FC236}">
                <a16:creationId xmlns:a16="http://schemas.microsoft.com/office/drawing/2014/main" id="{E9606405-4F2C-A1EF-E2F2-0D0DCFEDF6C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8" name="内容占位符 7">
            <a:extLst>
              <a:ext uri="{FF2B5EF4-FFF2-40B4-BE49-F238E27FC236}">
                <a16:creationId xmlns:a16="http://schemas.microsoft.com/office/drawing/2014/main" id="{4B0104DF-24E5-6DFC-DB47-D1535D174FB9}"/>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6" name="文本占位符 5">
            <a:extLst>
              <a:ext uri="{FF2B5EF4-FFF2-40B4-BE49-F238E27FC236}">
                <a16:creationId xmlns:a16="http://schemas.microsoft.com/office/drawing/2014/main" id="{36253503-D8F7-6D57-7DA3-3A8AE74CB32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6" name="文本占位符 5">
            <a:extLst>
              <a:ext uri="{FF2B5EF4-FFF2-40B4-BE49-F238E27FC236}">
                <a16:creationId xmlns:a16="http://schemas.microsoft.com/office/drawing/2014/main" id="{B1EDC7E2-75F7-5240-9406-FF668970F90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695998" y="360000"/>
            <a:ext cx="6375921" cy="429413"/>
          </a:xfrm>
        </p:spPr>
        <p:txBody>
          <a:bodyPr/>
          <a:lstStyle/>
          <a:p>
            <a:r>
              <a:rPr lang="zh-CN" altLang="en-US"/>
              <a:t>项目结束</a:t>
            </a:r>
          </a:p>
        </p:txBody>
      </p:sp>
      <p:sp>
        <p:nvSpPr>
          <p:cNvPr id="28" name="内容占位符 27">
            <a:extLst>
              <a:ext uri="{FF2B5EF4-FFF2-40B4-BE49-F238E27FC236}">
                <a16:creationId xmlns:a16="http://schemas.microsoft.com/office/drawing/2014/main" id="{3F538195-CB8D-C427-EFEE-5239428FA4B0}"/>
              </a:ext>
            </a:extLst>
          </p:cNvPr>
          <p:cNvSpPr>
            <a:spLocks noGrp="1"/>
          </p:cNvSpPr>
          <p:nvPr>
            <p:ph idx="1"/>
          </p:nvPr>
        </p:nvSpPr>
        <p:spPr/>
        <p:txBody>
          <a:bodyPr/>
          <a:lstStyle/>
          <a:p>
            <a:endParaRPr lang="zh-CN" altLang="en-US"/>
          </a:p>
        </p:txBody>
      </p:sp>
      <p:sp>
        <p:nvSpPr>
          <p:cNvPr id="29" name="文本占位符 28">
            <a:extLst>
              <a:ext uri="{FF2B5EF4-FFF2-40B4-BE49-F238E27FC236}">
                <a16:creationId xmlns:a16="http://schemas.microsoft.com/office/drawing/2014/main" id="{59A20F13-D5D2-94DE-920E-31C93E9BD532}"/>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6" name="文本占位符 5">
            <a:extLst>
              <a:ext uri="{FF2B5EF4-FFF2-40B4-BE49-F238E27FC236}">
                <a16:creationId xmlns:a16="http://schemas.microsoft.com/office/drawing/2014/main" id="{C17BB2DF-A5CD-50FB-FBA9-F7801238CBD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17" name="文本占位符 16">
            <a:extLst>
              <a:ext uri="{FF2B5EF4-FFF2-40B4-BE49-F238E27FC236}">
                <a16:creationId xmlns:a16="http://schemas.microsoft.com/office/drawing/2014/main" id="{615F2577-F17A-01B1-6C72-CE28C08CC1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10" name="文本占位符 9">
            <a:extLst>
              <a:ext uri="{FF2B5EF4-FFF2-40B4-BE49-F238E27FC236}">
                <a16:creationId xmlns:a16="http://schemas.microsoft.com/office/drawing/2014/main" id="{8EE67194-6B96-3015-FABB-950F180B82F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11" name="文本占位符 10">
            <a:extLst>
              <a:ext uri="{FF2B5EF4-FFF2-40B4-BE49-F238E27FC236}">
                <a16:creationId xmlns:a16="http://schemas.microsoft.com/office/drawing/2014/main" id="{6ECEED88-5AAD-FD38-4056-887FC292853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7" name="文本占位符 6">
            <a:extLst>
              <a:ext uri="{FF2B5EF4-FFF2-40B4-BE49-F238E27FC236}">
                <a16:creationId xmlns:a16="http://schemas.microsoft.com/office/drawing/2014/main" id="{B78BE216-E909-FBA3-C72B-FC25F1D453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32773</TotalTime>
  <Words>38831</Words>
  <Application>Microsoft Office PowerPoint</Application>
  <PresentationFormat>宽屏</PresentationFormat>
  <Paragraphs>7285</Paragraphs>
  <Slides>456</Slides>
  <Notes>191</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456</vt:i4>
      </vt:variant>
    </vt:vector>
  </HeadingPairs>
  <TitlesOfParts>
    <vt:vector size="467" baseType="lpstr">
      <vt:lpstr>Montserrat</vt:lpstr>
      <vt:lpstr>Times New Roman</vt:lpstr>
      <vt:lpstr>Roboto Mono</vt:lpstr>
      <vt:lpstr>Wingdings</vt:lpstr>
      <vt:lpstr>Calibri</vt:lpstr>
      <vt:lpstr>等线</vt:lpstr>
      <vt:lpstr>幼圆</vt:lpstr>
      <vt:lpstr>Cambria Math</vt:lpstr>
      <vt:lpstr>Arial</vt:lpstr>
      <vt:lpstr>Segoe UI Black</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团队发展四阶段</vt:lpstr>
      <vt:lpstr>10.1 组织结构</vt:lpstr>
      <vt:lpstr>10.1.1 职能型</vt:lpstr>
      <vt:lpstr>10.1.2 项目型</vt:lpstr>
      <vt:lpstr>10.1.3 矩阵型</vt:lpstr>
      <vt:lpstr>10.2 人员职责计划</vt:lpstr>
      <vt:lpstr>10.2 人员职责计划</vt:lpstr>
      <vt:lpstr>RACI</vt:lpstr>
      <vt:lpstr>PowerPoint 演示文稿</vt:lpstr>
      <vt:lpstr>OBS</vt:lpstr>
      <vt:lpstr>例：责任分配矩阵</vt:lpstr>
      <vt:lpstr>例：RACI</vt:lpstr>
      <vt:lpstr>例：文本示例；分析并指出其中的问题</vt:lpstr>
      <vt:lpstr>例：文本示例</vt:lpstr>
      <vt:lpstr>例：绩效管理</vt:lpstr>
      <vt:lpstr>冲突解决</vt:lpstr>
      <vt:lpstr>马斯洛需要层次理论</vt:lpstr>
      <vt:lpstr>赫茨伯格双因素激励理论</vt:lpstr>
      <vt:lpstr>PowerPoint 演示文稿</vt:lpstr>
      <vt:lpstr>10.3 干系人管理</vt:lpstr>
      <vt:lpstr>10.3 凸显模型</vt:lpstr>
      <vt:lpstr>10.3 干系人</vt:lpstr>
      <vt:lpstr>10.3 干系人 Stakeholders</vt:lpstr>
      <vt:lpstr>10.4 沟通管理</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3088</cp:revision>
  <dcterms:created xsi:type="dcterms:W3CDTF">2026-01-24T11:12:04Z</dcterms:created>
  <dcterms:modified xsi:type="dcterms:W3CDTF">2026-05-16T14:21:30Z</dcterms:modified>
</cp:coreProperties>
</file>
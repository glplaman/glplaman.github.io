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41"/>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798" r:id="rId387"/>
    <p:sldId id="454" r:id="rId388"/>
    <p:sldId id="799" r:id="rId389"/>
    <p:sldId id="800" r:id="rId390"/>
    <p:sldId id="801" r:id="rId391"/>
    <p:sldId id="455" r:id="rId392"/>
    <p:sldId id="457" r:id="rId393"/>
    <p:sldId id="458" r:id="rId394"/>
    <p:sldId id="459" r:id="rId395"/>
    <p:sldId id="456" r:id="rId396"/>
    <p:sldId id="263" r:id="rId397"/>
    <p:sldId id="264" r:id="rId398"/>
    <p:sldId id="265" r:id="rId399"/>
    <p:sldId id="461" r:id="rId400"/>
    <p:sldId id="460" r:id="rId401"/>
    <p:sldId id="278" r:id="rId402"/>
    <p:sldId id="531" r:id="rId403"/>
    <p:sldId id="390" r:id="rId404"/>
    <p:sldId id="435" r:id="rId405"/>
    <p:sldId id="431" r:id="rId406"/>
    <p:sldId id="391" r:id="rId407"/>
    <p:sldId id="388" r:id="rId408"/>
    <p:sldId id="389" r:id="rId409"/>
    <p:sldId id="471" r:id="rId410"/>
    <p:sldId id="279" r:id="rId411"/>
    <p:sldId id="532" r:id="rId412"/>
    <p:sldId id="463" r:id="rId413"/>
    <p:sldId id="393" r:id="rId414"/>
    <p:sldId id="392" r:id="rId415"/>
    <p:sldId id="462" r:id="rId416"/>
    <p:sldId id="394" r:id="rId417"/>
    <p:sldId id="395" r:id="rId418"/>
    <p:sldId id="396" r:id="rId419"/>
    <p:sldId id="397" r:id="rId420"/>
    <p:sldId id="398" r:id="rId421"/>
    <p:sldId id="464" r:id="rId422"/>
    <p:sldId id="465" r:id="rId423"/>
    <p:sldId id="280" r:id="rId424"/>
    <p:sldId id="533" r:id="rId425"/>
    <p:sldId id="399" r:id="rId426"/>
    <p:sldId id="287" r:id="rId427"/>
    <p:sldId id="288" r:id="rId428"/>
    <p:sldId id="289" r:id="rId429"/>
    <p:sldId id="290" r:id="rId430"/>
    <p:sldId id="281" r:id="rId431"/>
    <p:sldId id="534" r:id="rId432"/>
    <p:sldId id="400" r:id="rId433"/>
    <p:sldId id="402" r:id="rId434"/>
    <p:sldId id="401" r:id="rId435"/>
    <p:sldId id="412" r:id="rId436"/>
    <p:sldId id="472" r:id="rId437"/>
    <p:sldId id="473" r:id="rId438"/>
    <p:sldId id="474" r:id="rId439"/>
    <p:sldId id="367" r:id="rId440"/>
  </p:sldIdLst>
  <p:sldSz cx="12192000" cy="6858000"/>
  <p:notesSz cx="6858000" cy="9144000"/>
  <p:embeddedFontLst>
    <p:embeddedFont>
      <p:font typeface="Cambria Math" panose="02040503050406030204" pitchFamily="18" charset="0"/>
      <p:regular r:id="rId442"/>
    </p:embeddedFont>
    <p:embeddedFont>
      <p:font typeface="Montserrat" panose="00000500000000000000" pitchFamily="2" charset="0"/>
      <p:regular r:id="rId443"/>
    </p:embeddedFont>
    <p:embeddedFont>
      <p:font typeface="Roboto Mono" pitchFamily="2" charset="0"/>
      <p:regular r:id="rId444"/>
      <p:bold r:id="rId445"/>
    </p:embeddedFont>
    <p:embeddedFont>
      <p:font typeface="等线" panose="02010600030101010101" pitchFamily="2" charset="-122"/>
      <p:regular r:id="rId446"/>
      <p:bold r:id="rId447"/>
    </p:embeddedFont>
    <p:embeddedFont>
      <p:font typeface="幼圆" panose="02010509060101010101" pitchFamily="49" charset="-122"/>
      <p:regular r:id="rId4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E05F73"/>
    <a:srgbClr val="2E75B6"/>
    <a:srgbClr val="E4745C"/>
    <a:srgbClr val="FDBCA8"/>
    <a:srgbClr val="6DB6E6"/>
    <a:srgbClr val="6CCA94"/>
    <a:srgbClr val="001F3F"/>
    <a:srgbClr val="E7886E"/>
    <a:srgbClr val="F6BA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75" autoAdjust="0"/>
  </p:normalViewPr>
  <p:slideViewPr>
    <p:cSldViewPr snapToGrid="0">
      <p:cViewPr>
        <p:scale>
          <a:sx n="100" d="100"/>
          <a:sy n="100" d="100"/>
        </p:scale>
        <p:origin x="954" y="240"/>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font" Target="fonts/font3.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font" Target="fonts/font5.fntdata"/><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font" Target="fonts/font7.fntdata"/><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presProps" Target="presProps.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420" Type="http://schemas.openxmlformats.org/officeDocument/2006/relationships/slide" Target="slides/slide419.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41" Type="http://schemas.openxmlformats.org/officeDocument/2006/relationships/notesMaster" Target="notesMasters/notesMaster1.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364" Type="http://schemas.openxmlformats.org/officeDocument/2006/relationships/slide" Target="slides/slide363.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385" Type="http://schemas.openxmlformats.org/officeDocument/2006/relationships/slide" Target="slides/slide384.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410" Type="http://schemas.openxmlformats.org/officeDocument/2006/relationships/slide" Target="slides/slide409.xml"/><Relationship Id="rId431" Type="http://schemas.openxmlformats.org/officeDocument/2006/relationships/slide" Target="slides/slide430.xml"/><Relationship Id="rId452"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slide" Target="slides/slide353.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75" Type="http://schemas.openxmlformats.org/officeDocument/2006/relationships/slide" Target="slides/slide374.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font" Target="fonts/font1.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font" Target="fonts/font2.fntdata"/><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font" Target="fonts/font4.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font" Target="fonts/font6.fntdata"/><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commentAuthors" Target="commentAuthors.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solidFill>
                <a:schemeClr val="bg1"/>
              </a:solidFill>
            </a:rPr>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solidFill>
                <a:schemeClr val="bg1"/>
              </a:solidFill>
            </a:rPr>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solidFill>
                <a:schemeClr val="bg1"/>
              </a:solidFill>
            </a:rPr>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solidFill>
                <a:schemeClr val="bg1"/>
              </a:solidFill>
            </a:rPr>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solidFill>
                <a:schemeClr val="bg1"/>
              </a:solidFill>
            </a:rPr>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1731510" y="0"/>
          <a:ext cx="865755" cy="57717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solidFill>
                <a:schemeClr val="bg1"/>
              </a:solidFill>
            </a:rPr>
            <a:t>自我实现</a:t>
          </a:r>
        </a:p>
      </dsp:txBody>
      <dsp:txXfrm>
        <a:off x="1731510" y="0"/>
        <a:ext cx="865755" cy="577170"/>
      </dsp:txXfrm>
    </dsp:sp>
    <dsp:sp modelId="{2F299D70-5224-4C9C-9CB1-AFD882711B69}">
      <dsp:nvSpPr>
        <dsp:cNvPr id="0" name=""/>
        <dsp:cNvSpPr/>
      </dsp:nvSpPr>
      <dsp:spPr>
        <a:xfrm>
          <a:off x="1298632" y="577170"/>
          <a:ext cx="1731510" cy="57717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自尊</a:t>
          </a:r>
        </a:p>
      </dsp:txBody>
      <dsp:txXfrm>
        <a:off x="1601646" y="577170"/>
        <a:ext cx="1125481" cy="577170"/>
      </dsp:txXfrm>
    </dsp:sp>
    <dsp:sp modelId="{76D34559-A530-45C2-A0B6-720AD4C0207E}">
      <dsp:nvSpPr>
        <dsp:cNvPr id="0" name=""/>
        <dsp:cNvSpPr/>
      </dsp:nvSpPr>
      <dsp:spPr>
        <a:xfrm>
          <a:off x="865755" y="1154340"/>
          <a:ext cx="2597265" cy="57717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社会交往</a:t>
          </a:r>
        </a:p>
      </dsp:txBody>
      <dsp:txXfrm>
        <a:off x="1320276" y="1154340"/>
        <a:ext cx="1688222" cy="577170"/>
      </dsp:txXfrm>
    </dsp:sp>
    <dsp:sp modelId="{8F6F6EB1-74EE-4946-86A7-A5F9FCDABEE5}">
      <dsp:nvSpPr>
        <dsp:cNvPr id="0" name=""/>
        <dsp:cNvSpPr/>
      </dsp:nvSpPr>
      <dsp:spPr>
        <a:xfrm>
          <a:off x="432877" y="1731510"/>
          <a:ext cx="3463020" cy="57717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安全</a:t>
          </a:r>
        </a:p>
      </dsp:txBody>
      <dsp:txXfrm>
        <a:off x="1038905" y="1731510"/>
        <a:ext cx="2250963" cy="577170"/>
      </dsp:txXfrm>
    </dsp:sp>
    <dsp:sp modelId="{50DFD313-CB4A-4B94-8CDD-8D2917A17D7E}">
      <dsp:nvSpPr>
        <dsp:cNvPr id="0" name=""/>
        <dsp:cNvSpPr/>
      </dsp:nvSpPr>
      <dsp:spPr>
        <a:xfrm>
          <a:off x="0" y="2308680"/>
          <a:ext cx="4328775" cy="57717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生理</a:t>
          </a:r>
        </a:p>
      </dsp:txBody>
      <dsp:txXfrm>
        <a:off x="757535" y="2308680"/>
        <a:ext cx="2813703" cy="57717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2026/5/11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9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393</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395</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405</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gradFill>
            <a:gsLst>
              <a:gs pos="100000">
                <a:srgbClr val="00B0F0"/>
              </a:gs>
              <a:gs pos="0">
                <a:srgbClr val="2E75B6"/>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23.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10.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9.xml"/><Relationship Id="rId11" Type="http://schemas.openxmlformats.org/officeDocument/2006/relationships/slide" Target="slide430.xml"/><Relationship Id="rId5" Type="http://schemas.openxmlformats.org/officeDocument/2006/relationships/slide" Target="slide183.xml"/><Relationship Id="rId10" Type="http://schemas.openxmlformats.org/officeDocument/2006/relationships/slide" Target="slide401.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5.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5.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5.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5.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5.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5.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5.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5.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5.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5.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5.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5.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5.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5.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5.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5.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3.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4.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7.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40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2.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5.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86.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6.xml.rels><?xml version="1.0" encoding="UTF-8" standalone="yes"?>
<Relationships xmlns="http://schemas.openxmlformats.org/package/2006/relationships"><Relationship Id="rId8" Type="http://schemas.openxmlformats.org/officeDocument/2006/relationships/image" Target="../media/image91.svg"/><Relationship Id="rId3" Type="http://schemas.openxmlformats.org/officeDocument/2006/relationships/diagramLayout" Target="../diagrams/layout14.xml"/><Relationship Id="rId7" Type="http://schemas.openxmlformats.org/officeDocument/2006/relationships/image" Target="../media/image90.svg"/><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 Id="rId9" Type="http://schemas.openxmlformats.org/officeDocument/2006/relationships/image" Target="../media/image92.sv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a:solidFill>
            <a:schemeClr val="bg1"/>
          </a:solidFill>
        </p:spPr>
        <p:txBody>
          <a:bodyPr>
            <a:normAutofit/>
          </a:bodyPr>
          <a:lstStyle/>
          <a:p>
            <a:r>
              <a:rPr lang="en-US" altLang="zh-CN"/>
              <a:t>3.1.1 </a:t>
            </a:r>
            <a:r>
              <a:rPr lang="zh-CN" altLang="en-US"/>
              <a:t>五大标准过程组</a:t>
            </a:r>
          </a:p>
        </p:txBody>
      </p:sp>
      <p:sp>
        <p:nvSpPr>
          <p:cNvPr id="9" name="内容占位符 8">
            <a:extLst>
              <a:ext uri="{FF2B5EF4-FFF2-40B4-BE49-F238E27FC236}">
                <a16:creationId xmlns:a16="http://schemas.microsoft.com/office/drawing/2014/main" id="{0D432F06-BB11-9A68-A959-20B1EFD588EC}"/>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2B858A74-FC20-DEDC-02BF-D9EF28BA025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B210171B-80B6-DD42-FFCC-BA8386595E1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1" name="内容占位符 10">
            <a:extLst>
              <a:ext uri="{FF2B5EF4-FFF2-40B4-BE49-F238E27FC236}">
                <a16:creationId xmlns:a16="http://schemas.microsoft.com/office/drawing/2014/main" id="{422A26C3-BC96-7479-A99E-B22282039C8D}"/>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6" name="文本占位符 5">
            <a:extLst>
              <a:ext uri="{FF2B5EF4-FFF2-40B4-BE49-F238E27FC236}">
                <a16:creationId xmlns:a16="http://schemas.microsoft.com/office/drawing/2014/main" id="{80F25E1D-A044-CC9C-93C7-886FD0AA210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1" name="内容占位符 10">
            <a:extLst>
              <a:ext uri="{FF2B5EF4-FFF2-40B4-BE49-F238E27FC236}">
                <a16:creationId xmlns:a16="http://schemas.microsoft.com/office/drawing/2014/main" id="{C5A1D466-D586-FF84-3083-6FA5B2EF1421}"/>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21" name="内容占位符 20">
            <a:extLst>
              <a:ext uri="{FF2B5EF4-FFF2-40B4-BE49-F238E27FC236}">
                <a16:creationId xmlns:a16="http://schemas.microsoft.com/office/drawing/2014/main" id="{779B95AC-2B68-358B-E250-04F9AEC3000A}"/>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1" name="内容占位符 10">
            <a:extLst>
              <a:ext uri="{FF2B5EF4-FFF2-40B4-BE49-F238E27FC236}">
                <a16:creationId xmlns:a16="http://schemas.microsoft.com/office/drawing/2014/main" id="{45B7E7ED-BAB9-1C13-D7CD-F2BF2ED0F924}"/>
              </a:ext>
            </a:extLst>
          </p:cNvPr>
          <p:cNvSpPr>
            <a:spLocks noGrp="1"/>
          </p:cNvSpPr>
          <p:nvPr>
            <p:ph idx="1"/>
          </p:nvPr>
        </p:nvSpPr>
        <p:spPr/>
        <p:txBody>
          <a:bodyPr/>
          <a:lstStyle/>
          <a:p>
            <a:endParaRPr lang="zh-CN" altLang="en-US" dirty="0"/>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8" name="内容占位符 17">
            <a:extLst>
              <a:ext uri="{FF2B5EF4-FFF2-40B4-BE49-F238E27FC236}">
                <a16:creationId xmlns:a16="http://schemas.microsoft.com/office/drawing/2014/main" id="{98F4413D-643A-488B-5EBE-FFA2C7A0BD0E}"/>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9" name="内容占位符 8">
            <a:extLst>
              <a:ext uri="{FF2B5EF4-FFF2-40B4-BE49-F238E27FC236}">
                <a16:creationId xmlns:a16="http://schemas.microsoft.com/office/drawing/2014/main" id="{A23C3B99-CAF5-6029-433F-44B4D27285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6" name="内容占位符 5">
            <a:extLst>
              <a:ext uri="{FF2B5EF4-FFF2-40B4-BE49-F238E27FC236}">
                <a16:creationId xmlns:a16="http://schemas.microsoft.com/office/drawing/2014/main" id="{B0E9FE06-6944-4C48-74FE-E10F4D876405}"/>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695998"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77886901"/>
              </p:ext>
            </p:extLst>
          </p:nvPr>
        </p:nvGraphicFramePr>
        <p:xfrm>
          <a:off x="695325" y="863600"/>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sz="2000" dirty="0"/>
              <a:t>6.1.2 </a:t>
            </a:r>
            <a:r>
              <a:rPr lang="zh-CN" altLang="en-US" sz="2000"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sz="1800"/>
              <a:t>工作量</a:t>
            </a:r>
            <a:endParaRPr lang="en-US" altLang="zh-CN" sz="1800" dirty="0"/>
          </a:p>
          <a:p>
            <a:r>
              <a:rPr lang="zh-CN" altLang="en-US" sz="1800"/>
              <a:t>规模</a:t>
            </a:r>
            <a:endParaRPr lang="en-US" altLang="zh-CN" sz="1800" dirty="0"/>
          </a:p>
          <a:p>
            <a:r>
              <a:rPr lang="zh-CN" altLang="en-US" sz="1800"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79296"/>
            <a:ext cx="4424080" cy="307777"/>
          </a:xfrm>
        </p:spPr>
        <p:txBody>
          <a:bodyPr/>
          <a:lstStyle/>
          <a:p>
            <a:r>
              <a:rPr lang="en-US" altLang="zh-CN" sz="1400"/>
              <a:t>Unit</a:t>
            </a:r>
            <a:endParaRPr lang="zh-CN" altLang="en-US" sz="1400"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6" name="内容占位符 5">
            <a:extLst>
              <a:ext uri="{FF2B5EF4-FFF2-40B4-BE49-F238E27FC236}">
                <a16:creationId xmlns:a16="http://schemas.microsoft.com/office/drawing/2014/main" id="{42E378B1-2ED9-1233-9F31-49D0A982F31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6" name="内容占位符 5">
            <a:extLst>
              <a:ext uri="{FF2B5EF4-FFF2-40B4-BE49-F238E27FC236}">
                <a16:creationId xmlns:a16="http://schemas.microsoft.com/office/drawing/2014/main" id="{647318B9-2601-F1A7-4476-0E399CA0E45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solidFill>
                  <a:schemeClr val="tx1"/>
                </a:solidFill>
              </a:rPr>
              <a:t>6.2.3 </a:t>
            </a:r>
            <a:r>
              <a:rPr lang="zh-CN" altLang="en-US" dirty="0">
                <a:solidFill>
                  <a:schemeClr val="tx1"/>
                </a:solidFill>
              </a:rPr>
              <a:t>用例点估算</a:t>
            </a:r>
            <a:r>
              <a:rPr lang="en-US" altLang="zh-CN" dirty="0">
                <a:solidFill>
                  <a:schemeClr val="tx1"/>
                </a:solidFill>
              </a:rPr>
              <a:t> </a:t>
            </a:r>
            <a:endParaRPr lang="zh-CN" altLang="en-US" dirty="0">
              <a:solidFill>
                <a:schemeClr val="tx1"/>
              </a:solidFill>
            </a:endParaRPr>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695998"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solidFill>
                  <a:schemeClr val="tx1"/>
                </a:solidFill>
              </a:rPr>
              <a:t>6.3.3 </a:t>
            </a:r>
            <a:r>
              <a:rPr lang="zh-CN" altLang="en-US" dirty="0">
                <a:solidFill>
                  <a:schemeClr val="tx1"/>
                </a:solidFill>
              </a:rPr>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6" name="文本占位符 5">
            <a:extLst>
              <a:ext uri="{FF2B5EF4-FFF2-40B4-BE49-F238E27FC236}">
                <a16:creationId xmlns:a16="http://schemas.microsoft.com/office/drawing/2014/main" id="{3AA2AF2F-697F-C049-F4E1-F3B2D8878E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5" name="文本占位符 4">
            <a:extLst>
              <a:ext uri="{FF2B5EF4-FFF2-40B4-BE49-F238E27FC236}">
                <a16:creationId xmlns:a16="http://schemas.microsoft.com/office/drawing/2014/main" id="{D67F7DFB-F95C-284E-53B1-D876D5474B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2219ADF0-DBFF-D1FE-FF3F-5B79751D3D17}"/>
              </a:ext>
            </a:extLst>
          </p:cNvPr>
          <p:cNvSpPr>
            <a:spLocks noGrp="1"/>
          </p:cNvSpPr>
          <p:nvPr>
            <p:ph idx="1"/>
          </p:nvPr>
        </p:nvSpPr>
        <p:spPr/>
        <p:txBody>
          <a:bodyPr/>
          <a:lstStyle/>
          <a:p>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695998" y="360000"/>
            <a:ext cx="6375921" cy="429413"/>
          </a:xfrm>
        </p:spPr>
        <p:txBody>
          <a:bodyPr/>
          <a:lstStyle/>
          <a:p>
            <a:r>
              <a:rPr lang="zh-CN" altLang="en-US" dirty="0"/>
              <a:t>引言</a:t>
            </a:r>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7DA6773A-0420-19AD-2CE4-A0F2E8E75272}"/>
              </a:ext>
            </a:extLst>
          </p:cNvPr>
          <p:cNvSpPr>
            <a:spLocks noGrp="1"/>
          </p:cNvSpPr>
          <p:nvPr>
            <p:ph idx="1"/>
          </p:nvPr>
        </p:nvSpPr>
        <p:spPr/>
        <p:txBody>
          <a:bodyPr/>
          <a:lstStyle/>
          <a:p>
            <a:endParaRPr lang="zh-CN" altLang="en-US" dirty="0"/>
          </a:p>
        </p:txBody>
      </p:sp>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solidFill>
                  <a:schemeClr val="tx1"/>
                </a:solidFill>
              </a:rPr>
              <a:t>4. </a:t>
            </a:r>
            <a:r>
              <a:rPr lang="zh-CN" altLang="en-US" dirty="0">
                <a:solidFill>
                  <a:schemeClr val="tx1"/>
                </a:solidFill>
              </a:rPr>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6" name="文本占位符 5">
            <a:extLst>
              <a:ext uri="{FF2B5EF4-FFF2-40B4-BE49-F238E27FC236}">
                <a16:creationId xmlns:a16="http://schemas.microsoft.com/office/drawing/2014/main" id="{2B090E62-06EB-4342-F55A-E0309C30CE8D}"/>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695998"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6" name="文本占位符 5">
            <a:extLst>
              <a:ext uri="{FF2B5EF4-FFF2-40B4-BE49-F238E27FC236}">
                <a16:creationId xmlns:a16="http://schemas.microsoft.com/office/drawing/2014/main" id="{39D6B34D-9A85-564C-E8D5-607C5470D8A4}"/>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695998"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6" name="文本占位符 5">
            <a:extLst>
              <a:ext uri="{FF2B5EF4-FFF2-40B4-BE49-F238E27FC236}">
                <a16:creationId xmlns:a16="http://schemas.microsoft.com/office/drawing/2014/main" id="{C191BE14-06A0-01B2-4C48-FAB6333B55E0}"/>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6" name="文本占位符 5">
            <a:extLst>
              <a:ext uri="{FF2B5EF4-FFF2-40B4-BE49-F238E27FC236}">
                <a16:creationId xmlns:a16="http://schemas.microsoft.com/office/drawing/2014/main" id="{338A0B60-9E3C-8B44-6A4C-E9A8DEAFD87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695998"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6" name="文本占位符 5">
            <a:extLst>
              <a:ext uri="{FF2B5EF4-FFF2-40B4-BE49-F238E27FC236}">
                <a16:creationId xmlns:a16="http://schemas.microsoft.com/office/drawing/2014/main" id="{CD287482-1C02-ADA0-322E-38218E40E0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6" name="文本占位符 5">
            <a:extLst>
              <a:ext uri="{FF2B5EF4-FFF2-40B4-BE49-F238E27FC236}">
                <a16:creationId xmlns:a16="http://schemas.microsoft.com/office/drawing/2014/main" id="{CA1D1CE1-FFD3-9BA1-7156-EDE0CADEFB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695998"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695998"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695998"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7" name="文本占位符 6">
            <a:extLst>
              <a:ext uri="{FF2B5EF4-FFF2-40B4-BE49-F238E27FC236}">
                <a16:creationId xmlns:a16="http://schemas.microsoft.com/office/drawing/2014/main" id="{5854AD27-E697-966B-CB7D-90D37ABBFDC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7" name="文本占位符 6">
            <a:extLst>
              <a:ext uri="{FF2B5EF4-FFF2-40B4-BE49-F238E27FC236}">
                <a16:creationId xmlns:a16="http://schemas.microsoft.com/office/drawing/2014/main" id="{945BF2E1-955E-B968-F325-6D2E47C21C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695998"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695998"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695998"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695998"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17" name="内容占位符 16">
            <a:extLst>
              <a:ext uri="{FF2B5EF4-FFF2-40B4-BE49-F238E27FC236}">
                <a16:creationId xmlns:a16="http://schemas.microsoft.com/office/drawing/2014/main" id="{A6CF8B59-A905-6FF3-18F0-728C7588FDD9}"/>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7" name="内容占位符 6">
            <a:extLst>
              <a:ext uri="{FF2B5EF4-FFF2-40B4-BE49-F238E27FC236}">
                <a16:creationId xmlns:a16="http://schemas.microsoft.com/office/drawing/2014/main" id="{C5B1AE6E-1212-7F2F-CFD6-FF56AD17C62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695998"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695998" y="360000"/>
            <a:ext cx="6375921" cy="429413"/>
          </a:xfrm>
        </p:spPr>
        <p:txBody>
          <a:bodyPr/>
          <a:lstStyle/>
          <a:p>
            <a:r>
              <a:rPr lang="en-US" altLang="zh-CN" dirty="0"/>
              <a:t>3. </a:t>
            </a:r>
            <a:r>
              <a:rPr lang="zh-CN" altLang="en-US" dirty="0"/>
              <a:t>软件质量管理活动</a:t>
            </a:r>
          </a:p>
        </p:txBody>
      </p:sp>
      <p:sp>
        <p:nvSpPr>
          <p:cNvPr id="7" name="内容占位符 6">
            <a:extLst>
              <a:ext uri="{FF2B5EF4-FFF2-40B4-BE49-F238E27FC236}">
                <a16:creationId xmlns:a16="http://schemas.microsoft.com/office/drawing/2014/main" id="{8D897C33-83F9-84BB-9DEB-74045D3C1E33}"/>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A736058A-D61C-DE23-4F66-8C177442799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695998"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695998"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695998"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695998"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7" name="文本占位符 6">
            <a:extLst>
              <a:ext uri="{FF2B5EF4-FFF2-40B4-BE49-F238E27FC236}">
                <a16:creationId xmlns:a16="http://schemas.microsoft.com/office/drawing/2014/main" id="{C5C5AB4F-C2EE-B7CC-D77E-81265DC4B63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695998"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6" name="文本占位符 5">
            <a:extLst>
              <a:ext uri="{FF2B5EF4-FFF2-40B4-BE49-F238E27FC236}">
                <a16:creationId xmlns:a16="http://schemas.microsoft.com/office/drawing/2014/main" id="{90C05809-2B3F-9129-2BB9-9103FCAFA9F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695998"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7" name="文本占位符 6">
            <a:extLst>
              <a:ext uri="{FF2B5EF4-FFF2-40B4-BE49-F238E27FC236}">
                <a16:creationId xmlns:a16="http://schemas.microsoft.com/office/drawing/2014/main" id="{DC0B951E-90A1-7A6B-E2EA-4F302A60CC8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695998"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6" name="文本占位符 5">
            <a:extLst>
              <a:ext uri="{FF2B5EF4-FFF2-40B4-BE49-F238E27FC236}">
                <a16:creationId xmlns:a16="http://schemas.microsoft.com/office/drawing/2014/main" id="{485B08BF-D373-DB05-C4AF-7BA9D68D1C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695998"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695998"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695998"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695998"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695998"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695998"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6" name="文本占位符 5">
            <a:extLst>
              <a:ext uri="{FF2B5EF4-FFF2-40B4-BE49-F238E27FC236}">
                <a16:creationId xmlns:a16="http://schemas.microsoft.com/office/drawing/2014/main" id="{C048C235-357C-3038-203C-BCCF9C70D90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695998"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6" name="文本占位符 5">
            <a:extLst>
              <a:ext uri="{FF2B5EF4-FFF2-40B4-BE49-F238E27FC236}">
                <a16:creationId xmlns:a16="http://schemas.microsoft.com/office/drawing/2014/main" id="{43DC4924-4274-FBD8-4F43-FBE548FE295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695998"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6" name="文本占位符 5">
            <a:extLst>
              <a:ext uri="{FF2B5EF4-FFF2-40B4-BE49-F238E27FC236}">
                <a16:creationId xmlns:a16="http://schemas.microsoft.com/office/drawing/2014/main" id="{3933CA79-1D4C-0BC6-7567-4462EDD024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695998"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6" name="文本占位符 5">
            <a:extLst>
              <a:ext uri="{FF2B5EF4-FFF2-40B4-BE49-F238E27FC236}">
                <a16:creationId xmlns:a16="http://schemas.microsoft.com/office/drawing/2014/main" id="{DA27AD19-1D99-C22C-9905-72D439C6C5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2251498397"/>
              </p:ext>
            </p:extLst>
          </p:nvPr>
        </p:nvGraphicFramePr>
        <p:xfrm>
          <a:off x="1876425"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695998"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a:t>
            </a:r>
            <a:r>
              <a:rPr lang="zh-CN" altLang="en-US" dirty="0">
                <a:solidFill>
                  <a:schemeClr val="accent2"/>
                </a:solidFill>
              </a:rPr>
              <a:t>配置项</a:t>
            </a:r>
            <a:r>
              <a:rPr lang="zh-CN" altLang="en-US" dirty="0"/>
              <a:t>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695998"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695998" y="360000"/>
            <a:ext cx="6375921" cy="429413"/>
          </a:xfrm>
        </p:spPr>
        <p:txBody>
          <a:bodyPr/>
          <a:lstStyle/>
          <a:p>
            <a:r>
              <a:rPr lang="en-US" altLang="zh-CN" dirty="0"/>
              <a:t>1.3 </a:t>
            </a:r>
            <a:r>
              <a:rPr lang="zh-CN" altLang="en-US" dirty="0"/>
              <a:t>软件项目基线</a:t>
            </a:r>
          </a:p>
        </p:txBody>
      </p:sp>
      <p:sp>
        <p:nvSpPr>
          <p:cNvPr id="7" name="内容占位符 6">
            <a:extLst>
              <a:ext uri="{FF2B5EF4-FFF2-40B4-BE49-F238E27FC236}">
                <a16:creationId xmlns:a16="http://schemas.microsoft.com/office/drawing/2014/main" id="{5B7A431B-975A-A9E3-7BA7-283B0F5991A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695998" y="360000"/>
            <a:ext cx="6375921" cy="429413"/>
          </a:xfrm>
        </p:spPr>
        <p:txBody>
          <a:bodyPr/>
          <a:lstStyle/>
          <a:p>
            <a:r>
              <a:rPr lang="en-US" altLang="zh-CN" dirty="0"/>
              <a:t>2. </a:t>
            </a:r>
            <a:r>
              <a:rPr lang="zh-CN" altLang="en-US" dirty="0"/>
              <a:t>配置管理过程</a:t>
            </a:r>
          </a:p>
        </p:txBody>
      </p:sp>
      <p:sp>
        <p:nvSpPr>
          <p:cNvPr id="6" name="内容占位符 5">
            <a:extLst>
              <a:ext uri="{FF2B5EF4-FFF2-40B4-BE49-F238E27FC236}">
                <a16:creationId xmlns:a16="http://schemas.microsoft.com/office/drawing/2014/main" id="{A5BB81B8-AAD8-882F-1ABA-F3BE276DC7EC}"/>
              </a:ext>
            </a:extLst>
          </p:cNvPr>
          <p:cNvSpPr>
            <a:spLocks noGrp="1"/>
          </p:cNvSpPr>
          <p:nvPr>
            <p:ph idx="1"/>
          </p:nvPr>
        </p:nvSpPr>
        <p:spPr>
          <a:xfrm>
            <a:off x="696000" y="864000"/>
            <a:ext cx="10800000" cy="5400000"/>
          </a:xfrm>
        </p:spPr>
        <p:txBody>
          <a:bodyPr/>
          <a:lstStyle/>
          <a:p>
            <a:endParaRPr lang="zh-CN" altLang="en-US" dirty="0"/>
          </a:p>
        </p:txBody>
      </p:sp>
      <p:sp>
        <p:nvSpPr>
          <p:cNvPr id="14" name="文本占位符 13">
            <a:extLst>
              <a:ext uri="{FF2B5EF4-FFF2-40B4-BE49-F238E27FC236}">
                <a16:creationId xmlns:a16="http://schemas.microsoft.com/office/drawing/2014/main" id="{7F912A19-543A-BA90-846A-12336A2E3848}"/>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29" name="文本占位符 28">
            <a:extLst>
              <a:ext uri="{FF2B5EF4-FFF2-40B4-BE49-F238E27FC236}">
                <a16:creationId xmlns:a16="http://schemas.microsoft.com/office/drawing/2014/main" id="{66698798-00A0-7650-766C-7FCDE8FF351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695998"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6" name="文本占位符 5">
            <a:extLst>
              <a:ext uri="{FF2B5EF4-FFF2-40B4-BE49-F238E27FC236}">
                <a16:creationId xmlns:a16="http://schemas.microsoft.com/office/drawing/2014/main" id="{1EEC0DC4-7469-9642-6A65-2587E2B87D73}"/>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a:t>
            </a:r>
            <a:r>
              <a:rPr lang="zh-CN" altLang="en-US" b="1" dirty="0"/>
              <a:t>发布通知</a:t>
            </a:r>
            <a:endParaRPr lang="en-US" altLang="zh-CN" b="1" dirty="0"/>
          </a:p>
          <a:p>
            <a:r>
              <a:rPr lang="zh-CN" altLang="en-US" dirty="0"/>
              <a:t>若拒绝，则通知申请人并归档</a:t>
            </a:r>
          </a:p>
          <a:p>
            <a:r>
              <a:rPr lang="zh-CN" altLang="en-US" dirty="0"/>
              <a:t>更新基线与文档，关闭变更请求，</a:t>
            </a:r>
            <a:r>
              <a:rPr lang="zh-CN" altLang="en-US" b="1" dirty="0"/>
              <a:t>发布通知</a:t>
            </a:r>
          </a:p>
          <a:p>
            <a:endParaRPr lang="zh-CN" altLang="en-US" dirty="0"/>
          </a:p>
        </p:txBody>
      </p:sp>
      <p:sp>
        <p:nvSpPr>
          <p:cNvPr id="21" name="文本占位符 20">
            <a:extLst>
              <a:ext uri="{FF2B5EF4-FFF2-40B4-BE49-F238E27FC236}">
                <a16:creationId xmlns:a16="http://schemas.microsoft.com/office/drawing/2014/main" id="{F1418901-39A9-98ED-1CE4-0F0AD3A846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3DD8E055-E543-B5E3-9C95-CEEAEAEA5A17}"/>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C65F2B98-B297-0C83-B0D6-E30EBE770144}"/>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695998"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solidFill>
                  <a:srgbClr val="E05F73"/>
                </a:solidFill>
              </a:rPr>
              <a:t>正确的做</a:t>
            </a:r>
            <a:endParaRPr lang="en-US" altLang="zh-CN" dirty="0">
              <a:solidFill>
                <a:srgbClr val="E05F73"/>
              </a:solidFill>
            </a:endParaRPr>
          </a:p>
          <a:p>
            <a:pPr lvl="1"/>
            <a:r>
              <a:rPr lang="zh-CN" altLang="en-US" dirty="0"/>
              <a:t>基线审计：确保基线的配置项正确的构造并实现，且满足功能要求</a:t>
            </a:r>
            <a:r>
              <a:rPr lang="en-US" altLang="zh-CN" dirty="0"/>
              <a:t>/</a:t>
            </a:r>
            <a:r>
              <a:rPr lang="zh-CN" altLang="en-US" dirty="0">
                <a:solidFill>
                  <a:srgbClr val="E05F73"/>
                </a:solidFill>
              </a:rPr>
              <a:t>做的正确</a:t>
            </a:r>
            <a:endParaRPr lang="en-US" altLang="zh-CN" dirty="0">
              <a:solidFill>
                <a:srgbClr val="E05F73"/>
              </a:solidFill>
            </a:endParaRPr>
          </a:p>
          <a:p>
            <a:r>
              <a:rPr lang="zh-CN" altLang="en-US" dirty="0"/>
              <a:t>确保某一变更已被实现</a:t>
            </a:r>
            <a:endParaRPr lang="en-US" altLang="zh-CN" dirty="0"/>
          </a:p>
          <a:p>
            <a:r>
              <a:rPr lang="zh-CN" altLang="en-US" dirty="0"/>
              <a:t>是技术复审的一部分</a:t>
            </a:r>
          </a:p>
        </p:txBody>
      </p:sp>
      <p:sp>
        <p:nvSpPr>
          <p:cNvPr id="7" name="文本占位符 6">
            <a:extLst>
              <a:ext uri="{FF2B5EF4-FFF2-40B4-BE49-F238E27FC236}">
                <a16:creationId xmlns:a16="http://schemas.microsoft.com/office/drawing/2014/main" id="{9E63BF95-4D6A-6EDB-F86C-2D01880C3646}"/>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695998"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34" name="文本占位符 33">
            <a:extLst>
              <a:ext uri="{FF2B5EF4-FFF2-40B4-BE49-F238E27FC236}">
                <a16:creationId xmlns:a16="http://schemas.microsoft.com/office/drawing/2014/main" id="{59B57C4E-102C-83D3-E648-A211F42E289D}"/>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695998"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a:t>
            </a:r>
            <a:r>
              <a:rPr lang="zh-CN" altLang="en-US" dirty="0">
                <a:solidFill>
                  <a:schemeClr val="accent2"/>
                </a:solidFill>
              </a:rPr>
              <a:t>配置管理者 </a:t>
            </a:r>
            <a:r>
              <a:rPr lang="en-US" altLang="zh-CN" dirty="0">
                <a:solidFill>
                  <a:schemeClr val="accent2"/>
                </a:solidFill>
              </a:rPr>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7" name="文本占位符 6">
            <a:extLst>
              <a:ext uri="{FF2B5EF4-FFF2-40B4-BE49-F238E27FC236}">
                <a16:creationId xmlns:a16="http://schemas.microsoft.com/office/drawing/2014/main" id="{15CF0C12-68B6-5639-4289-22D2BE48480C}"/>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14" name="文本占位符 13">
            <a:extLst>
              <a:ext uri="{FF2B5EF4-FFF2-40B4-BE49-F238E27FC236}">
                <a16:creationId xmlns:a16="http://schemas.microsoft.com/office/drawing/2014/main" id="{9253FB88-FBBF-A1E7-89CA-84F1F526556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10" name="文本占位符 9">
            <a:extLst>
              <a:ext uri="{FF2B5EF4-FFF2-40B4-BE49-F238E27FC236}">
                <a16:creationId xmlns:a16="http://schemas.microsoft.com/office/drawing/2014/main" id="{9039D8DD-49A1-706F-F289-8129D62D62E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10" name="文本占位符 9">
            <a:extLst>
              <a:ext uri="{FF2B5EF4-FFF2-40B4-BE49-F238E27FC236}">
                <a16:creationId xmlns:a16="http://schemas.microsoft.com/office/drawing/2014/main" id="{99003CDF-0F9B-2CAB-24D6-441496B2BC6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13" name="文本占位符 12">
            <a:extLst>
              <a:ext uri="{FF2B5EF4-FFF2-40B4-BE49-F238E27FC236}">
                <a16:creationId xmlns:a16="http://schemas.microsoft.com/office/drawing/2014/main" id="{5737D91B-080F-AEA3-4C47-3BB2C6A0BE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p:txBody>
          <a:bodyPr/>
          <a:lstStyle/>
          <a:p>
            <a:r>
              <a:rPr lang="zh-CN" altLang="en-US" dirty="0"/>
              <a:t>变更过程小结</a:t>
            </a:r>
          </a:p>
        </p:txBody>
      </p:sp>
      <p:sp>
        <p:nvSpPr>
          <p:cNvPr id="3" name="内容占位符 2">
            <a:extLst>
              <a:ext uri="{FF2B5EF4-FFF2-40B4-BE49-F238E27FC236}">
                <a16:creationId xmlns:a16="http://schemas.microsoft.com/office/drawing/2014/main" id="{E5319B90-F7E3-249E-7E2D-8492B1046DB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7BA1873-786C-343F-B195-44DEF719865C}"/>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695998"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10" name="文本占位符 9">
            <a:extLst>
              <a:ext uri="{FF2B5EF4-FFF2-40B4-BE49-F238E27FC236}">
                <a16:creationId xmlns:a16="http://schemas.microsoft.com/office/drawing/2014/main" id="{7869B37A-4347-C416-9E7F-B93ED4E388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a:t>
            </a:r>
            <a:r>
              <a:rPr lang="zh-CN" altLang="zh-CN" b="1" dirty="0">
                <a:solidFill>
                  <a:srgbClr val="E4745C"/>
                </a:solidFill>
              </a:rPr>
              <a:t>快要</a:t>
            </a:r>
            <a:r>
              <a:rPr lang="zh-CN" altLang="zh-CN" dirty="0"/>
              <a:t>上线时甚至上线后才合并到主干</a:t>
            </a:r>
            <a:endParaRPr lang="en-US" altLang="zh-CN" dirty="0"/>
          </a:p>
          <a:p>
            <a:r>
              <a:rPr lang="zh-CN" altLang="en-US" dirty="0"/>
              <a:t>分支是</a:t>
            </a:r>
            <a:r>
              <a:rPr lang="zh-CN" altLang="en-US" b="1" dirty="0">
                <a:solidFill>
                  <a:srgbClr val="E4745C"/>
                </a:solidFill>
              </a:rPr>
              <a:t>长期</a:t>
            </a:r>
            <a:r>
              <a:rPr lang="zh-CN" altLang="en-US" dirty="0"/>
              <a:t>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a:t>
            </a:r>
            <a:r>
              <a:rPr lang="zh-CN" altLang="en-US" b="1" dirty="0">
                <a:solidFill>
                  <a:srgbClr val="E4745C"/>
                </a:solidFill>
              </a:rPr>
              <a:t>短期</a:t>
            </a:r>
            <a:r>
              <a:rPr lang="zh-CN" altLang="en-US" dirty="0"/>
              <a:t>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695998"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22" name="文本占位符 21">
            <a:extLst>
              <a:ext uri="{FF2B5EF4-FFF2-40B4-BE49-F238E27FC236}">
                <a16:creationId xmlns:a16="http://schemas.microsoft.com/office/drawing/2014/main" id="{B4ACDBBF-C1E9-85E5-C570-370BCE30DD7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8" name="文本占位符 7">
            <a:extLst>
              <a:ext uri="{FF2B5EF4-FFF2-40B4-BE49-F238E27FC236}">
                <a16:creationId xmlns:a16="http://schemas.microsoft.com/office/drawing/2014/main" id="{BDEDD34D-8897-79BD-8008-7D17CCC9E31C}"/>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954028449"/>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形成期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震荡期或磨合期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规范期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dirty="0">
                          <a:solidFill>
                            <a:schemeClr val="bg1"/>
                          </a:solidFill>
                        </a:rPr>
                        <a:t>结束期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5998" y="360000"/>
            <a:ext cx="6375921" cy="429413"/>
          </a:xfrm>
        </p:spPr>
        <p:txBody>
          <a:bodyPr/>
          <a:lstStyle/>
          <a:p>
            <a:r>
              <a:rPr lang="en-US" altLang="zh-CN" dirty="0"/>
              <a:t>10.1 </a:t>
            </a:r>
            <a:r>
              <a:rPr lang="zh-CN" altLang="en-US" dirty="0"/>
              <a:t>组织结构</a:t>
            </a:r>
          </a:p>
        </p:txBody>
      </p:sp>
      <p:sp>
        <p:nvSpPr>
          <p:cNvPr id="3" name="内容占位符 2">
            <a:extLst>
              <a:ext uri="{FF2B5EF4-FFF2-40B4-BE49-F238E27FC236}">
                <a16:creationId xmlns:a16="http://schemas.microsoft.com/office/drawing/2014/main" id="{C5D46B04-D343-7D9C-6916-882C59A13FCE}"/>
              </a:ext>
            </a:extLst>
          </p:cNvPr>
          <p:cNvSpPr>
            <a:spLocks noGrp="1"/>
          </p:cNvSpPr>
          <p:nvPr>
            <p:ph idx="1"/>
          </p:nvPr>
        </p:nvSpPr>
        <p:spPr>
          <a:xfrm>
            <a:off x="696000" y="864000"/>
            <a:ext cx="10800000" cy="5400000"/>
          </a:xfrm>
        </p:spPr>
        <p:txBody>
          <a:bodyPr/>
          <a:lstStyle/>
          <a:p>
            <a:r>
              <a:rPr lang="zh-CN" altLang="en-US" dirty="0"/>
              <a:t>职能型</a:t>
            </a:r>
            <a:endParaRPr lang="en-US" altLang="zh-CN" dirty="0"/>
          </a:p>
          <a:p>
            <a:r>
              <a:rPr lang="zh-CN" altLang="en-US" dirty="0"/>
              <a:t>项目型</a:t>
            </a:r>
            <a:endParaRPr lang="en-US" altLang="zh-CN" dirty="0"/>
          </a:p>
          <a:p>
            <a:r>
              <a:rPr lang="zh-CN" altLang="en-US" dirty="0"/>
              <a:t>矩阵型</a:t>
            </a:r>
          </a:p>
        </p:txBody>
      </p:sp>
      <p:sp>
        <p:nvSpPr>
          <p:cNvPr id="7" name="文本占位符 6">
            <a:extLst>
              <a:ext uri="{FF2B5EF4-FFF2-40B4-BE49-F238E27FC236}">
                <a16:creationId xmlns:a16="http://schemas.microsoft.com/office/drawing/2014/main" id="{1A28BC2C-8310-E053-5669-5BCA948EC34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5423807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7" name="文本占位符 6">
            <a:extLst>
              <a:ext uri="{FF2B5EF4-FFF2-40B4-BE49-F238E27FC236}">
                <a16:creationId xmlns:a16="http://schemas.microsoft.com/office/drawing/2014/main" id="{936AF3C6-2127-7EC5-72D0-C15D49D16FE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4B5D9F-3E7B-DE0F-1D53-6B071AF9BC72}"/>
              </a:ext>
            </a:extLst>
          </p:cNvPr>
          <p:cNvSpPr>
            <a:spLocks noGrp="1"/>
          </p:cNvSpPr>
          <p:nvPr>
            <p:ph type="title"/>
          </p:nvPr>
        </p:nvSpPr>
        <p:spPr>
          <a:xfrm>
            <a:off x="695998" y="360000"/>
            <a:ext cx="6375921" cy="429413"/>
          </a:xfrm>
          <a:ln>
            <a:solidFill>
              <a:schemeClr val="tx1"/>
            </a:solidFill>
          </a:ln>
        </p:spPr>
        <p:txBody>
          <a:bodyPr/>
          <a:lstStyle/>
          <a:p>
            <a:r>
              <a:rPr lang="en-US" altLang="zh-CN" dirty="0"/>
              <a:t>10.1.1 </a:t>
            </a:r>
            <a:r>
              <a:rPr lang="zh-CN" altLang="en-US" dirty="0"/>
              <a:t>职能型</a:t>
            </a:r>
          </a:p>
        </p:txBody>
      </p:sp>
      <p:sp>
        <p:nvSpPr>
          <p:cNvPr id="71" name="内容占位符 70">
            <a:extLst>
              <a:ext uri="{FF2B5EF4-FFF2-40B4-BE49-F238E27FC236}">
                <a16:creationId xmlns:a16="http://schemas.microsoft.com/office/drawing/2014/main" id="{D596A279-5920-13A8-2A61-4A134C511DA3}"/>
              </a:ext>
            </a:extLst>
          </p:cNvPr>
          <p:cNvSpPr>
            <a:spLocks noGrp="1"/>
          </p:cNvSpPr>
          <p:nvPr>
            <p:ph idx="1"/>
          </p:nvPr>
        </p:nvSpPr>
        <p:spPr/>
        <p:txBody>
          <a:bodyPr/>
          <a:lstStyle/>
          <a:p>
            <a:endParaRPr lang="zh-CN" altLang="en-US" dirty="0"/>
          </a:p>
        </p:txBody>
      </p:sp>
      <p:sp>
        <p:nvSpPr>
          <p:cNvPr id="72" name="文本占位符 71">
            <a:extLst>
              <a:ext uri="{FF2B5EF4-FFF2-40B4-BE49-F238E27FC236}">
                <a16:creationId xmlns:a16="http://schemas.microsoft.com/office/drawing/2014/main" id="{0917FF48-6985-4FE4-F954-394F61E0D728}"/>
              </a:ext>
            </a:extLst>
          </p:cNvPr>
          <p:cNvSpPr>
            <a:spLocks noGrp="1"/>
          </p:cNvSpPr>
          <p:nvPr>
            <p:ph type="body" sz="quarter" idx="10"/>
          </p:nvPr>
        </p:nvSpPr>
        <p:spPr/>
        <p:txBody>
          <a:bodyPr/>
          <a:lstStyle/>
          <a:p>
            <a:endParaRPr lang="zh-CN" altLang="en-US"/>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906829" y="1893485"/>
            <a:ext cx="6376989" cy="943999"/>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431790" y="1714506"/>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5998" y="360000"/>
            <a:ext cx="6375921" cy="429413"/>
          </a:xfrm>
        </p:spPr>
        <p:txBody>
          <a:bodyPr/>
          <a:lstStyle/>
          <a:p>
            <a:r>
              <a:rPr lang="en-US" altLang="zh-CN" dirty="0"/>
              <a:t>10.1.2 </a:t>
            </a:r>
            <a:r>
              <a:rPr lang="zh-CN" altLang="en-US" dirty="0"/>
              <a:t>项目型</a:t>
            </a:r>
          </a:p>
        </p:txBody>
      </p:sp>
      <p:sp>
        <p:nvSpPr>
          <p:cNvPr id="47" name="内容占位符 46">
            <a:extLst>
              <a:ext uri="{FF2B5EF4-FFF2-40B4-BE49-F238E27FC236}">
                <a16:creationId xmlns:a16="http://schemas.microsoft.com/office/drawing/2014/main" id="{08D72426-579B-21AD-5F9F-C09E9C896885}"/>
              </a:ext>
            </a:extLst>
          </p:cNvPr>
          <p:cNvSpPr>
            <a:spLocks noGrp="1"/>
          </p:cNvSpPr>
          <p:nvPr>
            <p:ph idx="1"/>
          </p:nvPr>
        </p:nvSpPr>
        <p:spPr/>
        <p:txBody>
          <a:bodyPr/>
          <a:lstStyle/>
          <a:p>
            <a:endParaRPr lang="zh-CN" altLang="en-US"/>
          </a:p>
        </p:txBody>
      </p:sp>
      <p:sp>
        <p:nvSpPr>
          <p:cNvPr id="48" name="文本占位符 47">
            <a:extLst>
              <a:ext uri="{FF2B5EF4-FFF2-40B4-BE49-F238E27FC236}">
                <a16:creationId xmlns:a16="http://schemas.microsoft.com/office/drawing/2014/main" id="{C616916F-AD14-6135-C920-774601A5EC6D}"/>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906829" y="1893485"/>
            <a:ext cx="1749171" cy="358339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317123"/>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5998" y="360000"/>
            <a:ext cx="6375921" cy="429413"/>
          </a:xfrm>
        </p:spPr>
        <p:txBody>
          <a:bodyPr/>
          <a:lstStyle/>
          <a:p>
            <a:r>
              <a:rPr lang="en-US" altLang="zh-CN" dirty="0"/>
              <a:t>10.1.3 </a:t>
            </a:r>
            <a:r>
              <a:rPr lang="zh-CN" altLang="en-US" dirty="0"/>
              <a:t>矩阵型</a:t>
            </a:r>
          </a:p>
        </p:txBody>
      </p:sp>
      <p:sp>
        <p:nvSpPr>
          <p:cNvPr id="58" name="内容占位符 57">
            <a:extLst>
              <a:ext uri="{FF2B5EF4-FFF2-40B4-BE49-F238E27FC236}">
                <a16:creationId xmlns:a16="http://schemas.microsoft.com/office/drawing/2014/main" id="{8E84B5B7-32BC-B033-7698-E4D9C98A1F7F}"/>
              </a:ext>
            </a:extLst>
          </p:cNvPr>
          <p:cNvSpPr>
            <a:spLocks noGrp="1"/>
          </p:cNvSpPr>
          <p:nvPr>
            <p:ph idx="1"/>
          </p:nvPr>
        </p:nvSpPr>
        <p:spPr/>
        <p:txBody>
          <a:bodyPr/>
          <a:lstStyle/>
          <a:p>
            <a:endParaRPr lang="zh-CN" altLang="en-US" dirty="0"/>
          </a:p>
        </p:txBody>
      </p:sp>
      <p:sp>
        <p:nvSpPr>
          <p:cNvPr id="59" name="文本占位符 58">
            <a:extLst>
              <a:ext uri="{FF2B5EF4-FFF2-40B4-BE49-F238E27FC236}">
                <a16:creationId xmlns:a16="http://schemas.microsoft.com/office/drawing/2014/main" id="{62DD7835-D665-4D5F-56E7-B5270C98E37C}"/>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7"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8"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9"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2915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3569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224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4878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21" name="连接符: 肘形 20">
            <a:extLst>
              <a:ext uri="{FF2B5EF4-FFF2-40B4-BE49-F238E27FC236}">
                <a16:creationId xmlns:a16="http://schemas.microsoft.com/office/drawing/2014/main" id="{43A50330-120C-458C-6243-9CDF77942FD8}"/>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0451F27E-FFD2-D517-1A6A-D88B24637111}"/>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DD496D05-9FB1-3C92-35A9-BE9CE53736F2}"/>
              </a:ext>
            </a:extLst>
          </p:cNvPr>
          <p:cNvSpPr/>
          <p:nvPr/>
        </p:nvSpPr>
        <p:spPr>
          <a:xfrm>
            <a:off x="3035999" y="4783198"/>
            <a:ext cx="6365175" cy="646051"/>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61E69225-BA15-DBA8-B477-CF32AF6CB1A5}"/>
              </a:ext>
            </a:extLst>
          </p:cNvPr>
          <p:cNvSpPr txBox="1"/>
          <p:nvPr/>
        </p:nvSpPr>
        <p:spPr>
          <a:xfrm>
            <a:off x="7173189" y="5267605"/>
            <a:ext cx="800219" cy="276999"/>
          </a:xfrm>
          <a:prstGeom prst="rect">
            <a:avLst/>
          </a:prstGeom>
          <a:ln>
            <a:noFill/>
          </a:ln>
        </p:spPr>
        <p:txBody>
          <a:bodyPr wrap="none" rtlCol="0">
            <a:spAutoFit/>
          </a:bodyPr>
          <a:lstStyle/>
          <a:p>
            <a:pPr algn="l"/>
            <a:r>
              <a:rPr lang="zh-CN" altLang="en-US" sz="1200" dirty="0"/>
              <a:t>项目协调</a:t>
            </a:r>
          </a:p>
        </p:txBody>
      </p:sp>
      <p:grpSp>
        <p:nvGrpSpPr>
          <p:cNvPr id="43" name="组合 42">
            <a:extLst>
              <a:ext uri="{FF2B5EF4-FFF2-40B4-BE49-F238E27FC236}">
                <a16:creationId xmlns:a16="http://schemas.microsoft.com/office/drawing/2014/main" id="{8B48E2A6-4327-D052-C7E8-EF739DAAD528}"/>
              </a:ext>
            </a:extLst>
          </p:cNvPr>
          <p:cNvGrpSpPr/>
          <p:nvPr/>
        </p:nvGrpSpPr>
        <p:grpSpPr>
          <a:xfrm>
            <a:off x="3200400" y="2691478"/>
            <a:ext cx="555601" cy="2402893"/>
            <a:chOff x="3200400" y="2691478"/>
            <a:chExt cx="555601" cy="2402893"/>
          </a:xfrm>
        </p:grpSpPr>
        <p:cxnSp>
          <p:nvCxnSpPr>
            <p:cNvPr id="23" name="连接符: 肘形 22">
              <a:extLst>
                <a:ext uri="{FF2B5EF4-FFF2-40B4-BE49-F238E27FC236}">
                  <a16:creationId xmlns:a16="http://schemas.microsoft.com/office/drawing/2014/main" id="{BE1FF242-7214-E7F5-BAA7-927BAB3A6814}"/>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3A772101-E51C-A772-39A8-52DC88FC4ED2}"/>
                </a:ext>
              </a:extLst>
            </p:cNvPr>
            <p:cNvCxnSpPr>
              <a:stCxn id="1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BF0B2BC3-39C5-7153-7450-F41CD1C21DAB}"/>
                </a:ext>
              </a:extLst>
            </p:cNvPr>
            <p:cNvCxnSpPr>
              <a:stCxn id="1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连接符: 肘形 40">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DBE3CC5E-9FF8-EFAF-FC20-566A1F572265}"/>
              </a:ext>
            </a:extLst>
          </p:cNvPr>
          <p:cNvGrpSpPr/>
          <p:nvPr/>
        </p:nvGrpSpPr>
        <p:grpSpPr>
          <a:xfrm>
            <a:off x="5540397" y="2691478"/>
            <a:ext cx="555601" cy="2402893"/>
            <a:chOff x="3200400" y="2691478"/>
            <a:chExt cx="555601" cy="2402893"/>
          </a:xfrm>
        </p:grpSpPr>
        <p:cxnSp>
          <p:nvCxnSpPr>
            <p:cNvPr id="45" name="连接符: 肘形 44">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连接符: 肘形 47">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50" name="连接符: 肘形 49">
            <a:extLst>
              <a:ext uri="{FF2B5EF4-FFF2-40B4-BE49-F238E27FC236}">
                <a16:creationId xmlns:a16="http://schemas.microsoft.com/office/drawing/2014/main" id="{0509027E-9BCB-0F30-6369-4D6C2A3FBA8F}"/>
              </a:ext>
            </a:extLst>
          </p:cNvPr>
          <p:cNvCxnSpPr>
            <a:cxnSpLocks/>
          </p:cNvCxnSpPr>
          <p:nvPr/>
        </p:nvCxnSpPr>
        <p:spPr>
          <a:xfrm rot="16200000" flipH="1">
            <a:off x="6768953" y="3802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E432753D-9F7E-53E0-14AA-856A96081B20}"/>
              </a:ext>
            </a:extLst>
          </p:cNvPr>
          <p:cNvCxnSpPr/>
          <p:nvPr/>
        </p:nvCxnSpPr>
        <p:spPr>
          <a:xfrm rot="10800000">
            <a:off x="7880399"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5A280BF-CE01-CB9D-61AD-8558118FBC01}"/>
              </a:ext>
            </a:extLst>
          </p:cNvPr>
          <p:cNvCxnSpPr/>
          <p:nvPr/>
        </p:nvCxnSpPr>
        <p:spPr>
          <a:xfrm rot="10800000">
            <a:off x="7880403"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A7048B6-B650-7734-30F1-96D582660BF4}"/>
              </a:ext>
            </a:extLst>
          </p:cNvPr>
          <p:cNvCxnSpPr>
            <a:cxnSpLocks/>
          </p:cNvCxnSpPr>
          <p:nvPr/>
        </p:nvCxnSpPr>
        <p:spPr>
          <a:xfrm rot="10800000">
            <a:off x="7880401"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3786013843"/>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a:solidFill>
                            <a:schemeClr val="tx1"/>
                          </a:solidFill>
                        </a:rPr>
                        <a:t>人员</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7" name="文本占位符 6">
            <a:extLst>
              <a:ext uri="{FF2B5EF4-FFF2-40B4-BE49-F238E27FC236}">
                <a16:creationId xmlns:a16="http://schemas.microsoft.com/office/drawing/2014/main" id="{1D537230-714B-2361-0AA2-371D5FDAB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3632111278"/>
              </p:ext>
            </p:extLst>
          </p:nvPr>
        </p:nvGraphicFramePr>
        <p:xfrm>
          <a:off x="695325" y="863600"/>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674FACED-28F6-F8E7-AF00-422A85B8378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1141621603"/>
              </p:ext>
            </p:extLst>
          </p:nvPr>
        </p:nvGraphicFramePr>
        <p:xfrm>
          <a:off x="695325" y="863600"/>
          <a:ext cx="10801350" cy="201168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sz="1600" dirty="0">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01168794"/>
                  </a:ext>
                </a:extLst>
              </a:tr>
              <a:tr h="0">
                <a:tc>
                  <a:txBody>
                    <a:bodyPr/>
                    <a:lstStyle/>
                    <a:p>
                      <a:pPr>
                        <a:buNone/>
                      </a:pPr>
                      <a:r>
                        <a:rPr lang="en-US" altLang="zh-CN" sz="1600"/>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生理需求（</a:t>
                      </a:r>
                      <a:r>
                        <a:rPr lang="en-US" altLang="zh-CN" sz="1600" dirty="0"/>
                        <a:t>Physiological</a:t>
                      </a:r>
                      <a:r>
                        <a:rPr lang="en-US" sz="16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sz="1600"/>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安全需求（</a:t>
                      </a:r>
                      <a:r>
                        <a:rPr lang="en-US" altLang="zh-CN" sz="1600"/>
                        <a:t>Safety</a:t>
                      </a:r>
                      <a:r>
                        <a:rPr lang="en-US" sz="160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sz="1600"/>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社会交往需求（</a:t>
                      </a:r>
                      <a:r>
                        <a:rPr lang="en-US" sz="1600"/>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sz="1600"/>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自尊需求（</a:t>
                      </a:r>
                      <a:r>
                        <a:rPr lang="en-US" sz="1600" dirty="0"/>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sz="1600"/>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自我实现（</a:t>
                      </a:r>
                      <a:r>
                        <a:rPr lang="en-US" sz="1600"/>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4" name="文本占位符 3">
            <a:extLst>
              <a:ext uri="{FF2B5EF4-FFF2-40B4-BE49-F238E27FC236}">
                <a16:creationId xmlns:a16="http://schemas.microsoft.com/office/drawing/2014/main" id="{67CE476D-A8A8-EC44-5DF6-8E6078287E94}"/>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1602973102"/>
              </p:ext>
            </p:extLst>
          </p:nvPr>
        </p:nvGraphicFramePr>
        <p:xfrm>
          <a:off x="3883958" y="3311750"/>
          <a:ext cx="4328775" cy="2885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t>20</a:t>
            </a:r>
            <a:r>
              <a:rPr lang="zh-CN" altLang="en-US" dirty="0"/>
              <a:t>世纪</a:t>
            </a:r>
            <a:r>
              <a:rPr lang="en-US" altLang="zh-CN" dirty="0"/>
              <a:t>50</a:t>
            </a:r>
            <a:r>
              <a:rPr lang="zh-CN" altLang="en-US" dirty="0"/>
              <a:t>年代末提出的一种关于工作动机和员工满意度的重要理论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864168905"/>
              </p:ext>
            </p:extLst>
          </p:nvPr>
        </p:nvGraphicFramePr>
        <p:xfrm>
          <a:off x="695325" y="4363200"/>
          <a:ext cx="10800674" cy="16764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sz="1600" dirty="0">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2262433"/>
                  </a:ext>
                </a:extLst>
              </a:tr>
              <a:tr h="0">
                <a:tc>
                  <a:txBody>
                    <a:bodyPr/>
                    <a:lstStyle/>
                    <a:p>
                      <a:pPr>
                        <a:buNone/>
                      </a:pPr>
                      <a:r>
                        <a:rPr lang="zh-CN" altLang="en-US" sz="1600"/>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sz="1600"/>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sz="1600"/>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sz="1600"/>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凸显模型</a:t>
            </a:r>
          </a:p>
        </p:txBody>
      </p:sp>
      <p:sp>
        <p:nvSpPr>
          <p:cNvPr id="11" name="内容占位符 10">
            <a:extLst>
              <a:ext uri="{FF2B5EF4-FFF2-40B4-BE49-F238E27FC236}">
                <a16:creationId xmlns:a16="http://schemas.microsoft.com/office/drawing/2014/main" id="{5FCBD2F9-26DB-147E-6D5D-BE6690069D19}"/>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2386720302"/>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t>合法性 </a:t>
                      </a:r>
                      <a:r>
                        <a:rPr lang="en-US" sz="1600"/>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t>紧迫性 </a:t>
                      </a:r>
                      <a:r>
                        <a:rPr lang="en-US" sz="1600"/>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a:t>
            </a:r>
          </a:p>
        </p:txBody>
      </p:sp>
      <p:sp>
        <p:nvSpPr>
          <p:cNvPr id="11" name="内容占位符 10">
            <a:extLst>
              <a:ext uri="{FF2B5EF4-FFF2-40B4-BE49-F238E27FC236}">
                <a16:creationId xmlns:a16="http://schemas.microsoft.com/office/drawing/2014/main" id="{30811D1D-8F59-EFDB-585A-5F80D110281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672971408"/>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864000"/>
            <a:ext cx="10800000" cy="5400000"/>
          </a:xfrm>
        </p:spPr>
        <p:txBody>
          <a:bodyPr/>
          <a:lstStyle/>
          <a:p>
            <a:r>
              <a:rPr lang="zh-CN" altLang="en-US" dirty="0"/>
              <a:t>利益方格 </a:t>
            </a:r>
            <a:r>
              <a:rPr lang="en-US" altLang="zh-CN" dirty="0"/>
              <a:t>Power/Interest Grid</a:t>
            </a:r>
            <a:endParaRPr lang="zh-CN" altLang="en-US" dirty="0"/>
          </a:p>
        </p:txBody>
      </p:sp>
      <p:sp>
        <p:nvSpPr>
          <p:cNvPr id="19" name="文本占位符 18">
            <a:extLst>
              <a:ext uri="{FF2B5EF4-FFF2-40B4-BE49-F238E27FC236}">
                <a16:creationId xmlns:a16="http://schemas.microsoft.com/office/drawing/2014/main" id="{DA99450A-2EEF-4016-4102-D6B3DC53C6A3}"/>
              </a:ext>
            </a:extLst>
          </p:cNvPr>
          <p:cNvSpPr>
            <a:spLocks noGrp="1"/>
          </p:cNvSpPr>
          <p:nvPr>
            <p:ph type="body" sz="quarter" idx="10"/>
          </p:nvPr>
        </p:nvSpPr>
        <p:spPr/>
        <p:txBody>
          <a:bodyPr/>
          <a:lstStyle/>
          <a:p>
            <a:endParaRPr lang="zh-CN" altLang="en-US"/>
          </a:p>
        </p:txBody>
      </p:sp>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569539905"/>
              </p:ext>
            </p:extLst>
          </p:nvPr>
        </p:nvGraphicFramePr>
        <p:xfrm>
          <a:off x="695324" y="4587600"/>
          <a:ext cx="10800001" cy="16764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sz="1600" dirty="0">
                          <a:solidFill>
                            <a:schemeClr val="bg1"/>
                          </a:solidFill>
                        </a:rPr>
                        <a:t>权力 </a:t>
                      </a:r>
                      <a:r>
                        <a:rPr lang="en-US" sz="1600"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利益 </a:t>
                      </a:r>
                      <a:r>
                        <a:rPr lang="en-US" sz="1600" dirty="0">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09978989"/>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重点管理 </a:t>
                      </a:r>
                      <a:r>
                        <a:rPr lang="en-US" sz="1600"/>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监督 </a:t>
                      </a:r>
                      <a:r>
                        <a:rPr lang="en-US" sz="1600"/>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随时告知 </a:t>
                      </a:r>
                      <a:r>
                        <a:rPr lang="en-US" sz="1600"/>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令其满意 </a:t>
                      </a:r>
                      <a:r>
                        <a:rPr lang="en-US" sz="1600" dirty="0"/>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4041971" y="3710400"/>
            <a:ext cx="43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4248160" y="1720238"/>
            <a:ext cx="0" cy="216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1338029397"/>
              </p:ext>
            </p:extLst>
          </p:nvPr>
        </p:nvGraphicFramePr>
        <p:xfrm>
          <a:off x="4248160" y="2270400"/>
          <a:ext cx="3600000" cy="144000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1578455872"/>
                    </a:ext>
                  </a:extLst>
                </a:gridCol>
                <a:gridCol w="1800000">
                  <a:extLst>
                    <a:ext uri="{9D8B030D-6E8A-4147-A177-3AD203B41FA5}">
                      <a16:colId xmlns:a16="http://schemas.microsoft.com/office/drawing/2014/main" val="1102437032"/>
                    </a:ext>
                  </a:extLst>
                </a:gridCol>
              </a:tblGrid>
              <a:tr h="720000">
                <a:tc>
                  <a:txBody>
                    <a:bodyPr/>
                    <a:lstStyle/>
                    <a:p>
                      <a:pPr algn="ctr"/>
                      <a:r>
                        <a:rPr lang="zh-CN" altLang="en-US" sz="1400" b="0" dirty="0">
                          <a:solidFill>
                            <a:schemeClr val="tx1"/>
                          </a:solidFill>
                        </a:rPr>
                        <a:t>令其满意</a:t>
                      </a:r>
                      <a:r>
                        <a:rPr lang="en-US" altLang="zh-CN" sz="1400" b="0" dirty="0">
                          <a:solidFill>
                            <a:schemeClr val="tx1"/>
                          </a:solidFill>
                        </a:rPr>
                        <a:t>A</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zh-CN" altLang="en-US" sz="1400" b="0" dirty="0">
                          <a:solidFill>
                            <a:schemeClr val="tx1"/>
                          </a:solidFill>
                        </a:rPr>
                        <a:t>重点管理</a:t>
                      </a:r>
                      <a:r>
                        <a:rPr lang="en-US" altLang="zh-CN" sz="1400" b="0" dirty="0">
                          <a:solidFill>
                            <a:schemeClr val="tx1"/>
                          </a:solidFill>
                        </a:rPr>
                        <a:t>B</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39899098"/>
                  </a:ext>
                </a:extLst>
              </a:tr>
              <a:tr h="720000">
                <a:tc>
                  <a:txBody>
                    <a:bodyPr/>
                    <a:lstStyle/>
                    <a:p>
                      <a:pPr algn="ctr"/>
                      <a:r>
                        <a:rPr lang="zh-CN" altLang="en-US" sz="1400" b="0" dirty="0">
                          <a:solidFill>
                            <a:schemeClr val="tx1"/>
                          </a:solidFill>
                        </a:rPr>
                        <a:t>监督</a:t>
                      </a:r>
                      <a:r>
                        <a:rPr lang="en-US" altLang="zh-CN" sz="1400" b="0" dirty="0">
                          <a:solidFill>
                            <a:schemeClr val="tx1"/>
                          </a:solidFill>
                        </a:rPr>
                        <a:t>D</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zh-CN" altLang="en-US" sz="1400" b="0" dirty="0">
                          <a:solidFill>
                            <a:schemeClr val="tx1"/>
                          </a:solidFill>
                        </a:rPr>
                        <a:t>随时告知</a:t>
                      </a:r>
                      <a:r>
                        <a:rPr lang="en-US" altLang="zh-CN" sz="1400" b="0" dirty="0">
                          <a:solidFill>
                            <a:schemeClr val="tx1"/>
                          </a:solidFill>
                        </a:rPr>
                        <a:t>C</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3914736" y="1720238"/>
            <a:ext cx="338554" cy="276999"/>
          </a:xfrm>
          <a:prstGeom prst="rect">
            <a:avLst/>
          </a:prstGeom>
          <a:noFill/>
        </p:spPr>
        <p:txBody>
          <a:bodyPr wrap="none" rtlCol="0">
            <a:spAutoFit/>
          </a:bodyPr>
          <a:lstStyle/>
          <a:p>
            <a:pPr algn="ctr"/>
            <a:r>
              <a:rPr lang="zh-CN" altLang="en-US" sz="1200" dirty="0"/>
              <a:t>高</a:t>
            </a:r>
          </a:p>
        </p:txBody>
      </p:sp>
      <p:sp>
        <p:nvSpPr>
          <p:cNvPr id="11" name="文本框 10">
            <a:extLst>
              <a:ext uri="{FF2B5EF4-FFF2-40B4-BE49-F238E27FC236}">
                <a16:creationId xmlns:a16="http://schemas.microsoft.com/office/drawing/2014/main" id="{92E240DC-FDBE-046A-A240-D2BCC102079A}"/>
              </a:ext>
            </a:extLst>
          </p:cNvPr>
          <p:cNvSpPr txBox="1"/>
          <p:nvPr/>
        </p:nvSpPr>
        <p:spPr>
          <a:xfrm>
            <a:off x="3914736" y="3473365"/>
            <a:ext cx="338554" cy="276999"/>
          </a:xfrm>
          <a:prstGeom prst="rect">
            <a:avLst/>
          </a:prstGeom>
          <a:noFill/>
        </p:spPr>
        <p:txBody>
          <a:bodyPr wrap="none" rtlCol="0">
            <a:spAutoFit/>
          </a:bodyPr>
          <a:lstStyle/>
          <a:p>
            <a:pPr algn="ctr"/>
            <a:r>
              <a:rPr lang="zh-CN" altLang="en-US" sz="1200" dirty="0"/>
              <a:t>低</a:t>
            </a:r>
          </a:p>
        </p:txBody>
      </p:sp>
      <p:sp>
        <p:nvSpPr>
          <p:cNvPr id="12" name="文本框 11">
            <a:extLst>
              <a:ext uri="{FF2B5EF4-FFF2-40B4-BE49-F238E27FC236}">
                <a16:creationId xmlns:a16="http://schemas.microsoft.com/office/drawing/2014/main" id="{98EE3C10-94B9-DD91-6E5B-FFF429A82092}"/>
              </a:ext>
            </a:extLst>
          </p:cNvPr>
          <p:cNvSpPr txBox="1"/>
          <p:nvPr/>
        </p:nvSpPr>
        <p:spPr>
          <a:xfrm>
            <a:off x="7860984" y="3702162"/>
            <a:ext cx="338554" cy="276999"/>
          </a:xfrm>
          <a:prstGeom prst="rect">
            <a:avLst/>
          </a:prstGeom>
          <a:noFill/>
        </p:spPr>
        <p:txBody>
          <a:bodyPr wrap="none" rtlCol="0">
            <a:spAutoFit/>
          </a:bodyPr>
          <a:lstStyle/>
          <a:p>
            <a:pPr algn="ctr"/>
            <a:r>
              <a:rPr lang="zh-CN" altLang="en-US" sz="1200" dirty="0"/>
              <a:t>高</a:t>
            </a:r>
          </a:p>
        </p:txBody>
      </p:sp>
      <p:sp>
        <p:nvSpPr>
          <p:cNvPr id="14" name="文本框 13">
            <a:extLst>
              <a:ext uri="{FF2B5EF4-FFF2-40B4-BE49-F238E27FC236}">
                <a16:creationId xmlns:a16="http://schemas.microsoft.com/office/drawing/2014/main" id="{45452086-07FE-56F4-786A-68F2646AEAE6}"/>
              </a:ext>
            </a:extLst>
          </p:cNvPr>
          <p:cNvSpPr txBox="1"/>
          <p:nvPr/>
        </p:nvSpPr>
        <p:spPr>
          <a:xfrm>
            <a:off x="4260984" y="3702162"/>
            <a:ext cx="338554" cy="276999"/>
          </a:xfrm>
          <a:prstGeom prst="rect">
            <a:avLst/>
          </a:prstGeom>
          <a:noFill/>
        </p:spPr>
        <p:txBody>
          <a:bodyPr wrap="none" rtlCol="0">
            <a:spAutoFit/>
          </a:bodyPr>
          <a:lstStyle/>
          <a:p>
            <a:pPr algn="ctr"/>
            <a:r>
              <a:rPr lang="zh-CN" altLang="en-US" sz="1200" dirty="0"/>
              <a:t>低</a:t>
            </a:r>
          </a:p>
        </p:txBody>
      </p:sp>
      <p:sp>
        <p:nvSpPr>
          <p:cNvPr id="15" name="文本框 14">
            <a:extLst>
              <a:ext uri="{FF2B5EF4-FFF2-40B4-BE49-F238E27FC236}">
                <a16:creationId xmlns:a16="http://schemas.microsoft.com/office/drawing/2014/main" id="{B669A458-7B96-1CF4-A4E6-1F842BA5CCF6}"/>
              </a:ext>
            </a:extLst>
          </p:cNvPr>
          <p:cNvSpPr txBox="1"/>
          <p:nvPr/>
        </p:nvSpPr>
        <p:spPr>
          <a:xfrm>
            <a:off x="3914736" y="2550635"/>
            <a:ext cx="369332" cy="400110"/>
          </a:xfrm>
          <a:prstGeom prst="rect">
            <a:avLst/>
          </a:prstGeom>
          <a:noFill/>
        </p:spPr>
        <p:txBody>
          <a:bodyPr vert="eaVert" wrap="none" rtlCol="0">
            <a:spAutoFit/>
          </a:bodyPr>
          <a:lstStyle/>
          <a:p>
            <a:pPr algn="ctr"/>
            <a:r>
              <a:rPr lang="zh-CN" altLang="en-US" sz="12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5984040" y="3702162"/>
            <a:ext cx="492443" cy="276999"/>
          </a:xfrm>
          <a:prstGeom prst="rect">
            <a:avLst/>
          </a:prstGeom>
          <a:noFill/>
        </p:spPr>
        <p:txBody>
          <a:bodyPr wrap="none" rtlCol="0">
            <a:spAutoFit/>
          </a:bodyPr>
          <a:lstStyle/>
          <a:p>
            <a:pPr algn="ctr"/>
            <a:r>
              <a:rPr lang="zh-CN" altLang="en-US" sz="1200" dirty="0"/>
              <a:t>利益</a:t>
            </a:r>
          </a:p>
        </p:txBody>
      </p:sp>
    </p:spTree>
    <p:extLst>
      <p:ext uri="{BB962C8B-B14F-4D97-AF65-F5344CB8AC3E}">
        <p14:creationId xmlns:p14="http://schemas.microsoft.com/office/powerpoint/2010/main" val="4076603631"/>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en-US" altLang="zh-CN" dirty="0"/>
              <a:t>10.4 </a:t>
            </a:r>
            <a:r>
              <a:rPr lang="zh-CN" altLang="en-US" dirty="0"/>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3676273746"/>
              </p:ext>
            </p:extLst>
          </p:nvPr>
        </p:nvGraphicFramePr>
        <p:xfrm>
          <a:off x="695325" y="3540240"/>
          <a:ext cx="10801350" cy="1676400"/>
        </p:xfrm>
        <a:graphic>
          <a:graphicData uri="http://schemas.openxmlformats.org/drawingml/2006/table">
            <a:tbl>
              <a:tblPr/>
              <a:tblGrid>
                <a:gridCol w="2254063">
                  <a:extLst>
                    <a:ext uri="{9D8B030D-6E8A-4147-A177-3AD203B41FA5}">
                      <a16:colId xmlns:a16="http://schemas.microsoft.com/office/drawing/2014/main" val="4038116095"/>
                    </a:ext>
                  </a:extLst>
                </a:gridCol>
                <a:gridCol w="5405718">
                  <a:extLst>
                    <a:ext uri="{9D8B030D-6E8A-4147-A177-3AD203B41FA5}">
                      <a16:colId xmlns:a16="http://schemas.microsoft.com/office/drawing/2014/main" val="2845909379"/>
                    </a:ext>
                  </a:extLst>
                </a:gridCol>
                <a:gridCol w="3141569">
                  <a:extLst>
                    <a:ext uri="{9D8B030D-6E8A-4147-A177-3AD203B41FA5}">
                      <a16:colId xmlns:a16="http://schemas.microsoft.com/office/drawing/2014/main" val="2152632391"/>
                    </a:ext>
                  </a:extLst>
                </a:gridCol>
              </a:tblGrid>
              <a:tr h="0">
                <a:tc>
                  <a:txBody>
                    <a:bodyPr/>
                    <a:lstStyle/>
                    <a:p>
                      <a:pPr>
                        <a:buNone/>
                      </a:pPr>
                      <a:r>
                        <a:rPr lang="zh-CN" altLang="en-US" sz="1600" dirty="0">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94886506"/>
                  </a:ext>
                </a:extLst>
              </a:tr>
              <a:tr h="0">
                <a:tc>
                  <a:txBody>
                    <a:bodyPr/>
                    <a:lstStyle/>
                    <a:p>
                      <a:pPr>
                        <a:buNone/>
                      </a:pPr>
                      <a:r>
                        <a:rPr lang="en-US" sz="1600" dirty="0"/>
                        <a:t>A. </a:t>
                      </a:r>
                      <a:r>
                        <a:rPr lang="zh-CN" altLang="en-US" sz="1600" dirty="0"/>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sz="1600"/>
                        <a:t>B. </a:t>
                      </a:r>
                      <a:r>
                        <a:rPr lang="zh-CN" altLang="en-US" sz="1600"/>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sz="1600"/>
                        <a:t>C. </a:t>
                      </a:r>
                      <a:r>
                        <a:rPr lang="zh-CN" altLang="en-US" sz="1600"/>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sz="1600"/>
                        <a:t>D. </a:t>
                      </a:r>
                      <a:r>
                        <a:rPr lang="zh-CN" altLang="en-US" sz="1600"/>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5998"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6" name="文本占位符 5">
            <a:extLst>
              <a:ext uri="{FF2B5EF4-FFF2-40B4-BE49-F238E27FC236}">
                <a16:creationId xmlns:a16="http://schemas.microsoft.com/office/drawing/2014/main" id="{C9F4455D-53A4-CEA3-06E2-521FF7D9389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6375921" cy="429413"/>
          </a:xfrm>
        </p:spPr>
        <p:txBody>
          <a:bodyPr>
            <a:normAutofit/>
          </a:bodyPr>
          <a:lstStyle/>
          <a:p>
            <a:r>
              <a:rPr lang="zh-CN" altLang="en-US"/>
              <a:t>风险类型</a:t>
            </a:r>
          </a:p>
        </p:txBody>
      </p:sp>
      <p:sp>
        <p:nvSpPr>
          <p:cNvPr id="6" name="内容占位符 5">
            <a:extLst>
              <a:ext uri="{FF2B5EF4-FFF2-40B4-BE49-F238E27FC236}">
                <a16:creationId xmlns:a16="http://schemas.microsoft.com/office/drawing/2014/main" id="{E5F36971-7BA2-7CA3-5197-772B9249EF8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695998" y="360000"/>
            <a:ext cx="6375921" cy="429413"/>
          </a:xfrm>
        </p:spPr>
        <p:txBody>
          <a:bodyPr/>
          <a:lstStyle/>
          <a:p>
            <a:r>
              <a:rPr lang="zh-CN" altLang="en-US"/>
              <a:t>风险</a:t>
            </a:r>
            <a:r>
              <a:rPr lang="en-US" altLang="zh-CN"/>
              <a:t>3</a:t>
            </a:r>
            <a:r>
              <a:rPr lang="zh-CN" altLang="en-US"/>
              <a:t>个要素</a:t>
            </a:r>
          </a:p>
        </p:txBody>
      </p:sp>
      <p:sp>
        <p:nvSpPr>
          <p:cNvPr id="8" name="内容占位符 7">
            <a:extLst>
              <a:ext uri="{FF2B5EF4-FFF2-40B4-BE49-F238E27FC236}">
                <a16:creationId xmlns:a16="http://schemas.microsoft.com/office/drawing/2014/main" id="{699CF5DC-ED46-89DB-1D78-92990C95C2F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5998" y="360000"/>
            <a:ext cx="6375921" cy="429413"/>
          </a:xfrm>
        </p:spPr>
        <p:txBody>
          <a:bodyPr/>
          <a:lstStyle/>
          <a:p>
            <a:r>
              <a:rPr lang="zh-CN" altLang="en-US"/>
              <a:t>风险</a:t>
            </a:r>
            <a:r>
              <a:rPr lang="en-US" altLang="zh-CN"/>
              <a:t>4</a:t>
            </a:r>
            <a:r>
              <a:rPr lang="zh-CN" altLang="en-US"/>
              <a:t>个过程</a:t>
            </a:r>
          </a:p>
        </p:txBody>
      </p:sp>
      <p:sp>
        <p:nvSpPr>
          <p:cNvPr id="11" name="内容占位符 10">
            <a:extLst>
              <a:ext uri="{FF2B5EF4-FFF2-40B4-BE49-F238E27FC236}">
                <a16:creationId xmlns:a16="http://schemas.microsoft.com/office/drawing/2014/main" id="{BD0FC86F-14C4-1268-E080-D08CA43B4C4D}"/>
              </a:ext>
            </a:extLst>
          </p:cNvPr>
          <p:cNvSpPr>
            <a:spLocks noGrp="1"/>
          </p:cNvSpPr>
          <p:nvPr>
            <p:ph idx="1"/>
          </p:nvPr>
        </p:nvSpPr>
        <p:spPr/>
        <p:txBody>
          <a:bodyPr/>
          <a:lstStyle/>
          <a:p>
            <a:endParaRPr lang="zh-CN" altLang="en-US"/>
          </a:p>
        </p:txBody>
      </p:sp>
      <p:sp>
        <p:nvSpPr>
          <p:cNvPr id="13" name="文本占位符 12">
            <a:extLst>
              <a:ext uri="{FF2B5EF4-FFF2-40B4-BE49-F238E27FC236}">
                <a16:creationId xmlns:a16="http://schemas.microsoft.com/office/drawing/2014/main" id="{25040921-FD0B-4AFD-223C-3C58082D5EDA}"/>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695998"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3509121705"/>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Weaknesses（</a:t>
                      </a:r>
                      <a:r>
                        <a:rPr lang="zh-CN" altLang="en-US" sz="160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7" name="文本占位符 6">
            <a:extLst>
              <a:ext uri="{FF2B5EF4-FFF2-40B4-BE49-F238E27FC236}">
                <a16:creationId xmlns:a16="http://schemas.microsoft.com/office/drawing/2014/main" id="{71F2B2A5-F9E3-760D-FA6B-C348F24B63E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695998"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7" name="文本占位符 6">
            <a:extLst>
              <a:ext uri="{FF2B5EF4-FFF2-40B4-BE49-F238E27FC236}">
                <a16:creationId xmlns:a16="http://schemas.microsoft.com/office/drawing/2014/main" id="{29BEB318-1127-079C-B4BB-7EAF5E3013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695998"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7" name="文本占位符 6">
            <a:extLst>
              <a:ext uri="{FF2B5EF4-FFF2-40B4-BE49-F238E27FC236}">
                <a16:creationId xmlns:a16="http://schemas.microsoft.com/office/drawing/2014/main" id="{B3103E6E-989B-8A55-A3CB-B44091D9DAB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7" name="文本占位符 6">
            <a:extLst>
              <a:ext uri="{FF2B5EF4-FFF2-40B4-BE49-F238E27FC236}">
                <a16:creationId xmlns:a16="http://schemas.microsoft.com/office/drawing/2014/main" id="{5E9BC3DE-F851-6F38-E885-A3B6683F3820}"/>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D50B9D-C555-7037-DA5D-9B0DFAE84301}"/>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5" name="文本占位符 4">
            <a:extLst>
              <a:ext uri="{FF2B5EF4-FFF2-40B4-BE49-F238E27FC236}">
                <a16:creationId xmlns:a16="http://schemas.microsoft.com/office/drawing/2014/main" id="{E9606405-4F2C-A1EF-E2F2-0D0DCFEDF6C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8" name="内容占位符 7">
            <a:extLst>
              <a:ext uri="{FF2B5EF4-FFF2-40B4-BE49-F238E27FC236}">
                <a16:creationId xmlns:a16="http://schemas.microsoft.com/office/drawing/2014/main" id="{4B0104DF-24E5-6DFC-DB47-D1535D174FB9}"/>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6" name="文本占位符 5">
            <a:extLst>
              <a:ext uri="{FF2B5EF4-FFF2-40B4-BE49-F238E27FC236}">
                <a16:creationId xmlns:a16="http://schemas.microsoft.com/office/drawing/2014/main" id="{36253503-D8F7-6D57-7DA3-3A8AE74CB32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6" name="文本占位符 5">
            <a:extLst>
              <a:ext uri="{FF2B5EF4-FFF2-40B4-BE49-F238E27FC236}">
                <a16:creationId xmlns:a16="http://schemas.microsoft.com/office/drawing/2014/main" id="{B1EDC7E2-75F7-5240-9406-FF668970F90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695998" y="360000"/>
            <a:ext cx="6375921" cy="429413"/>
          </a:xfrm>
        </p:spPr>
        <p:txBody>
          <a:bodyPr/>
          <a:lstStyle/>
          <a:p>
            <a:r>
              <a:rPr lang="zh-CN" altLang="en-US"/>
              <a:t>项目结束</a:t>
            </a:r>
          </a:p>
        </p:txBody>
      </p:sp>
      <p:sp>
        <p:nvSpPr>
          <p:cNvPr id="28" name="内容占位符 27">
            <a:extLst>
              <a:ext uri="{FF2B5EF4-FFF2-40B4-BE49-F238E27FC236}">
                <a16:creationId xmlns:a16="http://schemas.microsoft.com/office/drawing/2014/main" id="{3F538195-CB8D-C427-EFEE-5239428FA4B0}"/>
              </a:ext>
            </a:extLst>
          </p:cNvPr>
          <p:cNvSpPr>
            <a:spLocks noGrp="1"/>
          </p:cNvSpPr>
          <p:nvPr>
            <p:ph idx="1"/>
          </p:nvPr>
        </p:nvSpPr>
        <p:spPr/>
        <p:txBody>
          <a:bodyPr/>
          <a:lstStyle/>
          <a:p>
            <a:endParaRPr lang="zh-CN" altLang="en-US"/>
          </a:p>
        </p:txBody>
      </p:sp>
      <p:sp>
        <p:nvSpPr>
          <p:cNvPr id="29" name="文本占位符 28">
            <a:extLst>
              <a:ext uri="{FF2B5EF4-FFF2-40B4-BE49-F238E27FC236}">
                <a16:creationId xmlns:a16="http://schemas.microsoft.com/office/drawing/2014/main" id="{59A20F13-D5D2-94DE-920E-31C93E9BD532}"/>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6" name="文本占位符 5">
            <a:extLst>
              <a:ext uri="{FF2B5EF4-FFF2-40B4-BE49-F238E27FC236}">
                <a16:creationId xmlns:a16="http://schemas.microsoft.com/office/drawing/2014/main" id="{C17BB2DF-A5CD-50FB-FBA9-F7801238CBD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17" name="文本占位符 16">
            <a:extLst>
              <a:ext uri="{FF2B5EF4-FFF2-40B4-BE49-F238E27FC236}">
                <a16:creationId xmlns:a16="http://schemas.microsoft.com/office/drawing/2014/main" id="{615F2577-F17A-01B1-6C72-CE28C08CC1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10" name="文本占位符 9">
            <a:extLst>
              <a:ext uri="{FF2B5EF4-FFF2-40B4-BE49-F238E27FC236}">
                <a16:creationId xmlns:a16="http://schemas.microsoft.com/office/drawing/2014/main" id="{8EE67194-6B96-3015-FABB-950F180B82F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11" name="文本占位符 10">
            <a:extLst>
              <a:ext uri="{FF2B5EF4-FFF2-40B4-BE49-F238E27FC236}">
                <a16:creationId xmlns:a16="http://schemas.microsoft.com/office/drawing/2014/main" id="{6ECEED88-5AAD-FD38-4056-887FC292853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7" name="文本占位符 6">
            <a:extLst>
              <a:ext uri="{FF2B5EF4-FFF2-40B4-BE49-F238E27FC236}">
                <a16:creationId xmlns:a16="http://schemas.microsoft.com/office/drawing/2014/main" id="{B78BE216-E909-FBA3-C72B-FC25F1D453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32025</TotalTime>
  <Words>37817</Words>
  <Application>Microsoft Office PowerPoint</Application>
  <PresentationFormat>宽屏</PresentationFormat>
  <Paragraphs>6958</Paragraphs>
  <Slides>439</Slides>
  <Notes>186</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439</vt:i4>
      </vt:variant>
    </vt:vector>
  </HeadingPairs>
  <TitlesOfParts>
    <vt:vector size="448" baseType="lpstr">
      <vt:lpstr>等线</vt:lpstr>
      <vt:lpstr>幼圆</vt:lpstr>
      <vt:lpstr>Cambria Math</vt:lpstr>
      <vt:lpstr>Roboto Mono</vt:lpstr>
      <vt:lpstr>Arial</vt:lpstr>
      <vt:lpstr>Montserrat</vt:lpstr>
      <vt:lpstr>Wingdings</vt:lpstr>
      <vt:lpstr>Calibri</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团队发展四阶段</vt:lpstr>
      <vt:lpstr>10.1 组织结构</vt:lpstr>
      <vt:lpstr>人力资源管理</vt:lpstr>
      <vt:lpstr>10.1.1 职能型</vt:lpstr>
      <vt:lpstr>10.1.2 项目型</vt:lpstr>
      <vt:lpstr>10.1.3 矩阵型</vt:lpstr>
      <vt:lpstr>责任分配矩阵</vt:lpstr>
      <vt:lpstr>冲突解决</vt:lpstr>
      <vt:lpstr>马斯洛需要层次理论</vt:lpstr>
      <vt:lpstr>赫茨伯格双因素激励理论</vt:lpstr>
      <vt:lpstr>PowerPoint 演示文稿</vt:lpstr>
      <vt:lpstr>10.3 干系人管理</vt:lpstr>
      <vt:lpstr>10.3 凸显模型</vt:lpstr>
      <vt:lpstr>10.3 干系人</vt:lpstr>
      <vt:lpstr>10.3 干系人 Stakeholders</vt:lpstr>
      <vt:lpstr>10.4 沟通管理</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2963</cp:revision>
  <dcterms:created xsi:type="dcterms:W3CDTF">2026-01-24T11:12:04Z</dcterms:created>
  <dcterms:modified xsi:type="dcterms:W3CDTF">2026-05-11T00:54:51Z</dcterms:modified>
</cp:coreProperties>
</file>
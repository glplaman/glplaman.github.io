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4960" r:id="rId1"/>
  </p:sldMasterIdLst>
  <p:notesMasterIdLst>
    <p:notesMasterId r:id="rId62"/>
  </p:notesMasterIdLst>
  <p:handoutMasterIdLst>
    <p:handoutMasterId r:id="rId63"/>
  </p:handoutMasterIdLst>
  <p:sldIdLst>
    <p:sldId id="780" r:id="rId2"/>
    <p:sldId id="794" r:id="rId3"/>
    <p:sldId id="795" r:id="rId4"/>
    <p:sldId id="781" r:id="rId5"/>
    <p:sldId id="1458" r:id="rId6"/>
    <p:sldId id="572" r:id="rId7"/>
    <p:sldId id="789" r:id="rId8"/>
    <p:sldId id="626" r:id="rId9"/>
    <p:sldId id="863" r:id="rId10"/>
    <p:sldId id="1459" r:id="rId11"/>
    <p:sldId id="874" r:id="rId12"/>
    <p:sldId id="783" r:id="rId13"/>
    <p:sldId id="784" r:id="rId14"/>
    <p:sldId id="889" r:id="rId15"/>
    <p:sldId id="778" r:id="rId16"/>
    <p:sldId id="888" r:id="rId17"/>
    <p:sldId id="710" r:id="rId18"/>
    <p:sldId id="676" r:id="rId19"/>
    <p:sldId id="785" r:id="rId20"/>
    <p:sldId id="873" r:id="rId21"/>
    <p:sldId id="1451" r:id="rId22"/>
    <p:sldId id="880" r:id="rId23"/>
    <p:sldId id="1438" r:id="rId24"/>
    <p:sldId id="1446" r:id="rId25"/>
    <p:sldId id="1439" r:id="rId26"/>
    <p:sldId id="1443" r:id="rId27"/>
    <p:sldId id="1444" r:id="rId28"/>
    <p:sldId id="1445" r:id="rId29"/>
    <p:sldId id="1449" r:id="rId30"/>
    <p:sldId id="609" r:id="rId31"/>
    <p:sldId id="610" r:id="rId32"/>
    <p:sldId id="713" r:id="rId33"/>
    <p:sldId id="872" r:id="rId34"/>
    <p:sldId id="842" r:id="rId35"/>
    <p:sldId id="846" r:id="rId36"/>
    <p:sldId id="852" r:id="rId37"/>
    <p:sldId id="940" r:id="rId38"/>
    <p:sldId id="883" r:id="rId39"/>
    <p:sldId id="941" r:id="rId40"/>
    <p:sldId id="1447" r:id="rId41"/>
    <p:sldId id="938" r:id="rId42"/>
    <p:sldId id="922" r:id="rId43"/>
    <p:sldId id="1452" r:id="rId44"/>
    <p:sldId id="921" r:id="rId45"/>
    <p:sldId id="1453" r:id="rId46"/>
    <p:sldId id="1454" r:id="rId47"/>
    <p:sldId id="943" r:id="rId48"/>
    <p:sldId id="893" r:id="rId49"/>
    <p:sldId id="787" r:id="rId50"/>
    <p:sldId id="683" r:id="rId51"/>
    <p:sldId id="807" r:id="rId52"/>
    <p:sldId id="692" r:id="rId53"/>
    <p:sldId id="942" r:id="rId54"/>
    <p:sldId id="1456" r:id="rId55"/>
    <p:sldId id="724" r:id="rId56"/>
    <p:sldId id="700" r:id="rId57"/>
    <p:sldId id="698" r:id="rId58"/>
    <p:sldId id="699" r:id="rId59"/>
    <p:sldId id="620" r:id="rId60"/>
    <p:sldId id="916" r:id="rId61"/>
  </p:sldIdLst>
  <p:sldSz cx="12192000" cy="6858000"/>
  <p:notesSz cx="6669088" cy="9926638"/>
  <p:defaultTextStyle>
    <a:defPPr>
      <a:defRPr lang="zh-CN"/>
    </a:defPPr>
    <a:lvl1pPr algn="l" rtl="0" eaLnBrk="0" fontAlgn="base" hangingPunct="0">
      <a:spcBef>
        <a:spcPct val="0"/>
      </a:spcBef>
      <a:spcAft>
        <a:spcPct val="0"/>
      </a:spcAft>
      <a:defRPr kumimoji="1" sz="2400" kern="1200">
        <a:solidFill>
          <a:schemeClr val="tx1"/>
        </a:solidFill>
        <a:latin typeface="Arial Narrow" panose="020B0606020202030204" pitchFamily="34"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Arial Narrow" panose="020B0606020202030204" pitchFamily="34"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Arial Narrow" panose="020B0606020202030204" pitchFamily="34"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Arial Narrow" panose="020B0606020202030204" pitchFamily="34"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Arial Narrow" panose="020B0606020202030204" pitchFamily="34"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Arial Narrow" panose="020B0606020202030204" pitchFamily="34"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Arial Narrow" panose="020B0606020202030204" pitchFamily="34"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Arial Narrow" panose="020B0606020202030204" pitchFamily="34"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Arial Narrow" panose="020B0606020202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26">
          <p15:clr>
            <a:srgbClr val="A4A3A4"/>
          </p15:clr>
        </p15:guide>
        <p15:guide id="2" pos="210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4B6D2"/>
    <a:srgbClr val="FF66FF"/>
    <a:srgbClr val="0BFF0B"/>
    <a:srgbClr val="FFFF2D"/>
    <a:srgbClr val="4FD34F"/>
    <a:srgbClr val="B0AC00"/>
    <a:srgbClr val="FFFF13"/>
    <a:srgbClr val="00DC00"/>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775" autoAdjust="0"/>
    <p:restoredTop sz="86420" autoAdjust="0"/>
  </p:normalViewPr>
  <p:slideViewPr>
    <p:cSldViewPr>
      <p:cViewPr varScale="1">
        <p:scale>
          <a:sx n="113" d="100"/>
          <a:sy n="113" d="100"/>
        </p:scale>
        <p:origin x="354" y="108"/>
      </p:cViewPr>
      <p:guideLst>
        <p:guide orient="horz" pos="2160"/>
        <p:guide pos="3840"/>
      </p:guideLst>
    </p:cSldViewPr>
  </p:slideViewPr>
  <p:outlineViewPr>
    <p:cViewPr>
      <p:scale>
        <a:sx n="33" d="100"/>
        <a:sy n="33" d="100"/>
      </p:scale>
      <p:origin x="0" y="534"/>
    </p:cViewPr>
  </p:outlineViewPr>
  <p:notesTextViewPr>
    <p:cViewPr>
      <p:scale>
        <a:sx n="100" d="100"/>
        <a:sy n="100" d="100"/>
      </p:scale>
      <p:origin x="0" y="0"/>
    </p:cViewPr>
  </p:notesTextViewPr>
  <p:sorterViewPr>
    <p:cViewPr>
      <p:scale>
        <a:sx n="66" d="100"/>
        <a:sy n="66" d="100"/>
      </p:scale>
      <p:origin x="0" y="15234"/>
    </p:cViewPr>
  </p:sorterViewPr>
  <p:notesViewPr>
    <p:cSldViewPr>
      <p:cViewPr varScale="1">
        <p:scale>
          <a:sx n="40" d="100"/>
          <a:sy n="40" d="100"/>
        </p:scale>
        <p:origin x="-1482" y="-90"/>
      </p:cViewPr>
      <p:guideLst>
        <p:guide orient="horz" pos="3126"/>
        <p:guide pos="210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ACCFAB-3586-4C89-82F5-30CA64F870D8}" type="doc">
      <dgm:prSet loTypeId="urn:microsoft.com/office/officeart/2008/layout/VerticalCurvedList" loCatId="list" qsTypeId="urn:microsoft.com/office/officeart/2005/8/quickstyle/simple1" qsCatId="simple" csTypeId="urn:microsoft.com/office/officeart/2005/8/colors/colorful5" csCatId="colorful" phldr="1"/>
      <dgm:spPr/>
      <dgm:t>
        <a:bodyPr/>
        <a:lstStyle/>
        <a:p>
          <a:endParaRPr lang="zh-CN" altLang="en-US"/>
        </a:p>
      </dgm:t>
    </dgm:pt>
    <dgm:pt modelId="{8A8A65F4-3297-48D4-BA56-5E009D932CE9}">
      <dgm:prSet phldrT="[Text]"/>
      <dgm:spPr/>
      <dgm:t>
        <a:bodyPr/>
        <a:lstStyle/>
        <a:p>
          <a:r>
            <a:rPr lang="zh-CN" altLang="en-US" dirty="0">
              <a:latin typeface="微软雅黑 Light" panose="020B0502040204020203" pitchFamily="34" charset="-122"/>
              <a:ea typeface="微软雅黑 Light" panose="020B0502040204020203" pitchFamily="34" charset="-122"/>
            </a:rPr>
            <a:t>有明确的目标</a:t>
          </a:r>
          <a:endParaRPr lang="zh-CN" altLang="en-US" dirty="0"/>
        </a:p>
      </dgm:t>
    </dgm:pt>
    <dgm:pt modelId="{334A39A2-FF71-4BDD-9616-86C39CE7B69C}" type="parTrans" cxnId="{EA1E26A0-B55A-483C-93D6-CE65C1AE0420}">
      <dgm:prSet/>
      <dgm:spPr/>
      <dgm:t>
        <a:bodyPr/>
        <a:lstStyle/>
        <a:p>
          <a:endParaRPr lang="zh-CN" altLang="en-US"/>
        </a:p>
      </dgm:t>
    </dgm:pt>
    <dgm:pt modelId="{03D3FB13-FD44-4B83-8171-008A3801D643}" type="sibTrans" cxnId="{EA1E26A0-B55A-483C-93D6-CE65C1AE0420}">
      <dgm:prSet/>
      <dgm:spPr/>
      <dgm:t>
        <a:bodyPr/>
        <a:lstStyle/>
        <a:p>
          <a:endParaRPr lang="zh-CN" altLang="en-US"/>
        </a:p>
      </dgm:t>
    </dgm:pt>
    <dgm:pt modelId="{CB5B879A-6E15-4F22-99E7-D93FB8BE0F74}">
      <dgm:prSet phldrT="[Text]"/>
      <dgm:spPr/>
      <dgm:t>
        <a:bodyPr/>
        <a:lstStyle/>
        <a:p>
          <a:r>
            <a:rPr lang="zh-CN" altLang="en-US" dirty="0">
              <a:latin typeface="微软雅黑 Light" panose="020B0502040204020203" pitchFamily="34" charset="-122"/>
              <a:ea typeface="微软雅黑 Light" panose="020B0502040204020203" pitchFamily="34" charset="-122"/>
            </a:rPr>
            <a:t>项目之间的活动具有相关性</a:t>
          </a:r>
          <a:endParaRPr lang="zh-CN" altLang="en-US" dirty="0"/>
        </a:p>
      </dgm:t>
    </dgm:pt>
    <dgm:pt modelId="{72249B3D-5D25-4798-9643-B2BBCF2D115B}" type="parTrans" cxnId="{48EDB646-ACA0-4910-83EE-0F3C067EEFDA}">
      <dgm:prSet/>
      <dgm:spPr/>
      <dgm:t>
        <a:bodyPr/>
        <a:lstStyle/>
        <a:p>
          <a:endParaRPr lang="zh-CN" altLang="en-US"/>
        </a:p>
      </dgm:t>
    </dgm:pt>
    <dgm:pt modelId="{6CDD844A-482E-4808-9DDF-DA99A5C417F5}" type="sibTrans" cxnId="{48EDB646-ACA0-4910-83EE-0F3C067EEFDA}">
      <dgm:prSet/>
      <dgm:spPr/>
      <dgm:t>
        <a:bodyPr/>
        <a:lstStyle/>
        <a:p>
          <a:endParaRPr lang="zh-CN" altLang="en-US"/>
        </a:p>
      </dgm:t>
    </dgm:pt>
    <dgm:pt modelId="{446430FD-F2F4-476B-98F5-9A925A78FC3A}">
      <dgm:prSet phldrT="[Text]"/>
      <dgm:spPr/>
      <dgm:t>
        <a:bodyPr/>
        <a:lstStyle/>
        <a:p>
          <a:r>
            <a:rPr lang="zh-CN" altLang="en-US" dirty="0">
              <a:latin typeface="微软雅黑 Light" panose="020B0502040204020203" pitchFamily="34" charset="-122"/>
              <a:ea typeface="微软雅黑 Light" panose="020B0502040204020203" pitchFamily="34" charset="-122"/>
            </a:rPr>
            <a:t>限定的周期</a:t>
          </a:r>
          <a:endParaRPr lang="zh-CN" altLang="en-US" dirty="0"/>
        </a:p>
      </dgm:t>
    </dgm:pt>
    <dgm:pt modelId="{02E8D32E-D7F0-4144-AD3E-2C1C18F83F1A}" type="parTrans" cxnId="{31AF39F6-3C31-4C06-8BE6-D647A8EC59D0}">
      <dgm:prSet/>
      <dgm:spPr/>
      <dgm:t>
        <a:bodyPr/>
        <a:lstStyle/>
        <a:p>
          <a:endParaRPr lang="zh-CN" altLang="en-US"/>
        </a:p>
      </dgm:t>
    </dgm:pt>
    <dgm:pt modelId="{7D0852B4-8680-47AF-BD9B-F9EB79E56F9F}" type="sibTrans" cxnId="{31AF39F6-3C31-4C06-8BE6-D647A8EC59D0}">
      <dgm:prSet/>
      <dgm:spPr/>
      <dgm:t>
        <a:bodyPr/>
        <a:lstStyle/>
        <a:p>
          <a:endParaRPr lang="zh-CN" altLang="en-US"/>
        </a:p>
      </dgm:t>
    </dgm:pt>
    <dgm:pt modelId="{6FA26B6B-FE4B-41F5-B2A9-9ADC30544D27}">
      <dgm:prSet phldrT="[Text]"/>
      <dgm:spPr/>
      <dgm:t>
        <a:bodyPr/>
        <a:lstStyle/>
        <a:p>
          <a:r>
            <a:rPr lang="zh-CN" altLang="en-US" dirty="0">
              <a:latin typeface="微软雅黑 Light" panose="020B0502040204020203" pitchFamily="34" charset="-122"/>
              <a:ea typeface="微软雅黑 Light" panose="020B0502040204020203" pitchFamily="34" charset="-122"/>
            </a:rPr>
            <a:t>有独特性</a:t>
          </a:r>
          <a:endParaRPr lang="zh-CN" altLang="en-US" dirty="0">
            <a:latin typeface="黑体" panose="02010609060101010101" pitchFamily="49" charset="-122"/>
            <a:ea typeface="黑体" panose="02010609060101010101" pitchFamily="49" charset="-122"/>
          </a:endParaRPr>
        </a:p>
      </dgm:t>
    </dgm:pt>
    <dgm:pt modelId="{245EF0CD-4968-48A8-8F70-EDA6261BA5C2}" type="parTrans" cxnId="{694963BB-EB24-47EB-94FB-55D63B6750DF}">
      <dgm:prSet/>
      <dgm:spPr/>
      <dgm:t>
        <a:bodyPr/>
        <a:lstStyle/>
        <a:p>
          <a:endParaRPr lang="zh-CN" altLang="en-US"/>
        </a:p>
      </dgm:t>
    </dgm:pt>
    <dgm:pt modelId="{C27AA268-7724-445B-AE9F-7BBDD4272BB6}" type="sibTrans" cxnId="{694963BB-EB24-47EB-94FB-55D63B6750DF}">
      <dgm:prSet/>
      <dgm:spPr/>
      <dgm:t>
        <a:bodyPr/>
        <a:lstStyle/>
        <a:p>
          <a:endParaRPr lang="zh-CN" altLang="en-US"/>
        </a:p>
      </dgm:t>
    </dgm:pt>
    <dgm:pt modelId="{A3D7627C-3309-4716-B9B9-F2D918728006}">
      <dgm:prSet/>
      <dgm:spPr/>
      <dgm:t>
        <a:bodyPr/>
        <a:lstStyle/>
        <a:p>
          <a:r>
            <a:rPr lang="zh-CN" altLang="en-US" dirty="0">
              <a:latin typeface="微软雅黑 Light" panose="020B0502040204020203" pitchFamily="34" charset="-122"/>
              <a:ea typeface="微软雅黑 Light" panose="020B0502040204020203" pitchFamily="34" charset="-122"/>
            </a:rPr>
            <a:t>资源成本的约束性</a:t>
          </a:r>
          <a:endParaRPr lang="zh-CN" altLang="en-US" dirty="0">
            <a:latin typeface="黑体" panose="02010609060101010101" pitchFamily="49" charset="-122"/>
            <a:ea typeface="黑体" panose="02010609060101010101" pitchFamily="49" charset="-122"/>
          </a:endParaRPr>
        </a:p>
      </dgm:t>
    </dgm:pt>
    <dgm:pt modelId="{14A5C181-2E0E-45C8-AF76-F5B9C5488B2E}" type="parTrans" cxnId="{7FAB5738-257D-4EAD-AEED-2D99BB6CFEB3}">
      <dgm:prSet/>
      <dgm:spPr/>
      <dgm:t>
        <a:bodyPr/>
        <a:lstStyle/>
        <a:p>
          <a:endParaRPr lang="zh-CN" altLang="en-US"/>
        </a:p>
      </dgm:t>
    </dgm:pt>
    <dgm:pt modelId="{6679EA37-D4D9-4E66-BF74-08CB3ACD6E47}" type="sibTrans" cxnId="{7FAB5738-257D-4EAD-AEED-2D99BB6CFEB3}">
      <dgm:prSet/>
      <dgm:spPr/>
      <dgm:t>
        <a:bodyPr/>
        <a:lstStyle/>
        <a:p>
          <a:endParaRPr lang="zh-CN" altLang="en-US"/>
        </a:p>
      </dgm:t>
    </dgm:pt>
    <dgm:pt modelId="{71912B78-BC6D-417B-BC7C-5618600615C4}">
      <dgm:prSet/>
      <dgm:spPr/>
      <dgm:t>
        <a:bodyPr/>
        <a:lstStyle/>
        <a:p>
          <a:r>
            <a:rPr lang="zh-CN" altLang="en-US" dirty="0">
              <a:latin typeface="微软雅黑 Light" panose="020B0502040204020203" pitchFamily="34" charset="-122"/>
              <a:ea typeface="微软雅黑 Light" panose="020B0502040204020203" pitchFamily="34" charset="-122"/>
            </a:rPr>
            <a:t>项目的不确定性</a:t>
          </a:r>
          <a:endParaRPr lang="zh-CN" altLang="en-US" dirty="0">
            <a:latin typeface="黑体" pitchFamily="49" charset="-122"/>
            <a:ea typeface="黑体" pitchFamily="49" charset="-122"/>
          </a:endParaRPr>
        </a:p>
      </dgm:t>
    </dgm:pt>
    <dgm:pt modelId="{6872400D-8454-49C4-8E0A-84401AF342E7}" type="parTrans" cxnId="{44857260-1946-4623-98F7-13F272A3C74A}">
      <dgm:prSet/>
      <dgm:spPr/>
      <dgm:t>
        <a:bodyPr/>
        <a:lstStyle/>
        <a:p>
          <a:endParaRPr lang="zh-CN" altLang="en-US"/>
        </a:p>
      </dgm:t>
    </dgm:pt>
    <dgm:pt modelId="{3283CE3E-ADC3-41DA-B8B7-7E600A05C0DA}" type="sibTrans" cxnId="{44857260-1946-4623-98F7-13F272A3C74A}">
      <dgm:prSet/>
      <dgm:spPr/>
      <dgm:t>
        <a:bodyPr/>
        <a:lstStyle/>
        <a:p>
          <a:endParaRPr lang="zh-CN" altLang="en-US"/>
        </a:p>
      </dgm:t>
    </dgm:pt>
    <dgm:pt modelId="{D9AC989D-0392-4E4F-99CD-2C53326A6D27}" type="pres">
      <dgm:prSet presAssocID="{BAACCFAB-3586-4C89-82F5-30CA64F870D8}" presName="Name0" presStyleCnt="0">
        <dgm:presLayoutVars>
          <dgm:chMax val="7"/>
          <dgm:chPref val="7"/>
          <dgm:dir/>
        </dgm:presLayoutVars>
      </dgm:prSet>
      <dgm:spPr/>
    </dgm:pt>
    <dgm:pt modelId="{4326E8B3-941A-4426-AF03-8F04119C7B5E}" type="pres">
      <dgm:prSet presAssocID="{BAACCFAB-3586-4C89-82F5-30CA64F870D8}" presName="Name1" presStyleCnt="0"/>
      <dgm:spPr/>
    </dgm:pt>
    <dgm:pt modelId="{EBF0CB57-1D7C-46E6-8D1C-837FC77CA2DB}" type="pres">
      <dgm:prSet presAssocID="{BAACCFAB-3586-4C89-82F5-30CA64F870D8}" presName="cycle" presStyleCnt="0"/>
      <dgm:spPr/>
    </dgm:pt>
    <dgm:pt modelId="{99C9E886-D521-4426-8B22-767111540D6D}" type="pres">
      <dgm:prSet presAssocID="{BAACCFAB-3586-4C89-82F5-30CA64F870D8}" presName="srcNode" presStyleLbl="node1" presStyleIdx="0" presStyleCnt="6"/>
      <dgm:spPr/>
    </dgm:pt>
    <dgm:pt modelId="{CEC8AA7D-EF4E-4DA8-9550-E2EA63F97D35}" type="pres">
      <dgm:prSet presAssocID="{BAACCFAB-3586-4C89-82F5-30CA64F870D8}" presName="conn" presStyleLbl="parChTrans1D2" presStyleIdx="0" presStyleCnt="1"/>
      <dgm:spPr/>
    </dgm:pt>
    <dgm:pt modelId="{1B055E60-233D-4622-B64D-35F4FB8190BC}" type="pres">
      <dgm:prSet presAssocID="{BAACCFAB-3586-4C89-82F5-30CA64F870D8}" presName="extraNode" presStyleLbl="node1" presStyleIdx="0" presStyleCnt="6"/>
      <dgm:spPr/>
    </dgm:pt>
    <dgm:pt modelId="{AD6EDB53-8DDE-4491-A6D8-441205F3C400}" type="pres">
      <dgm:prSet presAssocID="{BAACCFAB-3586-4C89-82F5-30CA64F870D8}" presName="dstNode" presStyleLbl="node1" presStyleIdx="0" presStyleCnt="6"/>
      <dgm:spPr/>
    </dgm:pt>
    <dgm:pt modelId="{279D66B1-924F-4156-A795-F5AD9EBCE56B}" type="pres">
      <dgm:prSet presAssocID="{8A8A65F4-3297-48D4-BA56-5E009D932CE9}" presName="text_1" presStyleLbl="node1" presStyleIdx="0" presStyleCnt="6">
        <dgm:presLayoutVars>
          <dgm:bulletEnabled val="1"/>
        </dgm:presLayoutVars>
      </dgm:prSet>
      <dgm:spPr/>
    </dgm:pt>
    <dgm:pt modelId="{4B6FCCC4-07BB-41FE-A522-AF3D59937221}" type="pres">
      <dgm:prSet presAssocID="{8A8A65F4-3297-48D4-BA56-5E009D932CE9}" presName="accent_1" presStyleCnt="0"/>
      <dgm:spPr/>
    </dgm:pt>
    <dgm:pt modelId="{A5D8DC03-AC76-4F8B-9095-82230B702966}" type="pres">
      <dgm:prSet presAssocID="{8A8A65F4-3297-48D4-BA56-5E009D932CE9}" presName="accentRepeatNode" presStyleLbl="solidFgAcc1" presStyleIdx="0" presStyleCnt="6"/>
      <dgm:spPr/>
    </dgm:pt>
    <dgm:pt modelId="{8D79543D-0D4F-4D1C-9E04-9B163A8C7FF2}" type="pres">
      <dgm:prSet presAssocID="{CB5B879A-6E15-4F22-99E7-D93FB8BE0F74}" presName="text_2" presStyleLbl="node1" presStyleIdx="1" presStyleCnt="6">
        <dgm:presLayoutVars>
          <dgm:bulletEnabled val="1"/>
        </dgm:presLayoutVars>
      </dgm:prSet>
      <dgm:spPr/>
    </dgm:pt>
    <dgm:pt modelId="{676C91B2-566A-4982-9B9A-9CA8A51BF231}" type="pres">
      <dgm:prSet presAssocID="{CB5B879A-6E15-4F22-99E7-D93FB8BE0F74}" presName="accent_2" presStyleCnt="0"/>
      <dgm:spPr/>
    </dgm:pt>
    <dgm:pt modelId="{A694E9F5-D20F-4CE0-AAEF-A8AF7BCB9440}" type="pres">
      <dgm:prSet presAssocID="{CB5B879A-6E15-4F22-99E7-D93FB8BE0F74}" presName="accentRepeatNode" presStyleLbl="solidFgAcc1" presStyleIdx="1" presStyleCnt="6"/>
      <dgm:spPr/>
    </dgm:pt>
    <dgm:pt modelId="{59B95563-7B5B-4225-831A-29E1EEB39012}" type="pres">
      <dgm:prSet presAssocID="{446430FD-F2F4-476B-98F5-9A925A78FC3A}" presName="text_3" presStyleLbl="node1" presStyleIdx="2" presStyleCnt="6">
        <dgm:presLayoutVars>
          <dgm:bulletEnabled val="1"/>
        </dgm:presLayoutVars>
      </dgm:prSet>
      <dgm:spPr/>
    </dgm:pt>
    <dgm:pt modelId="{BECF69A7-2196-47C3-BE4C-D989FD88B487}" type="pres">
      <dgm:prSet presAssocID="{446430FD-F2F4-476B-98F5-9A925A78FC3A}" presName="accent_3" presStyleCnt="0"/>
      <dgm:spPr/>
    </dgm:pt>
    <dgm:pt modelId="{206E9F62-904C-4E09-965F-8F6A1D50CE99}" type="pres">
      <dgm:prSet presAssocID="{446430FD-F2F4-476B-98F5-9A925A78FC3A}" presName="accentRepeatNode" presStyleLbl="solidFgAcc1" presStyleIdx="2" presStyleCnt="6"/>
      <dgm:spPr/>
    </dgm:pt>
    <dgm:pt modelId="{6361ADEE-DDC8-4B92-A22E-8B90489C3496}" type="pres">
      <dgm:prSet presAssocID="{6FA26B6B-FE4B-41F5-B2A9-9ADC30544D27}" presName="text_4" presStyleLbl="node1" presStyleIdx="3" presStyleCnt="6">
        <dgm:presLayoutVars>
          <dgm:bulletEnabled val="1"/>
        </dgm:presLayoutVars>
      </dgm:prSet>
      <dgm:spPr/>
    </dgm:pt>
    <dgm:pt modelId="{B73B53AD-4868-436B-8E6C-DE9549E1B95D}" type="pres">
      <dgm:prSet presAssocID="{6FA26B6B-FE4B-41F5-B2A9-9ADC30544D27}" presName="accent_4" presStyleCnt="0"/>
      <dgm:spPr/>
    </dgm:pt>
    <dgm:pt modelId="{2701C0E2-42F7-4EF8-915B-95DB5DB722B2}" type="pres">
      <dgm:prSet presAssocID="{6FA26B6B-FE4B-41F5-B2A9-9ADC30544D27}" presName="accentRepeatNode" presStyleLbl="solidFgAcc1" presStyleIdx="3" presStyleCnt="6"/>
      <dgm:spPr/>
    </dgm:pt>
    <dgm:pt modelId="{BD20C5DB-CD08-4AEF-87F2-098846C6D817}" type="pres">
      <dgm:prSet presAssocID="{A3D7627C-3309-4716-B9B9-F2D918728006}" presName="text_5" presStyleLbl="node1" presStyleIdx="4" presStyleCnt="6">
        <dgm:presLayoutVars>
          <dgm:bulletEnabled val="1"/>
        </dgm:presLayoutVars>
      </dgm:prSet>
      <dgm:spPr/>
    </dgm:pt>
    <dgm:pt modelId="{1BB83503-308E-492B-8BF7-EB6AC7849597}" type="pres">
      <dgm:prSet presAssocID="{A3D7627C-3309-4716-B9B9-F2D918728006}" presName="accent_5" presStyleCnt="0"/>
      <dgm:spPr/>
    </dgm:pt>
    <dgm:pt modelId="{B0C54EBB-8ADF-4962-BF7D-1A4063195482}" type="pres">
      <dgm:prSet presAssocID="{A3D7627C-3309-4716-B9B9-F2D918728006}" presName="accentRepeatNode" presStyleLbl="solidFgAcc1" presStyleIdx="4" presStyleCnt="6"/>
      <dgm:spPr/>
    </dgm:pt>
    <dgm:pt modelId="{126B5754-9BAB-4335-8048-CAA059B4AA0E}" type="pres">
      <dgm:prSet presAssocID="{71912B78-BC6D-417B-BC7C-5618600615C4}" presName="text_6" presStyleLbl="node1" presStyleIdx="5" presStyleCnt="6">
        <dgm:presLayoutVars>
          <dgm:bulletEnabled val="1"/>
        </dgm:presLayoutVars>
      </dgm:prSet>
      <dgm:spPr/>
    </dgm:pt>
    <dgm:pt modelId="{89B00F1C-2CBE-49FE-B6D2-CB51C88DE4E0}" type="pres">
      <dgm:prSet presAssocID="{71912B78-BC6D-417B-BC7C-5618600615C4}" presName="accent_6" presStyleCnt="0"/>
      <dgm:spPr/>
    </dgm:pt>
    <dgm:pt modelId="{C2EDE2D4-FAE3-405D-AAC7-232D5860DC6B}" type="pres">
      <dgm:prSet presAssocID="{71912B78-BC6D-417B-BC7C-5618600615C4}" presName="accentRepeatNode" presStyleLbl="solidFgAcc1" presStyleIdx="5" presStyleCnt="6"/>
      <dgm:spPr/>
    </dgm:pt>
  </dgm:ptLst>
  <dgm:cxnLst>
    <dgm:cxn modelId="{D6A5550B-0109-4D84-AD28-906067C0059E}" type="presOf" srcId="{6FA26B6B-FE4B-41F5-B2A9-9ADC30544D27}" destId="{6361ADEE-DDC8-4B92-A22E-8B90489C3496}" srcOrd="0" destOrd="0" presId="urn:microsoft.com/office/officeart/2008/layout/VerticalCurvedList"/>
    <dgm:cxn modelId="{09520928-7CF9-4F30-A744-3D9FCF71043C}" type="presOf" srcId="{BAACCFAB-3586-4C89-82F5-30CA64F870D8}" destId="{D9AC989D-0392-4E4F-99CD-2C53326A6D27}" srcOrd="0" destOrd="0" presId="urn:microsoft.com/office/officeart/2008/layout/VerticalCurvedList"/>
    <dgm:cxn modelId="{7FAB5738-257D-4EAD-AEED-2D99BB6CFEB3}" srcId="{BAACCFAB-3586-4C89-82F5-30CA64F870D8}" destId="{A3D7627C-3309-4716-B9B9-F2D918728006}" srcOrd="4" destOrd="0" parTransId="{14A5C181-2E0E-45C8-AF76-F5B9C5488B2E}" sibTransId="{6679EA37-D4D9-4E66-BF74-08CB3ACD6E47}"/>
    <dgm:cxn modelId="{85608F3F-C375-4A0C-AC92-3A3816EB0448}" type="presOf" srcId="{71912B78-BC6D-417B-BC7C-5618600615C4}" destId="{126B5754-9BAB-4335-8048-CAA059B4AA0E}" srcOrd="0" destOrd="0" presId="urn:microsoft.com/office/officeart/2008/layout/VerticalCurvedList"/>
    <dgm:cxn modelId="{44857260-1946-4623-98F7-13F272A3C74A}" srcId="{BAACCFAB-3586-4C89-82F5-30CA64F870D8}" destId="{71912B78-BC6D-417B-BC7C-5618600615C4}" srcOrd="5" destOrd="0" parTransId="{6872400D-8454-49C4-8E0A-84401AF342E7}" sibTransId="{3283CE3E-ADC3-41DA-B8B7-7E600A05C0DA}"/>
    <dgm:cxn modelId="{48EDB646-ACA0-4910-83EE-0F3C067EEFDA}" srcId="{BAACCFAB-3586-4C89-82F5-30CA64F870D8}" destId="{CB5B879A-6E15-4F22-99E7-D93FB8BE0F74}" srcOrd="1" destOrd="0" parTransId="{72249B3D-5D25-4798-9643-B2BBCF2D115B}" sibTransId="{6CDD844A-482E-4808-9DDF-DA99A5C417F5}"/>
    <dgm:cxn modelId="{85ADAB6C-F822-40DC-AF07-AB0245A0FC4B}" type="presOf" srcId="{CB5B879A-6E15-4F22-99E7-D93FB8BE0F74}" destId="{8D79543D-0D4F-4D1C-9E04-9B163A8C7FF2}" srcOrd="0" destOrd="0" presId="urn:microsoft.com/office/officeart/2008/layout/VerticalCurvedList"/>
    <dgm:cxn modelId="{E8D5086E-3A81-4B0F-8E90-0FB97FF0E577}" type="presOf" srcId="{03D3FB13-FD44-4B83-8171-008A3801D643}" destId="{CEC8AA7D-EF4E-4DA8-9550-E2EA63F97D35}" srcOrd="0" destOrd="0" presId="urn:microsoft.com/office/officeart/2008/layout/VerticalCurvedList"/>
    <dgm:cxn modelId="{BF7D8F70-81C7-4E48-97E8-08399131DE37}" type="presOf" srcId="{8A8A65F4-3297-48D4-BA56-5E009D932CE9}" destId="{279D66B1-924F-4156-A795-F5AD9EBCE56B}" srcOrd="0" destOrd="0" presId="urn:microsoft.com/office/officeart/2008/layout/VerticalCurvedList"/>
    <dgm:cxn modelId="{EA1E26A0-B55A-483C-93D6-CE65C1AE0420}" srcId="{BAACCFAB-3586-4C89-82F5-30CA64F870D8}" destId="{8A8A65F4-3297-48D4-BA56-5E009D932CE9}" srcOrd="0" destOrd="0" parTransId="{334A39A2-FF71-4BDD-9616-86C39CE7B69C}" sibTransId="{03D3FB13-FD44-4B83-8171-008A3801D643}"/>
    <dgm:cxn modelId="{694963BB-EB24-47EB-94FB-55D63B6750DF}" srcId="{BAACCFAB-3586-4C89-82F5-30CA64F870D8}" destId="{6FA26B6B-FE4B-41F5-B2A9-9ADC30544D27}" srcOrd="3" destOrd="0" parTransId="{245EF0CD-4968-48A8-8F70-EDA6261BA5C2}" sibTransId="{C27AA268-7724-445B-AE9F-7BBDD4272BB6}"/>
    <dgm:cxn modelId="{A24D34DD-8B66-4972-81CF-2887B787E5DE}" type="presOf" srcId="{A3D7627C-3309-4716-B9B9-F2D918728006}" destId="{BD20C5DB-CD08-4AEF-87F2-098846C6D817}" srcOrd="0" destOrd="0" presId="urn:microsoft.com/office/officeart/2008/layout/VerticalCurvedList"/>
    <dgm:cxn modelId="{FC7507ED-1855-46BF-8EF6-81B905137BAB}" type="presOf" srcId="{446430FD-F2F4-476B-98F5-9A925A78FC3A}" destId="{59B95563-7B5B-4225-831A-29E1EEB39012}" srcOrd="0" destOrd="0" presId="urn:microsoft.com/office/officeart/2008/layout/VerticalCurvedList"/>
    <dgm:cxn modelId="{31AF39F6-3C31-4C06-8BE6-D647A8EC59D0}" srcId="{BAACCFAB-3586-4C89-82F5-30CA64F870D8}" destId="{446430FD-F2F4-476B-98F5-9A925A78FC3A}" srcOrd="2" destOrd="0" parTransId="{02E8D32E-D7F0-4144-AD3E-2C1C18F83F1A}" sibTransId="{7D0852B4-8680-47AF-BD9B-F9EB79E56F9F}"/>
    <dgm:cxn modelId="{558409AD-A731-448E-B68E-30D5E38E13BE}" type="presParOf" srcId="{D9AC989D-0392-4E4F-99CD-2C53326A6D27}" destId="{4326E8B3-941A-4426-AF03-8F04119C7B5E}" srcOrd="0" destOrd="0" presId="urn:microsoft.com/office/officeart/2008/layout/VerticalCurvedList"/>
    <dgm:cxn modelId="{515EB6E3-496A-4268-AD99-6DEFE35C317A}" type="presParOf" srcId="{4326E8B3-941A-4426-AF03-8F04119C7B5E}" destId="{EBF0CB57-1D7C-46E6-8D1C-837FC77CA2DB}" srcOrd="0" destOrd="0" presId="urn:microsoft.com/office/officeart/2008/layout/VerticalCurvedList"/>
    <dgm:cxn modelId="{509F4B5B-6226-4AE7-8873-89F00A14E64D}" type="presParOf" srcId="{EBF0CB57-1D7C-46E6-8D1C-837FC77CA2DB}" destId="{99C9E886-D521-4426-8B22-767111540D6D}" srcOrd="0" destOrd="0" presId="urn:microsoft.com/office/officeart/2008/layout/VerticalCurvedList"/>
    <dgm:cxn modelId="{B3ED85F0-34C3-43CC-9C63-02B4D9EE0B67}" type="presParOf" srcId="{EBF0CB57-1D7C-46E6-8D1C-837FC77CA2DB}" destId="{CEC8AA7D-EF4E-4DA8-9550-E2EA63F97D35}" srcOrd="1" destOrd="0" presId="urn:microsoft.com/office/officeart/2008/layout/VerticalCurvedList"/>
    <dgm:cxn modelId="{FF41EE68-8AD1-40BD-B80C-2B1F9B903693}" type="presParOf" srcId="{EBF0CB57-1D7C-46E6-8D1C-837FC77CA2DB}" destId="{1B055E60-233D-4622-B64D-35F4FB8190BC}" srcOrd="2" destOrd="0" presId="urn:microsoft.com/office/officeart/2008/layout/VerticalCurvedList"/>
    <dgm:cxn modelId="{C7EAA817-D895-47E6-83F0-44158E886BF2}" type="presParOf" srcId="{EBF0CB57-1D7C-46E6-8D1C-837FC77CA2DB}" destId="{AD6EDB53-8DDE-4491-A6D8-441205F3C400}" srcOrd="3" destOrd="0" presId="urn:microsoft.com/office/officeart/2008/layout/VerticalCurvedList"/>
    <dgm:cxn modelId="{636F86D9-0DB6-43A0-8EE3-6166886FD4E1}" type="presParOf" srcId="{4326E8B3-941A-4426-AF03-8F04119C7B5E}" destId="{279D66B1-924F-4156-A795-F5AD9EBCE56B}" srcOrd="1" destOrd="0" presId="urn:microsoft.com/office/officeart/2008/layout/VerticalCurvedList"/>
    <dgm:cxn modelId="{AFE396AC-6536-42E9-B244-734CCB4C0722}" type="presParOf" srcId="{4326E8B3-941A-4426-AF03-8F04119C7B5E}" destId="{4B6FCCC4-07BB-41FE-A522-AF3D59937221}" srcOrd="2" destOrd="0" presId="urn:microsoft.com/office/officeart/2008/layout/VerticalCurvedList"/>
    <dgm:cxn modelId="{2C4686AD-E2EC-4270-B4F7-D83678AD4523}" type="presParOf" srcId="{4B6FCCC4-07BB-41FE-A522-AF3D59937221}" destId="{A5D8DC03-AC76-4F8B-9095-82230B702966}" srcOrd="0" destOrd="0" presId="urn:microsoft.com/office/officeart/2008/layout/VerticalCurvedList"/>
    <dgm:cxn modelId="{2E6C2334-7D94-44F8-B217-BFA432EA51F1}" type="presParOf" srcId="{4326E8B3-941A-4426-AF03-8F04119C7B5E}" destId="{8D79543D-0D4F-4D1C-9E04-9B163A8C7FF2}" srcOrd="3" destOrd="0" presId="urn:microsoft.com/office/officeart/2008/layout/VerticalCurvedList"/>
    <dgm:cxn modelId="{B79C14DD-6292-4FF9-96B1-7B67E010F2BA}" type="presParOf" srcId="{4326E8B3-941A-4426-AF03-8F04119C7B5E}" destId="{676C91B2-566A-4982-9B9A-9CA8A51BF231}" srcOrd="4" destOrd="0" presId="urn:microsoft.com/office/officeart/2008/layout/VerticalCurvedList"/>
    <dgm:cxn modelId="{902B5732-C413-4F61-A58D-B9D1A88FDD62}" type="presParOf" srcId="{676C91B2-566A-4982-9B9A-9CA8A51BF231}" destId="{A694E9F5-D20F-4CE0-AAEF-A8AF7BCB9440}" srcOrd="0" destOrd="0" presId="urn:microsoft.com/office/officeart/2008/layout/VerticalCurvedList"/>
    <dgm:cxn modelId="{DD92076B-F683-4DA0-AEF5-CC1BAFFA6BCA}" type="presParOf" srcId="{4326E8B3-941A-4426-AF03-8F04119C7B5E}" destId="{59B95563-7B5B-4225-831A-29E1EEB39012}" srcOrd="5" destOrd="0" presId="urn:microsoft.com/office/officeart/2008/layout/VerticalCurvedList"/>
    <dgm:cxn modelId="{71F868BD-867F-421C-A8A0-4CFCF0512CE0}" type="presParOf" srcId="{4326E8B3-941A-4426-AF03-8F04119C7B5E}" destId="{BECF69A7-2196-47C3-BE4C-D989FD88B487}" srcOrd="6" destOrd="0" presId="urn:microsoft.com/office/officeart/2008/layout/VerticalCurvedList"/>
    <dgm:cxn modelId="{4DC9B1D4-F82F-47C7-A500-D780CCA36B3F}" type="presParOf" srcId="{BECF69A7-2196-47C3-BE4C-D989FD88B487}" destId="{206E9F62-904C-4E09-965F-8F6A1D50CE99}" srcOrd="0" destOrd="0" presId="urn:microsoft.com/office/officeart/2008/layout/VerticalCurvedList"/>
    <dgm:cxn modelId="{8FF430CA-93D8-416F-920C-6BFF9C011834}" type="presParOf" srcId="{4326E8B3-941A-4426-AF03-8F04119C7B5E}" destId="{6361ADEE-DDC8-4B92-A22E-8B90489C3496}" srcOrd="7" destOrd="0" presId="urn:microsoft.com/office/officeart/2008/layout/VerticalCurvedList"/>
    <dgm:cxn modelId="{7ECF39A8-F633-45DA-BEB2-9BFFC637141F}" type="presParOf" srcId="{4326E8B3-941A-4426-AF03-8F04119C7B5E}" destId="{B73B53AD-4868-436B-8E6C-DE9549E1B95D}" srcOrd="8" destOrd="0" presId="urn:microsoft.com/office/officeart/2008/layout/VerticalCurvedList"/>
    <dgm:cxn modelId="{B6B73A3E-E29D-45F2-9CEA-DDDBABE8A0A2}" type="presParOf" srcId="{B73B53AD-4868-436B-8E6C-DE9549E1B95D}" destId="{2701C0E2-42F7-4EF8-915B-95DB5DB722B2}" srcOrd="0" destOrd="0" presId="urn:microsoft.com/office/officeart/2008/layout/VerticalCurvedList"/>
    <dgm:cxn modelId="{EFD5AFD0-98C0-436D-B579-4E1F24C990BE}" type="presParOf" srcId="{4326E8B3-941A-4426-AF03-8F04119C7B5E}" destId="{BD20C5DB-CD08-4AEF-87F2-098846C6D817}" srcOrd="9" destOrd="0" presId="urn:microsoft.com/office/officeart/2008/layout/VerticalCurvedList"/>
    <dgm:cxn modelId="{A9E9C6E0-81E4-49CC-8EC9-1BD3281F6093}" type="presParOf" srcId="{4326E8B3-941A-4426-AF03-8F04119C7B5E}" destId="{1BB83503-308E-492B-8BF7-EB6AC7849597}" srcOrd="10" destOrd="0" presId="urn:microsoft.com/office/officeart/2008/layout/VerticalCurvedList"/>
    <dgm:cxn modelId="{022B68BD-A836-49FC-93BD-A39EBEB8F2D9}" type="presParOf" srcId="{1BB83503-308E-492B-8BF7-EB6AC7849597}" destId="{B0C54EBB-8ADF-4962-BF7D-1A4063195482}" srcOrd="0" destOrd="0" presId="urn:microsoft.com/office/officeart/2008/layout/VerticalCurvedList"/>
    <dgm:cxn modelId="{8E7F85A6-8663-44E6-B8A2-A825E79A1279}" type="presParOf" srcId="{4326E8B3-941A-4426-AF03-8F04119C7B5E}" destId="{126B5754-9BAB-4335-8048-CAA059B4AA0E}" srcOrd="11" destOrd="0" presId="urn:microsoft.com/office/officeart/2008/layout/VerticalCurvedList"/>
    <dgm:cxn modelId="{084DA166-2973-4F3E-95CC-BA0E082C046C}" type="presParOf" srcId="{4326E8B3-941A-4426-AF03-8F04119C7B5E}" destId="{89B00F1C-2CBE-49FE-B6D2-CB51C88DE4E0}" srcOrd="12" destOrd="0" presId="urn:microsoft.com/office/officeart/2008/layout/VerticalCurvedList"/>
    <dgm:cxn modelId="{23710884-5BDA-4A50-A4E8-89C275F49CF7}" type="presParOf" srcId="{89B00F1C-2CBE-49FE-B6D2-CB51C88DE4E0}" destId="{C2EDE2D4-FAE3-405D-AAC7-232D5860DC6B}"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C8AA7D-EF4E-4DA8-9550-E2EA63F97D35}">
      <dsp:nvSpPr>
        <dsp:cNvPr id="0" name=""/>
        <dsp:cNvSpPr/>
      </dsp:nvSpPr>
      <dsp:spPr>
        <a:xfrm>
          <a:off x="-5342809" y="-818195"/>
          <a:ext cx="6361948" cy="6361948"/>
        </a:xfrm>
        <a:prstGeom prst="blockArc">
          <a:avLst>
            <a:gd name="adj1" fmla="val 18900000"/>
            <a:gd name="adj2" fmla="val 2700000"/>
            <a:gd name="adj3" fmla="val 340"/>
          </a:avLst>
        </a:prstGeom>
        <a:noFill/>
        <a:ln w="1905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9D66B1-924F-4156-A795-F5AD9EBCE56B}">
      <dsp:nvSpPr>
        <dsp:cNvPr id="0" name=""/>
        <dsp:cNvSpPr/>
      </dsp:nvSpPr>
      <dsp:spPr>
        <a:xfrm>
          <a:off x="379984" y="248847"/>
          <a:ext cx="5698723" cy="497506"/>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4896" tIns="50800" rIns="50800" bIns="50800" numCol="1" spcCol="1270" anchor="ctr" anchorCtr="0">
          <a:noAutofit/>
        </a:bodyPr>
        <a:lstStyle/>
        <a:p>
          <a:pPr marL="0" lvl="0" indent="0" algn="l" defTabSz="889000">
            <a:lnSpc>
              <a:spcPct val="90000"/>
            </a:lnSpc>
            <a:spcBef>
              <a:spcPct val="0"/>
            </a:spcBef>
            <a:spcAft>
              <a:spcPct val="35000"/>
            </a:spcAft>
            <a:buNone/>
          </a:pPr>
          <a:r>
            <a:rPr lang="zh-CN" altLang="en-US" sz="2000" kern="1200" dirty="0">
              <a:latin typeface="微软雅黑 Light" panose="020B0502040204020203" pitchFamily="34" charset="-122"/>
              <a:ea typeface="微软雅黑 Light" panose="020B0502040204020203" pitchFamily="34" charset="-122"/>
            </a:rPr>
            <a:t>有明确的目标</a:t>
          </a:r>
          <a:endParaRPr lang="zh-CN" altLang="en-US" sz="2000" kern="1200" dirty="0"/>
        </a:p>
      </dsp:txBody>
      <dsp:txXfrm>
        <a:off x="379984" y="248847"/>
        <a:ext cx="5698723" cy="497506"/>
      </dsp:txXfrm>
    </dsp:sp>
    <dsp:sp modelId="{A5D8DC03-AC76-4F8B-9095-82230B702966}">
      <dsp:nvSpPr>
        <dsp:cNvPr id="0" name=""/>
        <dsp:cNvSpPr/>
      </dsp:nvSpPr>
      <dsp:spPr>
        <a:xfrm>
          <a:off x="69043" y="186659"/>
          <a:ext cx="621883" cy="621883"/>
        </a:xfrm>
        <a:prstGeom prst="ellipse">
          <a:avLst/>
        </a:prstGeom>
        <a:solidFill>
          <a:schemeClr val="lt1">
            <a:hueOff val="0"/>
            <a:satOff val="0"/>
            <a:lumOff val="0"/>
            <a:alphaOff val="0"/>
          </a:schemeClr>
        </a:solidFill>
        <a:ln w="1905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D79543D-0D4F-4D1C-9E04-9B163A8C7FF2}">
      <dsp:nvSpPr>
        <dsp:cNvPr id="0" name=""/>
        <dsp:cNvSpPr/>
      </dsp:nvSpPr>
      <dsp:spPr>
        <a:xfrm>
          <a:off x="789218" y="995013"/>
          <a:ext cx="5289490" cy="497506"/>
        </a:xfrm>
        <a:prstGeom prst="rect">
          <a:avLst/>
        </a:prstGeom>
        <a:solidFill>
          <a:schemeClr val="accent5">
            <a:hueOff val="-1351709"/>
            <a:satOff val="-3484"/>
            <a:lumOff val="-2353"/>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4896" tIns="50800" rIns="50800" bIns="50800" numCol="1" spcCol="1270" anchor="ctr" anchorCtr="0">
          <a:noAutofit/>
        </a:bodyPr>
        <a:lstStyle/>
        <a:p>
          <a:pPr marL="0" lvl="0" indent="0" algn="l" defTabSz="889000">
            <a:lnSpc>
              <a:spcPct val="90000"/>
            </a:lnSpc>
            <a:spcBef>
              <a:spcPct val="0"/>
            </a:spcBef>
            <a:spcAft>
              <a:spcPct val="35000"/>
            </a:spcAft>
            <a:buNone/>
          </a:pPr>
          <a:r>
            <a:rPr lang="zh-CN" altLang="en-US" sz="2000" kern="1200" dirty="0">
              <a:latin typeface="微软雅黑 Light" panose="020B0502040204020203" pitchFamily="34" charset="-122"/>
              <a:ea typeface="微软雅黑 Light" panose="020B0502040204020203" pitchFamily="34" charset="-122"/>
            </a:rPr>
            <a:t>项目之间的活动具有相关性</a:t>
          </a:r>
          <a:endParaRPr lang="zh-CN" altLang="en-US" sz="2000" kern="1200" dirty="0"/>
        </a:p>
      </dsp:txBody>
      <dsp:txXfrm>
        <a:off x="789218" y="995013"/>
        <a:ext cx="5289490" cy="497506"/>
      </dsp:txXfrm>
    </dsp:sp>
    <dsp:sp modelId="{A694E9F5-D20F-4CE0-AAEF-A8AF7BCB9440}">
      <dsp:nvSpPr>
        <dsp:cNvPr id="0" name=""/>
        <dsp:cNvSpPr/>
      </dsp:nvSpPr>
      <dsp:spPr>
        <a:xfrm>
          <a:off x="478276" y="932824"/>
          <a:ext cx="621883" cy="621883"/>
        </a:xfrm>
        <a:prstGeom prst="ellipse">
          <a:avLst/>
        </a:prstGeom>
        <a:solidFill>
          <a:schemeClr val="lt1">
            <a:hueOff val="0"/>
            <a:satOff val="0"/>
            <a:lumOff val="0"/>
            <a:alphaOff val="0"/>
          </a:schemeClr>
        </a:solidFill>
        <a:ln w="19050" cap="flat" cmpd="sng" algn="ctr">
          <a:solidFill>
            <a:schemeClr val="accent5">
              <a:hueOff val="-1351709"/>
              <a:satOff val="-3484"/>
              <a:lumOff val="-2353"/>
              <a:alphaOff val="0"/>
            </a:schemeClr>
          </a:solidFill>
          <a:prstDash val="solid"/>
        </a:ln>
        <a:effectLst/>
      </dsp:spPr>
      <dsp:style>
        <a:lnRef idx="2">
          <a:scrgbClr r="0" g="0" b="0"/>
        </a:lnRef>
        <a:fillRef idx="1">
          <a:scrgbClr r="0" g="0" b="0"/>
        </a:fillRef>
        <a:effectRef idx="0">
          <a:scrgbClr r="0" g="0" b="0"/>
        </a:effectRef>
        <a:fontRef idx="minor"/>
      </dsp:style>
    </dsp:sp>
    <dsp:sp modelId="{59B95563-7B5B-4225-831A-29E1EEB39012}">
      <dsp:nvSpPr>
        <dsp:cNvPr id="0" name=""/>
        <dsp:cNvSpPr/>
      </dsp:nvSpPr>
      <dsp:spPr>
        <a:xfrm>
          <a:off x="976350" y="1741178"/>
          <a:ext cx="5102358" cy="497506"/>
        </a:xfrm>
        <a:prstGeom prst="rect">
          <a:avLst/>
        </a:prstGeom>
        <a:solidFill>
          <a:schemeClr val="accent5">
            <a:hueOff val="-2703417"/>
            <a:satOff val="-6968"/>
            <a:lumOff val="-4706"/>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4896" tIns="50800" rIns="50800" bIns="50800" numCol="1" spcCol="1270" anchor="ctr" anchorCtr="0">
          <a:noAutofit/>
        </a:bodyPr>
        <a:lstStyle/>
        <a:p>
          <a:pPr marL="0" lvl="0" indent="0" algn="l" defTabSz="889000">
            <a:lnSpc>
              <a:spcPct val="90000"/>
            </a:lnSpc>
            <a:spcBef>
              <a:spcPct val="0"/>
            </a:spcBef>
            <a:spcAft>
              <a:spcPct val="35000"/>
            </a:spcAft>
            <a:buNone/>
          </a:pPr>
          <a:r>
            <a:rPr lang="zh-CN" altLang="en-US" sz="2000" kern="1200" dirty="0">
              <a:latin typeface="微软雅黑 Light" panose="020B0502040204020203" pitchFamily="34" charset="-122"/>
              <a:ea typeface="微软雅黑 Light" panose="020B0502040204020203" pitchFamily="34" charset="-122"/>
            </a:rPr>
            <a:t>限定的周期</a:t>
          </a:r>
          <a:endParaRPr lang="zh-CN" altLang="en-US" sz="2000" kern="1200" dirty="0"/>
        </a:p>
      </dsp:txBody>
      <dsp:txXfrm>
        <a:off x="976350" y="1741178"/>
        <a:ext cx="5102358" cy="497506"/>
      </dsp:txXfrm>
    </dsp:sp>
    <dsp:sp modelId="{206E9F62-904C-4E09-965F-8F6A1D50CE99}">
      <dsp:nvSpPr>
        <dsp:cNvPr id="0" name=""/>
        <dsp:cNvSpPr/>
      </dsp:nvSpPr>
      <dsp:spPr>
        <a:xfrm>
          <a:off x="665408" y="1678990"/>
          <a:ext cx="621883" cy="621883"/>
        </a:xfrm>
        <a:prstGeom prst="ellipse">
          <a:avLst/>
        </a:prstGeom>
        <a:solidFill>
          <a:schemeClr val="lt1">
            <a:hueOff val="0"/>
            <a:satOff val="0"/>
            <a:lumOff val="0"/>
            <a:alphaOff val="0"/>
          </a:schemeClr>
        </a:solidFill>
        <a:ln w="19050" cap="flat" cmpd="sng" algn="ctr">
          <a:solidFill>
            <a:schemeClr val="accent5">
              <a:hueOff val="-2703417"/>
              <a:satOff val="-6968"/>
              <a:lumOff val="-4706"/>
              <a:alphaOff val="0"/>
            </a:schemeClr>
          </a:solidFill>
          <a:prstDash val="solid"/>
        </a:ln>
        <a:effectLst/>
      </dsp:spPr>
      <dsp:style>
        <a:lnRef idx="2">
          <a:scrgbClr r="0" g="0" b="0"/>
        </a:lnRef>
        <a:fillRef idx="1">
          <a:scrgbClr r="0" g="0" b="0"/>
        </a:fillRef>
        <a:effectRef idx="0">
          <a:scrgbClr r="0" g="0" b="0"/>
        </a:effectRef>
        <a:fontRef idx="minor"/>
      </dsp:style>
    </dsp:sp>
    <dsp:sp modelId="{6361ADEE-DDC8-4B92-A22E-8B90489C3496}">
      <dsp:nvSpPr>
        <dsp:cNvPr id="0" name=""/>
        <dsp:cNvSpPr/>
      </dsp:nvSpPr>
      <dsp:spPr>
        <a:xfrm>
          <a:off x="976350" y="2486871"/>
          <a:ext cx="5102358" cy="497506"/>
        </a:xfrm>
        <a:prstGeom prst="rect">
          <a:avLst/>
        </a:prstGeom>
        <a:solidFill>
          <a:schemeClr val="accent5">
            <a:hueOff val="-4055126"/>
            <a:satOff val="-10451"/>
            <a:lumOff val="-7059"/>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4896" tIns="50800" rIns="50800" bIns="50800" numCol="1" spcCol="1270" anchor="ctr" anchorCtr="0">
          <a:noAutofit/>
        </a:bodyPr>
        <a:lstStyle/>
        <a:p>
          <a:pPr marL="0" lvl="0" indent="0" algn="l" defTabSz="889000">
            <a:lnSpc>
              <a:spcPct val="90000"/>
            </a:lnSpc>
            <a:spcBef>
              <a:spcPct val="0"/>
            </a:spcBef>
            <a:spcAft>
              <a:spcPct val="35000"/>
            </a:spcAft>
            <a:buNone/>
          </a:pPr>
          <a:r>
            <a:rPr lang="zh-CN" altLang="en-US" sz="2000" kern="1200" dirty="0">
              <a:latin typeface="微软雅黑 Light" panose="020B0502040204020203" pitchFamily="34" charset="-122"/>
              <a:ea typeface="微软雅黑 Light" panose="020B0502040204020203" pitchFamily="34" charset="-122"/>
            </a:rPr>
            <a:t>有独特性</a:t>
          </a:r>
          <a:endParaRPr lang="zh-CN" altLang="en-US" sz="2000" kern="1200" dirty="0">
            <a:latin typeface="黑体" panose="02010609060101010101" pitchFamily="49" charset="-122"/>
            <a:ea typeface="黑体" panose="02010609060101010101" pitchFamily="49" charset="-122"/>
          </a:endParaRPr>
        </a:p>
      </dsp:txBody>
      <dsp:txXfrm>
        <a:off x="976350" y="2486871"/>
        <a:ext cx="5102358" cy="497506"/>
      </dsp:txXfrm>
    </dsp:sp>
    <dsp:sp modelId="{2701C0E2-42F7-4EF8-915B-95DB5DB722B2}">
      <dsp:nvSpPr>
        <dsp:cNvPr id="0" name=""/>
        <dsp:cNvSpPr/>
      </dsp:nvSpPr>
      <dsp:spPr>
        <a:xfrm>
          <a:off x="665408" y="2424683"/>
          <a:ext cx="621883" cy="621883"/>
        </a:xfrm>
        <a:prstGeom prst="ellipse">
          <a:avLst/>
        </a:prstGeom>
        <a:solidFill>
          <a:schemeClr val="lt1">
            <a:hueOff val="0"/>
            <a:satOff val="0"/>
            <a:lumOff val="0"/>
            <a:alphaOff val="0"/>
          </a:schemeClr>
        </a:solidFill>
        <a:ln w="19050" cap="flat" cmpd="sng" algn="ctr">
          <a:solidFill>
            <a:schemeClr val="accent5">
              <a:hueOff val="-4055126"/>
              <a:satOff val="-10451"/>
              <a:lumOff val="-7059"/>
              <a:alphaOff val="0"/>
            </a:schemeClr>
          </a:solidFill>
          <a:prstDash val="solid"/>
        </a:ln>
        <a:effectLst/>
      </dsp:spPr>
      <dsp:style>
        <a:lnRef idx="2">
          <a:scrgbClr r="0" g="0" b="0"/>
        </a:lnRef>
        <a:fillRef idx="1">
          <a:scrgbClr r="0" g="0" b="0"/>
        </a:fillRef>
        <a:effectRef idx="0">
          <a:scrgbClr r="0" g="0" b="0"/>
        </a:effectRef>
        <a:fontRef idx="minor"/>
      </dsp:style>
    </dsp:sp>
    <dsp:sp modelId="{BD20C5DB-CD08-4AEF-87F2-098846C6D817}">
      <dsp:nvSpPr>
        <dsp:cNvPr id="0" name=""/>
        <dsp:cNvSpPr/>
      </dsp:nvSpPr>
      <dsp:spPr>
        <a:xfrm>
          <a:off x="789218" y="3233037"/>
          <a:ext cx="5289490" cy="497506"/>
        </a:xfrm>
        <a:prstGeom prst="rect">
          <a:avLst/>
        </a:prstGeom>
        <a:solidFill>
          <a:schemeClr val="accent5">
            <a:hueOff val="-5406834"/>
            <a:satOff val="-13935"/>
            <a:lumOff val="-9412"/>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4896" tIns="50800" rIns="50800" bIns="50800" numCol="1" spcCol="1270" anchor="ctr" anchorCtr="0">
          <a:noAutofit/>
        </a:bodyPr>
        <a:lstStyle/>
        <a:p>
          <a:pPr marL="0" lvl="0" indent="0" algn="l" defTabSz="889000">
            <a:lnSpc>
              <a:spcPct val="90000"/>
            </a:lnSpc>
            <a:spcBef>
              <a:spcPct val="0"/>
            </a:spcBef>
            <a:spcAft>
              <a:spcPct val="35000"/>
            </a:spcAft>
            <a:buNone/>
          </a:pPr>
          <a:r>
            <a:rPr lang="zh-CN" altLang="en-US" sz="2000" kern="1200" dirty="0">
              <a:latin typeface="微软雅黑 Light" panose="020B0502040204020203" pitchFamily="34" charset="-122"/>
              <a:ea typeface="微软雅黑 Light" panose="020B0502040204020203" pitchFamily="34" charset="-122"/>
            </a:rPr>
            <a:t>资源成本的约束性</a:t>
          </a:r>
          <a:endParaRPr lang="zh-CN" altLang="en-US" sz="2000" kern="1200" dirty="0">
            <a:latin typeface="黑体" panose="02010609060101010101" pitchFamily="49" charset="-122"/>
            <a:ea typeface="黑体" panose="02010609060101010101" pitchFamily="49" charset="-122"/>
          </a:endParaRPr>
        </a:p>
      </dsp:txBody>
      <dsp:txXfrm>
        <a:off x="789218" y="3233037"/>
        <a:ext cx="5289490" cy="497506"/>
      </dsp:txXfrm>
    </dsp:sp>
    <dsp:sp modelId="{B0C54EBB-8ADF-4962-BF7D-1A4063195482}">
      <dsp:nvSpPr>
        <dsp:cNvPr id="0" name=""/>
        <dsp:cNvSpPr/>
      </dsp:nvSpPr>
      <dsp:spPr>
        <a:xfrm>
          <a:off x="478276" y="3170848"/>
          <a:ext cx="621883" cy="621883"/>
        </a:xfrm>
        <a:prstGeom prst="ellipse">
          <a:avLst/>
        </a:prstGeom>
        <a:solidFill>
          <a:schemeClr val="lt1">
            <a:hueOff val="0"/>
            <a:satOff val="0"/>
            <a:lumOff val="0"/>
            <a:alphaOff val="0"/>
          </a:schemeClr>
        </a:solidFill>
        <a:ln w="19050" cap="flat" cmpd="sng" algn="ctr">
          <a:solidFill>
            <a:schemeClr val="accent5">
              <a:hueOff val="-5406834"/>
              <a:satOff val="-13935"/>
              <a:lumOff val="-9412"/>
              <a:alphaOff val="0"/>
            </a:schemeClr>
          </a:solidFill>
          <a:prstDash val="solid"/>
        </a:ln>
        <a:effectLst/>
      </dsp:spPr>
      <dsp:style>
        <a:lnRef idx="2">
          <a:scrgbClr r="0" g="0" b="0"/>
        </a:lnRef>
        <a:fillRef idx="1">
          <a:scrgbClr r="0" g="0" b="0"/>
        </a:fillRef>
        <a:effectRef idx="0">
          <a:scrgbClr r="0" g="0" b="0"/>
        </a:effectRef>
        <a:fontRef idx="minor"/>
      </dsp:style>
    </dsp:sp>
    <dsp:sp modelId="{126B5754-9BAB-4335-8048-CAA059B4AA0E}">
      <dsp:nvSpPr>
        <dsp:cNvPr id="0" name=""/>
        <dsp:cNvSpPr/>
      </dsp:nvSpPr>
      <dsp:spPr>
        <a:xfrm>
          <a:off x="379984" y="3979202"/>
          <a:ext cx="5698723" cy="497506"/>
        </a:xfrm>
        <a:prstGeom prst="rect">
          <a:avLst/>
        </a:prstGeom>
        <a:solidFill>
          <a:schemeClr val="accent5">
            <a:hueOff val="-6758543"/>
            <a:satOff val="-17419"/>
            <a:lumOff val="-11765"/>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4896" tIns="50800" rIns="50800" bIns="50800" numCol="1" spcCol="1270" anchor="ctr" anchorCtr="0">
          <a:noAutofit/>
        </a:bodyPr>
        <a:lstStyle/>
        <a:p>
          <a:pPr marL="0" lvl="0" indent="0" algn="l" defTabSz="889000">
            <a:lnSpc>
              <a:spcPct val="90000"/>
            </a:lnSpc>
            <a:spcBef>
              <a:spcPct val="0"/>
            </a:spcBef>
            <a:spcAft>
              <a:spcPct val="35000"/>
            </a:spcAft>
            <a:buNone/>
          </a:pPr>
          <a:r>
            <a:rPr lang="zh-CN" altLang="en-US" sz="2000" kern="1200" dirty="0">
              <a:latin typeface="微软雅黑 Light" panose="020B0502040204020203" pitchFamily="34" charset="-122"/>
              <a:ea typeface="微软雅黑 Light" panose="020B0502040204020203" pitchFamily="34" charset="-122"/>
            </a:rPr>
            <a:t>项目的不确定性</a:t>
          </a:r>
          <a:endParaRPr lang="zh-CN" altLang="en-US" sz="2000" kern="1200" dirty="0">
            <a:latin typeface="黑体" pitchFamily="49" charset="-122"/>
            <a:ea typeface="黑体" pitchFamily="49" charset="-122"/>
          </a:endParaRPr>
        </a:p>
      </dsp:txBody>
      <dsp:txXfrm>
        <a:off x="379984" y="3979202"/>
        <a:ext cx="5698723" cy="497506"/>
      </dsp:txXfrm>
    </dsp:sp>
    <dsp:sp modelId="{C2EDE2D4-FAE3-405D-AAC7-232D5860DC6B}">
      <dsp:nvSpPr>
        <dsp:cNvPr id="0" name=""/>
        <dsp:cNvSpPr/>
      </dsp:nvSpPr>
      <dsp:spPr>
        <a:xfrm>
          <a:off x="69043" y="3917014"/>
          <a:ext cx="621883" cy="621883"/>
        </a:xfrm>
        <a:prstGeom prst="ellipse">
          <a:avLst/>
        </a:prstGeom>
        <a:solidFill>
          <a:schemeClr val="lt1">
            <a:hueOff val="0"/>
            <a:satOff val="0"/>
            <a:lumOff val="0"/>
            <a:alphaOff val="0"/>
          </a:schemeClr>
        </a:solidFill>
        <a:ln w="19050" cap="flat" cmpd="sng" algn="ctr">
          <a:solidFill>
            <a:schemeClr val="accent5">
              <a:hueOff val="-6758543"/>
              <a:satOff val="-17419"/>
              <a:lumOff val="-11765"/>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14E6D735-CECC-4004-9016-C8B33EEADBD9}"/>
              </a:ext>
            </a:extLst>
          </p:cNvPr>
          <p:cNvSpPr>
            <a:spLocks noGrp="1" noChangeArrowheads="1"/>
          </p:cNvSpPr>
          <p:nvPr>
            <p:ph type="hdr" sz="quarter"/>
          </p:nvPr>
        </p:nvSpPr>
        <p:spPr bwMode="auto">
          <a:xfrm>
            <a:off x="0" y="0"/>
            <a:ext cx="288925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eaLnBrk="1" hangingPunct="1">
              <a:defRPr sz="1200"/>
            </a:lvl1pPr>
          </a:lstStyle>
          <a:p>
            <a:pPr>
              <a:defRPr/>
            </a:pPr>
            <a:endParaRPr lang="en-US" altLang="zh-CN"/>
          </a:p>
        </p:txBody>
      </p:sp>
      <p:sp>
        <p:nvSpPr>
          <p:cNvPr id="4099" name="Rectangle 3">
            <a:extLst>
              <a:ext uri="{FF2B5EF4-FFF2-40B4-BE49-F238E27FC236}">
                <a16:creationId xmlns:a16="http://schemas.microsoft.com/office/drawing/2014/main" id="{AD662716-8A5D-4B41-9945-B20827E49B13}"/>
              </a:ext>
            </a:extLst>
          </p:cNvPr>
          <p:cNvSpPr>
            <a:spLocks noGrp="1" noChangeArrowheads="1"/>
          </p:cNvSpPr>
          <p:nvPr>
            <p:ph type="dt" sz="quarter" idx="1"/>
          </p:nvPr>
        </p:nvSpPr>
        <p:spPr bwMode="auto">
          <a:xfrm>
            <a:off x="3779838" y="0"/>
            <a:ext cx="288925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algn="r" eaLnBrk="1" hangingPunct="1">
              <a:defRPr sz="1200"/>
            </a:lvl1pPr>
          </a:lstStyle>
          <a:p>
            <a:pPr>
              <a:defRPr/>
            </a:pPr>
            <a:endParaRPr lang="en-US" altLang="zh-CN"/>
          </a:p>
        </p:txBody>
      </p:sp>
      <p:sp>
        <p:nvSpPr>
          <p:cNvPr id="4100" name="Rectangle 4">
            <a:extLst>
              <a:ext uri="{FF2B5EF4-FFF2-40B4-BE49-F238E27FC236}">
                <a16:creationId xmlns:a16="http://schemas.microsoft.com/office/drawing/2014/main" id="{7311D138-869D-4F61-AE5C-15A088FB0C12}"/>
              </a:ext>
            </a:extLst>
          </p:cNvPr>
          <p:cNvSpPr>
            <a:spLocks noGrp="1" noChangeArrowheads="1"/>
          </p:cNvSpPr>
          <p:nvPr>
            <p:ph type="ftr" sz="quarter" idx="2"/>
          </p:nvPr>
        </p:nvSpPr>
        <p:spPr bwMode="auto">
          <a:xfrm>
            <a:off x="0" y="9431338"/>
            <a:ext cx="288925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eaLnBrk="1" hangingPunct="1">
              <a:defRPr sz="1200"/>
            </a:lvl1pPr>
          </a:lstStyle>
          <a:p>
            <a:pPr>
              <a:defRPr/>
            </a:pPr>
            <a:endParaRPr lang="en-US" altLang="zh-CN"/>
          </a:p>
        </p:txBody>
      </p:sp>
      <p:sp>
        <p:nvSpPr>
          <p:cNvPr id="4101" name="Rectangle 5">
            <a:extLst>
              <a:ext uri="{FF2B5EF4-FFF2-40B4-BE49-F238E27FC236}">
                <a16:creationId xmlns:a16="http://schemas.microsoft.com/office/drawing/2014/main" id="{4AA82877-B220-4B07-85FE-FC453AE026CA}"/>
              </a:ext>
            </a:extLst>
          </p:cNvPr>
          <p:cNvSpPr>
            <a:spLocks noGrp="1" noChangeArrowheads="1"/>
          </p:cNvSpPr>
          <p:nvPr>
            <p:ph type="sldNum" sz="quarter" idx="3"/>
          </p:nvPr>
        </p:nvSpPr>
        <p:spPr bwMode="auto">
          <a:xfrm>
            <a:off x="3779838" y="9431338"/>
            <a:ext cx="288925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algn="r" eaLnBrk="1" hangingPunct="1">
              <a:defRPr sz="1200"/>
            </a:lvl1pPr>
          </a:lstStyle>
          <a:p>
            <a:fld id="{CD8E2FD0-21C2-4845-9D47-63B2016B9184}" type="slidenum">
              <a:rPr lang="en-US" altLang="zh-CN"/>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6FCBF93F-74C2-4DD1-9781-F399015C78EE}"/>
              </a:ext>
            </a:extLst>
          </p:cNvPr>
          <p:cNvSpPr>
            <a:spLocks noGrp="1" noChangeArrowheads="1"/>
          </p:cNvSpPr>
          <p:nvPr>
            <p:ph type="hdr" sz="quarter"/>
          </p:nvPr>
        </p:nvSpPr>
        <p:spPr bwMode="auto">
          <a:xfrm>
            <a:off x="0" y="0"/>
            <a:ext cx="288925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eaLnBrk="1" hangingPunct="1">
              <a:defRPr sz="1200"/>
            </a:lvl1pPr>
          </a:lstStyle>
          <a:p>
            <a:pPr>
              <a:defRPr/>
            </a:pPr>
            <a:endParaRPr lang="en-US" altLang="zh-CN"/>
          </a:p>
        </p:txBody>
      </p:sp>
      <p:sp>
        <p:nvSpPr>
          <p:cNvPr id="2051" name="Rectangle 3">
            <a:extLst>
              <a:ext uri="{FF2B5EF4-FFF2-40B4-BE49-F238E27FC236}">
                <a16:creationId xmlns:a16="http://schemas.microsoft.com/office/drawing/2014/main" id="{567D0099-C890-446E-AE0B-CE911A902CA8}"/>
              </a:ext>
            </a:extLst>
          </p:cNvPr>
          <p:cNvSpPr>
            <a:spLocks noGrp="1" noChangeArrowheads="1"/>
          </p:cNvSpPr>
          <p:nvPr>
            <p:ph type="dt" idx="1"/>
          </p:nvPr>
        </p:nvSpPr>
        <p:spPr bwMode="auto">
          <a:xfrm>
            <a:off x="3779838" y="0"/>
            <a:ext cx="288925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algn="r" eaLnBrk="1" hangingPunct="1">
              <a:defRPr sz="1200"/>
            </a:lvl1pPr>
          </a:lstStyle>
          <a:p>
            <a:pPr>
              <a:defRPr/>
            </a:pPr>
            <a:endParaRPr lang="en-US" altLang="zh-CN"/>
          </a:p>
        </p:txBody>
      </p:sp>
      <p:sp>
        <p:nvSpPr>
          <p:cNvPr id="9220" name="Rectangle 4">
            <a:extLst>
              <a:ext uri="{FF2B5EF4-FFF2-40B4-BE49-F238E27FC236}">
                <a16:creationId xmlns:a16="http://schemas.microsoft.com/office/drawing/2014/main" id="{BFC19288-D54D-520A-63BF-1A6B52122316}"/>
              </a:ext>
            </a:extLst>
          </p:cNvPr>
          <p:cNvSpPr>
            <a:spLocks noGrp="1" noRot="1" noChangeAspect="1" noChangeArrowheads="1" noTextEdit="1"/>
          </p:cNvSpPr>
          <p:nvPr>
            <p:ph type="sldImg" idx="2"/>
          </p:nvPr>
        </p:nvSpPr>
        <p:spPr bwMode="auto">
          <a:xfrm>
            <a:off x="30163" y="746125"/>
            <a:ext cx="6610350" cy="3719513"/>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014AA703-BCC5-4125-A920-8384744B0C5C}"/>
              </a:ext>
            </a:extLst>
          </p:cNvPr>
          <p:cNvSpPr>
            <a:spLocks noGrp="1" noChangeArrowheads="1"/>
          </p:cNvSpPr>
          <p:nvPr>
            <p:ph type="body" sz="quarter" idx="3"/>
          </p:nvPr>
        </p:nvSpPr>
        <p:spPr bwMode="auto">
          <a:xfrm>
            <a:off x="889000" y="4714875"/>
            <a:ext cx="4891088" cy="446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2054" name="Rectangle 6">
            <a:extLst>
              <a:ext uri="{FF2B5EF4-FFF2-40B4-BE49-F238E27FC236}">
                <a16:creationId xmlns:a16="http://schemas.microsoft.com/office/drawing/2014/main" id="{7B98B8A6-DB27-4446-9828-06C8A5601B89}"/>
              </a:ext>
            </a:extLst>
          </p:cNvPr>
          <p:cNvSpPr>
            <a:spLocks noGrp="1" noChangeArrowheads="1"/>
          </p:cNvSpPr>
          <p:nvPr>
            <p:ph type="ftr" sz="quarter" idx="4"/>
          </p:nvPr>
        </p:nvSpPr>
        <p:spPr bwMode="auto">
          <a:xfrm>
            <a:off x="0" y="9431338"/>
            <a:ext cx="288925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eaLnBrk="1" hangingPunct="1">
              <a:defRPr sz="1200"/>
            </a:lvl1pPr>
          </a:lstStyle>
          <a:p>
            <a:pPr>
              <a:defRPr/>
            </a:pPr>
            <a:endParaRPr lang="zh-CN" altLang="zh-CN"/>
          </a:p>
        </p:txBody>
      </p:sp>
      <p:sp>
        <p:nvSpPr>
          <p:cNvPr id="2055" name="Rectangle 7">
            <a:extLst>
              <a:ext uri="{FF2B5EF4-FFF2-40B4-BE49-F238E27FC236}">
                <a16:creationId xmlns:a16="http://schemas.microsoft.com/office/drawing/2014/main" id="{5A2CE533-E877-4B46-B8FC-6BC94BF724AC}"/>
              </a:ext>
            </a:extLst>
          </p:cNvPr>
          <p:cNvSpPr>
            <a:spLocks noGrp="1" noChangeArrowheads="1"/>
          </p:cNvSpPr>
          <p:nvPr>
            <p:ph type="sldNum" sz="quarter" idx="5"/>
          </p:nvPr>
        </p:nvSpPr>
        <p:spPr bwMode="auto">
          <a:xfrm>
            <a:off x="3779838" y="9431338"/>
            <a:ext cx="288925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algn="r" eaLnBrk="1" hangingPunct="1">
              <a:defRPr sz="1200"/>
            </a:lvl1pPr>
          </a:lstStyle>
          <a:p>
            <a:fld id="{9F2E061E-0CE9-4AC6-A468-2ED876A57143}"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buSzPct val="55000"/>
      <a:buFont typeface="Monotype Sorts" charset="0"/>
      <a:buChar char="n"/>
      <a:defRPr kumimoji="1" sz="1200" kern="1200">
        <a:solidFill>
          <a:schemeClr val="tx1"/>
        </a:solidFill>
        <a:latin typeface="Arial Narrow" pitchFamily="34" charset="0"/>
        <a:ea typeface="宋体" pitchFamily="2" charset="-122"/>
        <a:cs typeface="+mn-cs"/>
      </a:defRPr>
    </a:lvl1pPr>
    <a:lvl2pPr marL="457200" algn="l" rtl="0" eaLnBrk="0" fontAlgn="base" hangingPunct="0">
      <a:spcBef>
        <a:spcPct val="30000"/>
      </a:spcBef>
      <a:spcAft>
        <a:spcPct val="0"/>
      </a:spcAft>
      <a:buSzPct val="55000"/>
      <a:buFont typeface="Monotype Sorts" charset="0"/>
      <a:buChar char="l"/>
      <a:defRPr kumimoji="1" sz="1200" kern="1200">
        <a:solidFill>
          <a:schemeClr val="tx1"/>
        </a:solidFill>
        <a:latin typeface="Arial Narrow" pitchFamily="34" charset="0"/>
        <a:ea typeface="宋体" pitchFamily="2" charset="-122"/>
        <a:cs typeface="+mn-cs"/>
      </a:defRPr>
    </a:lvl2pPr>
    <a:lvl3pPr marL="914400" algn="l" rtl="0" eaLnBrk="0" fontAlgn="base" hangingPunct="0">
      <a:spcBef>
        <a:spcPct val="30000"/>
      </a:spcBef>
      <a:spcAft>
        <a:spcPct val="0"/>
      </a:spcAft>
      <a:buSzPct val="59000"/>
      <a:buFont typeface="Monotype Sorts" charset="0"/>
      <a:buChar char="s"/>
      <a:defRPr kumimoji="1" sz="1200" kern="1200">
        <a:solidFill>
          <a:schemeClr val="tx1"/>
        </a:solidFill>
        <a:latin typeface="Arial Narrow" pitchFamily="34" charset="0"/>
        <a:ea typeface="宋体" pitchFamily="2" charset="-122"/>
        <a:cs typeface="+mn-cs"/>
      </a:defRPr>
    </a:lvl3pPr>
    <a:lvl4pPr marL="1371600" algn="l" rtl="0" eaLnBrk="0" fontAlgn="base" hangingPunct="0">
      <a:spcBef>
        <a:spcPct val="30000"/>
      </a:spcBef>
      <a:spcAft>
        <a:spcPct val="0"/>
      </a:spcAft>
      <a:buSzPct val="59000"/>
      <a:buFont typeface="Monotype Sorts" charset="0"/>
      <a:buChar char="u"/>
      <a:defRPr kumimoji="1" sz="1200" kern="1200">
        <a:solidFill>
          <a:schemeClr val="tx1"/>
        </a:solidFill>
        <a:latin typeface="Arial Narrow" pitchFamily="34" charset="0"/>
        <a:ea typeface="宋体" pitchFamily="2" charset="-122"/>
        <a:cs typeface="+mn-cs"/>
      </a:defRPr>
    </a:lvl4pPr>
    <a:lvl5pPr marL="1828800" algn="l" rtl="0" eaLnBrk="0" fontAlgn="base" hangingPunct="0">
      <a:spcBef>
        <a:spcPct val="30000"/>
      </a:spcBef>
      <a:spcAft>
        <a:spcPct val="0"/>
      </a:spcAft>
      <a:buSzPct val="59000"/>
      <a:buFont typeface="Monotype Sorts" charset="0"/>
      <a:buChar char="w"/>
      <a:defRPr kumimoji="1" sz="1200" kern="1200">
        <a:solidFill>
          <a:schemeClr val="tx1"/>
        </a:solidFill>
        <a:latin typeface="Arial Narrow"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a:extLst>
              <a:ext uri="{FF2B5EF4-FFF2-40B4-BE49-F238E27FC236}">
                <a16:creationId xmlns:a16="http://schemas.microsoft.com/office/drawing/2014/main" id="{FC805604-B422-9F38-87E5-55F72EF87020}"/>
              </a:ext>
            </a:extLst>
          </p:cNvPr>
          <p:cNvSpPr>
            <a:spLocks noGrp="1" noRot="1" noChangeAspect="1" noChangeArrowheads="1" noTextEdit="1"/>
          </p:cNvSpPr>
          <p:nvPr>
            <p:ph type="sldImg"/>
          </p:nvPr>
        </p:nvSpPr>
        <p:spPr>
          <a:xfrm>
            <a:off x="30163" y="746125"/>
            <a:ext cx="6610350" cy="3719513"/>
          </a:xfrm>
          <a:ln/>
        </p:spPr>
      </p:sp>
      <p:sp>
        <p:nvSpPr>
          <p:cNvPr id="12291" name="备注占位符 2">
            <a:extLst>
              <a:ext uri="{FF2B5EF4-FFF2-40B4-BE49-F238E27FC236}">
                <a16:creationId xmlns:a16="http://schemas.microsoft.com/office/drawing/2014/main" id="{297A96C6-F799-DD09-D0C0-2447B0FF638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292" name="灯片编号占位符 3">
            <a:extLst>
              <a:ext uri="{FF2B5EF4-FFF2-40B4-BE49-F238E27FC236}">
                <a16:creationId xmlns:a16="http://schemas.microsoft.com/office/drawing/2014/main" id="{BA6DDC22-243B-8FD7-8575-D78DE93F83FF}"/>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SzPct val="55000"/>
              <a:buFont typeface="Monotype Sorts" charset="0"/>
              <a:buChar char="n"/>
              <a:defRPr kumimoji="1" sz="1200">
                <a:solidFill>
                  <a:schemeClr val="tx1"/>
                </a:solidFill>
                <a:latin typeface="Arial Narrow" panose="020B0606020202030204" pitchFamily="34" charset="0"/>
                <a:ea typeface="宋体" panose="02010600030101010101" pitchFamily="2" charset="-122"/>
              </a:defRPr>
            </a:lvl1pPr>
            <a:lvl2pPr marL="742950" indent="-285750">
              <a:spcBef>
                <a:spcPct val="30000"/>
              </a:spcBef>
              <a:buSzPct val="55000"/>
              <a:buFont typeface="Monotype Sorts" charset="0"/>
              <a:buChar char="l"/>
              <a:defRPr kumimoji="1" sz="1200">
                <a:solidFill>
                  <a:schemeClr val="tx1"/>
                </a:solidFill>
                <a:latin typeface="Arial Narrow" panose="020B0606020202030204" pitchFamily="34" charset="0"/>
                <a:ea typeface="宋体" panose="02010600030101010101" pitchFamily="2" charset="-122"/>
              </a:defRPr>
            </a:lvl2pPr>
            <a:lvl3pPr marL="1143000" indent="-228600">
              <a:spcBef>
                <a:spcPct val="30000"/>
              </a:spcBef>
              <a:buSzPct val="59000"/>
              <a:buFont typeface="Monotype Sorts" charset="0"/>
              <a:buChar char="s"/>
              <a:defRPr kumimoji="1" sz="1200">
                <a:solidFill>
                  <a:schemeClr val="tx1"/>
                </a:solidFill>
                <a:latin typeface="Arial Narrow" panose="020B0606020202030204" pitchFamily="34" charset="0"/>
                <a:ea typeface="宋体" panose="02010600030101010101" pitchFamily="2" charset="-122"/>
              </a:defRPr>
            </a:lvl3pPr>
            <a:lvl4pPr marL="1600200" indent="-228600">
              <a:spcBef>
                <a:spcPct val="30000"/>
              </a:spcBef>
              <a:buSzPct val="59000"/>
              <a:buFont typeface="Monotype Sorts" charset="0"/>
              <a:buChar char="u"/>
              <a:defRPr kumimoji="1" sz="1200">
                <a:solidFill>
                  <a:schemeClr val="tx1"/>
                </a:solidFill>
                <a:latin typeface="Arial Narrow" panose="020B0606020202030204" pitchFamily="34" charset="0"/>
                <a:ea typeface="宋体" panose="02010600030101010101" pitchFamily="2" charset="-122"/>
              </a:defRPr>
            </a:lvl4pPr>
            <a:lvl5pPr marL="2057400" indent="-228600">
              <a:spcBef>
                <a:spcPct val="30000"/>
              </a:spcBef>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9pPr>
          </a:lstStyle>
          <a:p>
            <a:pPr>
              <a:spcBef>
                <a:spcPct val="0"/>
              </a:spcBef>
              <a:buSzTx/>
              <a:buFontTx/>
              <a:buNone/>
            </a:pPr>
            <a:fld id="{5A040550-5A7A-49A3-A7D8-207908C52C3D}" type="slidenum">
              <a:rPr lang="zh-CN" altLang="en-US">
                <a:latin typeface="Arial" panose="020B0604020202020204" pitchFamily="34" charset="0"/>
              </a:rPr>
              <a:pPr>
                <a:spcBef>
                  <a:spcPct val="0"/>
                </a:spcBef>
                <a:buSzTx/>
                <a:buFontTx/>
                <a:buNone/>
              </a:pPr>
              <a:t>0</a:t>
            </a:fld>
            <a:endParaRPr lang="zh-CN"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6DBCA244-1F15-9BC3-1846-95FC153AE5B2}"/>
              </a:ext>
            </a:extLst>
          </p:cNvPr>
          <p:cNvSpPr>
            <a:spLocks noGrp="1" noChangeArrowheads="1"/>
          </p:cNvSpPr>
          <p:nvPr>
            <p:ph type="sldNum" sz="quarter" idx="5"/>
          </p:nvPr>
        </p:nvSpPr>
        <p:spPr>
          <a:noFill/>
        </p:spPr>
        <p:txBody>
          <a:bodyPr/>
          <a:lstStyle>
            <a:lvl1pPr>
              <a:spcBef>
                <a:spcPct val="30000"/>
              </a:spcBef>
              <a:buSzPct val="55000"/>
              <a:buFont typeface="Monotype Sorts" charset="0"/>
              <a:buChar char="n"/>
              <a:defRPr kumimoji="1" sz="1200">
                <a:solidFill>
                  <a:schemeClr val="tx1"/>
                </a:solidFill>
                <a:latin typeface="Arial Narrow" panose="020B0606020202030204" pitchFamily="34" charset="0"/>
                <a:ea typeface="宋体" panose="02010600030101010101" pitchFamily="2" charset="-122"/>
              </a:defRPr>
            </a:lvl1pPr>
            <a:lvl2pPr marL="742950" indent="-285750">
              <a:spcBef>
                <a:spcPct val="30000"/>
              </a:spcBef>
              <a:buSzPct val="55000"/>
              <a:buFont typeface="Monotype Sorts" charset="0"/>
              <a:buChar char="l"/>
              <a:defRPr kumimoji="1" sz="1200">
                <a:solidFill>
                  <a:schemeClr val="tx1"/>
                </a:solidFill>
                <a:latin typeface="Arial Narrow" panose="020B0606020202030204" pitchFamily="34" charset="0"/>
                <a:ea typeface="宋体" panose="02010600030101010101" pitchFamily="2" charset="-122"/>
              </a:defRPr>
            </a:lvl2pPr>
            <a:lvl3pPr marL="1143000" indent="-228600">
              <a:spcBef>
                <a:spcPct val="30000"/>
              </a:spcBef>
              <a:buSzPct val="59000"/>
              <a:buFont typeface="Monotype Sorts" charset="0"/>
              <a:buChar char="s"/>
              <a:defRPr kumimoji="1" sz="1200">
                <a:solidFill>
                  <a:schemeClr val="tx1"/>
                </a:solidFill>
                <a:latin typeface="Arial Narrow" panose="020B0606020202030204" pitchFamily="34" charset="0"/>
                <a:ea typeface="宋体" panose="02010600030101010101" pitchFamily="2" charset="-122"/>
              </a:defRPr>
            </a:lvl3pPr>
            <a:lvl4pPr marL="1600200" indent="-228600">
              <a:spcBef>
                <a:spcPct val="30000"/>
              </a:spcBef>
              <a:buSzPct val="59000"/>
              <a:buFont typeface="Monotype Sorts" charset="0"/>
              <a:buChar char="u"/>
              <a:defRPr kumimoji="1" sz="1200">
                <a:solidFill>
                  <a:schemeClr val="tx1"/>
                </a:solidFill>
                <a:latin typeface="Arial Narrow" panose="020B0606020202030204" pitchFamily="34" charset="0"/>
                <a:ea typeface="宋体" panose="02010600030101010101" pitchFamily="2" charset="-122"/>
              </a:defRPr>
            </a:lvl4pPr>
            <a:lvl5pPr marL="2057400" indent="-228600">
              <a:spcBef>
                <a:spcPct val="30000"/>
              </a:spcBef>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9pPr>
          </a:lstStyle>
          <a:p>
            <a:pPr>
              <a:spcBef>
                <a:spcPct val="0"/>
              </a:spcBef>
              <a:buSzTx/>
              <a:buFontTx/>
              <a:buNone/>
            </a:pPr>
            <a:fld id="{8F7EE81F-9F8F-4FFC-B5E7-5CB4FE26AA74}" type="slidenum">
              <a:rPr lang="en-US" altLang="zh-CN"/>
              <a:pPr>
                <a:spcBef>
                  <a:spcPct val="0"/>
                </a:spcBef>
                <a:buSzTx/>
                <a:buFontTx/>
                <a:buNone/>
              </a:pPr>
              <a:t>7</a:t>
            </a:fld>
            <a:endParaRPr lang="en-US" altLang="zh-CN"/>
          </a:p>
        </p:txBody>
      </p:sp>
      <p:sp>
        <p:nvSpPr>
          <p:cNvPr id="21507" name="Rectangle 2">
            <a:extLst>
              <a:ext uri="{FF2B5EF4-FFF2-40B4-BE49-F238E27FC236}">
                <a16:creationId xmlns:a16="http://schemas.microsoft.com/office/drawing/2014/main" id="{5AA93C4C-65D5-922A-D2F6-67001AC4AAE7}"/>
              </a:ext>
            </a:extLst>
          </p:cNvPr>
          <p:cNvSpPr>
            <a:spLocks noGrp="1" noRot="1" noChangeAspect="1" noChangeArrowheads="1" noTextEdit="1"/>
          </p:cNvSpPr>
          <p:nvPr>
            <p:ph type="sldImg"/>
          </p:nvPr>
        </p:nvSpPr>
        <p:spPr>
          <a:xfrm>
            <a:off x="30163" y="746125"/>
            <a:ext cx="6610350" cy="3719513"/>
          </a:xfrm>
          <a:ln/>
        </p:spPr>
      </p:sp>
      <p:sp>
        <p:nvSpPr>
          <p:cNvPr id="21508" name="Rectangle 3">
            <a:extLst>
              <a:ext uri="{FF2B5EF4-FFF2-40B4-BE49-F238E27FC236}">
                <a16:creationId xmlns:a16="http://schemas.microsoft.com/office/drawing/2014/main" id="{08819D8B-583F-49D1-C07A-ED9D9EA0D262}"/>
              </a:ext>
            </a:extLst>
          </p:cNvPr>
          <p:cNvSpPr>
            <a:spLocks noGrp="1" noChangeArrowheads="1"/>
          </p:cNvSpPr>
          <p:nvPr>
            <p:ph type="body" idx="1"/>
          </p:nvPr>
        </p:nvSpPr>
        <p:spPr>
          <a:noFill/>
        </p:spPr>
        <p:txBody>
          <a:bodyPr/>
          <a:lstStyle/>
          <a:p>
            <a:pPr eaLnBrk="1" hangingPunct="1">
              <a:buFont typeface="Monotype Sorts" charset="0"/>
              <a:buNone/>
            </a:pPr>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0AD507E0-EFA0-492D-14FC-E586237D5030}"/>
              </a:ext>
            </a:extLst>
          </p:cNvPr>
          <p:cNvSpPr>
            <a:spLocks noGrp="1" noChangeArrowheads="1"/>
          </p:cNvSpPr>
          <p:nvPr>
            <p:ph type="sldNum" sz="quarter" idx="5"/>
          </p:nvPr>
        </p:nvSpPr>
        <p:spPr>
          <a:noFill/>
        </p:spPr>
        <p:txBody>
          <a:bodyPr/>
          <a:lstStyle>
            <a:lvl1pPr>
              <a:spcBef>
                <a:spcPct val="30000"/>
              </a:spcBef>
              <a:buSzPct val="55000"/>
              <a:buFont typeface="Monotype Sorts" charset="0"/>
              <a:buChar char="n"/>
              <a:defRPr kumimoji="1" sz="1200">
                <a:solidFill>
                  <a:schemeClr val="tx1"/>
                </a:solidFill>
                <a:latin typeface="Arial Narrow" panose="020B0606020202030204" pitchFamily="34" charset="0"/>
                <a:ea typeface="宋体" panose="02010600030101010101" pitchFamily="2" charset="-122"/>
              </a:defRPr>
            </a:lvl1pPr>
            <a:lvl2pPr marL="742950" indent="-285750">
              <a:spcBef>
                <a:spcPct val="30000"/>
              </a:spcBef>
              <a:buSzPct val="55000"/>
              <a:buFont typeface="Monotype Sorts" charset="0"/>
              <a:buChar char="l"/>
              <a:defRPr kumimoji="1" sz="1200">
                <a:solidFill>
                  <a:schemeClr val="tx1"/>
                </a:solidFill>
                <a:latin typeface="Arial Narrow" panose="020B0606020202030204" pitchFamily="34" charset="0"/>
                <a:ea typeface="宋体" panose="02010600030101010101" pitchFamily="2" charset="-122"/>
              </a:defRPr>
            </a:lvl2pPr>
            <a:lvl3pPr marL="1143000" indent="-228600">
              <a:spcBef>
                <a:spcPct val="30000"/>
              </a:spcBef>
              <a:buSzPct val="59000"/>
              <a:buFont typeface="Monotype Sorts" charset="0"/>
              <a:buChar char="s"/>
              <a:defRPr kumimoji="1" sz="1200">
                <a:solidFill>
                  <a:schemeClr val="tx1"/>
                </a:solidFill>
                <a:latin typeface="Arial Narrow" panose="020B0606020202030204" pitchFamily="34" charset="0"/>
                <a:ea typeface="宋体" panose="02010600030101010101" pitchFamily="2" charset="-122"/>
              </a:defRPr>
            </a:lvl3pPr>
            <a:lvl4pPr marL="1600200" indent="-228600">
              <a:spcBef>
                <a:spcPct val="30000"/>
              </a:spcBef>
              <a:buSzPct val="59000"/>
              <a:buFont typeface="Monotype Sorts" charset="0"/>
              <a:buChar char="u"/>
              <a:defRPr kumimoji="1" sz="1200">
                <a:solidFill>
                  <a:schemeClr val="tx1"/>
                </a:solidFill>
                <a:latin typeface="Arial Narrow" panose="020B0606020202030204" pitchFamily="34" charset="0"/>
                <a:ea typeface="宋体" panose="02010600030101010101" pitchFamily="2" charset="-122"/>
              </a:defRPr>
            </a:lvl4pPr>
            <a:lvl5pPr marL="2057400" indent="-228600">
              <a:spcBef>
                <a:spcPct val="30000"/>
              </a:spcBef>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9pPr>
          </a:lstStyle>
          <a:p>
            <a:pPr>
              <a:spcBef>
                <a:spcPct val="0"/>
              </a:spcBef>
              <a:buSzTx/>
              <a:buFontTx/>
              <a:buNone/>
            </a:pPr>
            <a:fld id="{1D49AF62-2C2D-42D4-AF98-492AA23610DE}" type="slidenum">
              <a:rPr lang="en-US" altLang="zh-CN"/>
              <a:pPr>
                <a:spcBef>
                  <a:spcPct val="0"/>
                </a:spcBef>
                <a:buSzTx/>
                <a:buFontTx/>
                <a:buNone/>
              </a:pPr>
              <a:t>14</a:t>
            </a:fld>
            <a:endParaRPr lang="en-US" altLang="zh-CN"/>
          </a:p>
        </p:txBody>
      </p:sp>
      <p:sp>
        <p:nvSpPr>
          <p:cNvPr id="28675" name="Rectangle 2">
            <a:extLst>
              <a:ext uri="{FF2B5EF4-FFF2-40B4-BE49-F238E27FC236}">
                <a16:creationId xmlns:a16="http://schemas.microsoft.com/office/drawing/2014/main" id="{6D9F169E-5A64-E733-6CF2-9C8CFE1454AD}"/>
              </a:ext>
            </a:extLst>
          </p:cNvPr>
          <p:cNvSpPr>
            <a:spLocks noGrp="1" noRot="1" noChangeAspect="1" noChangeArrowheads="1" noTextEdit="1"/>
          </p:cNvSpPr>
          <p:nvPr>
            <p:ph type="sldImg"/>
          </p:nvPr>
        </p:nvSpPr>
        <p:spPr>
          <a:xfrm>
            <a:off x="30163" y="746125"/>
            <a:ext cx="6610350" cy="3719513"/>
          </a:xfrm>
          <a:ln/>
        </p:spPr>
      </p:sp>
      <p:sp>
        <p:nvSpPr>
          <p:cNvPr id="28676" name="Rectangle 3">
            <a:extLst>
              <a:ext uri="{FF2B5EF4-FFF2-40B4-BE49-F238E27FC236}">
                <a16:creationId xmlns:a16="http://schemas.microsoft.com/office/drawing/2014/main" id="{FE94AD2C-D6A4-8982-72AA-E9B56BEC7542}"/>
              </a:ext>
            </a:extLst>
          </p:cNvPr>
          <p:cNvSpPr>
            <a:spLocks noGrp="1" noChangeArrowheads="1"/>
          </p:cNvSpPr>
          <p:nvPr>
            <p:ph type="body" idx="1"/>
          </p:nvPr>
        </p:nvSpPr>
        <p:spPr>
          <a:noFill/>
        </p:spPr>
        <p:txBody>
          <a:bodyPr/>
          <a:lstStyle/>
          <a:p>
            <a:pPr eaLnBrk="1" hangingPunct="1"/>
            <a:endParaRPr lang="zh-CN" altLang="zh-CN">
              <a:latin typeface="黑体" panose="02010609060101010101" pitchFamily="49" charset="-122"/>
              <a:ea typeface="黑体" panose="02010609060101010101" pitchFamily="49"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a:extLst>
              <a:ext uri="{FF2B5EF4-FFF2-40B4-BE49-F238E27FC236}">
                <a16:creationId xmlns:a16="http://schemas.microsoft.com/office/drawing/2014/main" id="{81AA56A7-9CFA-B91B-EAF8-DAFD09231C5D}"/>
              </a:ext>
            </a:extLst>
          </p:cNvPr>
          <p:cNvSpPr>
            <a:spLocks noGrp="1" noRot="1" noChangeAspect="1" noChangeArrowheads="1" noTextEdit="1"/>
          </p:cNvSpPr>
          <p:nvPr>
            <p:ph type="sldImg"/>
          </p:nvPr>
        </p:nvSpPr>
        <p:spPr>
          <a:xfrm>
            <a:off x="30163" y="746125"/>
            <a:ext cx="6610350" cy="3719513"/>
          </a:xfrm>
          <a:ln/>
        </p:spPr>
      </p:sp>
      <p:sp>
        <p:nvSpPr>
          <p:cNvPr id="30723" name="备注占位符 2">
            <a:extLst>
              <a:ext uri="{FF2B5EF4-FFF2-40B4-BE49-F238E27FC236}">
                <a16:creationId xmlns:a16="http://schemas.microsoft.com/office/drawing/2014/main" id="{5B252AE6-9F22-3B6E-1FF6-2074B9C3D47D}"/>
              </a:ext>
            </a:extLst>
          </p:cNvPr>
          <p:cNvSpPr>
            <a:spLocks noGrp="1" noChangeArrowheads="1"/>
          </p:cNvSpPr>
          <p:nvPr>
            <p:ph type="body" idx="1"/>
          </p:nvPr>
        </p:nvSpPr>
        <p:spPr>
          <a:noFill/>
        </p:spPr>
        <p:txBody>
          <a:bodyPr/>
          <a:lstStyle/>
          <a:p>
            <a:endParaRPr lang="zh-CN" altLang="en-US"/>
          </a:p>
        </p:txBody>
      </p:sp>
      <p:sp>
        <p:nvSpPr>
          <p:cNvPr id="30724" name="灯片编号占位符 3">
            <a:extLst>
              <a:ext uri="{FF2B5EF4-FFF2-40B4-BE49-F238E27FC236}">
                <a16:creationId xmlns:a16="http://schemas.microsoft.com/office/drawing/2014/main" id="{FB2278BC-0EDD-DF2C-AABA-FBEDC672E5C7}"/>
              </a:ext>
            </a:extLst>
          </p:cNvPr>
          <p:cNvSpPr>
            <a:spLocks noGrp="1"/>
          </p:cNvSpPr>
          <p:nvPr>
            <p:ph type="sldNum" sz="quarter" idx="5"/>
          </p:nvPr>
        </p:nvSpPr>
        <p:spPr>
          <a:noFill/>
        </p:spPr>
        <p:txBody>
          <a:bodyP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fld id="{BE392330-B65B-424E-BC56-DC77F1BCBB79}" type="slidenum">
              <a:rPr lang="en-US" altLang="zh-CN" sz="1200"/>
              <a:pPr/>
              <a:t>15</a:t>
            </a:fld>
            <a:endParaRPr lang="en-US" altLang="zh-CN"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C680C702-3798-CB63-FB3A-0EC271FD9A35}"/>
              </a:ext>
            </a:extLst>
          </p:cNvPr>
          <p:cNvSpPr>
            <a:spLocks noGrp="1" noChangeArrowheads="1"/>
          </p:cNvSpPr>
          <p:nvPr>
            <p:ph type="sldNum" sz="quarter" idx="5"/>
          </p:nvPr>
        </p:nvSpPr>
        <p:spPr>
          <a:noFill/>
        </p:spPr>
        <p:txBody>
          <a:bodyPr/>
          <a:lstStyle>
            <a:lvl1pPr>
              <a:spcBef>
                <a:spcPct val="30000"/>
              </a:spcBef>
              <a:buSzPct val="55000"/>
              <a:buFont typeface="Monotype Sorts" charset="0"/>
              <a:buChar char="n"/>
              <a:defRPr kumimoji="1" sz="1200">
                <a:solidFill>
                  <a:schemeClr val="tx1"/>
                </a:solidFill>
                <a:latin typeface="Arial Narrow" panose="020B0606020202030204" pitchFamily="34" charset="0"/>
                <a:ea typeface="宋体" panose="02010600030101010101" pitchFamily="2" charset="-122"/>
              </a:defRPr>
            </a:lvl1pPr>
            <a:lvl2pPr marL="742950" indent="-285750">
              <a:spcBef>
                <a:spcPct val="30000"/>
              </a:spcBef>
              <a:buSzPct val="55000"/>
              <a:buFont typeface="Monotype Sorts" charset="0"/>
              <a:buChar char="l"/>
              <a:defRPr kumimoji="1" sz="1200">
                <a:solidFill>
                  <a:schemeClr val="tx1"/>
                </a:solidFill>
                <a:latin typeface="Arial Narrow" panose="020B0606020202030204" pitchFamily="34" charset="0"/>
                <a:ea typeface="宋体" panose="02010600030101010101" pitchFamily="2" charset="-122"/>
              </a:defRPr>
            </a:lvl2pPr>
            <a:lvl3pPr marL="1143000" indent="-228600">
              <a:spcBef>
                <a:spcPct val="30000"/>
              </a:spcBef>
              <a:buSzPct val="59000"/>
              <a:buFont typeface="Monotype Sorts" charset="0"/>
              <a:buChar char="s"/>
              <a:defRPr kumimoji="1" sz="1200">
                <a:solidFill>
                  <a:schemeClr val="tx1"/>
                </a:solidFill>
                <a:latin typeface="Arial Narrow" panose="020B0606020202030204" pitchFamily="34" charset="0"/>
                <a:ea typeface="宋体" panose="02010600030101010101" pitchFamily="2" charset="-122"/>
              </a:defRPr>
            </a:lvl3pPr>
            <a:lvl4pPr marL="1600200" indent="-228600">
              <a:spcBef>
                <a:spcPct val="30000"/>
              </a:spcBef>
              <a:buSzPct val="59000"/>
              <a:buFont typeface="Monotype Sorts" charset="0"/>
              <a:buChar char="u"/>
              <a:defRPr kumimoji="1" sz="1200">
                <a:solidFill>
                  <a:schemeClr val="tx1"/>
                </a:solidFill>
                <a:latin typeface="Arial Narrow" panose="020B0606020202030204" pitchFamily="34" charset="0"/>
                <a:ea typeface="宋体" panose="02010600030101010101" pitchFamily="2" charset="-122"/>
              </a:defRPr>
            </a:lvl4pPr>
            <a:lvl5pPr marL="2057400" indent="-228600">
              <a:spcBef>
                <a:spcPct val="30000"/>
              </a:spcBef>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9pPr>
          </a:lstStyle>
          <a:p>
            <a:pPr>
              <a:spcBef>
                <a:spcPct val="0"/>
              </a:spcBef>
              <a:buSzTx/>
              <a:buFontTx/>
              <a:buNone/>
            </a:pPr>
            <a:fld id="{F3EC8AA3-C27D-4847-B13F-3821F78F86AE}" type="slidenum">
              <a:rPr lang="en-US" altLang="zh-CN"/>
              <a:pPr>
                <a:spcBef>
                  <a:spcPct val="0"/>
                </a:spcBef>
                <a:buSzTx/>
                <a:buFontTx/>
                <a:buNone/>
              </a:pPr>
              <a:t>17</a:t>
            </a:fld>
            <a:endParaRPr lang="en-US" altLang="zh-CN"/>
          </a:p>
        </p:txBody>
      </p:sp>
      <p:sp>
        <p:nvSpPr>
          <p:cNvPr id="33795" name="Rectangle 2">
            <a:extLst>
              <a:ext uri="{FF2B5EF4-FFF2-40B4-BE49-F238E27FC236}">
                <a16:creationId xmlns:a16="http://schemas.microsoft.com/office/drawing/2014/main" id="{071116CF-8175-FB23-28AC-F871503FB925}"/>
              </a:ext>
            </a:extLst>
          </p:cNvPr>
          <p:cNvSpPr>
            <a:spLocks noGrp="1" noRot="1" noChangeAspect="1" noChangeArrowheads="1" noTextEdit="1"/>
          </p:cNvSpPr>
          <p:nvPr>
            <p:ph type="sldImg"/>
          </p:nvPr>
        </p:nvSpPr>
        <p:spPr>
          <a:xfrm>
            <a:off x="30163" y="746125"/>
            <a:ext cx="6610350" cy="3719513"/>
          </a:xfrm>
          <a:ln/>
        </p:spPr>
      </p:sp>
      <p:sp>
        <p:nvSpPr>
          <p:cNvPr id="33796" name="Rectangle 3">
            <a:extLst>
              <a:ext uri="{FF2B5EF4-FFF2-40B4-BE49-F238E27FC236}">
                <a16:creationId xmlns:a16="http://schemas.microsoft.com/office/drawing/2014/main" id="{E6AB3D5B-4E2C-FD27-8C2F-AF802A53C061}"/>
              </a:ext>
            </a:extLst>
          </p:cNvPr>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66CEE8D8-9C05-CBAA-B302-45C3B76E99F2}"/>
              </a:ext>
            </a:extLst>
          </p:cNvPr>
          <p:cNvSpPr>
            <a:spLocks noGrp="1" noRot="1" noChangeAspect="1" noChangeArrowheads="1" noTextEdit="1"/>
          </p:cNvSpPr>
          <p:nvPr>
            <p:ph type="sldImg"/>
          </p:nvPr>
        </p:nvSpPr>
        <p:spPr>
          <a:xfrm>
            <a:off x="30163" y="746125"/>
            <a:ext cx="6610350" cy="3719513"/>
          </a:xfrm>
          <a:ln/>
        </p:spPr>
      </p:sp>
      <p:sp>
        <p:nvSpPr>
          <p:cNvPr id="39939" name="备注占位符 2">
            <a:extLst>
              <a:ext uri="{FF2B5EF4-FFF2-40B4-BE49-F238E27FC236}">
                <a16:creationId xmlns:a16="http://schemas.microsoft.com/office/drawing/2014/main" id="{4CEBF036-CE87-23FD-FDA4-BA8CDFE654AC}"/>
              </a:ext>
            </a:extLst>
          </p:cNvPr>
          <p:cNvSpPr>
            <a:spLocks noGrp="1" noChangeArrowheads="1"/>
          </p:cNvSpPr>
          <p:nvPr>
            <p:ph type="body" idx="1"/>
          </p:nvPr>
        </p:nvSpPr>
        <p:spPr>
          <a:noFill/>
        </p:spPr>
        <p:txBody>
          <a:bodyPr/>
          <a:lstStyle/>
          <a:p>
            <a:pPr>
              <a:buFont typeface="Monotype Sorts" charset="0"/>
              <a:buNone/>
            </a:pPr>
            <a:r>
              <a:rPr lang="zh-CN" altLang="en-US"/>
              <a:t>应对时代的变化，业务、技术的变革</a:t>
            </a:r>
          </a:p>
        </p:txBody>
      </p:sp>
      <p:sp>
        <p:nvSpPr>
          <p:cNvPr id="39940" name="灯片编号占位符 3">
            <a:extLst>
              <a:ext uri="{FF2B5EF4-FFF2-40B4-BE49-F238E27FC236}">
                <a16:creationId xmlns:a16="http://schemas.microsoft.com/office/drawing/2014/main" id="{C830D018-C866-45F6-1279-C721540C3152}"/>
              </a:ext>
            </a:extLst>
          </p:cNvPr>
          <p:cNvSpPr>
            <a:spLocks noGrp="1"/>
          </p:cNvSpPr>
          <p:nvPr>
            <p:ph type="sldNum" sz="quarter" idx="5"/>
          </p:nvPr>
        </p:nvSpPr>
        <p:spPr>
          <a:noFill/>
        </p:spPr>
        <p:txBody>
          <a:bodyP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fld id="{5677EEEA-C128-45FF-8C97-251034009B4F}" type="slidenum">
              <a:rPr lang="en-US" altLang="zh-CN" sz="1200"/>
              <a:pPr/>
              <a:t>22</a:t>
            </a:fld>
            <a:endParaRPr lang="en-US" altLang="zh-CN"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a:extLst>
              <a:ext uri="{FF2B5EF4-FFF2-40B4-BE49-F238E27FC236}">
                <a16:creationId xmlns:a16="http://schemas.microsoft.com/office/drawing/2014/main" id="{6F5E7E04-ADE9-6441-1DEC-91FDA8AFCA44}"/>
              </a:ext>
            </a:extLst>
          </p:cNvPr>
          <p:cNvSpPr>
            <a:spLocks noGrp="1" noRot="1" noChangeAspect="1" noChangeArrowheads="1" noTextEdit="1"/>
          </p:cNvSpPr>
          <p:nvPr>
            <p:ph type="sldImg"/>
          </p:nvPr>
        </p:nvSpPr>
        <p:spPr>
          <a:xfrm>
            <a:off x="30163" y="746125"/>
            <a:ext cx="6610350" cy="3719513"/>
          </a:xfrm>
          <a:ln/>
        </p:spPr>
      </p:sp>
      <p:sp>
        <p:nvSpPr>
          <p:cNvPr id="44035" name="备注占位符 2">
            <a:extLst>
              <a:ext uri="{FF2B5EF4-FFF2-40B4-BE49-F238E27FC236}">
                <a16:creationId xmlns:a16="http://schemas.microsoft.com/office/drawing/2014/main" id="{D37A0B72-C125-7B83-4D55-3145827323D9}"/>
              </a:ext>
            </a:extLst>
          </p:cNvPr>
          <p:cNvSpPr>
            <a:spLocks noGrp="1" noChangeArrowheads="1"/>
          </p:cNvSpPr>
          <p:nvPr>
            <p:ph type="body" idx="1"/>
          </p:nvPr>
        </p:nvSpPr>
        <p:spPr>
          <a:noFill/>
        </p:spPr>
        <p:txBody>
          <a:bodyPr/>
          <a:lstStyle/>
          <a:p>
            <a:r>
              <a:rPr lang="en-US" altLang="zh-CN"/>
              <a:t>PMBOK</a:t>
            </a:r>
            <a:r>
              <a:rPr lang="zh-CN" altLang="zh-CN"/>
              <a:t>第七版不同于</a:t>
            </a:r>
            <a:r>
              <a:rPr lang="en-US" altLang="zh-CN"/>
              <a:t>PMBOK</a:t>
            </a:r>
            <a:r>
              <a:rPr lang="zh-CN" altLang="zh-CN"/>
              <a:t>以往的版本，以往的版本是对上个版本进行更新和替换。</a:t>
            </a:r>
            <a:br>
              <a:rPr lang="en-US" altLang="zh-CN"/>
            </a:br>
            <a:r>
              <a:rPr lang="zh-CN" altLang="zh-CN"/>
              <a:t>而这次</a:t>
            </a:r>
            <a:r>
              <a:rPr lang="en-US" altLang="zh-CN"/>
              <a:t>PMBOK</a:t>
            </a:r>
            <a:r>
              <a:rPr lang="zh-CN" altLang="zh-CN"/>
              <a:t>第七版的出版，</a:t>
            </a:r>
            <a:r>
              <a:rPr lang="en-US" altLang="zh-CN"/>
              <a:t>PMI</a:t>
            </a:r>
            <a:r>
              <a:rPr lang="zh-CN" altLang="zh-CN"/>
              <a:t>给出的说法是</a:t>
            </a:r>
            <a:r>
              <a:rPr lang="en-US" altLang="zh-CN" b="1"/>
              <a:t>PMBOK</a:t>
            </a:r>
            <a:r>
              <a:rPr lang="zh-CN" altLang="zh-CN" b="1"/>
              <a:t>第七版将会长期的与第六版共存，也就是说</a:t>
            </a:r>
            <a:r>
              <a:rPr lang="en-US" altLang="zh-CN" b="1"/>
              <a:t>PMBOK</a:t>
            </a:r>
            <a:r>
              <a:rPr lang="zh-CN" altLang="zh-CN" b="1"/>
              <a:t>第七版不是对第六版推翻、不是替代第六版，而是对第六版中项目管理核心精髓的延伸，是对第六版知识领域与过程组高层次、高维度的承接，再度续写下个项目管理标准构架的辉煌。</a:t>
            </a:r>
            <a:br>
              <a:rPr lang="en-US" altLang="zh-CN"/>
            </a:br>
            <a:endParaRPr lang="zh-CN" altLang="en-US"/>
          </a:p>
        </p:txBody>
      </p:sp>
      <p:sp>
        <p:nvSpPr>
          <p:cNvPr id="44036" name="灯片编号占位符 3">
            <a:extLst>
              <a:ext uri="{FF2B5EF4-FFF2-40B4-BE49-F238E27FC236}">
                <a16:creationId xmlns:a16="http://schemas.microsoft.com/office/drawing/2014/main" id="{9540689F-B4E9-E4D6-1F02-81773CBEC676}"/>
              </a:ext>
            </a:extLst>
          </p:cNvPr>
          <p:cNvSpPr>
            <a:spLocks noGrp="1"/>
          </p:cNvSpPr>
          <p:nvPr>
            <p:ph type="sldNum" sz="quarter" idx="5"/>
          </p:nvPr>
        </p:nvSpPr>
        <p:spPr>
          <a:noFill/>
        </p:spPr>
        <p:txBody>
          <a:bodyP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fld id="{F0D936B5-4436-496A-B096-89AB3BEB9E9E}" type="slidenum">
              <a:rPr lang="en-US" altLang="zh-CN" sz="1200"/>
              <a:pPr/>
              <a:t>25</a:t>
            </a:fld>
            <a:endParaRPr lang="en-US" altLang="zh-CN"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a:extLst>
              <a:ext uri="{FF2B5EF4-FFF2-40B4-BE49-F238E27FC236}">
                <a16:creationId xmlns:a16="http://schemas.microsoft.com/office/drawing/2014/main" id="{17EB9319-4F30-95AF-B702-84C278A455FA}"/>
              </a:ext>
            </a:extLst>
          </p:cNvPr>
          <p:cNvSpPr>
            <a:spLocks noGrp="1" noRot="1" noChangeAspect="1" noChangeArrowheads="1" noTextEdit="1"/>
          </p:cNvSpPr>
          <p:nvPr>
            <p:ph type="sldImg"/>
          </p:nvPr>
        </p:nvSpPr>
        <p:spPr>
          <a:xfrm>
            <a:off x="30163" y="746125"/>
            <a:ext cx="6610350" cy="3719513"/>
          </a:xfrm>
          <a:ln/>
        </p:spPr>
      </p:sp>
      <p:sp>
        <p:nvSpPr>
          <p:cNvPr id="48131" name="备注占位符 2">
            <a:extLst>
              <a:ext uri="{FF2B5EF4-FFF2-40B4-BE49-F238E27FC236}">
                <a16:creationId xmlns:a16="http://schemas.microsoft.com/office/drawing/2014/main" id="{E3985AFD-9757-FF58-2120-E2DD55AA04E2}"/>
              </a:ext>
            </a:extLst>
          </p:cNvPr>
          <p:cNvSpPr>
            <a:spLocks noGrp="1" noChangeArrowheads="1"/>
          </p:cNvSpPr>
          <p:nvPr>
            <p:ph type="body" idx="1"/>
          </p:nvPr>
        </p:nvSpPr>
        <p:spPr>
          <a:noFill/>
        </p:spPr>
        <p:txBody>
          <a:bodyPr/>
          <a:lstStyle/>
          <a:p>
            <a:r>
              <a:rPr lang="zh-CN" altLang="zh-CN"/>
              <a:t>描述了项目所处环境的不确定性程度与自身特点决定了生命周期与开发方法的选取，无论采用从瀑布到敏捷的哪种开发方法，都需要通过</a:t>
            </a:r>
            <a:r>
              <a:rPr lang="en-US" altLang="zh-CN"/>
              <a:t>PDCA</a:t>
            </a:r>
            <a:r>
              <a:rPr lang="zh-CN" altLang="zh-CN"/>
              <a:t>（</a:t>
            </a:r>
            <a:r>
              <a:rPr lang="en-US" altLang="zh-CN"/>
              <a:t>Plan-</a:t>
            </a:r>
            <a:r>
              <a:rPr lang="zh-CN" altLang="zh-CN"/>
              <a:t>计划、</a:t>
            </a:r>
            <a:r>
              <a:rPr lang="en-US" altLang="zh-CN"/>
              <a:t>Do-</a:t>
            </a:r>
            <a:r>
              <a:rPr lang="zh-CN" altLang="zh-CN"/>
              <a:t>执行、</a:t>
            </a:r>
            <a:r>
              <a:rPr lang="en-US" altLang="zh-CN"/>
              <a:t>Check-</a:t>
            </a:r>
            <a:r>
              <a:rPr lang="zh-CN" altLang="zh-CN"/>
              <a:t>检查、</a:t>
            </a:r>
            <a:r>
              <a:rPr lang="en-US" altLang="zh-CN"/>
              <a:t>Act-</a:t>
            </a:r>
            <a:r>
              <a:rPr lang="zh-CN" altLang="zh-CN"/>
              <a:t>处理）循环如规划、项目工作、测量从而最终交付项目成果、收益与价值。</a:t>
            </a:r>
          </a:p>
          <a:p>
            <a:r>
              <a:rPr lang="en-US" altLang="zh-CN"/>
              <a:t> </a:t>
            </a:r>
            <a:endParaRPr lang="zh-CN" altLang="zh-CN"/>
          </a:p>
          <a:p>
            <a:r>
              <a:rPr lang="zh-CN" altLang="zh-CN"/>
              <a:t>在项目开展过程中，人是最重要的因素，项目需要干系人的有效参与，并需要通过激励团队来加以高绩效实施从而达成目标。</a:t>
            </a:r>
          </a:p>
          <a:p>
            <a:endParaRPr lang="zh-CN" altLang="en-US"/>
          </a:p>
        </p:txBody>
      </p:sp>
      <p:sp>
        <p:nvSpPr>
          <p:cNvPr id="48132" name="灯片编号占位符 3">
            <a:extLst>
              <a:ext uri="{FF2B5EF4-FFF2-40B4-BE49-F238E27FC236}">
                <a16:creationId xmlns:a16="http://schemas.microsoft.com/office/drawing/2014/main" id="{C0B60CDB-7867-A75A-D338-88C3AAFAB6B0}"/>
              </a:ext>
            </a:extLst>
          </p:cNvPr>
          <p:cNvSpPr>
            <a:spLocks noGrp="1"/>
          </p:cNvSpPr>
          <p:nvPr>
            <p:ph type="sldNum" sz="quarter" idx="5"/>
          </p:nvPr>
        </p:nvSpPr>
        <p:spPr>
          <a:noFill/>
        </p:spPr>
        <p:txBody>
          <a:bodyP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fld id="{647E0010-9E85-4E34-A3AB-08848C0226F3}" type="slidenum">
              <a:rPr lang="en-US" altLang="zh-CN" sz="1200"/>
              <a:pPr/>
              <a:t>28</a:t>
            </a:fld>
            <a:endParaRPr lang="en-US" altLang="zh-CN"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008906E2-25F2-A8BC-26C1-7B96AEED30FE}"/>
              </a:ext>
            </a:extLst>
          </p:cNvPr>
          <p:cNvSpPr>
            <a:spLocks noGrp="1" noChangeArrowheads="1"/>
          </p:cNvSpPr>
          <p:nvPr>
            <p:ph type="sldNum" sz="quarter" idx="5"/>
          </p:nvPr>
        </p:nvSpPr>
        <p:spPr>
          <a:noFill/>
        </p:spPr>
        <p:txBody>
          <a:bodyPr/>
          <a:lstStyle>
            <a:lvl1pPr>
              <a:spcBef>
                <a:spcPct val="30000"/>
              </a:spcBef>
              <a:buSzPct val="55000"/>
              <a:buFont typeface="Monotype Sorts" charset="0"/>
              <a:buChar char="n"/>
              <a:defRPr kumimoji="1" sz="1200">
                <a:solidFill>
                  <a:schemeClr val="tx1"/>
                </a:solidFill>
                <a:latin typeface="Arial Narrow" panose="020B0606020202030204" pitchFamily="34" charset="0"/>
                <a:ea typeface="宋体" panose="02010600030101010101" pitchFamily="2" charset="-122"/>
              </a:defRPr>
            </a:lvl1pPr>
            <a:lvl2pPr marL="742950" indent="-285750">
              <a:spcBef>
                <a:spcPct val="30000"/>
              </a:spcBef>
              <a:buSzPct val="55000"/>
              <a:buFont typeface="Monotype Sorts" charset="0"/>
              <a:buChar char="l"/>
              <a:defRPr kumimoji="1" sz="1200">
                <a:solidFill>
                  <a:schemeClr val="tx1"/>
                </a:solidFill>
                <a:latin typeface="Arial Narrow" panose="020B0606020202030204" pitchFamily="34" charset="0"/>
                <a:ea typeface="宋体" panose="02010600030101010101" pitchFamily="2" charset="-122"/>
              </a:defRPr>
            </a:lvl2pPr>
            <a:lvl3pPr marL="1143000" indent="-228600">
              <a:spcBef>
                <a:spcPct val="30000"/>
              </a:spcBef>
              <a:buSzPct val="59000"/>
              <a:buFont typeface="Monotype Sorts" charset="0"/>
              <a:buChar char="s"/>
              <a:defRPr kumimoji="1" sz="1200">
                <a:solidFill>
                  <a:schemeClr val="tx1"/>
                </a:solidFill>
                <a:latin typeface="Arial Narrow" panose="020B0606020202030204" pitchFamily="34" charset="0"/>
                <a:ea typeface="宋体" panose="02010600030101010101" pitchFamily="2" charset="-122"/>
              </a:defRPr>
            </a:lvl3pPr>
            <a:lvl4pPr marL="1600200" indent="-228600">
              <a:spcBef>
                <a:spcPct val="30000"/>
              </a:spcBef>
              <a:buSzPct val="59000"/>
              <a:buFont typeface="Monotype Sorts" charset="0"/>
              <a:buChar char="u"/>
              <a:defRPr kumimoji="1" sz="1200">
                <a:solidFill>
                  <a:schemeClr val="tx1"/>
                </a:solidFill>
                <a:latin typeface="Arial Narrow" panose="020B0606020202030204" pitchFamily="34" charset="0"/>
                <a:ea typeface="宋体" panose="02010600030101010101" pitchFamily="2" charset="-122"/>
              </a:defRPr>
            </a:lvl4pPr>
            <a:lvl5pPr marL="2057400" indent="-228600">
              <a:spcBef>
                <a:spcPct val="30000"/>
              </a:spcBef>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9pPr>
          </a:lstStyle>
          <a:p>
            <a:pPr>
              <a:spcBef>
                <a:spcPct val="0"/>
              </a:spcBef>
              <a:buSzTx/>
              <a:buFontTx/>
              <a:buNone/>
            </a:pPr>
            <a:fld id="{730470CA-27CF-489F-8D94-8CBED9F4250A}" type="slidenum">
              <a:rPr lang="en-US" altLang="zh-CN"/>
              <a:pPr>
                <a:spcBef>
                  <a:spcPct val="0"/>
                </a:spcBef>
                <a:buSzTx/>
                <a:buFontTx/>
                <a:buNone/>
              </a:pPr>
              <a:t>29</a:t>
            </a:fld>
            <a:endParaRPr lang="en-US" altLang="zh-CN"/>
          </a:p>
        </p:txBody>
      </p:sp>
      <p:sp>
        <p:nvSpPr>
          <p:cNvPr id="50179" name="Rectangle 2">
            <a:extLst>
              <a:ext uri="{FF2B5EF4-FFF2-40B4-BE49-F238E27FC236}">
                <a16:creationId xmlns:a16="http://schemas.microsoft.com/office/drawing/2014/main" id="{A1E0C3DA-D1AF-B76F-707A-2370AF25D33E}"/>
              </a:ext>
            </a:extLst>
          </p:cNvPr>
          <p:cNvSpPr>
            <a:spLocks noGrp="1" noRot="1" noChangeAspect="1" noChangeArrowheads="1" noTextEdit="1"/>
          </p:cNvSpPr>
          <p:nvPr>
            <p:ph type="sldImg"/>
          </p:nvPr>
        </p:nvSpPr>
        <p:spPr>
          <a:xfrm>
            <a:off x="30163" y="746125"/>
            <a:ext cx="6610350" cy="3719513"/>
          </a:xfrm>
          <a:ln/>
        </p:spPr>
      </p:sp>
      <p:sp>
        <p:nvSpPr>
          <p:cNvPr id="50180" name="Rectangle 3">
            <a:extLst>
              <a:ext uri="{FF2B5EF4-FFF2-40B4-BE49-F238E27FC236}">
                <a16:creationId xmlns:a16="http://schemas.microsoft.com/office/drawing/2014/main" id="{438D17FC-7143-ECBE-74EC-B80EE6D14732}"/>
              </a:ext>
            </a:extLst>
          </p:cNvPr>
          <p:cNvSpPr>
            <a:spLocks noGrp="1" noChangeArrowheads="1"/>
          </p:cNvSpPr>
          <p:nvPr>
            <p:ph type="body" idx="1"/>
          </p:nvPr>
        </p:nvSpPr>
        <p:spPr>
          <a:noFill/>
        </p:spPr>
        <p:txBody>
          <a:bodyPr/>
          <a:lstStyle/>
          <a:p>
            <a:pPr eaLnBrk="1" hangingPunct="1">
              <a:buFont typeface="Monotype Sorts" charset="0"/>
              <a:buNone/>
            </a:pPr>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2E01E70A-8151-56F1-0D2F-97403A12CF37}"/>
              </a:ext>
            </a:extLst>
          </p:cNvPr>
          <p:cNvSpPr>
            <a:spLocks noGrp="1" noChangeArrowheads="1"/>
          </p:cNvSpPr>
          <p:nvPr>
            <p:ph type="sldNum" sz="quarter" idx="5"/>
          </p:nvPr>
        </p:nvSpPr>
        <p:spPr>
          <a:noFill/>
        </p:spPr>
        <p:txBody>
          <a:bodyPr/>
          <a:lstStyle>
            <a:lvl1pPr>
              <a:spcBef>
                <a:spcPct val="30000"/>
              </a:spcBef>
              <a:buSzPct val="55000"/>
              <a:buFont typeface="Monotype Sorts" charset="0"/>
              <a:buChar char="n"/>
              <a:defRPr kumimoji="1" sz="1200">
                <a:solidFill>
                  <a:schemeClr val="tx1"/>
                </a:solidFill>
                <a:latin typeface="Arial Narrow" panose="020B0606020202030204" pitchFamily="34" charset="0"/>
                <a:ea typeface="宋体" panose="02010600030101010101" pitchFamily="2" charset="-122"/>
              </a:defRPr>
            </a:lvl1pPr>
            <a:lvl2pPr marL="742950" indent="-285750">
              <a:spcBef>
                <a:spcPct val="30000"/>
              </a:spcBef>
              <a:buSzPct val="55000"/>
              <a:buFont typeface="Monotype Sorts" charset="0"/>
              <a:buChar char="l"/>
              <a:defRPr kumimoji="1" sz="1200">
                <a:solidFill>
                  <a:schemeClr val="tx1"/>
                </a:solidFill>
                <a:latin typeface="Arial Narrow" panose="020B0606020202030204" pitchFamily="34" charset="0"/>
                <a:ea typeface="宋体" panose="02010600030101010101" pitchFamily="2" charset="-122"/>
              </a:defRPr>
            </a:lvl2pPr>
            <a:lvl3pPr marL="1143000" indent="-228600">
              <a:spcBef>
                <a:spcPct val="30000"/>
              </a:spcBef>
              <a:buSzPct val="59000"/>
              <a:buFont typeface="Monotype Sorts" charset="0"/>
              <a:buChar char="s"/>
              <a:defRPr kumimoji="1" sz="1200">
                <a:solidFill>
                  <a:schemeClr val="tx1"/>
                </a:solidFill>
                <a:latin typeface="Arial Narrow" panose="020B0606020202030204" pitchFamily="34" charset="0"/>
                <a:ea typeface="宋体" panose="02010600030101010101" pitchFamily="2" charset="-122"/>
              </a:defRPr>
            </a:lvl3pPr>
            <a:lvl4pPr marL="1600200" indent="-228600">
              <a:spcBef>
                <a:spcPct val="30000"/>
              </a:spcBef>
              <a:buSzPct val="59000"/>
              <a:buFont typeface="Monotype Sorts" charset="0"/>
              <a:buChar char="u"/>
              <a:defRPr kumimoji="1" sz="1200">
                <a:solidFill>
                  <a:schemeClr val="tx1"/>
                </a:solidFill>
                <a:latin typeface="Arial Narrow" panose="020B0606020202030204" pitchFamily="34" charset="0"/>
                <a:ea typeface="宋体" panose="02010600030101010101" pitchFamily="2" charset="-122"/>
              </a:defRPr>
            </a:lvl4pPr>
            <a:lvl5pPr marL="2057400" indent="-228600">
              <a:spcBef>
                <a:spcPct val="30000"/>
              </a:spcBef>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9pPr>
          </a:lstStyle>
          <a:p>
            <a:pPr>
              <a:spcBef>
                <a:spcPct val="0"/>
              </a:spcBef>
              <a:buSzTx/>
              <a:buFontTx/>
              <a:buNone/>
            </a:pPr>
            <a:fld id="{5CCFCEC6-FFC4-42FE-B2F8-E6E31153B6EB}" type="slidenum">
              <a:rPr lang="en-US" altLang="zh-CN"/>
              <a:pPr>
                <a:spcBef>
                  <a:spcPct val="0"/>
                </a:spcBef>
                <a:buSzTx/>
                <a:buFontTx/>
                <a:buNone/>
              </a:pPr>
              <a:t>30</a:t>
            </a:fld>
            <a:endParaRPr lang="en-US" altLang="zh-CN"/>
          </a:p>
        </p:txBody>
      </p:sp>
      <p:sp>
        <p:nvSpPr>
          <p:cNvPr id="52227" name="Rectangle 2">
            <a:extLst>
              <a:ext uri="{FF2B5EF4-FFF2-40B4-BE49-F238E27FC236}">
                <a16:creationId xmlns:a16="http://schemas.microsoft.com/office/drawing/2014/main" id="{0E23D088-35D1-40E6-AE96-A29D07B33043}"/>
              </a:ext>
            </a:extLst>
          </p:cNvPr>
          <p:cNvSpPr>
            <a:spLocks noGrp="1" noRot="1" noChangeAspect="1" noChangeArrowheads="1" noTextEdit="1"/>
          </p:cNvSpPr>
          <p:nvPr>
            <p:ph type="sldImg"/>
          </p:nvPr>
        </p:nvSpPr>
        <p:spPr>
          <a:xfrm>
            <a:off x="30163" y="746125"/>
            <a:ext cx="6610350" cy="3719513"/>
          </a:xfrm>
          <a:ln/>
        </p:spPr>
      </p:sp>
      <p:sp>
        <p:nvSpPr>
          <p:cNvPr id="52228" name="Rectangle 3">
            <a:extLst>
              <a:ext uri="{FF2B5EF4-FFF2-40B4-BE49-F238E27FC236}">
                <a16:creationId xmlns:a16="http://schemas.microsoft.com/office/drawing/2014/main" id="{8DFA8958-7E36-F7D2-288E-46C4E8447BDE}"/>
              </a:ext>
            </a:extLst>
          </p:cNvPr>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0579A0E5-812B-9CE0-D655-1DB9F64F63AC}"/>
              </a:ext>
            </a:extLst>
          </p:cNvPr>
          <p:cNvSpPr>
            <a:spLocks noGrp="1" noRot="1" noChangeAspect="1" noChangeArrowheads="1" noTextEdit="1"/>
          </p:cNvSpPr>
          <p:nvPr>
            <p:ph type="sldImg"/>
          </p:nvPr>
        </p:nvSpPr>
        <p:spPr>
          <a:xfrm>
            <a:off x="30163" y="746125"/>
            <a:ext cx="6610350" cy="3719513"/>
          </a:xfrm>
          <a:ln/>
        </p:spPr>
      </p:sp>
      <p:sp>
        <p:nvSpPr>
          <p:cNvPr id="62467" name="备注占位符 2">
            <a:extLst>
              <a:ext uri="{FF2B5EF4-FFF2-40B4-BE49-F238E27FC236}">
                <a16:creationId xmlns:a16="http://schemas.microsoft.com/office/drawing/2014/main" id="{85B46DB4-A349-4DBD-9BC2-87A509C68488}"/>
              </a:ext>
            </a:extLst>
          </p:cNvPr>
          <p:cNvSpPr>
            <a:spLocks noGrp="1" noChangeArrowheads="1"/>
          </p:cNvSpPr>
          <p:nvPr>
            <p:ph type="body" idx="1"/>
          </p:nvPr>
        </p:nvSpPr>
        <p:spPr>
          <a:noFill/>
        </p:spPr>
        <p:txBody>
          <a:bodyPr/>
          <a:lstStyle/>
          <a:p>
            <a:pPr>
              <a:buFont typeface="Monotype Sorts" charset="0"/>
              <a:buNone/>
            </a:pPr>
            <a:endParaRPr lang="zh-CN" altLang="en-US"/>
          </a:p>
        </p:txBody>
      </p:sp>
      <p:sp>
        <p:nvSpPr>
          <p:cNvPr id="62468" name="灯片编号占位符 3">
            <a:extLst>
              <a:ext uri="{FF2B5EF4-FFF2-40B4-BE49-F238E27FC236}">
                <a16:creationId xmlns:a16="http://schemas.microsoft.com/office/drawing/2014/main" id="{96EEBDC4-8739-112B-AF74-DFB86B8676B9}"/>
              </a:ext>
            </a:extLst>
          </p:cNvPr>
          <p:cNvSpPr>
            <a:spLocks noGrp="1"/>
          </p:cNvSpPr>
          <p:nvPr>
            <p:ph type="sldNum" sz="quarter" idx="5"/>
          </p:nvPr>
        </p:nvSpPr>
        <p:spPr>
          <a:noFill/>
        </p:spPr>
        <p:txBody>
          <a:bodyP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fld id="{2F6396A0-04DF-4CDF-B162-3CC4381B01F6}" type="slidenum">
              <a:rPr lang="en-US" altLang="zh-CN" sz="1200"/>
              <a:pPr/>
              <a:t>39</a:t>
            </a:fld>
            <a:endParaRPr lang="en-US" altLang="zh-CN"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a:extLst>
              <a:ext uri="{FF2B5EF4-FFF2-40B4-BE49-F238E27FC236}">
                <a16:creationId xmlns:a16="http://schemas.microsoft.com/office/drawing/2014/main" id="{A74076EF-729C-38A3-EC5E-A9A4E1D13ADA}"/>
              </a:ext>
            </a:extLst>
          </p:cNvPr>
          <p:cNvSpPr>
            <a:spLocks noGrp="1" noRot="1" noChangeAspect="1" noChangeArrowheads="1" noTextEdit="1"/>
          </p:cNvSpPr>
          <p:nvPr>
            <p:ph type="sldImg"/>
          </p:nvPr>
        </p:nvSpPr>
        <p:spPr>
          <a:xfrm>
            <a:off x="30163" y="746125"/>
            <a:ext cx="6610350" cy="3719513"/>
          </a:xfrm>
          <a:ln/>
        </p:spPr>
      </p:sp>
      <p:sp>
        <p:nvSpPr>
          <p:cNvPr id="65539" name="备注占位符 2">
            <a:extLst>
              <a:ext uri="{FF2B5EF4-FFF2-40B4-BE49-F238E27FC236}">
                <a16:creationId xmlns:a16="http://schemas.microsoft.com/office/drawing/2014/main" id="{6EDE8E35-A468-501E-387A-8EB54F6F9CDA}"/>
              </a:ext>
            </a:extLst>
          </p:cNvPr>
          <p:cNvSpPr>
            <a:spLocks noGrp="1" noChangeArrowheads="1"/>
          </p:cNvSpPr>
          <p:nvPr>
            <p:ph type="body" idx="1"/>
          </p:nvPr>
        </p:nvSpPr>
        <p:spPr>
          <a:noFill/>
        </p:spPr>
        <p:txBody>
          <a:bodyPr/>
          <a:lstStyle/>
          <a:p>
            <a:pPr>
              <a:buFont typeface="Monotype Sorts" charset="0"/>
              <a:buNone/>
            </a:pPr>
            <a:r>
              <a:rPr lang="zh-CN" altLang="en-US"/>
              <a:t>可以看到敏捷强调交付价值的重要性</a:t>
            </a:r>
          </a:p>
        </p:txBody>
      </p:sp>
      <p:sp>
        <p:nvSpPr>
          <p:cNvPr id="65540" name="灯片编号占位符 3">
            <a:extLst>
              <a:ext uri="{FF2B5EF4-FFF2-40B4-BE49-F238E27FC236}">
                <a16:creationId xmlns:a16="http://schemas.microsoft.com/office/drawing/2014/main" id="{74EBA027-4345-B0C8-F6C9-107002FC8A22}"/>
              </a:ext>
            </a:extLst>
          </p:cNvPr>
          <p:cNvSpPr>
            <a:spLocks noGrp="1"/>
          </p:cNvSpPr>
          <p:nvPr>
            <p:ph type="sldNum" sz="quarter" idx="5"/>
          </p:nvPr>
        </p:nvSpPr>
        <p:spPr>
          <a:noFill/>
        </p:spPr>
        <p:txBody>
          <a:bodyP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fld id="{9316DF84-9703-4994-B1B7-C2ABE08E7B81}" type="slidenum">
              <a:rPr lang="en-US" altLang="zh-CN" sz="1200"/>
              <a:pPr/>
              <a:t>41</a:t>
            </a:fld>
            <a:endParaRPr lang="en-US" altLang="zh-CN"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a:extLst>
              <a:ext uri="{FF2B5EF4-FFF2-40B4-BE49-F238E27FC236}">
                <a16:creationId xmlns:a16="http://schemas.microsoft.com/office/drawing/2014/main" id="{C2A98001-9A8A-0825-4EE0-A99864D2A7D1}"/>
              </a:ext>
            </a:extLst>
          </p:cNvPr>
          <p:cNvSpPr>
            <a:spLocks noGrp="1" noRot="1" noChangeAspect="1" noChangeArrowheads="1" noTextEdit="1"/>
          </p:cNvSpPr>
          <p:nvPr>
            <p:ph type="sldImg"/>
          </p:nvPr>
        </p:nvSpPr>
        <p:spPr>
          <a:xfrm>
            <a:off x="30163" y="746125"/>
            <a:ext cx="6610350" cy="3719513"/>
          </a:xfrm>
          <a:ln/>
        </p:spPr>
      </p:sp>
      <p:sp>
        <p:nvSpPr>
          <p:cNvPr id="68611" name="备注占位符 2">
            <a:extLst>
              <a:ext uri="{FF2B5EF4-FFF2-40B4-BE49-F238E27FC236}">
                <a16:creationId xmlns:a16="http://schemas.microsoft.com/office/drawing/2014/main" id="{463E334A-9036-0CF9-E821-52A89C4C7C9A}"/>
              </a:ext>
            </a:extLst>
          </p:cNvPr>
          <p:cNvSpPr>
            <a:spLocks noGrp="1" noChangeArrowheads="1"/>
          </p:cNvSpPr>
          <p:nvPr>
            <p:ph type="body" idx="1"/>
          </p:nvPr>
        </p:nvSpPr>
        <p:spPr>
          <a:noFill/>
        </p:spPr>
        <p:txBody>
          <a:bodyPr/>
          <a:lstStyle/>
          <a:p>
            <a:pPr>
              <a:buFont typeface="Monotype Sorts" charset="0"/>
              <a:buNone/>
            </a:pPr>
            <a:r>
              <a:rPr lang="zh-CN" altLang="en-US" dirty="0">
                <a:latin typeface="微软雅黑 Light" panose="020B0502040204020203" pitchFamily="34" charset="-122"/>
                <a:ea typeface="微软雅黑 Light" panose="020B0502040204020203" pitchFamily="34" charset="-122"/>
              </a:rPr>
              <a:t>敏捷组织提出的</a:t>
            </a:r>
            <a:r>
              <a:rPr lang="zh-CN" altLang="zh-CN" dirty="0">
                <a:latin typeface="微软雅黑 Light" panose="020B0502040204020203" pitchFamily="34" charset="-122"/>
                <a:ea typeface="微软雅黑 Light" panose="020B0502040204020203" pitchFamily="34" charset="-122"/>
              </a:rPr>
              <a:t>敏捷</a:t>
            </a:r>
            <a:r>
              <a:rPr lang="zh-CN" altLang="en-US" dirty="0">
                <a:latin typeface="微软雅黑 Light" panose="020B0502040204020203" pitchFamily="34" charset="-122"/>
                <a:ea typeface="微软雅黑 Light" panose="020B0502040204020203" pitchFamily="34" charset="-122"/>
              </a:rPr>
              <a:t>宣言，  </a:t>
            </a:r>
            <a:r>
              <a:rPr lang="en-US" altLang="zh-CN" dirty="0"/>
              <a:t>4</a:t>
            </a:r>
            <a:r>
              <a:rPr lang="zh-CN" altLang="en-US" dirty="0"/>
              <a:t>项，强调团队的授权，可运行的软件很重要 </a:t>
            </a:r>
            <a:r>
              <a:rPr lang="en-US" altLang="zh-CN" dirty="0"/>
              <a:t>–</a:t>
            </a:r>
            <a:r>
              <a:rPr lang="zh-CN" altLang="en-US" dirty="0"/>
              <a:t> 价值观， 尽快提交版本，进行反馈，适应变化，客户合作很重要</a:t>
            </a:r>
          </a:p>
        </p:txBody>
      </p:sp>
      <p:sp>
        <p:nvSpPr>
          <p:cNvPr id="68612" name="灯片编号占位符 3">
            <a:extLst>
              <a:ext uri="{FF2B5EF4-FFF2-40B4-BE49-F238E27FC236}">
                <a16:creationId xmlns:a16="http://schemas.microsoft.com/office/drawing/2014/main" id="{CC109DCD-6F08-C682-F50B-0FF218E431BB}"/>
              </a:ext>
            </a:extLst>
          </p:cNvPr>
          <p:cNvSpPr>
            <a:spLocks noGrp="1"/>
          </p:cNvSpPr>
          <p:nvPr>
            <p:ph type="sldNum" sz="quarter" idx="5"/>
          </p:nvPr>
        </p:nvSpPr>
        <p:spPr>
          <a:noFill/>
        </p:spPr>
        <p:txBody>
          <a:bodyP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fld id="{68BD1148-20FC-43D8-B197-DD32F5D4CBED}" type="slidenum">
              <a:rPr lang="en-US" altLang="zh-CN" sz="1200"/>
              <a:pPr/>
              <a:t>43</a:t>
            </a:fld>
            <a:endParaRPr lang="en-US" altLang="zh-CN"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9F85A684-93F9-5BE7-04FC-76F2166182FA}"/>
              </a:ext>
            </a:extLst>
          </p:cNvPr>
          <p:cNvSpPr>
            <a:spLocks noGrp="1" noChangeArrowheads="1"/>
          </p:cNvSpPr>
          <p:nvPr>
            <p:ph type="sldNum" sz="quarter" idx="5"/>
          </p:nvPr>
        </p:nvSpPr>
        <p:spPr>
          <a:noFill/>
        </p:spPr>
        <p:txBody>
          <a:bodyPr/>
          <a:lstStyle>
            <a:lvl1pPr>
              <a:spcBef>
                <a:spcPct val="30000"/>
              </a:spcBef>
              <a:buSzPct val="55000"/>
              <a:buFont typeface="Monotype Sorts" charset="0"/>
              <a:buChar char="n"/>
              <a:defRPr kumimoji="1" sz="1200">
                <a:solidFill>
                  <a:schemeClr val="tx1"/>
                </a:solidFill>
                <a:latin typeface="Arial Narrow" panose="020B0606020202030204" pitchFamily="34" charset="0"/>
                <a:ea typeface="宋体" panose="02010600030101010101" pitchFamily="2" charset="-122"/>
              </a:defRPr>
            </a:lvl1pPr>
            <a:lvl2pPr marL="742950" indent="-285750">
              <a:spcBef>
                <a:spcPct val="30000"/>
              </a:spcBef>
              <a:buSzPct val="55000"/>
              <a:buFont typeface="Monotype Sorts" charset="0"/>
              <a:buChar char="l"/>
              <a:defRPr kumimoji="1" sz="1200">
                <a:solidFill>
                  <a:schemeClr val="tx1"/>
                </a:solidFill>
                <a:latin typeface="Arial Narrow" panose="020B0606020202030204" pitchFamily="34" charset="0"/>
                <a:ea typeface="宋体" panose="02010600030101010101" pitchFamily="2" charset="-122"/>
              </a:defRPr>
            </a:lvl2pPr>
            <a:lvl3pPr marL="1143000" indent="-228600">
              <a:spcBef>
                <a:spcPct val="30000"/>
              </a:spcBef>
              <a:buSzPct val="59000"/>
              <a:buFont typeface="Monotype Sorts" charset="0"/>
              <a:buChar char="s"/>
              <a:defRPr kumimoji="1" sz="1200">
                <a:solidFill>
                  <a:schemeClr val="tx1"/>
                </a:solidFill>
                <a:latin typeface="Arial Narrow" panose="020B0606020202030204" pitchFamily="34" charset="0"/>
                <a:ea typeface="宋体" panose="02010600030101010101" pitchFamily="2" charset="-122"/>
              </a:defRPr>
            </a:lvl3pPr>
            <a:lvl4pPr marL="1600200" indent="-228600">
              <a:spcBef>
                <a:spcPct val="30000"/>
              </a:spcBef>
              <a:buSzPct val="59000"/>
              <a:buFont typeface="Monotype Sorts" charset="0"/>
              <a:buChar char="u"/>
              <a:defRPr kumimoji="1" sz="1200">
                <a:solidFill>
                  <a:schemeClr val="tx1"/>
                </a:solidFill>
                <a:latin typeface="Arial Narrow" panose="020B0606020202030204" pitchFamily="34" charset="0"/>
                <a:ea typeface="宋体" panose="02010600030101010101" pitchFamily="2" charset="-122"/>
              </a:defRPr>
            </a:lvl4pPr>
            <a:lvl5pPr marL="2057400" indent="-228600">
              <a:spcBef>
                <a:spcPct val="30000"/>
              </a:spcBef>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9pPr>
          </a:lstStyle>
          <a:p>
            <a:pPr>
              <a:spcBef>
                <a:spcPct val="0"/>
              </a:spcBef>
              <a:buSzTx/>
              <a:buFontTx/>
              <a:buNone/>
            </a:pPr>
            <a:fld id="{B648BBB0-8816-4A6B-ACD2-82655BC3E2D2}" type="slidenum">
              <a:rPr lang="en-US" altLang="zh-CN"/>
              <a:pPr>
                <a:spcBef>
                  <a:spcPct val="0"/>
                </a:spcBef>
                <a:buSzTx/>
                <a:buFontTx/>
                <a:buNone/>
              </a:pPr>
              <a:t>49</a:t>
            </a:fld>
            <a:endParaRPr lang="en-US" altLang="zh-CN"/>
          </a:p>
        </p:txBody>
      </p:sp>
      <p:sp>
        <p:nvSpPr>
          <p:cNvPr id="75779" name="Rectangle 2">
            <a:extLst>
              <a:ext uri="{FF2B5EF4-FFF2-40B4-BE49-F238E27FC236}">
                <a16:creationId xmlns:a16="http://schemas.microsoft.com/office/drawing/2014/main" id="{1066D276-0969-0355-97AC-DB6DA314800F}"/>
              </a:ext>
            </a:extLst>
          </p:cNvPr>
          <p:cNvSpPr>
            <a:spLocks noGrp="1" noRot="1" noChangeAspect="1" noChangeArrowheads="1" noTextEdit="1"/>
          </p:cNvSpPr>
          <p:nvPr>
            <p:ph type="sldImg"/>
          </p:nvPr>
        </p:nvSpPr>
        <p:spPr>
          <a:xfrm>
            <a:off x="30163" y="746125"/>
            <a:ext cx="6610350" cy="3719513"/>
          </a:xfrm>
          <a:ln/>
        </p:spPr>
      </p:sp>
      <p:sp>
        <p:nvSpPr>
          <p:cNvPr id="75780" name="Rectangle 3">
            <a:extLst>
              <a:ext uri="{FF2B5EF4-FFF2-40B4-BE49-F238E27FC236}">
                <a16:creationId xmlns:a16="http://schemas.microsoft.com/office/drawing/2014/main" id="{0F81F444-84E9-D6CD-1995-BCD09F6918C5}"/>
              </a:ext>
            </a:extLst>
          </p:cNvPr>
          <p:cNvSpPr>
            <a:spLocks noGrp="1" noChangeArrowheads="1"/>
          </p:cNvSpPr>
          <p:nvPr>
            <p:ph type="body" idx="1"/>
          </p:nvPr>
        </p:nvSpPr>
        <p:spPr>
          <a:noFill/>
        </p:spPr>
        <p:txBody>
          <a:bodyPr/>
          <a:lstStyle/>
          <a:p>
            <a:pPr eaLnBrk="1" hangingPunct="1">
              <a:buFont typeface="Monotype Sorts" charset="0"/>
              <a:buNone/>
            </a:pPr>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a:extLst>
              <a:ext uri="{FF2B5EF4-FFF2-40B4-BE49-F238E27FC236}">
                <a16:creationId xmlns:a16="http://schemas.microsoft.com/office/drawing/2014/main" id="{87F9C5F8-9769-629B-374F-A87A79C93B86}"/>
              </a:ext>
            </a:extLst>
          </p:cNvPr>
          <p:cNvSpPr>
            <a:spLocks noGrp="1" noRot="1" noChangeAspect="1" noChangeArrowheads="1" noTextEdit="1"/>
          </p:cNvSpPr>
          <p:nvPr>
            <p:ph type="sldImg"/>
          </p:nvPr>
        </p:nvSpPr>
        <p:spPr>
          <a:xfrm>
            <a:off x="30163" y="746125"/>
            <a:ext cx="6610350" cy="3719513"/>
          </a:xfrm>
          <a:ln/>
        </p:spPr>
      </p:sp>
      <p:sp>
        <p:nvSpPr>
          <p:cNvPr id="80899" name="备注占位符 2">
            <a:extLst>
              <a:ext uri="{FF2B5EF4-FFF2-40B4-BE49-F238E27FC236}">
                <a16:creationId xmlns:a16="http://schemas.microsoft.com/office/drawing/2014/main" id="{7EB663F3-4A80-1800-20DC-B835D2DA49C8}"/>
              </a:ext>
            </a:extLst>
          </p:cNvPr>
          <p:cNvSpPr>
            <a:spLocks noGrp="1" noChangeArrowheads="1"/>
          </p:cNvSpPr>
          <p:nvPr>
            <p:ph type="body" idx="1"/>
          </p:nvPr>
        </p:nvSpPr>
        <p:spPr>
          <a:noFill/>
        </p:spPr>
        <p:txBody>
          <a:bodyPr/>
          <a:lstStyle/>
          <a:p>
            <a:pPr>
              <a:buFont typeface="Monotype Sorts" charset="0"/>
              <a:buNone/>
            </a:pPr>
            <a:r>
              <a:rPr lang="zh-CN" altLang="zh-CN"/>
              <a:t>最后</a:t>
            </a:r>
            <a:r>
              <a:rPr lang="zh-CN" altLang="en-US"/>
              <a:t>，作为引言篇， </a:t>
            </a:r>
            <a:r>
              <a:rPr lang="zh-CN" altLang="zh-CN"/>
              <a:t>给出软件项目管理路线图，</a:t>
            </a:r>
            <a:r>
              <a:rPr lang="en-US" altLang="zh-CN"/>
              <a:t>4</a:t>
            </a:r>
            <a:r>
              <a:rPr lang="zh-CN" altLang="zh-CN"/>
              <a:t>个主要阶段，</a:t>
            </a:r>
            <a:r>
              <a:rPr lang="zh-CN" altLang="en-US"/>
              <a:t>我们将</a:t>
            </a:r>
            <a:r>
              <a:rPr lang="en-US" altLang="zh-CN"/>
              <a:t>PMBOK</a:t>
            </a:r>
            <a:r>
              <a:rPr lang="zh-CN" altLang="en-US"/>
              <a:t>中的</a:t>
            </a:r>
            <a:r>
              <a:rPr lang="en-US" altLang="zh-CN"/>
              <a:t>5</a:t>
            </a:r>
            <a:r>
              <a:rPr lang="zh-CN" altLang="en-US"/>
              <a:t>个阶段变为</a:t>
            </a:r>
            <a:r>
              <a:rPr lang="en-US" altLang="zh-CN"/>
              <a:t>4</a:t>
            </a:r>
            <a:r>
              <a:rPr lang="zh-CN" altLang="en-US"/>
              <a:t>个阶段，</a:t>
            </a:r>
            <a:r>
              <a:rPr lang="zh-CN" altLang="zh-CN"/>
              <a:t>也代表了课程的</a:t>
            </a:r>
            <a:r>
              <a:rPr lang="en-US" altLang="zh-CN"/>
              <a:t>4</a:t>
            </a:r>
            <a:r>
              <a:rPr lang="zh-CN" altLang="zh-CN"/>
              <a:t>个主要篇章</a:t>
            </a:r>
            <a:r>
              <a:rPr lang="en-US" altLang="zh-CN"/>
              <a:t>.</a:t>
            </a:r>
            <a:r>
              <a:rPr lang="zh-CN" altLang="en-US"/>
              <a:t>执行和控制可以合并为一个阶段。</a:t>
            </a:r>
            <a:endParaRPr lang="zh-CN" altLang="zh-CN"/>
          </a:p>
          <a:p>
            <a:endParaRPr lang="zh-CN" altLang="en-US"/>
          </a:p>
        </p:txBody>
      </p:sp>
      <p:sp>
        <p:nvSpPr>
          <p:cNvPr id="80900" name="灯片编号占位符 3">
            <a:extLst>
              <a:ext uri="{FF2B5EF4-FFF2-40B4-BE49-F238E27FC236}">
                <a16:creationId xmlns:a16="http://schemas.microsoft.com/office/drawing/2014/main" id="{0520706C-2F6C-92F8-5A52-AD120384BF06}"/>
              </a:ext>
            </a:extLst>
          </p:cNvPr>
          <p:cNvSpPr>
            <a:spLocks noGrp="1"/>
          </p:cNvSpPr>
          <p:nvPr>
            <p:ph type="sldNum" sz="quarter" idx="5"/>
          </p:nvPr>
        </p:nvSpPr>
        <p:spPr>
          <a:noFill/>
        </p:spPr>
        <p:txBody>
          <a:bodyP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fld id="{4A9EC4A9-B5B7-480C-B6FA-D3D89DC0AE36}" type="slidenum">
              <a:rPr lang="en-US" altLang="zh-CN" sz="1200"/>
              <a:pPr/>
              <a:t>53</a:t>
            </a:fld>
            <a:endParaRPr lang="en-US" altLang="zh-CN"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a:extLst>
              <a:ext uri="{FF2B5EF4-FFF2-40B4-BE49-F238E27FC236}">
                <a16:creationId xmlns:a16="http://schemas.microsoft.com/office/drawing/2014/main" id="{033AFE30-DA71-F5D3-E4A4-E8186A242877}"/>
              </a:ext>
            </a:extLst>
          </p:cNvPr>
          <p:cNvSpPr>
            <a:spLocks noGrp="1" noRot="1" noChangeAspect="1" noChangeArrowheads="1" noTextEdit="1"/>
          </p:cNvSpPr>
          <p:nvPr>
            <p:ph type="sldImg"/>
          </p:nvPr>
        </p:nvSpPr>
        <p:spPr>
          <a:xfrm>
            <a:off x="30163" y="746125"/>
            <a:ext cx="6610350" cy="3719513"/>
          </a:xfrm>
          <a:ln/>
        </p:spPr>
      </p:sp>
      <p:sp>
        <p:nvSpPr>
          <p:cNvPr id="83971" name="备注占位符 2">
            <a:extLst>
              <a:ext uri="{FF2B5EF4-FFF2-40B4-BE49-F238E27FC236}">
                <a16:creationId xmlns:a16="http://schemas.microsoft.com/office/drawing/2014/main" id="{4F0EBE46-B864-8B23-03AB-BAB4D744A58C}"/>
              </a:ext>
            </a:extLst>
          </p:cNvPr>
          <p:cNvSpPr>
            <a:spLocks noGrp="1" noChangeArrowheads="1"/>
          </p:cNvSpPr>
          <p:nvPr>
            <p:ph type="body" idx="1"/>
          </p:nvPr>
        </p:nvSpPr>
        <p:spPr>
          <a:noFill/>
        </p:spPr>
        <p:txBody>
          <a:bodyPr/>
          <a:lstStyle/>
          <a:p>
            <a:endParaRPr lang="zh-CN" altLang="en-US"/>
          </a:p>
        </p:txBody>
      </p:sp>
      <p:sp>
        <p:nvSpPr>
          <p:cNvPr id="83972" name="灯片编号占位符 3">
            <a:extLst>
              <a:ext uri="{FF2B5EF4-FFF2-40B4-BE49-F238E27FC236}">
                <a16:creationId xmlns:a16="http://schemas.microsoft.com/office/drawing/2014/main" id="{6DAC7F9D-7383-FDD8-01FE-C54AEC4CF194}"/>
              </a:ext>
            </a:extLst>
          </p:cNvPr>
          <p:cNvSpPr>
            <a:spLocks noGrp="1"/>
          </p:cNvSpPr>
          <p:nvPr>
            <p:ph type="sldNum" sz="quarter" idx="5"/>
          </p:nvPr>
        </p:nvSpPr>
        <p:spPr>
          <a:noFill/>
        </p:spPr>
        <p:txBody>
          <a:bodyPr/>
          <a:lstStyle>
            <a:lvl1pPr>
              <a:spcBef>
                <a:spcPct val="30000"/>
              </a:spcBef>
              <a:buSzPct val="55000"/>
              <a:buFont typeface="Monotype Sorts" charset="0"/>
              <a:buChar char="n"/>
              <a:defRPr kumimoji="1" sz="1200">
                <a:solidFill>
                  <a:schemeClr val="tx1"/>
                </a:solidFill>
                <a:latin typeface="Arial Narrow" panose="020B0606020202030204" pitchFamily="34" charset="0"/>
                <a:ea typeface="宋体" panose="02010600030101010101" pitchFamily="2" charset="-122"/>
              </a:defRPr>
            </a:lvl1pPr>
            <a:lvl2pPr marL="742950" indent="-285750">
              <a:spcBef>
                <a:spcPct val="30000"/>
              </a:spcBef>
              <a:buSzPct val="55000"/>
              <a:buFont typeface="Monotype Sorts" charset="0"/>
              <a:buChar char="l"/>
              <a:defRPr kumimoji="1" sz="1200">
                <a:solidFill>
                  <a:schemeClr val="tx1"/>
                </a:solidFill>
                <a:latin typeface="Arial Narrow" panose="020B0606020202030204" pitchFamily="34" charset="0"/>
                <a:ea typeface="宋体" panose="02010600030101010101" pitchFamily="2" charset="-122"/>
              </a:defRPr>
            </a:lvl2pPr>
            <a:lvl3pPr marL="1143000" indent="-228600">
              <a:spcBef>
                <a:spcPct val="30000"/>
              </a:spcBef>
              <a:buSzPct val="59000"/>
              <a:buFont typeface="Monotype Sorts" charset="0"/>
              <a:buChar char="s"/>
              <a:defRPr kumimoji="1" sz="1200">
                <a:solidFill>
                  <a:schemeClr val="tx1"/>
                </a:solidFill>
                <a:latin typeface="Arial Narrow" panose="020B0606020202030204" pitchFamily="34" charset="0"/>
                <a:ea typeface="宋体" panose="02010600030101010101" pitchFamily="2" charset="-122"/>
              </a:defRPr>
            </a:lvl3pPr>
            <a:lvl4pPr marL="1600200" indent="-228600">
              <a:spcBef>
                <a:spcPct val="30000"/>
              </a:spcBef>
              <a:buSzPct val="59000"/>
              <a:buFont typeface="Monotype Sorts" charset="0"/>
              <a:buChar char="u"/>
              <a:defRPr kumimoji="1" sz="1200">
                <a:solidFill>
                  <a:schemeClr val="tx1"/>
                </a:solidFill>
                <a:latin typeface="Arial Narrow" panose="020B0606020202030204" pitchFamily="34" charset="0"/>
                <a:ea typeface="宋体" panose="02010600030101010101" pitchFamily="2" charset="-122"/>
              </a:defRPr>
            </a:lvl4pPr>
            <a:lvl5pPr marL="2057400" indent="-228600">
              <a:spcBef>
                <a:spcPct val="30000"/>
              </a:spcBef>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9pPr>
          </a:lstStyle>
          <a:p>
            <a:pPr>
              <a:spcBef>
                <a:spcPct val="0"/>
              </a:spcBef>
              <a:buSzTx/>
              <a:buFontTx/>
              <a:buNone/>
            </a:pPr>
            <a:fld id="{7BE3DAD8-3A62-4F0F-80D6-FAAED187F0F3}" type="slidenum">
              <a:rPr lang="en-US" altLang="zh-CN"/>
              <a:pPr>
                <a:spcBef>
                  <a:spcPct val="0"/>
                </a:spcBef>
                <a:buSzTx/>
                <a:buFontTx/>
                <a:buNone/>
              </a:pPr>
              <a:t>55</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B9BFD452-7D26-355B-D138-08F0F9581CA2}"/>
              </a:ext>
            </a:extLst>
          </p:cNvPr>
          <p:cNvSpPr>
            <a:spLocks noGrp="1" noChangeArrowheads="1"/>
          </p:cNvSpPr>
          <p:nvPr>
            <p:ph type="sldNum" sz="quarter" idx="5"/>
          </p:nvPr>
        </p:nvSpPr>
        <p:spPr>
          <a:noFill/>
        </p:spPr>
        <p:txBody>
          <a:bodyPr/>
          <a:lstStyle>
            <a:lvl1pPr>
              <a:spcBef>
                <a:spcPct val="30000"/>
              </a:spcBef>
              <a:buSzPct val="55000"/>
              <a:buFont typeface="Monotype Sorts" charset="0"/>
              <a:buChar char="n"/>
              <a:defRPr kumimoji="1" sz="1200">
                <a:solidFill>
                  <a:schemeClr val="tx1"/>
                </a:solidFill>
                <a:latin typeface="Arial Narrow" panose="020B0606020202030204" pitchFamily="34" charset="0"/>
                <a:ea typeface="宋体" panose="02010600030101010101" pitchFamily="2" charset="-122"/>
              </a:defRPr>
            </a:lvl1pPr>
            <a:lvl2pPr marL="742950" indent="-285750">
              <a:spcBef>
                <a:spcPct val="30000"/>
              </a:spcBef>
              <a:buSzPct val="55000"/>
              <a:buFont typeface="Monotype Sorts" charset="0"/>
              <a:buChar char="l"/>
              <a:defRPr kumimoji="1" sz="1200">
                <a:solidFill>
                  <a:schemeClr val="tx1"/>
                </a:solidFill>
                <a:latin typeface="Arial Narrow" panose="020B0606020202030204" pitchFamily="34" charset="0"/>
                <a:ea typeface="宋体" panose="02010600030101010101" pitchFamily="2" charset="-122"/>
              </a:defRPr>
            </a:lvl2pPr>
            <a:lvl3pPr marL="1143000" indent="-228600">
              <a:spcBef>
                <a:spcPct val="30000"/>
              </a:spcBef>
              <a:buSzPct val="59000"/>
              <a:buFont typeface="Monotype Sorts" charset="0"/>
              <a:buChar char="s"/>
              <a:defRPr kumimoji="1" sz="1200">
                <a:solidFill>
                  <a:schemeClr val="tx1"/>
                </a:solidFill>
                <a:latin typeface="Arial Narrow" panose="020B0606020202030204" pitchFamily="34" charset="0"/>
                <a:ea typeface="宋体" panose="02010600030101010101" pitchFamily="2" charset="-122"/>
              </a:defRPr>
            </a:lvl3pPr>
            <a:lvl4pPr marL="1600200" indent="-228600">
              <a:spcBef>
                <a:spcPct val="30000"/>
              </a:spcBef>
              <a:buSzPct val="59000"/>
              <a:buFont typeface="Monotype Sorts" charset="0"/>
              <a:buChar char="u"/>
              <a:defRPr kumimoji="1" sz="1200">
                <a:solidFill>
                  <a:schemeClr val="tx1"/>
                </a:solidFill>
                <a:latin typeface="Arial Narrow" panose="020B0606020202030204" pitchFamily="34" charset="0"/>
                <a:ea typeface="宋体" panose="02010600030101010101" pitchFamily="2" charset="-122"/>
              </a:defRPr>
            </a:lvl4pPr>
            <a:lvl5pPr marL="2057400" indent="-228600">
              <a:spcBef>
                <a:spcPct val="30000"/>
              </a:spcBef>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9pPr>
          </a:lstStyle>
          <a:p>
            <a:pPr>
              <a:spcBef>
                <a:spcPct val="0"/>
              </a:spcBef>
              <a:buSzTx/>
              <a:buFontTx/>
              <a:buNone/>
            </a:pPr>
            <a:fld id="{2994D158-FD22-45AE-9179-EA65A6AC090D}" type="slidenum">
              <a:rPr lang="en-US" altLang="zh-CN"/>
              <a:pPr>
                <a:spcBef>
                  <a:spcPct val="0"/>
                </a:spcBef>
                <a:buSzTx/>
                <a:buFontTx/>
                <a:buNone/>
              </a:pPr>
              <a:t>56</a:t>
            </a:fld>
            <a:endParaRPr lang="en-US" altLang="zh-CN"/>
          </a:p>
        </p:txBody>
      </p:sp>
      <p:sp>
        <p:nvSpPr>
          <p:cNvPr id="86019" name="Rectangle 2">
            <a:extLst>
              <a:ext uri="{FF2B5EF4-FFF2-40B4-BE49-F238E27FC236}">
                <a16:creationId xmlns:a16="http://schemas.microsoft.com/office/drawing/2014/main" id="{C3B1A818-0DAF-EFBE-FAA2-45DCF883ADE6}"/>
              </a:ext>
            </a:extLst>
          </p:cNvPr>
          <p:cNvSpPr>
            <a:spLocks noGrp="1" noRot="1" noChangeAspect="1" noChangeArrowheads="1" noTextEdit="1"/>
          </p:cNvSpPr>
          <p:nvPr>
            <p:ph type="sldImg"/>
          </p:nvPr>
        </p:nvSpPr>
        <p:spPr>
          <a:xfrm>
            <a:off x="30163" y="746125"/>
            <a:ext cx="6610350" cy="3719513"/>
          </a:xfrm>
          <a:ln/>
        </p:spPr>
      </p:sp>
      <p:sp>
        <p:nvSpPr>
          <p:cNvPr id="86020" name="Rectangle 3">
            <a:extLst>
              <a:ext uri="{FF2B5EF4-FFF2-40B4-BE49-F238E27FC236}">
                <a16:creationId xmlns:a16="http://schemas.microsoft.com/office/drawing/2014/main" id="{3396A90A-EE73-50DE-EB7B-1B0A7494C0ED}"/>
              </a:ext>
            </a:extLst>
          </p:cNvPr>
          <p:cNvSpPr>
            <a:spLocks noGrp="1" noChangeArrowheads="1"/>
          </p:cNvSpPr>
          <p:nvPr>
            <p:ph type="body" idx="1"/>
          </p:nvPr>
        </p:nvSpPr>
        <p:spPr>
          <a:noFill/>
        </p:spPr>
        <p:txBody>
          <a:bodyPr/>
          <a:lstStyle/>
          <a:p>
            <a:pPr eaLnBrk="1" hangingPunct="1">
              <a:buFont typeface="Monotype Sorts" charset="0"/>
              <a:buNone/>
            </a:pPr>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C17AC432-CB83-72A8-B85D-0722A43271BA}"/>
              </a:ext>
            </a:extLst>
          </p:cNvPr>
          <p:cNvSpPr>
            <a:spLocks noGrp="1" noChangeArrowheads="1"/>
          </p:cNvSpPr>
          <p:nvPr>
            <p:ph type="sldNum" sz="quarter" idx="5"/>
          </p:nvPr>
        </p:nvSpPr>
        <p:spPr>
          <a:noFill/>
        </p:spPr>
        <p:txBody>
          <a:bodyPr/>
          <a:lstStyle>
            <a:lvl1pPr>
              <a:spcBef>
                <a:spcPct val="30000"/>
              </a:spcBef>
              <a:buSzPct val="55000"/>
              <a:buFont typeface="Monotype Sorts" charset="0"/>
              <a:buChar char="n"/>
              <a:defRPr kumimoji="1" sz="1200">
                <a:solidFill>
                  <a:schemeClr val="tx1"/>
                </a:solidFill>
                <a:latin typeface="Arial Narrow" panose="020B0606020202030204" pitchFamily="34" charset="0"/>
                <a:ea typeface="宋体" panose="02010600030101010101" pitchFamily="2" charset="-122"/>
              </a:defRPr>
            </a:lvl1pPr>
            <a:lvl2pPr marL="742950" indent="-285750">
              <a:spcBef>
                <a:spcPct val="30000"/>
              </a:spcBef>
              <a:buSzPct val="55000"/>
              <a:buFont typeface="Monotype Sorts" charset="0"/>
              <a:buChar char="l"/>
              <a:defRPr kumimoji="1" sz="1200">
                <a:solidFill>
                  <a:schemeClr val="tx1"/>
                </a:solidFill>
                <a:latin typeface="Arial Narrow" panose="020B0606020202030204" pitchFamily="34" charset="0"/>
                <a:ea typeface="宋体" panose="02010600030101010101" pitchFamily="2" charset="-122"/>
              </a:defRPr>
            </a:lvl2pPr>
            <a:lvl3pPr marL="1143000" indent="-228600">
              <a:spcBef>
                <a:spcPct val="30000"/>
              </a:spcBef>
              <a:buSzPct val="59000"/>
              <a:buFont typeface="Monotype Sorts" charset="0"/>
              <a:buChar char="s"/>
              <a:defRPr kumimoji="1" sz="1200">
                <a:solidFill>
                  <a:schemeClr val="tx1"/>
                </a:solidFill>
                <a:latin typeface="Arial Narrow" panose="020B0606020202030204" pitchFamily="34" charset="0"/>
                <a:ea typeface="宋体" panose="02010600030101010101" pitchFamily="2" charset="-122"/>
              </a:defRPr>
            </a:lvl3pPr>
            <a:lvl4pPr marL="1600200" indent="-228600">
              <a:spcBef>
                <a:spcPct val="30000"/>
              </a:spcBef>
              <a:buSzPct val="59000"/>
              <a:buFont typeface="Monotype Sorts" charset="0"/>
              <a:buChar char="u"/>
              <a:defRPr kumimoji="1" sz="1200">
                <a:solidFill>
                  <a:schemeClr val="tx1"/>
                </a:solidFill>
                <a:latin typeface="Arial Narrow" panose="020B0606020202030204" pitchFamily="34" charset="0"/>
                <a:ea typeface="宋体" panose="02010600030101010101" pitchFamily="2" charset="-122"/>
              </a:defRPr>
            </a:lvl4pPr>
            <a:lvl5pPr marL="2057400" indent="-228600">
              <a:spcBef>
                <a:spcPct val="30000"/>
              </a:spcBef>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9pPr>
          </a:lstStyle>
          <a:p>
            <a:pPr>
              <a:spcBef>
                <a:spcPct val="0"/>
              </a:spcBef>
              <a:buSzTx/>
              <a:buFontTx/>
              <a:buNone/>
            </a:pPr>
            <a:fld id="{0C39A663-CBC4-4BA1-A49D-E0FEBAD90264}" type="slidenum">
              <a:rPr lang="en-US" altLang="zh-CN"/>
              <a:pPr>
                <a:spcBef>
                  <a:spcPct val="0"/>
                </a:spcBef>
                <a:buSzTx/>
                <a:buFontTx/>
                <a:buNone/>
              </a:pPr>
              <a:t>57</a:t>
            </a:fld>
            <a:endParaRPr lang="en-US" altLang="zh-CN"/>
          </a:p>
        </p:txBody>
      </p:sp>
      <p:sp>
        <p:nvSpPr>
          <p:cNvPr id="88067" name="Rectangle 2">
            <a:extLst>
              <a:ext uri="{FF2B5EF4-FFF2-40B4-BE49-F238E27FC236}">
                <a16:creationId xmlns:a16="http://schemas.microsoft.com/office/drawing/2014/main" id="{EC7E4D8B-129F-4243-588C-EDEAAA55543D}"/>
              </a:ext>
            </a:extLst>
          </p:cNvPr>
          <p:cNvSpPr>
            <a:spLocks noGrp="1" noRot="1" noChangeAspect="1" noChangeArrowheads="1" noTextEdit="1"/>
          </p:cNvSpPr>
          <p:nvPr>
            <p:ph type="sldImg"/>
          </p:nvPr>
        </p:nvSpPr>
        <p:spPr>
          <a:xfrm>
            <a:off x="30163" y="746125"/>
            <a:ext cx="6610350" cy="3719513"/>
          </a:xfrm>
          <a:ln/>
        </p:spPr>
      </p:sp>
      <p:sp>
        <p:nvSpPr>
          <p:cNvPr id="88068" name="Rectangle 3">
            <a:extLst>
              <a:ext uri="{FF2B5EF4-FFF2-40B4-BE49-F238E27FC236}">
                <a16:creationId xmlns:a16="http://schemas.microsoft.com/office/drawing/2014/main" id="{887C92AA-4C6D-446A-A60B-422241684794}"/>
              </a:ext>
            </a:extLst>
          </p:cNvPr>
          <p:cNvSpPr>
            <a:spLocks noGrp="1" noChangeArrowheads="1"/>
          </p:cNvSpPr>
          <p:nvPr>
            <p:ph type="body" idx="1"/>
          </p:nvPr>
        </p:nvSpPr>
        <p:spPr>
          <a:noFill/>
        </p:spPr>
        <p:txBody>
          <a:bodyPr/>
          <a:lstStyle/>
          <a:p>
            <a:pPr eaLnBrk="1" hangingPunct="1"/>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3398A18D-F628-2EAC-BB04-0F64A61D58F9}"/>
              </a:ext>
            </a:extLst>
          </p:cNvPr>
          <p:cNvSpPr>
            <a:spLocks noGrp="1" noChangeArrowheads="1"/>
          </p:cNvSpPr>
          <p:nvPr>
            <p:ph type="sldNum" sz="quarter" idx="5"/>
          </p:nvPr>
        </p:nvSpPr>
        <p:spPr>
          <a:noFill/>
        </p:spPr>
        <p:txBody>
          <a:bodyPr/>
          <a:lstStyle>
            <a:lvl1pPr>
              <a:spcBef>
                <a:spcPct val="30000"/>
              </a:spcBef>
              <a:buSzPct val="55000"/>
              <a:buFont typeface="Monotype Sorts" charset="0"/>
              <a:buChar char="n"/>
              <a:defRPr kumimoji="1" sz="1200">
                <a:solidFill>
                  <a:schemeClr val="tx1"/>
                </a:solidFill>
                <a:latin typeface="Arial Narrow" panose="020B0606020202030204" pitchFamily="34" charset="0"/>
                <a:ea typeface="宋体" panose="02010600030101010101" pitchFamily="2" charset="-122"/>
              </a:defRPr>
            </a:lvl1pPr>
            <a:lvl2pPr marL="742950" indent="-285750">
              <a:spcBef>
                <a:spcPct val="30000"/>
              </a:spcBef>
              <a:buSzPct val="55000"/>
              <a:buFont typeface="Monotype Sorts" charset="0"/>
              <a:buChar char="l"/>
              <a:defRPr kumimoji="1" sz="1200">
                <a:solidFill>
                  <a:schemeClr val="tx1"/>
                </a:solidFill>
                <a:latin typeface="Arial Narrow" panose="020B0606020202030204" pitchFamily="34" charset="0"/>
                <a:ea typeface="宋体" panose="02010600030101010101" pitchFamily="2" charset="-122"/>
              </a:defRPr>
            </a:lvl2pPr>
            <a:lvl3pPr marL="1143000" indent="-228600">
              <a:spcBef>
                <a:spcPct val="30000"/>
              </a:spcBef>
              <a:buSzPct val="59000"/>
              <a:buFont typeface="Monotype Sorts" charset="0"/>
              <a:buChar char="s"/>
              <a:defRPr kumimoji="1" sz="1200">
                <a:solidFill>
                  <a:schemeClr val="tx1"/>
                </a:solidFill>
                <a:latin typeface="Arial Narrow" panose="020B0606020202030204" pitchFamily="34" charset="0"/>
                <a:ea typeface="宋体" panose="02010600030101010101" pitchFamily="2" charset="-122"/>
              </a:defRPr>
            </a:lvl3pPr>
            <a:lvl4pPr marL="1600200" indent="-228600">
              <a:spcBef>
                <a:spcPct val="30000"/>
              </a:spcBef>
              <a:buSzPct val="59000"/>
              <a:buFont typeface="Monotype Sorts" charset="0"/>
              <a:buChar char="u"/>
              <a:defRPr kumimoji="1" sz="1200">
                <a:solidFill>
                  <a:schemeClr val="tx1"/>
                </a:solidFill>
                <a:latin typeface="Arial Narrow" panose="020B0606020202030204" pitchFamily="34" charset="0"/>
                <a:ea typeface="宋体" panose="02010600030101010101" pitchFamily="2" charset="-122"/>
              </a:defRPr>
            </a:lvl4pPr>
            <a:lvl5pPr marL="2057400" indent="-228600">
              <a:spcBef>
                <a:spcPct val="30000"/>
              </a:spcBef>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9pPr>
          </a:lstStyle>
          <a:p>
            <a:pPr>
              <a:spcBef>
                <a:spcPct val="0"/>
              </a:spcBef>
              <a:buSzTx/>
              <a:buFontTx/>
              <a:buNone/>
            </a:pPr>
            <a:fld id="{68F355C2-1E6D-4546-B40E-E1F6F64828D8}" type="slidenum">
              <a:rPr lang="en-US" altLang="zh-CN"/>
              <a:pPr>
                <a:spcBef>
                  <a:spcPct val="0"/>
                </a:spcBef>
                <a:buSzTx/>
                <a:buFontTx/>
                <a:buNone/>
              </a:pPr>
              <a:t>58</a:t>
            </a:fld>
            <a:endParaRPr lang="en-US" altLang="zh-CN"/>
          </a:p>
        </p:txBody>
      </p:sp>
      <p:sp>
        <p:nvSpPr>
          <p:cNvPr id="90115" name="Rectangle 2">
            <a:extLst>
              <a:ext uri="{FF2B5EF4-FFF2-40B4-BE49-F238E27FC236}">
                <a16:creationId xmlns:a16="http://schemas.microsoft.com/office/drawing/2014/main" id="{48B9AE9E-CC7C-7186-AD9F-3113B658947C}"/>
              </a:ext>
            </a:extLst>
          </p:cNvPr>
          <p:cNvSpPr>
            <a:spLocks noGrp="1" noRot="1" noChangeAspect="1" noChangeArrowheads="1" noTextEdit="1"/>
          </p:cNvSpPr>
          <p:nvPr>
            <p:ph type="sldImg"/>
          </p:nvPr>
        </p:nvSpPr>
        <p:spPr>
          <a:xfrm>
            <a:off x="30163" y="746125"/>
            <a:ext cx="6610350" cy="3719513"/>
          </a:xfrm>
          <a:ln/>
        </p:spPr>
      </p:sp>
      <p:sp>
        <p:nvSpPr>
          <p:cNvPr id="90116" name="Rectangle 3">
            <a:extLst>
              <a:ext uri="{FF2B5EF4-FFF2-40B4-BE49-F238E27FC236}">
                <a16:creationId xmlns:a16="http://schemas.microsoft.com/office/drawing/2014/main" id="{B5C91726-3441-C825-2CB9-FA780201298A}"/>
              </a:ext>
            </a:extLst>
          </p:cNvPr>
          <p:cNvSpPr>
            <a:spLocks noGrp="1" noChangeArrowheads="1"/>
          </p:cNvSpPr>
          <p:nvPr>
            <p:ph type="body" idx="1"/>
          </p:nvPr>
        </p:nvSpPr>
        <p:spPr>
          <a:noFill/>
        </p:spPr>
        <p:txBody>
          <a:bodyPr/>
          <a:lstStyle/>
          <a:p>
            <a:pPr eaLnBrk="1" hangingPunct="1">
              <a:buFont typeface="Monotype Sorts" charset="0"/>
              <a:buNone/>
            </a:pPr>
            <a:r>
              <a:rPr lang="zh-CN" altLang="en-US">
                <a:latin typeface="黑体" panose="02010609060101010101" pitchFamily="49" charset="-122"/>
                <a:ea typeface="黑体" panose="02010609060101010101" pitchFamily="49" charset="-122"/>
              </a:rPr>
              <a:t>小结</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a:extLst>
              <a:ext uri="{FF2B5EF4-FFF2-40B4-BE49-F238E27FC236}">
                <a16:creationId xmlns:a16="http://schemas.microsoft.com/office/drawing/2014/main" id="{B9BC6FDF-9F17-B87D-83D1-E9496256F6DF}"/>
              </a:ext>
            </a:extLst>
          </p:cNvPr>
          <p:cNvSpPr>
            <a:spLocks noGrp="1" noRot="1" noChangeAspect="1" noChangeArrowheads="1" noTextEdit="1"/>
          </p:cNvSpPr>
          <p:nvPr>
            <p:ph type="sldImg"/>
          </p:nvPr>
        </p:nvSpPr>
        <p:spPr>
          <a:xfrm>
            <a:off x="30163" y="746125"/>
            <a:ext cx="6610350" cy="3719513"/>
          </a:xfrm>
          <a:ln/>
        </p:spPr>
      </p:sp>
      <p:sp>
        <p:nvSpPr>
          <p:cNvPr id="92163" name="备注占位符 2">
            <a:extLst>
              <a:ext uri="{FF2B5EF4-FFF2-40B4-BE49-F238E27FC236}">
                <a16:creationId xmlns:a16="http://schemas.microsoft.com/office/drawing/2014/main" id="{EF23CCD5-B6C1-0ECE-9ADD-0D48C85D9850}"/>
              </a:ext>
            </a:extLst>
          </p:cNvPr>
          <p:cNvSpPr>
            <a:spLocks noGrp="1" noChangeArrowheads="1"/>
          </p:cNvSpPr>
          <p:nvPr>
            <p:ph type="body" idx="1"/>
          </p:nvPr>
        </p:nvSpPr>
        <p:spPr>
          <a:noFill/>
        </p:spPr>
        <p:txBody>
          <a:bodyPr/>
          <a:lstStyle/>
          <a:p>
            <a:pPr>
              <a:buFont typeface="Monotype Sorts" charset="0"/>
              <a:buNone/>
            </a:pPr>
            <a:endParaRPr lang="en-US" altLang="zh-CN" dirty="0">
              <a:latin typeface="微软雅黑 Light" panose="020B0502040204020203" pitchFamily="34" charset="-122"/>
              <a:ea typeface="微软雅黑 Light" panose="020B0502040204020203" pitchFamily="34" charset="-122"/>
            </a:endParaRPr>
          </a:p>
          <a:p>
            <a:pPr>
              <a:buFont typeface="Monotype Sorts" charset="0"/>
              <a:buNone/>
            </a:pPr>
            <a:r>
              <a:rPr lang="zh-CN" altLang="en-US" dirty="0">
                <a:solidFill>
                  <a:schemeClr val="tx2"/>
                </a:solidFill>
                <a:latin typeface="微软雅黑 Light" panose="020B0502040204020203" pitchFamily="34" charset="-122"/>
                <a:ea typeface="微软雅黑 Light" panose="020B0502040204020203" pitchFamily="34" charset="-122"/>
              </a:rPr>
              <a:t>  </a:t>
            </a:r>
            <a:endParaRPr lang="zh-CN" altLang="en-US" dirty="0"/>
          </a:p>
          <a:p>
            <a:endParaRPr lang="zh-CN" altLang="en-US" dirty="0"/>
          </a:p>
        </p:txBody>
      </p:sp>
      <p:sp>
        <p:nvSpPr>
          <p:cNvPr id="92164" name="灯片编号占位符 3">
            <a:extLst>
              <a:ext uri="{FF2B5EF4-FFF2-40B4-BE49-F238E27FC236}">
                <a16:creationId xmlns:a16="http://schemas.microsoft.com/office/drawing/2014/main" id="{1A78AC07-2EAC-89E6-FC0A-A3360A981C2C}"/>
              </a:ext>
            </a:extLst>
          </p:cNvPr>
          <p:cNvSpPr>
            <a:spLocks noGrp="1"/>
          </p:cNvSpPr>
          <p:nvPr>
            <p:ph type="sldNum" sz="quarter" idx="5"/>
          </p:nvPr>
        </p:nvSpPr>
        <p:spPr>
          <a:noFill/>
        </p:spPr>
        <p:txBody>
          <a:bodyP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fld id="{78D3DA4A-A927-46A9-976B-D7E5DC42D16C}" type="slidenum">
              <a:rPr lang="en-US" altLang="zh-CN" sz="1200"/>
              <a:pPr/>
              <a:t>59</a:t>
            </a:fld>
            <a:endParaRPr lang="en-US" altLang="zh-CN"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标题 1"/>
          <p:cNvSpPr>
            <a:spLocks noGrp="1"/>
          </p:cNvSpPr>
          <p:nvPr>
            <p:ph type="title"/>
          </p:nvPr>
        </p:nvSpPr>
        <p:spPr>
          <a:xfrm>
            <a:off x="696000" y="228600"/>
            <a:ext cx="10800000" cy="990600"/>
          </a:xfrm>
        </p:spPr>
        <p:txBody>
          <a:bodyPr/>
          <a:lstStyle>
            <a:lvl1pPr>
              <a:defRPr>
                <a:solidFill>
                  <a:schemeClr val="tx2"/>
                </a:solidFill>
              </a:defRPr>
            </a:lvl1pPr>
          </a:lstStyle>
          <a:p>
            <a:r>
              <a:rPr lang="zh-CN" altLang="en-US" dirty="0"/>
              <a:t>单击此处编辑母版标题样式</a:t>
            </a:r>
            <a:endParaRPr lang="en-US" dirty="0"/>
          </a:p>
        </p:txBody>
      </p:sp>
      <p:sp>
        <p:nvSpPr>
          <p:cNvPr id="8" name="内容占位符 7"/>
          <p:cNvSpPr>
            <a:spLocks noGrp="1"/>
          </p:cNvSpPr>
          <p:nvPr>
            <p:ph sz="quarter" idx="1"/>
          </p:nvPr>
        </p:nvSpPr>
        <p:spPr>
          <a:xfrm>
            <a:off x="696000" y="1440000"/>
            <a:ext cx="10800000" cy="4680000"/>
          </a:xfrm>
        </p:spPr>
        <p:txBody>
          <a:bodyPr/>
          <a:lstStyle>
            <a:lvl1pPr indent="-288000" algn="just">
              <a:defRPr/>
            </a:lvl1pPr>
            <a:lvl2pPr indent="-288000" algn="just">
              <a:defRPr/>
            </a:lvl2pPr>
            <a:lvl3pPr indent="-288000" algn="just">
              <a:defRPr/>
            </a:lvl3pPr>
            <a:lvl4pPr indent="-288000" algn="just">
              <a:defRPr/>
            </a:lvl4pPr>
            <a:lvl5pPr indent="-288000" algn="just">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Tree>
    <p:extLst>
      <p:ext uri="{BB962C8B-B14F-4D97-AF65-F5344CB8AC3E}">
        <p14:creationId xmlns:p14="http://schemas.microsoft.com/office/powerpoint/2010/main" val="3586485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section">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en-US" dirty="0"/>
          </a:p>
        </p:txBody>
      </p:sp>
    </p:spTree>
    <p:extLst>
      <p:ext uri="{BB962C8B-B14F-4D97-AF65-F5344CB8AC3E}">
        <p14:creationId xmlns:p14="http://schemas.microsoft.com/office/powerpoint/2010/main" val="20504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hap">
    <p:bg>
      <p:bgPr>
        <a:solidFill>
          <a:schemeClr val="bg2"/>
        </a:solid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7DD6936-CD79-6B75-9D65-94246B52246D}"/>
              </a:ext>
            </a:extLst>
          </p:cNvPr>
          <p:cNvSpPr/>
          <p:nvPr/>
        </p:nvSpPr>
        <p:spPr bwMode="white">
          <a:xfrm>
            <a:off x="0" y="5970588"/>
            <a:ext cx="12192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sz="2400"/>
          </a:p>
        </p:txBody>
      </p:sp>
      <p:sp>
        <p:nvSpPr>
          <p:cNvPr id="3" name="矩形 2">
            <a:extLst>
              <a:ext uri="{FF2B5EF4-FFF2-40B4-BE49-F238E27FC236}">
                <a16:creationId xmlns:a16="http://schemas.microsoft.com/office/drawing/2014/main" id="{931FAC1E-49AD-B028-4256-9183C2FB1660}"/>
              </a:ext>
            </a:extLst>
          </p:cNvPr>
          <p:cNvSpPr/>
          <p:nvPr/>
        </p:nvSpPr>
        <p:spPr>
          <a:xfrm>
            <a:off x="-12700" y="6053139"/>
            <a:ext cx="2999317"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sz="2400"/>
          </a:p>
        </p:txBody>
      </p:sp>
      <p:sp>
        <p:nvSpPr>
          <p:cNvPr id="4" name="矩形 3">
            <a:extLst>
              <a:ext uri="{FF2B5EF4-FFF2-40B4-BE49-F238E27FC236}">
                <a16:creationId xmlns:a16="http://schemas.microsoft.com/office/drawing/2014/main" id="{09054C1B-54BF-65AF-A75F-4DFA7C2C89AB}"/>
              </a:ext>
            </a:extLst>
          </p:cNvPr>
          <p:cNvSpPr/>
          <p:nvPr/>
        </p:nvSpPr>
        <p:spPr>
          <a:xfrm>
            <a:off x="3145368" y="6043614"/>
            <a:ext cx="9046633"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sz="2400"/>
          </a:p>
        </p:txBody>
      </p:sp>
      <p:sp>
        <p:nvSpPr>
          <p:cNvPr id="8" name="标题 7"/>
          <p:cNvSpPr>
            <a:spLocks noGrp="1"/>
          </p:cNvSpPr>
          <p:nvPr>
            <p:ph type="ctrTitle"/>
          </p:nvPr>
        </p:nvSpPr>
        <p:spPr>
          <a:xfrm>
            <a:off x="3149600" y="4038600"/>
            <a:ext cx="8636000" cy="1828800"/>
          </a:xfrm>
        </p:spPr>
        <p:txBody>
          <a:bodyPr anchor="b"/>
          <a:lstStyle>
            <a:lvl1pPr>
              <a:defRPr cap="all" baseline="0"/>
            </a:lvl1pPr>
          </a:lstStyle>
          <a:p>
            <a:r>
              <a:rPr lang="zh-CN" altLang="en-US"/>
              <a:t>单击此处编辑母版标题样式</a:t>
            </a:r>
            <a:endParaRPr lang="en-US"/>
          </a:p>
        </p:txBody>
      </p:sp>
      <p:sp>
        <p:nvSpPr>
          <p:cNvPr id="9" name="副标题 8"/>
          <p:cNvSpPr>
            <a:spLocks noGrp="1"/>
          </p:cNvSpPr>
          <p:nvPr>
            <p:ph type="subTitle" idx="1"/>
          </p:nvPr>
        </p:nvSpPr>
        <p:spPr>
          <a:xfrm>
            <a:off x="3149600" y="6050037"/>
            <a:ext cx="89408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dirty="0"/>
              <a:t>单击此处编辑母版副标题样式</a:t>
            </a:r>
            <a:endParaRPr lang="en-US" dirty="0"/>
          </a:p>
        </p:txBody>
      </p:sp>
      <p:sp>
        <p:nvSpPr>
          <p:cNvPr id="5" name="日期占位符 27">
            <a:extLst>
              <a:ext uri="{FF2B5EF4-FFF2-40B4-BE49-F238E27FC236}">
                <a16:creationId xmlns:a16="http://schemas.microsoft.com/office/drawing/2014/main" id="{37703DEF-2F5A-034B-C374-D0659A0A0CBC}"/>
              </a:ext>
            </a:extLst>
          </p:cNvPr>
          <p:cNvSpPr>
            <a:spLocks noGrp="1"/>
          </p:cNvSpPr>
          <p:nvPr>
            <p:ph type="dt" sz="half" idx="10"/>
          </p:nvPr>
        </p:nvSpPr>
        <p:spPr>
          <a:xfrm>
            <a:off x="101600" y="6069013"/>
            <a:ext cx="2743200" cy="685800"/>
          </a:xfrm>
          <a:prstGeom prst="rect">
            <a:avLst/>
          </a:prstGeom>
        </p:spPr>
        <p:txBody>
          <a:bodyPr>
            <a:noAutofit/>
          </a:bodyPr>
          <a:lstStyle>
            <a:lvl1pPr algn="ctr">
              <a:defRPr sz="2000">
                <a:solidFill>
                  <a:srgbClr val="FFFFFF"/>
                </a:solidFill>
              </a:defRPr>
            </a:lvl1pPr>
          </a:lstStyle>
          <a:p>
            <a:pPr>
              <a:defRPr/>
            </a:pPr>
            <a:fld id="{D88C49E0-4EC3-40E9-BE5F-1D6E7F448C05}" type="datetimeFigureOut">
              <a:rPr lang="en-US"/>
              <a:pPr>
                <a:defRPr/>
              </a:pPr>
              <a:t>1/24/2026</a:t>
            </a:fld>
            <a:endParaRPr lang="en-US" dirty="0"/>
          </a:p>
        </p:txBody>
      </p:sp>
    </p:spTree>
    <p:extLst>
      <p:ext uri="{BB962C8B-B14F-4D97-AF65-F5344CB8AC3E}">
        <p14:creationId xmlns:p14="http://schemas.microsoft.com/office/powerpoint/2010/main" val="307812266"/>
      </p:ext>
    </p:extLst>
  </p:cSld>
  <p:clrMapOvr>
    <a:overrideClrMapping bg1="dk1" tx1="lt1" bg2="dk2" tx2="lt2" accent1="accent1" accent2="accent2" accent3="accent3" accent4="accent4" accent5="accent5" accent6="accent6" hlink="hlink" folHlink="folHlink"/>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86885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21">
            <a:extLst>
              <a:ext uri="{FF2B5EF4-FFF2-40B4-BE49-F238E27FC236}">
                <a16:creationId xmlns:a16="http://schemas.microsoft.com/office/drawing/2014/main" id="{E91184A0-C701-DE2C-0219-75AE1113A982}"/>
              </a:ext>
            </a:extLst>
          </p:cNvPr>
          <p:cNvSpPr>
            <a:spLocks noGrp="1"/>
          </p:cNvSpPr>
          <p:nvPr>
            <p:ph type="title"/>
          </p:nvPr>
        </p:nvSpPr>
        <p:spPr bwMode="auto">
          <a:xfrm>
            <a:off x="696000" y="228600"/>
            <a:ext cx="10800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endParaRPr lang="en-US" altLang="zh-CN" dirty="0"/>
          </a:p>
        </p:txBody>
      </p:sp>
      <p:sp>
        <p:nvSpPr>
          <p:cNvPr id="2" name="矩形 1">
            <a:extLst>
              <a:ext uri="{FF2B5EF4-FFF2-40B4-BE49-F238E27FC236}">
                <a16:creationId xmlns:a16="http://schemas.microsoft.com/office/drawing/2014/main" id="{8A7C26F7-02FA-FA73-E309-9AE23E9089C2}"/>
              </a:ext>
            </a:extLst>
          </p:cNvPr>
          <p:cNvSpPr/>
          <p:nvPr userDrawn="1"/>
        </p:nvSpPr>
        <p:spPr>
          <a:xfrm>
            <a:off x="0" y="1279525"/>
            <a:ext cx="12192000" cy="7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13">
            <a:extLst>
              <a:ext uri="{FF2B5EF4-FFF2-40B4-BE49-F238E27FC236}">
                <a16:creationId xmlns:a16="http://schemas.microsoft.com/office/drawing/2014/main" id="{3966238D-0BE1-9A0E-C084-C1269EA71FB8}"/>
              </a:ext>
            </a:extLst>
          </p:cNvPr>
          <p:cNvSpPr txBox="1">
            <a:spLocks/>
          </p:cNvSpPr>
          <p:nvPr userDrawn="1"/>
        </p:nvSpPr>
        <p:spPr>
          <a:xfrm>
            <a:off x="2270000" y="6337669"/>
            <a:ext cx="3556000" cy="365125"/>
          </a:xfrm>
          <a:prstGeom prst="rect">
            <a:avLst/>
          </a:prstGeom>
        </p:spPr>
        <p:txBody>
          <a:bodyPr vert="horz" anchor="ctr" anchorCtr="0"/>
          <a:lstStyle>
            <a:defPPr>
              <a:defRPr lang="zh-CN"/>
            </a:defPPr>
            <a:lvl1pPr algn="l" rtl="0" eaLnBrk="1" fontAlgn="base" latinLnBrk="0" hangingPunct="1">
              <a:spcBef>
                <a:spcPct val="0"/>
              </a:spcBef>
              <a:spcAft>
                <a:spcPct val="0"/>
              </a:spcAft>
              <a:defRPr kumimoji="0" sz="1400" kern="1200">
                <a:solidFill>
                  <a:schemeClr val="tx2"/>
                </a:solidFill>
                <a:latin typeface="Montserrat" panose="00000500000000000000" pitchFamily="2" charset="0"/>
                <a:ea typeface="宋体" panose="02010600030101010101" pitchFamily="2" charset="-122"/>
                <a:cs typeface="Times New Roman" panose="02020603050405020304" pitchFamily="18" charset="0"/>
              </a:defRPr>
            </a:lvl1pPr>
            <a:lvl2pPr marL="457200" algn="l" rtl="0" eaLnBrk="0" fontAlgn="base" hangingPunct="0">
              <a:spcBef>
                <a:spcPct val="0"/>
              </a:spcBef>
              <a:spcAft>
                <a:spcPct val="0"/>
              </a:spcAft>
              <a:defRPr kumimoji="1" sz="2400" kern="1200">
                <a:solidFill>
                  <a:schemeClr val="tx1"/>
                </a:solidFill>
                <a:latin typeface="Arial Narrow" panose="020B0606020202030204" pitchFamily="34"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Arial Narrow" panose="020B0606020202030204" pitchFamily="34"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Arial Narrow" panose="020B0606020202030204" pitchFamily="34"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Arial Narrow" panose="020B0606020202030204" pitchFamily="34"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Arial Narrow" panose="020B0606020202030204" pitchFamily="34"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Arial Narrow" panose="020B0606020202030204" pitchFamily="34"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Arial Narrow" panose="020B0606020202030204" pitchFamily="34"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Arial Narrow" panose="020B0606020202030204" pitchFamily="34" charset="0"/>
                <a:ea typeface="宋体" panose="02010600030101010101" pitchFamily="2" charset="-122"/>
                <a:cs typeface="+mn-cs"/>
              </a:defRPr>
            </a:lvl9pPr>
          </a:lstStyle>
          <a:p>
            <a:pPr algn="r">
              <a:defRPr/>
            </a:pPr>
            <a:endParaRPr lang="en-US" dirty="0"/>
          </a:p>
        </p:txBody>
      </p:sp>
      <p:sp>
        <p:nvSpPr>
          <p:cNvPr id="12" name="椭圆 11">
            <a:extLst>
              <a:ext uri="{FF2B5EF4-FFF2-40B4-BE49-F238E27FC236}">
                <a16:creationId xmlns:a16="http://schemas.microsoft.com/office/drawing/2014/main" id="{FD467D7E-CA33-0D5C-D2A7-8EF1122AB8CC}"/>
              </a:ext>
            </a:extLst>
          </p:cNvPr>
          <p:cNvSpPr>
            <a:spLocks noChangeAspect="1"/>
          </p:cNvSpPr>
          <p:nvPr userDrawn="1"/>
        </p:nvSpPr>
        <p:spPr>
          <a:xfrm>
            <a:off x="5826000" y="6250231"/>
            <a:ext cx="540000" cy="540000"/>
          </a:xfrm>
          <a:prstGeom prst="ellipse">
            <a:avLst/>
          </a:prstGeom>
          <a:blipFill>
            <a:blip r:embed="rId6"/>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E69DA970-BD07-91A2-E259-231F9043A7CE}"/>
              </a:ext>
            </a:extLst>
          </p:cNvPr>
          <p:cNvSpPr txBox="1"/>
          <p:nvPr userDrawn="1"/>
        </p:nvSpPr>
        <p:spPr>
          <a:xfrm>
            <a:off x="6491600" y="6366343"/>
            <a:ext cx="5040000" cy="307777"/>
          </a:xfrm>
          <a:prstGeom prst="rect">
            <a:avLst/>
          </a:prstGeom>
        </p:spPr>
        <p:txBody>
          <a:bodyPr vert="horz" anchor="ctr" anchorCtr="0"/>
          <a:lstStyle>
            <a:defPPr>
              <a:defRPr lang="zh-CN"/>
            </a:defPPr>
            <a:lvl1pPr algn="r" eaLnBrk="1" latinLnBrk="0" hangingPunct="1">
              <a:defRPr kumimoji="0" sz="1400">
                <a:solidFill>
                  <a:schemeClr val="tx2"/>
                </a:solidFill>
                <a:latin typeface="Montserrat" panose="00000500000000000000" pitchFamily="2" charset="0"/>
                <a:cs typeface="Times New Roman" panose="02020603050405020304" pitchFamily="18" charset="0"/>
              </a:defRPr>
            </a:lvl1pPr>
          </a:lstStyle>
          <a:p>
            <a:pPr lvl="0" algn="l"/>
            <a:r>
              <a:rPr lang="en-US" altLang="zh-CN" dirty="0"/>
              <a:t>glplaman.github.io</a:t>
            </a:r>
          </a:p>
        </p:txBody>
      </p:sp>
      <p:sp>
        <p:nvSpPr>
          <p:cNvPr id="19" name="文本框 18">
            <a:extLst>
              <a:ext uri="{FF2B5EF4-FFF2-40B4-BE49-F238E27FC236}">
                <a16:creationId xmlns:a16="http://schemas.microsoft.com/office/drawing/2014/main" id="{A8128768-1997-7D89-BF6A-9AEBFA2345C1}"/>
              </a:ext>
            </a:extLst>
          </p:cNvPr>
          <p:cNvSpPr txBox="1"/>
          <p:nvPr userDrawn="1"/>
        </p:nvSpPr>
        <p:spPr>
          <a:xfrm>
            <a:off x="660400" y="6366343"/>
            <a:ext cx="5040000" cy="307777"/>
          </a:xfrm>
          <a:prstGeom prst="rect">
            <a:avLst/>
          </a:prstGeom>
        </p:spPr>
        <p:txBody>
          <a:bodyPr vert="horz" anchor="ctr" anchorCtr="0"/>
          <a:lstStyle>
            <a:defPPr>
              <a:defRPr lang="zh-CN"/>
            </a:defPPr>
            <a:lvl1pPr lvl="0" algn="r" eaLnBrk="1" latinLnBrk="0" hangingPunct="1">
              <a:defRPr kumimoji="0" sz="1400">
                <a:solidFill>
                  <a:schemeClr val="tx2"/>
                </a:solidFill>
                <a:latin typeface="Montserrat" panose="00000500000000000000" pitchFamily="2" charset="0"/>
                <a:cs typeface="Times New Roman" panose="02020603050405020304" pitchFamily="18" charset="0"/>
              </a:defRPr>
            </a:lvl1pPr>
          </a:lstStyle>
          <a:p>
            <a:pPr lvl="0" algn="r"/>
            <a:r>
              <a:rPr lang="en-US" altLang="zh-CN" dirty="0"/>
              <a:t>Software Project Management</a:t>
            </a:r>
          </a:p>
        </p:txBody>
      </p:sp>
      <p:sp>
        <p:nvSpPr>
          <p:cNvPr id="1027" name="文本占位符 12">
            <a:extLst>
              <a:ext uri="{FF2B5EF4-FFF2-40B4-BE49-F238E27FC236}">
                <a16:creationId xmlns:a16="http://schemas.microsoft.com/office/drawing/2014/main" id="{7C133843-58B1-6691-DDF0-BC3DBCC502F4}"/>
              </a:ext>
            </a:extLst>
          </p:cNvPr>
          <p:cNvSpPr>
            <a:spLocks noGrp="1"/>
          </p:cNvSpPr>
          <p:nvPr>
            <p:ph type="body" idx="1"/>
          </p:nvPr>
        </p:nvSpPr>
        <p:spPr bwMode="auto">
          <a:xfrm>
            <a:off x="696000" y="1438963"/>
            <a:ext cx="10800000" cy="46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Tree>
  </p:cSld>
  <p:clrMap bg1="lt1" tx1="dk1" bg2="lt2" tx2="dk2" accent1="accent1" accent2="accent2" accent3="accent3" accent4="accent4" accent5="accent5" accent6="accent6" hlink="hlink" folHlink="folHlink"/>
  <p:sldLayoutIdLst>
    <p:sldLayoutId id="2147486869" r:id="rId1"/>
    <p:sldLayoutId id="2147486870" r:id="rId2"/>
    <p:sldLayoutId id="2147486873" r:id="rId3"/>
    <p:sldLayoutId id="2147486877" r:id="rId4"/>
  </p:sldLayoutIdLst>
  <p:hf hdr="0" dt="0"/>
  <p:txStyles>
    <p:titleStyle>
      <a:lvl1pPr algn="l" rtl="0" eaLnBrk="0" fontAlgn="base" hangingPunct="0">
        <a:spcBef>
          <a:spcPct val="0"/>
        </a:spcBef>
        <a:spcAft>
          <a:spcPct val="0"/>
        </a:spcAft>
        <a:defRPr sz="4400" kern="1200" baseline="0">
          <a:solidFill>
            <a:schemeClr val="tx2"/>
          </a:solidFill>
          <a:latin typeface="Times New Roman" panose="02020603050405020304" pitchFamily="18" charset="0"/>
          <a:ea typeface="微软雅黑" panose="020B0503020204020204" pitchFamily="34" charset="-122"/>
          <a:cs typeface="+mj-cs"/>
        </a:defRPr>
      </a:lvl1pPr>
      <a:lvl2pPr algn="l" rtl="0" eaLnBrk="0" fontAlgn="base" hangingPunct="0">
        <a:spcBef>
          <a:spcPct val="0"/>
        </a:spcBef>
        <a:spcAft>
          <a:spcPct val="0"/>
        </a:spcAft>
        <a:defRPr sz="4400">
          <a:solidFill>
            <a:schemeClr val="tx2"/>
          </a:solidFill>
          <a:latin typeface="Tw Cen MT" pitchFamily="34" charset="0"/>
          <a:ea typeface="华文仿宋" pitchFamily="2" charset="-122"/>
        </a:defRPr>
      </a:lvl2pPr>
      <a:lvl3pPr algn="l" rtl="0" eaLnBrk="0" fontAlgn="base" hangingPunct="0">
        <a:spcBef>
          <a:spcPct val="0"/>
        </a:spcBef>
        <a:spcAft>
          <a:spcPct val="0"/>
        </a:spcAft>
        <a:defRPr sz="4400">
          <a:solidFill>
            <a:schemeClr val="tx2"/>
          </a:solidFill>
          <a:latin typeface="Tw Cen MT" pitchFamily="34" charset="0"/>
          <a:ea typeface="华文仿宋" pitchFamily="2" charset="-122"/>
        </a:defRPr>
      </a:lvl3pPr>
      <a:lvl4pPr algn="l" rtl="0" eaLnBrk="0" fontAlgn="base" hangingPunct="0">
        <a:spcBef>
          <a:spcPct val="0"/>
        </a:spcBef>
        <a:spcAft>
          <a:spcPct val="0"/>
        </a:spcAft>
        <a:defRPr sz="4400">
          <a:solidFill>
            <a:schemeClr val="tx2"/>
          </a:solidFill>
          <a:latin typeface="Tw Cen MT" pitchFamily="34" charset="0"/>
          <a:ea typeface="华文仿宋" pitchFamily="2" charset="-122"/>
        </a:defRPr>
      </a:lvl4pPr>
      <a:lvl5pPr algn="l" rtl="0" eaLnBrk="0" fontAlgn="base" hangingPunct="0">
        <a:spcBef>
          <a:spcPct val="0"/>
        </a:spcBef>
        <a:spcAft>
          <a:spcPct val="0"/>
        </a:spcAft>
        <a:defRPr sz="4400">
          <a:solidFill>
            <a:schemeClr val="tx2"/>
          </a:solidFill>
          <a:latin typeface="Tw Cen MT" pitchFamily="34" charset="0"/>
          <a:ea typeface="华文仿宋" pitchFamily="2" charset="-122"/>
        </a:defRPr>
      </a:lvl5pPr>
      <a:lvl6pPr marL="457200" algn="l" rtl="0" fontAlgn="base">
        <a:spcBef>
          <a:spcPct val="0"/>
        </a:spcBef>
        <a:spcAft>
          <a:spcPct val="0"/>
        </a:spcAft>
        <a:defRPr sz="4400">
          <a:solidFill>
            <a:schemeClr val="tx2"/>
          </a:solidFill>
          <a:latin typeface="Tw Cen MT" pitchFamily="34" charset="0"/>
          <a:ea typeface="华文仿宋" pitchFamily="2" charset="-122"/>
        </a:defRPr>
      </a:lvl6pPr>
      <a:lvl7pPr marL="914400" algn="l" rtl="0" fontAlgn="base">
        <a:spcBef>
          <a:spcPct val="0"/>
        </a:spcBef>
        <a:spcAft>
          <a:spcPct val="0"/>
        </a:spcAft>
        <a:defRPr sz="4400">
          <a:solidFill>
            <a:schemeClr val="tx2"/>
          </a:solidFill>
          <a:latin typeface="Tw Cen MT" pitchFamily="34" charset="0"/>
          <a:ea typeface="华文仿宋" pitchFamily="2" charset="-122"/>
        </a:defRPr>
      </a:lvl7pPr>
      <a:lvl8pPr marL="1371600" algn="l" rtl="0" fontAlgn="base">
        <a:spcBef>
          <a:spcPct val="0"/>
        </a:spcBef>
        <a:spcAft>
          <a:spcPct val="0"/>
        </a:spcAft>
        <a:defRPr sz="4400">
          <a:solidFill>
            <a:schemeClr val="tx2"/>
          </a:solidFill>
          <a:latin typeface="Tw Cen MT" pitchFamily="34" charset="0"/>
          <a:ea typeface="华文仿宋" pitchFamily="2" charset="-122"/>
        </a:defRPr>
      </a:lvl8pPr>
      <a:lvl9pPr marL="1828800" algn="l" rtl="0" fontAlgn="base">
        <a:spcBef>
          <a:spcPct val="0"/>
        </a:spcBef>
        <a:spcAft>
          <a:spcPct val="0"/>
        </a:spcAft>
        <a:defRPr sz="4400">
          <a:solidFill>
            <a:schemeClr val="tx2"/>
          </a:solidFill>
          <a:latin typeface="Tw Cen MT" pitchFamily="34" charset="0"/>
          <a:ea typeface="华文仿宋" pitchFamily="2" charset="-122"/>
        </a:defRPr>
      </a:lvl9pPr>
    </p:titleStyle>
    <p:bodyStyle>
      <a:lvl1pPr marL="0" indent="-288000" algn="just" rtl="0" eaLnBrk="0" fontAlgn="base" hangingPunct="0">
        <a:spcBef>
          <a:spcPts val="700"/>
        </a:spcBef>
        <a:spcAft>
          <a:spcPct val="0"/>
        </a:spcAft>
        <a:buClr>
          <a:schemeClr val="accent2"/>
        </a:buClr>
        <a:buSzPct val="60000"/>
        <a:buFont typeface="Wingdings" panose="05000000000000000000" pitchFamily="2" charset="2"/>
        <a:buChar char=""/>
        <a:defRPr sz="2400" kern="1200" baseline="0">
          <a:solidFill>
            <a:schemeClr val="tx1"/>
          </a:solidFill>
          <a:latin typeface="Times New Roman" panose="02020603050405020304" pitchFamily="18" charset="0"/>
          <a:ea typeface="微软雅黑 Light" panose="020B0502040204020203" pitchFamily="34" charset="-122"/>
          <a:cs typeface="+mn-cs"/>
        </a:defRPr>
      </a:lvl1pPr>
      <a:lvl2pPr marL="360000" indent="-288000" algn="just" rtl="0" eaLnBrk="0" fontAlgn="base" hangingPunct="0">
        <a:spcBef>
          <a:spcPts val="600"/>
        </a:spcBef>
        <a:spcAft>
          <a:spcPct val="0"/>
        </a:spcAft>
        <a:buClr>
          <a:schemeClr val="accent1"/>
        </a:buClr>
        <a:buSzPct val="70000"/>
        <a:buFont typeface="Wingdings 2" panose="05020102010507070707" pitchFamily="18" charset="2"/>
        <a:buChar char=""/>
        <a:defRPr sz="2000" kern="1200" baseline="0">
          <a:solidFill>
            <a:schemeClr val="tx1"/>
          </a:solidFill>
          <a:latin typeface="Times New Roman" panose="02020603050405020304" pitchFamily="18" charset="0"/>
          <a:ea typeface="微软雅黑 Light" panose="020B0502040204020203" pitchFamily="34" charset="-122"/>
          <a:cs typeface="+mn-cs"/>
        </a:defRPr>
      </a:lvl2pPr>
      <a:lvl3pPr marL="720000" indent="-288000" algn="just" rtl="0" eaLnBrk="0" fontAlgn="base" hangingPunct="0">
        <a:spcBef>
          <a:spcPts val="600"/>
        </a:spcBef>
        <a:spcAft>
          <a:spcPct val="0"/>
        </a:spcAft>
        <a:buClr>
          <a:schemeClr val="accent2"/>
        </a:buClr>
        <a:buSzPct val="75000"/>
        <a:buFont typeface="Wingdings" panose="05000000000000000000" pitchFamily="2" charset="2"/>
        <a:buChar char=""/>
        <a:defRPr sz="1600" kern="1200" baseline="0">
          <a:solidFill>
            <a:schemeClr val="tx1"/>
          </a:solidFill>
          <a:latin typeface="Times New Roman" panose="02020603050405020304" pitchFamily="18" charset="0"/>
          <a:ea typeface="微软雅黑 Light" panose="020B0502040204020203" pitchFamily="34" charset="-122"/>
          <a:cs typeface="+mn-cs"/>
        </a:defRPr>
      </a:lvl3pPr>
      <a:lvl4pPr marL="1080000" indent="-288000" algn="just" rtl="0" eaLnBrk="0" fontAlgn="base" hangingPunct="0">
        <a:spcBef>
          <a:spcPts val="600"/>
        </a:spcBef>
        <a:spcAft>
          <a:spcPct val="0"/>
        </a:spcAft>
        <a:buClr>
          <a:srgbClr val="A5AB81"/>
        </a:buClr>
        <a:buSzPct val="75000"/>
        <a:buFont typeface="Wingdings" panose="05000000000000000000" pitchFamily="2" charset="2"/>
        <a:buChar char=""/>
        <a:defRPr sz="1600" kern="1200" baseline="0">
          <a:solidFill>
            <a:schemeClr val="tx1"/>
          </a:solidFill>
          <a:latin typeface="Times New Roman" panose="02020603050405020304" pitchFamily="18" charset="0"/>
          <a:ea typeface="微软雅黑 Light" panose="020B0502040204020203" pitchFamily="34" charset="-122"/>
          <a:cs typeface="+mn-cs"/>
        </a:defRPr>
      </a:lvl4pPr>
      <a:lvl5pPr marL="1440000" indent="-288000" algn="just" rtl="0" eaLnBrk="0" fontAlgn="base" hangingPunct="0">
        <a:spcBef>
          <a:spcPts val="600"/>
        </a:spcBef>
        <a:spcAft>
          <a:spcPct val="0"/>
        </a:spcAft>
        <a:buClr>
          <a:srgbClr val="D8B25C"/>
        </a:buClr>
        <a:buSzPct val="65000"/>
        <a:buFont typeface="Wingdings" panose="05000000000000000000" pitchFamily="2" charset="2"/>
        <a:buChar char=""/>
        <a:defRPr sz="1600" kern="1200" baseline="0">
          <a:solidFill>
            <a:schemeClr val="tx1"/>
          </a:solidFill>
          <a:latin typeface="Times New Roman" panose="02020603050405020304" pitchFamily="18" charset="0"/>
          <a:ea typeface="微软雅黑 Light" panose="020B0502040204020203" pitchFamily="34" charset="-122"/>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slideLayout" Target="../slideLayouts/slideLayout4.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emf"/><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8F257149-A749-064B-E30B-87F8C05ABA38}"/>
              </a:ext>
            </a:extLst>
          </p:cNvPr>
          <p:cNvSpPr>
            <a:spLocks noChangeArrowheads="1"/>
          </p:cNvSpPr>
          <p:nvPr/>
        </p:nvSpPr>
        <p:spPr bwMode="auto">
          <a:xfrm>
            <a:off x="2279650" y="2084388"/>
            <a:ext cx="7939088" cy="11430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0"/>
              </a:spcBef>
              <a:buClrTx/>
              <a:buSzTx/>
              <a:buFontTx/>
              <a:buNone/>
            </a:pPr>
            <a:endParaRPr lang="zh-CN" altLang="en-US" sz="7200" dirty="0">
              <a:latin typeface="华文行楷" panose="02010800040101010101" pitchFamily="2" charset="-122"/>
              <a:ea typeface="华文行楷" panose="02010800040101010101" pitchFamily="2" charset="-122"/>
            </a:endParaRPr>
          </a:p>
        </p:txBody>
      </p:sp>
      <p:sp>
        <p:nvSpPr>
          <p:cNvPr id="4" name="Rectangle 3">
            <a:extLst>
              <a:ext uri="{FF2B5EF4-FFF2-40B4-BE49-F238E27FC236}">
                <a16:creationId xmlns:a16="http://schemas.microsoft.com/office/drawing/2014/main" id="{E0D31516-96DE-4F0F-B51C-F2A9BC6C2D72}"/>
              </a:ext>
            </a:extLst>
          </p:cNvPr>
          <p:cNvSpPr>
            <a:spLocks noChangeArrowheads="1"/>
          </p:cNvSpPr>
          <p:nvPr/>
        </p:nvSpPr>
        <p:spPr bwMode="auto">
          <a:xfrm>
            <a:off x="2808287" y="2032001"/>
            <a:ext cx="6575425" cy="1195387"/>
          </a:xfrm>
          <a:prstGeom prst="rect">
            <a:avLst/>
          </a:prstGeom>
          <a:noFill/>
          <a:ln>
            <a:noFill/>
          </a:ln>
          <a:effectLst/>
        </p:spPr>
        <p:txBody>
          <a:bodyPr/>
          <a:lstStyle/>
          <a:p>
            <a:pPr eaLnBrk="1" hangingPunct="1">
              <a:spcBef>
                <a:spcPct val="20000"/>
              </a:spcBef>
              <a:buClr>
                <a:srgbClr val="FF0000"/>
              </a:buClr>
              <a:buSzPct val="55000"/>
              <a:buFont typeface="Monotype Sorts" charset="0"/>
              <a:buNone/>
              <a:defRPr/>
            </a:pPr>
            <a:endParaRPr lang="en-US" altLang="zh-CN" sz="2800" dirty="0">
              <a:solidFill>
                <a:schemeClr val="accent4">
                  <a:lumMod val="60000"/>
                  <a:lumOff val="40000"/>
                </a:schemeClr>
              </a:solidFill>
            </a:endParaRPr>
          </a:p>
        </p:txBody>
      </p:sp>
      <p:sp>
        <p:nvSpPr>
          <p:cNvPr id="14" name="标题 13">
            <a:extLst>
              <a:ext uri="{FF2B5EF4-FFF2-40B4-BE49-F238E27FC236}">
                <a16:creationId xmlns:a16="http://schemas.microsoft.com/office/drawing/2014/main" id="{FD9A964D-80EE-CF71-497C-17E67988E161}"/>
              </a:ext>
            </a:extLst>
          </p:cNvPr>
          <p:cNvSpPr>
            <a:spLocks noGrp="1"/>
          </p:cNvSpPr>
          <p:nvPr>
            <p:ph type="ctrTitle"/>
          </p:nvPr>
        </p:nvSpPr>
        <p:spPr/>
        <p:txBody>
          <a:bodyPr/>
          <a:lstStyle/>
          <a:p>
            <a:r>
              <a:rPr lang="zh-CN" altLang="en-US" dirty="0"/>
              <a:t>软件 项目管理</a:t>
            </a:r>
          </a:p>
        </p:txBody>
      </p:sp>
      <p:sp>
        <p:nvSpPr>
          <p:cNvPr id="17" name="副标题 16">
            <a:extLst>
              <a:ext uri="{FF2B5EF4-FFF2-40B4-BE49-F238E27FC236}">
                <a16:creationId xmlns:a16="http://schemas.microsoft.com/office/drawing/2014/main" id="{FFA02BC9-9361-C4F3-27E1-D7DEF74E092E}"/>
              </a:ext>
            </a:extLst>
          </p:cNvPr>
          <p:cNvSpPr>
            <a:spLocks noGrp="1"/>
          </p:cNvSpPr>
          <p:nvPr>
            <p:ph type="subTitle" idx="1"/>
          </p:nvPr>
        </p:nvSpPr>
        <p:spPr/>
        <p:txBody>
          <a:bodyPr/>
          <a:lstStyle/>
          <a:p>
            <a:r>
              <a:rPr lang="zh-CN" altLang="en-US" dirty="0"/>
              <a:t>北京邮电大学   韩万江 </a:t>
            </a:r>
            <a:r>
              <a:rPr lang="en-US" altLang="zh-CN" dirty="0"/>
              <a:t>hanwanjiang@bupt.edu.cn</a:t>
            </a:r>
          </a:p>
        </p:txBody>
      </p:sp>
    </p:spTree>
  </p:cSld>
  <p:clrMapOvr>
    <a:masterClrMapping/>
  </p:clrMapOvr>
  <p:transition spd="med">
    <p:zoom dir="in"/>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4154A3F3-DE7B-DE9E-1382-BE6AED5733B9}"/>
              </a:ext>
            </a:extLst>
          </p:cNvPr>
          <p:cNvSpPr>
            <a:spLocks noGrp="1"/>
          </p:cNvSpPr>
          <p:nvPr>
            <p:ph type="title"/>
          </p:nvPr>
        </p:nvSpPr>
        <p:spPr/>
        <p:txBody>
          <a:bodyPr/>
          <a:lstStyle/>
          <a:p>
            <a:r>
              <a:rPr lang="zh-CN" altLang="en-US" dirty="0"/>
              <a:t>项目不成功</a:t>
            </a:r>
          </a:p>
        </p:txBody>
      </p:sp>
      <p:sp>
        <p:nvSpPr>
          <p:cNvPr id="12" name="内容占位符 11">
            <a:extLst>
              <a:ext uri="{FF2B5EF4-FFF2-40B4-BE49-F238E27FC236}">
                <a16:creationId xmlns:a16="http://schemas.microsoft.com/office/drawing/2014/main" id="{52DC475B-AAAC-D25A-39D7-A5456B84E2C2}"/>
              </a:ext>
            </a:extLst>
          </p:cNvPr>
          <p:cNvSpPr>
            <a:spLocks noGrp="1"/>
          </p:cNvSpPr>
          <p:nvPr>
            <p:ph sz="quarter" idx="1"/>
          </p:nvPr>
        </p:nvSpPr>
        <p:spPr/>
        <p:txBody>
          <a:bodyPr/>
          <a:lstStyle/>
          <a:p>
            <a:r>
              <a:rPr lang="zh-CN" altLang="en-US" dirty="0"/>
              <a:t>任务不明确</a:t>
            </a:r>
          </a:p>
          <a:p>
            <a:r>
              <a:rPr lang="zh-CN" altLang="en-US" dirty="0"/>
              <a:t>变更</a:t>
            </a:r>
            <a:endParaRPr lang="en-US" altLang="zh-CN" dirty="0"/>
          </a:p>
          <a:p>
            <a:r>
              <a:rPr lang="zh-CN" altLang="en-US" dirty="0"/>
              <a:t>新技术</a:t>
            </a:r>
          </a:p>
          <a:p>
            <a:r>
              <a:rPr lang="zh-CN" altLang="en-US" dirty="0"/>
              <a:t>成本</a:t>
            </a:r>
            <a:endParaRPr lang="en-US" altLang="zh-CN" dirty="0"/>
          </a:p>
          <a:p>
            <a:r>
              <a:rPr lang="zh-CN" altLang="en-US" dirty="0"/>
              <a:t>进度</a:t>
            </a:r>
          </a:p>
          <a:p>
            <a:r>
              <a:rPr lang="zh-CN" altLang="en-US" dirty="0"/>
              <a:t>质量问题 </a:t>
            </a:r>
          </a:p>
          <a:p>
            <a:r>
              <a:rPr lang="zh-CN" altLang="en-US" dirty="0"/>
              <a:t>开发混乱</a:t>
            </a:r>
            <a:endParaRPr lang="en-US" altLang="zh-CN" dirty="0"/>
          </a:p>
          <a:p>
            <a:r>
              <a:rPr lang="zh-CN" altLang="en-US" dirty="0"/>
              <a:t>用户</a:t>
            </a:r>
          </a:p>
          <a:p>
            <a:endParaRPr lang="zh-CN" altLang="en-US" dirty="0"/>
          </a:p>
        </p:txBody>
      </p:sp>
      <p:sp>
        <p:nvSpPr>
          <p:cNvPr id="13316" name="灯片编号占位符 3">
            <a:extLst>
              <a:ext uri="{FF2B5EF4-FFF2-40B4-BE49-F238E27FC236}">
                <a16:creationId xmlns:a16="http://schemas.microsoft.com/office/drawing/2014/main" id="{390E9211-8249-F39A-5CD0-8EE4AF0C3D0B}"/>
              </a:ext>
            </a:extLst>
          </p:cNvPr>
          <p:cNvSpPr>
            <a:spLocks noGrp="1"/>
          </p:cNvSpPr>
          <p:nvPr>
            <p:ph type="sldNum" sz="quarter" idx="4294967295"/>
          </p:nvPr>
        </p:nvSpPr>
        <p:spPr bwMode="auto">
          <a:xfrm>
            <a:off x="0" y="1271588"/>
            <a:ext cx="7112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nSpc>
                <a:spcPct val="80000"/>
              </a:lnSpc>
              <a:spcBef>
                <a:spcPct val="0"/>
              </a:spcBef>
              <a:buClrTx/>
              <a:buSzTx/>
              <a:buFontTx/>
              <a:buNone/>
            </a:pPr>
            <a:fld id="{7D9F9D1D-AE3F-4080-8B2E-BF48727715FE}" type="slidenum">
              <a:rPr lang="en-US" altLang="zh-CN" sz="1200" smtClean="0">
                <a:solidFill>
                  <a:srgbClr val="FFFFFF"/>
                </a:solidFill>
                <a:latin typeface="Arial Narrow" panose="020B0606020202030204" pitchFamily="34" charset="0"/>
                <a:ea typeface="宋体" panose="02010600030101010101" pitchFamily="2" charset="-122"/>
              </a:rPr>
              <a:pPr>
                <a:lnSpc>
                  <a:spcPct val="80000"/>
                </a:lnSpc>
                <a:spcBef>
                  <a:spcPct val="0"/>
                </a:spcBef>
                <a:buClrTx/>
                <a:buSzTx/>
                <a:buFontTx/>
                <a:buNone/>
              </a:pPr>
              <a:t>1</a:t>
            </a:fld>
            <a:endParaRPr lang="en-US" altLang="zh-CN" sz="1200">
              <a:solidFill>
                <a:srgbClr val="FFFFFF"/>
              </a:solidFill>
              <a:latin typeface="Arial Narrow" panose="020B0606020202030204" pitchFamily="34" charset="0"/>
              <a:ea typeface="宋体" panose="02010600030101010101" pitchFamily="2" charset="-122"/>
            </a:endParaRPr>
          </a:p>
        </p:txBody>
      </p:sp>
      <p:sp>
        <p:nvSpPr>
          <p:cNvPr id="5" name="Rectangle 1027">
            <a:extLst>
              <a:ext uri="{FF2B5EF4-FFF2-40B4-BE49-F238E27FC236}">
                <a16:creationId xmlns:a16="http://schemas.microsoft.com/office/drawing/2014/main" id="{E06AF3FA-95FE-46E3-B7FA-D97CC47EF354}"/>
              </a:ext>
            </a:extLst>
          </p:cNvPr>
          <p:cNvSpPr txBox="1">
            <a:spLocks noChangeArrowheads="1"/>
          </p:cNvSpPr>
          <p:nvPr/>
        </p:nvSpPr>
        <p:spPr>
          <a:xfrm>
            <a:off x="1992314" y="1628776"/>
            <a:ext cx="4484687" cy="4467225"/>
          </a:xfrm>
          <a:prstGeom prst="rect">
            <a:avLst/>
          </a:prstGeom>
          <a:noFill/>
        </p:spPr>
        <p:txBody>
          <a:bodyPr>
            <a:normAutofit/>
          </a:bodyPr>
          <a:lstStyle>
            <a:lvl1pPr marL="319088" indent="-319088" algn="l" rtl="0"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eaLnBrk="1" fontAlgn="auto" hangingPunct="1">
              <a:spcAft>
                <a:spcPts val="0"/>
              </a:spcAft>
              <a:buFont typeface="Wingdings" panose="05000000000000000000" pitchFamily="2" charset="2"/>
              <a:buChar char=""/>
              <a:defRPr/>
            </a:pPr>
            <a:endParaRPr kumimoji="0" lang="zh-CN" altLang="en-US" sz="3200" dirty="0">
              <a:latin typeface="微软雅黑 Light" panose="020B0502040204020203" pitchFamily="34" charset="-122"/>
              <a:ea typeface="微软雅黑 Light" panose="020B0502040204020203" pitchFamily="34" charset="-122"/>
            </a:endParaRPr>
          </a:p>
        </p:txBody>
      </p:sp>
      <p:pic>
        <p:nvPicPr>
          <p:cNvPr id="13318" name="Picture 7" descr="http://img4.imgtn.bdimg.com/it/u=1164463250,1669459154&amp;fm=21&amp;gp=0.jpg">
            <a:extLst>
              <a:ext uri="{FF2B5EF4-FFF2-40B4-BE49-F238E27FC236}">
                <a16:creationId xmlns:a16="http://schemas.microsoft.com/office/drawing/2014/main" id="{E40E4414-CF60-8E88-16A9-E0846719B6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8164" y="3141663"/>
            <a:ext cx="3076575"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8D4E74CA-937B-A852-5AA0-E011FE45C41A}"/>
              </a:ext>
            </a:extLst>
          </p:cNvPr>
          <p:cNvSpPr>
            <a:spLocks noGrp="1"/>
          </p:cNvSpPr>
          <p:nvPr>
            <p:ph type="title"/>
          </p:nvPr>
        </p:nvSpPr>
        <p:spPr/>
        <p:txBody>
          <a:bodyPr/>
          <a:lstStyle/>
          <a:p>
            <a:r>
              <a:rPr lang="zh-CN" altLang="en-US"/>
              <a:t>软件项目管理</a:t>
            </a:r>
            <a:r>
              <a:rPr lang="en-US" altLang="zh-CN"/>
              <a:t>---</a:t>
            </a:r>
            <a:r>
              <a:rPr lang="zh-CN" altLang="en-US"/>
              <a:t>解决问题</a:t>
            </a:r>
          </a:p>
        </p:txBody>
      </p:sp>
      <p:sp>
        <p:nvSpPr>
          <p:cNvPr id="14340" name="灯片编号占位符 3">
            <a:extLst>
              <a:ext uri="{FF2B5EF4-FFF2-40B4-BE49-F238E27FC236}">
                <a16:creationId xmlns:a16="http://schemas.microsoft.com/office/drawing/2014/main" id="{98900C63-9B33-FDAA-0CDD-29E0967C45A9}"/>
              </a:ext>
            </a:extLst>
          </p:cNvPr>
          <p:cNvSpPr>
            <a:spLocks noGrp="1"/>
          </p:cNvSpPr>
          <p:nvPr>
            <p:ph type="sldNum" sz="quarter" idx="4294967295"/>
          </p:nvPr>
        </p:nvSpPr>
        <p:spPr bwMode="auto">
          <a:xfrm>
            <a:off x="0" y="1271588"/>
            <a:ext cx="7112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nSpc>
                <a:spcPct val="80000"/>
              </a:lnSpc>
              <a:spcBef>
                <a:spcPct val="0"/>
              </a:spcBef>
              <a:buClrTx/>
              <a:buSzTx/>
              <a:buFontTx/>
              <a:buNone/>
            </a:pPr>
            <a:fld id="{3E0B45F4-8774-4840-81FF-325E6ECDFFB5}" type="slidenum">
              <a:rPr lang="en-US" altLang="zh-CN" sz="1200">
                <a:solidFill>
                  <a:srgbClr val="FFFFFF"/>
                </a:solidFill>
                <a:latin typeface="Arial Narrow" panose="020B0606020202030204" pitchFamily="34" charset="0"/>
                <a:ea typeface="宋体" panose="02010600030101010101" pitchFamily="2" charset="-122"/>
              </a:rPr>
              <a:pPr>
                <a:lnSpc>
                  <a:spcPct val="80000"/>
                </a:lnSpc>
                <a:spcBef>
                  <a:spcPct val="0"/>
                </a:spcBef>
                <a:buClrTx/>
                <a:buSzTx/>
                <a:buFontTx/>
                <a:buNone/>
              </a:pPr>
              <a:t>2</a:t>
            </a:fld>
            <a:endParaRPr lang="en-US" altLang="zh-CN" sz="1200">
              <a:solidFill>
                <a:srgbClr val="FFFFFF"/>
              </a:solidFill>
              <a:latin typeface="Arial Narrow" panose="020B0606020202030204" pitchFamily="34" charset="0"/>
              <a:ea typeface="宋体" panose="02010600030101010101" pitchFamily="2" charset="-122"/>
            </a:endParaRPr>
          </a:p>
        </p:txBody>
      </p:sp>
      <p:pic>
        <p:nvPicPr>
          <p:cNvPr id="14341" name="Picture 7" descr="c:\users\think\appdata\roaming\360se6\User Data\temp\u=184278653,1821815298&amp;fm=21&amp;gp=0.jpg">
            <a:extLst>
              <a:ext uri="{FF2B5EF4-FFF2-40B4-BE49-F238E27FC236}">
                <a16:creationId xmlns:a16="http://schemas.microsoft.com/office/drawing/2014/main" id="{FB66EDC9-5174-1D6D-F09F-39572295DA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189" y="1557339"/>
            <a:ext cx="7273925" cy="430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26">
            <a:extLst>
              <a:ext uri="{FF2B5EF4-FFF2-40B4-BE49-F238E27FC236}">
                <a16:creationId xmlns:a16="http://schemas.microsoft.com/office/drawing/2014/main" id="{012B5743-06B8-46FD-251E-38B079F8245A}"/>
              </a:ext>
            </a:extLst>
          </p:cNvPr>
          <p:cNvSpPr>
            <a:spLocks noGrp="1" noChangeArrowheads="1"/>
          </p:cNvSpPr>
          <p:nvPr>
            <p:ph type="title"/>
          </p:nvPr>
        </p:nvSpPr>
        <p:spPr>
          <a:xfrm>
            <a:off x="696000" y="228600"/>
            <a:ext cx="10800000" cy="9906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r>
              <a:rPr lang="zh-CN" altLang="en-US" dirty="0"/>
              <a:t>第 </a:t>
            </a:r>
            <a:r>
              <a:rPr lang="en-US" altLang="zh-CN" dirty="0"/>
              <a:t>1 </a:t>
            </a:r>
            <a:r>
              <a:rPr lang="zh-CN" altLang="en-US" dirty="0"/>
              <a:t>章 软件项目管理概述</a:t>
            </a:r>
          </a:p>
        </p:txBody>
      </p:sp>
      <p:sp>
        <p:nvSpPr>
          <p:cNvPr id="3" name="内容占位符 2">
            <a:extLst>
              <a:ext uri="{FF2B5EF4-FFF2-40B4-BE49-F238E27FC236}">
                <a16:creationId xmlns:a16="http://schemas.microsoft.com/office/drawing/2014/main" id="{6F361A64-3890-6E20-1FDE-DEB4A6FE42EC}"/>
              </a:ext>
            </a:extLst>
          </p:cNvPr>
          <p:cNvSpPr>
            <a:spLocks noGrp="1"/>
          </p:cNvSpPr>
          <p:nvPr>
            <p:ph sz="quarter" idx="1"/>
          </p:nvPr>
        </p:nvSpPr>
        <p:spPr/>
        <p:txBody>
          <a:bodyPr/>
          <a:lstStyle/>
          <a:p>
            <a:endParaRPr lang="zh-CN" altLang="en-US"/>
          </a:p>
        </p:txBody>
      </p:sp>
      <p:sp>
        <p:nvSpPr>
          <p:cNvPr id="20" name="Rectangle 3">
            <a:extLst>
              <a:ext uri="{FF2B5EF4-FFF2-40B4-BE49-F238E27FC236}">
                <a16:creationId xmlns:a16="http://schemas.microsoft.com/office/drawing/2014/main" id="{71EADDAD-0D4D-493E-8FF7-8C590E758BA5}"/>
              </a:ext>
            </a:extLst>
          </p:cNvPr>
          <p:cNvSpPr>
            <a:spLocks noChangeArrowheads="1"/>
          </p:cNvSpPr>
          <p:nvPr/>
        </p:nvSpPr>
        <p:spPr bwMode="auto">
          <a:xfrm>
            <a:off x="695400" y="1509613"/>
            <a:ext cx="565150" cy="540000"/>
          </a:xfrm>
          <a:prstGeom prst="rect">
            <a:avLst/>
          </a:prstGeom>
          <a:solidFill>
            <a:schemeClr val="accent2"/>
          </a:solidFill>
          <a:ln w="12700">
            <a:noFill/>
            <a:miter lim="800000"/>
            <a:headEnd/>
            <a:tailEnd/>
          </a:ln>
          <a:effectLst/>
        </p:spPr>
        <p:txBody>
          <a:bodyPr wrap="none" lIns="90000" tIns="46800" rIns="90000" bIns="46800" anchor="ctr"/>
          <a:lstStyle/>
          <a:p>
            <a:pPr algn="ctr" fontAlgn="t">
              <a:defRPr/>
            </a:pPr>
            <a:r>
              <a:rPr lang="zh-CN" altLang="en-US" sz="2000" b="1" dirty="0">
                <a:solidFill>
                  <a:schemeClr val="bg1"/>
                </a:solidFill>
                <a:latin typeface="微软雅黑" pitchFamily="34" charset="-122"/>
                <a:ea typeface="微软雅黑" pitchFamily="34" charset="-122"/>
              </a:rPr>
              <a:t>一</a:t>
            </a:r>
            <a:endParaRPr lang="en-US" altLang="ko-KR" sz="2000" b="1" dirty="0">
              <a:solidFill>
                <a:schemeClr val="bg1"/>
              </a:solidFill>
              <a:latin typeface="黑体" pitchFamily="49" charset="-122"/>
              <a:ea typeface="黑体" pitchFamily="49" charset="-122"/>
            </a:endParaRPr>
          </a:p>
        </p:txBody>
      </p:sp>
      <p:sp>
        <p:nvSpPr>
          <p:cNvPr id="22" name="Rectangle 5">
            <a:extLst>
              <a:ext uri="{FF2B5EF4-FFF2-40B4-BE49-F238E27FC236}">
                <a16:creationId xmlns:a16="http://schemas.microsoft.com/office/drawing/2014/main" id="{B62FEE01-F91A-4C6C-8ECA-62ED4A687ADA}"/>
              </a:ext>
            </a:extLst>
          </p:cNvPr>
          <p:cNvSpPr>
            <a:spLocks noChangeArrowheads="1"/>
          </p:cNvSpPr>
          <p:nvPr/>
        </p:nvSpPr>
        <p:spPr bwMode="auto">
          <a:xfrm>
            <a:off x="695400" y="2469654"/>
            <a:ext cx="565150" cy="540000"/>
          </a:xfrm>
          <a:prstGeom prst="rect">
            <a:avLst/>
          </a:prstGeom>
          <a:solidFill>
            <a:schemeClr val="accent2"/>
          </a:solidFill>
          <a:ln w="12700">
            <a:noFill/>
            <a:miter lim="800000"/>
            <a:headEnd/>
            <a:tailEnd/>
          </a:ln>
          <a:effectLst/>
        </p:spPr>
        <p:txBody>
          <a:bodyPr wrap="none" lIns="90000" tIns="46800" rIns="90000" bIns="46800" anchor="ctr"/>
          <a:lstStyle/>
          <a:p>
            <a:pPr algn="ctr" fontAlgn="t">
              <a:defRPr/>
            </a:pPr>
            <a:r>
              <a:rPr lang="zh-CN" altLang="en-US" sz="2000" b="1" dirty="0">
                <a:solidFill>
                  <a:schemeClr val="bg1"/>
                </a:solidFill>
                <a:latin typeface="微软雅黑" pitchFamily="34" charset="-122"/>
                <a:ea typeface="微软雅黑" pitchFamily="34" charset="-122"/>
              </a:rPr>
              <a:t>二</a:t>
            </a:r>
            <a:endParaRPr lang="en-US" altLang="ko-KR" sz="2000" b="1" dirty="0">
              <a:solidFill>
                <a:schemeClr val="bg1"/>
              </a:solidFill>
              <a:latin typeface="微软雅黑" pitchFamily="34" charset="-122"/>
              <a:ea typeface="微软雅黑" pitchFamily="34" charset="-122"/>
            </a:endParaRPr>
          </a:p>
        </p:txBody>
      </p:sp>
      <p:sp>
        <p:nvSpPr>
          <p:cNvPr id="24" name="Rectangle 7">
            <a:extLst>
              <a:ext uri="{FF2B5EF4-FFF2-40B4-BE49-F238E27FC236}">
                <a16:creationId xmlns:a16="http://schemas.microsoft.com/office/drawing/2014/main" id="{0D8DEEB3-AF19-43D0-BF0D-EB63F5446743}"/>
              </a:ext>
            </a:extLst>
          </p:cNvPr>
          <p:cNvSpPr>
            <a:spLocks noChangeArrowheads="1"/>
          </p:cNvSpPr>
          <p:nvPr/>
        </p:nvSpPr>
        <p:spPr bwMode="auto">
          <a:xfrm>
            <a:off x="695401" y="3429695"/>
            <a:ext cx="566737" cy="540000"/>
          </a:xfrm>
          <a:prstGeom prst="rect">
            <a:avLst/>
          </a:prstGeom>
          <a:solidFill>
            <a:schemeClr val="accent2"/>
          </a:solidFill>
          <a:ln w="12700">
            <a:noFill/>
            <a:miter lim="800000"/>
            <a:headEnd/>
            <a:tailEnd/>
          </a:ln>
          <a:effectLst/>
        </p:spPr>
        <p:txBody>
          <a:bodyPr wrap="none" lIns="90000" tIns="46800" rIns="90000" bIns="46800" anchor="ctr"/>
          <a:lstStyle/>
          <a:p>
            <a:pPr algn="ctr" fontAlgn="t">
              <a:defRPr/>
            </a:pPr>
            <a:r>
              <a:rPr lang="zh-CN" altLang="en-US" sz="2000" b="1" dirty="0">
                <a:solidFill>
                  <a:schemeClr val="bg1"/>
                </a:solidFill>
                <a:latin typeface="微软雅黑" pitchFamily="34" charset="-122"/>
                <a:ea typeface="微软雅黑" pitchFamily="34" charset="-122"/>
              </a:rPr>
              <a:t>三</a:t>
            </a:r>
            <a:endParaRPr lang="en-US" altLang="ko-KR" sz="2000" b="1" dirty="0">
              <a:solidFill>
                <a:schemeClr val="bg1"/>
              </a:solidFill>
              <a:latin typeface="微软雅黑" pitchFamily="34" charset="-122"/>
              <a:ea typeface="微软雅黑" pitchFamily="34" charset="-122"/>
            </a:endParaRPr>
          </a:p>
        </p:txBody>
      </p:sp>
      <p:sp>
        <p:nvSpPr>
          <p:cNvPr id="26" name="Rectangle 9">
            <a:extLst>
              <a:ext uri="{FF2B5EF4-FFF2-40B4-BE49-F238E27FC236}">
                <a16:creationId xmlns:a16="http://schemas.microsoft.com/office/drawing/2014/main" id="{470517C4-D8EC-42D7-9120-3E65FEBEF2B6}"/>
              </a:ext>
            </a:extLst>
          </p:cNvPr>
          <p:cNvSpPr>
            <a:spLocks noChangeArrowheads="1"/>
          </p:cNvSpPr>
          <p:nvPr/>
        </p:nvSpPr>
        <p:spPr bwMode="auto">
          <a:xfrm>
            <a:off x="695401" y="4389736"/>
            <a:ext cx="566737" cy="540000"/>
          </a:xfrm>
          <a:prstGeom prst="rect">
            <a:avLst/>
          </a:prstGeom>
          <a:solidFill>
            <a:schemeClr val="accent2"/>
          </a:solidFill>
          <a:ln w="12700">
            <a:noFill/>
            <a:miter lim="800000"/>
            <a:headEnd/>
            <a:tailEnd/>
          </a:ln>
          <a:effectLst/>
        </p:spPr>
        <p:txBody>
          <a:bodyPr wrap="none" lIns="90000" tIns="46800" rIns="90000" bIns="46800" anchor="ctr"/>
          <a:lstStyle/>
          <a:p>
            <a:pPr algn="ctr" fontAlgn="t">
              <a:defRPr/>
            </a:pPr>
            <a:r>
              <a:rPr lang="zh-CN" altLang="en-US" sz="2000" b="1" dirty="0">
                <a:solidFill>
                  <a:schemeClr val="bg1"/>
                </a:solidFill>
                <a:latin typeface="微软雅黑" pitchFamily="34" charset="-122"/>
                <a:ea typeface="微软雅黑" pitchFamily="34" charset="-122"/>
              </a:rPr>
              <a:t>四</a:t>
            </a:r>
            <a:endParaRPr lang="en-US" altLang="ko-KR" sz="2000" b="1" dirty="0">
              <a:solidFill>
                <a:schemeClr val="bg1"/>
              </a:solidFill>
              <a:latin typeface="微软雅黑" pitchFamily="34" charset="-122"/>
              <a:ea typeface="微软雅黑" pitchFamily="34" charset="-122"/>
            </a:endParaRPr>
          </a:p>
        </p:txBody>
      </p:sp>
      <p:sp>
        <p:nvSpPr>
          <p:cNvPr id="28" name="AutoShape 11">
            <a:extLst>
              <a:ext uri="{FF2B5EF4-FFF2-40B4-BE49-F238E27FC236}">
                <a16:creationId xmlns:a16="http://schemas.microsoft.com/office/drawing/2014/main" id="{8190E902-6BD2-FE25-D86E-52E6873840BD}"/>
              </a:ext>
            </a:extLst>
          </p:cNvPr>
          <p:cNvSpPr>
            <a:spLocks noChangeArrowheads="1"/>
          </p:cNvSpPr>
          <p:nvPr/>
        </p:nvSpPr>
        <p:spPr bwMode="gray">
          <a:xfrm>
            <a:off x="1285158" y="1509613"/>
            <a:ext cx="4320000" cy="540000"/>
          </a:xfrm>
          <a:prstGeom prst="roundRect">
            <a:avLst>
              <a:gd name="adj" fmla="val 16667"/>
            </a:avLst>
          </a:prstGeom>
          <a:solidFill>
            <a:schemeClr val="bg1"/>
          </a:solidFill>
          <a:ln>
            <a:noFill/>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latinLnBrk="1" hangingPunct="1">
              <a:spcBef>
                <a:spcPct val="0"/>
              </a:spcBef>
              <a:buClrTx/>
              <a:buSzTx/>
              <a:buFontTx/>
              <a:buNone/>
            </a:pPr>
            <a:r>
              <a:rPr lang="zh-CN" altLang="en-US" sz="2000" dirty="0">
                <a:latin typeface="微软雅黑" panose="020B0503020204020204" pitchFamily="34" charset="-122"/>
                <a:ea typeface="微软雅黑" panose="020B0503020204020204" pitchFamily="34" charset="-122"/>
              </a:rPr>
              <a:t>项目与软件项目</a:t>
            </a:r>
            <a:endParaRPr lang="ko-KR" altLang="en-US" sz="2000" dirty="0">
              <a:latin typeface="微软雅黑" panose="020B0503020204020204" pitchFamily="34" charset="-122"/>
              <a:ea typeface="微软雅黑" panose="020B0503020204020204" pitchFamily="34" charset="-122"/>
            </a:endParaRPr>
          </a:p>
        </p:txBody>
      </p:sp>
      <p:sp>
        <p:nvSpPr>
          <p:cNvPr id="16397" name="AutoShape 12">
            <a:extLst>
              <a:ext uri="{FF2B5EF4-FFF2-40B4-BE49-F238E27FC236}">
                <a16:creationId xmlns:a16="http://schemas.microsoft.com/office/drawing/2014/main" id="{68708546-3045-F1E4-7CD8-9D1AD76DC0C7}"/>
              </a:ext>
            </a:extLst>
          </p:cNvPr>
          <p:cNvSpPr>
            <a:spLocks noChangeArrowheads="1"/>
          </p:cNvSpPr>
          <p:nvPr/>
        </p:nvSpPr>
        <p:spPr bwMode="gray">
          <a:xfrm>
            <a:off x="1285158" y="2469654"/>
            <a:ext cx="4320000" cy="540000"/>
          </a:xfrm>
          <a:prstGeom prst="roundRect">
            <a:avLst>
              <a:gd name="adj" fmla="val 16667"/>
            </a:avLst>
          </a:prstGeom>
          <a:solidFill>
            <a:schemeClr val="bg1"/>
          </a:solidFill>
          <a:ln>
            <a:noFill/>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latinLnBrk="1" hangingPunct="1">
              <a:spcBef>
                <a:spcPct val="0"/>
              </a:spcBef>
              <a:buClrTx/>
              <a:buSzTx/>
              <a:buFontTx/>
              <a:buNone/>
            </a:pPr>
            <a:r>
              <a:rPr lang="zh-CN" altLang="en-US" sz="2000" dirty="0">
                <a:latin typeface="微软雅黑" panose="020B0503020204020204" pitchFamily="34" charset="-122"/>
                <a:ea typeface="微软雅黑" panose="020B0503020204020204" pitchFamily="34" charset="-122"/>
              </a:rPr>
              <a:t>项目管理与软件项目管理 </a:t>
            </a:r>
            <a:endParaRPr lang="ko-KR" altLang="en-US" sz="2000" dirty="0">
              <a:latin typeface="微软雅黑" panose="020B0503020204020204" pitchFamily="34" charset="-122"/>
              <a:ea typeface="微软雅黑" panose="020B0503020204020204" pitchFamily="34" charset="-122"/>
            </a:endParaRPr>
          </a:p>
        </p:txBody>
      </p:sp>
      <p:sp>
        <p:nvSpPr>
          <p:cNvPr id="16398" name="AutoShape 13">
            <a:extLst>
              <a:ext uri="{FF2B5EF4-FFF2-40B4-BE49-F238E27FC236}">
                <a16:creationId xmlns:a16="http://schemas.microsoft.com/office/drawing/2014/main" id="{40D532E6-6FCB-8B38-2FBA-46AB42359169}"/>
              </a:ext>
            </a:extLst>
          </p:cNvPr>
          <p:cNvSpPr>
            <a:spLocks noChangeArrowheads="1"/>
          </p:cNvSpPr>
          <p:nvPr/>
        </p:nvSpPr>
        <p:spPr bwMode="gray">
          <a:xfrm>
            <a:off x="1285158" y="3429695"/>
            <a:ext cx="4320000" cy="540000"/>
          </a:xfrm>
          <a:prstGeom prst="roundRect">
            <a:avLst>
              <a:gd name="adj" fmla="val 16667"/>
            </a:avLst>
          </a:prstGeom>
          <a:solidFill>
            <a:schemeClr val="bg1"/>
          </a:solidFill>
          <a:ln>
            <a:noFill/>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latinLnBrk="1" hangingPunct="1">
              <a:spcBef>
                <a:spcPct val="0"/>
              </a:spcBef>
              <a:buClrTx/>
              <a:buSzTx/>
              <a:buFontTx/>
              <a:buNone/>
            </a:pPr>
            <a:r>
              <a:rPr lang="en-US" altLang="zh-CN" sz="2000">
                <a:latin typeface="微软雅黑" panose="020B0503020204020204" pitchFamily="34" charset="-122"/>
                <a:ea typeface="微软雅黑" panose="020B0503020204020204" pitchFamily="34" charset="-122"/>
              </a:rPr>
              <a:t>PMBOK</a:t>
            </a:r>
            <a:r>
              <a:rPr lang="zh-CN" altLang="en-US" sz="2000">
                <a:latin typeface="微软雅黑" panose="020B0503020204020204" pitchFamily="34" charset="-122"/>
                <a:ea typeface="微软雅黑" panose="020B0503020204020204" pitchFamily="34" charset="-122"/>
              </a:rPr>
              <a:t>与软件项目管理体系</a:t>
            </a:r>
            <a:endParaRPr lang="ko-KR" altLang="en-US" sz="2000">
              <a:latin typeface="微软雅黑" panose="020B0503020204020204" pitchFamily="34" charset="-122"/>
              <a:ea typeface="微软雅黑" panose="020B0503020204020204" pitchFamily="34" charset="-122"/>
            </a:endParaRPr>
          </a:p>
        </p:txBody>
      </p:sp>
      <p:sp>
        <p:nvSpPr>
          <p:cNvPr id="16399" name="AutoShape 14">
            <a:extLst>
              <a:ext uri="{FF2B5EF4-FFF2-40B4-BE49-F238E27FC236}">
                <a16:creationId xmlns:a16="http://schemas.microsoft.com/office/drawing/2014/main" id="{D289315D-10B1-0F25-E7FE-5EBF89B7AAC7}"/>
              </a:ext>
            </a:extLst>
          </p:cNvPr>
          <p:cNvSpPr>
            <a:spLocks noChangeArrowheads="1"/>
          </p:cNvSpPr>
          <p:nvPr/>
        </p:nvSpPr>
        <p:spPr bwMode="gray">
          <a:xfrm>
            <a:off x="1285158" y="4389736"/>
            <a:ext cx="4320000" cy="540000"/>
          </a:xfrm>
          <a:prstGeom prst="roundRect">
            <a:avLst>
              <a:gd name="adj" fmla="val 16667"/>
            </a:avLst>
          </a:prstGeom>
          <a:solidFill>
            <a:schemeClr val="bg1"/>
          </a:solidFill>
          <a:ln>
            <a:noFill/>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latinLnBrk="1" hangingPunct="1">
              <a:spcBef>
                <a:spcPct val="0"/>
              </a:spcBef>
              <a:buClrTx/>
              <a:buSzTx/>
              <a:buFontTx/>
              <a:buNone/>
            </a:pPr>
            <a:r>
              <a:rPr lang="zh-CN" altLang="en-US" sz="2000">
                <a:latin typeface="微软雅黑" panose="020B0503020204020204" pitchFamily="34" charset="-122"/>
                <a:ea typeface="微软雅黑" panose="020B0503020204020204" pitchFamily="34" charset="-122"/>
              </a:rPr>
              <a:t>敏捷项目管理</a:t>
            </a:r>
            <a:endParaRPr lang="ko-KR" altLang="en-US" sz="2000">
              <a:latin typeface="微软雅黑" panose="020B0503020204020204" pitchFamily="34" charset="-122"/>
              <a:ea typeface="微软雅黑" panose="020B0503020204020204" pitchFamily="34" charset="-122"/>
            </a:endParaRPr>
          </a:p>
        </p:txBody>
      </p:sp>
      <p:sp>
        <p:nvSpPr>
          <p:cNvPr id="35" name="Rectangle 9">
            <a:extLst>
              <a:ext uri="{FF2B5EF4-FFF2-40B4-BE49-F238E27FC236}">
                <a16:creationId xmlns:a16="http://schemas.microsoft.com/office/drawing/2014/main" id="{490CDCAF-2E1A-48F7-A3D8-C071CD7FEF87}"/>
              </a:ext>
            </a:extLst>
          </p:cNvPr>
          <p:cNvSpPr>
            <a:spLocks noChangeArrowheads="1"/>
          </p:cNvSpPr>
          <p:nvPr/>
        </p:nvSpPr>
        <p:spPr bwMode="auto">
          <a:xfrm>
            <a:off x="695401" y="5349776"/>
            <a:ext cx="566737" cy="540000"/>
          </a:xfrm>
          <a:prstGeom prst="rect">
            <a:avLst/>
          </a:prstGeom>
          <a:solidFill>
            <a:schemeClr val="accent2"/>
          </a:solidFill>
          <a:ln w="12700">
            <a:noFill/>
            <a:miter lim="800000"/>
            <a:headEnd/>
            <a:tailEnd/>
          </a:ln>
          <a:effectLst/>
        </p:spPr>
        <p:txBody>
          <a:bodyPr wrap="none" lIns="90000" tIns="46800" rIns="90000" bIns="46800" anchor="ctr"/>
          <a:lstStyle/>
          <a:p>
            <a:pPr algn="ctr" fontAlgn="t">
              <a:defRPr/>
            </a:pPr>
            <a:r>
              <a:rPr lang="zh-CN" altLang="en-US" sz="2000" b="1" dirty="0">
                <a:solidFill>
                  <a:schemeClr val="bg1"/>
                </a:solidFill>
                <a:latin typeface="微软雅黑" pitchFamily="34" charset="-122"/>
                <a:ea typeface="微软雅黑" pitchFamily="34" charset="-122"/>
              </a:rPr>
              <a:t>五</a:t>
            </a:r>
            <a:endParaRPr lang="en-US" altLang="ko-KR" sz="2000" b="1" dirty="0">
              <a:solidFill>
                <a:schemeClr val="bg1"/>
              </a:solidFill>
              <a:latin typeface="微软雅黑" pitchFamily="34" charset="-122"/>
              <a:ea typeface="微软雅黑" pitchFamily="34" charset="-122"/>
            </a:endParaRPr>
          </a:p>
        </p:txBody>
      </p:sp>
      <p:sp>
        <p:nvSpPr>
          <p:cNvPr id="16402" name="AutoShape 14">
            <a:extLst>
              <a:ext uri="{FF2B5EF4-FFF2-40B4-BE49-F238E27FC236}">
                <a16:creationId xmlns:a16="http://schemas.microsoft.com/office/drawing/2014/main" id="{32B1E07A-9921-DF4D-3DE4-419D46F13F41}"/>
              </a:ext>
            </a:extLst>
          </p:cNvPr>
          <p:cNvSpPr>
            <a:spLocks noChangeArrowheads="1"/>
          </p:cNvSpPr>
          <p:nvPr/>
        </p:nvSpPr>
        <p:spPr bwMode="gray">
          <a:xfrm>
            <a:off x="1285158" y="5349776"/>
            <a:ext cx="4320000" cy="540000"/>
          </a:xfrm>
          <a:prstGeom prst="roundRect">
            <a:avLst>
              <a:gd name="adj" fmla="val 16667"/>
            </a:avLst>
          </a:prstGeom>
          <a:solidFill>
            <a:schemeClr val="bg1"/>
          </a:solidFill>
          <a:ln>
            <a:noFill/>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latinLnBrk="1" hangingPunct="1">
              <a:spcBef>
                <a:spcPct val="0"/>
              </a:spcBef>
              <a:buClrTx/>
              <a:buSzTx/>
              <a:buFontTx/>
              <a:buNone/>
            </a:pPr>
            <a:r>
              <a:rPr lang="zh-CN" altLang="en-US" sz="2000">
                <a:latin typeface="微软雅黑" panose="020B0503020204020204" pitchFamily="34" charset="-122"/>
                <a:ea typeface="微软雅黑" panose="020B0503020204020204" pitchFamily="34" charset="-122"/>
              </a:rPr>
              <a:t>软件项目管理过程</a:t>
            </a:r>
            <a:endParaRPr lang="ko-KR" altLang="en-US" sz="2000">
              <a:latin typeface="微软雅黑" panose="020B0503020204020204" pitchFamily="34" charset="-122"/>
              <a:ea typeface="Gulim" panose="020B0600000101010101" pitchFamily="34" charset="-127"/>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mph" presetSubtype="2" fill="hold" nodeType="clickEffect">
                                  <p:stCondLst>
                                    <p:cond delay="0"/>
                                  </p:stCondLst>
                                  <p:childTnLst>
                                    <p:animClr clrSpc="rgb" dir="cw">
                                      <p:cBhvr override="childStyle">
                                        <p:cTn id="6" dur="2000" fill="hold"/>
                                        <p:tgtEl>
                                          <p:spTgt spid="28">
                                            <p:txEl>
                                              <p:pRg st="0" end="0"/>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文本框 7">
            <a:extLst>
              <a:ext uri="{FF2B5EF4-FFF2-40B4-BE49-F238E27FC236}">
                <a16:creationId xmlns:a16="http://schemas.microsoft.com/office/drawing/2014/main" id="{097B8833-8DA8-3B86-B5B5-97D1F9FB2F34}"/>
              </a:ext>
            </a:extLst>
          </p:cNvPr>
          <p:cNvSpPr txBox="1">
            <a:spLocks noChangeArrowheads="1"/>
          </p:cNvSpPr>
          <p:nvPr>
            <p:custDataLst>
              <p:tags r:id="rId2"/>
            </p:custDataLst>
          </p:nvPr>
        </p:nvSpPr>
        <p:spPr bwMode="auto">
          <a:xfrm>
            <a:off x="2133600" y="874713"/>
            <a:ext cx="7315200"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r>
              <a:rPr lang="zh-CN" altLang="en-US" sz="2800" dirty="0">
                <a:latin typeface="微软雅黑 Light" panose="020B0502040204020203" pitchFamily="34" charset="-122"/>
                <a:ea typeface="微软雅黑 Light" panose="020B0502040204020203" pitchFamily="34" charset="-122"/>
              </a:rPr>
              <a:t>哪些活动是项目？</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412" name="文本框 8">
            <a:extLst>
              <a:ext uri="{FF2B5EF4-FFF2-40B4-BE49-F238E27FC236}">
                <a16:creationId xmlns:a16="http://schemas.microsoft.com/office/drawing/2014/main" id="{89AAFF75-0721-0D01-B2FA-B91BF6FD8129}"/>
              </a:ext>
            </a:extLst>
          </p:cNvPr>
          <p:cNvSpPr txBox="1">
            <a:spLocks noChangeArrowheads="1"/>
          </p:cNvSpPr>
          <p:nvPr>
            <p:custDataLst>
              <p:tags r:id="rId3"/>
            </p:custDataLst>
          </p:nvPr>
        </p:nvSpPr>
        <p:spPr bwMode="auto">
          <a:xfrm>
            <a:off x="3278188" y="2060575"/>
            <a:ext cx="64008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r>
              <a:rPr lang="zh-CN" altLang="en-US" sz="2800" dirty="0">
                <a:latin typeface="微软雅黑 Light" panose="020B0502040204020203" pitchFamily="34" charset="-122"/>
                <a:ea typeface="微软雅黑 Light" panose="020B0502040204020203" pitchFamily="34" charset="-122"/>
              </a:rPr>
              <a:t>上课</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413" name="文本框 9">
            <a:extLst>
              <a:ext uri="{FF2B5EF4-FFF2-40B4-BE49-F238E27FC236}">
                <a16:creationId xmlns:a16="http://schemas.microsoft.com/office/drawing/2014/main" id="{7418CEB4-6725-5CDA-AF70-CE1EEDD551FD}"/>
              </a:ext>
            </a:extLst>
          </p:cNvPr>
          <p:cNvSpPr txBox="1">
            <a:spLocks noChangeArrowheads="1"/>
          </p:cNvSpPr>
          <p:nvPr>
            <p:custDataLst>
              <p:tags r:id="rId4"/>
            </p:custDataLst>
          </p:nvPr>
        </p:nvSpPr>
        <p:spPr bwMode="auto">
          <a:xfrm>
            <a:off x="3363913" y="2519364"/>
            <a:ext cx="64008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pPr eaLnBrk="1" hangingPunct="1"/>
            <a:r>
              <a:rPr lang="zh-CN" altLang="en-US" sz="2800" dirty="0">
                <a:latin typeface="微软雅黑 Light" panose="020B0502040204020203" pitchFamily="34" charset="-122"/>
                <a:ea typeface="微软雅黑 Light" panose="020B0502040204020203" pitchFamily="34" charset="-122"/>
              </a:rPr>
              <a:t>野餐活动</a:t>
            </a:r>
          </a:p>
        </p:txBody>
      </p:sp>
      <p:sp>
        <p:nvSpPr>
          <p:cNvPr id="17414" name="文本框 10">
            <a:extLst>
              <a:ext uri="{FF2B5EF4-FFF2-40B4-BE49-F238E27FC236}">
                <a16:creationId xmlns:a16="http://schemas.microsoft.com/office/drawing/2014/main" id="{2A693160-D531-B946-96A4-CFB7F4EFE1F5}"/>
              </a:ext>
            </a:extLst>
          </p:cNvPr>
          <p:cNvSpPr txBox="1">
            <a:spLocks noChangeArrowheads="1"/>
          </p:cNvSpPr>
          <p:nvPr>
            <p:custDataLst>
              <p:tags r:id="rId5"/>
            </p:custDataLst>
          </p:nvPr>
        </p:nvSpPr>
        <p:spPr bwMode="auto">
          <a:xfrm>
            <a:off x="3352800" y="3009900"/>
            <a:ext cx="64008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pPr eaLnBrk="1" hangingPunct="1"/>
            <a:r>
              <a:rPr lang="zh-CN" altLang="en-US" sz="2800" dirty="0">
                <a:latin typeface="微软雅黑 Light" panose="020B0502040204020203" pitchFamily="34" charset="-122"/>
                <a:ea typeface="微软雅黑 Light" panose="020B0502040204020203" pitchFamily="34" charset="-122"/>
              </a:rPr>
              <a:t>集体婚礼</a:t>
            </a:r>
          </a:p>
        </p:txBody>
      </p:sp>
      <p:sp>
        <p:nvSpPr>
          <p:cNvPr id="17415" name="文本框 11">
            <a:extLst>
              <a:ext uri="{FF2B5EF4-FFF2-40B4-BE49-F238E27FC236}">
                <a16:creationId xmlns:a16="http://schemas.microsoft.com/office/drawing/2014/main" id="{42B2BA75-7A85-41FB-FEE5-7FA871D4859C}"/>
              </a:ext>
            </a:extLst>
          </p:cNvPr>
          <p:cNvSpPr txBox="1">
            <a:spLocks noChangeArrowheads="1"/>
          </p:cNvSpPr>
          <p:nvPr>
            <p:custDataLst>
              <p:tags r:id="rId6"/>
            </p:custDataLst>
          </p:nvPr>
        </p:nvSpPr>
        <p:spPr bwMode="auto">
          <a:xfrm>
            <a:off x="3287713" y="3498850"/>
            <a:ext cx="64008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pPr eaLnBrk="1" hangingPunct="1"/>
            <a:r>
              <a:rPr lang="zh-CN" altLang="en-US" sz="2800" dirty="0">
                <a:latin typeface="微软雅黑 Light" panose="020B0502040204020203" pitchFamily="34" charset="-122"/>
                <a:ea typeface="微软雅黑 Light" panose="020B0502040204020203" pitchFamily="34" charset="-122"/>
              </a:rPr>
              <a:t>社区保安</a:t>
            </a:r>
          </a:p>
        </p:txBody>
      </p:sp>
      <p:sp>
        <p:nvSpPr>
          <p:cNvPr id="13" name="矩形 12">
            <a:extLst>
              <a:ext uri="{FF2B5EF4-FFF2-40B4-BE49-F238E27FC236}">
                <a16:creationId xmlns:a16="http://schemas.microsoft.com/office/drawing/2014/main" id="{6F17304B-EFA8-48C5-BB41-86650B02B2C0}"/>
              </a:ext>
            </a:extLst>
          </p:cNvPr>
          <p:cNvSpPr>
            <a:spLocks noChangeAspect="1"/>
          </p:cNvSpPr>
          <p:nvPr>
            <p:custDataLst>
              <p:tags r:id="rId7"/>
            </p:custDataLst>
          </p:nvPr>
        </p:nvSpPr>
        <p:spPr>
          <a:xfrm>
            <a:off x="2638425" y="2093913"/>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矩形 13">
            <a:extLst>
              <a:ext uri="{FF2B5EF4-FFF2-40B4-BE49-F238E27FC236}">
                <a16:creationId xmlns:a16="http://schemas.microsoft.com/office/drawing/2014/main" id="{F70440E4-981F-4802-946C-A91E054D901A}"/>
              </a:ext>
            </a:extLst>
          </p:cNvPr>
          <p:cNvSpPr>
            <a:spLocks noChangeAspect="1"/>
          </p:cNvSpPr>
          <p:nvPr>
            <p:custDataLst>
              <p:tags r:id="rId8"/>
            </p:custDataLst>
          </p:nvPr>
        </p:nvSpPr>
        <p:spPr>
          <a:xfrm>
            <a:off x="2638425" y="258445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矩形 14">
            <a:extLst>
              <a:ext uri="{FF2B5EF4-FFF2-40B4-BE49-F238E27FC236}">
                <a16:creationId xmlns:a16="http://schemas.microsoft.com/office/drawing/2014/main" id="{79A31A64-6DC9-42CF-85DD-F089E0F281D7}"/>
              </a:ext>
            </a:extLst>
          </p:cNvPr>
          <p:cNvSpPr>
            <a:spLocks noChangeAspect="1"/>
          </p:cNvSpPr>
          <p:nvPr>
            <p:custDataLst>
              <p:tags r:id="rId9"/>
            </p:custDataLst>
          </p:nvPr>
        </p:nvSpPr>
        <p:spPr>
          <a:xfrm>
            <a:off x="2638425" y="307340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矩形 15">
            <a:extLst>
              <a:ext uri="{FF2B5EF4-FFF2-40B4-BE49-F238E27FC236}">
                <a16:creationId xmlns:a16="http://schemas.microsoft.com/office/drawing/2014/main" id="{78AC2E5B-36FA-40AE-9248-3280A806B89D}"/>
              </a:ext>
            </a:extLst>
          </p:cNvPr>
          <p:cNvSpPr>
            <a:spLocks noChangeAspect="1"/>
          </p:cNvSpPr>
          <p:nvPr>
            <p:custDataLst>
              <p:tags r:id="rId10"/>
            </p:custDataLst>
          </p:nvPr>
        </p:nvSpPr>
        <p:spPr>
          <a:xfrm>
            <a:off x="2638425" y="3563938"/>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421" name="文本框 23">
            <a:extLst>
              <a:ext uri="{FF2B5EF4-FFF2-40B4-BE49-F238E27FC236}">
                <a16:creationId xmlns:a16="http://schemas.microsoft.com/office/drawing/2014/main" id="{4EA6FB2D-5271-A88A-1D9F-55AEF101B038}"/>
              </a:ext>
            </a:extLst>
          </p:cNvPr>
          <p:cNvSpPr txBox="1">
            <a:spLocks noChangeArrowheads="1"/>
          </p:cNvSpPr>
          <p:nvPr>
            <p:custDataLst>
              <p:tags r:id="rId11"/>
            </p:custDataLst>
          </p:nvPr>
        </p:nvSpPr>
        <p:spPr bwMode="auto">
          <a:xfrm>
            <a:off x="3352800" y="3989389"/>
            <a:ext cx="64008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pPr eaLnBrk="1" hangingPunct="1"/>
            <a:r>
              <a:rPr lang="zh-CN" altLang="en-US" sz="2800" dirty="0">
                <a:latin typeface="微软雅黑 Light" panose="020B0502040204020203" pitchFamily="34" charset="-122"/>
                <a:ea typeface="微软雅黑 Light" panose="020B0502040204020203" pitchFamily="34" charset="-122"/>
              </a:rPr>
              <a:t>开发操作系统</a:t>
            </a:r>
          </a:p>
        </p:txBody>
      </p:sp>
      <p:sp>
        <p:nvSpPr>
          <p:cNvPr id="25" name="矩形 24">
            <a:extLst>
              <a:ext uri="{FF2B5EF4-FFF2-40B4-BE49-F238E27FC236}">
                <a16:creationId xmlns:a16="http://schemas.microsoft.com/office/drawing/2014/main" id="{A2DE6AE3-18AA-4DD0-8D54-AE87E502F20F}"/>
              </a:ext>
            </a:extLst>
          </p:cNvPr>
          <p:cNvSpPr>
            <a:spLocks noChangeAspect="1"/>
          </p:cNvSpPr>
          <p:nvPr>
            <p:custDataLst>
              <p:tags r:id="rId12"/>
            </p:custDataLst>
          </p:nvPr>
        </p:nvSpPr>
        <p:spPr>
          <a:xfrm>
            <a:off x="2638425" y="4054475"/>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E</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423" name="文本框 25">
            <a:extLst>
              <a:ext uri="{FF2B5EF4-FFF2-40B4-BE49-F238E27FC236}">
                <a16:creationId xmlns:a16="http://schemas.microsoft.com/office/drawing/2014/main" id="{E9C8AB6E-314A-1A85-28FE-4F164FD80E96}"/>
              </a:ext>
            </a:extLst>
          </p:cNvPr>
          <p:cNvSpPr txBox="1">
            <a:spLocks noChangeArrowheads="1"/>
          </p:cNvSpPr>
          <p:nvPr>
            <p:custDataLst>
              <p:tags r:id="rId13"/>
            </p:custDataLst>
          </p:nvPr>
        </p:nvSpPr>
        <p:spPr bwMode="auto">
          <a:xfrm>
            <a:off x="3352800" y="4479925"/>
            <a:ext cx="64008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pPr eaLnBrk="1" hangingPunct="1"/>
            <a:r>
              <a:rPr lang="zh-CN" altLang="en-US" sz="2800" dirty="0">
                <a:latin typeface="微软雅黑 Light" panose="020B0502040204020203" pitchFamily="34" charset="-122"/>
                <a:ea typeface="微软雅黑 Light" panose="020B0502040204020203" pitchFamily="34" charset="-122"/>
              </a:rPr>
              <a:t>每天的卫生保洁 </a:t>
            </a:r>
          </a:p>
        </p:txBody>
      </p:sp>
      <p:sp>
        <p:nvSpPr>
          <p:cNvPr id="27" name="矩形 26">
            <a:extLst>
              <a:ext uri="{FF2B5EF4-FFF2-40B4-BE49-F238E27FC236}">
                <a16:creationId xmlns:a16="http://schemas.microsoft.com/office/drawing/2014/main" id="{EAB7B606-7C30-4354-B248-DDF566DB53AB}"/>
              </a:ext>
            </a:extLst>
          </p:cNvPr>
          <p:cNvSpPr>
            <a:spLocks noChangeAspect="1"/>
          </p:cNvSpPr>
          <p:nvPr>
            <p:custDataLst>
              <p:tags r:id="rId14"/>
            </p:custDataLst>
          </p:nvPr>
        </p:nvSpPr>
        <p:spPr>
          <a:xfrm>
            <a:off x="2638425" y="4543425"/>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F</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425" name="文本框 28">
            <a:extLst>
              <a:ext uri="{FF2B5EF4-FFF2-40B4-BE49-F238E27FC236}">
                <a16:creationId xmlns:a16="http://schemas.microsoft.com/office/drawing/2014/main" id="{1AA180F4-655D-8DCD-590B-EAE3D7ED3B94}"/>
              </a:ext>
            </a:extLst>
          </p:cNvPr>
          <p:cNvSpPr txBox="1">
            <a:spLocks noChangeArrowheads="1"/>
          </p:cNvSpPr>
          <p:nvPr>
            <p:custDataLst>
              <p:tags r:id="rId15"/>
            </p:custDataLst>
          </p:nvPr>
        </p:nvSpPr>
        <p:spPr bwMode="auto">
          <a:xfrm>
            <a:off x="3352800" y="4968875"/>
            <a:ext cx="64008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pPr eaLnBrk="1" hangingPunct="1"/>
            <a:r>
              <a:rPr lang="zh-CN" altLang="en-US" sz="2800" dirty="0">
                <a:latin typeface="微软雅黑 Light" panose="020B0502040204020203" pitchFamily="34" charset="-122"/>
                <a:ea typeface="微软雅黑 Light" panose="020B0502040204020203" pitchFamily="34" charset="-122"/>
              </a:rPr>
              <a:t>神州飞船计划</a:t>
            </a:r>
          </a:p>
        </p:txBody>
      </p:sp>
      <p:sp>
        <p:nvSpPr>
          <p:cNvPr id="30" name="矩形 29">
            <a:extLst>
              <a:ext uri="{FF2B5EF4-FFF2-40B4-BE49-F238E27FC236}">
                <a16:creationId xmlns:a16="http://schemas.microsoft.com/office/drawing/2014/main" id="{8C31BDE7-E39C-4388-A5CB-D39693AA6E20}"/>
              </a:ext>
            </a:extLst>
          </p:cNvPr>
          <p:cNvSpPr>
            <a:spLocks noChangeAspect="1"/>
          </p:cNvSpPr>
          <p:nvPr>
            <p:custDataLst>
              <p:tags r:id="rId16"/>
            </p:custDataLst>
          </p:nvPr>
        </p:nvSpPr>
        <p:spPr>
          <a:xfrm>
            <a:off x="2638425" y="5033963"/>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G</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a:extLst>
              <a:ext uri="{FF2B5EF4-FFF2-40B4-BE49-F238E27FC236}">
                <a16:creationId xmlns:a16="http://schemas.microsoft.com/office/drawing/2014/main" id="{7D72016E-8FA1-BF54-05C1-9E44692CCF23}"/>
              </a:ext>
            </a:extLst>
          </p:cNvPr>
          <p:cNvSpPr>
            <a:spLocks noGrp="1"/>
          </p:cNvSpPr>
          <p:nvPr>
            <p:ph type="title"/>
          </p:nvPr>
        </p:nvSpPr>
        <p:spPr/>
        <p:txBody>
          <a:bodyPr/>
          <a:lstStyle/>
          <a:p>
            <a:r>
              <a:rPr lang="zh-CN" altLang="en-US" dirty="0"/>
              <a:t>项目定义</a:t>
            </a:r>
          </a:p>
        </p:txBody>
      </p:sp>
      <p:sp>
        <p:nvSpPr>
          <p:cNvPr id="25605" name="Rectangle 1027">
            <a:extLst>
              <a:ext uri="{FF2B5EF4-FFF2-40B4-BE49-F238E27FC236}">
                <a16:creationId xmlns:a16="http://schemas.microsoft.com/office/drawing/2014/main" id="{6F689CE1-5625-4DEF-81E3-D84909D4239F}"/>
              </a:ext>
            </a:extLst>
          </p:cNvPr>
          <p:cNvSpPr>
            <a:spLocks noGrp="1" noChangeArrowheads="1"/>
          </p:cNvSpPr>
          <p:nvPr>
            <p:ph sz="quarter" idx="1"/>
          </p:nvPr>
        </p:nvSpPr>
        <p:spPr>
          <a:ln w="28575">
            <a:noFill/>
          </a:ln>
        </p:spPr>
        <p:txBody>
          <a:bodyPr>
            <a:normAutofit/>
          </a:bodyPr>
          <a:lstStyle/>
          <a:p>
            <a:r>
              <a:rPr lang="zh-CN" altLang="en-US" dirty="0"/>
              <a:t>项目</a:t>
            </a:r>
            <a:r>
              <a:rPr lang="en-US" altLang="zh-CN" dirty="0"/>
              <a:t>(Project)</a:t>
            </a:r>
            <a:r>
              <a:rPr lang="zh-CN" altLang="en-US" dirty="0"/>
              <a:t>是为了创造一个唯一的产品或提供一个唯一的服务而进行的临时性的努力。</a:t>
            </a:r>
          </a:p>
        </p:txBody>
      </p:sp>
      <p:pic>
        <p:nvPicPr>
          <p:cNvPr id="18438" name="Picture 6">
            <a:extLst>
              <a:ext uri="{FF2B5EF4-FFF2-40B4-BE49-F238E27FC236}">
                <a16:creationId xmlns:a16="http://schemas.microsoft.com/office/drawing/2014/main" id="{A7E2BA42-9805-EA1B-6EF0-E20C73BA85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3476" y="4005263"/>
            <a:ext cx="2695575" cy="209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Lst>
        </p:spPr>
      </p:pic>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7239D501-1E65-1D73-DBE6-FD9632E5B380}"/>
              </a:ext>
            </a:extLst>
          </p:cNvPr>
          <p:cNvSpPr>
            <a:spLocks noGrp="1"/>
          </p:cNvSpPr>
          <p:nvPr>
            <p:ph type="title"/>
          </p:nvPr>
        </p:nvSpPr>
        <p:spPr>
          <a:xfrm>
            <a:off x="696000" y="228600"/>
            <a:ext cx="10800000" cy="990600"/>
          </a:xfrm>
        </p:spPr>
        <p:txBody>
          <a:bodyPr/>
          <a:lstStyle/>
          <a:p>
            <a:r>
              <a:rPr lang="zh-CN" altLang="en-US" dirty="0"/>
              <a:t>项目特征</a:t>
            </a:r>
          </a:p>
        </p:txBody>
      </p:sp>
      <p:sp>
        <p:nvSpPr>
          <p:cNvPr id="7" name="内容占位符 6">
            <a:extLst>
              <a:ext uri="{FF2B5EF4-FFF2-40B4-BE49-F238E27FC236}">
                <a16:creationId xmlns:a16="http://schemas.microsoft.com/office/drawing/2014/main" id="{6A0A7D25-527A-7B6D-453D-CE1BC04D36B5}"/>
              </a:ext>
            </a:extLst>
          </p:cNvPr>
          <p:cNvSpPr>
            <a:spLocks noGrp="1"/>
          </p:cNvSpPr>
          <p:nvPr>
            <p:ph sz="quarter" idx="1"/>
          </p:nvPr>
        </p:nvSpPr>
        <p:spPr/>
        <p:txBody>
          <a:bodyPr/>
          <a:lstStyle/>
          <a:p>
            <a:endParaRPr lang="zh-CN" altLang="en-US" dirty="0"/>
          </a:p>
        </p:txBody>
      </p:sp>
      <p:sp>
        <p:nvSpPr>
          <p:cNvPr id="19459" name="页脚占位符 3">
            <a:extLst>
              <a:ext uri="{FF2B5EF4-FFF2-40B4-BE49-F238E27FC236}">
                <a16:creationId xmlns:a16="http://schemas.microsoft.com/office/drawing/2014/main" id="{A7F5DC26-0ADD-FA41-0DE8-115A0BD75DC5}"/>
              </a:ext>
            </a:extLst>
          </p:cNvPr>
          <p:cNvSpPr>
            <a:spLocks noGrp="1"/>
          </p:cNvSpPr>
          <p:nvPr>
            <p:ph type="ftr" sz="quarter" idx="4294967295"/>
          </p:nvPr>
        </p:nvSpPr>
        <p:spPr bwMode="auto">
          <a:xfrm>
            <a:off x="6770688" y="6308725"/>
            <a:ext cx="5421312"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en-US" altLang="zh-CN" sz="1400">
                <a:solidFill>
                  <a:schemeClr val="tx2"/>
                </a:solidFill>
                <a:latin typeface="Arial Narrow" panose="020B0606020202030204" pitchFamily="34" charset="0"/>
                <a:ea typeface="宋体" panose="02010600030101010101" pitchFamily="2" charset="-122"/>
              </a:rPr>
              <a:t> chapter__1</a:t>
            </a:r>
          </a:p>
        </p:txBody>
      </p:sp>
      <p:graphicFrame>
        <p:nvGraphicFramePr>
          <p:cNvPr id="6" name="Diagram 3">
            <a:extLst>
              <a:ext uri="{FF2B5EF4-FFF2-40B4-BE49-F238E27FC236}">
                <a16:creationId xmlns:a16="http://schemas.microsoft.com/office/drawing/2014/main" id="{EE2D9947-5D09-46F7-A3BF-DD9C46D15DCB}"/>
              </a:ext>
            </a:extLst>
          </p:cNvPr>
          <p:cNvGraphicFramePr/>
          <p:nvPr/>
        </p:nvGraphicFramePr>
        <p:xfrm>
          <a:off x="2999656" y="1508788"/>
          <a:ext cx="6144344" cy="47255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03190FAA-D49B-A07D-064F-78626CB444AE}"/>
              </a:ext>
            </a:extLst>
          </p:cNvPr>
          <p:cNvSpPr>
            <a:spLocks noGrp="1" noChangeArrowheads="1"/>
          </p:cNvSpPr>
          <p:nvPr>
            <p:ph type="title"/>
          </p:nvPr>
        </p:nvSpPr>
        <p:spPr>
          <a:xfrm>
            <a:off x="1803400" y="260350"/>
            <a:ext cx="7772400" cy="1143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eaLnBrk="1" hangingPunct="1"/>
            <a:r>
              <a:rPr lang="zh-CN" altLang="en-US">
                <a:latin typeface="微软雅黑 Light" panose="020B0502040204020203" pitchFamily="34" charset="-122"/>
                <a:ea typeface="微软雅黑 Light" panose="020B0502040204020203" pitchFamily="34" charset="-122"/>
              </a:rPr>
              <a:t>项目与日常运作</a:t>
            </a:r>
            <a:endParaRPr lang="zh-CN" altLang="en-US" dirty="0">
              <a:latin typeface="微软雅黑 Light" panose="020B0502040204020203" pitchFamily="34" charset="-122"/>
              <a:ea typeface="微软雅黑 Light" panose="020B0502040204020203" pitchFamily="34" charset="-122"/>
            </a:endParaRPr>
          </a:p>
        </p:txBody>
      </p:sp>
      <p:sp>
        <p:nvSpPr>
          <p:cNvPr id="27653" name="Rectangle 3">
            <a:extLst>
              <a:ext uri="{FF2B5EF4-FFF2-40B4-BE49-F238E27FC236}">
                <a16:creationId xmlns:a16="http://schemas.microsoft.com/office/drawing/2014/main" id="{56704AE6-EA37-4A1A-897B-4196DD24378B}"/>
              </a:ext>
            </a:extLst>
          </p:cNvPr>
          <p:cNvSpPr>
            <a:spLocks noGrp="1" noChangeArrowheads="1"/>
          </p:cNvSpPr>
          <p:nvPr>
            <p:ph sz="quarter" idx="1"/>
          </p:nvPr>
        </p:nvSpPr>
        <p:spPr>
          <a:xfrm>
            <a:off x="2209800" y="1981200"/>
            <a:ext cx="3810000" cy="4114800"/>
          </a:xfrm>
        </p:spPr>
        <p:txBody>
          <a:bodyPr>
            <a:normAutofit/>
          </a:bodyPr>
          <a:lstStyle/>
          <a:p>
            <a:pPr marL="514350" indent="-514350" eaLnBrk="1" fontAlgn="auto" hangingPunct="1">
              <a:spcAft>
                <a:spcPts val="0"/>
              </a:spcAft>
              <a:buFont typeface="+mj-ea"/>
              <a:buAutoNum type="circleNumDbPlain"/>
              <a:defRPr/>
            </a:pPr>
            <a:r>
              <a:rPr lang="zh-CN" altLang="en-US" sz="3200">
                <a:latin typeface="微软雅黑 Light" panose="020B0502040204020203" pitchFamily="34" charset="-122"/>
              </a:rPr>
              <a:t>上课 </a:t>
            </a:r>
          </a:p>
          <a:p>
            <a:pPr marL="514350" indent="-514350" eaLnBrk="1" fontAlgn="auto" hangingPunct="1">
              <a:spcAft>
                <a:spcPts val="0"/>
              </a:spcAft>
              <a:buFont typeface="+mj-ea"/>
              <a:buAutoNum type="circleNumDbPlain"/>
              <a:defRPr/>
            </a:pPr>
            <a:r>
              <a:rPr lang="zh-CN" altLang="en-US" sz="3200">
                <a:solidFill>
                  <a:srgbClr val="FF66FF"/>
                </a:solidFill>
                <a:latin typeface="微软雅黑 Light" panose="020B0502040204020203" pitchFamily="34" charset="-122"/>
              </a:rPr>
              <a:t>野餐活动</a:t>
            </a:r>
          </a:p>
          <a:p>
            <a:pPr marL="514350" indent="-514350" eaLnBrk="1" fontAlgn="auto" hangingPunct="1">
              <a:spcAft>
                <a:spcPts val="0"/>
              </a:spcAft>
              <a:buFont typeface="+mj-ea"/>
              <a:buAutoNum type="circleNumDbPlain"/>
              <a:defRPr/>
            </a:pPr>
            <a:r>
              <a:rPr lang="zh-CN" altLang="en-US" sz="3200">
                <a:solidFill>
                  <a:srgbClr val="FF66FF"/>
                </a:solidFill>
                <a:latin typeface="微软雅黑 Light" panose="020B0502040204020203" pitchFamily="34" charset="-122"/>
              </a:rPr>
              <a:t>集体婚礼</a:t>
            </a:r>
          </a:p>
          <a:p>
            <a:pPr marL="514350" indent="-514350" eaLnBrk="1" fontAlgn="auto" hangingPunct="1">
              <a:spcAft>
                <a:spcPts val="0"/>
              </a:spcAft>
              <a:buFont typeface="+mj-ea"/>
              <a:buAutoNum type="circleNumDbPlain"/>
              <a:defRPr/>
            </a:pPr>
            <a:r>
              <a:rPr lang="zh-CN" altLang="en-US" sz="3200">
                <a:latin typeface="微软雅黑 Light" panose="020B0502040204020203" pitchFamily="34" charset="-122"/>
              </a:rPr>
              <a:t>社区保安</a:t>
            </a:r>
          </a:p>
          <a:p>
            <a:pPr marL="514350" indent="-514350" eaLnBrk="1" fontAlgn="auto" hangingPunct="1">
              <a:spcAft>
                <a:spcPts val="0"/>
              </a:spcAft>
              <a:buFont typeface="+mj-ea"/>
              <a:buAutoNum type="circleNumDbPlain"/>
              <a:defRPr/>
            </a:pPr>
            <a:r>
              <a:rPr lang="zh-CN" altLang="en-US" sz="3200">
                <a:solidFill>
                  <a:srgbClr val="FF66FF"/>
                </a:solidFill>
                <a:latin typeface="微软雅黑 Light" panose="020B0502040204020203" pitchFamily="34" charset="-122"/>
              </a:rPr>
              <a:t>开发操作系统</a:t>
            </a:r>
          </a:p>
          <a:p>
            <a:pPr marL="514350" indent="-514350" eaLnBrk="1" fontAlgn="auto" hangingPunct="1">
              <a:spcAft>
                <a:spcPts val="0"/>
              </a:spcAft>
              <a:buFont typeface="+mj-ea"/>
              <a:buAutoNum type="circleNumDbPlain"/>
              <a:defRPr/>
            </a:pPr>
            <a:r>
              <a:rPr lang="zh-CN" altLang="en-US" sz="3200">
                <a:latin typeface="微软雅黑 Light" panose="020B0502040204020203" pitchFamily="34" charset="-122"/>
              </a:rPr>
              <a:t>每天的卫生保洁 </a:t>
            </a:r>
          </a:p>
          <a:p>
            <a:pPr marL="514350" indent="-514350" eaLnBrk="1" fontAlgn="auto" hangingPunct="1">
              <a:spcAft>
                <a:spcPts val="0"/>
              </a:spcAft>
              <a:buFont typeface="+mj-ea"/>
              <a:buAutoNum type="circleNumDbPlain"/>
              <a:defRPr/>
            </a:pPr>
            <a:r>
              <a:rPr lang="zh-CN" altLang="en-US" sz="3200">
                <a:solidFill>
                  <a:srgbClr val="FF66FF"/>
                </a:solidFill>
                <a:latin typeface="微软雅黑 Light" panose="020B0502040204020203" pitchFamily="34" charset="-122"/>
              </a:rPr>
              <a:t>神州飞船计划</a:t>
            </a:r>
            <a:endParaRPr lang="zh-CN" altLang="en-US">
              <a:solidFill>
                <a:srgbClr val="FF66FF"/>
              </a:solidFill>
              <a:latin typeface="微软雅黑 Light" panose="020B0502040204020203" pitchFamily="34" charset="-122"/>
            </a:endParaRPr>
          </a:p>
          <a:p>
            <a:pPr marL="320040" indent="-320040" eaLnBrk="1" fontAlgn="auto" hangingPunct="1">
              <a:spcAft>
                <a:spcPts val="0"/>
              </a:spcAft>
              <a:buFont typeface="Wingdings"/>
              <a:buChar char=""/>
              <a:defRPr/>
            </a:pPr>
            <a:endParaRPr lang="en-US" altLang="zh-CN" dirty="0">
              <a:latin typeface="黑体" pitchFamily="49" charset="-122"/>
              <a:ea typeface="黑体" pitchFamily="49" charset="-122"/>
            </a:endParaRPr>
          </a:p>
        </p:txBody>
      </p:sp>
      <p:sp>
        <p:nvSpPr>
          <p:cNvPr id="20486" name="Text Box 5">
            <a:extLst>
              <a:ext uri="{FF2B5EF4-FFF2-40B4-BE49-F238E27FC236}">
                <a16:creationId xmlns:a16="http://schemas.microsoft.com/office/drawing/2014/main" id="{56F6F92A-F5C4-55E8-48D0-56ADE7F4A7ED}"/>
              </a:ext>
            </a:extLst>
          </p:cNvPr>
          <p:cNvSpPr txBox="1">
            <a:spLocks noChangeArrowheads="1"/>
          </p:cNvSpPr>
          <p:nvPr/>
        </p:nvSpPr>
        <p:spPr bwMode="auto">
          <a:xfrm>
            <a:off x="7772400" y="4464051"/>
            <a:ext cx="19812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50000"/>
              </a:spcBef>
              <a:buClrTx/>
              <a:buSzTx/>
              <a:buFontTx/>
              <a:buNone/>
            </a:pPr>
            <a:r>
              <a:rPr lang="zh-CN" altLang="en-US" sz="2800" dirty="0">
                <a:latin typeface="微软雅黑 Light" panose="020B0502040204020203" pitchFamily="34" charset="-122"/>
                <a:ea typeface="微软雅黑 Light" panose="020B0502040204020203" pitchFamily="34" charset="-122"/>
              </a:rPr>
              <a:t>日常运作</a:t>
            </a:r>
          </a:p>
        </p:txBody>
      </p:sp>
      <p:sp>
        <p:nvSpPr>
          <p:cNvPr id="20487" name="Text Box 6">
            <a:extLst>
              <a:ext uri="{FF2B5EF4-FFF2-40B4-BE49-F238E27FC236}">
                <a16:creationId xmlns:a16="http://schemas.microsoft.com/office/drawing/2014/main" id="{1AC84BA7-87F8-8C9D-403B-D72535FC0B10}"/>
              </a:ext>
            </a:extLst>
          </p:cNvPr>
          <p:cNvSpPr txBox="1">
            <a:spLocks noChangeArrowheads="1"/>
          </p:cNvSpPr>
          <p:nvPr/>
        </p:nvSpPr>
        <p:spPr bwMode="auto">
          <a:xfrm>
            <a:off x="8040688" y="2286001"/>
            <a:ext cx="19812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50000"/>
              </a:spcBef>
              <a:buClrTx/>
              <a:buSzTx/>
              <a:buFontTx/>
              <a:buNone/>
            </a:pPr>
            <a:r>
              <a:rPr lang="zh-CN" altLang="en-US" sz="2800" dirty="0">
                <a:latin typeface="微软雅黑 Light" panose="020B0502040204020203" pitchFamily="34" charset="-122"/>
                <a:ea typeface="微软雅黑 Light" panose="020B0502040204020203" pitchFamily="34" charset="-122"/>
              </a:rPr>
              <a:t>项目</a:t>
            </a:r>
          </a:p>
        </p:txBody>
      </p:sp>
      <p:sp>
        <p:nvSpPr>
          <p:cNvPr id="20488" name="Line 8">
            <a:extLst>
              <a:ext uri="{FF2B5EF4-FFF2-40B4-BE49-F238E27FC236}">
                <a16:creationId xmlns:a16="http://schemas.microsoft.com/office/drawing/2014/main" id="{0623CA4E-256D-597A-79C0-645EB24EB9AA}"/>
              </a:ext>
            </a:extLst>
          </p:cNvPr>
          <p:cNvSpPr>
            <a:spLocks noChangeShapeType="1"/>
          </p:cNvSpPr>
          <p:nvPr/>
        </p:nvSpPr>
        <p:spPr bwMode="auto">
          <a:xfrm flipV="1">
            <a:off x="5195888" y="2849563"/>
            <a:ext cx="3276600" cy="266700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9" name="Line 9">
            <a:extLst>
              <a:ext uri="{FF2B5EF4-FFF2-40B4-BE49-F238E27FC236}">
                <a16:creationId xmlns:a16="http://schemas.microsoft.com/office/drawing/2014/main" id="{B3AE1611-E0AD-B45D-DB8E-47E0F662DCBF}"/>
              </a:ext>
            </a:extLst>
          </p:cNvPr>
          <p:cNvSpPr>
            <a:spLocks noChangeShapeType="1"/>
          </p:cNvSpPr>
          <p:nvPr/>
        </p:nvSpPr>
        <p:spPr bwMode="auto">
          <a:xfrm flipV="1">
            <a:off x="5059363" y="2743200"/>
            <a:ext cx="3124200" cy="160020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0" name="Line 10">
            <a:extLst>
              <a:ext uri="{FF2B5EF4-FFF2-40B4-BE49-F238E27FC236}">
                <a16:creationId xmlns:a16="http://schemas.microsoft.com/office/drawing/2014/main" id="{27B52513-A51C-77B6-EA34-65D87332180D}"/>
              </a:ext>
            </a:extLst>
          </p:cNvPr>
          <p:cNvSpPr>
            <a:spLocks noChangeShapeType="1"/>
          </p:cNvSpPr>
          <p:nvPr/>
        </p:nvSpPr>
        <p:spPr bwMode="auto">
          <a:xfrm flipV="1">
            <a:off x="4449763" y="2514600"/>
            <a:ext cx="3733800" cy="22860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1" name="Line 11">
            <a:extLst>
              <a:ext uri="{FF2B5EF4-FFF2-40B4-BE49-F238E27FC236}">
                <a16:creationId xmlns:a16="http://schemas.microsoft.com/office/drawing/2014/main" id="{3C935980-8669-A4FA-AFBF-690E133BA6EC}"/>
              </a:ext>
            </a:extLst>
          </p:cNvPr>
          <p:cNvSpPr>
            <a:spLocks noChangeShapeType="1"/>
          </p:cNvSpPr>
          <p:nvPr/>
        </p:nvSpPr>
        <p:spPr bwMode="auto">
          <a:xfrm flipV="1">
            <a:off x="4370388" y="2636838"/>
            <a:ext cx="3886200" cy="76200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2" name="Line 12">
            <a:extLst>
              <a:ext uri="{FF2B5EF4-FFF2-40B4-BE49-F238E27FC236}">
                <a16:creationId xmlns:a16="http://schemas.microsoft.com/office/drawing/2014/main" id="{A6CA1076-3880-DFDD-EF32-758674F69CD2}"/>
              </a:ext>
            </a:extLst>
          </p:cNvPr>
          <p:cNvSpPr>
            <a:spLocks noChangeShapeType="1"/>
          </p:cNvSpPr>
          <p:nvPr/>
        </p:nvSpPr>
        <p:spPr bwMode="auto">
          <a:xfrm>
            <a:off x="3671888" y="2286000"/>
            <a:ext cx="4800600" cy="213360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3" name="Line 13">
            <a:extLst>
              <a:ext uri="{FF2B5EF4-FFF2-40B4-BE49-F238E27FC236}">
                <a16:creationId xmlns:a16="http://schemas.microsoft.com/office/drawing/2014/main" id="{84365F9A-82D5-FA59-EA91-89242AA4C93A}"/>
              </a:ext>
            </a:extLst>
          </p:cNvPr>
          <p:cNvSpPr>
            <a:spLocks noChangeShapeType="1"/>
          </p:cNvSpPr>
          <p:nvPr/>
        </p:nvSpPr>
        <p:spPr bwMode="auto">
          <a:xfrm>
            <a:off x="4437064" y="3962400"/>
            <a:ext cx="3868737" cy="53340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4" name="Line 14">
            <a:extLst>
              <a:ext uri="{FF2B5EF4-FFF2-40B4-BE49-F238E27FC236}">
                <a16:creationId xmlns:a16="http://schemas.microsoft.com/office/drawing/2014/main" id="{97C1051F-FB3F-886B-93AE-2588252823CF}"/>
              </a:ext>
            </a:extLst>
          </p:cNvPr>
          <p:cNvSpPr>
            <a:spLocks noChangeShapeType="1"/>
          </p:cNvSpPr>
          <p:nvPr/>
        </p:nvSpPr>
        <p:spPr bwMode="auto">
          <a:xfrm flipV="1">
            <a:off x="5746751" y="4724400"/>
            <a:ext cx="1947863" cy="433388"/>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ABD397BC-ACE3-596F-CBAB-D75EC2CA6562}"/>
              </a:ext>
            </a:extLst>
          </p:cNvPr>
          <p:cNvSpPr>
            <a:spLocks noGrp="1"/>
          </p:cNvSpPr>
          <p:nvPr>
            <p:ph type="title"/>
          </p:nvPr>
        </p:nvSpPr>
        <p:spPr/>
        <p:txBody>
          <a:bodyPr/>
          <a:lstStyle/>
          <a:p>
            <a:r>
              <a:rPr lang="zh-CN" altLang="en-US" dirty="0"/>
              <a:t>项目集</a:t>
            </a:r>
            <a:r>
              <a:rPr lang="en-US" altLang="zh-CN" dirty="0"/>
              <a:t>(Programs)</a:t>
            </a:r>
            <a:r>
              <a:rPr lang="zh-CN" altLang="en-US" dirty="0"/>
              <a:t>与项目</a:t>
            </a:r>
            <a:r>
              <a:rPr lang="en-US" altLang="zh-CN" dirty="0"/>
              <a:t>(Project)</a:t>
            </a:r>
            <a:endParaRPr lang="zh-CN" altLang="en-US" dirty="0"/>
          </a:p>
        </p:txBody>
      </p:sp>
      <p:pic>
        <p:nvPicPr>
          <p:cNvPr id="22531" name="内容占位符 5">
            <a:extLst>
              <a:ext uri="{FF2B5EF4-FFF2-40B4-BE49-F238E27FC236}">
                <a16:creationId xmlns:a16="http://schemas.microsoft.com/office/drawing/2014/main" id="{1CB9F6B3-61D9-1F1C-B866-AFE118A4A900}"/>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tretch>
            <a:fillRect/>
          </a:stretch>
        </p:blipFill>
        <p:spPr>
          <a:xfrm>
            <a:off x="3171825" y="1898650"/>
            <a:ext cx="5848350" cy="3762375"/>
          </a:xfrm>
        </p:spPr>
      </p:pic>
      <p:sp>
        <p:nvSpPr>
          <p:cNvPr id="5" name="灯片编号占位符 4">
            <a:extLst>
              <a:ext uri="{FF2B5EF4-FFF2-40B4-BE49-F238E27FC236}">
                <a16:creationId xmlns:a16="http://schemas.microsoft.com/office/drawing/2014/main" id="{336BD912-742D-4E41-B671-616224DFDC45}"/>
              </a:ext>
            </a:extLst>
          </p:cNvPr>
          <p:cNvSpPr>
            <a:spLocks noGrp="1"/>
          </p:cNvSpPr>
          <p:nvPr>
            <p:ph type="sldNum" sz="quarter" idx="4294967295"/>
          </p:nvPr>
        </p:nvSpPr>
        <p:spPr>
          <a:xfrm>
            <a:off x="0" y="1271588"/>
            <a:ext cx="711200" cy="244475"/>
          </a:xfrm>
          <a:prstGeom prst="rect">
            <a:avLst/>
          </a:prstGeom>
        </p:spPr>
        <p:txBody>
          <a:bodyP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pPr>
              <a:lnSpc>
                <a:spcPct val="80000"/>
              </a:lnSpc>
            </a:pPr>
            <a:fld id="{744AF0A3-89BF-4774-AA8E-2ED770B37B08}" type="slidenum">
              <a:rPr kumimoji="0" lang="en-US" altLang="zh-CN" sz="1200">
                <a:solidFill>
                  <a:srgbClr val="FFFFFF"/>
                </a:solidFill>
              </a:rPr>
              <a:pPr>
                <a:lnSpc>
                  <a:spcPct val="80000"/>
                </a:lnSpc>
              </a:pPr>
              <a:t>8</a:t>
            </a:fld>
            <a:endParaRPr kumimoji="0" lang="en-US" altLang="zh-CN" sz="1200">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D77E1E6-2CEB-4500-2D9B-1061F21E16A1}"/>
              </a:ext>
            </a:extLst>
          </p:cNvPr>
          <p:cNvSpPr>
            <a:spLocks noGrp="1"/>
          </p:cNvSpPr>
          <p:nvPr>
            <p:ph type="title"/>
          </p:nvPr>
        </p:nvSpPr>
        <p:spPr/>
        <p:txBody>
          <a:bodyPr/>
          <a:lstStyle/>
          <a:p>
            <a:r>
              <a:rPr lang="zh-CN" altLang="en-US" dirty="0"/>
              <a:t>项目集 </a:t>
            </a:r>
            <a:r>
              <a:rPr lang="en-US" altLang="zh-CN" dirty="0"/>
              <a:t>Program</a:t>
            </a:r>
            <a:endParaRPr lang="zh-CN" altLang="en-US" dirty="0"/>
          </a:p>
        </p:txBody>
      </p:sp>
      <p:sp>
        <p:nvSpPr>
          <p:cNvPr id="5" name="内容占位符 4">
            <a:extLst>
              <a:ext uri="{FF2B5EF4-FFF2-40B4-BE49-F238E27FC236}">
                <a16:creationId xmlns:a16="http://schemas.microsoft.com/office/drawing/2014/main" id="{0BEE0082-FB8F-F729-3C77-C35529D5793E}"/>
              </a:ext>
            </a:extLst>
          </p:cNvPr>
          <p:cNvSpPr>
            <a:spLocks noGrp="1"/>
          </p:cNvSpPr>
          <p:nvPr>
            <p:ph sz="quarter" idx="1"/>
          </p:nvPr>
        </p:nvSpPr>
        <p:spPr/>
        <p:txBody>
          <a:bodyPr/>
          <a:lstStyle/>
          <a:p>
            <a:r>
              <a:rPr lang="zh-CN" altLang="en-US" dirty="0"/>
              <a:t>指一组相互关联且被协调管理的项目、子项目集和项目集活动</a:t>
            </a:r>
            <a:endParaRPr lang="en-US" altLang="zh-CN" dirty="0"/>
          </a:p>
          <a:p>
            <a:r>
              <a:rPr lang="zh-CN" altLang="en-US" dirty="0"/>
              <a:t>目的：通过协同管理获取单独管理各个部分时无法实现的额外效益</a:t>
            </a:r>
            <a:endParaRPr lang="en-US" altLang="zh-CN" dirty="0"/>
          </a:p>
          <a:p>
            <a:pPr lvl="1"/>
            <a:r>
              <a:rPr lang="zh-CN" altLang="en-US" dirty="0"/>
              <a:t>相互关联的项目：多个项目之间存在逻辑或目标上的联系</a:t>
            </a:r>
          </a:p>
          <a:p>
            <a:pPr lvl="1"/>
            <a:r>
              <a:rPr lang="zh-CN" altLang="en-US" dirty="0"/>
              <a:t>协调管理：统一规划、组织与控制，以确保整体一致性</a:t>
            </a:r>
          </a:p>
          <a:p>
            <a:pPr lvl="1"/>
            <a:r>
              <a:rPr lang="zh-CN" altLang="en-US" dirty="0"/>
              <a:t>包含内容：项目、子项目集、项目集活动</a:t>
            </a:r>
          </a:p>
          <a:p>
            <a:pPr lvl="1"/>
            <a:r>
              <a:rPr lang="zh-CN" altLang="en-US" dirty="0"/>
              <a:t>目的：获得分别管理所无法取得的利益（如资源优化、风险降低、战略对齐等）</a:t>
            </a:r>
            <a:endParaRPr lang="en-US" altLang="zh-CN" dirty="0"/>
          </a:p>
          <a:p>
            <a:endParaRPr lang="en-US" altLang="zh-CN" dirty="0"/>
          </a:p>
          <a:p>
            <a:r>
              <a:rPr lang="zh-CN" altLang="en-US" dirty="0"/>
              <a:t>强调：项目集管理的核心价值在于整体大于部分之和</a:t>
            </a:r>
            <a:endParaRPr lang="en-US" altLang="zh-CN" dirty="0"/>
          </a:p>
        </p:txBody>
      </p:sp>
    </p:spTree>
    <p:extLst>
      <p:ext uri="{BB962C8B-B14F-4D97-AF65-F5344CB8AC3E}">
        <p14:creationId xmlns:p14="http://schemas.microsoft.com/office/powerpoint/2010/main" val="4176550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DA67D000-B426-BE8C-8BE6-7A1152EFBFA4}"/>
              </a:ext>
            </a:extLst>
          </p:cNvPr>
          <p:cNvSpPr>
            <a:spLocks noGrp="1"/>
          </p:cNvSpPr>
          <p:nvPr>
            <p:ph type="title"/>
          </p:nvPr>
        </p:nvSpPr>
        <p:spPr/>
        <p:txBody>
          <a:bodyPr/>
          <a:lstStyle/>
          <a:p>
            <a:r>
              <a:rPr lang="zh-CN" altLang="en-US" dirty="0"/>
              <a:t>软件项目的特殊性</a:t>
            </a:r>
          </a:p>
        </p:txBody>
      </p:sp>
      <p:sp>
        <p:nvSpPr>
          <p:cNvPr id="3" name="内容占位符 2">
            <a:extLst>
              <a:ext uri="{FF2B5EF4-FFF2-40B4-BE49-F238E27FC236}">
                <a16:creationId xmlns:a16="http://schemas.microsoft.com/office/drawing/2014/main" id="{C2A03DDE-F1F1-BC36-A281-8C76C189A7AD}"/>
              </a:ext>
            </a:extLst>
          </p:cNvPr>
          <p:cNvSpPr>
            <a:spLocks noGrp="1"/>
          </p:cNvSpPr>
          <p:nvPr>
            <p:ph sz="quarter" idx="1"/>
          </p:nvPr>
        </p:nvSpPr>
        <p:spPr/>
        <p:txBody>
          <a:bodyPr/>
          <a:lstStyle/>
          <a:p>
            <a:endParaRPr lang="zh-CN" altLang="en-US"/>
          </a:p>
        </p:txBody>
      </p:sp>
      <p:sp>
        <p:nvSpPr>
          <p:cNvPr id="23556" name="灯片编号占位符 4">
            <a:extLst>
              <a:ext uri="{FF2B5EF4-FFF2-40B4-BE49-F238E27FC236}">
                <a16:creationId xmlns:a16="http://schemas.microsoft.com/office/drawing/2014/main" id="{0419C7DA-612B-51DC-4472-BFA8552F73BE}"/>
              </a:ext>
            </a:extLst>
          </p:cNvPr>
          <p:cNvSpPr>
            <a:spLocks noGrp="1"/>
          </p:cNvSpPr>
          <p:nvPr>
            <p:ph type="sldNum" sz="quarter" idx="4294967295"/>
          </p:nvPr>
        </p:nvSpPr>
        <p:spPr bwMode="auto">
          <a:xfrm>
            <a:off x="0" y="1271588"/>
            <a:ext cx="7112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nSpc>
                <a:spcPct val="80000"/>
              </a:lnSpc>
              <a:spcBef>
                <a:spcPct val="0"/>
              </a:spcBef>
              <a:buClrTx/>
              <a:buSzTx/>
              <a:buFontTx/>
              <a:buNone/>
            </a:pPr>
            <a:fld id="{A6D8CE10-5AC0-41E3-86BF-952FC4E35D92}" type="slidenum">
              <a:rPr lang="en-US" altLang="zh-CN" sz="1200">
                <a:solidFill>
                  <a:srgbClr val="FFFFFF"/>
                </a:solidFill>
                <a:latin typeface="Arial Narrow" panose="020B0606020202030204" pitchFamily="34" charset="0"/>
                <a:ea typeface="宋体" panose="02010600030101010101" pitchFamily="2" charset="-122"/>
              </a:rPr>
              <a:pPr>
                <a:lnSpc>
                  <a:spcPct val="80000"/>
                </a:lnSpc>
                <a:spcBef>
                  <a:spcPct val="0"/>
                </a:spcBef>
                <a:buClrTx/>
                <a:buSzTx/>
                <a:buFontTx/>
                <a:buNone/>
              </a:pPr>
              <a:t>10</a:t>
            </a:fld>
            <a:endParaRPr lang="en-US" altLang="zh-CN" sz="1200">
              <a:solidFill>
                <a:srgbClr val="FFFFFF"/>
              </a:solidFill>
              <a:latin typeface="Arial Narrow" panose="020B0606020202030204" pitchFamily="34" charset="0"/>
              <a:ea typeface="宋体" panose="02010600030101010101" pitchFamily="2" charset="-122"/>
            </a:endParaRPr>
          </a:p>
        </p:txBody>
      </p:sp>
      <p:grpSp>
        <p:nvGrpSpPr>
          <p:cNvPr id="24581" name="组合 5">
            <a:extLst>
              <a:ext uri="{FF2B5EF4-FFF2-40B4-BE49-F238E27FC236}">
                <a16:creationId xmlns:a16="http://schemas.microsoft.com/office/drawing/2014/main" id="{3C080950-38A5-A0D0-2947-F6A3B1A6B27A}"/>
              </a:ext>
            </a:extLst>
          </p:cNvPr>
          <p:cNvGrpSpPr>
            <a:grpSpLocks/>
          </p:cNvGrpSpPr>
          <p:nvPr/>
        </p:nvGrpSpPr>
        <p:grpSpPr bwMode="auto">
          <a:xfrm>
            <a:off x="3287713" y="1989139"/>
            <a:ext cx="5351462" cy="3786187"/>
            <a:chOff x="1363684" y="1857364"/>
            <a:chExt cx="6280150" cy="4511675"/>
          </a:xfrm>
        </p:grpSpPr>
        <p:sp>
          <p:nvSpPr>
            <p:cNvPr id="23558" name="Oval 2">
              <a:extLst>
                <a:ext uri="{FF2B5EF4-FFF2-40B4-BE49-F238E27FC236}">
                  <a16:creationId xmlns:a16="http://schemas.microsoft.com/office/drawing/2014/main" id="{DF2AA797-A18F-BBFF-4671-98DE1D36A0F2}"/>
                </a:ext>
              </a:extLst>
            </p:cNvPr>
            <p:cNvSpPr>
              <a:spLocks noChangeArrowheads="1"/>
            </p:cNvSpPr>
            <p:nvPr/>
          </p:nvSpPr>
          <p:spPr bwMode="gray">
            <a:xfrm>
              <a:off x="3397272" y="2998777"/>
              <a:ext cx="2211387" cy="2211387"/>
            </a:xfrm>
            <a:prstGeom prst="ellipse">
              <a:avLst/>
            </a:prstGeom>
            <a:gradFill rotWithShape="1">
              <a:gsLst>
                <a:gs pos="0">
                  <a:srgbClr val="E6E6E6"/>
                </a:gs>
                <a:gs pos="14999">
                  <a:srgbClr val="7D8496"/>
                </a:gs>
                <a:gs pos="53000">
                  <a:srgbClr val="E6E6E6"/>
                </a:gs>
                <a:gs pos="67999">
                  <a:srgbClr val="7D8496"/>
                </a:gs>
                <a:gs pos="92999">
                  <a:srgbClr val="E6E6E6"/>
                </a:gs>
                <a:gs pos="100000">
                  <a:srgbClr val="FFFFFF"/>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zh-CN" sz="2000">
                <a:solidFill>
                  <a:schemeClr val="bg1"/>
                </a:solidFill>
                <a:latin typeface="微软雅黑" panose="020B0503020204020204" pitchFamily="34" charset="-122"/>
                <a:ea typeface="微软雅黑" panose="020B0503020204020204" pitchFamily="34" charset="-122"/>
              </a:endParaRPr>
            </a:p>
          </p:txBody>
        </p:sp>
        <p:sp>
          <p:nvSpPr>
            <p:cNvPr id="23559" name="Oval 3">
              <a:extLst>
                <a:ext uri="{FF2B5EF4-FFF2-40B4-BE49-F238E27FC236}">
                  <a16:creationId xmlns:a16="http://schemas.microsoft.com/office/drawing/2014/main" id="{9456E616-3F58-C715-DB94-A74AE59807AF}"/>
                </a:ext>
              </a:extLst>
            </p:cNvPr>
            <p:cNvSpPr>
              <a:spLocks noChangeArrowheads="1"/>
            </p:cNvSpPr>
            <p:nvPr/>
          </p:nvSpPr>
          <p:spPr bwMode="gray">
            <a:xfrm>
              <a:off x="3706834" y="3300402"/>
              <a:ext cx="1624013" cy="1622425"/>
            </a:xfrm>
            <a:prstGeom prst="ellipse">
              <a:avLst/>
            </a:prstGeom>
            <a:gradFill rotWithShape="1">
              <a:gsLst>
                <a:gs pos="0">
                  <a:srgbClr val="A1A1A1"/>
                </a:gs>
                <a:gs pos="50000">
                  <a:srgbClr val="FFFFFF"/>
                </a:gs>
                <a:gs pos="100000">
                  <a:srgbClr val="A1A1A1"/>
                </a:gs>
              </a:gsLst>
              <a:lin ang="2700000" scaled="1"/>
            </a:gradFill>
            <a:ln>
              <a:noFill/>
            </a:ln>
            <a:effectLst>
              <a:prstShdw prst="shdw17" dist="17961" dir="2700000">
                <a:srgbClr val="999999"/>
              </a:prst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zh-CN" sz="2000">
                <a:solidFill>
                  <a:schemeClr val="bg1"/>
                </a:solidFill>
                <a:latin typeface="微软雅黑" panose="020B0503020204020204" pitchFamily="34" charset="-122"/>
                <a:ea typeface="微软雅黑" panose="020B0503020204020204" pitchFamily="34" charset="-122"/>
              </a:endParaRPr>
            </a:p>
          </p:txBody>
        </p:sp>
        <p:sp>
          <p:nvSpPr>
            <p:cNvPr id="23560" name="Text Box 4">
              <a:extLst>
                <a:ext uri="{FF2B5EF4-FFF2-40B4-BE49-F238E27FC236}">
                  <a16:creationId xmlns:a16="http://schemas.microsoft.com/office/drawing/2014/main" id="{47DE2E78-00D1-4605-6679-2A77E7D26A4E}"/>
                </a:ext>
              </a:extLst>
            </p:cNvPr>
            <p:cNvSpPr txBox="1">
              <a:spLocks noChangeArrowheads="1"/>
            </p:cNvSpPr>
            <p:nvPr/>
          </p:nvSpPr>
          <p:spPr bwMode="gray">
            <a:xfrm>
              <a:off x="3683015" y="3722156"/>
              <a:ext cx="1662112" cy="843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0"/>
                </a:spcBef>
                <a:buClrTx/>
                <a:buSzTx/>
                <a:buFontTx/>
                <a:buNone/>
              </a:pPr>
              <a:r>
                <a:rPr lang="zh-CN" altLang="en-US" sz="2000" b="1" dirty="0">
                  <a:latin typeface="微软雅黑 Light" panose="020B0502040204020203" pitchFamily="34" charset="-122"/>
                  <a:ea typeface="微软雅黑 Light" panose="020B0502040204020203" pitchFamily="34" charset="-122"/>
                  <a:cs typeface="Arial" panose="020B0604020202020204" pitchFamily="34" charset="0"/>
                </a:rPr>
                <a:t>软件项目特殊性</a:t>
              </a:r>
              <a:endParaRPr lang="en-US" altLang="zh-CN" sz="2000" b="1" dirty="0">
                <a:latin typeface="微软雅黑 Light" panose="020B0502040204020203" pitchFamily="34" charset="-122"/>
                <a:ea typeface="微软雅黑 Light" panose="020B0502040204020203" pitchFamily="34" charset="-122"/>
                <a:cs typeface="Arial" panose="020B0604020202020204" pitchFamily="34" charset="0"/>
              </a:endParaRPr>
            </a:p>
          </p:txBody>
        </p:sp>
        <p:sp>
          <p:nvSpPr>
            <p:cNvPr id="10" name="Oval 5">
              <a:extLst>
                <a:ext uri="{FF2B5EF4-FFF2-40B4-BE49-F238E27FC236}">
                  <a16:creationId xmlns:a16="http://schemas.microsoft.com/office/drawing/2014/main" id="{7580D486-8D30-430A-9DF8-97DB17D6C10D}"/>
                </a:ext>
              </a:extLst>
            </p:cNvPr>
            <p:cNvSpPr>
              <a:spLocks noChangeArrowheads="1"/>
            </p:cNvSpPr>
            <p:nvPr/>
          </p:nvSpPr>
          <p:spPr bwMode="gray">
            <a:xfrm>
              <a:off x="6097550" y="4715704"/>
              <a:ext cx="1440094" cy="1426333"/>
            </a:xfrm>
            <a:prstGeom prst="ellipse">
              <a:avLst/>
            </a:prstGeom>
            <a:gradFill rotWithShape="1">
              <a:gsLst>
                <a:gs pos="0">
                  <a:schemeClr val="folHlink"/>
                </a:gs>
                <a:gs pos="100000">
                  <a:schemeClr val="folHlink">
                    <a:gamma/>
                    <a:shade val="31765"/>
                    <a:invGamma/>
                  </a:schemeClr>
                </a:gs>
              </a:gsLst>
              <a:lin ang="5400000" scaled="1"/>
            </a:gradFill>
            <a:ln w="38100" algn="ctr">
              <a:solidFill>
                <a:srgbClr val="F8F8F8">
                  <a:alpha val="80000"/>
                </a:srgbClr>
              </a:solidFill>
              <a:round/>
              <a:headEnd/>
              <a:tailEnd/>
            </a:ln>
            <a:effectLst/>
          </p:spPr>
          <p:txBody>
            <a:bodyPr wrap="none" anchor="ctr"/>
            <a:lstStyle/>
            <a:p>
              <a:pPr eaLnBrk="1" hangingPunct="1">
                <a:defRPr/>
              </a:pPr>
              <a:endParaRPr lang="zh-CN" altLang="en-US" sz="2000">
                <a:solidFill>
                  <a:schemeClr val="bg1"/>
                </a:solidFill>
                <a:latin typeface="微软雅黑" pitchFamily="34" charset="-122"/>
                <a:ea typeface="微软雅黑" pitchFamily="34" charset="-122"/>
              </a:endParaRPr>
            </a:p>
          </p:txBody>
        </p:sp>
        <p:sp>
          <p:nvSpPr>
            <p:cNvPr id="23562" name="Rectangle 7">
              <a:extLst>
                <a:ext uri="{FF2B5EF4-FFF2-40B4-BE49-F238E27FC236}">
                  <a16:creationId xmlns:a16="http://schemas.microsoft.com/office/drawing/2014/main" id="{180DD6F9-F5BE-AC4F-F44E-6B294BEDBAE3}"/>
                </a:ext>
              </a:extLst>
            </p:cNvPr>
            <p:cNvSpPr>
              <a:spLocks noChangeArrowheads="1"/>
            </p:cNvSpPr>
            <p:nvPr/>
          </p:nvSpPr>
          <p:spPr bwMode="gray">
            <a:xfrm>
              <a:off x="6151585" y="5108564"/>
              <a:ext cx="1389082" cy="476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0"/>
                </a:spcBef>
                <a:buClrTx/>
                <a:buSzTx/>
                <a:buFontTx/>
                <a:buNone/>
              </a:pPr>
              <a:r>
                <a:rPr lang="zh-CN" altLang="en-US" sz="2000" dirty="0">
                  <a:solidFill>
                    <a:schemeClr val="bg1"/>
                  </a:solidFill>
                  <a:latin typeface="微软雅黑 Light" panose="020B0502040204020203" pitchFamily="34" charset="-122"/>
                  <a:ea typeface="微软雅黑 Light" panose="020B0502040204020203" pitchFamily="34" charset="-122"/>
                </a:rPr>
                <a:t>变更</a:t>
              </a:r>
              <a:endParaRPr lang="en-US" altLang="zh-CN" sz="2000" dirty="0">
                <a:solidFill>
                  <a:schemeClr val="bg1"/>
                </a:solidFill>
                <a:latin typeface="微软雅黑 Light" panose="020B0502040204020203" pitchFamily="34" charset="-122"/>
                <a:ea typeface="微软雅黑 Light" panose="020B0502040204020203" pitchFamily="34" charset="-122"/>
                <a:cs typeface="Arial" panose="020B0604020202020204" pitchFamily="34" charset="0"/>
              </a:endParaRPr>
            </a:p>
          </p:txBody>
        </p:sp>
        <p:sp>
          <p:nvSpPr>
            <p:cNvPr id="23563" name="Oval 8">
              <a:extLst>
                <a:ext uri="{FF2B5EF4-FFF2-40B4-BE49-F238E27FC236}">
                  <a16:creationId xmlns:a16="http://schemas.microsoft.com/office/drawing/2014/main" id="{6ECFB5A4-027F-F0AA-33C7-69D1BA0BAFE5}"/>
                </a:ext>
              </a:extLst>
            </p:cNvPr>
            <p:cNvSpPr>
              <a:spLocks noChangeArrowheads="1"/>
            </p:cNvSpPr>
            <p:nvPr/>
          </p:nvSpPr>
          <p:spPr bwMode="gray">
            <a:xfrm>
              <a:off x="5994422" y="4598977"/>
              <a:ext cx="1649412" cy="1647825"/>
            </a:xfrm>
            <a:prstGeom prst="ellipse">
              <a:avLst/>
            </a:prstGeom>
            <a:noFill/>
            <a:ln w="127000">
              <a:solidFill>
                <a:srgbClr val="EAEAEA">
                  <a:alpha val="79999"/>
                </a:srgbClr>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zh-CN" sz="2000">
                <a:solidFill>
                  <a:schemeClr val="bg1"/>
                </a:solidFill>
                <a:latin typeface="微软雅黑" panose="020B0503020204020204" pitchFamily="34" charset="-122"/>
                <a:ea typeface="微软雅黑" panose="020B0503020204020204" pitchFamily="34" charset="-122"/>
              </a:endParaRPr>
            </a:p>
          </p:txBody>
        </p:sp>
        <p:sp>
          <p:nvSpPr>
            <p:cNvPr id="23564" name="Oval 9">
              <a:extLst>
                <a:ext uri="{FF2B5EF4-FFF2-40B4-BE49-F238E27FC236}">
                  <a16:creationId xmlns:a16="http://schemas.microsoft.com/office/drawing/2014/main" id="{261A0D15-8EF7-4855-167E-89BE7A6A87D4}"/>
                </a:ext>
              </a:extLst>
            </p:cNvPr>
            <p:cNvSpPr>
              <a:spLocks noChangeArrowheads="1"/>
            </p:cNvSpPr>
            <p:nvPr/>
          </p:nvSpPr>
          <p:spPr bwMode="gray">
            <a:xfrm>
              <a:off x="3254397" y="2859077"/>
              <a:ext cx="2481262" cy="2482850"/>
            </a:xfrm>
            <a:prstGeom prst="ellipse">
              <a:avLst/>
            </a:prstGeom>
            <a:noFill/>
            <a:ln w="127000">
              <a:solidFill>
                <a:srgbClr val="EAEAEA">
                  <a:alpha val="79999"/>
                </a:srgbClr>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zh-CN" sz="2000">
                <a:solidFill>
                  <a:schemeClr val="bg1"/>
                </a:solidFill>
                <a:latin typeface="微软雅黑" panose="020B0503020204020204" pitchFamily="34" charset="-122"/>
                <a:ea typeface="微软雅黑" panose="020B0503020204020204" pitchFamily="34" charset="-122"/>
              </a:endParaRPr>
            </a:p>
          </p:txBody>
        </p:sp>
        <p:sp>
          <p:nvSpPr>
            <p:cNvPr id="23565" name="Line 10">
              <a:extLst>
                <a:ext uri="{FF2B5EF4-FFF2-40B4-BE49-F238E27FC236}">
                  <a16:creationId xmlns:a16="http://schemas.microsoft.com/office/drawing/2014/main" id="{4C5B2439-B610-5F7F-7630-65DC23DCE9BB}"/>
                </a:ext>
              </a:extLst>
            </p:cNvPr>
            <p:cNvSpPr>
              <a:spLocks noChangeShapeType="1"/>
            </p:cNvSpPr>
            <p:nvPr/>
          </p:nvSpPr>
          <p:spPr bwMode="gray">
            <a:xfrm flipV="1">
              <a:off x="3000397" y="4825989"/>
              <a:ext cx="487362" cy="304800"/>
            </a:xfrm>
            <a:prstGeom prst="line">
              <a:avLst/>
            </a:prstGeom>
            <a:noFill/>
            <a:ln w="127000">
              <a:solidFill>
                <a:srgbClr val="EAEAEA">
                  <a:alpha val="79999"/>
                </a:srgb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6" name="Line 11">
              <a:extLst>
                <a:ext uri="{FF2B5EF4-FFF2-40B4-BE49-F238E27FC236}">
                  <a16:creationId xmlns:a16="http://schemas.microsoft.com/office/drawing/2014/main" id="{BE24ED87-05A3-AE91-E340-7737170FF6F5}"/>
                </a:ext>
              </a:extLst>
            </p:cNvPr>
            <p:cNvSpPr>
              <a:spLocks noChangeShapeType="1"/>
            </p:cNvSpPr>
            <p:nvPr/>
          </p:nvSpPr>
          <p:spPr bwMode="gray">
            <a:xfrm flipV="1">
              <a:off x="2916259" y="4675177"/>
              <a:ext cx="485775" cy="304800"/>
            </a:xfrm>
            <a:prstGeom prst="line">
              <a:avLst/>
            </a:prstGeom>
            <a:noFill/>
            <a:ln w="127000">
              <a:solidFill>
                <a:srgbClr val="EAEAEA">
                  <a:alpha val="79999"/>
                </a:srgb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7" name="Line 12">
              <a:extLst>
                <a:ext uri="{FF2B5EF4-FFF2-40B4-BE49-F238E27FC236}">
                  <a16:creationId xmlns:a16="http://schemas.microsoft.com/office/drawing/2014/main" id="{4A536D08-297D-A69B-30B4-28E004ACA7CE}"/>
                </a:ext>
              </a:extLst>
            </p:cNvPr>
            <p:cNvSpPr>
              <a:spLocks noChangeShapeType="1"/>
            </p:cNvSpPr>
            <p:nvPr/>
          </p:nvSpPr>
          <p:spPr bwMode="gray">
            <a:xfrm flipV="1">
              <a:off x="5567384" y="3186102"/>
              <a:ext cx="487363" cy="304800"/>
            </a:xfrm>
            <a:prstGeom prst="line">
              <a:avLst/>
            </a:prstGeom>
            <a:noFill/>
            <a:ln w="127000">
              <a:solidFill>
                <a:srgbClr val="EAEAEA">
                  <a:alpha val="79999"/>
                </a:srgb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8" name="Line 13">
              <a:extLst>
                <a:ext uri="{FF2B5EF4-FFF2-40B4-BE49-F238E27FC236}">
                  <a16:creationId xmlns:a16="http://schemas.microsoft.com/office/drawing/2014/main" id="{E8A7CF0B-DE22-AB6D-0AF1-6CD8842988EB}"/>
                </a:ext>
              </a:extLst>
            </p:cNvPr>
            <p:cNvSpPr>
              <a:spLocks noChangeShapeType="1"/>
            </p:cNvSpPr>
            <p:nvPr/>
          </p:nvSpPr>
          <p:spPr bwMode="gray">
            <a:xfrm flipV="1">
              <a:off x="5481659" y="3035289"/>
              <a:ext cx="488950" cy="304800"/>
            </a:xfrm>
            <a:prstGeom prst="line">
              <a:avLst/>
            </a:prstGeom>
            <a:noFill/>
            <a:ln w="127000">
              <a:solidFill>
                <a:srgbClr val="EAEAEA">
                  <a:alpha val="79999"/>
                </a:srgb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Oval 14">
              <a:extLst>
                <a:ext uri="{FF2B5EF4-FFF2-40B4-BE49-F238E27FC236}">
                  <a16:creationId xmlns:a16="http://schemas.microsoft.com/office/drawing/2014/main" id="{68ED4761-872E-4482-A889-213B4B8D2B47}"/>
                </a:ext>
              </a:extLst>
            </p:cNvPr>
            <p:cNvSpPr>
              <a:spLocks noChangeArrowheads="1"/>
            </p:cNvSpPr>
            <p:nvPr/>
          </p:nvSpPr>
          <p:spPr bwMode="gray">
            <a:xfrm>
              <a:off x="1523901" y="4840555"/>
              <a:ext cx="1441957" cy="1424442"/>
            </a:xfrm>
            <a:prstGeom prst="ellipse">
              <a:avLst/>
            </a:prstGeom>
            <a:gradFill rotWithShape="1">
              <a:gsLst>
                <a:gs pos="0">
                  <a:schemeClr val="hlink"/>
                </a:gs>
                <a:gs pos="100000">
                  <a:schemeClr val="hlink">
                    <a:gamma/>
                    <a:shade val="31765"/>
                    <a:invGamma/>
                  </a:schemeClr>
                </a:gs>
              </a:gsLst>
              <a:lin ang="5400000" scaled="1"/>
            </a:gradFill>
            <a:ln w="38100" algn="ctr">
              <a:solidFill>
                <a:srgbClr val="F8F8F8">
                  <a:alpha val="80000"/>
                </a:srgbClr>
              </a:solidFill>
              <a:round/>
              <a:headEnd/>
              <a:tailEnd/>
            </a:ln>
            <a:effectLst/>
          </p:spPr>
          <p:txBody>
            <a:bodyPr wrap="none" anchor="ctr"/>
            <a:lstStyle/>
            <a:p>
              <a:pPr eaLnBrk="1" hangingPunct="1">
                <a:defRPr/>
              </a:pPr>
              <a:endParaRPr lang="zh-CN" altLang="en-US" sz="2000">
                <a:solidFill>
                  <a:schemeClr val="bg1"/>
                </a:solidFill>
                <a:latin typeface="微软雅黑" pitchFamily="34" charset="-122"/>
                <a:ea typeface="微软雅黑" pitchFamily="34" charset="-122"/>
              </a:endParaRPr>
            </a:p>
          </p:txBody>
        </p:sp>
        <p:sp>
          <p:nvSpPr>
            <p:cNvPr id="23570" name="Rectangle 16">
              <a:extLst>
                <a:ext uri="{FF2B5EF4-FFF2-40B4-BE49-F238E27FC236}">
                  <a16:creationId xmlns:a16="http://schemas.microsoft.com/office/drawing/2014/main" id="{F2F6CA8C-EE91-1707-CC11-5FCAF5AB45D7}"/>
                </a:ext>
              </a:extLst>
            </p:cNvPr>
            <p:cNvSpPr>
              <a:spLocks noChangeArrowheads="1"/>
            </p:cNvSpPr>
            <p:nvPr/>
          </p:nvSpPr>
          <p:spPr bwMode="gray">
            <a:xfrm>
              <a:off x="1577997" y="5299148"/>
              <a:ext cx="1422400" cy="476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0"/>
                </a:spcBef>
                <a:buClrTx/>
                <a:buSzTx/>
                <a:buFontTx/>
                <a:buNone/>
              </a:pPr>
              <a:r>
                <a:rPr lang="zh-CN" altLang="en-US" sz="2000" b="1" dirty="0">
                  <a:solidFill>
                    <a:schemeClr val="bg1"/>
                  </a:solidFill>
                  <a:latin typeface="微软雅黑 Light" panose="020B0502040204020203" pitchFamily="34" charset="-122"/>
                  <a:ea typeface="微软雅黑 Light" panose="020B0502040204020203" pitchFamily="34" charset="-122"/>
                </a:rPr>
                <a:t>渐近明细</a:t>
              </a:r>
              <a:endParaRPr lang="en-US" altLang="zh-CN" sz="2000" dirty="0">
                <a:solidFill>
                  <a:schemeClr val="bg1"/>
                </a:solidFill>
                <a:latin typeface="微软雅黑 Light" panose="020B0502040204020203" pitchFamily="34" charset="-122"/>
                <a:ea typeface="微软雅黑 Light" panose="020B0502040204020203" pitchFamily="34" charset="-122"/>
                <a:cs typeface="Arial" panose="020B0604020202020204" pitchFamily="34" charset="0"/>
              </a:endParaRPr>
            </a:p>
          </p:txBody>
        </p:sp>
        <p:sp>
          <p:nvSpPr>
            <p:cNvPr id="23571" name="Oval 17">
              <a:extLst>
                <a:ext uri="{FF2B5EF4-FFF2-40B4-BE49-F238E27FC236}">
                  <a16:creationId xmlns:a16="http://schemas.microsoft.com/office/drawing/2014/main" id="{708FC28B-1DE6-841D-D3FC-BF96635171EA}"/>
                </a:ext>
              </a:extLst>
            </p:cNvPr>
            <p:cNvSpPr>
              <a:spLocks noChangeArrowheads="1"/>
            </p:cNvSpPr>
            <p:nvPr/>
          </p:nvSpPr>
          <p:spPr bwMode="gray">
            <a:xfrm>
              <a:off x="1422422" y="4722802"/>
              <a:ext cx="1647825" cy="1646237"/>
            </a:xfrm>
            <a:prstGeom prst="ellipse">
              <a:avLst/>
            </a:prstGeom>
            <a:noFill/>
            <a:ln w="127000">
              <a:solidFill>
                <a:srgbClr val="EAEAEA">
                  <a:alpha val="79999"/>
                </a:srgbClr>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zh-CN" sz="2000">
                <a:solidFill>
                  <a:schemeClr val="bg1"/>
                </a:solidFill>
                <a:latin typeface="微软雅黑" panose="020B0503020204020204" pitchFamily="34" charset="-122"/>
                <a:ea typeface="微软雅黑" panose="020B0503020204020204" pitchFamily="34" charset="-122"/>
              </a:endParaRPr>
            </a:p>
          </p:txBody>
        </p:sp>
        <p:sp>
          <p:nvSpPr>
            <p:cNvPr id="23572" name="Oval 18">
              <a:extLst>
                <a:ext uri="{FF2B5EF4-FFF2-40B4-BE49-F238E27FC236}">
                  <a16:creationId xmlns:a16="http://schemas.microsoft.com/office/drawing/2014/main" id="{57078CCC-5977-D3D8-6E2C-CB34DC290FE4}"/>
                </a:ext>
              </a:extLst>
            </p:cNvPr>
            <p:cNvSpPr>
              <a:spLocks noChangeArrowheads="1"/>
            </p:cNvSpPr>
            <p:nvPr/>
          </p:nvSpPr>
          <p:spPr bwMode="gray">
            <a:xfrm>
              <a:off x="1466872" y="1976427"/>
              <a:ext cx="1439862" cy="1423987"/>
            </a:xfrm>
            <a:prstGeom prst="ellipse">
              <a:avLst/>
            </a:prstGeom>
            <a:gradFill rotWithShape="1">
              <a:gsLst>
                <a:gs pos="0">
                  <a:srgbClr val="669900"/>
                </a:gs>
                <a:gs pos="100000">
                  <a:srgbClr val="203100"/>
                </a:gs>
              </a:gsLst>
              <a:lin ang="5400000" scaled="1"/>
            </a:gradFill>
            <a:ln w="38100" algn="ctr">
              <a:solidFill>
                <a:srgbClr val="F8F8F8">
                  <a:alpha val="79999"/>
                </a:srgbClr>
              </a:solidFill>
              <a:round/>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zh-CN" sz="2000">
                <a:solidFill>
                  <a:schemeClr val="bg1"/>
                </a:solidFill>
                <a:latin typeface="微软雅黑" panose="020B0503020204020204" pitchFamily="34" charset="-122"/>
                <a:ea typeface="微软雅黑" panose="020B0503020204020204" pitchFamily="34" charset="-122"/>
              </a:endParaRPr>
            </a:p>
          </p:txBody>
        </p:sp>
        <p:sp>
          <p:nvSpPr>
            <p:cNvPr id="23573" name="Rectangle 20">
              <a:extLst>
                <a:ext uri="{FF2B5EF4-FFF2-40B4-BE49-F238E27FC236}">
                  <a16:creationId xmlns:a16="http://schemas.microsoft.com/office/drawing/2014/main" id="{1FC9D4D1-D480-D073-290F-61E2949E22BD}"/>
                </a:ext>
              </a:extLst>
            </p:cNvPr>
            <p:cNvSpPr>
              <a:spLocks noChangeArrowheads="1"/>
            </p:cNvSpPr>
            <p:nvPr/>
          </p:nvSpPr>
          <p:spPr bwMode="gray">
            <a:xfrm>
              <a:off x="1427985" y="2442096"/>
              <a:ext cx="1493838" cy="476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0"/>
                </a:spcBef>
                <a:buClrTx/>
                <a:buSzTx/>
                <a:buFontTx/>
                <a:buNone/>
              </a:pPr>
              <a:r>
                <a:rPr lang="zh-CN" altLang="en-US" sz="2000" b="1" dirty="0">
                  <a:solidFill>
                    <a:schemeClr val="bg1"/>
                  </a:solidFill>
                  <a:latin typeface="微软雅黑 Light" panose="020B0502040204020203" pitchFamily="34" charset="-122"/>
                  <a:ea typeface="微软雅黑 Light" panose="020B0502040204020203" pitchFamily="34" charset="-122"/>
                </a:rPr>
                <a:t>逻辑实体</a:t>
              </a:r>
              <a:endParaRPr lang="en-US" altLang="zh-CN" sz="2000" b="1" dirty="0">
                <a:solidFill>
                  <a:schemeClr val="bg1"/>
                </a:solidFill>
                <a:latin typeface="微软雅黑 Light" panose="020B0502040204020203" pitchFamily="34" charset="-122"/>
                <a:ea typeface="微软雅黑 Light" panose="020B0502040204020203" pitchFamily="34" charset="-122"/>
                <a:cs typeface="Arial" panose="020B0604020202020204" pitchFamily="34" charset="0"/>
              </a:endParaRPr>
            </a:p>
          </p:txBody>
        </p:sp>
        <p:sp>
          <p:nvSpPr>
            <p:cNvPr id="23574" name="Oval 21">
              <a:extLst>
                <a:ext uri="{FF2B5EF4-FFF2-40B4-BE49-F238E27FC236}">
                  <a16:creationId xmlns:a16="http://schemas.microsoft.com/office/drawing/2014/main" id="{A4CA8233-13AD-E465-7D25-990DD4BBD131}"/>
                </a:ext>
              </a:extLst>
            </p:cNvPr>
            <p:cNvSpPr>
              <a:spLocks noChangeArrowheads="1"/>
            </p:cNvSpPr>
            <p:nvPr/>
          </p:nvSpPr>
          <p:spPr bwMode="gray">
            <a:xfrm>
              <a:off x="1363684" y="1857364"/>
              <a:ext cx="1649413" cy="1646239"/>
            </a:xfrm>
            <a:prstGeom prst="ellipse">
              <a:avLst/>
            </a:prstGeom>
            <a:noFill/>
            <a:ln w="127000">
              <a:solidFill>
                <a:srgbClr val="EAEAEA">
                  <a:alpha val="79999"/>
                </a:srgbClr>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zh-CN" sz="2000">
                <a:solidFill>
                  <a:schemeClr val="bg1"/>
                </a:solidFill>
                <a:latin typeface="微软雅黑" panose="020B0503020204020204" pitchFamily="34" charset="-122"/>
                <a:ea typeface="微软雅黑" panose="020B0503020204020204" pitchFamily="34" charset="-122"/>
              </a:endParaRPr>
            </a:p>
          </p:txBody>
        </p:sp>
        <p:sp>
          <p:nvSpPr>
            <p:cNvPr id="23575" name="Line 22">
              <a:extLst>
                <a:ext uri="{FF2B5EF4-FFF2-40B4-BE49-F238E27FC236}">
                  <a16:creationId xmlns:a16="http://schemas.microsoft.com/office/drawing/2014/main" id="{779F8C07-A5A3-E644-0A49-4B626CAE60C1}"/>
                </a:ext>
              </a:extLst>
            </p:cNvPr>
            <p:cNvSpPr>
              <a:spLocks noChangeShapeType="1"/>
            </p:cNvSpPr>
            <p:nvPr/>
          </p:nvSpPr>
          <p:spPr bwMode="gray">
            <a:xfrm>
              <a:off x="2887684" y="3078152"/>
              <a:ext cx="561975" cy="342900"/>
            </a:xfrm>
            <a:prstGeom prst="line">
              <a:avLst/>
            </a:prstGeom>
            <a:noFill/>
            <a:ln w="127000">
              <a:solidFill>
                <a:srgbClr val="EAEAEA">
                  <a:alpha val="79999"/>
                </a:srgb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6" name="Line 23">
              <a:extLst>
                <a:ext uri="{FF2B5EF4-FFF2-40B4-BE49-F238E27FC236}">
                  <a16:creationId xmlns:a16="http://schemas.microsoft.com/office/drawing/2014/main" id="{1A7116F7-C8AD-43A9-B00C-A6CB681088C6}"/>
                </a:ext>
              </a:extLst>
            </p:cNvPr>
            <p:cNvSpPr>
              <a:spLocks noChangeShapeType="1"/>
            </p:cNvSpPr>
            <p:nvPr/>
          </p:nvSpPr>
          <p:spPr bwMode="gray">
            <a:xfrm>
              <a:off x="2801959" y="3222614"/>
              <a:ext cx="563563" cy="342900"/>
            </a:xfrm>
            <a:prstGeom prst="line">
              <a:avLst/>
            </a:prstGeom>
            <a:noFill/>
            <a:ln w="127000">
              <a:solidFill>
                <a:srgbClr val="EAEAEA">
                  <a:alpha val="79999"/>
                </a:srgb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Oval 24">
              <a:extLst>
                <a:ext uri="{FF2B5EF4-FFF2-40B4-BE49-F238E27FC236}">
                  <a16:creationId xmlns:a16="http://schemas.microsoft.com/office/drawing/2014/main" id="{2BA15099-1652-4716-8796-08B2AACF1A07}"/>
                </a:ext>
              </a:extLst>
            </p:cNvPr>
            <p:cNvSpPr>
              <a:spLocks noChangeArrowheads="1"/>
            </p:cNvSpPr>
            <p:nvPr/>
          </p:nvSpPr>
          <p:spPr bwMode="gray">
            <a:xfrm>
              <a:off x="5974592" y="1976540"/>
              <a:ext cx="1438231" cy="1424442"/>
            </a:xfrm>
            <a:prstGeom prst="ellipse">
              <a:avLst/>
            </a:prstGeom>
            <a:gradFill rotWithShape="1">
              <a:gsLst>
                <a:gs pos="0">
                  <a:schemeClr val="accent1"/>
                </a:gs>
                <a:gs pos="100000">
                  <a:schemeClr val="accent1">
                    <a:gamma/>
                    <a:shade val="31765"/>
                    <a:invGamma/>
                  </a:schemeClr>
                </a:gs>
              </a:gsLst>
              <a:lin ang="5400000" scaled="1"/>
            </a:gradFill>
            <a:ln w="38100" algn="ctr">
              <a:solidFill>
                <a:srgbClr val="F8F8F8">
                  <a:alpha val="80000"/>
                </a:srgbClr>
              </a:solidFill>
              <a:round/>
              <a:headEnd/>
              <a:tailEnd/>
            </a:ln>
            <a:effectLst/>
          </p:spPr>
          <p:txBody>
            <a:bodyPr wrap="none" anchor="ctr"/>
            <a:lstStyle/>
            <a:p>
              <a:pPr eaLnBrk="1" hangingPunct="1">
                <a:defRPr/>
              </a:pPr>
              <a:endParaRPr lang="zh-CN" altLang="en-US" sz="2000">
                <a:solidFill>
                  <a:schemeClr val="bg1"/>
                </a:solidFill>
                <a:latin typeface="微软雅黑" pitchFamily="34" charset="-122"/>
                <a:ea typeface="微软雅黑" pitchFamily="34" charset="-122"/>
              </a:endParaRPr>
            </a:p>
          </p:txBody>
        </p:sp>
        <p:sp>
          <p:nvSpPr>
            <p:cNvPr id="23578" name="Rectangle 26">
              <a:extLst>
                <a:ext uri="{FF2B5EF4-FFF2-40B4-BE49-F238E27FC236}">
                  <a16:creationId xmlns:a16="http://schemas.microsoft.com/office/drawing/2014/main" id="{320F2ECE-5B98-D861-496F-F362054AF820}"/>
                </a:ext>
              </a:extLst>
            </p:cNvPr>
            <p:cNvSpPr>
              <a:spLocks noChangeArrowheads="1"/>
            </p:cNvSpPr>
            <p:nvPr/>
          </p:nvSpPr>
          <p:spPr bwMode="gray">
            <a:xfrm>
              <a:off x="5956322" y="2314564"/>
              <a:ext cx="1493837" cy="843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0"/>
                </a:spcBef>
                <a:buClrTx/>
                <a:buSzTx/>
                <a:buFontTx/>
                <a:buNone/>
              </a:pPr>
              <a:r>
                <a:rPr lang="zh-CN" altLang="en-US" sz="2000" b="1" dirty="0">
                  <a:solidFill>
                    <a:schemeClr val="bg1"/>
                  </a:solidFill>
                  <a:latin typeface="微软雅黑 Light" panose="020B0502040204020203" pitchFamily="34" charset="-122"/>
                  <a:ea typeface="微软雅黑 Light" panose="020B0502040204020203" pitchFamily="34" charset="-122"/>
                </a:rPr>
                <a:t>相互作用的系统</a:t>
              </a:r>
              <a:endParaRPr lang="en-US" altLang="zh-CN" sz="2000" b="1" dirty="0">
                <a:solidFill>
                  <a:schemeClr val="bg1"/>
                </a:solidFill>
                <a:latin typeface="微软雅黑 Light" panose="020B0502040204020203" pitchFamily="34" charset="-122"/>
                <a:ea typeface="微软雅黑 Light" panose="020B0502040204020203" pitchFamily="34" charset="-122"/>
                <a:cs typeface="Arial" panose="020B0604020202020204" pitchFamily="34" charset="0"/>
              </a:endParaRPr>
            </a:p>
          </p:txBody>
        </p:sp>
        <p:sp>
          <p:nvSpPr>
            <p:cNvPr id="23579" name="Oval 27">
              <a:extLst>
                <a:ext uri="{FF2B5EF4-FFF2-40B4-BE49-F238E27FC236}">
                  <a16:creationId xmlns:a16="http://schemas.microsoft.com/office/drawing/2014/main" id="{AF0B25E7-E203-E30F-5E67-48EDF69B4A5E}"/>
                </a:ext>
              </a:extLst>
            </p:cNvPr>
            <p:cNvSpPr>
              <a:spLocks noChangeArrowheads="1"/>
            </p:cNvSpPr>
            <p:nvPr/>
          </p:nvSpPr>
          <p:spPr bwMode="gray">
            <a:xfrm>
              <a:off x="5870597" y="1857364"/>
              <a:ext cx="1647825" cy="1646238"/>
            </a:xfrm>
            <a:prstGeom prst="ellipse">
              <a:avLst/>
            </a:prstGeom>
            <a:noFill/>
            <a:ln w="127000">
              <a:solidFill>
                <a:srgbClr val="EAEAEA">
                  <a:alpha val="79999"/>
                </a:srgbClr>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zh-CN" sz="2000">
                <a:solidFill>
                  <a:schemeClr val="bg1"/>
                </a:solidFill>
                <a:latin typeface="微软雅黑" panose="020B0503020204020204" pitchFamily="34" charset="-122"/>
                <a:ea typeface="微软雅黑" panose="020B0503020204020204" pitchFamily="34" charset="-122"/>
              </a:endParaRPr>
            </a:p>
          </p:txBody>
        </p:sp>
        <p:sp>
          <p:nvSpPr>
            <p:cNvPr id="23580" name="Line 28">
              <a:extLst>
                <a:ext uri="{FF2B5EF4-FFF2-40B4-BE49-F238E27FC236}">
                  <a16:creationId xmlns:a16="http://schemas.microsoft.com/office/drawing/2014/main" id="{0B838471-F220-3284-5FEE-B142530DBF42}"/>
                </a:ext>
              </a:extLst>
            </p:cNvPr>
            <p:cNvSpPr>
              <a:spLocks noChangeShapeType="1"/>
            </p:cNvSpPr>
            <p:nvPr/>
          </p:nvSpPr>
          <p:spPr bwMode="gray">
            <a:xfrm>
              <a:off x="5651522" y="4540239"/>
              <a:ext cx="561975" cy="342900"/>
            </a:xfrm>
            <a:prstGeom prst="line">
              <a:avLst/>
            </a:prstGeom>
            <a:noFill/>
            <a:ln w="127000">
              <a:solidFill>
                <a:srgbClr val="EAEAEA">
                  <a:alpha val="79999"/>
                </a:srgb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1" name="Line 29">
              <a:extLst>
                <a:ext uri="{FF2B5EF4-FFF2-40B4-BE49-F238E27FC236}">
                  <a16:creationId xmlns:a16="http://schemas.microsoft.com/office/drawing/2014/main" id="{0CF202F6-37B1-5006-81F0-67126E4B3ACE}"/>
                </a:ext>
              </a:extLst>
            </p:cNvPr>
            <p:cNvSpPr>
              <a:spLocks noChangeShapeType="1"/>
            </p:cNvSpPr>
            <p:nvPr/>
          </p:nvSpPr>
          <p:spPr bwMode="gray">
            <a:xfrm>
              <a:off x="5565797" y="4684702"/>
              <a:ext cx="563562" cy="344487"/>
            </a:xfrm>
            <a:prstGeom prst="line">
              <a:avLst/>
            </a:prstGeom>
            <a:noFill/>
            <a:ln w="127000">
              <a:solidFill>
                <a:srgbClr val="EAEAEA">
                  <a:alpha val="79999"/>
                </a:srgbClr>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1" fill="hold" nodeType="clickEffect">
                                  <p:stCondLst>
                                    <p:cond delay="0"/>
                                  </p:stCondLst>
                                  <p:childTnLst>
                                    <p:set>
                                      <p:cBhvr>
                                        <p:cTn id="6" dur="1" fill="hold">
                                          <p:stCondLst>
                                            <p:cond delay="0"/>
                                          </p:stCondLst>
                                        </p:cTn>
                                        <p:tgtEl>
                                          <p:spTgt spid="24581"/>
                                        </p:tgtEl>
                                        <p:attrNameLst>
                                          <p:attrName>style.visibility</p:attrName>
                                        </p:attrNameLst>
                                      </p:cBhvr>
                                      <p:to>
                                        <p:strVal val="visible"/>
                                      </p:to>
                                    </p:set>
                                    <p:animEffect transition="in" filter="wheel(1)">
                                      <p:cBhvr>
                                        <p:cTn id="7" dur="2000"/>
                                        <p:tgtEl>
                                          <p:spTgt spid="24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171B723-7ACF-680A-6EB0-9C4948FED29F}"/>
              </a:ext>
            </a:extLst>
          </p:cNvPr>
          <p:cNvSpPr>
            <a:spLocks noGrp="1"/>
          </p:cNvSpPr>
          <p:nvPr>
            <p:ph type="title"/>
          </p:nvPr>
        </p:nvSpPr>
        <p:spPr/>
        <p:txBody>
          <a:bodyPr/>
          <a:lstStyle/>
          <a:p>
            <a:r>
              <a:rPr lang="zh-CN" altLang="en-US" dirty="0"/>
              <a:t>本章要点</a:t>
            </a:r>
          </a:p>
        </p:txBody>
      </p:sp>
      <p:sp>
        <p:nvSpPr>
          <p:cNvPr id="7" name="内容占位符 6">
            <a:extLst>
              <a:ext uri="{FF2B5EF4-FFF2-40B4-BE49-F238E27FC236}">
                <a16:creationId xmlns:a16="http://schemas.microsoft.com/office/drawing/2014/main" id="{14E7CE0A-0D1B-2359-B1D7-8C12153435D8}"/>
              </a:ext>
            </a:extLst>
          </p:cNvPr>
          <p:cNvSpPr>
            <a:spLocks noGrp="1"/>
          </p:cNvSpPr>
          <p:nvPr>
            <p:ph sz="quarter" idx="1"/>
          </p:nvPr>
        </p:nvSpPr>
        <p:spPr/>
        <p:txBody>
          <a:bodyPr/>
          <a:lstStyle/>
          <a:p>
            <a:endParaRPr lang="zh-CN" altLang="en-US"/>
          </a:p>
        </p:txBody>
      </p:sp>
      <p:sp>
        <p:nvSpPr>
          <p:cNvPr id="20" name="Rectangle 3">
            <a:extLst>
              <a:ext uri="{FF2B5EF4-FFF2-40B4-BE49-F238E27FC236}">
                <a16:creationId xmlns:a16="http://schemas.microsoft.com/office/drawing/2014/main" id="{25ACD55E-E0FE-4815-A3EF-7DD8E505E835}"/>
              </a:ext>
            </a:extLst>
          </p:cNvPr>
          <p:cNvSpPr>
            <a:spLocks noChangeArrowheads="1"/>
          </p:cNvSpPr>
          <p:nvPr/>
        </p:nvSpPr>
        <p:spPr bwMode="auto">
          <a:xfrm>
            <a:off x="3309938" y="1604964"/>
            <a:ext cx="565150" cy="865187"/>
          </a:xfrm>
          <a:prstGeom prst="rect">
            <a:avLst/>
          </a:prstGeom>
          <a:solidFill>
            <a:srgbClr val="2A5380"/>
          </a:solidFill>
          <a:ln w="12700">
            <a:noFill/>
            <a:miter lim="800000"/>
            <a:headEnd/>
            <a:tailEnd/>
          </a:ln>
          <a:effectLst>
            <a:outerShdw dist="17961" dir="2700000" algn="ctr" rotWithShape="0">
              <a:srgbClr val="4D4D4D"/>
            </a:outerShdw>
          </a:effectLst>
        </p:spPr>
        <p:txBody>
          <a:bodyPr wrap="none" lIns="90000" tIns="46800" rIns="90000" bIns="46800" anchor="ctr"/>
          <a:lstStyle/>
          <a:p>
            <a:pPr fontAlgn="t">
              <a:defRPr/>
            </a:pPr>
            <a:r>
              <a:rPr lang="zh-CN" altLang="en-US" sz="2000" b="1" dirty="0">
                <a:solidFill>
                  <a:schemeClr val="bg1"/>
                </a:solidFill>
                <a:effectLst>
                  <a:outerShdw blurRad="38100" dist="38100" dir="2700000" algn="tl">
                    <a:srgbClr val="000000"/>
                  </a:outerShdw>
                </a:effectLst>
                <a:latin typeface="微软雅黑" pitchFamily="34" charset="-122"/>
                <a:ea typeface="微软雅黑" pitchFamily="34" charset="-122"/>
              </a:rPr>
              <a:t>一</a:t>
            </a:r>
            <a:endParaRPr lang="en-US" altLang="ko-KR" sz="2000" b="1" dirty="0">
              <a:solidFill>
                <a:schemeClr val="bg1"/>
              </a:solidFill>
              <a:latin typeface="黑体" pitchFamily="49" charset="-122"/>
              <a:ea typeface="黑体" pitchFamily="49" charset="-122"/>
            </a:endParaRPr>
          </a:p>
        </p:txBody>
      </p:sp>
      <p:sp>
        <p:nvSpPr>
          <p:cNvPr id="21" name="Rectangle 4">
            <a:extLst>
              <a:ext uri="{FF2B5EF4-FFF2-40B4-BE49-F238E27FC236}">
                <a16:creationId xmlns:a16="http://schemas.microsoft.com/office/drawing/2014/main" id="{8F83804C-B060-4EFD-96DB-AF026169EA87}"/>
              </a:ext>
            </a:extLst>
          </p:cNvPr>
          <p:cNvSpPr>
            <a:spLocks noChangeArrowheads="1"/>
          </p:cNvSpPr>
          <p:nvPr/>
        </p:nvSpPr>
        <p:spPr bwMode="auto">
          <a:xfrm>
            <a:off x="3814763" y="1604963"/>
            <a:ext cx="4629150" cy="863600"/>
          </a:xfrm>
          <a:prstGeom prst="rect">
            <a:avLst/>
          </a:prstGeom>
          <a:solidFill>
            <a:srgbClr val="CADBEE"/>
          </a:solidFill>
          <a:ln w="12700">
            <a:noFill/>
            <a:miter lim="800000"/>
            <a:headEnd/>
            <a:tailEnd/>
          </a:ln>
          <a:effectLst>
            <a:outerShdw dist="17961" dir="2700000" algn="ctr" rotWithShape="0">
              <a:srgbClr val="4D4D4D"/>
            </a:outerShdw>
          </a:effectLst>
        </p:spPr>
        <p:txBody>
          <a:bodyPr wrap="none" lIns="90000" tIns="46800" rIns="90000" bIns="46800" anchor="ctr"/>
          <a:lstStyle/>
          <a:p>
            <a:pPr marL="185738" fontAlgn="t">
              <a:defRPr/>
            </a:pPr>
            <a:endParaRPr lang="en-US" altLang="ko-KR" sz="2000">
              <a:effectLst>
                <a:outerShdw blurRad="38100" dist="38100" dir="2700000" algn="tl">
                  <a:srgbClr val="FFFFFF"/>
                </a:outerShdw>
              </a:effectLst>
              <a:latin typeface="微软雅黑" pitchFamily="34" charset="-122"/>
              <a:ea typeface="微软雅黑" pitchFamily="34" charset="-122"/>
            </a:endParaRPr>
          </a:p>
        </p:txBody>
      </p:sp>
      <p:sp>
        <p:nvSpPr>
          <p:cNvPr id="22" name="Rectangle 5">
            <a:extLst>
              <a:ext uri="{FF2B5EF4-FFF2-40B4-BE49-F238E27FC236}">
                <a16:creationId xmlns:a16="http://schemas.microsoft.com/office/drawing/2014/main" id="{CA73D532-7ABA-46E4-B9D0-923140551B93}"/>
              </a:ext>
            </a:extLst>
          </p:cNvPr>
          <p:cNvSpPr>
            <a:spLocks noChangeArrowheads="1"/>
          </p:cNvSpPr>
          <p:nvPr/>
        </p:nvSpPr>
        <p:spPr bwMode="auto">
          <a:xfrm>
            <a:off x="3309938" y="2563814"/>
            <a:ext cx="565150" cy="865187"/>
          </a:xfrm>
          <a:prstGeom prst="rect">
            <a:avLst/>
          </a:prstGeom>
          <a:solidFill>
            <a:srgbClr val="2A5380"/>
          </a:solidFill>
          <a:ln w="12700">
            <a:noFill/>
            <a:miter lim="800000"/>
            <a:headEnd/>
            <a:tailEnd/>
          </a:ln>
          <a:effectLst>
            <a:outerShdw dist="17961" dir="2700000" algn="ctr" rotWithShape="0">
              <a:srgbClr val="4D4D4D"/>
            </a:outerShdw>
          </a:effectLst>
        </p:spPr>
        <p:txBody>
          <a:bodyPr wrap="none" lIns="90000" tIns="46800" rIns="90000" bIns="46800" anchor="ctr"/>
          <a:lstStyle/>
          <a:p>
            <a:pPr fontAlgn="t">
              <a:defRPr/>
            </a:pPr>
            <a:r>
              <a:rPr lang="zh-CN" altLang="en-US" sz="2000" b="1" dirty="0">
                <a:solidFill>
                  <a:schemeClr val="bg1"/>
                </a:solidFill>
                <a:effectLst>
                  <a:outerShdw blurRad="38100" dist="38100" dir="2700000" algn="tl">
                    <a:srgbClr val="000000"/>
                  </a:outerShdw>
                </a:effectLst>
                <a:latin typeface="微软雅黑" pitchFamily="34" charset="-122"/>
                <a:ea typeface="微软雅黑" pitchFamily="34" charset="-122"/>
              </a:rPr>
              <a:t>二</a:t>
            </a:r>
            <a:endParaRPr lang="en-US" altLang="ko-KR" sz="2000" b="1" dirty="0">
              <a:solidFill>
                <a:schemeClr val="bg1"/>
              </a:solidFill>
              <a:effectLst>
                <a:outerShdw blurRad="38100" dist="38100" dir="2700000" algn="tl">
                  <a:srgbClr val="000000"/>
                </a:outerShdw>
              </a:effectLst>
              <a:latin typeface="微软雅黑" pitchFamily="34" charset="-122"/>
              <a:ea typeface="微软雅黑" pitchFamily="34" charset="-122"/>
            </a:endParaRPr>
          </a:p>
        </p:txBody>
      </p:sp>
      <p:sp>
        <p:nvSpPr>
          <p:cNvPr id="23" name="Rectangle 6">
            <a:extLst>
              <a:ext uri="{FF2B5EF4-FFF2-40B4-BE49-F238E27FC236}">
                <a16:creationId xmlns:a16="http://schemas.microsoft.com/office/drawing/2014/main" id="{7F3173D7-55EB-4EF4-8745-BA6A926CEF46}"/>
              </a:ext>
            </a:extLst>
          </p:cNvPr>
          <p:cNvSpPr>
            <a:spLocks noChangeArrowheads="1"/>
          </p:cNvSpPr>
          <p:nvPr/>
        </p:nvSpPr>
        <p:spPr bwMode="auto">
          <a:xfrm>
            <a:off x="3792538" y="2563814"/>
            <a:ext cx="4629150" cy="865187"/>
          </a:xfrm>
          <a:prstGeom prst="rect">
            <a:avLst/>
          </a:prstGeom>
          <a:solidFill>
            <a:srgbClr val="CADBEE"/>
          </a:solidFill>
          <a:ln w="12700">
            <a:noFill/>
            <a:miter lim="800000"/>
            <a:headEnd/>
            <a:tailEnd/>
          </a:ln>
          <a:effectLst>
            <a:outerShdw dist="17961" dir="2700000" algn="ctr" rotWithShape="0">
              <a:srgbClr val="4D4D4D"/>
            </a:outerShdw>
          </a:effectLst>
        </p:spPr>
        <p:txBody>
          <a:bodyPr wrap="none" lIns="90000" tIns="46800" rIns="90000" bIns="46800" anchor="ctr"/>
          <a:lstStyle/>
          <a:p>
            <a:pPr marL="185738" fontAlgn="t">
              <a:defRPr/>
            </a:pPr>
            <a:endParaRPr lang="en-US" altLang="ko-KR" sz="2000" b="1">
              <a:solidFill>
                <a:srgbClr val="006699"/>
              </a:solidFill>
              <a:effectLst>
                <a:outerShdw blurRad="38100" dist="38100" dir="2700000" algn="tl">
                  <a:srgbClr val="000000"/>
                </a:outerShdw>
              </a:effectLst>
              <a:latin typeface="微软雅黑" pitchFamily="34" charset="-122"/>
              <a:ea typeface="微软雅黑" pitchFamily="34" charset="-122"/>
            </a:endParaRPr>
          </a:p>
        </p:txBody>
      </p:sp>
      <p:sp>
        <p:nvSpPr>
          <p:cNvPr id="24" name="Rectangle 7">
            <a:extLst>
              <a:ext uri="{FF2B5EF4-FFF2-40B4-BE49-F238E27FC236}">
                <a16:creationId xmlns:a16="http://schemas.microsoft.com/office/drawing/2014/main" id="{EA771806-B78F-4D73-9EBA-44C41FB26EAD}"/>
              </a:ext>
            </a:extLst>
          </p:cNvPr>
          <p:cNvSpPr>
            <a:spLocks noChangeArrowheads="1"/>
          </p:cNvSpPr>
          <p:nvPr/>
        </p:nvSpPr>
        <p:spPr bwMode="auto">
          <a:xfrm>
            <a:off x="3309939" y="3524250"/>
            <a:ext cx="566737" cy="865188"/>
          </a:xfrm>
          <a:prstGeom prst="rect">
            <a:avLst/>
          </a:prstGeom>
          <a:solidFill>
            <a:srgbClr val="2A5380"/>
          </a:solidFill>
          <a:ln w="12700">
            <a:noFill/>
            <a:miter lim="800000"/>
            <a:headEnd/>
            <a:tailEnd/>
          </a:ln>
          <a:effectLst>
            <a:outerShdw dist="17961" dir="2700000" algn="ctr" rotWithShape="0">
              <a:srgbClr val="4D4D4D"/>
            </a:outerShdw>
          </a:effectLst>
        </p:spPr>
        <p:txBody>
          <a:bodyPr wrap="none" lIns="90000" tIns="46800" rIns="90000" bIns="46800" anchor="ctr"/>
          <a:lstStyle/>
          <a:p>
            <a:pPr fontAlgn="t">
              <a:defRPr/>
            </a:pPr>
            <a:r>
              <a:rPr lang="zh-CN" altLang="en-US" sz="2000" b="1" dirty="0">
                <a:solidFill>
                  <a:schemeClr val="bg1"/>
                </a:solidFill>
                <a:effectLst>
                  <a:outerShdw blurRad="38100" dist="38100" dir="2700000" algn="tl">
                    <a:srgbClr val="000000"/>
                  </a:outerShdw>
                </a:effectLst>
                <a:latin typeface="微软雅黑" pitchFamily="34" charset="-122"/>
                <a:ea typeface="微软雅黑" pitchFamily="34" charset="-122"/>
              </a:rPr>
              <a:t>三</a:t>
            </a:r>
            <a:endParaRPr lang="en-US" altLang="ko-KR" sz="2000" b="1" dirty="0">
              <a:solidFill>
                <a:schemeClr val="bg1"/>
              </a:solidFill>
              <a:effectLst>
                <a:outerShdw blurRad="38100" dist="38100" dir="2700000" algn="tl">
                  <a:srgbClr val="000000"/>
                </a:outerShdw>
              </a:effectLst>
              <a:latin typeface="微软雅黑" pitchFamily="34" charset="-122"/>
              <a:ea typeface="微软雅黑" pitchFamily="34" charset="-122"/>
            </a:endParaRPr>
          </a:p>
        </p:txBody>
      </p:sp>
      <p:sp>
        <p:nvSpPr>
          <p:cNvPr id="24585" name="Rectangle 8">
            <a:extLst>
              <a:ext uri="{FF2B5EF4-FFF2-40B4-BE49-F238E27FC236}">
                <a16:creationId xmlns:a16="http://schemas.microsoft.com/office/drawing/2014/main" id="{E5B34615-7B7C-C274-5249-95E720096F2F}"/>
              </a:ext>
            </a:extLst>
          </p:cNvPr>
          <p:cNvSpPr>
            <a:spLocks noChangeArrowheads="1"/>
          </p:cNvSpPr>
          <p:nvPr/>
        </p:nvSpPr>
        <p:spPr bwMode="auto">
          <a:xfrm>
            <a:off x="3794125" y="3524250"/>
            <a:ext cx="4629150" cy="865188"/>
          </a:xfrm>
          <a:prstGeom prst="rect">
            <a:avLst/>
          </a:prstGeom>
          <a:solidFill>
            <a:srgbClr val="CADBEE"/>
          </a:solidFill>
          <a:ln>
            <a:noFill/>
          </a:ln>
          <a:effectLst>
            <a:outerShdw dist="17961" dir="2700000" algn="ctr" rotWithShape="0">
              <a:srgbClr val="4D4D4D"/>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nchor="ctr"/>
          <a:lstStyle>
            <a:lvl1pPr marL="185738">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fontAlgn="t">
              <a:spcBef>
                <a:spcPct val="0"/>
              </a:spcBef>
              <a:buClrTx/>
              <a:buSzTx/>
              <a:buFontTx/>
              <a:buNone/>
            </a:pPr>
            <a:endParaRPr lang="en-US" altLang="ko-KR" sz="2000" b="1">
              <a:solidFill>
                <a:srgbClr val="006699"/>
              </a:solidFill>
              <a:latin typeface="微软雅黑" panose="020B0503020204020204" pitchFamily="34" charset="-122"/>
              <a:ea typeface="微软雅黑" panose="020B0503020204020204" pitchFamily="34" charset="-122"/>
            </a:endParaRPr>
          </a:p>
        </p:txBody>
      </p:sp>
      <p:sp>
        <p:nvSpPr>
          <p:cNvPr id="26" name="Rectangle 9">
            <a:extLst>
              <a:ext uri="{FF2B5EF4-FFF2-40B4-BE49-F238E27FC236}">
                <a16:creationId xmlns:a16="http://schemas.microsoft.com/office/drawing/2014/main" id="{C2D4214D-6161-4262-B85B-1C21518587C3}"/>
              </a:ext>
            </a:extLst>
          </p:cNvPr>
          <p:cNvSpPr>
            <a:spLocks noChangeArrowheads="1"/>
          </p:cNvSpPr>
          <p:nvPr/>
        </p:nvSpPr>
        <p:spPr bwMode="auto">
          <a:xfrm>
            <a:off x="3309939" y="4484689"/>
            <a:ext cx="566737" cy="866775"/>
          </a:xfrm>
          <a:prstGeom prst="rect">
            <a:avLst/>
          </a:prstGeom>
          <a:solidFill>
            <a:srgbClr val="2A5380"/>
          </a:solidFill>
          <a:ln w="12700">
            <a:noFill/>
            <a:miter lim="800000"/>
            <a:headEnd/>
            <a:tailEnd/>
          </a:ln>
          <a:effectLst>
            <a:outerShdw dist="17961" dir="2700000" algn="ctr" rotWithShape="0">
              <a:srgbClr val="4D4D4D"/>
            </a:outerShdw>
          </a:effectLst>
        </p:spPr>
        <p:txBody>
          <a:bodyPr wrap="none" lIns="90000" tIns="46800" rIns="90000" bIns="46800" anchor="ctr"/>
          <a:lstStyle/>
          <a:p>
            <a:pPr fontAlgn="t">
              <a:defRPr/>
            </a:pPr>
            <a:r>
              <a:rPr lang="zh-CN" altLang="en-US" sz="2000" b="1" dirty="0">
                <a:solidFill>
                  <a:schemeClr val="bg1"/>
                </a:solidFill>
                <a:effectLst>
                  <a:outerShdw blurRad="38100" dist="38100" dir="2700000" algn="tl">
                    <a:srgbClr val="000000"/>
                  </a:outerShdw>
                </a:effectLst>
                <a:latin typeface="微软雅黑" pitchFamily="34" charset="-122"/>
                <a:ea typeface="微软雅黑" pitchFamily="34" charset="-122"/>
              </a:rPr>
              <a:t>四</a:t>
            </a:r>
            <a:endParaRPr lang="en-US" altLang="ko-KR" sz="2000" b="1" dirty="0">
              <a:solidFill>
                <a:schemeClr val="bg1"/>
              </a:solidFill>
              <a:effectLst>
                <a:outerShdw blurRad="38100" dist="38100" dir="2700000" algn="tl">
                  <a:srgbClr val="000000"/>
                </a:outerShdw>
              </a:effectLst>
              <a:latin typeface="微软雅黑" pitchFamily="34" charset="-122"/>
              <a:ea typeface="微软雅黑" pitchFamily="34" charset="-122"/>
            </a:endParaRPr>
          </a:p>
        </p:txBody>
      </p:sp>
      <p:sp>
        <p:nvSpPr>
          <p:cNvPr id="24587" name="Rectangle 10">
            <a:extLst>
              <a:ext uri="{FF2B5EF4-FFF2-40B4-BE49-F238E27FC236}">
                <a16:creationId xmlns:a16="http://schemas.microsoft.com/office/drawing/2014/main" id="{1C613736-A3E8-7D87-19C8-86257FA4547C}"/>
              </a:ext>
            </a:extLst>
          </p:cNvPr>
          <p:cNvSpPr>
            <a:spLocks noChangeArrowheads="1"/>
          </p:cNvSpPr>
          <p:nvPr/>
        </p:nvSpPr>
        <p:spPr bwMode="auto">
          <a:xfrm>
            <a:off x="3794125" y="4484689"/>
            <a:ext cx="4629150" cy="866775"/>
          </a:xfrm>
          <a:prstGeom prst="rect">
            <a:avLst/>
          </a:prstGeom>
          <a:solidFill>
            <a:srgbClr val="CADBEE"/>
          </a:solidFill>
          <a:ln>
            <a:noFill/>
          </a:ln>
          <a:effectLst>
            <a:outerShdw dist="17961" dir="2700000" algn="ctr" rotWithShape="0">
              <a:srgbClr val="4D4D4D"/>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nchor="ctr"/>
          <a:lstStyle>
            <a:lvl1pPr marL="185738">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fontAlgn="t">
              <a:spcBef>
                <a:spcPct val="0"/>
              </a:spcBef>
              <a:buClrTx/>
              <a:buSzTx/>
              <a:buFontTx/>
              <a:buNone/>
            </a:pPr>
            <a:endParaRPr lang="en-US" altLang="ko-KR" sz="2000" b="1">
              <a:solidFill>
                <a:srgbClr val="006699"/>
              </a:solidFill>
              <a:latin typeface="微软雅黑" panose="020B0503020204020204" pitchFamily="34" charset="-122"/>
              <a:ea typeface="微软雅黑" panose="020B0503020204020204" pitchFamily="34" charset="-122"/>
            </a:endParaRPr>
          </a:p>
        </p:txBody>
      </p:sp>
      <p:sp>
        <p:nvSpPr>
          <p:cNvPr id="24588" name="AutoShape 11">
            <a:extLst>
              <a:ext uri="{FF2B5EF4-FFF2-40B4-BE49-F238E27FC236}">
                <a16:creationId xmlns:a16="http://schemas.microsoft.com/office/drawing/2014/main" id="{7183CC65-436B-07B2-68DF-E07DB0F6B696}"/>
              </a:ext>
            </a:extLst>
          </p:cNvPr>
          <p:cNvSpPr>
            <a:spLocks noChangeArrowheads="1"/>
          </p:cNvSpPr>
          <p:nvPr/>
        </p:nvSpPr>
        <p:spPr bwMode="gray">
          <a:xfrm>
            <a:off x="3814764" y="1701800"/>
            <a:ext cx="4391025" cy="6223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latinLnBrk="1" hangingPunct="1">
              <a:spcBef>
                <a:spcPct val="0"/>
              </a:spcBef>
              <a:buClrTx/>
              <a:buSzTx/>
              <a:buFontTx/>
              <a:buNone/>
            </a:pPr>
            <a:r>
              <a:rPr lang="zh-CN" altLang="en-US" sz="2000" b="1">
                <a:solidFill>
                  <a:srgbClr val="003366"/>
                </a:solidFill>
                <a:latin typeface="微软雅黑" panose="020B0503020204020204" pitchFamily="34" charset="-122"/>
                <a:ea typeface="微软雅黑" panose="020B0503020204020204" pitchFamily="34" charset="-122"/>
              </a:rPr>
              <a:t>项目与软件项目</a:t>
            </a:r>
            <a:endParaRPr lang="ko-KR" altLang="en-US" sz="2000" b="1">
              <a:solidFill>
                <a:srgbClr val="003366"/>
              </a:solidFill>
              <a:latin typeface="微软雅黑" panose="020B0503020204020204" pitchFamily="34" charset="-122"/>
              <a:ea typeface="微软雅黑" panose="020B0503020204020204" pitchFamily="34" charset="-122"/>
            </a:endParaRPr>
          </a:p>
        </p:txBody>
      </p:sp>
      <p:sp>
        <p:nvSpPr>
          <p:cNvPr id="15373" name="AutoShape 12">
            <a:extLst>
              <a:ext uri="{FF2B5EF4-FFF2-40B4-BE49-F238E27FC236}">
                <a16:creationId xmlns:a16="http://schemas.microsoft.com/office/drawing/2014/main" id="{E688AC78-DAB6-2059-3D2B-16109C5C71D2}"/>
              </a:ext>
            </a:extLst>
          </p:cNvPr>
          <p:cNvSpPr>
            <a:spLocks noChangeArrowheads="1"/>
          </p:cNvSpPr>
          <p:nvPr/>
        </p:nvSpPr>
        <p:spPr bwMode="gray">
          <a:xfrm>
            <a:off x="3814764" y="2660650"/>
            <a:ext cx="4391025" cy="6223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latinLnBrk="1" hangingPunct="1">
              <a:spcBef>
                <a:spcPct val="0"/>
              </a:spcBef>
              <a:buClrTx/>
              <a:buSzTx/>
              <a:buFontTx/>
              <a:buNone/>
            </a:pPr>
            <a:r>
              <a:rPr lang="zh-CN" altLang="en-US" sz="2000" b="1">
                <a:solidFill>
                  <a:srgbClr val="003366"/>
                </a:solidFill>
                <a:latin typeface="微软雅黑" panose="020B0503020204020204" pitchFamily="34" charset="-122"/>
                <a:ea typeface="微软雅黑" panose="020B0503020204020204" pitchFamily="34" charset="-122"/>
              </a:rPr>
              <a:t>项目管理与软件项目管理 </a:t>
            </a:r>
            <a:endParaRPr lang="ko-KR" altLang="en-US" sz="2000" b="1">
              <a:solidFill>
                <a:srgbClr val="003366"/>
              </a:solidFill>
              <a:latin typeface="微软雅黑" panose="020B0503020204020204" pitchFamily="34" charset="-122"/>
              <a:ea typeface="微软雅黑" panose="020B0503020204020204" pitchFamily="34" charset="-122"/>
            </a:endParaRPr>
          </a:p>
        </p:txBody>
      </p:sp>
      <p:sp>
        <p:nvSpPr>
          <p:cNvPr id="24590" name="AutoShape 13">
            <a:extLst>
              <a:ext uri="{FF2B5EF4-FFF2-40B4-BE49-F238E27FC236}">
                <a16:creationId xmlns:a16="http://schemas.microsoft.com/office/drawing/2014/main" id="{C9D6CC9D-0130-E539-1AD9-D2F49637F0FF}"/>
              </a:ext>
            </a:extLst>
          </p:cNvPr>
          <p:cNvSpPr>
            <a:spLocks noChangeArrowheads="1"/>
          </p:cNvSpPr>
          <p:nvPr/>
        </p:nvSpPr>
        <p:spPr bwMode="gray">
          <a:xfrm>
            <a:off x="3884614" y="3621088"/>
            <a:ext cx="4321175" cy="6223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latinLnBrk="1" hangingPunct="1">
              <a:spcBef>
                <a:spcPct val="0"/>
              </a:spcBef>
              <a:buClrTx/>
              <a:buSzTx/>
              <a:buFontTx/>
              <a:buNone/>
            </a:pPr>
            <a:r>
              <a:rPr lang="en-US" altLang="zh-CN" sz="2000" b="1">
                <a:solidFill>
                  <a:srgbClr val="003366"/>
                </a:solidFill>
                <a:latin typeface="微软雅黑" panose="020B0503020204020204" pitchFamily="34" charset="-122"/>
                <a:ea typeface="微软雅黑" panose="020B0503020204020204" pitchFamily="34" charset="-122"/>
              </a:rPr>
              <a:t>PMBOK</a:t>
            </a:r>
            <a:r>
              <a:rPr lang="zh-CN" altLang="en-US" sz="2000" b="1">
                <a:solidFill>
                  <a:srgbClr val="003366"/>
                </a:solidFill>
                <a:latin typeface="微软雅黑" panose="020B0503020204020204" pitchFamily="34" charset="-122"/>
                <a:ea typeface="微软雅黑" panose="020B0503020204020204" pitchFamily="34" charset="-122"/>
              </a:rPr>
              <a:t>与软件项目管理体系</a:t>
            </a:r>
            <a:endParaRPr lang="ko-KR" altLang="en-US" sz="2000" b="1">
              <a:solidFill>
                <a:srgbClr val="003366"/>
              </a:solidFill>
              <a:latin typeface="微软雅黑" panose="020B0503020204020204" pitchFamily="34" charset="-122"/>
              <a:ea typeface="微软雅黑" panose="020B0503020204020204" pitchFamily="34" charset="-122"/>
            </a:endParaRPr>
          </a:p>
        </p:txBody>
      </p:sp>
      <p:sp>
        <p:nvSpPr>
          <p:cNvPr id="24591" name="AutoShape 14">
            <a:extLst>
              <a:ext uri="{FF2B5EF4-FFF2-40B4-BE49-F238E27FC236}">
                <a16:creationId xmlns:a16="http://schemas.microsoft.com/office/drawing/2014/main" id="{AE55069A-0240-CE42-4672-BD51337485D9}"/>
              </a:ext>
            </a:extLst>
          </p:cNvPr>
          <p:cNvSpPr>
            <a:spLocks noChangeArrowheads="1"/>
          </p:cNvSpPr>
          <p:nvPr/>
        </p:nvSpPr>
        <p:spPr bwMode="gray">
          <a:xfrm>
            <a:off x="3886200" y="4579938"/>
            <a:ext cx="4032250" cy="6223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latinLnBrk="1" hangingPunct="1">
              <a:spcBef>
                <a:spcPct val="0"/>
              </a:spcBef>
              <a:buClrTx/>
              <a:buSzTx/>
              <a:buFontTx/>
              <a:buNone/>
            </a:pPr>
            <a:r>
              <a:rPr lang="zh-CN" altLang="en-US" sz="2000" b="1">
                <a:solidFill>
                  <a:srgbClr val="003366"/>
                </a:solidFill>
                <a:latin typeface="微软雅黑" panose="020B0503020204020204" pitchFamily="34" charset="-122"/>
                <a:ea typeface="微软雅黑" panose="020B0503020204020204" pitchFamily="34" charset="-122"/>
              </a:rPr>
              <a:t>敏捷项目管理</a:t>
            </a:r>
            <a:endParaRPr lang="ko-KR" altLang="en-US" sz="2000" b="1">
              <a:solidFill>
                <a:srgbClr val="003366"/>
              </a:solidFill>
              <a:latin typeface="微软雅黑" panose="020B0503020204020204" pitchFamily="34" charset="-122"/>
              <a:ea typeface="微软雅黑" panose="020B0503020204020204" pitchFamily="34" charset="-122"/>
            </a:endParaRPr>
          </a:p>
        </p:txBody>
      </p:sp>
      <p:sp>
        <p:nvSpPr>
          <p:cNvPr id="35" name="Rectangle 9">
            <a:extLst>
              <a:ext uri="{FF2B5EF4-FFF2-40B4-BE49-F238E27FC236}">
                <a16:creationId xmlns:a16="http://schemas.microsoft.com/office/drawing/2014/main" id="{559B3904-7624-4740-B06B-3A1D1ECC79BF}"/>
              </a:ext>
            </a:extLst>
          </p:cNvPr>
          <p:cNvSpPr>
            <a:spLocks noChangeArrowheads="1"/>
          </p:cNvSpPr>
          <p:nvPr/>
        </p:nvSpPr>
        <p:spPr bwMode="auto">
          <a:xfrm>
            <a:off x="3309939" y="5446714"/>
            <a:ext cx="566737" cy="865187"/>
          </a:xfrm>
          <a:prstGeom prst="rect">
            <a:avLst/>
          </a:prstGeom>
          <a:solidFill>
            <a:srgbClr val="2A5380"/>
          </a:solidFill>
          <a:ln w="12700">
            <a:noFill/>
            <a:miter lim="800000"/>
            <a:headEnd/>
            <a:tailEnd/>
          </a:ln>
          <a:effectLst>
            <a:outerShdw dist="17961" dir="2700000" algn="ctr" rotWithShape="0">
              <a:srgbClr val="4D4D4D"/>
            </a:outerShdw>
          </a:effectLst>
        </p:spPr>
        <p:txBody>
          <a:bodyPr wrap="none" lIns="90000" tIns="46800" rIns="90000" bIns="46800" anchor="ctr"/>
          <a:lstStyle/>
          <a:p>
            <a:pPr fontAlgn="t">
              <a:defRPr/>
            </a:pPr>
            <a:r>
              <a:rPr lang="zh-CN" altLang="en-US" sz="2000" b="1" dirty="0">
                <a:solidFill>
                  <a:schemeClr val="bg1"/>
                </a:solidFill>
                <a:effectLst>
                  <a:outerShdw blurRad="38100" dist="38100" dir="2700000" algn="tl">
                    <a:srgbClr val="000000"/>
                  </a:outerShdw>
                </a:effectLst>
                <a:latin typeface="微软雅黑" pitchFamily="34" charset="-122"/>
                <a:ea typeface="微软雅黑" pitchFamily="34" charset="-122"/>
              </a:rPr>
              <a:t>五</a:t>
            </a:r>
            <a:endParaRPr lang="en-US" altLang="ko-KR" sz="2000" b="1" dirty="0">
              <a:solidFill>
                <a:schemeClr val="bg1"/>
              </a:solidFill>
              <a:effectLst>
                <a:outerShdw blurRad="38100" dist="38100" dir="2700000" algn="tl">
                  <a:srgbClr val="000000"/>
                </a:outerShdw>
              </a:effectLst>
              <a:latin typeface="微软雅黑" pitchFamily="34" charset="-122"/>
              <a:ea typeface="微软雅黑" pitchFamily="34" charset="-122"/>
            </a:endParaRPr>
          </a:p>
        </p:txBody>
      </p:sp>
      <p:sp>
        <p:nvSpPr>
          <p:cNvPr id="24593" name="Rectangle 10">
            <a:extLst>
              <a:ext uri="{FF2B5EF4-FFF2-40B4-BE49-F238E27FC236}">
                <a16:creationId xmlns:a16="http://schemas.microsoft.com/office/drawing/2014/main" id="{58509B10-08DC-477C-6799-3EBB2707D387}"/>
              </a:ext>
            </a:extLst>
          </p:cNvPr>
          <p:cNvSpPr>
            <a:spLocks noChangeArrowheads="1"/>
          </p:cNvSpPr>
          <p:nvPr/>
        </p:nvSpPr>
        <p:spPr bwMode="auto">
          <a:xfrm>
            <a:off x="3794125" y="5446714"/>
            <a:ext cx="4629150" cy="865187"/>
          </a:xfrm>
          <a:prstGeom prst="rect">
            <a:avLst/>
          </a:prstGeom>
          <a:solidFill>
            <a:srgbClr val="CADBEE"/>
          </a:solidFill>
          <a:ln>
            <a:noFill/>
          </a:ln>
          <a:effectLst>
            <a:outerShdw dist="17961" dir="2700000" algn="ctr" rotWithShape="0">
              <a:srgbClr val="4D4D4D"/>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nchor="ctr"/>
          <a:lstStyle>
            <a:lvl1pPr marL="185738">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fontAlgn="t">
              <a:spcBef>
                <a:spcPct val="0"/>
              </a:spcBef>
              <a:buClrTx/>
              <a:buSzTx/>
              <a:buFontTx/>
              <a:buNone/>
            </a:pPr>
            <a:endParaRPr lang="en-US" altLang="ko-KR" sz="2000" b="1">
              <a:solidFill>
                <a:srgbClr val="006699"/>
              </a:solidFill>
              <a:latin typeface="微软雅黑" panose="020B0503020204020204" pitchFamily="34" charset="-122"/>
              <a:ea typeface="微软雅黑" panose="020B0503020204020204" pitchFamily="34" charset="-122"/>
            </a:endParaRPr>
          </a:p>
        </p:txBody>
      </p:sp>
      <p:sp>
        <p:nvSpPr>
          <p:cNvPr id="24594" name="AutoShape 14">
            <a:extLst>
              <a:ext uri="{FF2B5EF4-FFF2-40B4-BE49-F238E27FC236}">
                <a16:creationId xmlns:a16="http://schemas.microsoft.com/office/drawing/2014/main" id="{E15D976C-AA67-E847-A482-FE7672D1628B}"/>
              </a:ext>
            </a:extLst>
          </p:cNvPr>
          <p:cNvSpPr>
            <a:spLocks noChangeArrowheads="1"/>
          </p:cNvSpPr>
          <p:nvPr/>
        </p:nvSpPr>
        <p:spPr bwMode="gray">
          <a:xfrm>
            <a:off x="3886200" y="5541963"/>
            <a:ext cx="4032250" cy="6223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latinLnBrk="1" hangingPunct="1">
              <a:spcBef>
                <a:spcPct val="0"/>
              </a:spcBef>
              <a:buClrTx/>
              <a:buSzTx/>
              <a:buFontTx/>
              <a:buNone/>
            </a:pPr>
            <a:r>
              <a:rPr lang="zh-CN" altLang="en-US" sz="2000" b="1">
                <a:solidFill>
                  <a:srgbClr val="003366"/>
                </a:solidFill>
                <a:latin typeface="微软雅黑" panose="020B0503020204020204" pitchFamily="34" charset="-122"/>
                <a:ea typeface="微软雅黑" panose="020B0503020204020204" pitchFamily="34" charset="-122"/>
              </a:rPr>
              <a:t>软件项目管理过程</a:t>
            </a:r>
            <a:endParaRPr lang="ko-KR" altLang="en-US" sz="2000" b="1">
              <a:solidFill>
                <a:srgbClr val="003366"/>
              </a:solidFill>
              <a:latin typeface="微软雅黑" panose="020B0503020204020204" pitchFamily="34" charset="-122"/>
              <a:ea typeface="Gulim" panose="020B0600000101010101" pitchFamily="34" charset="-127"/>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mph" presetSubtype="2" fill="hold" nodeType="clickEffect">
                                  <p:stCondLst>
                                    <p:cond delay="0"/>
                                  </p:stCondLst>
                                  <p:childTnLst>
                                    <p:animClr clrSpc="rgb" dir="cw">
                                      <p:cBhvr override="childStyle">
                                        <p:cTn id="6" dur="2000" fill="hold"/>
                                        <p:tgtEl>
                                          <p:spTgt spid="15373">
                                            <p:txEl>
                                              <p:pRg st="0" end="0"/>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C43B2845-B977-AA8C-09D4-BAF39BEA5881}"/>
              </a:ext>
            </a:extLst>
          </p:cNvPr>
          <p:cNvSpPr>
            <a:spLocks noGrp="1"/>
          </p:cNvSpPr>
          <p:nvPr>
            <p:ph type="title"/>
          </p:nvPr>
        </p:nvSpPr>
        <p:spPr/>
        <p:txBody>
          <a:bodyPr/>
          <a:lstStyle/>
          <a:p>
            <a:r>
              <a:rPr lang="zh-CN" altLang="en-US" dirty="0"/>
              <a:t>项目管理背景</a:t>
            </a:r>
          </a:p>
        </p:txBody>
      </p:sp>
      <p:sp>
        <p:nvSpPr>
          <p:cNvPr id="3" name="内容占位符 2">
            <a:extLst>
              <a:ext uri="{FF2B5EF4-FFF2-40B4-BE49-F238E27FC236}">
                <a16:creationId xmlns:a16="http://schemas.microsoft.com/office/drawing/2014/main" id="{9A932E3F-39A6-27D2-ACCB-8B85B3F6C141}"/>
              </a:ext>
            </a:extLst>
          </p:cNvPr>
          <p:cNvSpPr>
            <a:spLocks noGrp="1"/>
          </p:cNvSpPr>
          <p:nvPr>
            <p:ph sz="quarter" idx="1"/>
          </p:nvPr>
        </p:nvSpPr>
        <p:spPr/>
        <p:txBody>
          <a:bodyPr/>
          <a:lstStyle/>
          <a:p>
            <a:endParaRPr lang="zh-CN" altLang="en-US"/>
          </a:p>
        </p:txBody>
      </p:sp>
      <p:sp>
        <p:nvSpPr>
          <p:cNvPr id="25604" name="灯片编号占位符 3">
            <a:extLst>
              <a:ext uri="{FF2B5EF4-FFF2-40B4-BE49-F238E27FC236}">
                <a16:creationId xmlns:a16="http://schemas.microsoft.com/office/drawing/2014/main" id="{EA15F574-88DE-2689-2EBE-86A4D1821165}"/>
              </a:ext>
            </a:extLst>
          </p:cNvPr>
          <p:cNvSpPr>
            <a:spLocks noGrp="1"/>
          </p:cNvSpPr>
          <p:nvPr>
            <p:ph type="sldNum" sz="quarter" idx="4294967295"/>
          </p:nvPr>
        </p:nvSpPr>
        <p:spPr bwMode="auto">
          <a:xfrm>
            <a:off x="0" y="1271588"/>
            <a:ext cx="711200" cy="244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nSpc>
                <a:spcPct val="80000"/>
              </a:lnSpc>
              <a:spcBef>
                <a:spcPct val="0"/>
              </a:spcBef>
              <a:buClrTx/>
              <a:buSzTx/>
              <a:buFontTx/>
              <a:buNone/>
            </a:pPr>
            <a:fld id="{619177CE-99A2-428C-94B8-DC6E8BDEA3EA}" type="slidenum">
              <a:rPr lang="en-US" altLang="zh-CN" sz="1200">
                <a:solidFill>
                  <a:srgbClr val="FFFFFF"/>
                </a:solidFill>
                <a:latin typeface="Arial Narrow" panose="020B0606020202030204" pitchFamily="34" charset="0"/>
                <a:ea typeface="宋体" panose="02010600030101010101" pitchFamily="2" charset="-122"/>
              </a:rPr>
              <a:pPr>
                <a:lnSpc>
                  <a:spcPct val="80000"/>
                </a:lnSpc>
                <a:spcBef>
                  <a:spcPct val="0"/>
                </a:spcBef>
                <a:buClrTx/>
                <a:buSzTx/>
                <a:buFontTx/>
                <a:buNone/>
              </a:pPr>
              <a:t>12</a:t>
            </a:fld>
            <a:endParaRPr lang="en-US" altLang="zh-CN" sz="1200">
              <a:solidFill>
                <a:srgbClr val="FFFFFF"/>
              </a:solidFill>
              <a:latin typeface="Arial Narrow" panose="020B0606020202030204" pitchFamily="34" charset="0"/>
              <a:ea typeface="宋体" panose="02010600030101010101" pitchFamily="2" charset="-122"/>
            </a:endParaRPr>
          </a:p>
        </p:txBody>
      </p:sp>
      <p:sp>
        <p:nvSpPr>
          <p:cNvPr id="6" name="AutoShape 44">
            <a:extLst>
              <a:ext uri="{FF2B5EF4-FFF2-40B4-BE49-F238E27FC236}">
                <a16:creationId xmlns:a16="http://schemas.microsoft.com/office/drawing/2014/main" id="{DDE46DA1-2A3F-E88D-1653-33BE73E02A97}"/>
              </a:ext>
            </a:extLst>
          </p:cNvPr>
          <p:cNvSpPr>
            <a:spLocks noChangeArrowheads="1"/>
          </p:cNvSpPr>
          <p:nvPr/>
        </p:nvSpPr>
        <p:spPr bwMode="gray">
          <a:xfrm>
            <a:off x="2473325" y="4227514"/>
            <a:ext cx="6935788" cy="1741487"/>
          </a:xfrm>
          <a:prstGeom prst="roundRect">
            <a:avLst>
              <a:gd name="adj" fmla="val 16667"/>
            </a:avLst>
          </a:prstGeom>
          <a:gradFill rotWithShape="1">
            <a:gsLst>
              <a:gs pos="0">
                <a:srgbClr val="F9F9F9"/>
              </a:gs>
              <a:gs pos="100000">
                <a:srgbClr val="EAEAEA"/>
              </a:gs>
            </a:gsLst>
            <a:lin ang="5400000" scaled="1"/>
          </a:gradFill>
          <a:ln w="1905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en-US" sz="4800">
              <a:latin typeface="Arial Narrow" panose="020B0606020202030204" pitchFamily="34" charset="0"/>
              <a:ea typeface="宋体" panose="02010600030101010101" pitchFamily="2" charset="-122"/>
            </a:endParaRPr>
          </a:p>
        </p:txBody>
      </p:sp>
      <p:sp>
        <p:nvSpPr>
          <p:cNvPr id="7" name="AutoShape 45">
            <a:extLst>
              <a:ext uri="{FF2B5EF4-FFF2-40B4-BE49-F238E27FC236}">
                <a16:creationId xmlns:a16="http://schemas.microsoft.com/office/drawing/2014/main" id="{C1CA85F4-C73E-560A-4821-C8D78016FDA7}"/>
              </a:ext>
            </a:extLst>
          </p:cNvPr>
          <p:cNvSpPr>
            <a:spLocks noChangeArrowheads="1"/>
          </p:cNvSpPr>
          <p:nvPr/>
        </p:nvSpPr>
        <p:spPr bwMode="gray">
          <a:xfrm>
            <a:off x="2400300" y="2070100"/>
            <a:ext cx="6935788" cy="1574800"/>
          </a:xfrm>
          <a:prstGeom prst="roundRect">
            <a:avLst>
              <a:gd name="adj" fmla="val 16667"/>
            </a:avLst>
          </a:prstGeom>
          <a:gradFill rotWithShape="1">
            <a:gsLst>
              <a:gs pos="0">
                <a:srgbClr val="F9F9F9"/>
              </a:gs>
              <a:gs pos="100000">
                <a:srgbClr val="EAEAEA"/>
              </a:gs>
            </a:gsLst>
            <a:lin ang="5400000" scaled="1"/>
          </a:gra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en-US" sz="4800">
              <a:latin typeface="Arial Narrow" panose="020B0606020202030204" pitchFamily="34" charset="0"/>
              <a:ea typeface="宋体" panose="02010600030101010101" pitchFamily="2" charset="-122"/>
            </a:endParaRPr>
          </a:p>
        </p:txBody>
      </p:sp>
      <p:grpSp>
        <p:nvGrpSpPr>
          <p:cNvPr id="8" name="Group 46">
            <a:extLst>
              <a:ext uri="{FF2B5EF4-FFF2-40B4-BE49-F238E27FC236}">
                <a16:creationId xmlns:a16="http://schemas.microsoft.com/office/drawing/2014/main" id="{88EBE249-4219-374D-6205-588F0335E537}"/>
              </a:ext>
            </a:extLst>
          </p:cNvPr>
          <p:cNvGrpSpPr>
            <a:grpSpLocks/>
          </p:cNvGrpSpPr>
          <p:nvPr/>
        </p:nvGrpSpPr>
        <p:grpSpPr bwMode="auto">
          <a:xfrm>
            <a:off x="3579813" y="3933825"/>
            <a:ext cx="4686300" cy="617538"/>
            <a:chOff x="720" y="1392"/>
            <a:chExt cx="4058" cy="480"/>
          </a:xfrm>
        </p:grpSpPr>
        <p:sp>
          <p:nvSpPr>
            <p:cNvPr id="9" name="AutoShape 47">
              <a:extLst>
                <a:ext uri="{FF2B5EF4-FFF2-40B4-BE49-F238E27FC236}">
                  <a16:creationId xmlns:a16="http://schemas.microsoft.com/office/drawing/2014/main" id="{827053E9-AE34-4BAF-84CC-984151FA5E8E}"/>
                </a:ext>
              </a:extLst>
            </p:cNvPr>
            <p:cNvSpPr>
              <a:spLocks noChangeArrowheads="1"/>
            </p:cNvSpPr>
            <p:nvPr/>
          </p:nvSpPr>
          <p:spPr bwMode="gray">
            <a:xfrm>
              <a:off x="720" y="1392"/>
              <a:ext cx="4058" cy="480"/>
            </a:xfrm>
            <a:prstGeom prst="roundRect">
              <a:avLst>
                <a:gd name="adj" fmla="val 17509"/>
              </a:avLst>
            </a:prstGeom>
            <a:solidFill>
              <a:schemeClr val="tx2">
                <a:lumMod val="40000"/>
                <a:lumOff val="6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ea typeface="华文仿宋" pitchFamily="2" charset="-122"/>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ea typeface="华文仿宋" pitchFamily="2" charset="-122"/>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ea typeface="华文仿宋" pitchFamily="2" charset="-122"/>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ea typeface="华文仿宋" pitchFamily="2" charset="-122"/>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ea typeface="华文仿宋" pitchFamily="2" charset="-122"/>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ea typeface="华文仿宋" pitchFamily="2" charset="-122"/>
                </a:defRPr>
              </a:lvl9pPr>
            </a:lstStyle>
            <a:p>
              <a:pPr eaLnBrk="1" hangingPunct="1">
                <a:spcBef>
                  <a:spcPct val="0"/>
                </a:spcBef>
                <a:buClrTx/>
                <a:buSzTx/>
                <a:buFontTx/>
                <a:buNone/>
                <a:defRPr/>
              </a:pPr>
              <a:endParaRPr lang="zh-CN" altLang="en-US" sz="4800">
                <a:ln>
                  <a:solidFill>
                    <a:schemeClr val="accent1">
                      <a:lumMod val="75000"/>
                    </a:schemeClr>
                  </a:solidFill>
                </a:ln>
                <a:latin typeface="Arial Narrow" pitchFamily="34" charset="0"/>
                <a:ea typeface="宋体" pitchFamily="2" charset="-122"/>
              </a:endParaRPr>
            </a:p>
          </p:txBody>
        </p:sp>
        <p:grpSp>
          <p:nvGrpSpPr>
            <p:cNvPr id="25618" name="Group 48">
              <a:extLst>
                <a:ext uri="{FF2B5EF4-FFF2-40B4-BE49-F238E27FC236}">
                  <a16:creationId xmlns:a16="http://schemas.microsoft.com/office/drawing/2014/main" id="{7BA23F0B-80C7-CD03-0DB8-687091AA83EC}"/>
                </a:ext>
              </a:extLst>
            </p:cNvPr>
            <p:cNvGrpSpPr>
              <a:grpSpLocks/>
            </p:cNvGrpSpPr>
            <p:nvPr/>
          </p:nvGrpSpPr>
          <p:grpSpPr bwMode="auto">
            <a:xfrm>
              <a:off x="730" y="1407"/>
              <a:ext cx="4043" cy="444"/>
              <a:chOff x="744" y="1407"/>
              <a:chExt cx="3988" cy="444"/>
            </a:xfrm>
          </p:grpSpPr>
          <p:sp>
            <p:nvSpPr>
              <p:cNvPr id="11" name="AutoShape 49">
                <a:extLst>
                  <a:ext uri="{FF2B5EF4-FFF2-40B4-BE49-F238E27FC236}">
                    <a16:creationId xmlns:a16="http://schemas.microsoft.com/office/drawing/2014/main" id="{D350CCD3-D3EC-4D63-A687-28046FF9C67C}"/>
                  </a:ext>
                </a:extLst>
              </p:cNvPr>
              <p:cNvSpPr>
                <a:spLocks noChangeArrowheads="1"/>
              </p:cNvSpPr>
              <p:nvPr/>
            </p:nvSpPr>
            <p:spPr bwMode="gray">
              <a:xfrm>
                <a:off x="744" y="1736"/>
                <a:ext cx="3988" cy="115"/>
              </a:xfrm>
              <a:prstGeom prst="roundRect">
                <a:avLst>
                  <a:gd name="adj" fmla="val 50000"/>
                </a:avLst>
              </a:prstGeom>
              <a:gradFill rotWithShape="1">
                <a:gsLst>
                  <a:gs pos="0">
                    <a:schemeClr val="folHlink">
                      <a:alpha val="0"/>
                    </a:schemeClr>
                  </a:gs>
                  <a:gs pos="100000">
                    <a:schemeClr val="folHlink">
                      <a:gamma/>
                      <a:tint val="34902"/>
                      <a:invGamma/>
                    </a:scheme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p>
            </p:txBody>
          </p:sp>
          <p:sp>
            <p:nvSpPr>
              <p:cNvPr id="12" name="AutoShape 50">
                <a:extLst>
                  <a:ext uri="{FF2B5EF4-FFF2-40B4-BE49-F238E27FC236}">
                    <a16:creationId xmlns:a16="http://schemas.microsoft.com/office/drawing/2014/main" id="{91CF7F63-3A34-423D-A60A-D755D34749FD}"/>
                  </a:ext>
                </a:extLst>
              </p:cNvPr>
              <p:cNvSpPr>
                <a:spLocks noChangeArrowheads="1"/>
              </p:cNvSpPr>
              <p:nvPr/>
            </p:nvSpPr>
            <p:spPr bwMode="gray">
              <a:xfrm>
                <a:off x="744" y="1407"/>
                <a:ext cx="3988" cy="115"/>
              </a:xfrm>
              <a:prstGeom prst="roundRect">
                <a:avLst>
                  <a:gd name="adj" fmla="val 50000"/>
                </a:avLst>
              </a:prstGeom>
              <a:gradFill rotWithShape="1">
                <a:gsLst>
                  <a:gs pos="0">
                    <a:schemeClr val="folHlink">
                      <a:gamma/>
                      <a:tint val="38039"/>
                      <a:invGamma/>
                    </a:schemeClr>
                  </a:gs>
                  <a:gs pos="100000">
                    <a:schemeClr val="folHlink">
                      <a:alpha val="0"/>
                    </a:scheme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p>
            </p:txBody>
          </p:sp>
        </p:grpSp>
      </p:grpSp>
      <p:grpSp>
        <p:nvGrpSpPr>
          <p:cNvPr id="13" name="Group 56">
            <a:extLst>
              <a:ext uri="{FF2B5EF4-FFF2-40B4-BE49-F238E27FC236}">
                <a16:creationId xmlns:a16="http://schemas.microsoft.com/office/drawing/2014/main" id="{5ECCA525-7D8D-D106-B7AC-25DC33FADEBC}"/>
              </a:ext>
            </a:extLst>
          </p:cNvPr>
          <p:cNvGrpSpPr>
            <a:grpSpLocks/>
          </p:cNvGrpSpPr>
          <p:nvPr/>
        </p:nvGrpSpPr>
        <p:grpSpPr bwMode="auto">
          <a:xfrm>
            <a:off x="3525838" y="1657351"/>
            <a:ext cx="4686300" cy="708025"/>
            <a:chOff x="720" y="1392"/>
            <a:chExt cx="4058" cy="480"/>
          </a:xfrm>
        </p:grpSpPr>
        <p:sp>
          <p:nvSpPr>
            <p:cNvPr id="25613" name="AutoShape 57">
              <a:extLst>
                <a:ext uri="{FF2B5EF4-FFF2-40B4-BE49-F238E27FC236}">
                  <a16:creationId xmlns:a16="http://schemas.microsoft.com/office/drawing/2014/main" id="{CB223FF0-937A-3442-D8CC-4E308A985E50}"/>
                </a:ext>
              </a:extLst>
            </p:cNvPr>
            <p:cNvSpPr>
              <a:spLocks noChangeArrowheads="1"/>
            </p:cNvSpPr>
            <p:nvPr/>
          </p:nvSpPr>
          <p:spPr bwMode="gray">
            <a:xfrm>
              <a:off x="720" y="1392"/>
              <a:ext cx="4058" cy="480"/>
            </a:xfrm>
            <a:prstGeom prst="roundRect">
              <a:avLst>
                <a:gd name="adj" fmla="val 17509"/>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en-US" sz="4800">
                <a:latin typeface="Arial Narrow" panose="020B0606020202030204" pitchFamily="34" charset="0"/>
                <a:ea typeface="宋体" panose="02010600030101010101" pitchFamily="2" charset="-122"/>
              </a:endParaRPr>
            </a:p>
          </p:txBody>
        </p:sp>
        <p:grpSp>
          <p:nvGrpSpPr>
            <p:cNvPr id="25614" name="Group 58">
              <a:extLst>
                <a:ext uri="{FF2B5EF4-FFF2-40B4-BE49-F238E27FC236}">
                  <a16:creationId xmlns:a16="http://schemas.microsoft.com/office/drawing/2014/main" id="{F898C001-6E7B-B1D6-1550-D9F21D697E00}"/>
                </a:ext>
              </a:extLst>
            </p:cNvPr>
            <p:cNvGrpSpPr>
              <a:grpSpLocks/>
            </p:cNvGrpSpPr>
            <p:nvPr/>
          </p:nvGrpSpPr>
          <p:grpSpPr bwMode="auto">
            <a:xfrm>
              <a:off x="730" y="1407"/>
              <a:ext cx="4043" cy="444"/>
              <a:chOff x="744" y="1407"/>
              <a:chExt cx="3988" cy="444"/>
            </a:xfrm>
          </p:grpSpPr>
          <p:sp>
            <p:nvSpPr>
              <p:cNvPr id="16" name="AutoShape 59">
                <a:extLst>
                  <a:ext uri="{FF2B5EF4-FFF2-40B4-BE49-F238E27FC236}">
                    <a16:creationId xmlns:a16="http://schemas.microsoft.com/office/drawing/2014/main" id="{AABE1384-5E18-452C-A156-068F7CAB402C}"/>
                  </a:ext>
                </a:extLst>
              </p:cNvPr>
              <p:cNvSpPr>
                <a:spLocks noChangeArrowheads="1"/>
              </p:cNvSpPr>
              <p:nvPr/>
            </p:nvSpPr>
            <p:spPr bwMode="gray">
              <a:xfrm>
                <a:off x="744" y="1733"/>
                <a:ext cx="3988" cy="111"/>
              </a:xfrm>
              <a:prstGeom prst="roundRect">
                <a:avLst>
                  <a:gd name="adj" fmla="val 50000"/>
                </a:avLst>
              </a:prstGeom>
              <a:gradFill rotWithShape="1">
                <a:gsLst>
                  <a:gs pos="0">
                    <a:schemeClr val="accent2">
                      <a:alpha val="0"/>
                    </a:schemeClr>
                  </a:gs>
                  <a:gs pos="100000">
                    <a:schemeClr val="accent2">
                      <a:gamma/>
                      <a:tint val="34902"/>
                      <a:invGamma/>
                    </a:scheme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p>
            </p:txBody>
          </p:sp>
          <p:sp>
            <p:nvSpPr>
              <p:cNvPr id="17" name="AutoShape 60">
                <a:extLst>
                  <a:ext uri="{FF2B5EF4-FFF2-40B4-BE49-F238E27FC236}">
                    <a16:creationId xmlns:a16="http://schemas.microsoft.com/office/drawing/2014/main" id="{4661F1E4-3717-488C-9CF5-154AD4F30F99}"/>
                  </a:ext>
                </a:extLst>
              </p:cNvPr>
              <p:cNvSpPr>
                <a:spLocks noChangeArrowheads="1"/>
              </p:cNvSpPr>
              <p:nvPr/>
            </p:nvSpPr>
            <p:spPr bwMode="gray">
              <a:xfrm>
                <a:off x="744" y="1407"/>
                <a:ext cx="3988" cy="115"/>
              </a:xfrm>
              <a:prstGeom prst="roundRect">
                <a:avLst>
                  <a:gd name="adj" fmla="val 50000"/>
                </a:avLst>
              </a:prstGeom>
              <a:gradFill rotWithShape="1">
                <a:gsLst>
                  <a:gs pos="0">
                    <a:schemeClr val="accent2">
                      <a:gamma/>
                      <a:tint val="31765"/>
                      <a:invGamma/>
                    </a:schemeClr>
                  </a:gs>
                  <a:gs pos="100000">
                    <a:schemeClr val="accent2">
                      <a:alpha val="0"/>
                    </a:scheme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p>
            </p:txBody>
          </p:sp>
        </p:grpSp>
      </p:grpSp>
      <p:sp>
        <p:nvSpPr>
          <p:cNvPr id="18" name="Rectangle 61">
            <a:extLst>
              <a:ext uri="{FF2B5EF4-FFF2-40B4-BE49-F238E27FC236}">
                <a16:creationId xmlns:a16="http://schemas.microsoft.com/office/drawing/2014/main" id="{DBDB0FFE-8474-85D1-1F56-8C5635377EB0}"/>
              </a:ext>
            </a:extLst>
          </p:cNvPr>
          <p:cNvSpPr>
            <a:spLocks noChangeArrowheads="1"/>
          </p:cNvSpPr>
          <p:nvPr/>
        </p:nvSpPr>
        <p:spPr bwMode="gray">
          <a:xfrm>
            <a:off x="4862513" y="1831975"/>
            <a:ext cx="197961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50000"/>
              </a:spcBef>
              <a:buClr>
                <a:srgbClr val="1F3F5F"/>
              </a:buClr>
              <a:buSzTx/>
              <a:buFontTx/>
              <a:buNone/>
            </a:pPr>
            <a:r>
              <a:rPr lang="zh-CN" altLang="en-US" sz="2000">
                <a:latin typeface="黑体" panose="02010609060101010101" pitchFamily="49" charset="-122"/>
                <a:ea typeface="黑体" panose="02010609060101010101" pitchFamily="49" charset="-122"/>
              </a:rPr>
              <a:t>生活中的小项目</a:t>
            </a:r>
            <a:endParaRPr lang="en-US" altLang="zh-CN" sz="2000" b="1">
              <a:solidFill>
                <a:srgbClr val="FFFFFF"/>
              </a:solidFill>
              <a:latin typeface="Arial Narrow" panose="020B0606020202030204" pitchFamily="34" charset="0"/>
              <a:ea typeface="宋体" panose="02010600030101010101" pitchFamily="2" charset="-122"/>
              <a:cs typeface="Arial" panose="020B0604020202020204" pitchFamily="34" charset="0"/>
            </a:endParaRPr>
          </a:p>
        </p:txBody>
      </p:sp>
      <p:sp>
        <p:nvSpPr>
          <p:cNvPr id="19" name="Rectangle 62">
            <a:extLst>
              <a:ext uri="{FF2B5EF4-FFF2-40B4-BE49-F238E27FC236}">
                <a16:creationId xmlns:a16="http://schemas.microsoft.com/office/drawing/2014/main" id="{3F341521-EF20-F6D4-7395-2CF40DADCD72}"/>
              </a:ext>
            </a:extLst>
          </p:cNvPr>
          <p:cNvSpPr>
            <a:spLocks noChangeArrowheads="1"/>
          </p:cNvSpPr>
          <p:nvPr/>
        </p:nvSpPr>
        <p:spPr bwMode="gray">
          <a:xfrm>
            <a:off x="4933951" y="4011613"/>
            <a:ext cx="197961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50000"/>
              </a:spcBef>
              <a:buClr>
                <a:srgbClr val="1F3F5F"/>
              </a:buClr>
              <a:buSzTx/>
              <a:buFontTx/>
              <a:buNone/>
            </a:pPr>
            <a:r>
              <a:rPr lang="zh-CN" altLang="en-US" sz="2000">
                <a:latin typeface="黑体" panose="02010609060101010101" pitchFamily="49" charset="-122"/>
                <a:ea typeface="黑体" panose="02010609060101010101" pitchFamily="49" charset="-122"/>
              </a:rPr>
              <a:t>工作中的大项目</a:t>
            </a:r>
            <a:endParaRPr lang="en-US" altLang="zh-CN" sz="2000" b="1">
              <a:solidFill>
                <a:srgbClr val="080808"/>
              </a:solidFill>
              <a:latin typeface="黑体" panose="02010609060101010101" pitchFamily="49" charset="-122"/>
              <a:ea typeface="黑体" panose="02010609060101010101" pitchFamily="49" charset="-122"/>
            </a:endParaRPr>
          </a:p>
        </p:txBody>
      </p:sp>
      <p:sp>
        <p:nvSpPr>
          <p:cNvPr id="20" name="Text Box 64">
            <a:extLst>
              <a:ext uri="{FF2B5EF4-FFF2-40B4-BE49-F238E27FC236}">
                <a16:creationId xmlns:a16="http://schemas.microsoft.com/office/drawing/2014/main" id="{10043CDF-5BCD-0596-B8D6-BDD6A4FDF465}"/>
              </a:ext>
            </a:extLst>
          </p:cNvPr>
          <p:cNvSpPr txBox="1">
            <a:spLocks noChangeArrowheads="1"/>
          </p:cNvSpPr>
          <p:nvPr/>
        </p:nvSpPr>
        <p:spPr bwMode="black">
          <a:xfrm>
            <a:off x="2786064" y="2324100"/>
            <a:ext cx="5184775" cy="1385888"/>
          </a:xfrm>
          <a:prstGeom prst="rect">
            <a:avLst/>
          </a:prstGeom>
          <a:noFill/>
          <a:ln>
            <a:noFill/>
          </a:ln>
          <a:effectLst/>
          <a:extLst>
            <a:ext uri="{909E8E84-426E-40DD-AFC4-6F175D3DCCD1}">
              <a14:hiddenFill xmlns:a14="http://schemas.microsoft.com/office/drawing/2010/main">
                <a:gradFill rotWithShape="1">
                  <a:gsLst>
                    <a:gs pos="0">
                      <a:schemeClr val="accent2"/>
                    </a:gs>
                    <a:gs pos="100000">
                      <a:srgbClr val="E6A177"/>
                    </a:gs>
                  </a:gsLst>
                  <a:lin ang="5400000" scaled="1"/>
                </a:gra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19088" indent="-319088">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lvl="1" eaLnBrk="1" hangingPunct="1">
              <a:buFont typeface="Wingdings" panose="05000000000000000000" pitchFamily="2" charset="2"/>
              <a:buChar char="Ø"/>
            </a:pPr>
            <a:r>
              <a:rPr lang="zh-CN" altLang="en-US" sz="2400" dirty="0">
                <a:latin typeface="微软雅黑 Light" panose="020B0502040204020203" pitchFamily="34" charset="-122"/>
                <a:ea typeface="微软雅黑 Light" panose="020B0502040204020203" pitchFamily="34" charset="-122"/>
              </a:rPr>
              <a:t>生日聚会</a:t>
            </a:r>
          </a:p>
          <a:p>
            <a:pPr lvl="1" eaLnBrk="1" hangingPunct="1">
              <a:buFont typeface="Wingdings" panose="05000000000000000000" pitchFamily="2" charset="2"/>
              <a:buChar char="Ø"/>
            </a:pPr>
            <a:r>
              <a:rPr lang="zh-CN" altLang="en-US" sz="2400" dirty="0">
                <a:latin typeface="微软雅黑 Light" panose="020B0502040204020203" pitchFamily="34" charset="-122"/>
                <a:ea typeface="微软雅黑 Light" panose="020B0502040204020203" pitchFamily="34" charset="-122"/>
              </a:rPr>
              <a:t>野餐活动</a:t>
            </a:r>
          </a:p>
          <a:p>
            <a:pPr lvl="1" eaLnBrk="1" hangingPunct="1">
              <a:buFont typeface="Wingdings" panose="05000000000000000000" pitchFamily="2" charset="2"/>
              <a:buChar char="Ø"/>
            </a:pPr>
            <a:r>
              <a:rPr lang="zh-CN" altLang="en-US" sz="2400" dirty="0">
                <a:latin typeface="微软雅黑 Light" panose="020B0502040204020203" pitchFamily="34" charset="-122"/>
                <a:ea typeface="微软雅黑 Light" panose="020B0502040204020203" pitchFamily="34" charset="-122"/>
              </a:rPr>
              <a:t>集体婚礼</a:t>
            </a:r>
          </a:p>
        </p:txBody>
      </p:sp>
      <p:sp>
        <p:nvSpPr>
          <p:cNvPr id="21" name="Text Box 69">
            <a:extLst>
              <a:ext uri="{FF2B5EF4-FFF2-40B4-BE49-F238E27FC236}">
                <a16:creationId xmlns:a16="http://schemas.microsoft.com/office/drawing/2014/main" id="{BCC8A3C2-2226-62E8-8ADB-A1B47010CFC6}"/>
              </a:ext>
            </a:extLst>
          </p:cNvPr>
          <p:cNvSpPr txBox="1">
            <a:spLocks noChangeArrowheads="1"/>
          </p:cNvSpPr>
          <p:nvPr/>
        </p:nvSpPr>
        <p:spPr bwMode="black">
          <a:xfrm>
            <a:off x="2844801" y="4581525"/>
            <a:ext cx="4176713" cy="1354138"/>
          </a:xfrm>
          <a:prstGeom prst="rect">
            <a:avLst/>
          </a:prstGeom>
          <a:noFill/>
          <a:ln>
            <a:noFill/>
          </a:ln>
          <a:effectLst/>
          <a:extLst>
            <a:ext uri="{909E8E84-426E-40DD-AFC4-6F175D3DCCD1}">
              <a14:hiddenFill xmlns:a14="http://schemas.microsoft.com/office/drawing/2010/main">
                <a:gradFill rotWithShape="1">
                  <a:gsLst>
                    <a:gs pos="0">
                      <a:schemeClr val="accent2"/>
                    </a:gs>
                    <a:gs pos="100000">
                      <a:srgbClr val="E6A177"/>
                    </a:gs>
                  </a:gsLst>
                  <a:lin ang="5400000" scaled="1"/>
                </a:gra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5750" indent="-28575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lvl="1" eaLnBrk="1" hangingPunct="1">
              <a:buFont typeface="Wingdings" panose="05000000000000000000" pitchFamily="2" charset="2"/>
              <a:buChar char="Ø"/>
            </a:pPr>
            <a:r>
              <a:rPr lang="zh-CN" altLang="en-US" sz="2400" dirty="0">
                <a:latin typeface="微软雅黑 Light" panose="020B0502040204020203" pitchFamily="34" charset="-122"/>
                <a:ea typeface="微软雅黑 Light" panose="020B0502040204020203" pitchFamily="34" charset="-122"/>
              </a:rPr>
              <a:t>微软的操作系统</a:t>
            </a:r>
          </a:p>
          <a:p>
            <a:pPr lvl="1" eaLnBrk="1" hangingPunct="1">
              <a:buFont typeface="Wingdings" panose="05000000000000000000" pitchFamily="2" charset="2"/>
              <a:buChar char="Ø"/>
            </a:pPr>
            <a:r>
              <a:rPr lang="zh-CN" altLang="en-US" sz="2400" dirty="0">
                <a:latin typeface="微软雅黑 Light" panose="020B0502040204020203" pitchFamily="34" charset="-122"/>
                <a:ea typeface="微软雅黑 Light" panose="020B0502040204020203" pitchFamily="34" charset="-122"/>
              </a:rPr>
              <a:t>阿波罗计划</a:t>
            </a:r>
          </a:p>
          <a:p>
            <a:pPr lvl="1" eaLnBrk="1" hangingPunct="1">
              <a:buFont typeface="Wingdings" panose="05000000000000000000" pitchFamily="2" charset="2"/>
              <a:buChar char="Ø"/>
            </a:pPr>
            <a:r>
              <a:rPr lang="zh-CN" altLang="en-US" sz="2400" dirty="0">
                <a:latin typeface="微软雅黑 Light" panose="020B0502040204020203" pitchFamily="34" charset="-122"/>
                <a:ea typeface="微软雅黑 Light" panose="020B0502040204020203" pitchFamily="34" charset="-122"/>
              </a:rPr>
              <a:t>神州飞船计划</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ppt_x"/>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 calcmode="lin" valueType="num">
                                      <p:cBhvr additive="base">
                                        <p:cTn id="33" dur="500" fill="hold"/>
                                        <p:tgtEl>
                                          <p:spTgt spid="19"/>
                                        </p:tgtEl>
                                        <p:attrNameLst>
                                          <p:attrName>ppt_x</p:attrName>
                                        </p:attrNameLst>
                                      </p:cBhvr>
                                      <p:tavLst>
                                        <p:tav tm="0">
                                          <p:val>
                                            <p:strVal val="#ppt_x"/>
                                          </p:val>
                                        </p:tav>
                                        <p:tav tm="100000">
                                          <p:val>
                                            <p:strVal val="#ppt_x"/>
                                          </p:val>
                                        </p:tav>
                                      </p:tavLst>
                                    </p:anim>
                                    <p:anim calcmode="lin" valueType="num">
                                      <p:cBhvr additive="base">
                                        <p:cTn id="34" dur="500" fill="hold"/>
                                        <p:tgtEl>
                                          <p:spTgt spid="19"/>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ppt_x"/>
                                          </p:val>
                                        </p:tav>
                                        <p:tav tm="100000">
                                          <p:val>
                                            <p:strVal val="#ppt_x"/>
                                          </p:val>
                                        </p:tav>
                                      </p:tavLst>
                                    </p:anim>
                                    <p:anim calcmode="lin" valueType="num">
                                      <p:cBhvr additive="base">
                                        <p:cTn id="3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8" grpId="0"/>
      <p:bldP spid="19" grpId="0"/>
      <p:bldP spid="20" grpId="0"/>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B6D7EED-5DA5-CB3B-53E5-0B5AA2E3DFB6}"/>
              </a:ext>
            </a:extLst>
          </p:cNvPr>
          <p:cNvSpPr>
            <a:spLocks noGrp="1"/>
          </p:cNvSpPr>
          <p:nvPr>
            <p:ph type="title"/>
          </p:nvPr>
        </p:nvSpPr>
        <p:spPr/>
        <p:txBody>
          <a:bodyPr/>
          <a:lstStyle/>
          <a:p>
            <a:r>
              <a:rPr lang="zh-CN" altLang="en-US" dirty="0"/>
              <a:t>软件项目开发与软件项目管理</a:t>
            </a:r>
          </a:p>
        </p:txBody>
      </p:sp>
      <p:sp>
        <p:nvSpPr>
          <p:cNvPr id="8" name="内容占位符 7">
            <a:extLst>
              <a:ext uri="{FF2B5EF4-FFF2-40B4-BE49-F238E27FC236}">
                <a16:creationId xmlns:a16="http://schemas.microsoft.com/office/drawing/2014/main" id="{661C2F5F-209E-F3C8-3750-533B93268F96}"/>
              </a:ext>
            </a:extLst>
          </p:cNvPr>
          <p:cNvSpPr>
            <a:spLocks noGrp="1"/>
          </p:cNvSpPr>
          <p:nvPr>
            <p:ph sz="quarter" idx="1"/>
          </p:nvPr>
        </p:nvSpPr>
        <p:spPr/>
        <p:txBody>
          <a:bodyPr/>
          <a:lstStyle/>
          <a:p>
            <a:endParaRPr lang="zh-CN" altLang="en-US"/>
          </a:p>
        </p:txBody>
      </p:sp>
      <p:sp>
        <p:nvSpPr>
          <p:cNvPr id="26627" name="页脚占位符 3">
            <a:extLst>
              <a:ext uri="{FF2B5EF4-FFF2-40B4-BE49-F238E27FC236}">
                <a16:creationId xmlns:a16="http://schemas.microsoft.com/office/drawing/2014/main" id="{C5B163A8-6F5C-F2D3-A81A-8E98CA76A1E8}"/>
              </a:ext>
            </a:extLst>
          </p:cNvPr>
          <p:cNvSpPr>
            <a:spLocks noGrp="1"/>
          </p:cNvSpPr>
          <p:nvPr>
            <p:ph type="ftr" sz="quarter" idx="4294967295"/>
          </p:nvPr>
        </p:nvSpPr>
        <p:spPr bwMode="auto">
          <a:xfrm>
            <a:off x="0" y="6308725"/>
            <a:ext cx="5421313"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kumimoji="1" lang="en-US" altLang="zh-CN" sz="1400">
                <a:latin typeface="Arial Narrow" panose="020B0606020202030204" pitchFamily="34" charset="0"/>
                <a:ea typeface="宋体" panose="02010600030101010101" pitchFamily="2" charset="-122"/>
              </a:rPr>
              <a:t> chapter__1</a:t>
            </a:r>
          </a:p>
        </p:txBody>
      </p:sp>
      <p:pic>
        <p:nvPicPr>
          <p:cNvPr id="26629" name="Picture 54" descr="c11">
            <a:extLst>
              <a:ext uri="{FF2B5EF4-FFF2-40B4-BE49-F238E27FC236}">
                <a16:creationId xmlns:a16="http://schemas.microsoft.com/office/drawing/2014/main" id="{503AD6D9-6BD0-1071-52EB-268A1EF121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1789" b="7414"/>
          <a:stretch>
            <a:fillRect/>
          </a:stretch>
        </p:blipFill>
        <p:spPr bwMode="auto">
          <a:xfrm>
            <a:off x="2208214" y="1447801"/>
            <a:ext cx="7775575" cy="486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A6BCBC6D-B0ED-4AEE-AE01-DB837F8D6F9B}"/>
              </a:ext>
            </a:extLst>
          </p:cNvPr>
          <p:cNvSpPr/>
          <p:nvPr/>
        </p:nvSpPr>
        <p:spPr>
          <a:xfrm>
            <a:off x="2200276" y="3068638"/>
            <a:ext cx="7783513" cy="309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9" name="矩形 8">
            <a:extLst>
              <a:ext uri="{FF2B5EF4-FFF2-40B4-BE49-F238E27FC236}">
                <a16:creationId xmlns:a16="http://schemas.microsoft.com/office/drawing/2014/main" id="{B776FD64-BFFC-44BF-8016-ED6014A4AF8D}"/>
              </a:ext>
            </a:extLst>
          </p:cNvPr>
          <p:cNvSpPr/>
          <p:nvPr/>
        </p:nvSpPr>
        <p:spPr>
          <a:xfrm>
            <a:off x="2208214" y="1447800"/>
            <a:ext cx="7775575" cy="17653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xit" presetSubtype="0" fill="hold" grpId="1" nodeType="clickEffect">
                                  <p:stCondLst>
                                    <p:cond delay="0"/>
                                  </p:stCondLst>
                                  <p:childTnLst>
                                    <p:animEffect transition="out" filter="fade">
                                      <p:cBhvr>
                                        <p:cTn id="12" dur="500"/>
                                        <p:tgtEl>
                                          <p:spTgt spid="2"/>
                                        </p:tgtEl>
                                      </p:cBhvr>
                                    </p:animEffect>
                                    <p:set>
                                      <p:cBhvr>
                                        <p:cTn id="13" dur="1" fill="hold">
                                          <p:stCondLst>
                                            <p:cond delay="499"/>
                                          </p:stCondLst>
                                        </p:cTn>
                                        <p:tgtEl>
                                          <p:spTgt spid="2"/>
                                        </p:tgtEl>
                                        <p:attrNameLst>
                                          <p:attrName>style.visibility</p:attrName>
                                        </p:attrNameLst>
                                      </p:cBhvr>
                                      <p:to>
                                        <p:strVal val="hidden"/>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xit" presetSubtype="0" fill="hold" grpId="1" nodeType="clickEffect">
                                  <p:stCondLst>
                                    <p:cond delay="0"/>
                                  </p:stCondLst>
                                  <p:childTnLst>
                                    <p:animEffect transition="out" filter="fade">
                                      <p:cBhvr>
                                        <p:cTn id="23" dur="500"/>
                                        <p:tgtEl>
                                          <p:spTgt spid="9"/>
                                        </p:tgtEl>
                                      </p:cBhvr>
                                    </p:animEffect>
                                    <p:set>
                                      <p:cBhvr>
                                        <p:cTn id="24"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9" grpId="0" animBg="1"/>
      <p:bldP spid="9"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FF56F3E2-5E53-5A92-E891-794C0E9E73F5}"/>
              </a:ext>
            </a:extLst>
          </p:cNvPr>
          <p:cNvSpPr>
            <a:spLocks noGrp="1"/>
          </p:cNvSpPr>
          <p:nvPr>
            <p:ph type="title"/>
          </p:nvPr>
        </p:nvSpPr>
        <p:spPr/>
        <p:txBody>
          <a:bodyPr/>
          <a:lstStyle/>
          <a:p>
            <a:r>
              <a:rPr lang="zh-CN" altLang="en-US" dirty="0"/>
              <a:t>项目管理定义</a:t>
            </a:r>
          </a:p>
        </p:txBody>
      </p:sp>
      <p:sp>
        <p:nvSpPr>
          <p:cNvPr id="32773" name="Rectangle 3">
            <a:extLst>
              <a:ext uri="{FF2B5EF4-FFF2-40B4-BE49-F238E27FC236}">
                <a16:creationId xmlns:a16="http://schemas.microsoft.com/office/drawing/2014/main" id="{BD72E7BB-4F3F-440D-8E44-6D1EE8451C38}"/>
              </a:ext>
            </a:extLst>
          </p:cNvPr>
          <p:cNvSpPr>
            <a:spLocks noGrp="1" noChangeArrowheads="1"/>
          </p:cNvSpPr>
          <p:nvPr>
            <p:ph sz="quarter" idx="1"/>
          </p:nvPr>
        </p:nvSpPr>
        <p:spPr>
          <a:noFill/>
        </p:spPr>
        <p:txBody>
          <a:bodyPr>
            <a:normAutofit/>
          </a:bodyPr>
          <a:lstStyle/>
          <a:p>
            <a:r>
              <a:rPr lang="zh-CN" altLang="en-US" dirty="0"/>
              <a:t>项目管理是一系列的伴随着项目的进行而进行的、目的是为了确保项目能够达到期望的结果的一系列管理行为。</a:t>
            </a:r>
          </a:p>
          <a:p>
            <a:endParaRPr lang="en-US" altLang="zh-CN" dirty="0"/>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FE396F35-1DD8-5253-9AFD-7BAE3F8E1FCD}"/>
              </a:ext>
            </a:extLst>
          </p:cNvPr>
          <p:cNvSpPr>
            <a:spLocks noGrp="1"/>
          </p:cNvSpPr>
          <p:nvPr>
            <p:ph type="title"/>
          </p:nvPr>
        </p:nvSpPr>
        <p:spPr/>
        <p:txBody>
          <a:bodyPr/>
          <a:lstStyle/>
          <a:p>
            <a:r>
              <a:rPr lang="zh-CN" altLang="en-US" dirty="0"/>
              <a:t>软件项目管理</a:t>
            </a:r>
          </a:p>
        </p:txBody>
      </p:sp>
      <p:sp>
        <p:nvSpPr>
          <p:cNvPr id="29699" name="内容占位符 2">
            <a:extLst>
              <a:ext uri="{FF2B5EF4-FFF2-40B4-BE49-F238E27FC236}">
                <a16:creationId xmlns:a16="http://schemas.microsoft.com/office/drawing/2014/main" id="{346A33BE-3587-C664-9793-AB16B24C5A6D}"/>
              </a:ext>
            </a:extLst>
          </p:cNvPr>
          <p:cNvSpPr>
            <a:spLocks noGrp="1"/>
          </p:cNvSpPr>
          <p:nvPr>
            <p:ph sz="quarter" idx="1"/>
          </p:nvPr>
        </p:nvSpPr>
        <p:spPr/>
        <p:txBody>
          <a:bodyPr/>
          <a:lstStyle/>
          <a:p>
            <a:r>
              <a:rPr lang="zh-CN" altLang="en-US"/>
              <a:t>软件工程组成部分</a:t>
            </a:r>
            <a:endParaRPr lang="en-US" altLang="zh-CN"/>
          </a:p>
          <a:p>
            <a:r>
              <a:rPr lang="zh-CN" altLang="en-US"/>
              <a:t>确保软件项目满足预算</a:t>
            </a:r>
            <a:r>
              <a:rPr lang="en-US" altLang="zh-CN"/>
              <a:t>,</a:t>
            </a:r>
            <a:r>
              <a:rPr lang="zh-CN" altLang="en-US"/>
              <a:t>成本等约束</a:t>
            </a:r>
            <a:r>
              <a:rPr lang="en-US" altLang="zh-CN"/>
              <a:t>,</a:t>
            </a:r>
            <a:r>
              <a:rPr lang="zh-CN" altLang="en-US"/>
              <a:t>提交高质量软件产品</a:t>
            </a:r>
          </a:p>
        </p:txBody>
      </p:sp>
      <p:sp>
        <p:nvSpPr>
          <p:cNvPr id="5" name="灯片编号占位符 4">
            <a:extLst>
              <a:ext uri="{FF2B5EF4-FFF2-40B4-BE49-F238E27FC236}">
                <a16:creationId xmlns:a16="http://schemas.microsoft.com/office/drawing/2014/main" id="{8402452C-004B-4B6D-AD1D-A50A679D2CB8}"/>
              </a:ext>
            </a:extLst>
          </p:cNvPr>
          <p:cNvSpPr>
            <a:spLocks noGrp="1"/>
          </p:cNvSpPr>
          <p:nvPr>
            <p:ph type="sldNum" sz="quarter" idx="4294967295"/>
          </p:nvPr>
        </p:nvSpPr>
        <p:spPr>
          <a:xfrm>
            <a:off x="0" y="1271588"/>
            <a:ext cx="711200" cy="244475"/>
          </a:xfrm>
          <a:prstGeom prst="rect">
            <a:avLst/>
          </a:prstGeom>
        </p:spPr>
        <p:txBody>
          <a:bodyP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pPr>
              <a:lnSpc>
                <a:spcPct val="80000"/>
              </a:lnSpc>
            </a:pPr>
            <a:fld id="{15694FB6-DF86-43FC-BB96-570898647EC7}" type="slidenum">
              <a:rPr kumimoji="0" lang="en-US" altLang="zh-CN" sz="1200">
                <a:solidFill>
                  <a:srgbClr val="FFFFFF"/>
                </a:solidFill>
              </a:rPr>
              <a:pPr>
                <a:lnSpc>
                  <a:spcPct val="80000"/>
                </a:lnSpc>
              </a:pPr>
              <a:t>15</a:t>
            </a:fld>
            <a:endParaRPr kumimoji="0" lang="en-US" altLang="zh-CN" sz="1200">
              <a:solidFill>
                <a:srgbClr val="FFFFFF"/>
              </a:solidFill>
            </a:endParaRPr>
          </a:p>
        </p:txBody>
      </p:sp>
      <p:pic>
        <p:nvPicPr>
          <p:cNvPr id="29702" name="图片 5">
            <a:extLst>
              <a:ext uri="{FF2B5EF4-FFF2-40B4-BE49-F238E27FC236}">
                <a16:creationId xmlns:a16="http://schemas.microsoft.com/office/drawing/2014/main" id="{D815F56B-A74E-F7B3-22D3-A55FC2B291CD}"/>
              </a:ext>
            </a:extLst>
          </p:cNvPr>
          <p:cNvPicPr>
            <a:picLocks noChangeAspect="1"/>
          </p:cNvPicPr>
          <p:nvPr/>
        </p:nvPicPr>
        <p:blipFill>
          <a:blip r:embed="rId3">
            <a:extLst>
              <a:ext uri="{28A0092B-C50C-407E-A947-70E740481C1C}">
                <a14:useLocalDpi xmlns:a14="http://schemas.microsoft.com/office/drawing/2010/main" val="0"/>
              </a:ext>
            </a:extLst>
          </a:blip>
          <a:srcRect t="49892"/>
          <a:stretch>
            <a:fillRect/>
          </a:stretch>
        </p:blipFill>
        <p:spPr bwMode="auto">
          <a:xfrm>
            <a:off x="2057400" y="3433763"/>
            <a:ext cx="7620000"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1B3A88F-5A3C-4D73-7F66-206E55352AFF}"/>
              </a:ext>
            </a:extLst>
          </p:cNvPr>
          <p:cNvSpPr>
            <a:spLocks noGrp="1"/>
          </p:cNvSpPr>
          <p:nvPr>
            <p:ph type="title"/>
          </p:nvPr>
        </p:nvSpPr>
        <p:spPr/>
        <p:txBody>
          <a:bodyPr/>
          <a:lstStyle/>
          <a:p>
            <a:r>
              <a:rPr lang="zh-CN" altLang="en-US" dirty="0"/>
              <a:t>与传统行业的项目管理比较</a:t>
            </a:r>
          </a:p>
        </p:txBody>
      </p:sp>
      <p:sp>
        <p:nvSpPr>
          <p:cNvPr id="7" name="内容占位符 6">
            <a:extLst>
              <a:ext uri="{FF2B5EF4-FFF2-40B4-BE49-F238E27FC236}">
                <a16:creationId xmlns:a16="http://schemas.microsoft.com/office/drawing/2014/main" id="{28226E0D-8E24-A6A1-4C0F-BF1307795704}"/>
              </a:ext>
            </a:extLst>
          </p:cNvPr>
          <p:cNvSpPr>
            <a:spLocks noGrp="1"/>
          </p:cNvSpPr>
          <p:nvPr>
            <p:ph sz="quarter" idx="1"/>
          </p:nvPr>
        </p:nvSpPr>
        <p:spPr/>
        <p:txBody>
          <a:bodyPr/>
          <a:lstStyle/>
          <a:p>
            <a:endParaRPr lang="zh-CN" altLang="en-US"/>
          </a:p>
        </p:txBody>
      </p:sp>
      <p:pic>
        <p:nvPicPr>
          <p:cNvPr id="31750" name="Picture 4" descr="大小比较图">
            <a:extLst>
              <a:ext uri="{FF2B5EF4-FFF2-40B4-BE49-F238E27FC236}">
                <a16:creationId xmlns:a16="http://schemas.microsoft.com/office/drawing/2014/main" id="{357664CD-7A9C-2866-F059-D695B8556E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0" y="1603376"/>
            <a:ext cx="8135938" cy="521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8869" name="AutoShape 5">
            <a:extLst>
              <a:ext uri="{FF2B5EF4-FFF2-40B4-BE49-F238E27FC236}">
                <a16:creationId xmlns:a16="http://schemas.microsoft.com/office/drawing/2014/main" id="{C41F5A35-C097-1A04-0311-926A9DAAF836}"/>
              </a:ext>
            </a:extLst>
          </p:cNvPr>
          <p:cNvSpPr>
            <a:spLocks noChangeArrowheads="1"/>
          </p:cNvSpPr>
          <p:nvPr/>
        </p:nvSpPr>
        <p:spPr bwMode="auto">
          <a:xfrm>
            <a:off x="1631951" y="1557339"/>
            <a:ext cx="2232025" cy="1584325"/>
          </a:xfrm>
          <a:prstGeom prst="wedgeEllipseCallout">
            <a:avLst>
              <a:gd name="adj1" fmla="val 43315"/>
              <a:gd name="adj2" fmla="val 83667"/>
            </a:avLst>
          </a:prstGeom>
          <a:solidFill>
            <a:schemeClr val="accent1"/>
          </a:solidFill>
          <a:ln w="25400">
            <a:solidFill>
              <a:schemeClr val="tx1"/>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0"/>
              </a:spcBef>
              <a:buClrTx/>
              <a:buSzTx/>
              <a:buFontTx/>
              <a:buNone/>
            </a:pPr>
            <a:r>
              <a:rPr lang="zh-CN" altLang="en-US" sz="2400">
                <a:latin typeface="Arial Narrow" panose="020B0606020202030204" pitchFamily="34" charset="0"/>
                <a:ea typeface="宋体" panose="02010600030101010101" pitchFamily="2" charset="-122"/>
              </a:rPr>
              <a:t>软件项目管理</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886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2" presetClass="path" presetSubtype="0" accel="50000" decel="50000" fill="hold" grpId="1" nodeType="clickEffect">
                                  <p:stCondLst>
                                    <p:cond delay="0"/>
                                  </p:stCondLst>
                                  <p:childTnLst>
                                    <p:animMotion origin="layout" path="M 0 0  L 0 0.33333  E" pathEditMode="relative" ptsTypes="">
                                      <p:cBhvr>
                                        <p:cTn id="10" dur="2000" fill="hold"/>
                                        <p:tgtEl>
                                          <p:spTgt spid="54886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869" grpId="0" animBg="1"/>
      <p:bldP spid="548869"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A35C46E-64A0-A6D7-4ACE-03E14E26BA10}"/>
              </a:ext>
            </a:extLst>
          </p:cNvPr>
          <p:cNvSpPr>
            <a:spLocks noGrp="1"/>
          </p:cNvSpPr>
          <p:nvPr>
            <p:ph type="title"/>
          </p:nvPr>
        </p:nvSpPr>
        <p:spPr/>
        <p:txBody>
          <a:bodyPr/>
          <a:lstStyle/>
          <a:p>
            <a:r>
              <a:rPr lang="zh-CN" altLang="en-US" dirty="0"/>
              <a:t>软件项目管理基础</a:t>
            </a:r>
          </a:p>
        </p:txBody>
      </p:sp>
      <p:sp>
        <p:nvSpPr>
          <p:cNvPr id="9" name="内容占位符 8">
            <a:extLst>
              <a:ext uri="{FF2B5EF4-FFF2-40B4-BE49-F238E27FC236}">
                <a16:creationId xmlns:a16="http://schemas.microsoft.com/office/drawing/2014/main" id="{93776CF6-F996-D14B-004C-3DDE4D3CCB21}"/>
              </a:ext>
            </a:extLst>
          </p:cNvPr>
          <p:cNvSpPr>
            <a:spLocks noGrp="1"/>
          </p:cNvSpPr>
          <p:nvPr>
            <p:ph sz="quarter" idx="1"/>
          </p:nvPr>
        </p:nvSpPr>
        <p:spPr/>
        <p:txBody>
          <a:bodyPr/>
          <a:lstStyle/>
          <a:p>
            <a:endParaRPr lang="zh-CN" altLang="en-US"/>
          </a:p>
        </p:txBody>
      </p:sp>
      <p:sp>
        <p:nvSpPr>
          <p:cNvPr id="32772" name="Oval 3">
            <a:extLst>
              <a:ext uri="{FF2B5EF4-FFF2-40B4-BE49-F238E27FC236}">
                <a16:creationId xmlns:a16="http://schemas.microsoft.com/office/drawing/2014/main" id="{48A2A77E-6A15-E953-A7C3-A59B3CCE7651}"/>
              </a:ext>
            </a:extLst>
          </p:cNvPr>
          <p:cNvSpPr>
            <a:spLocks noChangeArrowheads="1"/>
          </p:cNvSpPr>
          <p:nvPr/>
        </p:nvSpPr>
        <p:spPr bwMode="auto">
          <a:xfrm>
            <a:off x="3886200" y="4191000"/>
            <a:ext cx="4267200" cy="2286000"/>
          </a:xfrm>
          <a:prstGeom prst="ellipse">
            <a:avLst/>
          </a:prstGeom>
          <a:noFill/>
          <a:ln w="25400">
            <a:solidFill>
              <a:schemeClr val="tx1"/>
            </a:solidFill>
            <a:round/>
            <a:headEnd type="none" w="sm" len="sm"/>
            <a:tailEnd type="none" w="med" len="lg"/>
          </a:ln>
          <a:effectLst/>
          <a:scene3d>
            <a:camera prst="legacyPerspectiveBottomLeft"/>
            <a:lightRig rig="legacyFlat3" dir="t"/>
          </a:scene3d>
          <a:sp3d extrusionH="887400" prstMaterial="legacyMatte">
            <a:bevelT w="13500" h="13500" prst="angle"/>
            <a:bevelB w="13500" h="13500" prst="angle"/>
            <a:extrusionClr>
              <a:schemeClr val="tx1"/>
            </a:extrusionClr>
            <a:contourClr>
              <a:schemeClr val="tx1"/>
            </a:contourClr>
          </a:sp3d>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0"/>
              </a:spcBef>
              <a:buClrTx/>
              <a:buSzTx/>
              <a:buFontTx/>
              <a:buNone/>
            </a:pPr>
            <a:r>
              <a:rPr lang="zh-CN" altLang="en-US" sz="2400">
                <a:latin typeface="Arial Narrow" panose="020B0606020202030204" pitchFamily="34" charset="0"/>
                <a:ea typeface="宋体" panose="02010600030101010101" pitchFamily="2" charset="-122"/>
              </a:rPr>
              <a:t>软件项目管理</a:t>
            </a:r>
          </a:p>
        </p:txBody>
      </p:sp>
      <p:sp>
        <p:nvSpPr>
          <p:cNvPr id="32773" name="Oval 4">
            <a:extLst>
              <a:ext uri="{FF2B5EF4-FFF2-40B4-BE49-F238E27FC236}">
                <a16:creationId xmlns:a16="http://schemas.microsoft.com/office/drawing/2014/main" id="{1596C0A1-6E96-451D-FC24-17043C699C9E}"/>
              </a:ext>
            </a:extLst>
          </p:cNvPr>
          <p:cNvSpPr>
            <a:spLocks noChangeArrowheads="1"/>
          </p:cNvSpPr>
          <p:nvPr/>
        </p:nvSpPr>
        <p:spPr bwMode="auto">
          <a:xfrm>
            <a:off x="1752600" y="1676400"/>
            <a:ext cx="2514600" cy="1295400"/>
          </a:xfrm>
          <a:prstGeom prst="ellipse">
            <a:avLst/>
          </a:prstGeom>
          <a:noFill/>
          <a:ln w="9525">
            <a:solidFill>
              <a:srgbClr val="000000"/>
            </a:solidFill>
            <a:round/>
            <a:headEnd/>
            <a:tailEnd/>
          </a:ln>
          <a:effectLst>
            <a:prstShdw prst="shdw17" dist="17961" dir="2700000">
              <a:srgbClr val="000000"/>
            </a:prstShdw>
          </a:effectLst>
          <a:extLst>
            <a:ext uri="{909E8E84-426E-40DD-AFC4-6F175D3DCCD1}">
              <a14:hiddenFill xmlns:a14="http://schemas.microsoft.com/office/drawing/2010/main">
                <a:solidFill>
                  <a:srgbClr val="C0C0C0"/>
                </a:solidFill>
              </a14:hiddenFill>
            </a:ext>
          </a:extLst>
        </p:spPr>
        <p:txBody>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en-US" sz="2400">
              <a:latin typeface="Arial Narrow" panose="020B0606020202030204" pitchFamily="34" charset="0"/>
              <a:ea typeface="宋体" panose="02010600030101010101" pitchFamily="2" charset="-122"/>
            </a:endParaRPr>
          </a:p>
        </p:txBody>
      </p:sp>
      <p:sp>
        <p:nvSpPr>
          <p:cNvPr id="32774" name="Oval 5">
            <a:extLst>
              <a:ext uri="{FF2B5EF4-FFF2-40B4-BE49-F238E27FC236}">
                <a16:creationId xmlns:a16="http://schemas.microsoft.com/office/drawing/2014/main" id="{128140F5-5967-9619-A560-ACC3164F4987}"/>
              </a:ext>
            </a:extLst>
          </p:cNvPr>
          <p:cNvSpPr>
            <a:spLocks noChangeArrowheads="1"/>
          </p:cNvSpPr>
          <p:nvPr/>
        </p:nvSpPr>
        <p:spPr bwMode="auto">
          <a:xfrm>
            <a:off x="4572000" y="1676400"/>
            <a:ext cx="2514600" cy="1295400"/>
          </a:xfrm>
          <a:prstGeom prst="ellipse">
            <a:avLst/>
          </a:prstGeom>
          <a:noFill/>
          <a:ln w="9525">
            <a:solidFill>
              <a:srgbClr val="000000"/>
            </a:solidFill>
            <a:round/>
            <a:headEnd/>
            <a:tailEnd/>
          </a:ln>
          <a:effectLst>
            <a:prstShdw prst="shdw13" dist="53882" dir="13500000">
              <a:srgbClr val="808080"/>
            </a:prstShdw>
          </a:effectLst>
          <a:extLst>
            <a:ext uri="{909E8E84-426E-40DD-AFC4-6F175D3DCCD1}">
              <a14:hiddenFill xmlns:a14="http://schemas.microsoft.com/office/drawing/2010/main">
                <a:solidFill>
                  <a:srgbClr val="C0C0C0"/>
                </a:solidFill>
              </a14:hiddenFill>
            </a:ext>
          </a:extLst>
        </p:spPr>
        <p:txBody>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en-US" sz="2400">
              <a:latin typeface="Arial Narrow" panose="020B0606020202030204" pitchFamily="34" charset="0"/>
              <a:ea typeface="宋体" panose="02010600030101010101" pitchFamily="2" charset="-122"/>
            </a:endParaRPr>
          </a:p>
        </p:txBody>
      </p:sp>
      <p:sp>
        <p:nvSpPr>
          <p:cNvPr id="32775" name="Text Box 6">
            <a:extLst>
              <a:ext uri="{FF2B5EF4-FFF2-40B4-BE49-F238E27FC236}">
                <a16:creationId xmlns:a16="http://schemas.microsoft.com/office/drawing/2014/main" id="{74AD0376-3D98-CEE5-540E-20FD54F54603}"/>
              </a:ext>
            </a:extLst>
          </p:cNvPr>
          <p:cNvSpPr txBox="1">
            <a:spLocks noChangeArrowheads="1"/>
          </p:cNvSpPr>
          <p:nvPr/>
        </p:nvSpPr>
        <p:spPr bwMode="auto">
          <a:xfrm>
            <a:off x="2286000" y="213360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50000"/>
              </a:spcBef>
              <a:buClrTx/>
              <a:buSzTx/>
              <a:buFontTx/>
              <a:buNone/>
            </a:pPr>
            <a:r>
              <a:rPr lang="zh-CN" altLang="en-US" sz="2400">
                <a:latin typeface="Arial Narrow" panose="020B0606020202030204" pitchFamily="34" charset="0"/>
                <a:ea typeface="宋体" panose="02010600030101010101" pitchFamily="2" charset="-122"/>
              </a:rPr>
              <a:t>项目管理</a:t>
            </a:r>
          </a:p>
        </p:txBody>
      </p:sp>
      <p:sp>
        <p:nvSpPr>
          <p:cNvPr id="32776" name="Text Box 7">
            <a:extLst>
              <a:ext uri="{FF2B5EF4-FFF2-40B4-BE49-F238E27FC236}">
                <a16:creationId xmlns:a16="http://schemas.microsoft.com/office/drawing/2014/main" id="{F14F0D7A-BFA7-201D-E8BA-E50EF5B92C9F}"/>
              </a:ext>
            </a:extLst>
          </p:cNvPr>
          <p:cNvSpPr txBox="1">
            <a:spLocks noChangeArrowheads="1"/>
          </p:cNvSpPr>
          <p:nvPr/>
        </p:nvSpPr>
        <p:spPr bwMode="auto">
          <a:xfrm>
            <a:off x="5105400" y="213360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50000"/>
              </a:spcBef>
              <a:buClrTx/>
              <a:buSzTx/>
              <a:buFontTx/>
              <a:buNone/>
            </a:pPr>
            <a:r>
              <a:rPr lang="zh-CN" altLang="en-US" sz="2400">
                <a:latin typeface="Arial Narrow" panose="020B0606020202030204" pitchFamily="34" charset="0"/>
                <a:ea typeface="宋体" panose="02010600030101010101" pitchFamily="2" charset="-122"/>
              </a:rPr>
              <a:t>软件项目</a:t>
            </a:r>
          </a:p>
        </p:txBody>
      </p:sp>
      <p:sp>
        <p:nvSpPr>
          <p:cNvPr id="32777" name="Oval 8">
            <a:extLst>
              <a:ext uri="{FF2B5EF4-FFF2-40B4-BE49-F238E27FC236}">
                <a16:creationId xmlns:a16="http://schemas.microsoft.com/office/drawing/2014/main" id="{BAA40DBB-4EB1-8221-2EB4-1BD79068C67A}"/>
              </a:ext>
            </a:extLst>
          </p:cNvPr>
          <p:cNvSpPr>
            <a:spLocks noChangeArrowheads="1"/>
          </p:cNvSpPr>
          <p:nvPr/>
        </p:nvSpPr>
        <p:spPr bwMode="auto">
          <a:xfrm>
            <a:off x="7315200" y="1676400"/>
            <a:ext cx="2514600" cy="1295400"/>
          </a:xfrm>
          <a:prstGeom prst="ellipse">
            <a:avLst/>
          </a:prstGeom>
          <a:noFill/>
          <a:ln w="9525">
            <a:solidFill>
              <a:srgbClr val="000000"/>
            </a:solidFill>
            <a:round/>
            <a:headEnd/>
            <a:tailEnd/>
          </a:ln>
          <a:effectLst>
            <a:prstShdw prst="shdw13" dist="53882" dir="13500000">
              <a:srgbClr val="808080"/>
            </a:prstShdw>
          </a:effectLst>
          <a:extLst>
            <a:ext uri="{909E8E84-426E-40DD-AFC4-6F175D3DCCD1}">
              <a14:hiddenFill xmlns:a14="http://schemas.microsoft.com/office/drawing/2010/main">
                <a:solidFill>
                  <a:srgbClr val="C0C0C0"/>
                </a:solidFill>
              </a14:hiddenFill>
            </a:ext>
          </a:extLst>
        </p:spPr>
        <p:txBody>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en-US" sz="2400">
              <a:latin typeface="Arial Narrow" panose="020B0606020202030204" pitchFamily="34" charset="0"/>
              <a:ea typeface="宋体" panose="02010600030101010101" pitchFamily="2" charset="-122"/>
            </a:endParaRPr>
          </a:p>
        </p:txBody>
      </p:sp>
      <p:sp>
        <p:nvSpPr>
          <p:cNvPr id="32778" name="Text Box 9">
            <a:extLst>
              <a:ext uri="{FF2B5EF4-FFF2-40B4-BE49-F238E27FC236}">
                <a16:creationId xmlns:a16="http://schemas.microsoft.com/office/drawing/2014/main" id="{E1289711-CA70-9DCC-603A-E27963D7209C}"/>
              </a:ext>
            </a:extLst>
          </p:cNvPr>
          <p:cNvSpPr txBox="1">
            <a:spLocks noChangeArrowheads="1"/>
          </p:cNvSpPr>
          <p:nvPr/>
        </p:nvSpPr>
        <p:spPr bwMode="auto">
          <a:xfrm>
            <a:off x="9829800" y="21336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50000"/>
              </a:spcBef>
              <a:buClrTx/>
              <a:buSzTx/>
              <a:buFontTx/>
              <a:buNone/>
            </a:pPr>
            <a:r>
              <a:rPr lang="zh-CN" altLang="en-US" sz="1400">
                <a:latin typeface="Arial Narrow" panose="020B0606020202030204" pitchFamily="34" charset="0"/>
                <a:ea typeface="宋体" panose="02010600030101010101" pitchFamily="2" charset="-122"/>
              </a:rPr>
              <a:t>。。。</a:t>
            </a:r>
          </a:p>
        </p:txBody>
      </p:sp>
      <p:sp>
        <p:nvSpPr>
          <p:cNvPr id="32779" name="Text Box 10">
            <a:extLst>
              <a:ext uri="{FF2B5EF4-FFF2-40B4-BE49-F238E27FC236}">
                <a16:creationId xmlns:a16="http://schemas.microsoft.com/office/drawing/2014/main" id="{A4D64903-843C-BA98-5D54-FA94778D2686}"/>
              </a:ext>
            </a:extLst>
          </p:cNvPr>
          <p:cNvSpPr txBox="1">
            <a:spLocks noChangeArrowheads="1"/>
          </p:cNvSpPr>
          <p:nvPr/>
        </p:nvSpPr>
        <p:spPr bwMode="auto">
          <a:xfrm>
            <a:off x="7620000" y="2057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50000"/>
              </a:spcBef>
              <a:buClrTx/>
              <a:buSzTx/>
              <a:buFontTx/>
              <a:buNone/>
            </a:pPr>
            <a:r>
              <a:rPr lang="zh-CN" altLang="en-US" sz="2400">
                <a:latin typeface="Arial Narrow" panose="020B0606020202030204" pitchFamily="34" charset="0"/>
                <a:ea typeface="宋体" panose="02010600030101010101" pitchFamily="2" charset="-122"/>
              </a:rPr>
              <a:t>经验、技巧</a:t>
            </a:r>
          </a:p>
        </p:txBody>
      </p:sp>
      <p:sp>
        <p:nvSpPr>
          <p:cNvPr id="32780" name="Line 11">
            <a:extLst>
              <a:ext uri="{FF2B5EF4-FFF2-40B4-BE49-F238E27FC236}">
                <a16:creationId xmlns:a16="http://schemas.microsoft.com/office/drawing/2014/main" id="{1BD63AFA-84FF-84DF-4F6A-F317EC299134}"/>
              </a:ext>
            </a:extLst>
          </p:cNvPr>
          <p:cNvSpPr>
            <a:spLocks noChangeShapeType="1"/>
          </p:cNvSpPr>
          <p:nvPr/>
        </p:nvSpPr>
        <p:spPr bwMode="auto">
          <a:xfrm>
            <a:off x="3124200" y="3581400"/>
            <a:ext cx="5791200" cy="0"/>
          </a:xfrm>
          <a:prstGeom prst="line">
            <a:avLst/>
          </a:prstGeom>
          <a:noFill/>
          <a:ln w="25400">
            <a:solidFill>
              <a:schemeClr val="tx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1" name="Line 12">
            <a:extLst>
              <a:ext uri="{FF2B5EF4-FFF2-40B4-BE49-F238E27FC236}">
                <a16:creationId xmlns:a16="http://schemas.microsoft.com/office/drawing/2014/main" id="{2167D970-2F87-0EE2-BCC2-60F5654DB1EC}"/>
              </a:ext>
            </a:extLst>
          </p:cNvPr>
          <p:cNvSpPr>
            <a:spLocks noChangeShapeType="1"/>
          </p:cNvSpPr>
          <p:nvPr/>
        </p:nvSpPr>
        <p:spPr bwMode="auto">
          <a:xfrm flipV="1">
            <a:off x="5943600" y="2895600"/>
            <a:ext cx="0" cy="129540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2" name="Line 13">
            <a:extLst>
              <a:ext uri="{FF2B5EF4-FFF2-40B4-BE49-F238E27FC236}">
                <a16:creationId xmlns:a16="http://schemas.microsoft.com/office/drawing/2014/main" id="{1D758D83-5CD5-C089-2443-9EE76482DE4D}"/>
              </a:ext>
            </a:extLst>
          </p:cNvPr>
          <p:cNvSpPr>
            <a:spLocks noChangeShapeType="1"/>
          </p:cNvSpPr>
          <p:nvPr/>
        </p:nvSpPr>
        <p:spPr bwMode="auto">
          <a:xfrm flipV="1">
            <a:off x="3048000" y="2971800"/>
            <a:ext cx="0" cy="60960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3" name="Line 14">
            <a:extLst>
              <a:ext uri="{FF2B5EF4-FFF2-40B4-BE49-F238E27FC236}">
                <a16:creationId xmlns:a16="http://schemas.microsoft.com/office/drawing/2014/main" id="{176E3897-66C8-43C2-F87D-58DB14BFBD84}"/>
              </a:ext>
            </a:extLst>
          </p:cNvPr>
          <p:cNvSpPr>
            <a:spLocks noChangeShapeType="1"/>
          </p:cNvSpPr>
          <p:nvPr/>
        </p:nvSpPr>
        <p:spPr bwMode="auto">
          <a:xfrm flipV="1">
            <a:off x="3048000" y="2971800"/>
            <a:ext cx="0" cy="60960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4" name="Line 15">
            <a:extLst>
              <a:ext uri="{FF2B5EF4-FFF2-40B4-BE49-F238E27FC236}">
                <a16:creationId xmlns:a16="http://schemas.microsoft.com/office/drawing/2014/main" id="{919B3167-CFD0-1543-C7DC-68FCDF6C3F69}"/>
              </a:ext>
            </a:extLst>
          </p:cNvPr>
          <p:cNvSpPr>
            <a:spLocks noChangeShapeType="1"/>
          </p:cNvSpPr>
          <p:nvPr/>
        </p:nvSpPr>
        <p:spPr bwMode="auto">
          <a:xfrm flipV="1">
            <a:off x="8915400" y="2971800"/>
            <a:ext cx="0" cy="60960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
            <a:extLst>
              <a:ext uri="{FF2B5EF4-FFF2-40B4-BE49-F238E27FC236}">
                <a16:creationId xmlns:a16="http://schemas.microsoft.com/office/drawing/2014/main" id="{4801B292-54CE-4622-8936-CEDA456FD14E}"/>
              </a:ext>
            </a:extLst>
          </p:cNvPr>
          <p:cNvSpPr>
            <a:spLocks noChangeArrowheads="1"/>
          </p:cNvSpPr>
          <p:nvPr/>
        </p:nvSpPr>
        <p:spPr bwMode="auto">
          <a:xfrm>
            <a:off x="3309938" y="1604964"/>
            <a:ext cx="565150" cy="865187"/>
          </a:xfrm>
          <a:prstGeom prst="rect">
            <a:avLst/>
          </a:prstGeom>
          <a:solidFill>
            <a:srgbClr val="2A5380"/>
          </a:solidFill>
          <a:ln w="12700">
            <a:noFill/>
            <a:miter lim="800000"/>
            <a:headEnd/>
            <a:tailEnd/>
          </a:ln>
          <a:effectLst>
            <a:outerShdw dist="17961" dir="2700000" algn="ctr" rotWithShape="0">
              <a:srgbClr val="4D4D4D"/>
            </a:outerShdw>
          </a:effectLst>
        </p:spPr>
        <p:txBody>
          <a:bodyPr wrap="none" lIns="90000" tIns="46800" rIns="90000" bIns="46800" anchor="ctr"/>
          <a:lstStyle/>
          <a:p>
            <a:pPr fontAlgn="t">
              <a:defRPr/>
            </a:pPr>
            <a:r>
              <a:rPr lang="zh-CN" altLang="en-US" sz="2000" b="1" dirty="0">
                <a:solidFill>
                  <a:schemeClr val="bg1"/>
                </a:solidFill>
                <a:effectLst>
                  <a:outerShdw blurRad="38100" dist="38100" dir="2700000" algn="tl">
                    <a:srgbClr val="000000"/>
                  </a:outerShdw>
                </a:effectLst>
                <a:latin typeface="微软雅黑" pitchFamily="34" charset="-122"/>
                <a:ea typeface="微软雅黑" pitchFamily="34" charset="-122"/>
              </a:rPr>
              <a:t>一</a:t>
            </a:r>
            <a:endParaRPr lang="en-US" altLang="ko-KR" sz="2000" b="1" dirty="0">
              <a:solidFill>
                <a:schemeClr val="bg1"/>
              </a:solidFill>
              <a:latin typeface="黑体" pitchFamily="49" charset="-122"/>
              <a:ea typeface="黑体" pitchFamily="49" charset="-122"/>
            </a:endParaRPr>
          </a:p>
        </p:txBody>
      </p:sp>
      <p:sp>
        <p:nvSpPr>
          <p:cNvPr id="21" name="Rectangle 4">
            <a:extLst>
              <a:ext uri="{FF2B5EF4-FFF2-40B4-BE49-F238E27FC236}">
                <a16:creationId xmlns:a16="http://schemas.microsoft.com/office/drawing/2014/main" id="{09A22E53-9080-47BF-964A-30978AFE30C2}"/>
              </a:ext>
            </a:extLst>
          </p:cNvPr>
          <p:cNvSpPr>
            <a:spLocks noChangeArrowheads="1"/>
          </p:cNvSpPr>
          <p:nvPr/>
        </p:nvSpPr>
        <p:spPr bwMode="auto">
          <a:xfrm>
            <a:off x="3814763" y="1604963"/>
            <a:ext cx="4629150" cy="863600"/>
          </a:xfrm>
          <a:prstGeom prst="rect">
            <a:avLst/>
          </a:prstGeom>
          <a:solidFill>
            <a:srgbClr val="CADBEE"/>
          </a:solidFill>
          <a:ln w="12700">
            <a:noFill/>
            <a:miter lim="800000"/>
            <a:headEnd/>
            <a:tailEnd/>
          </a:ln>
          <a:effectLst>
            <a:outerShdw dist="17961" dir="2700000" algn="ctr" rotWithShape="0">
              <a:srgbClr val="4D4D4D"/>
            </a:outerShdw>
          </a:effectLst>
        </p:spPr>
        <p:txBody>
          <a:bodyPr wrap="none" lIns="90000" tIns="46800" rIns="90000" bIns="46800" anchor="ctr"/>
          <a:lstStyle/>
          <a:p>
            <a:pPr marL="185738" fontAlgn="t">
              <a:defRPr/>
            </a:pPr>
            <a:endParaRPr lang="en-US" altLang="ko-KR" sz="2000">
              <a:effectLst>
                <a:outerShdw blurRad="38100" dist="38100" dir="2700000" algn="tl">
                  <a:srgbClr val="FFFFFF"/>
                </a:outerShdw>
              </a:effectLst>
              <a:latin typeface="微软雅黑" pitchFamily="34" charset="-122"/>
              <a:ea typeface="微软雅黑" pitchFamily="34" charset="-122"/>
            </a:endParaRPr>
          </a:p>
        </p:txBody>
      </p:sp>
      <p:sp>
        <p:nvSpPr>
          <p:cNvPr id="22" name="Rectangle 5">
            <a:extLst>
              <a:ext uri="{FF2B5EF4-FFF2-40B4-BE49-F238E27FC236}">
                <a16:creationId xmlns:a16="http://schemas.microsoft.com/office/drawing/2014/main" id="{BD9DD16E-300E-4705-AF44-F3116603EB4F}"/>
              </a:ext>
            </a:extLst>
          </p:cNvPr>
          <p:cNvSpPr>
            <a:spLocks noChangeArrowheads="1"/>
          </p:cNvSpPr>
          <p:nvPr/>
        </p:nvSpPr>
        <p:spPr bwMode="auto">
          <a:xfrm>
            <a:off x="3309938" y="2563814"/>
            <a:ext cx="565150" cy="865187"/>
          </a:xfrm>
          <a:prstGeom prst="rect">
            <a:avLst/>
          </a:prstGeom>
          <a:solidFill>
            <a:srgbClr val="2A5380"/>
          </a:solidFill>
          <a:ln w="12700">
            <a:noFill/>
            <a:miter lim="800000"/>
            <a:headEnd/>
            <a:tailEnd/>
          </a:ln>
          <a:effectLst>
            <a:outerShdw dist="17961" dir="2700000" algn="ctr" rotWithShape="0">
              <a:srgbClr val="4D4D4D"/>
            </a:outerShdw>
          </a:effectLst>
        </p:spPr>
        <p:txBody>
          <a:bodyPr wrap="none" lIns="90000" tIns="46800" rIns="90000" bIns="46800" anchor="ctr"/>
          <a:lstStyle/>
          <a:p>
            <a:pPr fontAlgn="t">
              <a:defRPr/>
            </a:pPr>
            <a:r>
              <a:rPr lang="zh-CN" altLang="en-US" sz="2000" b="1" dirty="0">
                <a:solidFill>
                  <a:schemeClr val="bg1"/>
                </a:solidFill>
                <a:effectLst>
                  <a:outerShdw blurRad="38100" dist="38100" dir="2700000" algn="tl">
                    <a:srgbClr val="000000"/>
                  </a:outerShdw>
                </a:effectLst>
                <a:latin typeface="微软雅黑" pitchFamily="34" charset="-122"/>
                <a:ea typeface="微软雅黑" pitchFamily="34" charset="-122"/>
              </a:rPr>
              <a:t>二</a:t>
            </a:r>
            <a:endParaRPr lang="en-US" altLang="ko-KR" sz="2000" b="1" dirty="0">
              <a:solidFill>
                <a:schemeClr val="bg1"/>
              </a:solidFill>
              <a:effectLst>
                <a:outerShdw blurRad="38100" dist="38100" dir="2700000" algn="tl">
                  <a:srgbClr val="000000"/>
                </a:outerShdw>
              </a:effectLst>
              <a:latin typeface="微软雅黑" pitchFamily="34" charset="-122"/>
              <a:ea typeface="微软雅黑" pitchFamily="34" charset="-122"/>
            </a:endParaRPr>
          </a:p>
        </p:txBody>
      </p:sp>
      <p:sp>
        <p:nvSpPr>
          <p:cNvPr id="23" name="Rectangle 6">
            <a:extLst>
              <a:ext uri="{FF2B5EF4-FFF2-40B4-BE49-F238E27FC236}">
                <a16:creationId xmlns:a16="http://schemas.microsoft.com/office/drawing/2014/main" id="{FDF33762-86DC-453D-B3BE-1B37563DDA35}"/>
              </a:ext>
            </a:extLst>
          </p:cNvPr>
          <p:cNvSpPr>
            <a:spLocks noChangeArrowheads="1"/>
          </p:cNvSpPr>
          <p:nvPr/>
        </p:nvSpPr>
        <p:spPr bwMode="auto">
          <a:xfrm>
            <a:off x="3792538" y="2563814"/>
            <a:ext cx="4629150" cy="865187"/>
          </a:xfrm>
          <a:prstGeom prst="rect">
            <a:avLst/>
          </a:prstGeom>
          <a:solidFill>
            <a:srgbClr val="CADBEE"/>
          </a:solidFill>
          <a:ln w="12700">
            <a:noFill/>
            <a:miter lim="800000"/>
            <a:headEnd/>
            <a:tailEnd/>
          </a:ln>
          <a:effectLst>
            <a:outerShdw dist="17961" dir="2700000" algn="ctr" rotWithShape="0">
              <a:srgbClr val="4D4D4D"/>
            </a:outerShdw>
          </a:effectLst>
        </p:spPr>
        <p:txBody>
          <a:bodyPr wrap="none" lIns="90000" tIns="46800" rIns="90000" bIns="46800" anchor="ctr"/>
          <a:lstStyle/>
          <a:p>
            <a:pPr marL="185738" fontAlgn="t">
              <a:defRPr/>
            </a:pPr>
            <a:endParaRPr lang="en-US" altLang="ko-KR" sz="2000" b="1">
              <a:solidFill>
                <a:srgbClr val="006699"/>
              </a:solidFill>
              <a:effectLst>
                <a:outerShdw blurRad="38100" dist="38100" dir="2700000" algn="tl">
                  <a:srgbClr val="000000"/>
                </a:outerShdw>
              </a:effectLst>
              <a:latin typeface="微软雅黑" pitchFamily="34" charset="-122"/>
              <a:ea typeface="微软雅黑" pitchFamily="34" charset="-122"/>
            </a:endParaRPr>
          </a:p>
        </p:txBody>
      </p:sp>
      <p:sp>
        <p:nvSpPr>
          <p:cNvPr id="24" name="Rectangle 7">
            <a:extLst>
              <a:ext uri="{FF2B5EF4-FFF2-40B4-BE49-F238E27FC236}">
                <a16:creationId xmlns:a16="http://schemas.microsoft.com/office/drawing/2014/main" id="{4C2AB5DB-118C-46FC-A058-391D403B45E0}"/>
              </a:ext>
            </a:extLst>
          </p:cNvPr>
          <p:cNvSpPr>
            <a:spLocks noChangeArrowheads="1"/>
          </p:cNvSpPr>
          <p:nvPr/>
        </p:nvSpPr>
        <p:spPr bwMode="auto">
          <a:xfrm>
            <a:off x="3309939" y="3524250"/>
            <a:ext cx="566737" cy="865188"/>
          </a:xfrm>
          <a:prstGeom prst="rect">
            <a:avLst/>
          </a:prstGeom>
          <a:solidFill>
            <a:srgbClr val="2A5380"/>
          </a:solidFill>
          <a:ln w="12700">
            <a:noFill/>
            <a:miter lim="800000"/>
            <a:headEnd/>
            <a:tailEnd/>
          </a:ln>
          <a:effectLst>
            <a:outerShdw dist="17961" dir="2700000" algn="ctr" rotWithShape="0">
              <a:srgbClr val="4D4D4D"/>
            </a:outerShdw>
          </a:effectLst>
        </p:spPr>
        <p:txBody>
          <a:bodyPr wrap="none" lIns="90000" tIns="46800" rIns="90000" bIns="46800" anchor="ctr"/>
          <a:lstStyle/>
          <a:p>
            <a:pPr fontAlgn="t">
              <a:defRPr/>
            </a:pPr>
            <a:r>
              <a:rPr lang="zh-CN" altLang="en-US" sz="2000" b="1" dirty="0">
                <a:solidFill>
                  <a:schemeClr val="bg1"/>
                </a:solidFill>
                <a:effectLst>
                  <a:outerShdw blurRad="38100" dist="38100" dir="2700000" algn="tl">
                    <a:srgbClr val="000000"/>
                  </a:outerShdw>
                </a:effectLst>
                <a:latin typeface="微软雅黑" pitchFamily="34" charset="-122"/>
                <a:ea typeface="微软雅黑" pitchFamily="34" charset="-122"/>
              </a:rPr>
              <a:t>三</a:t>
            </a:r>
            <a:endParaRPr lang="en-US" altLang="ko-KR" sz="2000" b="1" dirty="0">
              <a:solidFill>
                <a:schemeClr val="bg1"/>
              </a:solidFill>
              <a:effectLst>
                <a:outerShdw blurRad="38100" dist="38100" dir="2700000" algn="tl">
                  <a:srgbClr val="000000"/>
                </a:outerShdw>
              </a:effectLst>
              <a:latin typeface="微软雅黑" pitchFamily="34" charset="-122"/>
              <a:ea typeface="微软雅黑" pitchFamily="34" charset="-122"/>
            </a:endParaRPr>
          </a:p>
        </p:txBody>
      </p:sp>
      <p:sp>
        <p:nvSpPr>
          <p:cNvPr id="34825" name="Rectangle 8">
            <a:extLst>
              <a:ext uri="{FF2B5EF4-FFF2-40B4-BE49-F238E27FC236}">
                <a16:creationId xmlns:a16="http://schemas.microsoft.com/office/drawing/2014/main" id="{984DADEC-326C-5E98-A195-83012F8BB579}"/>
              </a:ext>
            </a:extLst>
          </p:cNvPr>
          <p:cNvSpPr>
            <a:spLocks noChangeArrowheads="1"/>
          </p:cNvSpPr>
          <p:nvPr/>
        </p:nvSpPr>
        <p:spPr bwMode="auto">
          <a:xfrm>
            <a:off x="3794125" y="3524250"/>
            <a:ext cx="4629150" cy="865188"/>
          </a:xfrm>
          <a:prstGeom prst="rect">
            <a:avLst/>
          </a:prstGeom>
          <a:solidFill>
            <a:srgbClr val="CADBEE"/>
          </a:solidFill>
          <a:ln>
            <a:noFill/>
          </a:ln>
          <a:effectLst>
            <a:outerShdw dist="17961" dir="2700000" algn="ctr" rotWithShape="0">
              <a:srgbClr val="4D4D4D"/>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nchor="ctr"/>
          <a:lstStyle>
            <a:lvl1pPr marL="185738">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fontAlgn="t">
              <a:spcBef>
                <a:spcPct val="0"/>
              </a:spcBef>
              <a:buClrTx/>
              <a:buSzTx/>
              <a:buFontTx/>
              <a:buNone/>
            </a:pPr>
            <a:endParaRPr lang="en-US" altLang="ko-KR" sz="2000" b="1">
              <a:solidFill>
                <a:srgbClr val="006699"/>
              </a:solidFill>
              <a:latin typeface="微软雅黑" panose="020B0503020204020204" pitchFamily="34" charset="-122"/>
              <a:ea typeface="微软雅黑" panose="020B0503020204020204" pitchFamily="34" charset="-122"/>
            </a:endParaRPr>
          </a:p>
        </p:txBody>
      </p:sp>
      <p:sp>
        <p:nvSpPr>
          <p:cNvPr id="26" name="Rectangle 9">
            <a:extLst>
              <a:ext uri="{FF2B5EF4-FFF2-40B4-BE49-F238E27FC236}">
                <a16:creationId xmlns:a16="http://schemas.microsoft.com/office/drawing/2014/main" id="{22D98CD3-261E-4942-B654-4095FD019C0C}"/>
              </a:ext>
            </a:extLst>
          </p:cNvPr>
          <p:cNvSpPr>
            <a:spLocks noChangeArrowheads="1"/>
          </p:cNvSpPr>
          <p:nvPr/>
        </p:nvSpPr>
        <p:spPr bwMode="auto">
          <a:xfrm>
            <a:off x="3309939" y="4484689"/>
            <a:ext cx="566737" cy="866775"/>
          </a:xfrm>
          <a:prstGeom prst="rect">
            <a:avLst/>
          </a:prstGeom>
          <a:solidFill>
            <a:srgbClr val="2A5380"/>
          </a:solidFill>
          <a:ln w="12700">
            <a:noFill/>
            <a:miter lim="800000"/>
            <a:headEnd/>
            <a:tailEnd/>
          </a:ln>
          <a:effectLst>
            <a:outerShdw dist="17961" dir="2700000" algn="ctr" rotWithShape="0">
              <a:srgbClr val="4D4D4D"/>
            </a:outerShdw>
          </a:effectLst>
        </p:spPr>
        <p:txBody>
          <a:bodyPr wrap="none" lIns="90000" tIns="46800" rIns="90000" bIns="46800" anchor="ctr"/>
          <a:lstStyle/>
          <a:p>
            <a:pPr fontAlgn="t">
              <a:defRPr/>
            </a:pPr>
            <a:r>
              <a:rPr lang="zh-CN" altLang="en-US" sz="2000" b="1" dirty="0">
                <a:solidFill>
                  <a:schemeClr val="bg1"/>
                </a:solidFill>
                <a:effectLst>
                  <a:outerShdw blurRad="38100" dist="38100" dir="2700000" algn="tl">
                    <a:srgbClr val="000000"/>
                  </a:outerShdw>
                </a:effectLst>
                <a:latin typeface="微软雅黑" pitchFamily="34" charset="-122"/>
                <a:ea typeface="微软雅黑" pitchFamily="34" charset="-122"/>
              </a:rPr>
              <a:t>四</a:t>
            </a:r>
            <a:endParaRPr lang="en-US" altLang="ko-KR" sz="2000" b="1" dirty="0">
              <a:solidFill>
                <a:schemeClr val="bg1"/>
              </a:solidFill>
              <a:effectLst>
                <a:outerShdw blurRad="38100" dist="38100" dir="2700000" algn="tl">
                  <a:srgbClr val="000000"/>
                </a:outerShdw>
              </a:effectLst>
              <a:latin typeface="微软雅黑" pitchFamily="34" charset="-122"/>
              <a:ea typeface="微软雅黑" pitchFamily="34" charset="-122"/>
            </a:endParaRPr>
          </a:p>
        </p:txBody>
      </p:sp>
      <p:sp>
        <p:nvSpPr>
          <p:cNvPr id="34827" name="Rectangle 10">
            <a:extLst>
              <a:ext uri="{FF2B5EF4-FFF2-40B4-BE49-F238E27FC236}">
                <a16:creationId xmlns:a16="http://schemas.microsoft.com/office/drawing/2014/main" id="{8A085BB2-E347-6312-D2D9-75D3C91BF729}"/>
              </a:ext>
            </a:extLst>
          </p:cNvPr>
          <p:cNvSpPr>
            <a:spLocks noChangeArrowheads="1"/>
          </p:cNvSpPr>
          <p:nvPr/>
        </p:nvSpPr>
        <p:spPr bwMode="auto">
          <a:xfrm>
            <a:off x="3794125" y="4484689"/>
            <a:ext cx="4629150" cy="866775"/>
          </a:xfrm>
          <a:prstGeom prst="rect">
            <a:avLst/>
          </a:prstGeom>
          <a:solidFill>
            <a:srgbClr val="CADBEE"/>
          </a:solidFill>
          <a:ln>
            <a:noFill/>
          </a:ln>
          <a:effectLst>
            <a:outerShdw dist="17961" dir="2700000" algn="ctr" rotWithShape="0">
              <a:srgbClr val="4D4D4D"/>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nchor="ctr"/>
          <a:lstStyle>
            <a:lvl1pPr marL="185738">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fontAlgn="t">
              <a:spcBef>
                <a:spcPct val="0"/>
              </a:spcBef>
              <a:buClrTx/>
              <a:buSzTx/>
              <a:buFontTx/>
              <a:buNone/>
            </a:pPr>
            <a:endParaRPr lang="en-US" altLang="ko-KR" sz="2000" b="1">
              <a:solidFill>
                <a:srgbClr val="006699"/>
              </a:solidFill>
              <a:latin typeface="微软雅黑" panose="020B0503020204020204" pitchFamily="34" charset="-122"/>
              <a:ea typeface="微软雅黑" panose="020B0503020204020204" pitchFamily="34" charset="-122"/>
            </a:endParaRPr>
          </a:p>
        </p:txBody>
      </p:sp>
      <p:sp>
        <p:nvSpPr>
          <p:cNvPr id="34828" name="AutoShape 11">
            <a:extLst>
              <a:ext uri="{FF2B5EF4-FFF2-40B4-BE49-F238E27FC236}">
                <a16:creationId xmlns:a16="http://schemas.microsoft.com/office/drawing/2014/main" id="{7ACC5B35-B7DF-7163-47F4-1834A6E8741A}"/>
              </a:ext>
            </a:extLst>
          </p:cNvPr>
          <p:cNvSpPr>
            <a:spLocks noChangeArrowheads="1"/>
          </p:cNvSpPr>
          <p:nvPr/>
        </p:nvSpPr>
        <p:spPr bwMode="gray">
          <a:xfrm>
            <a:off x="3814764" y="1701800"/>
            <a:ext cx="4391025" cy="6223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latinLnBrk="1" hangingPunct="1">
              <a:spcBef>
                <a:spcPct val="0"/>
              </a:spcBef>
              <a:buClrTx/>
              <a:buSzTx/>
              <a:buFontTx/>
              <a:buNone/>
            </a:pPr>
            <a:r>
              <a:rPr lang="zh-CN" altLang="en-US" sz="2000" b="1">
                <a:solidFill>
                  <a:srgbClr val="003366"/>
                </a:solidFill>
                <a:latin typeface="微软雅黑" panose="020B0503020204020204" pitchFamily="34" charset="-122"/>
                <a:ea typeface="微软雅黑" panose="020B0503020204020204" pitchFamily="34" charset="-122"/>
              </a:rPr>
              <a:t>项目与软件项目</a:t>
            </a:r>
            <a:endParaRPr lang="ko-KR" altLang="en-US" sz="2000" b="1">
              <a:solidFill>
                <a:srgbClr val="003366"/>
              </a:solidFill>
              <a:latin typeface="微软雅黑" panose="020B0503020204020204" pitchFamily="34" charset="-122"/>
              <a:ea typeface="微软雅黑" panose="020B0503020204020204" pitchFamily="34" charset="-122"/>
            </a:endParaRPr>
          </a:p>
        </p:txBody>
      </p:sp>
      <p:sp>
        <p:nvSpPr>
          <p:cNvPr id="34829" name="AutoShape 12">
            <a:extLst>
              <a:ext uri="{FF2B5EF4-FFF2-40B4-BE49-F238E27FC236}">
                <a16:creationId xmlns:a16="http://schemas.microsoft.com/office/drawing/2014/main" id="{9460281E-0C26-3FD2-C7AE-B91F570D9E4C}"/>
              </a:ext>
            </a:extLst>
          </p:cNvPr>
          <p:cNvSpPr>
            <a:spLocks noChangeArrowheads="1"/>
          </p:cNvSpPr>
          <p:nvPr/>
        </p:nvSpPr>
        <p:spPr bwMode="gray">
          <a:xfrm>
            <a:off x="3814764" y="2660650"/>
            <a:ext cx="4391025" cy="6223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latinLnBrk="1" hangingPunct="1">
              <a:spcBef>
                <a:spcPct val="0"/>
              </a:spcBef>
              <a:buClrTx/>
              <a:buSzTx/>
              <a:buFontTx/>
              <a:buNone/>
            </a:pPr>
            <a:r>
              <a:rPr lang="zh-CN" altLang="en-US" sz="2000" b="1">
                <a:solidFill>
                  <a:srgbClr val="003366"/>
                </a:solidFill>
                <a:latin typeface="微软雅黑" panose="020B0503020204020204" pitchFamily="34" charset="-122"/>
                <a:ea typeface="微软雅黑" panose="020B0503020204020204" pitchFamily="34" charset="-122"/>
              </a:rPr>
              <a:t>项目管理与软件项目管理 </a:t>
            </a:r>
            <a:endParaRPr lang="ko-KR" altLang="en-US" sz="2000" b="1">
              <a:solidFill>
                <a:srgbClr val="003366"/>
              </a:solidFill>
              <a:latin typeface="微软雅黑" panose="020B0503020204020204" pitchFamily="34" charset="-122"/>
              <a:ea typeface="微软雅黑" panose="020B0503020204020204" pitchFamily="34" charset="-122"/>
            </a:endParaRPr>
          </a:p>
        </p:txBody>
      </p:sp>
      <p:sp>
        <p:nvSpPr>
          <p:cNvPr id="15374" name="AutoShape 13">
            <a:extLst>
              <a:ext uri="{FF2B5EF4-FFF2-40B4-BE49-F238E27FC236}">
                <a16:creationId xmlns:a16="http://schemas.microsoft.com/office/drawing/2014/main" id="{C0A5FED4-4285-239A-5260-B53B22833C20}"/>
              </a:ext>
            </a:extLst>
          </p:cNvPr>
          <p:cNvSpPr>
            <a:spLocks noChangeArrowheads="1"/>
          </p:cNvSpPr>
          <p:nvPr/>
        </p:nvSpPr>
        <p:spPr bwMode="gray">
          <a:xfrm>
            <a:off x="3884614" y="3621088"/>
            <a:ext cx="4321175" cy="6223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latinLnBrk="1" hangingPunct="1">
              <a:spcBef>
                <a:spcPct val="0"/>
              </a:spcBef>
              <a:buClrTx/>
              <a:buSzTx/>
              <a:buFontTx/>
              <a:buNone/>
            </a:pPr>
            <a:r>
              <a:rPr lang="en-US" altLang="zh-CN" sz="2000" b="1">
                <a:solidFill>
                  <a:srgbClr val="003366"/>
                </a:solidFill>
                <a:latin typeface="微软雅黑" panose="020B0503020204020204" pitchFamily="34" charset="-122"/>
                <a:ea typeface="微软雅黑" panose="020B0503020204020204" pitchFamily="34" charset="-122"/>
              </a:rPr>
              <a:t>PMBOK</a:t>
            </a:r>
            <a:r>
              <a:rPr lang="zh-CN" altLang="en-US" sz="2000" b="1">
                <a:solidFill>
                  <a:srgbClr val="003366"/>
                </a:solidFill>
                <a:latin typeface="微软雅黑" panose="020B0503020204020204" pitchFamily="34" charset="-122"/>
                <a:ea typeface="微软雅黑" panose="020B0503020204020204" pitchFamily="34" charset="-122"/>
              </a:rPr>
              <a:t>与软件项目管理体系</a:t>
            </a:r>
            <a:endParaRPr lang="ko-KR" altLang="en-US" sz="2000" b="1">
              <a:solidFill>
                <a:srgbClr val="003366"/>
              </a:solidFill>
              <a:latin typeface="微软雅黑" panose="020B0503020204020204" pitchFamily="34" charset="-122"/>
              <a:ea typeface="微软雅黑" panose="020B0503020204020204" pitchFamily="34" charset="-122"/>
            </a:endParaRPr>
          </a:p>
        </p:txBody>
      </p:sp>
      <p:sp>
        <p:nvSpPr>
          <p:cNvPr id="34831" name="AutoShape 14">
            <a:extLst>
              <a:ext uri="{FF2B5EF4-FFF2-40B4-BE49-F238E27FC236}">
                <a16:creationId xmlns:a16="http://schemas.microsoft.com/office/drawing/2014/main" id="{7B39872F-749D-625F-8C59-5F016DB52619}"/>
              </a:ext>
            </a:extLst>
          </p:cNvPr>
          <p:cNvSpPr>
            <a:spLocks noChangeArrowheads="1"/>
          </p:cNvSpPr>
          <p:nvPr/>
        </p:nvSpPr>
        <p:spPr bwMode="gray">
          <a:xfrm>
            <a:off x="3886200" y="4579938"/>
            <a:ext cx="4032250" cy="6223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latinLnBrk="1" hangingPunct="1">
              <a:spcBef>
                <a:spcPct val="0"/>
              </a:spcBef>
              <a:buClrTx/>
              <a:buSzTx/>
              <a:buFontTx/>
              <a:buNone/>
            </a:pPr>
            <a:r>
              <a:rPr lang="zh-CN" altLang="en-US" sz="2000" b="1">
                <a:solidFill>
                  <a:srgbClr val="003366"/>
                </a:solidFill>
                <a:latin typeface="微软雅黑" panose="020B0503020204020204" pitchFamily="34" charset="-122"/>
                <a:ea typeface="微软雅黑" panose="020B0503020204020204" pitchFamily="34" charset="-122"/>
              </a:rPr>
              <a:t>敏捷项目管理</a:t>
            </a:r>
            <a:endParaRPr lang="ko-KR" altLang="en-US" sz="2000" b="1">
              <a:solidFill>
                <a:srgbClr val="003366"/>
              </a:solidFill>
              <a:latin typeface="微软雅黑" panose="020B0503020204020204" pitchFamily="34" charset="-122"/>
              <a:ea typeface="微软雅黑" panose="020B0503020204020204" pitchFamily="34" charset="-122"/>
            </a:endParaRPr>
          </a:p>
        </p:txBody>
      </p:sp>
      <p:sp>
        <p:nvSpPr>
          <p:cNvPr id="35" name="Rectangle 9">
            <a:extLst>
              <a:ext uri="{FF2B5EF4-FFF2-40B4-BE49-F238E27FC236}">
                <a16:creationId xmlns:a16="http://schemas.microsoft.com/office/drawing/2014/main" id="{BA20E5E0-7906-44FA-A0D1-B4684075000B}"/>
              </a:ext>
            </a:extLst>
          </p:cNvPr>
          <p:cNvSpPr>
            <a:spLocks noChangeArrowheads="1"/>
          </p:cNvSpPr>
          <p:nvPr/>
        </p:nvSpPr>
        <p:spPr bwMode="auto">
          <a:xfrm>
            <a:off x="3309939" y="5446714"/>
            <a:ext cx="566737" cy="865187"/>
          </a:xfrm>
          <a:prstGeom prst="rect">
            <a:avLst/>
          </a:prstGeom>
          <a:solidFill>
            <a:srgbClr val="2A5380"/>
          </a:solidFill>
          <a:ln w="12700">
            <a:noFill/>
            <a:miter lim="800000"/>
            <a:headEnd/>
            <a:tailEnd/>
          </a:ln>
          <a:effectLst>
            <a:outerShdw dist="17961" dir="2700000" algn="ctr" rotWithShape="0">
              <a:srgbClr val="4D4D4D"/>
            </a:outerShdw>
          </a:effectLst>
        </p:spPr>
        <p:txBody>
          <a:bodyPr wrap="none" lIns="90000" tIns="46800" rIns="90000" bIns="46800" anchor="ctr"/>
          <a:lstStyle/>
          <a:p>
            <a:pPr fontAlgn="t">
              <a:defRPr/>
            </a:pPr>
            <a:r>
              <a:rPr lang="zh-CN" altLang="en-US" sz="2000" b="1" dirty="0">
                <a:solidFill>
                  <a:schemeClr val="bg1"/>
                </a:solidFill>
                <a:effectLst>
                  <a:outerShdw blurRad="38100" dist="38100" dir="2700000" algn="tl">
                    <a:srgbClr val="000000"/>
                  </a:outerShdw>
                </a:effectLst>
                <a:latin typeface="微软雅黑" pitchFamily="34" charset="-122"/>
                <a:ea typeface="微软雅黑" pitchFamily="34" charset="-122"/>
              </a:rPr>
              <a:t>五</a:t>
            </a:r>
            <a:endParaRPr lang="en-US" altLang="ko-KR" sz="2000" b="1" dirty="0">
              <a:solidFill>
                <a:schemeClr val="bg1"/>
              </a:solidFill>
              <a:effectLst>
                <a:outerShdw blurRad="38100" dist="38100" dir="2700000" algn="tl">
                  <a:srgbClr val="000000"/>
                </a:outerShdw>
              </a:effectLst>
              <a:latin typeface="微软雅黑" pitchFamily="34" charset="-122"/>
              <a:ea typeface="微软雅黑" pitchFamily="34" charset="-122"/>
            </a:endParaRPr>
          </a:p>
        </p:txBody>
      </p:sp>
      <p:sp>
        <p:nvSpPr>
          <p:cNvPr id="34833" name="Rectangle 10">
            <a:extLst>
              <a:ext uri="{FF2B5EF4-FFF2-40B4-BE49-F238E27FC236}">
                <a16:creationId xmlns:a16="http://schemas.microsoft.com/office/drawing/2014/main" id="{A8913A19-08A9-6CF3-EFDF-63E59CAB00A7}"/>
              </a:ext>
            </a:extLst>
          </p:cNvPr>
          <p:cNvSpPr>
            <a:spLocks noChangeArrowheads="1"/>
          </p:cNvSpPr>
          <p:nvPr/>
        </p:nvSpPr>
        <p:spPr bwMode="auto">
          <a:xfrm>
            <a:off x="3794125" y="5446714"/>
            <a:ext cx="4629150" cy="865187"/>
          </a:xfrm>
          <a:prstGeom prst="rect">
            <a:avLst/>
          </a:prstGeom>
          <a:solidFill>
            <a:srgbClr val="CADBEE"/>
          </a:solidFill>
          <a:ln>
            <a:noFill/>
          </a:ln>
          <a:effectLst>
            <a:outerShdw dist="17961" dir="2700000" algn="ctr" rotWithShape="0">
              <a:srgbClr val="4D4D4D"/>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nchor="ctr"/>
          <a:lstStyle>
            <a:lvl1pPr marL="185738">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fontAlgn="t">
              <a:spcBef>
                <a:spcPct val="0"/>
              </a:spcBef>
              <a:buClrTx/>
              <a:buSzTx/>
              <a:buFontTx/>
              <a:buNone/>
            </a:pPr>
            <a:endParaRPr lang="en-US" altLang="ko-KR" sz="2000" b="1">
              <a:solidFill>
                <a:srgbClr val="006699"/>
              </a:solidFill>
              <a:latin typeface="微软雅黑" panose="020B0503020204020204" pitchFamily="34" charset="-122"/>
              <a:ea typeface="微软雅黑" panose="020B0503020204020204" pitchFamily="34" charset="-122"/>
            </a:endParaRPr>
          </a:p>
        </p:txBody>
      </p:sp>
      <p:sp>
        <p:nvSpPr>
          <p:cNvPr id="34834" name="AutoShape 14">
            <a:extLst>
              <a:ext uri="{FF2B5EF4-FFF2-40B4-BE49-F238E27FC236}">
                <a16:creationId xmlns:a16="http://schemas.microsoft.com/office/drawing/2014/main" id="{ED2DB63E-53ED-F205-1271-6B03DDB5A137}"/>
              </a:ext>
            </a:extLst>
          </p:cNvPr>
          <p:cNvSpPr>
            <a:spLocks noChangeArrowheads="1"/>
          </p:cNvSpPr>
          <p:nvPr/>
        </p:nvSpPr>
        <p:spPr bwMode="gray">
          <a:xfrm>
            <a:off x="3886200" y="5541963"/>
            <a:ext cx="4032250" cy="6223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latinLnBrk="1" hangingPunct="1">
              <a:spcBef>
                <a:spcPct val="0"/>
              </a:spcBef>
              <a:buClrTx/>
              <a:buSzTx/>
              <a:buFontTx/>
              <a:buNone/>
            </a:pPr>
            <a:r>
              <a:rPr lang="zh-CN" altLang="en-US" sz="2000" b="1">
                <a:solidFill>
                  <a:srgbClr val="003366"/>
                </a:solidFill>
                <a:latin typeface="微软雅黑" panose="020B0503020204020204" pitchFamily="34" charset="-122"/>
                <a:ea typeface="微软雅黑" panose="020B0503020204020204" pitchFamily="34" charset="-122"/>
              </a:rPr>
              <a:t>软件项目管理过程</a:t>
            </a:r>
            <a:endParaRPr lang="ko-KR" altLang="en-US" sz="2000" b="1">
              <a:solidFill>
                <a:srgbClr val="003366"/>
              </a:solidFill>
              <a:latin typeface="微软雅黑" panose="020B0503020204020204" pitchFamily="34" charset="-122"/>
              <a:ea typeface="Gulim" panose="020B0600000101010101" pitchFamily="34" charset="-127"/>
            </a:endParaRPr>
          </a:p>
        </p:txBody>
      </p:sp>
      <p:sp>
        <p:nvSpPr>
          <p:cNvPr id="2" name="标题 1">
            <a:extLst>
              <a:ext uri="{FF2B5EF4-FFF2-40B4-BE49-F238E27FC236}">
                <a16:creationId xmlns:a16="http://schemas.microsoft.com/office/drawing/2014/main" id="{ECEFB84E-0FC1-3504-C5E4-7A5A2B7BEF94}"/>
              </a:ext>
            </a:extLst>
          </p:cNvPr>
          <p:cNvSpPr>
            <a:spLocks noGrp="1"/>
          </p:cNvSpPr>
          <p:nvPr>
            <p:ph type="title"/>
          </p:nvPr>
        </p:nvSpPr>
        <p:spPr/>
        <p:txBody>
          <a:bodyPr/>
          <a:lstStyle/>
          <a:p>
            <a:r>
              <a:rPr lang="zh-CN" altLang="en-US" dirty="0"/>
              <a:t>本章要点</a:t>
            </a:r>
          </a:p>
        </p:txBody>
      </p:sp>
      <p:sp>
        <p:nvSpPr>
          <p:cNvPr id="5" name="内容占位符 4">
            <a:extLst>
              <a:ext uri="{FF2B5EF4-FFF2-40B4-BE49-F238E27FC236}">
                <a16:creationId xmlns:a16="http://schemas.microsoft.com/office/drawing/2014/main" id="{B99896C8-7298-37A0-ADC8-1EB0509CFAC7}"/>
              </a:ext>
            </a:extLst>
          </p:cNvPr>
          <p:cNvSpPr>
            <a:spLocks noGrp="1"/>
          </p:cNvSpPr>
          <p:nvPr>
            <p:ph sz="quarter" idx="1"/>
          </p:nvPr>
        </p:nvSpPr>
        <p:spPr/>
        <p:txBody>
          <a:bodyPr/>
          <a:lstStyle/>
          <a:p>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mph" presetSubtype="2" fill="hold" nodeType="clickEffect">
                                  <p:stCondLst>
                                    <p:cond delay="0"/>
                                  </p:stCondLst>
                                  <p:childTnLst>
                                    <p:animClr clrSpc="rgb" dir="cw">
                                      <p:cBhvr override="childStyle">
                                        <p:cTn id="6" dur="2000" fill="hold"/>
                                        <p:tgtEl>
                                          <p:spTgt spid="15374">
                                            <p:txEl>
                                              <p:pRg st="0" end="0"/>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25557733-F067-6982-142A-2CD7A434A70B}"/>
              </a:ext>
            </a:extLst>
          </p:cNvPr>
          <p:cNvSpPr>
            <a:spLocks noGrp="1"/>
          </p:cNvSpPr>
          <p:nvPr>
            <p:ph type="title"/>
          </p:nvPr>
        </p:nvSpPr>
        <p:spPr/>
        <p:txBody>
          <a:bodyPr/>
          <a:lstStyle/>
          <a:p>
            <a:r>
              <a:rPr lang="en-US" altLang="zh-CN" dirty="0"/>
              <a:t>PMBOK(A guide to the Project management Body Of Knowledge:</a:t>
            </a:r>
            <a:r>
              <a:rPr lang="zh-CN" altLang="en-US" dirty="0"/>
              <a:t>项目管理知识体系指南</a:t>
            </a:r>
            <a:r>
              <a:rPr lang="en-US" altLang="zh-CN" dirty="0"/>
              <a:t>)</a:t>
            </a:r>
            <a:endParaRPr lang="zh-CN" altLang="en-US" dirty="0"/>
          </a:p>
        </p:txBody>
      </p:sp>
      <p:pic>
        <p:nvPicPr>
          <p:cNvPr id="35843" name="内容占位符 5">
            <a:extLst>
              <a:ext uri="{FF2B5EF4-FFF2-40B4-BE49-F238E27FC236}">
                <a16:creationId xmlns:a16="http://schemas.microsoft.com/office/drawing/2014/main" id="{B9312458-ED79-98F7-2998-E426C2F9725A}"/>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tretch>
            <a:fillRect/>
          </a:stretch>
        </p:blipFill>
        <p:spPr>
          <a:xfrm>
            <a:off x="4300291" y="1439863"/>
            <a:ext cx="3591417" cy="4679950"/>
          </a:xfrm>
        </p:spPr>
      </p:pic>
      <p:sp>
        <p:nvSpPr>
          <p:cNvPr id="35846" name="文本框 6">
            <a:extLst>
              <a:ext uri="{FF2B5EF4-FFF2-40B4-BE49-F238E27FC236}">
                <a16:creationId xmlns:a16="http://schemas.microsoft.com/office/drawing/2014/main" id="{F6E13252-80E6-0D2F-254E-2ED4E975ED1F}"/>
              </a:ext>
            </a:extLst>
          </p:cNvPr>
          <p:cNvSpPr txBox="1">
            <a:spLocks noChangeArrowheads="1"/>
          </p:cNvSpPr>
          <p:nvPr/>
        </p:nvSpPr>
        <p:spPr bwMode="auto">
          <a:xfrm>
            <a:off x="6443663" y="1700214"/>
            <a:ext cx="3833812" cy="3786187"/>
          </a:xfrm>
          <a:prstGeom prst="rect">
            <a:avLst/>
          </a:prstGeom>
          <a:noFill/>
          <a:ln w="952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r>
              <a:rPr lang="zh-CN" altLang="en-US" dirty="0">
                <a:latin typeface="Arial Black" panose="020B0A04020102020204" pitchFamily="34" charset="0"/>
              </a:rPr>
              <a:t>（</a:t>
            </a:r>
            <a:r>
              <a:rPr lang="en-US" altLang="zh-CN" dirty="0">
                <a:latin typeface="Arial Black" panose="020B0A04020102020204" pitchFamily="34" charset="0"/>
              </a:rPr>
              <a:t>PMI</a:t>
            </a:r>
            <a:r>
              <a:rPr lang="zh-CN" altLang="en-US" dirty="0">
                <a:latin typeface="Arial Black" panose="020B0A04020102020204" pitchFamily="34" charset="0"/>
              </a:rPr>
              <a:t>）对项目管理所需的知识、技能和工具进行的概括性描述。</a:t>
            </a:r>
            <a:endParaRPr lang="en-US" altLang="zh-CN" dirty="0">
              <a:latin typeface="Arial Black" panose="020B0A04020102020204" pitchFamily="34" charset="0"/>
            </a:endParaRPr>
          </a:p>
          <a:p>
            <a:endParaRPr lang="en-US" altLang="zh-CN" dirty="0">
              <a:latin typeface="Arial Black" panose="020B0A04020102020204" pitchFamily="34" charset="0"/>
            </a:endParaRPr>
          </a:p>
          <a:p>
            <a:endParaRPr lang="en-US" altLang="zh-CN" dirty="0">
              <a:latin typeface="Arial Black" panose="020B0A04020102020204" pitchFamily="34" charset="0"/>
            </a:endParaRPr>
          </a:p>
          <a:p>
            <a:endParaRPr lang="en-US" altLang="zh-CN" dirty="0">
              <a:latin typeface="Arial Black" panose="020B0A04020102020204" pitchFamily="34" charset="0"/>
            </a:endParaRPr>
          </a:p>
          <a:p>
            <a:endParaRPr lang="en-US" altLang="zh-CN" dirty="0">
              <a:latin typeface="Arial Black" panose="020B0A04020102020204" pitchFamily="34" charset="0"/>
            </a:endParaRPr>
          </a:p>
          <a:p>
            <a:r>
              <a:rPr lang="en-US" altLang="zh-CN" dirty="0">
                <a:latin typeface="Arial Black" panose="020B0A04020102020204" pitchFamily="34" charset="0"/>
              </a:rPr>
              <a:t>2017</a:t>
            </a:r>
            <a:r>
              <a:rPr lang="zh-CN" altLang="en-US" dirty="0">
                <a:latin typeface="Arial Black" panose="020B0A04020102020204" pitchFamily="34" charset="0"/>
              </a:rPr>
              <a:t>年</a:t>
            </a:r>
            <a:r>
              <a:rPr lang="en-US" altLang="zh-CN" dirty="0">
                <a:latin typeface="Arial Black" panose="020B0A04020102020204" pitchFamily="34" charset="0"/>
              </a:rPr>
              <a:t>3</a:t>
            </a:r>
            <a:r>
              <a:rPr lang="zh-CN" altLang="en-US" dirty="0">
                <a:latin typeface="Arial Black" panose="020B0A04020102020204" pitchFamily="34" charset="0"/>
              </a:rPr>
              <a:t>季度</a:t>
            </a:r>
            <a:endParaRPr lang="en-US" altLang="zh-CN" dirty="0">
              <a:latin typeface="Arial Black" panose="020B0A04020102020204" pitchFamily="34" charset="0"/>
            </a:endParaRPr>
          </a:p>
          <a:p>
            <a:r>
              <a:rPr lang="en-US" altLang="zh-CN" dirty="0">
                <a:latin typeface="Arial Black" panose="020B0A04020102020204" pitchFamily="34" charset="0"/>
              </a:rPr>
              <a:t>PMBOK</a:t>
            </a:r>
            <a:r>
              <a:rPr lang="zh-CN" altLang="en-US" dirty="0">
                <a:latin typeface="Arial Black" panose="020B0A04020102020204" pitchFamily="34" charset="0"/>
              </a:rPr>
              <a:t>第六版正式出版</a:t>
            </a:r>
            <a:endParaRPr lang="en-US" altLang="zh-CN" dirty="0">
              <a:latin typeface="Arial Black" panose="020B0A04020102020204" pitchFamily="34" charset="0"/>
            </a:endParaRPr>
          </a:p>
          <a:p>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38E31A10-7F27-7C9F-E977-F7ED3D46D292}"/>
              </a:ext>
            </a:extLst>
          </p:cNvPr>
          <p:cNvSpPr>
            <a:spLocks noGrp="1"/>
          </p:cNvSpPr>
          <p:nvPr>
            <p:ph type="title"/>
          </p:nvPr>
        </p:nvSpPr>
        <p:spPr>
          <a:xfrm>
            <a:off x="263352" y="228600"/>
            <a:ext cx="10026823" cy="990600"/>
          </a:xfrm>
        </p:spPr>
        <p:txBody>
          <a:bodyPr/>
          <a:lstStyle/>
          <a:p>
            <a:r>
              <a:rPr lang="en-US" altLang="zh-CN" b="1" dirty="0"/>
              <a:t>PMBOK</a:t>
            </a:r>
            <a:r>
              <a:rPr lang="zh-CN" altLang="en-US" b="1" dirty="0"/>
              <a:t>知识架构（</a:t>
            </a:r>
            <a:r>
              <a:rPr lang="en-US" altLang="zh-CN" b="1" dirty="0"/>
              <a:t>2017</a:t>
            </a:r>
            <a:r>
              <a:rPr lang="zh-CN" altLang="en-US" b="1" dirty="0"/>
              <a:t>第</a:t>
            </a:r>
            <a:r>
              <a:rPr lang="en-US" altLang="zh-CN" b="1" dirty="0"/>
              <a:t>6</a:t>
            </a:r>
            <a:r>
              <a:rPr lang="zh-CN" altLang="en-US" b="1" dirty="0"/>
              <a:t>版）</a:t>
            </a:r>
            <a:endParaRPr lang="zh-CN" altLang="en-US" dirty="0"/>
          </a:p>
        </p:txBody>
      </p:sp>
      <p:pic>
        <p:nvPicPr>
          <p:cNvPr id="36867" name="内容占位符 5">
            <a:extLst>
              <a:ext uri="{FF2B5EF4-FFF2-40B4-BE49-F238E27FC236}">
                <a16:creationId xmlns:a16="http://schemas.microsoft.com/office/drawing/2014/main" id="{E061CA2C-C5C9-BC55-E1B7-82D8678E0A29}"/>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tretch>
            <a:fillRect/>
          </a:stretch>
        </p:blipFill>
        <p:spPr>
          <a:xfrm>
            <a:off x="2943886" y="1439863"/>
            <a:ext cx="6304227" cy="4679950"/>
          </a:xfrm>
        </p:spPr>
      </p:pic>
      <p:pic>
        <p:nvPicPr>
          <p:cNvPr id="36869" name="内容占位符 5">
            <a:extLst>
              <a:ext uri="{FF2B5EF4-FFF2-40B4-BE49-F238E27FC236}">
                <a16:creationId xmlns:a16="http://schemas.microsoft.com/office/drawing/2014/main" id="{E19EDFBA-8220-8D72-1512-83905F247B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4514" y="1700214"/>
            <a:ext cx="5437187" cy="472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92B264AE-29D8-F206-18AC-ED6F3D2EE8AB}"/>
              </a:ext>
            </a:extLst>
          </p:cNvPr>
          <p:cNvSpPr>
            <a:spLocks noGrp="1"/>
          </p:cNvSpPr>
          <p:nvPr>
            <p:ph type="title"/>
          </p:nvPr>
        </p:nvSpPr>
        <p:spPr/>
        <p:txBody>
          <a:bodyPr/>
          <a:lstStyle/>
          <a:p>
            <a:r>
              <a:rPr lang="zh-CN" altLang="en-US"/>
              <a:t>过程组与知识域关系</a:t>
            </a:r>
          </a:p>
        </p:txBody>
      </p:sp>
      <p:pic>
        <p:nvPicPr>
          <p:cNvPr id="37891" name="内容占位符 5">
            <a:extLst>
              <a:ext uri="{FF2B5EF4-FFF2-40B4-BE49-F238E27FC236}">
                <a16:creationId xmlns:a16="http://schemas.microsoft.com/office/drawing/2014/main" id="{F784FBEB-ED4D-425C-D479-C4357621A598}"/>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tretch>
            <a:fillRect/>
          </a:stretch>
        </p:blipFill>
        <p:spPr>
          <a:xfrm>
            <a:off x="4404585" y="1439863"/>
            <a:ext cx="3382830" cy="4679950"/>
          </a:xfr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61597075-55DE-43CF-D10D-6FEBBB3588D9}"/>
              </a:ext>
            </a:extLst>
          </p:cNvPr>
          <p:cNvSpPr>
            <a:spLocks noGrp="1"/>
          </p:cNvSpPr>
          <p:nvPr>
            <p:ph type="title"/>
          </p:nvPr>
        </p:nvSpPr>
        <p:spPr>
          <a:xfrm>
            <a:off x="2136775" y="228600"/>
            <a:ext cx="8153400" cy="990600"/>
          </a:xfrm>
        </p:spPr>
        <p:txBody>
          <a:bodyPr/>
          <a:lstStyle/>
          <a:p>
            <a:r>
              <a:rPr lang="en-US" altLang="zh-CN">
                <a:latin typeface="华文中宋" panose="02010600040101010101" pitchFamily="2" charset="-122"/>
                <a:ea typeface="华文中宋" panose="02010600040101010101" pitchFamily="2" charset="-122"/>
              </a:rPr>
              <a:t>2021</a:t>
            </a:r>
            <a:r>
              <a:rPr lang="zh-CN" altLang="en-US">
                <a:latin typeface="华文中宋" panose="02010600040101010101" pitchFamily="2" charset="-122"/>
                <a:ea typeface="华文中宋" panose="02010600040101010101" pitchFamily="2" charset="-122"/>
              </a:rPr>
              <a:t>年</a:t>
            </a:r>
            <a:r>
              <a:rPr lang="en-US" altLang="zh-CN">
                <a:latin typeface="华文中宋" panose="02010600040101010101" pitchFamily="2" charset="-122"/>
                <a:ea typeface="华文中宋" panose="02010600040101010101" pitchFamily="2" charset="-122"/>
              </a:rPr>
              <a:t>7</a:t>
            </a:r>
            <a:r>
              <a:rPr lang="zh-CN" altLang="en-US">
                <a:latin typeface="华文中宋" panose="02010600040101010101" pitchFamily="2" charset="-122"/>
                <a:ea typeface="华文中宋" panose="02010600040101010101" pitchFamily="2" charset="-122"/>
              </a:rPr>
              <a:t>月</a:t>
            </a:r>
            <a:r>
              <a:rPr lang="en-US" altLang="zh-CN" b="1">
                <a:latin typeface="华文中宋" panose="02010600040101010101" pitchFamily="2" charset="-122"/>
                <a:ea typeface="华文中宋" panose="02010600040101010101" pitchFamily="2" charset="-122"/>
              </a:rPr>
              <a:t>PMBOK</a:t>
            </a:r>
            <a:r>
              <a:rPr lang="zh-CN" altLang="en-US">
                <a:latin typeface="华文中宋" panose="02010600040101010101" pitchFamily="2" charset="-122"/>
                <a:ea typeface="华文中宋" panose="02010600040101010101" pitchFamily="2" charset="-122"/>
              </a:rPr>
              <a:t>第</a:t>
            </a:r>
            <a:r>
              <a:rPr lang="en-US" altLang="zh-CN">
                <a:latin typeface="华文中宋" panose="02010600040101010101" pitchFamily="2" charset="-122"/>
                <a:ea typeface="华文中宋" panose="02010600040101010101" pitchFamily="2" charset="-122"/>
              </a:rPr>
              <a:t>7</a:t>
            </a:r>
            <a:r>
              <a:rPr lang="zh-CN" altLang="en-US">
                <a:latin typeface="华文中宋" panose="02010600040101010101" pitchFamily="2" charset="-122"/>
                <a:ea typeface="华文中宋" panose="02010600040101010101" pitchFamily="2" charset="-122"/>
              </a:rPr>
              <a:t>版发布</a:t>
            </a:r>
          </a:p>
        </p:txBody>
      </p:sp>
      <p:pic>
        <p:nvPicPr>
          <p:cNvPr id="38915" name="内容占位符 5">
            <a:extLst>
              <a:ext uri="{FF2B5EF4-FFF2-40B4-BE49-F238E27FC236}">
                <a16:creationId xmlns:a16="http://schemas.microsoft.com/office/drawing/2014/main" id="{B54360B0-574B-2121-79E4-17E88EEC48AE}"/>
              </a:ext>
            </a:extLst>
          </p:cNvPr>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3143250" y="1570039"/>
            <a:ext cx="5634038" cy="4886325"/>
          </a:xfr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70AA8E1A-123A-88A4-4392-D9D0A60E4D5F}"/>
              </a:ext>
            </a:extLst>
          </p:cNvPr>
          <p:cNvSpPr>
            <a:spLocks noGrp="1"/>
          </p:cNvSpPr>
          <p:nvPr>
            <p:ph type="title"/>
          </p:nvPr>
        </p:nvSpPr>
        <p:spPr>
          <a:xfrm>
            <a:off x="2136775" y="228600"/>
            <a:ext cx="8153400" cy="990600"/>
          </a:xfrm>
        </p:spPr>
        <p:txBody>
          <a:bodyPr/>
          <a:lstStyle/>
          <a:p>
            <a:r>
              <a:rPr lang="en-US" altLang="zh-CN">
                <a:latin typeface="华文中宋" panose="02010600040101010101" pitchFamily="2" charset="-122"/>
                <a:ea typeface="华文中宋" panose="02010600040101010101" pitchFamily="2" charset="-122"/>
              </a:rPr>
              <a:t>PMBOK7.0</a:t>
            </a:r>
            <a:r>
              <a:rPr lang="zh-CN" altLang="en-US">
                <a:latin typeface="华文中宋" panose="02010600040101010101" pitchFamily="2" charset="-122"/>
                <a:ea typeface="华文中宋" panose="02010600040101010101" pitchFamily="2" charset="-122"/>
              </a:rPr>
              <a:t>的变革</a:t>
            </a:r>
          </a:p>
        </p:txBody>
      </p:sp>
      <p:pic>
        <p:nvPicPr>
          <p:cNvPr id="40964" name="内容占位符 5" descr="图片">
            <a:extLst>
              <a:ext uri="{FF2B5EF4-FFF2-40B4-BE49-F238E27FC236}">
                <a16:creationId xmlns:a16="http://schemas.microsoft.com/office/drawing/2014/main" id="{9C8F9E59-A693-710D-A4F0-6F835B8E962B}"/>
              </a:ext>
            </a:extLst>
          </p:cNvPr>
          <p:cNvPicPr>
            <a:picLocks noGrp="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703388" y="2781301"/>
            <a:ext cx="3960812" cy="1947863"/>
          </a:xfrm>
        </p:spPr>
      </p:pic>
      <p:pic>
        <p:nvPicPr>
          <p:cNvPr id="40965" name="图片 1">
            <a:extLst>
              <a:ext uri="{FF2B5EF4-FFF2-40B4-BE49-F238E27FC236}">
                <a16:creationId xmlns:a16="http://schemas.microsoft.com/office/drawing/2014/main" id="{AFAF9FA4-8372-8D42-28B2-2ADB1E2D2F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1538" y="1773239"/>
            <a:ext cx="4330700" cy="47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a:extLst>
              <a:ext uri="{FF2B5EF4-FFF2-40B4-BE49-F238E27FC236}">
                <a16:creationId xmlns:a16="http://schemas.microsoft.com/office/drawing/2014/main" id="{7BF301FC-8E6A-152F-1068-035DEAE8BABD}"/>
              </a:ext>
            </a:extLst>
          </p:cNvPr>
          <p:cNvSpPr>
            <a:spLocks noGrp="1"/>
          </p:cNvSpPr>
          <p:nvPr>
            <p:ph type="title"/>
          </p:nvPr>
        </p:nvSpPr>
        <p:spPr/>
        <p:txBody>
          <a:bodyPr/>
          <a:lstStyle/>
          <a:p>
            <a:r>
              <a:rPr lang="en-US" altLang="zh-CN"/>
              <a:t>PMBOK7.0</a:t>
            </a:r>
            <a:r>
              <a:rPr lang="zh-CN" altLang="en-US"/>
              <a:t>架构</a:t>
            </a:r>
          </a:p>
        </p:txBody>
      </p:sp>
      <p:pic>
        <p:nvPicPr>
          <p:cNvPr id="41988" name="内容占位符 5" descr="C:\Users\123\Documents\WeChat Files\wxid_hfw15ectfk9k21\FileStorage\Temp\6dc182acdcce57105b5e1d510b79660f.jpg">
            <a:extLst>
              <a:ext uri="{FF2B5EF4-FFF2-40B4-BE49-F238E27FC236}">
                <a16:creationId xmlns:a16="http://schemas.microsoft.com/office/drawing/2014/main" id="{FB0974EB-66E2-20D0-CD19-82445C983191}"/>
              </a:ext>
            </a:extLst>
          </p:cNvPr>
          <p:cNvPicPr>
            <a:picLocks noGrp="1" noChangeArrowheads="1"/>
          </p:cNvPicPr>
          <p:nvPr>
            <p:ph sz="quarter" idx="1"/>
          </p:nvPr>
        </p:nvPicPr>
        <p:blipFill>
          <a:blip r:embed="rId2">
            <a:extLst>
              <a:ext uri="{28A0092B-C50C-407E-A947-70E740481C1C}">
                <a14:useLocalDpi xmlns:a14="http://schemas.microsoft.com/office/drawing/2010/main" val="0"/>
              </a:ext>
            </a:extLst>
          </a:blip>
          <a:stretch>
            <a:fillRect/>
          </a:stretch>
        </p:blipFill>
        <p:spPr>
          <a:xfrm>
            <a:off x="4472603" y="1439863"/>
            <a:ext cx="3246794" cy="4679950"/>
          </a:xfr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a:extLst>
              <a:ext uri="{FF2B5EF4-FFF2-40B4-BE49-F238E27FC236}">
                <a16:creationId xmlns:a16="http://schemas.microsoft.com/office/drawing/2014/main" id="{B89291F2-37F0-5111-A4DA-D3A669B90718}"/>
              </a:ext>
            </a:extLst>
          </p:cNvPr>
          <p:cNvSpPr>
            <a:spLocks noGrp="1"/>
          </p:cNvSpPr>
          <p:nvPr>
            <p:ph type="title"/>
          </p:nvPr>
        </p:nvSpPr>
        <p:spPr/>
        <p:txBody>
          <a:bodyPr/>
          <a:lstStyle/>
          <a:p>
            <a:r>
              <a:rPr lang="en-US" altLang="zh-CN"/>
              <a:t>PMBOK7.0 </a:t>
            </a:r>
            <a:r>
              <a:rPr lang="zh-CN" altLang="en-US"/>
              <a:t>的声明</a:t>
            </a:r>
          </a:p>
        </p:txBody>
      </p:sp>
      <p:sp>
        <p:nvSpPr>
          <p:cNvPr id="43011" name="内容占位符 2">
            <a:extLst>
              <a:ext uri="{FF2B5EF4-FFF2-40B4-BE49-F238E27FC236}">
                <a16:creationId xmlns:a16="http://schemas.microsoft.com/office/drawing/2014/main" id="{C6C06A0E-CB8F-AD83-6D30-F16E50E650EA}"/>
              </a:ext>
            </a:extLst>
          </p:cNvPr>
          <p:cNvSpPr>
            <a:spLocks noGrp="1"/>
          </p:cNvSpPr>
          <p:nvPr>
            <p:ph sz="quarter" idx="1"/>
          </p:nvPr>
        </p:nvSpPr>
        <p:spPr>
          <a:ln w="28575">
            <a:noFill/>
            <a:miter lim="800000"/>
            <a:headEnd/>
            <a:tailEnd/>
          </a:ln>
        </p:spPr>
        <p:txBody>
          <a:bodyPr/>
          <a:lstStyle/>
          <a:p>
            <a:r>
              <a:rPr lang="en-US" altLang="zh-CN" dirty="0"/>
              <a:t>PMBOK</a:t>
            </a:r>
            <a:r>
              <a:rPr lang="zh-CN" altLang="zh-CN" dirty="0"/>
              <a:t>第七版将会长期的与第六版共存，也就是说</a:t>
            </a:r>
            <a:r>
              <a:rPr lang="en-US" altLang="zh-CN" dirty="0"/>
              <a:t>PMBOK</a:t>
            </a:r>
            <a:r>
              <a:rPr lang="zh-CN" altLang="zh-CN" dirty="0"/>
              <a:t>第七版不是对第六版推翻、不是替代第六版，而是对第六版中项目管理核心精髓的延伸，是对第六版知识领域与过程组高层次、高维度的承接，再度续写下个项目管理标准构架的辉煌。</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a:extLst>
              <a:ext uri="{FF2B5EF4-FFF2-40B4-BE49-F238E27FC236}">
                <a16:creationId xmlns:a16="http://schemas.microsoft.com/office/drawing/2014/main" id="{49AC6846-D0EE-045D-D647-56ED88133868}"/>
              </a:ext>
            </a:extLst>
          </p:cNvPr>
          <p:cNvSpPr>
            <a:spLocks noGrp="1"/>
          </p:cNvSpPr>
          <p:nvPr>
            <p:ph type="title"/>
          </p:nvPr>
        </p:nvSpPr>
        <p:spPr>
          <a:xfrm>
            <a:off x="2136775" y="228600"/>
            <a:ext cx="8153400" cy="990600"/>
          </a:xfrm>
        </p:spPr>
        <p:txBody>
          <a:bodyPr/>
          <a:lstStyle/>
          <a:p>
            <a:r>
              <a:rPr lang="zh-CN" altLang="en-US">
                <a:latin typeface="华文中宋" panose="02010600040101010101" pitchFamily="2" charset="-122"/>
                <a:ea typeface="华文中宋" panose="02010600040101010101" pitchFamily="2" charset="-122"/>
              </a:rPr>
              <a:t>传统</a:t>
            </a:r>
            <a:r>
              <a:rPr lang="en-US" altLang="zh-CN">
                <a:latin typeface="华文中宋" panose="02010600040101010101" pitchFamily="2" charset="-122"/>
                <a:ea typeface="华文中宋" panose="02010600040101010101" pitchFamily="2" charset="-122"/>
              </a:rPr>
              <a:t>PMBOK</a:t>
            </a:r>
            <a:r>
              <a:rPr lang="zh-CN" altLang="en-US">
                <a:latin typeface="华文中宋" panose="02010600040101010101" pitchFamily="2" charset="-122"/>
                <a:ea typeface="华文中宋" panose="02010600040101010101" pitchFamily="2" charset="-122"/>
              </a:rPr>
              <a:t>敏捷化</a:t>
            </a:r>
          </a:p>
        </p:txBody>
      </p:sp>
      <p:sp>
        <p:nvSpPr>
          <p:cNvPr id="45059" name="内容占位符 2">
            <a:extLst>
              <a:ext uri="{FF2B5EF4-FFF2-40B4-BE49-F238E27FC236}">
                <a16:creationId xmlns:a16="http://schemas.microsoft.com/office/drawing/2014/main" id="{96445D33-676A-2AF6-17D5-0FD7CC64FC34}"/>
              </a:ext>
            </a:extLst>
          </p:cNvPr>
          <p:cNvSpPr>
            <a:spLocks noGrp="1"/>
          </p:cNvSpPr>
          <p:nvPr>
            <p:ph sz="quarter" idx="1"/>
          </p:nvPr>
        </p:nvSpPr>
        <p:spPr>
          <a:xfrm>
            <a:off x="2136775" y="1600200"/>
            <a:ext cx="8153400" cy="4495800"/>
          </a:xfrm>
        </p:spPr>
        <p:txBody>
          <a:bodyPr/>
          <a:lstStyle/>
          <a:p>
            <a:pPr marL="0" indent="0">
              <a:buNone/>
            </a:pPr>
            <a:r>
              <a:rPr lang="en-US" altLang="zh-CN"/>
              <a:t>770pages=》255pages</a:t>
            </a:r>
            <a:endParaRPr lang="zh-CN" altLang="en-US"/>
          </a:p>
        </p:txBody>
      </p:sp>
      <p:pic>
        <p:nvPicPr>
          <p:cNvPr id="45061" name="图片 5" descr="C:\Users\123\Documents\WeChat Files\wxid_hfw15ectfk9k21\FileStorage\Temp\a537fc2b7bacbaaf187033f54825e16a.jpg">
            <a:extLst>
              <a:ext uri="{FF2B5EF4-FFF2-40B4-BE49-F238E27FC236}">
                <a16:creationId xmlns:a16="http://schemas.microsoft.com/office/drawing/2014/main" id="{D933BBE2-7C1B-26B9-D56C-1EF46EB8BE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492376"/>
            <a:ext cx="7685088" cy="375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2BF7ADF6-959E-6E31-599B-D1C412D9CF44}"/>
              </a:ext>
            </a:extLst>
          </p:cNvPr>
          <p:cNvSpPr>
            <a:spLocks noGrp="1"/>
          </p:cNvSpPr>
          <p:nvPr>
            <p:ph type="title"/>
          </p:nvPr>
        </p:nvSpPr>
        <p:spPr>
          <a:xfrm>
            <a:off x="2136775" y="228600"/>
            <a:ext cx="8153400" cy="990600"/>
          </a:xfrm>
        </p:spPr>
        <p:txBody>
          <a:bodyPr/>
          <a:lstStyle/>
          <a:p>
            <a:r>
              <a:rPr lang="zh-CN" altLang="en-US">
                <a:latin typeface="华文中宋" panose="02010600040101010101" pitchFamily="2" charset="-122"/>
                <a:ea typeface="华文中宋" panose="02010600040101010101" pitchFamily="2" charset="-122"/>
              </a:rPr>
              <a:t>强调了价值交付</a:t>
            </a:r>
          </a:p>
        </p:txBody>
      </p:sp>
      <p:pic>
        <p:nvPicPr>
          <p:cNvPr id="46083" name="内容占位符 6">
            <a:extLst>
              <a:ext uri="{FF2B5EF4-FFF2-40B4-BE49-F238E27FC236}">
                <a16:creationId xmlns:a16="http://schemas.microsoft.com/office/drawing/2014/main" id="{B1EA5403-F87F-06CF-B557-5C548A729E5C}"/>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927350" y="1628776"/>
            <a:ext cx="6032500" cy="4321175"/>
          </a:xfr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a:extLst>
              <a:ext uri="{FF2B5EF4-FFF2-40B4-BE49-F238E27FC236}">
                <a16:creationId xmlns:a16="http://schemas.microsoft.com/office/drawing/2014/main" id="{CB8ED6C3-7C2C-9441-0753-126C694CA208}"/>
              </a:ext>
            </a:extLst>
          </p:cNvPr>
          <p:cNvSpPr>
            <a:spLocks noGrp="1"/>
          </p:cNvSpPr>
          <p:nvPr>
            <p:ph type="title"/>
          </p:nvPr>
        </p:nvSpPr>
        <p:spPr>
          <a:xfrm>
            <a:off x="2136775" y="228600"/>
            <a:ext cx="8153400" cy="990600"/>
          </a:xfrm>
        </p:spPr>
        <p:txBody>
          <a:bodyPr/>
          <a:lstStyle/>
          <a:p>
            <a:r>
              <a:rPr lang="zh-CN" altLang="zh-CN"/>
              <a:t>八大绩效域框架</a:t>
            </a:r>
            <a:endParaRPr lang="zh-CN" altLang="en-US"/>
          </a:p>
        </p:txBody>
      </p:sp>
      <p:pic>
        <p:nvPicPr>
          <p:cNvPr id="47108" name="内容占位符 5" descr="图片">
            <a:extLst>
              <a:ext uri="{FF2B5EF4-FFF2-40B4-BE49-F238E27FC236}">
                <a16:creationId xmlns:a16="http://schemas.microsoft.com/office/drawing/2014/main" id="{F1920F6B-69F6-6C88-1937-172B7DA524D1}"/>
              </a:ext>
            </a:extLst>
          </p:cNvPr>
          <p:cNvPicPr>
            <a:picLocks noGrp="1" noChangeArrowheads="1"/>
          </p:cNvPicPr>
          <p:nvPr>
            <p:ph sz="quarter" idx="1"/>
          </p:nvPr>
        </p:nvPicPr>
        <p:blipFill>
          <a:blip r:embed="rId3">
            <a:extLst>
              <a:ext uri="{28A0092B-C50C-407E-A947-70E740481C1C}">
                <a14:useLocalDpi xmlns:a14="http://schemas.microsoft.com/office/drawing/2010/main" val="0"/>
              </a:ext>
            </a:extLst>
          </a:blip>
          <a:stretch>
            <a:fillRect/>
          </a:stretch>
        </p:blipFill>
        <p:spPr>
          <a:xfrm>
            <a:off x="4481512" y="2774950"/>
            <a:ext cx="3228975" cy="2009775"/>
          </a:xfr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4800FFAB-D096-450C-9DBD-A369DF87CFE3}"/>
              </a:ext>
            </a:extLst>
          </p:cNvPr>
          <p:cNvSpPr>
            <a:spLocks noGrp="1" noChangeArrowheads="1"/>
          </p:cNvSpPr>
          <p:nvPr>
            <p:ph type="title"/>
          </p:nvPr>
        </p:nvSpPr>
        <p:spPr>
          <a:xfrm>
            <a:off x="1633538" y="333375"/>
            <a:ext cx="7772400" cy="1143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eaLnBrk="1" hangingPunct="1"/>
            <a:r>
              <a:rPr lang="zh-CN" altLang="en-US" dirty="0">
                <a:latin typeface="微软雅黑 Light" panose="020B0502040204020203" pitchFamily="34" charset="-122"/>
                <a:ea typeface="微软雅黑 Light" panose="020B0502040204020203" pitchFamily="34" charset="-122"/>
              </a:rPr>
              <a:t>不关注过程图示</a:t>
            </a:r>
          </a:p>
        </p:txBody>
      </p:sp>
      <p:grpSp>
        <p:nvGrpSpPr>
          <p:cNvPr id="49157" name="Group 3">
            <a:extLst>
              <a:ext uri="{FF2B5EF4-FFF2-40B4-BE49-F238E27FC236}">
                <a16:creationId xmlns:a16="http://schemas.microsoft.com/office/drawing/2014/main" id="{784BABD5-9837-59AB-5632-34CBA437172C}"/>
              </a:ext>
            </a:extLst>
          </p:cNvPr>
          <p:cNvGrpSpPr>
            <a:grpSpLocks/>
          </p:cNvGrpSpPr>
          <p:nvPr/>
        </p:nvGrpSpPr>
        <p:grpSpPr bwMode="auto">
          <a:xfrm>
            <a:off x="2112964" y="2151064"/>
            <a:ext cx="8283575" cy="4097337"/>
            <a:chOff x="371" y="1067"/>
            <a:chExt cx="5218" cy="2581"/>
          </a:xfrm>
        </p:grpSpPr>
        <p:sp>
          <p:nvSpPr>
            <p:cNvPr id="49158" name="Freeform 4">
              <a:extLst>
                <a:ext uri="{FF2B5EF4-FFF2-40B4-BE49-F238E27FC236}">
                  <a16:creationId xmlns:a16="http://schemas.microsoft.com/office/drawing/2014/main" id="{6278BDB2-1EEA-FAF8-6932-80762E8A81F2}"/>
                </a:ext>
              </a:extLst>
            </p:cNvPr>
            <p:cNvSpPr>
              <a:spLocks/>
            </p:cNvSpPr>
            <p:nvPr/>
          </p:nvSpPr>
          <p:spPr bwMode="auto">
            <a:xfrm>
              <a:off x="1776" y="2207"/>
              <a:ext cx="1296" cy="577"/>
            </a:xfrm>
            <a:custGeom>
              <a:avLst/>
              <a:gdLst>
                <a:gd name="T0" fmla="*/ 0 w 3981"/>
                <a:gd name="T1" fmla="*/ 1 h 1127"/>
                <a:gd name="T2" fmla="*/ 0 w 3981"/>
                <a:gd name="T3" fmla="*/ 1 h 1127"/>
                <a:gd name="T4" fmla="*/ 0 w 3981"/>
                <a:gd name="T5" fmla="*/ 1 h 1127"/>
                <a:gd name="T6" fmla="*/ 0 w 3981"/>
                <a:gd name="T7" fmla="*/ 1 h 1127"/>
                <a:gd name="T8" fmla="*/ 0 w 3981"/>
                <a:gd name="T9" fmla="*/ 1 h 1127"/>
                <a:gd name="T10" fmla="*/ 0 w 3981"/>
                <a:gd name="T11" fmla="*/ 1 h 1127"/>
                <a:gd name="T12" fmla="*/ 0 w 3981"/>
                <a:gd name="T13" fmla="*/ 1 h 1127"/>
                <a:gd name="T14" fmla="*/ 0 w 3981"/>
                <a:gd name="T15" fmla="*/ 1 h 1127"/>
                <a:gd name="T16" fmla="*/ 0 w 3981"/>
                <a:gd name="T17" fmla="*/ 1 h 1127"/>
                <a:gd name="T18" fmla="*/ 0 w 3981"/>
                <a:gd name="T19" fmla="*/ 1 h 1127"/>
                <a:gd name="T20" fmla="*/ 0 w 3981"/>
                <a:gd name="T21" fmla="*/ 1 h 1127"/>
                <a:gd name="T22" fmla="*/ 0 w 3981"/>
                <a:gd name="T23" fmla="*/ 1 h 1127"/>
                <a:gd name="T24" fmla="*/ 0 w 3981"/>
                <a:gd name="T25" fmla="*/ 1 h 1127"/>
                <a:gd name="T26" fmla="*/ 0 w 3981"/>
                <a:gd name="T27" fmla="*/ 1 h 1127"/>
                <a:gd name="T28" fmla="*/ 0 w 3981"/>
                <a:gd name="T29" fmla="*/ 1 h 1127"/>
                <a:gd name="T30" fmla="*/ 0 w 3981"/>
                <a:gd name="T31" fmla="*/ 0 h 1127"/>
                <a:gd name="T32" fmla="*/ 0 w 3981"/>
                <a:gd name="T33" fmla="*/ 0 h 1127"/>
                <a:gd name="T34" fmla="*/ 0 w 3981"/>
                <a:gd name="T35" fmla="*/ 0 h 1127"/>
                <a:gd name="T36" fmla="*/ 0 w 3981"/>
                <a:gd name="T37" fmla="*/ 1 h 1127"/>
                <a:gd name="T38" fmla="*/ 0 w 3981"/>
                <a:gd name="T39" fmla="*/ 1 h 1127"/>
                <a:gd name="T40" fmla="*/ 0 w 3981"/>
                <a:gd name="T41" fmla="*/ 1 h 1127"/>
                <a:gd name="T42" fmla="*/ 0 w 3981"/>
                <a:gd name="T43" fmla="*/ 1 h 1127"/>
                <a:gd name="T44" fmla="*/ 0 w 3981"/>
                <a:gd name="T45" fmla="*/ 1 h 1127"/>
                <a:gd name="T46" fmla="*/ 0 w 3981"/>
                <a:gd name="T47" fmla="*/ 1 h 1127"/>
                <a:gd name="T48" fmla="*/ 0 w 3981"/>
                <a:gd name="T49" fmla="*/ 1 h 1127"/>
                <a:gd name="T50" fmla="*/ 0 w 3981"/>
                <a:gd name="T51" fmla="*/ 1 h 1127"/>
                <a:gd name="T52" fmla="*/ 0 w 3981"/>
                <a:gd name="T53" fmla="*/ 1 h 1127"/>
                <a:gd name="T54" fmla="*/ 0 w 3981"/>
                <a:gd name="T55" fmla="*/ 1 h 1127"/>
                <a:gd name="T56" fmla="*/ 0 w 3981"/>
                <a:gd name="T57" fmla="*/ 1 h 1127"/>
                <a:gd name="T58" fmla="*/ 0 w 3981"/>
                <a:gd name="T59" fmla="*/ 1 h 1127"/>
                <a:gd name="T60" fmla="*/ 0 w 3981"/>
                <a:gd name="T61" fmla="*/ 1 h 1127"/>
                <a:gd name="T62" fmla="*/ 0 w 3981"/>
                <a:gd name="T63" fmla="*/ 1 h 1127"/>
                <a:gd name="T64" fmla="*/ 0 w 3981"/>
                <a:gd name="T65" fmla="*/ 1 h 1127"/>
                <a:gd name="T66" fmla="*/ 0 w 3981"/>
                <a:gd name="T67" fmla="*/ 1 h 1127"/>
                <a:gd name="T68" fmla="*/ 0 w 3981"/>
                <a:gd name="T69" fmla="*/ 1 h 1127"/>
                <a:gd name="T70" fmla="*/ 0 w 3981"/>
                <a:gd name="T71" fmla="*/ 1 h 1127"/>
                <a:gd name="T72" fmla="*/ 0 w 3981"/>
                <a:gd name="T73" fmla="*/ 1 h 1127"/>
                <a:gd name="T74" fmla="*/ 0 w 3981"/>
                <a:gd name="T75" fmla="*/ 1 h 1127"/>
                <a:gd name="T76" fmla="*/ 0 w 3981"/>
                <a:gd name="T77" fmla="*/ 1 h 1127"/>
                <a:gd name="T78" fmla="*/ 0 w 3981"/>
                <a:gd name="T79" fmla="*/ 1 h 1127"/>
                <a:gd name="T80" fmla="*/ 0 w 3981"/>
                <a:gd name="T81" fmla="*/ 1 h 1127"/>
                <a:gd name="T82" fmla="*/ 0 w 3981"/>
                <a:gd name="T83" fmla="*/ 1 h 1127"/>
                <a:gd name="T84" fmla="*/ 0 w 3981"/>
                <a:gd name="T85" fmla="*/ 1 h 1127"/>
                <a:gd name="T86" fmla="*/ 0 w 3981"/>
                <a:gd name="T87" fmla="*/ 1 h 1127"/>
                <a:gd name="T88" fmla="*/ 0 w 3981"/>
                <a:gd name="T89" fmla="*/ 1 h 1127"/>
                <a:gd name="T90" fmla="*/ 0 w 3981"/>
                <a:gd name="T91" fmla="*/ 1 h 1127"/>
                <a:gd name="T92" fmla="*/ 0 w 3981"/>
                <a:gd name="T93" fmla="*/ 1 h 1127"/>
                <a:gd name="T94" fmla="*/ 0 w 3981"/>
                <a:gd name="T95" fmla="*/ 1 h 1127"/>
                <a:gd name="T96" fmla="*/ 0 w 3981"/>
                <a:gd name="T97" fmla="*/ 1 h 1127"/>
                <a:gd name="T98" fmla="*/ 0 w 3981"/>
                <a:gd name="T99" fmla="*/ 1 h 1127"/>
                <a:gd name="T100" fmla="*/ 0 w 3981"/>
                <a:gd name="T101" fmla="*/ 1 h 1127"/>
                <a:gd name="T102" fmla="*/ 0 w 3981"/>
                <a:gd name="T103" fmla="*/ 1 h 1127"/>
                <a:gd name="T104" fmla="*/ 0 w 3981"/>
                <a:gd name="T105" fmla="*/ 1 h 1127"/>
                <a:gd name="T106" fmla="*/ 0 w 3981"/>
                <a:gd name="T107" fmla="*/ 1 h 1127"/>
                <a:gd name="T108" fmla="*/ 0 w 3981"/>
                <a:gd name="T109" fmla="*/ 1 h 1127"/>
                <a:gd name="T110" fmla="*/ 0 w 3981"/>
                <a:gd name="T111" fmla="*/ 1 h 1127"/>
                <a:gd name="T112" fmla="*/ 0 w 3981"/>
                <a:gd name="T113" fmla="*/ 1 h 1127"/>
                <a:gd name="T114" fmla="*/ 0 w 3981"/>
                <a:gd name="T115" fmla="*/ 1 h 1127"/>
                <a:gd name="T116" fmla="*/ 0 w 3981"/>
                <a:gd name="T117" fmla="*/ 1 h 1127"/>
                <a:gd name="T118" fmla="*/ 0 w 3981"/>
                <a:gd name="T119" fmla="*/ 1 h 1127"/>
                <a:gd name="T120" fmla="*/ 0 w 3981"/>
                <a:gd name="T121" fmla="*/ 1 h 1127"/>
                <a:gd name="T122" fmla="*/ 0 w 3981"/>
                <a:gd name="T123" fmla="*/ 1 h 1127"/>
                <a:gd name="T124" fmla="*/ 0 w 3981"/>
                <a:gd name="T125" fmla="*/ 1 h 112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981" h="1127">
                  <a:moveTo>
                    <a:pt x="351" y="468"/>
                  </a:moveTo>
                  <a:lnTo>
                    <a:pt x="351" y="424"/>
                  </a:lnTo>
                  <a:lnTo>
                    <a:pt x="410" y="365"/>
                  </a:lnTo>
                  <a:lnTo>
                    <a:pt x="468" y="322"/>
                  </a:lnTo>
                  <a:lnTo>
                    <a:pt x="527" y="278"/>
                  </a:lnTo>
                  <a:lnTo>
                    <a:pt x="614" y="263"/>
                  </a:lnTo>
                  <a:lnTo>
                    <a:pt x="717" y="234"/>
                  </a:lnTo>
                  <a:lnTo>
                    <a:pt x="805" y="219"/>
                  </a:lnTo>
                  <a:lnTo>
                    <a:pt x="849" y="204"/>
                  </a:lnTo>
                  <a:lnTo>
                    <a:pt x="893" y="204"/>
                  </a:lnTo>
                  <a:lnTo>
                    <a:pt x="951" y="204"/>
                  </a:lnTo>
                  <a:lnTo>
                    <a:pt x="995" y="248"/>
                  </a:lnTo>
                  <a:lnTo>
                    <a:pt x="1054" y="307"/>
                  </a:lnTo>
                  <a:lnTo>
                    <a:pt x="1112" y="351"/>
                  </a:lnTo>
                  <a:lnTo>
                    <a:pt x="1156" y="365"/>
                  </a:lnTo>
                  <a:lnTo>
                    <a:pt x="1214" y="380"/>
                  </a:lnTo>
                  <a:lnTo>
                    <a:pt x="1273" y="395"/>
                  </a:lnTo>
                  <a:lnTo>
                    <a:pt x="1332" y="409"/>
                  </a:lnTo>
                  <a:lnTo>
                    <a:pt x="1390" y="409"/>
                  </a:lnTo>
                  <a:lnTo>
                    <a:pt x="1434" y="409"/>
                  </a:lnTo>
                  <a:lnTo>
                    <a:pt x="1551" y="395"/>
                  </a:lnTo>
                  <a:lnTo>
                    <a:pt x="1654" y="365"/>
                  </a:lnTo>
                  <a:lnTo>
                    <a:pt x="1756" y="336"/>
                  </a:lnTo>
                  <a:lnTo>
                    <a:pt x="1858" y="292"/>
                  </a:lnTo>
                  <a:lnTo>
                    <a:pt x="1917" y="234"/>
                  </a:lnTo>
                  <a:lnTo>
                    <a:pt x="2034" y="190"/>
                  </a:lnTo>
                  <a:lnTo>
                    <a:pt x="2151" y="146"/>
                  </a:lnTo>
                  <a:lnTo>
                    <a:pt x="2239" y="117"/>
                  </a:lnTo>
                  <a:lnTo>
                    <a:pt x="2297" y="73"/>
                  </a:lnTo>
                  <a:lnTo>
                    <a:pt x="2400" y="44"/>
                  </a:lnTo>
                  <a:lnTo>
                    <a:pt x="2444" y="0"/>
                  </a:lnTo>
                  <a:lnTo>
                    <a:pt x="2561" y="0"/>
                  </a:lnTo>
                  <a:lnTo>
                    <a:pt x="2619" y="0"/>
                  </a:lnTo>
                  <a:lnTo>
                    <a:pt x="2663" y="0"/>
                  </a:lnTo>
                  <a:lnTo>
                    <a:pt x="2707" y="0"/>
                  </a:lnTo>
                  <a:lnTo>
                    <a:pt x="2751" y="0"/>
                  </a:lnTo>
                  <a:lnTo>
                    <a:pt x="2795" y="29"/>
                  </a:lnTo>
                  <a:lnTo>
                    <a:pt x="2824" y="73"/>
                  </a:lnTo>
                  <a:lnTo>
                    <a:pt x="2854" y="117"/>
                  </a:lnTo>
                  <a:lnTo>
                    <a:pt x="2883" y="161"/>
                  </a:lnTo>
                  <a:lnTo>
                    <a:pt x="2927" y="204"/>
                  </a:lnTo>
                  <a:lnTo>
                    <a:pt x="2956" y="248"/>
                  </a:lnTo>
                  <a:lnTo>
                    <a:pt x="2971" y="292"/>
                  </a:lnTo>
                  <a:lnTo>
                    <a:pt x="3029" y="322"/>
                  </a:lnTo>
                  <a:lnTo>
                    <a:pt x="3073" y="336"/>
                  </a:lnTo>
                  <a:lnTo>
                    <a:pt x="3117" y="336"/>
                  </a:lnTo>
                  <a:lnTo>
                    <a:pt x="3161" y="351"/>
                  </a:lnTo>
                  <a:lnTo>
                    <a:pt x="3205" y="351"/>
                  </a:lnTo>
                  <a:lnTo>
                    <a:pt x="3249" y="365"/>
                  </a:lnTo>
                  <a:lnTo>
                    <a:pt x="3366" y="365"/>
                  </a:lnTo>
                  <a:lnTo>
                    <a:pt x="3454" y="380"/>
                  </a:lnTo>
                  <a:lnTo>
                    <a:pt x="3512" y="380"/>
                  </a:lnTo>
                  <a:lnTo>
                    <a:pt x="3629" y="409"/>
                  </a:lnTo>
                  <a:lnTo>
                    <a:pt x="3673" y="409"/>
                  </a:lnTo>
                  <a:lnTo>
                    <a:pt x="3790" y="439"/>
                  </a:lnTo>
                  <a:lnTo>
                    <a:pt x="3907" y="468"/>
                  </a:lnTo>
                  <a:lnTo>
                    <a:pt x="3936" y="512"/>
                  </a:lnTo>
                  <a:lnTo>
                    <a:pt x="3966" y="556"/>
                  </a:lnTo>
                  <a:lnTo>
                    <a:pt x="3980" y="600"/>
                  </a:lnTo>
                  <a:lnTo>
                    <a:pt x="3980" y="702"/>
                  </a:lnTo>
                  <a:lnTo>
                    <a:pt x="3980" y="746"/>
                  </a:lnTo>
                  <a:lnTo>
                    <a:pt x="3951" y="804"/>
                  </a:lnTo>
                  <a:lnTo>
                    <a:pt x="3907" y="863"/>
                  </a:lnTo>
                  <a:lnTo>
                    <a:pt x="3863" y="878"/>
                  </a:lnTo>
                  <a:lnTo>
                    <a:pt x="3805" y="892"/>
                  </a:lnTo>
                  <a:lnTo>
                    <a:pt x="3761" y="922"/>
                  </a:lnTo>
                  <a:lnTo>
                    <a:pt x="3702" y="936"/>
                  </a:lnTo>
                  <a:lnTo>
                    <a:pt x="3658" y="951"/>
                  </a:lnTo>
                  <a:lnTo>
                    <a:pt x="3600" y="965"/>
                  </a:lnTo>
                  <a:lnTo>
                    <a:pt x="3541" y="980"/>
                  </a:lnTo>
                  <a:lnTo>
                    <a:pt x="3483" y="995"/>
                  </a:lnTo>
                  <a:lnTo>
                    <a:pt x="3424" y="995"/>
                  </a:lnTo>
                  <a:lnTo>
                    <a:pt x="3366" y="995"/>
                  </a:lnTo>
                  <a:lnTo>
                    <a:pt x="3263" y="995"/>
                  </a:lnTo>
                  <a:lnTo>
                    <a:pt x="3146" y="995"/>
                  </a:lnTo>
                  <a:lnTo>
                    <a:pt x="3000" y="995"/>
                  </a:lnTo>
                  <a:lnTo>
                    <a:pt x="2912" y="995"/>
                  </a:lnTo>
                  <a:lnTo>
                    <a:pt x="2795" y="995"/>
                  </a:lnTo>
                  <a:lnTo>
                    <a:pt x="2707" y="995"/>
                  </a:lnTo>
                  <a:lnTo>
                    <a:pt x="2649" y="995"/>
                  </a:lnTo>
                  <a:lnTo>
                    <a:pt x="2590" y="995"/>
                  </a:lnTo>
                  <a:lnTo>
                    <a:pt x="2532" y="995"/>
                  </a:lnTo>
                  <a:lnTo>
                    <a:pt x="2414" y="995"/>
                  </a:lnTo>
                  <a:lnTo>
                    <a:pt x="2356" y="1009"/>
                  </a:lnTo>
                  <a:lnTo>
                    <a:pt x="2268" y="1009"/>
                  </a:lnTo>
                  <a:lnTo>
                    <a:pt x="2151" y="1009"/>
                  </a:lnTo>
                  <a:lnTo>
                    <a:pt x="2063" y="1009"/>
                  </a:lnTo>
                  <a:lnTo>
                    <a:pt x="1975" y="1009"/>
                  </a:lnTo>
                  <a:lnTo>
                    <a:pt x="1888" y="1009"/>
                  </a:lnTo>
                  <a:lnTo>
                    <a:pt x="1800" y="1009"/>
                  </a:lnTo>
                  <a:lnTo>
                    <a:pt x="1683" y="1009"/>
                  </a:lnTo>
                  <a:lnTo>
                    <a:pt x="1566" y="1009"/>
                  </a:lnTo>
                  <a:lnTo>
                    <a:pt x="1478" y="1009"/>
                  </a:lnTo>
                  <a:lnTo>
                    <a:pt x="1390" y="1009"/>
                  </a:lnTo>
                  <a:lnTo>
                    <a:pt x="1332" y="1039"/>
                  </a:lnTo>
                  <a:lnTo>
                    <a:pt x="1244" y="1039"/>
                  </a:lnTo>
                  <a:lnTo>
                    <a:pt x="1185" y="1068"/>
                  </a:lnTo>
                  <a:lnTo>
                    <a:pt x="1068" y="1112"/>
                  </a:lnTo>
                  <a:lnTo>
                    <a:pt x="951" y="1126"/>
                  </a:lnTo>
                  <a:lnTo>
                    <a:pt x="893" y="1126"/>
                  </a:lnTo>
                  <a:lnTo>
                    <a:pt x="805" y="1126"/>
                  </a:lnTo>
                  <a:lnTo>
                    <a:pt x="688" y="1126"/>
                  </a:lnTo>
                  <a:lnTo>
                    <a:pt x="600" y="1126"/>
                  </a:lnTo>
                  <a:lnTo>
                    <a:pt x="541" y="1126"/>
                  </a:lnTo>
                  <a:lnTo>
                    <a:pt x="424" y="1126"/>
                  </a:lnTo>
                  <a:lnTo>
                    <a:pt x="336" y="1097"/>
                  </a:lnTo>
                  <a:lnTo>
                    <a:pt x="219" y="1068"/>
                  </a:lnTo>
                  <a:lnTo>
                    <a:pt x="132" y="1039"/>
                  </a:lnTo>
                  <a:lnTo>
                    <a:pt x="73" y="1024"/>
                  </a:lnTo>
                  <a:lnTo>
                    <a:pt x="44" y="980"/>
                  </a:lnTo>
                  <a:lnTo>
                    <a:pt x="44" y="922"/>
                  </a:lnTo>
                  <a:lnTo>
                    <a:pt x="44" y="863"/>
                  </a:lnTo>
                  <a:lnTo>
                    <a:pt x="44" y="819"/>
                  </a:lnTo>
                  <a:lnTo>
                    <a:pt x="14" y="775"/>
                  </a:lnTo>
                  <a:lnTo>
                    <a:pt x="0" y="731"/>
                  </a:lnTo>
                  <a:lnTo>
                    <a:pt x="0" y="687"/>
                  </a:lnTo>
                  <a:lnTo>
                    <a:pt x="44" y="658"/>
                  </a:lnTo>
                  <a:lnTo>
                    <a:pt x="88" y="644"/>
                  </a:lnTo>
                  <a:lnTo>
                    <a:pt x="146" y="644"/>
                  </a:lnTo>
                  <a:lnTo>
                    <a:pt x="190" y="629"/>
                  </a:lnTo>
                  <a:lnTo>
                    <a:pt x="234" y="629"/>
                  </a:lnTo>
                  <a:lnTo>
                    <a:pt x="278" y="629"/>
                  </a:lnTo>
                  <a:lnTo>
                    <a:pt x="322" y="600"/>
                  </a:lnTo>
                  <a:lnTo>
                    <a:pt x="351" y="556"/>
                  </a:lnTo>
                  <a:lnTo>
                    <a:pt x="366" y="512"/>
                  </a:lnTo>
                  <a:lnTo>
                    <a:pt x="366" y="468"/>
                  </a:lnTo>
                  <a:lnTo>
                    <a:pt x="351" y="468"/>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59" name="Line 5">
              <a:extLst>
                <a:ext uri="{FF2B5EF4-FFF2-40B4-BE49-F238E27FC236}">
                  <a16:creationId xmlns:a16="http://schemas.microsoft.com/office/drawing/2014/main" id="{635DDC0C-683A-20A1-4CE2-A4249794944F}"/>
                </a:ext>
              </a:extLst>
            </p:cNvPr>
            <p:cNvSpPr>
              <a:spLocks noChangeShapeType="1"/>
            </p:cNvSpPr>
            <p:nvPr/>
          </p:nvSpPr>
          <p:spPr bwMode="auto">
            <a:xfrm>
              <a:off x="1044" y="2448"/>
              <a:ext cx="73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0150" name="Oval 6">
              <a:extLst>
                <a:ext uri="{FF2B5EF4-FFF2-40B4-BE49-F238E27FC236}">
                  <a16:creationId xmlns:a16="http://schemas.microsoft.com/office/drawing/2014/main" id="{E1DB153E-E0A6-46F1-91A6-5D65DA1CCC78}"/>
                </a:ext>
              </a:extLst>
            </p:cNvPr>
            <p:cNvSpPr>
              <a:spLocks noChangeArrowheads="1"/>
            </p:cNvSpPr>
            <p:nvPr/>
          </p:nvSpPr>
          <p:spPr bwMode="auto">
            <a:xfrm>
              <a:off x="3504" y="1200"/>
              <a:ext cx="1440" cy="2448"/>
            </a:xfrm>
            <a:prstGeom prst="ellipse">
              <a:avLst/>
            </a:prstGeom>
            <a:gradFill rotWithShape="0">
              <a:gsLst>
                <a:gs pos="0">
                  <a:schemeClr val="accent1"/>
                </a:gs>
                <a:gs pos="100000">
                  <a:schemeClr val="accent1">
                    <a:gamma/>
                    <a:shade val="66275"/>
                    <a:invGamma/>
                  </a:schemeClr>
                </a:gs>
              </a:gsLst>
              <a:lin ang="2700000" scaled="1"/>
            </a:gradFill>
            <a:ln>
              <a:noFill/>
            </a:ln>
            <a:effectLst/>
            <a:extLst>
              <a:ext uri="{91240B29-F687-4F45-9708-019B960494DF}">
                <a14:hiddenLine xmlns:a14="http://schemas.microsoft.com/office/drawing/2010/main" w="12700">
                  <a:solidFill>
                    <a:schemeClr val="accent1"/>
                  </a:solidFill>
                  <a:prstDash val="lg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a:solidFill>
                  <a:srgbClr val="000000"/>
                </a:solidFill>
                <a:latin typeface="Times New Roman" pitchFamily="18" charset="0"/>
              </a:endParaRPr>
            </a:p>
          </p:txBody>
        </p:sp>
        <p:sp>
          <p:nvSpPr>
            <p:cNvPr id="49161" name="Text Box 7">
              <a:extLst>
                <a:ext uri="{FF2B5EF4-FFF2-40B4-BE49-F238E27FC236}">
                  <a16:creationId xmlns:a16="http://schemas.microsoft.com/office/drawing/2014/main" id="{D9003F13-FA0F-4660-E2FF-FE1BFE9B338C}"/>
                </a:ext>
              </a:extLst>
            </p:cNvPr>
            <p:cNvSpPr txBox="1">
              <a:spLocks noChangeArrowheads="1"/>
            </p:cNvSpPr>
            <p:nvPr/>
          </p:nvSpPr>
          <p:spPr bwMode="auto">
            <a:xfrm>
              <a:off x="2160" y="2400"/>
              <a:ext cx="6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r>
                <a:rPr lang="zh-CN" altLang="en-US" sz="2400">
                  <a:solidFill>
                    <a:srgbClr val="000000"/>
                  </a:solidFill>
                  <a:latin typeface="Times New Roman" panose="02020603050405020304" pitchFamily="18" charset="0"/>
                  <a:ea typeface="宋体" panose="02010600030101010101" pitchFamily="2" charset="-122"/>
                </a:rPr>
                <a:t>过程</a:t>
              </a:r>
              <a:r>
                <a:rPr lang="en-US" altLang="zh-CN" sz="2400">
                  <a:solidFill>
                    <a:srgbClr val="000000"/>
                  </a:solidFill>
                  <a:latin typeface="Times New Roman" panose="02020603050405020304" pitchFamily="18" charset="0"/>
                  <a:ea typeface="宋体" panose="02010600030101010101" pitchFamily="2" charset="-122"/>
                </a:rPr>
                <a:t>B</a:t>
              </a:r>
              <a:endParaRPr lang="en-US" altLang="zh-CN" sz="2400">
                <a:latin typeface="Times New Roman" panose="02020603050405020304" pitchFamily="18" charset="0"/>
                <a:ea typeface="宋体" panose="02010600030101010101" pitchFamily="2" charset="-122"/>
              </a:endParaRPr>
            </a:p>
          </p:txBody>
        </p:sp>
        <p:sp>
          <p:nvSpPr>
            <p:cNvPr id="390152" name="AutoShape 8">
              <a:extLst>
                <a:ext uri="{FF2B5EF4-FFF2-40B4-BE49-F238E27FC236}">
                  <a16:creationId xmlns:a16="http://schemas.microsoft.com/office/drawing/2014/main" id="{B25D6539-9442-4B3F-A34E-5C373256C82B}"/>
                </a:ext>
              </a:extLst>
            </p:cNvPr>
            <p:cNvSpPr>
              <a:spLocks noChangeArrowheads="1"/>
            </p:cNvSpPr>
            <p:nvPr/>
          </p:nvSpPr>
          <p:spPr bwMode="auto">
            <a:xfrm>
              <a:off x="3936" y="1488"/>
              <a:ext cx="576" cy="432"/>
            </a:xfrm>
            <a:prstGeom prst="flowChartDocument">
              <a:avLst/>
            </a:prstGeom>
            <a:noFill/>
            <a:ln w="1905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r>
                <a:rPr lang="zh-CN" altLang="en-US">
                  <a:solidFill>
                    <a:schemeClr val="bg1"/>
                  </a:solidFill>
                  <a:effectLst>
                    <a:outerShdw blurRad="38100" dist="38100" dir="2700000" algn="tl">
                      <a:srgbClr val="000000"/>
                    </a:outerShdw>
                  </a:effectLst>
                  <a:latin typeface="Times New Roman" pitchFamily="18" charset="0"/>
                </a:rPr>
                <a:t>产品</a:t>
              </a:r>
              <a:endParaRPr lang="zh-CN" altLang="en-US">
                <a:latin typeface="Times New Roman" pitchFamily="18" charset="0"/>
              </a:endParaRPr>
            </a:p>
          </p:txBody>
        </p:sp>
        <p:sp>
          <p:nvSpPr>
            <p:cNvPr id="49163" name="Freeform 9">
              <a:extLst>
                <a:ext uri="{FF2B5EF4-FFF2-40B4-BE49-F238E27FC236}">
                  <a16:creationId xmlns:a16="http://schemas.microsoft.com/office/drawing/2014/main" id="{592CF3CF-F218-DCD9-0AE2-FE52DE813163}"/>
                </a:ext>
              </a:extLst>
            </p:cNvPr>
            <p:cNvSpPr>
              <a:spLocks/>
            </p:cNvSpPr>
            <p:nvPr/>
          </p:nvSpPr>
          <p:spPr bwMode="auto">
            <a:xfrm>
              <a:off x="1872" y="2976"/>
              <a:ext cx="1152" cy="480"/>
            </a:xfrm>
            <a:custGeom>
              <a:avLst/>
              <a:gdLst>
                <a:gd name="T0" fmla="*/ 0 w 1152"/>
                <a:gd name="T1" fmla="*/ 1 h 672"/>
                <a:gd name="T2" fmla="*/ 288 w 1152"/>
                <a:gd name="T3" fmla="*/ 0 h 672"/>
                <a:gd name="T4" fmla="*/ 672 w 1152"/>
                <a:gd name="T5" fmla="*/ 0 h 672"/>
                <a:gd name="T6" fmla="*/ 912 w 1152"/>
                <a:gd name="T7" fmla="*/ 1 h 672"/>
                <a:gd name="T8" fmla="*/ 1152 w 1152"/>
                <a:gd name="T9" fmla="*/ 1 h 672"/>
                <a:gd name="T10" fmla="*/ 912 w 1152"/>
                <a:gd name="T11" fmla="*/ 1 h 672"/>
                <a:gd name="T12" fmla="*/ 432 w 1152"/>
                <a:gd name="T13" fmla="*/ 1 h 672"/>
                <a:gd name="T14" fmla="*/ 144 w 1152"/>
                <a:gd name="T15" fmla="*/ 1 h 672"/>
                <a:gd name="T16" fmla="*/ 0 w 1152"/>
                <a:gd name="T17" fmla="*/ 1 h 6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52" h="672">
                  <a:moveTo>
                    <a:pt x="0" y="288"/>
                  </a:moveTo>
                  <a:lnTo>
                    <a:pt x="288" y="0"/>
                  </a:lnTo>
                  <a:lnTo>
                    <a:pt x="672" y="0"/>
                  </a:lnTo>
                  <a:lnTo>
                    <a:pt x="912" y="96"/>
                  </a:lnTo>
                  <a:lnTo>
                    <a:pt x="1152" y="336"/>
                  </a:lnTo>
                  <a:lnTo>
                    <a:pt x="912" y="576"/>
                  </a:lnTo>
                  <a:lnTo>
                    <a:pt x="432" y="672"/>
                  </a:lnTo>
                  <a:lnTo>
                    <a:pt x="144" y="528"/>
                  </a:lnTo>
                  <a:lnTo>
                    <a:pt x="0" y="288"/>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4" name="Text Box 10">
              <a:extLst>
                <a:ext uri="{FF2B5EF4-FFF2-40B4-BE49-F238E27FC236}">
                  <a16:creationId xmlns:a16="http://schemas.microsoft.com/office/drawing/2014/main" id="{1E89A89F-2C14-519C-25DC-04D15767D982}"/>
                </a:ext>
              </a:extLst>
            </p:cNvPr>
            <p:cNvSpPr txBox="1">
              <a:spLocks noChangeArrowheads="1"/>
            </p:cNvSpPr>
            <p:nvPr/>
          </p:nvSpPr>
          <p:spPr bwMode="auto">
            <a:xfrm>
              <a:off x="2156" y="3072"/>
              <a:ext cx="6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r>
                <a:rPr lang="zh-CN" altLang="en-US" sz="2400">
                  <a:solidFill>
                    <a:srgbClr val="000000"/>
                  </a:solidFill>
                  <a:latin typeface="Times New Roman" panose="02020603050405020304" pitchFamily="18" charset="0"/>
                  <a:ea typeface="宋体" panose="02010600030101010101" pitchFamily="2" charset="-122"/>
                </a:rPr>
                <a:t>过程</a:t>
              </a:r>
              <a:r>
                <a:rPr lang="en-US" altLang="zh-CN" sz="2400">
                  <a:solidFill>
                    <a:srgbClr val="000000"/>
                  </a:solidFill>
                  <a:latin typeface="Times New Roman" panose="02020603050405020304" pitchFamily="18" charset="0"/>
                  <a:ea typeface="宋体" panose="02010600030101010101" pitchFamily="2" charset="-122"/>
                </a:rPr>
                <a:t>C</a:t>
              </a:r>
              <a:endParaRPr lang="en-US" altLang="zh-CN" sz="2400">
                <a:latin typeface="Times New Roman" panose="02020603050405020304" pitchFamily="18" charset="0"/>
                <a:ea typeface="宋体" panose="02010600030101010101" pitchFamily="2" charset="-122"/>
              </a:endParaRPr>
            </a:p>
          </p:txBody>
        </p:sp>
        <p:sp>
          <p:nvSpPr>
            <p:cNvPr id="49165" name="Freeform 11">
              <a:extLst>
                <a:ext uri="{FF2B5EF4-FFF2-40B4-BE49-F238E27FC236}">
                  <a16:creationId xmlns:a16="http://schemas.microsoft.com/office/drawing/2014/main" id="{75BECB0E-5B17-1D93-2347-3978B20CE8ED}"/>
                </a:ext>
              </a:extLst>
            </p:cNvPr>
            <p:cNvSpPr>
              <a:spLocks/>
            </p:cNvSpPr>
            <p:nvPr/>
          </p:nvSpPr>
          <p:spPr bwMode="auto">
            <a:xfrm>
              <a:off x="1800" y="1440"/>
              <a:ext cx="1416" cy="576"/>
            </a:xfrm>
            <a:custGeom>
              <a:avLst/>
              <a:gdLst>
                <a:gd name="T0" fmla="*/ 15 w 1464"/>
                <a:gd name="T1" fmla="*/ 5 h 640"/>
                <a:gd name="T2" fmla="*/ 15 w 1464"/>
                <a:gd name="T3" fmla="*/ 0 h 640"/>
                <a:gd name="T4" fmla="*/ 15 w 1464"/>
                <a:gd name="T5" fmla="*/ 5 h 640"/>
                <a:gd name="T6" fmla="*/ 15 w 1464"/>
                <a:gd name="T7" fmla="*/ 5 h 640"/>
                <a:gd name="T8" fmla="*/ 15 w 1464"/>
                <a:gd name="T9" fmla="*/ 5 h 640"/>
                <a:gd name="T10" fmla="*/ 15 w 1464"/>
                <a:gd name="T11" fmla="*/ 5 h 640"/>
                <a:gd name="T12" fmla="*/ 15 w 1464"/>
                <a:gd name="T13" fmla="*/ 5 h 640"/>
                <a:gd name="T14" fmla="*/ 15 w 1464"/>
                <a:gd name="T15" fmla="*/ 5 h 640"/>
                <a:gd name="T16" fmla="*/ 15 w 1464"/>
                <a:gd name="T17" fmla="*/ 5 h 6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64" h="640">
                  <a:moveTo>
                    <a:pt x="168" y="192"/>
                  </a:moveTo>
                  <a:cubicBezTo>
                    <a:pt x="304" y="112"/>
                    <a:pt x="704" y="0"/>
                    <a:pt x="888" y="0"/>
                  </a:cubicBezTo>
                  <a:cubicBezTo>
                    <a:pt x="1072" y="0"/>
                    <a:pt x="1216" y="120"/>
                    <a:pt x="1272" y="192"/>
                  </a:cubicBezTo>
                  <a:cubicBezTo>
                    <a:pt x="1328" y="264"/>
                    <a:pt x="1208" y="368"/>
                    <a:pt x="1224" y="432"/>
                  </a:cubicBezTo>
                  <a:cubicBezTo>
                    <a:pt x="1240" y="496"/>
                    <a:pt x="1464" y="544"/>
                    <a:pt x="1368" y="576"/>
                  </a:cubicBezTo>
                  <a:cubicBezTo>
                    <a:pt x="1272" y="608"/>
                    <a:pt x="776" y="640"/>
                    <a:pt x="648" y="624"/>
                  </a:cubicBezTo>
                  <a:cubicBezTo>
                    <a:pt x="520" y="608"/>
                    <a:pt x="696" y="504"/>
                    <a:pt x="600" y="480"/>
                  </a:cubicBezTo>
                  <a:cubicBezTo>
                    <a:pt x="504" y="456"/>
                    <a:pt x="144" y="528"/>
                    <a:pt x="72" y="480"/>
                  </a:cubicBezTo>
                  <a:cubicBezTo>
                    <a:pt x="0" y="432"/>
                    <a:pt x="32" y="272"/>
                    <a:pt x="168" y="192"/>
                  </a:cubicBez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6" name="Text Box 12">
              <a:extLst>
                <a:ext uri="{FF2B5EF4-FFF2-40B4-BE49-F238E27FC236}">
                  <a16:creationId xmlns:a16="http://schemas.microsoft.com/office/drawing/2014/main" id="{F75F2EA8-A245-5EA3-7260-603CDE61491A}"/>
                </a:ext>
              </a:extLst>
            </p:cNvPr>
            <p:cNvSpPr txBox="1">
              <a:spLocks noChangeArrowheads="1"/>
            </p:cNvSpPr>
            <p:nvPr/>
          </p:nvSpPr>
          <p:spPr bwMode="auto">
            <a:xfrm>
              <a:off x="2160" y="1584"/>
              <a:ext cx="6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r>
                <a:rPr lang="zh-CN" altLang="en-US" sz="2400">
                  <a:solidFill>
                    <a:srgbClr val="000000"/>
                  </a:solidFill>
                  <a:latin typeface="Times New Roman" panose="02020603050405020304" pitchFamily="18" charset="0"/>
                  <a:ea typeface="宋体" panose="02010600030101010101" pitchFamily="2" charset="-122"/>
                </a:rPr>
                <a:t>过程</a:t>
              </a:r>
              <a:r>
                <a:rPr lang="en-US" altLang="zh-CN" sz="2400">
                  <a:solidFill>
                    <a:srgbClr val="000000"/>
                  </a:solidFill>
                  <a:latin typeface="Times New Roman" panose="02020603050405020304" pitchFamily="18" charset="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49167" name="Line 13">
              <a:extLst>
                <a:ext uri="{FF2B5EF4-FFF2-40B4-BE49-F238E27FC236}">
                  <a16:creationId xmlns:a16="http://schemas.microsoft.com/office/drawing/2014/main" id="{15D54B38-67E4-311C-8559-D5BD72AADBBB}"/>
                </a:ext>
              </a:extLst>
            </p:cNvPr>
            <p:cNvSpPr>
              <a:spLocks noChangeShapeType="1"/>
            </p:cNvSpPr>
            <p:nvPr/>
          </p:nvSpPr>
          <p:spPr bwMode="auto">
            <a:xfrm flipV="1">
              <a:off x="1080" y="1824"/>
              <a:ext cx="720" cy="383"/>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49168" name="Line 14">
              <a:extLst>
                <a:ext uri="{FF2B5EF4-FFF2-40B4-BE49-F238E27FC236}">
                  <a16:creationId xmlns:a16="http://schemas.microsoft.com/office/drawing/2014/main" id="{24182DED-5AF4-19FA-0B79-8A36F5B4B9A5}"/>
                </a:ext>
              </a:extLst>
            </p:cNvPr>
            <p:cNvSpPr>
              <a:spLocks noChangeShapeType="1"/>
            </p:cNvSpPr>
            <p:nvPr/>
          </p:nvSpPr>
          <p:spPr bwMode="auto">
            <a:xfrm>
              <a:off x="1044" y="2784"/>
              <a:ext cx="732" cy="43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0159" name="Text Box 15">
              <a:extLst>
                <a:ext uri="{FF2B5EF4-FFF2-40B4-BE49-F238E27FC236}">
                  <a16:creationId xmlns:a16="http://schemas.microsoft.com/office/drawing/2014/main" id="{C93BAB1B-BBB0-4CE1-A460-08B515DFB415}"/>
                </a:ext>
              </a:extLst>
            </p:cNvPr>
            <p:cNvSpPr txBox="1">
              <a:spLocks noChangeArrowheads="1"/>
            </p:cNvSpPr>
            <p:nvPr/>
          </p:nvSpPr>
          <p:spPr bwMode="auto">
            <a:xfrm>
              <a:off x="770" y="1067"/>
              <a:ext cx="1140" cy="365"/>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defRPr/>
              </a:pPr>
              <a:r>
                <a:rPr lang="zh-CN" altLang="en-US" sz="3200">
                  <a:effectLst>
                    <a:outerShdw blurRad="38100" dist="38100" dir="2700000" algn="tl">
                      <a:srgbClr val="FFFFFF"/>
                    </a:outerShdw>
                  </a:effectLst>
                  <a:latin typeface="Times New Roman" pitchFamily="18" charset="0"/>
                </a:rPr>
                <a:t>用户需求</a:t>
              </a:r>
            </a:p>
          </p:txBody>
        </p:sp>
        <p:sp>
          <p:nvSpPr>
            <p:cNvPr id="390160" name="AutoShape 16">
              <a:extLst>
                <a:ext uri="{FF2B5EF4-FFF2-40B4-BE49-F238E27FC236}">
                  <a16:creationId xmlns:a16="http://schemas.microsoft.com/office/drawing/2014/main" id="{411D3AFB-7FED-48C1-9191-B1570AC64162}"/>
                </a:ext>
              </a:extLst>
            </p:cNvPr>
            <p:cNvSpPr>
              <a:spLocks noChangeArrowheads="1"/>
            </p:cNvSpPr>
            <p:nvPr/>
          </p:nvSpPr>
          <p:spPr bwMode="auto">
            <a:xfrm>
              <a:off x="3935" y="2244"/>
              <a:ext cx="650" cy="409"/>
            </a:xfrm>
            <a:prstGeom prst="octagon">
              <a:avLst>
                <a:gd name="adj" fmla="val 29287"/>
              </a:avLst>
            </a:prstGeom>
            <a:noFill/>
            <a:ln w="19050">
              <a:solidFill>
                <a:schemeClr val="bg1"/>
              </a:solidFill>
              <a:miter lim="800000"/>
              <a:headEnd/>
              <a:tailEnd/>
            </a:ln>
            <a:effectLst/>
            <a:extLst>
              <a:ext uri="{909E8E84-426E-40DD-AFC4-6F175D3DCCD1}">
                <a14:hiddenFill xmlns:a14="http://schemas.microsoft.com/office/drawing/2010/main">
                  <a:solidFill>
                    <a:srgbClr val="969696"/>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a:defRPr/>
              </a:pPr>
              <a:endParaRPr lang="zh-CN" altLang="zh-CN">
                <a:solidFill>
                  <a:schemeClr val="bg1"/>
                </a:solidFill>
                <a:effectLst>
                  <a:outerShdw blurRad="38100" dist="38100" dir="2700000" algn="tl">
                    <a:srgbClr val="000000"/>
                  </a:outerShdw>
                </a:effectLst>
                <a:latin typeface="Times New Roman" pitchFamily="18" charset="0"/>
              </a:endParaRPr>
            </a:p>
          </p:txBody>
        </p:sp>
        <p:sp>
          <p:nvSpPr>
            <p:cNvPr id="49171" name="AutoShape 17">
              <a:extLst>
                <a:ext uri="{FF2B5EF4-FFF2-40B4-BE49-F238E27FC236}">
                  <a16:creationId xmlns:a16="http://schemas.microsoft.com/office/drawing/2014/main" id="{67B8717A-B577-BE89-BF33-E825BDA47B56}"/>
                </a:ext>
              </a:extLst>
            </p:cNvPr>
            <p:cNvSpPr>
              <a:spLocks noChangeArrowheads="1"/>
            </p:cNvSpPr>
            <p:nvPr/>
          </p:nvSpPr>
          <p:spPr bwMode="auto">
            <a:xfrm>
              <a:off x="3888" y="2949"/>
              <a:ext cx="720" cy="513"/>
            </a:xfrm>
            <a:prstGeom prst="hexagon">
              <a:avLst>
                <a:gd name="adj" fmla="val 49724"/>
                <a:gd name="vf" fmla="val 115470"/>
              </a:avLst>
            </a:prstGeom>
            <a:noFill/>
            <a:ln w="19050">
              <a:solidFill>
                <a:schemeClr val="bg1"/>
              </a:solidFill>
              <a:miter lim="800000"/>
              <a:headEnd/>
              <a:tailEnd/>
            </a:ln>
            <a:effectLst/>
            <a:extLst>
              <a:ext uri="{909E8E84-426E-40DD-AFC4-6F175D3DCCD1}">
                <a14:hiddenFill xmlns:a14="http://schemas.microsoft.com/office/drawing/2010/main">
                  <a:solidFill>
                    <a:srgbClr val="969696"/>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en-US" sz="2400">
                <a:latin typeface="Arial Narrow" panose="020B0606020202030204" pitchFamily="34" charset="0"/>
                <a:ea typeface="宋体" panose="02010600030101010101" pitchFamily="2" charset="-122"/>
              </a:endParaRPr>
            </a:p>
          </p:txBody>
        </p:sp>
        <p:sp>
          <p:nvSpPr>
            <p:cNvPr id="49172" name="Line 18">
              <a:extLst>
                <a:ext uri="{FF2B5EF4-FFF2-40B4-BE49-F238E27FC236}">
                  <a16:creationId xmlns:a16="http://schemas.microsoft.com/office/drawing/2014/main" id="{5728C075-F438-6507-5F9D-D2EF8BFA4AFD}"/>
                </a:ext>
              </a:extLst>
            </p:cNvPr>
            <p:cNvSpPr>
              <a:spLocks noChangeShapeType="1"/>
            </p:cNvSpPr>
            <p:nvPr/>
          </p:nvSpPr>
          <p:spPr bwMode="auto">
            <a:xfrm>
              <a:off x="3072" y="2448"/>
              <a:ext cx="81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73" name="Line 19">
              <a:extLst>
                <a:ext uri="{FF2B5EF4-FFF2-40B4-BE49-F238E27FC236}">
                  <a16:creationId xmlns:a16="http://schemas.microsoft.com/office/drawing/2014/main" id="{30608291-99D8-B3B2-C7C6-328B2F98175E}"/>
                </a:ext>
              </a:extLst>
            </p:cNvPr>
            <p:cNvSpPr>
              <a:spLocks noChangeShapeType="1"/>
            </p:cNvSpPr>
            <p:nvPr/>
          </p:nvSpPr>
          <p:spPr bwMode="auto">
            <a:xfrm>
              <a:off x="3072" y="1680"/>
              <a:ext cx="81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74" name="Line 20">
              <a:extLst>
                <a:ext uri="{FF2B5EF4-FFF2-40B4-BE49-F238E27FC236}">
                  <a16:creationId xmlns:a16="http://schemas.microsoft.com/office/drawing/2014/main" id="{C8235E93-1308-3B10-46CC-3F53753D50A5}"/>
                </a:ext>
              </a:extLst>
            </p:cNvPr>
            <p:cNvSpPr>
              <a:spLocks noChangeShapeType="1"/>
            </p:cNvSpPr>
            <p:nvPr/>
          </p:nvSpPr>
          <p:spPr bwMode="auto">
            <a:xfrm>
              <a:off x="3024" y="3216"/>
              <a:ext cx="81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75" name="Text Box 21">
              <a:extLst>
                <a:ext uri="{FF2B5EF4-FFF2-40B4-BE49-F238E27FC236}">
                  <a16:creationId xmlns:a16="http://schemas.microsoft.com/office/drawing/2014/main" id="{ACF3BB49-F597-EA1E-DBE5-EBCF8848EBAB}"/>
                </a:ext>
              </a:extLst>
            </p:cNvPr>
            <p:cNvSpPr txBox="1">
              <a:spLocks noChangeArrowheads="1"/>
            </p:cNvSpPr>
            <p:nvPr/>
          </p:nvSpPr>
          <p:spPr bwMode="auto">
            <a:xfrm>
              <a:off x="4894" y="1440"/>
              <a:ext cx="695" cy="288"/>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r>
                <a:rPr lang="zh-CN" altLang="en-US" sz="2400" b="1">
                  <a:solidFill>
                    <a:srgbClr val="FF3300"/>
                  </a:solidFill>
                  <a:latin typeface="Times New Roman" panose="02020603050405020304" pitchFamily="18" charset="0"/>
                  <a:ea typeface="宋体" panose="02010600030101010101" pitchFamily="2" charset="-122"/>
                </a:rPr>
                <a:t>关注点</a:t>
              </a:r>
            </a:p>
          </p:txBody>
        </p:sp>
        <p:sp>
          <p:nvSpPr>
            <p:cNvPr id="49176" name="Line 22">
              <a:extLst>
                <a:ext uri="{FF2B5EF4-FFF2-40B4-BE49-F238E27FC236}">
                  <a16:creationId xmlns:a16="http://schemas.microsoft.com/office/drawing/2014/main" id="{7CAB0219-EBBA-09C7-10B0-D247B6C730ED}"/>
                </a:ext>
              </a:extLst>
            </p:cNvPr>
            <p:cNvSpPr>
              <a:spLocks noChangeShapeType="1"/>
            </p:cNvSpPr>
            <p:nvPr/>
          </p:nvSpPr>
          <p:spPr bwMode="auto">
            <a:xfrm flipH="1">
              <a:off x="4894" y="1766"/>
              <a:ext cx="432" cy="2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nvGrpSpPr>
            <p:cNvPr id="49177" name="Group 23">
              <a:extLst>
                <a:ext uri="{FF2B5EF4-FFF2-40B4-BE49-F238E27FC236}">
                  <a16:creationId xmlns:a16="http://schemas.microsoft.com/office/drawing/2014/main" id="{3C43CBF3-9164-3107-4B91-D7F681E3A0A4}"/>
                </a:ext>
              </a:extLst>
            </p:cNvPr>
            <p:cNvGrpSpPr>
              <a:grpSpLocks/>
            </p:cNvGrpSpPr>
            <p:nvPr/>
          </p:nvGrpSpPr>
          <p:grpSpPr bwMode="auto">
            <a:xfrm>
              <a:off x="371" y="1877"/>
              <a:ext cx="672" cy="1339"/>
              <a:chOff x="371" y="1877"/>
              <a:chExt cx="672" cy="1339"/>
            </a:xfrm>
          </p:grpSpPr>
          <p:sp>
            <p:nvSpPr>
              <p:cNvPr id="49183" name="Freeform 24">
                <a:extLst>
                  <a:ext uri="{FF2B5EF4-FFF2-40B4-BE49-F238E27FC236}">
                    <a16:creationId xmlns:a16="http://schemas.microsoft.com/office/drawing/2014/main" id="{2424C0BC-C4FD-605E-BFFA-C4E54D8277BB}"/>
                  </a:ext>
                </a:extLst>
              </p:cNvPr>
              <p:cNvSpPr>
                <a:spLocks/>
              </p:cNvSpPr>
              <p:nvPr/>
            </p:nvSpPr>
            <p:spPr bwMode="auto">
              <a:xfrm>
                <a:off x="585" y="1952"/>
                <a:ext cx="264" cy="293"/>
              </a:xfrm>
              <a:custGeom>
                <a:avLst/>
                <a:gdLst>
                  <a:gd name="T0" fmla="*/ 1 w 526"/>
                  <a:gd name="T1" fmla="*/ 1 h 584"/>
                  <a:gd name="T2" fmla="*/ 1 w 526"/>
                  <a:gd name="T3" fmla="*/ 1 h 584"/>
                  <a:gd name="T4" fmla="*/ 1 w 526"/>
                  <a:gd name="T5" fmla="*/ 1 h 584"/>
                  <a:gd name="T6" fmla="*/ 1 w 526"/>
                  <a:gd name="T7" fmla="*/ 0 h 584"/>
                  <a:gd name="T8" fmla="*/ 1 w 526"/>
                  <a:gd name="T9" fmla="*/ 1 h 584"/>
                  <a:gd name="T10" fmla="*/ 1 w 526"/>
                  <a:gd name="T11" fmla="*/ 1 h 584"/>
                  <a:gd name="T12" fmla="*/ 0 w 526"/>
                  <a:gd name="T13" fmla="*/ 1 h 584"/>
                  <a:gd name="T14" fmla="*/ 1 w 526"/>
                  <a:gd name="T15" fmla="*/ 1 h 584"/>
                  <a:gd name="T16" fmla="*/ 1 w 526"/>
                  <a:gd name="T17" fmla="*/ 1 h 584"/>
                  <a:gd name="T18" fmla="*/ 1 w 526"/>
                  <a:gd name="T19" fmla="*/ 1 h 584"/>
                  <a:gd name="T20" fmla="*/ 1 w 526"/>
                  <a:gd name="T21" fmla="*/ 1 h 584"/>
                  <a:gd name="T22" fmla="*/ 1 w 526"/>
                  <a:gd name="T23" fmla="*/ 1 h 584"/>
                  <a:gd name="T24" fmla="*/ 1 w 526"/>
                  <a:gd name="T25" fmla="*/ 1 h 584"/>
                  <a:gd name="T26" fmla="*/ 1 w 526"/>
                  <a:gd name="T27" fmla="*/ 1 h 584"/>
                  <a:gd name="T28" fmla="*/ 1 w 526"/>
                  <a:gd name="T29" fmla="*/ 1 h 584"/>
                  <a:gd name="T30" fmla="*/ 1 w 526"/>
                  <a:gd name="T31" fmla="*/ 1 h 584"/>
                  <a:gd name="T32" fmla="*/ 1 w 526"/>
                  <a:gd name="T33" fmla="*/ 1 h 584"/>
                  <a:gd name="T34" fmla="*/ 1 w 526"/>
                  <a:gd name="T35" fmla="*/ 1 h 584"/>
                  <a:gd name="T36" fmla="*/ 1 w 526"/>
                  <a:gd name="T37" fmla="*/ 1 h 584"/>
                  <a:gd name="T38" fmla="*/ 1 w 526"/>
                  <a:gd name="T39" fmla="*/ 1 h 584"/>
                  <a:gd name="T40" fmla="*/ 1 w 526"/>
                  <a:gd name="T41" fmla="*/ 1 h 584"/>
                  <a:gd name="T42" fmla="*/ 1 w 526"/>
                  <a:gd name="T43" fmla="*/ 1 h 58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26" h="584">
                    <a:moveTo>
                      <a:pt x="274" y="135"/>
                    </a:moveTo>
                    <a:lnTo>
                      <a:pt x="228" y="75"/>
                    </a:lnTo>
                    <a:lnTo>
                      <a:pt x="164" y="30"/>
                    </a:lnTo>
                    <a:lnTo>
                      <a:pt x="106" y="0"/>
                    </a:lnTo>
                    <a:lnTo>
                      <a:pt x="60" y="8"/>
                    </a:lnTo>
                    <a:lnTo>
                      <a:pt x="26" y="41"/>
                    </a:lnTo>
                    <a:lnTo>
                      <a:pt x="0" y="143"/>
                    </a:lnTo>
                    <a:lnTo>
                      <a:pt x="10" y="259"/>
                    </a:lnTo>
                    <a:lnTo>
                      <a:pt x="38" y="371"/>
                    </a:lnTo>
                    <a:lnTo>
                      <a:pt x="68" y="457"/>
                    </a:lnTo>
                    <a:lnTo>
                      <a:pt x="125" y="547"/>
                    </a:lnTo>
                    <a:lnTo>
                      <a:pt x="175" y="584"/>
                    </a:lnTo>
                    <a:lnTo>
                      <a:pt x="243" y="584"/>
                    </a:lnTo>
                    <a:lnTo>
                      <a:pt x="312" y="559"/>
                    </a:lnTo>
                    <a:lnTo>
                      <a:pt x="347" y="494"/>
                    </a:lnTo>
                    <a:lnTo>
                      <a:pt x="365" y="412"/>
                    </a:lnTo>
                    <a:lnTo>
                      <a:pt x="358" y="311"/>
                    </a:lnTo>
                    <a:lnTo>
                      <a:pt x="518" y="323"/>
                    </a:lnTo>
                    <a:lnTo>
                      <a:pt x="526" y="278"/>
                    </a:lnTo>
                    <a:lnTo>
                      <a:pt x="343" y="259"/>
                    </a:lnTo>
                    <a:lnTo>
                      <a:pt x="297" y="154"/>
                    </a:lnTo>
                    <a:lnTo>
                      <a:pt x="274" y="135"/>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184" name="Freeform 25">
                <a:extLst>
                  <a:ext uri="{FF2B5EF4-FFF2-40B4-BE49-F238E27FC236}">
                    <a16:creationId xmlns:a16="http://schemas.microsoft.com/office/drawing/2014/main" id="{F430EBDA-DBCB-23AC-1F25-2B6130FAF36E}"/>
                  </a:ext>
                </a:extLst>
              </p:cNvPr>
              <p:cNvSpPr>
                <a:spLocks/>
              </p:cNvSpPr>
              <p:nvPr/>
            </p:nvSpPr>
            <p:spPr bwMode="auto">
              <a:xfrm>
                <a:off x="371" y="1877"/>
                <a:ext cx="303" cy="469"/>
              </a:xfrm>
              <a:custGeom>
                <a:avLst/>
                <a:gdLst>
                  <a:gd name="T0" fmla="*/ 1 w 606"/>
                  <a:gd name="T1" fmla="*/ 1 h 937"/>
                  <a:gd name="T2" fmla="*/ 1 w 606"/>
                  <a:gd name="T3" fmla="*/ 0 h 937"/>
                  <a:gd name="T4" fmla="*/ 1 w 606"/>
                  <a:gd name="T5" fmla="*/ 1 h 937"/>
                  <a:gd name="T6" fmla="*/ 1 w 606"/>
                  <a:gd name="T7" fmla="*/ 1 h 937"/>
                  <a:gd name="T8" fmla="*/ 1 w 606"/>
                  <a:gd name="T9" fmla="*/ 1 h 937"/>
                  <a:gd name="T10" fmla="*/ 1 w 606"/>
                  <a:gd name="T11" fmla="*/ 1 h 937"/>
                  <a:gd name="T12" fmla="*/ 1 w 606"/>
                  <a:gd name="T13" fmla="*/ 1 h 937"/>
                  <a:gd name="T14" fmla="*/ 1 w 606"/>
                  <a:gd name="T15" fmla="*/ 1 h 937"/>
                  <a:gd name="T16" fmla="*/ 1 w 606"/>
                  <a:gd name="T17" fmla="*/ 1 h 937"/>
                  <a:gd name="T18" fmla="*/ 1 w 606"/>
                  <a:gd name="T19" fmla="*/ 1 h 937"/>
                  <a:gd name="T20" fmla="*/ 1 w 606"/>
                  <a:gd name="T21" fmla="*/ 1 h 937"/>
                  <a:gd name="T22" fmla="*/ 1 w 606"/>
                  <a:gd name="T23" fmla="*/ 1 h 937"/>
                  <a:gd name="T24" fmla="*/ 1 w 606"/>
                  <a:gd name="T25" fmla="*/ 1 h 937"/>
                  <a:gd name="T26" fmla="*/ 1 w 606"/>
                  <a:gd name="T27" fmla="*/ 1 h 937"/>
                  <a:gd name="T28" fmla="*/ 1 w 606"/>
                  <a:gd name="T29" fmla="*/ 1 h 937"/>
                  <a:gd name="T30" fmla="*/ 1 w 606"/>
                  <a:gd name="T31" fmla="*/ 1 h 937"/>
                  <a:gd name="T32" fmla="*/ 1 w 606"/>
                  <a:gd name="T33" fmla="*/ 1 h 937"/>
                  <a:gd name="T34" fmla="*/ 1 w 606"/>
                  <a:gd name="T35" fmla="*/ 1 h 937"/>
                  <a:gd name="T36" fmla="*/ 1 w 606"/>
                  <a:gd name="T37" fmla="*/ 1 h 937"/>
                  <a:gd name="T38" fmla="*/ 1 w 606"/>
                  <a:gd name="T39" fmla="*/ 1 h 937"/>
                  <a:gd name="T40" fmla="*/ 1 w 606"/>
                  <a:gd name="T41" fmla="*/ 1 h 937"/>
                  <a:gd name="T42" fmla="*/ 1 w 606"/>
                  <a:gd name="T43" fmla="*/ 1 h 937"/>
                  <a:gd name="T44" fmla="*/ 1 w 606"/>
                  <a:gd name="T45" fmla="*/ 1 h 937"/>
                  <a:gd name="T46" fmla="*/ 1 w 606"/>
                  <a:gd name="T47" fmla="*/ 1 h 937"/>
                  <a:gd name="T48" fmla="*/ 1 w 606"/>
                  <a:gd name="T49" fmla="*/ 1 h 937"/>
                  <a:gd name="T50" fmla="*/ 1 w 606"/>
                  <a:gd name="T51" fmla="*/ 1 h 937"/>
                  <a:gd name="T52" fmla="*/ 1 w 606"/>
                  <a:gd name="T53" fmla="*/ 1 h 937"/>
                  <a:gd name="T54" fmla="*/ 1 w 606"/>
                  <a:gd name="T55" fmla="*/ 1 h 937"/>
                  <a:gd name="T56" fmla="*/ 1 w 606"/>
                  <a:gd name="T57" fmla="*/ 1 h 937"/>
                  <a:gd name="T58" fmla="*/ 1 w 606"/>
                  <a:gd name="T59" fmla="*/ 1 h 937"/>
                  <a:gd name="T60" fmla="*/ 1 w 606"/>
                  <a:gd name="T61" fmla="*/ 1 h 937"/>
                  <a:gd name="T62" fmla="*/ 1 w 606"/>
                  <a:gd name="T63" fmla="*/ 1 h 937"/>
                  <a:gd name="T64" fmla="*/ 1 w 606"/>
                  <a:gd name="T65" fmla="*/ 1 h 937"/>
                  <a:gd name="T66" fmla="*/ 1 w 606"/>
                  <a:gd name="T67" fmla="*/ 1 h 937"/>
                  <a:gd name="T68" fmla="*/ 1 w 606"/>
                  <a:gd name="T69" fmla="*/ 1 h 937"/>
                  <a:gd name="T70" fmla="*/ 1 w 606"/>
                  <a:gd name="T71" fmla="*/ 1 h 937"/>
                  <a:gd name="T72" fmla="*/ 1 w 606"/>
                  <a:gd name="T73" fmla="*/ 1 h 937"/>
                  <a:gd name="T74" fmla="*/ 0 w 606"/>
                  <a:gd name="T75" fmla="*/ 1 h 937"/>
                  <a:gd name="T76" fmla="*/ 1 w 606"/>
                  <a:gd name="T77" fmla="*/ 1 h 937"/>
                  <a:gd name="T78" fmla="*/ 1 w 606"/>
                  <a:gd name="T79" fmla="*/ 1 h 937"/>
                  <a:gd name="T80" fmla="*/ 1 w 606"/>
                  <a:gd name="T81" fmla="*/ 1 h 937"/>
                  <a:gd name="T82" fmla="*/ 1 w 606"/>
                  <a:gd name="T83" fmla="*/ 1 h 937"/>
                  <a:gd name="T84" fmla="*/ 1 w 606"/>
                  <a:gd name="T85" fmla="*/ 1 h 937"/>
                  <a:gd name="T86" fmla="*/ 1 w 606"/>
                  <a:gd name="T87" fmla="*/ 1 h 937"/>
                  <a:gd name="T88" fmla="*/ 1 w 606"/>
                  <a:gd name="T89" fmla="*/ 1 h 93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606" h="937">
                    <a:moveTo>
                      <a:pt x="354" y="22"/>
                    </a:moveTo>
                    <a:lnTo>
                      <a:pt x="430" y="0"/>
                    </a:lnTo>
                    <a:lnTo>
                      <a:pt x="491" y="3"/>
                    </a:lnTo>
                    <a:lnTo>
                      <a:pt x="537" y="37"/>
                    </a:lnTo>
                    <a:lnTo>
                      <a:pt x="568" y="90"/>
                    </a:lnTo>
                    <a:lnTo>
                      <a:pt x="557" y="145"/>
                    </a:lnTo>
                    <a:lnTo>
                      <a:pt x="514" y="145"/>
                    </a:lnTo>
                    <a:lnTo>
                      <a:pt x="526" y="100"/>
                    </a:lnTo>
                    <a:lnTo>
                      <a:pt x="491" y="60"/>
                    </a:lnTo>
                    <a:lnTo>
                      <a:pt x="458" y="45"/>
                    </a:lnTo>
                    <a:lnTo>
                      <a:pt x="400" y="60"/>
                    </a:lnTo>
                    <a:lnTo>
                      <a:pt x="423" y="105"/>
                    </a:lnTo>
                    <a:lnTo>
                      <a:pt x="430" y="145"/>
                    </a:lnTo>
                    <a:lnTo>
                      <a:pt x="423" y="180"/>
                    </a:lnTo>
                    <a:lnTo>
                      <a:pt x="366" y="195"/>
                    </a:lnTo>
                    <a:lnTo>
                      <a:pt x="304" y="183"/>
                    </a:lnTo>
                    <a:lnTo>
                      <a:pt x="293" y="157"/>
                    </a:lnTo>
                    <a:lnTo>
                      <a:pt x="228" y="228"/>
                    </a:lnTo>
                    <a:lnTo>
                      <a:pt x="190" y="307"/>
                    </a:lnTo>
                    <a:lnTo>
                      <a:pt x="137" y="408"/>
                    </a:lnTo>
                    <a:lnTo>
                      <a:pt x="103" y="498"/>
                    </a:lnTo>
                    <a:lnTo>
                      <a:pt x="88" y="584"/>
                    </a:lnTo>
                    <a:lnTo>
                      <a:pt x="99" y="629"/>
                    </a:lnTo>
                    <a:lnTo>
                      <a:pt x="160" y="686"/>
                    </a:lnTo>
                    <a:lnTo>
                      <a:pt x="286" y="734"/>
                    </a:lnTo>
                    <a:lnTo>
                      <a:pt x="354" y="756"/>
                    </a:lnTo>
                    <a:lnTo>
                      <a:pt x="423" y="768"/>
                    </a:lnTo>
                    <a:lnTo>
                      <a:pt x="526" y="809"/>
                    </a:lnTo>
                    <a:lnTo>
                      <a:pt x="602" y="836"/>
                    </a:lnTo>
                    <a:lnTo>
                      <a:pt x="606" y="888"/>
                    </a:lnTo>
                    <a:lnTo>
                      <a:pt x="568" y="926"/>
                    </a:lnTo>
                    <a:lnTo>
                      <a:pt x="522" y="937"/>
                    </a:lnTo>
                    <a:lnTo>
                      <a:pt x="453" y="903"/>
                    </a:lnTo>
                    <a:lnTo>
                      <a:pt x="293" y="821"/>
                    </a:lnTo>
                    <a:lnTo>
                      <a:pt x="160" y="764"/>
                    </a:lnTo>
                    <a:lnTo>
                      <a:pt x="68" y="701"/>
                    </a:lnTo>
                    <a:lnTo>
                      <a:pt x="7" y="644"/>
                    </a:lnTo>
                    <a:lnTo>
                      <a:pt x="0" y="576"/>
                    </a:lnTo>
                    <a:lnTo>
                      <a:pt x="34" y="486"/>
                    </a:lnTo>
                    <a:lnTo>
                      <a:pt x="103" y="351"/>
                    </a:lnTo>
                    <a:lnTo>
                      <a:pt x="167" y="240"/>
                    </a:lnTo>
                    <a:lnTo>
                      <a:pt x="248" y="123"/>
                    </a:lnTo>
                    <a:lnTo>
                      <a:pt x="309" y="55"/>
                    </a:lnTo>
                    <a:lnTo>
                      <a:pt x="385" y="22"/>
                    </a:lnTo>
                    <a:lnTo>
                      <a:pt x="354" y="2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185" name="Freeform 26">
                <a:extLst>
                  <a:ext uri="{FF2B5EF4-FFF2-40B4-BE49-F238E27FC236}">
                    <a16:creationId xmlns:a16="http://schemas.microsoft.com/office/drawing/2014/main" id="{A8A55D3F-E6F3-075B-EB87-094F048DDCB4}"/>
                  </a:ext>
                </a:extLst>
              </p:cNvPr>
              <p:cNvSpPr>
                <a:spLocks/>
              </p:cNvSpPr>
              <p:nvPr/>
            </p:nvSpPr>
            <p:spPr bwMode="auto">
              <a:xfrm>
                <a:off x="657" y="2266"/>
                <a:ext cx="158" cy="440"/>
              </a:xfrm>
              <a:custGeom>
                <a:avLst/>
                <a:gdLst>
                  <a:gd name="T0" fmla="*/ 0 w 317"/>
                  <a:gd name="T1" fmla="*/ 1 h 880"/>
                  <a:gd name="T2" fmla="*/ 0 w 317"/>
                  <a:gd name="T3" fmla="*/ 1 h 880"/>
                  <a:gd name="T4" fmla="*/ 0 w 317"/>
                  <a:gd name="T5" fmla="*/ 0 h 880"/>
                  <a:gd name="T6" fmla="*/ 0 w 317"/>
                  <a:gd name="T7" fmla="*/ 0 h 880"/>
                  <a:gd name="T8" fmla="*/ 0 w 317"/>
                  <a:gd name="T9" fmla="*/ 1 h 880"/>
                  <a:gd name="T10" fmla="*/ 0 w 317"/>
                  <a:gd name="T11" fmla="*/ 1 h 880"/>
                  <a:gd name="T12" fmla="*/ 0 w 317"/>
                  <a:gd name="T13" fmla="*/ 1 h 880"/>
                  <a:gd name="T14" fmla="*/ 0 w 317"/>
                  <a:gd name="T15" fmla="*/ 1 h 880"/>
                  <a:gd name="T16" fmla="*/ 0 w 317"/>
                  <a:gd name="T17" fmla="*/ 1 h 880"/>
                  <a:gd name="T18" fmla="*/ 0 w 317"/>
                  <a:gd name="T19" fmla="*/ 1 h 880"/>
                  <a:gd name="T20" fmla="*/ 0 w 317"/>
                  <a:gd name="T21" fmla="*/ 1 h 880"/>
                  <a:gd name="T22" fmla="*/ 0 w 317"/>
                  <a:gd name="T23" fmla="*/ 1 h 880"/>
                  <a:gd name="T24" fmla="*/ 0 w 317"/>
                  <a:gd name="T25" fmla="*/ 1 h 880"/>
                  <a:gd name="T26" fmla="*/ 0 w 317"/>
                  <a:gd name="T27" fmla="*/ 1 h 880"/>
                  <a:gd name="T28" fmla="*/ 0 w 317"/>
                  <a:gd name="T29" fmla="*/ 1 h 880"/>
                  <a:gd name="T30" fmla="*/ 0 w 317"/>
                  <a:gd name="T31" fmla="*/ 1 h 880"/>
                  <a:gd name="T32" fmla="*/ 0 w 317"/>
                  <a:gd name="T33" fmla="*/ 1 h 880"/>
                  <a:gd name="T34" fmla="*/ 0 w 317"/>
                  <a:gd name="T35" fmla="*/ 1 h 880"/>
                  <a:gd name="T36" fmla="*/ 0 w 317"/>
                  <a:gd name="T37" fmla="*/ 1 h 880"/>
                  <a:gd name="T38" fmla="*/ 0 w 317"/>
                  <a:gd name="T39" fmla="*/ 1 h 880"/>
                  <a:gd name="T40" fmla="*/ 0 w 317"/>
                  <a:gd name="T41" fmla="*/ 1 h 880"/>
                  <a:gd name="T42" fmla="*/ 0 w 317"/>
                  <a:gd name="T43" fmla="*/ 1 h 880"/>
                  <a:gd name="T44" fmla="*/ 0 w 317"/>
                  <a:gd name="T45" fmla="*/ 1 h 8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317" h="880">
                    <a:moveTo>
                      <a:pt x="19" y="68"/>
                    </a:moveTo>
                    <a:lnTo>
                      <a:pt x="31" y="23"/>
                    </a:lnTo>
                    <a:lnTo>
                      <a:pt x="80" y="0"/>
                    </a:lnTo>
                    <a:lnTo>
                      <a:pt x="125" y="0"/>
                    </a:lnTo>
                    <a:lnTo>
                      <a:pt x="183" y="33"/>
                    </a:lnTo>
                    <a:lnTo>
                      <a:pt x="237" y="113"/>
                    </a:lnTo>
                    <a:lnTo>
                      <a:pt x="275" y="195"/>
                    </a:lnTo>
                    <a:lnTo>
                      <a:pt x="294" y="307"/>
                    </a:lnTo>
                    <a:lnTo>
                      <a:pt x="310" y="438"/>
                    </a:lnTo>
                    <a:lnTo>
                      <a:pt x="317" y="565"/>
                    </a:lnTo>
                    <a:lnTo>
                      <a:pt x="317" y="730"/>
                    </a:lnTo>
                    <a:lnTo>
                      <a:pt x="294" y="831"/>
                    </a:lnTo>
                    <a:lnTo>
                      <a:pt x="252" y="868"/>
                    </a:lnTo>
                    <a:lnTo>
                      <a:pt x="179" y="880"/>
                    </a:lnTo>
                    <a:lnTo>
                      <a:pt x="103" y="876"/>
                    </a:lnTo>
                    <a:lnTo>
                      <a:pt x="64" y="831"/>
                    </a:lnTo>
                    <a:lnTo>
                      <a:pt x="42" y="753"/>
                    </a:lnTo>
                    <a:lnTo>
                      <a:pt x="23" y="674"/>
                    </a:lnTo>
                    <a:lnTo>
                      <a:pt x="8" y="531"/>
                    </a:lnTo>
                    <a:lnTo>
                      <a:pt x="0" y="371"/>
                    </a:lnTo>
                    <a:lnTo>
                      <a:pt x="0" y="183"/>
                    </a:lnTo>
                    <a:lnTo>
                      <a:pt x="19" y="101"/>
                    </a:lnTo>
                    <a:lnTo>
                      <a:pt x="19" y="6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186" name="Freeform 27">
                <a:extLst>
                  <a:ext uri="{FF2B5EF4-FFF2-40B4-BE49-F238E27FC236}">
                    <a16:creationId xmlns:a16="http://schemas.microsoft.com/office/drawing/2014/main" id="{4DF3560B-637E-3996-8B12-A1CBC4EABA24}"/>
                  </a:ext>
                </a:extLst>
              </p:cNvPr>
              <p:cNvSpPr>
                <a:spLocks/>
              </p:cNvSpPr>
              <p:nvPr/>
            </p:nvSpPr>
            <p:spPr bwMode="auto">
              <a:xfrm>
                <a:off x="730" y="2278"/>
                <a:ext cx="242" cy="338"/>
              </a:xfrm>
              <a:custGeom>
                <a:avLst/>
                <a:gdLst>
                  <a:gd name="T0" fmla="*/ 1 w 484"/>
                  <a:gd name="T1" fmla="*/ 0 h 676"/>
                  <a:gd name="T2" fmla="*/ 1 w 484"/>
                  <a:gd name="T3" fmla="*/ 1 h 676"/>
                  <a:gd name="T4" fmla="*/ 1 w 484"/>
                  <a:gd name="T5" fmla="*/ 1 h 676"/>
                  <a:gd name="T6" fmla="*/ 1 w 484"/>
                  <a:gd name="T7" fmla="*/ 1 h 676"/>
                  <a:gd name="T8" fmla="*/ 1 w 484"/>
                  <a:gd name="T9" fmla="*/ 1 h 676"/>
                  <a:gd name="T10" fmla="*/ 1 w 484"/>
                  <a:gd name="T11" fmla="*/ 1 h 676"/>
                  <a:gd name="T12" fmla="*/ 1 w 484"/>
                  <a:gd name="T13" fmla="*/ 1 h 676"/>
                  <a:gd name="T14" fmla="*/ 1 w 484"/>
                  <a:gd name="T15" fmla="*/ 1 h 676"/>
                  <a:gd name="T16" fmla="*/ 1 w 484"/>
                  <a:gd name="T17" fmla="*/ 1 h 676"/>
                  <a:gd name="T18" fmla="*/ 1 w 484"/>
                  <a:gd name="T19" fmla="*/ 1 h 676"/>
                  <a:gd name="T20" fmla="*/ 1 w 484"/>
                  <a:gd name="T21" fmla="*/ 1 h 676"/>
                  <a:gd name="T22" fmla="*/ 1 w 484"/>
                  <a:gd name="T23" fmla="*/ 1 h 676"/>
                  <a:gd name="T24" fmla="*/ 1 w 484"/>
                  <a:gd name="T25" fmla="*/ 1 h 676"/>
                  <a:gd name="T26" fmla="*/ 1 w 484"/>
                  <a:gd name="T27" fmla="*/ 1 h 676"/>
                  <a:gd name="T28" fmla="*/ 1 w 484"/>
                  <a:gd name="T29" fmla="*/ 1 h 676"/>
                  <a:gd name="T30" fmla="*/ 1 w 484"/>
                  <a:gd name="T31" fmla="*/ 1 h 676"/>
                  <a:gd name="T32" fmla="*/ 1 w 484"/>
                  <a:gd name="T33" fmla="*/ 1 h 676"/>
                  <a:gd name="T34" fmla="*/ 1 w 484"/>
                  <a:gd name="T35" fmla="*/ 1 h 676"/>
                  <a:gd name="T36" fmla="*/ 1 w 484"/>
                  <a:gd name="T37" fmla="*/ 1 h 676"/>
                  <a:gd name="T38" fmla="*/ 1 w 484"/>
                  <a:gd name="T39" fmla="*/ 1 h 676"/>
                  <a:gd name="T40" fmla="*/ 1 w 484"/>
                  <a:gd name="T41" fmla="*/ 1 h 676"/>
                  <a:gd name="T42" fmla="*/ 1 w 484"/>
                  <a:gd name="T43" fmla="*/ 1 h 676"/>
                  <a:gd name="T44" fmla="*/ 1 w 484"/>
                  <a:gd name="T45" fmla="*/ 1 h 676"/>
                  <a:gd name="T46" fmla="*/ 1 w 484"/>
                  <a:gd name="T47" fmla="*/ 1 h 676"/>
                  <a:gd name="T48" fmla="*/ 1 w 484"/>
                  <a:gd name="T49" fmla="*/ 1 h 676"/>
                  <a:gd name="T50" fmla="*/ 1 w 484"/>
                  <a:gd name="T51" fmla="*/ 1 h 676"/>
                  <a:gd name="T52" fmla="*/ 1 w 484"/>
                  <a:gd name="T53" fmla="*/ 1 h 676"/>
                  <a:gd name="T54" fmla="*/ 1 w 484"/>
                  <a:gd name="T55" fmla="*/ 1 h 676"/>
                  <a:gd name="T56" fmla="*/ 1 w 484"/>
                  <a:gd name="T57" fmla="*/ 1 h 676"/>
                  <a:gd name="T58" fmla="*/ 1 w 484"/>
                  <a:gd name="T59" fmla="*/ 1 h 676"/>
                  <a:gd name="T60" fmla="*/ 1 w 484"/>
                  <a:gd name="T61" fmla="*/ 1 h 676"/>
                  <a:gd name="T62" fmla="*/ 1 w 484"/>
                  <a:gd name="T63" fmla="*/ 1 h 676"/>
                  <a:gd name="T64" fmla="*/ 1 w 484"/>
                  <a:gd name="T65" fmla="*/ 1 h 676"/>
                  <a:gd name="T66" fmla="*/ 0 w 484"/>
                  <a:gd name="T67" fmla="*/ 1 h 676"/>
                  <a:gd name="T68" fmla="*/ 1 w 484"/>
                  <a:gd name="T69" fmla="*/ 0 h 67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484" h="676">
                    <a:moveTo>
                      <a:pt x="27" y="0"/>
                    </a:moveTo>
                    <a:lnTo>
                      <a:pt x="126" y="12"/>
                    </a:lnTo>
                    <a:lnTo>
                      <a:pt x="228" y="30"/>
                    </a:lnTo>
                    <a:lnTo>
                      <a:pt x="335" y="90"/>
                    </a:lnTo>
                    <a:lnTo>
                      <a:pt x="411" y="135"/>
                    </a:lnTo>
                    <a:lnTo>
                      <a:pt x="461" y="200"/>
                    </a:lnTo>
                    <a:lnTo>
                      <a:pt x="484" y="236"/>
                    </a:lnTo>
                    <a:lnTo>
                      <a:pt x="438" y="346"/>
                    </a:lnTo>
                    <a:lnTo>
                      <a:pt x="365" y="413"/>
                    </a:lnTo>
                    <a:lnTo>
                      <a:pt x="278" y="461"/>
                    </a:lnTo>
                    <a:lnTo>
                      <a:pt x="232" y="491"/>
                    </a:lnTo>
                    <a:lnTo>
                      <a:pt x="152" y="506"/>
                    </a:lnTo>
                    <a:lnTo>
                      <a:pt x="149" y="536"/>
                    </a:lnTo>
                    <a:lnTo>
                      <a:pt x="210" y="563"/>
                    </a:lnTo>
                    <a:lnTo>
                      <a:pt x="297" y="586"/>
                    </a:lnTo>
                    <a:lnTo>
                      <a:pt x="380" y="631"/>
                    </a:lnTo>
                    <a:lnTo>
                      <a:pt x="347" y="664"/>
                    </a:lnTo>
                    <a:lnTo>
                      <a:pt x="312" y="676"/>
                    </a:lnTo>
                    <a:lnTo>
                      <a:pt x="263" y="626"/>
                    </a:lnTo>
                    <a:lnTo>
                      <a:pt x="187" y="596"/>
                    </a:lnTo>
                    <a:lnTo>
                      <a:pt x="126" y="574"/>
                    </a:lnTo>
                    <a:lnTo>
                      <a:pt x="126" y="529"/>
                    </a:lnTo>
                    <a:lnTo>
                      <a:pt x="137" y="481"/>
                    </a:lnTo>
                    <a:lnTo>
                      <a:pt x="175" y="461"/>
                    </a:lnTo>
                    <a:lnTo>
                      <a:pt x="297" y="413"/>
                    </a:lnTo>
                    <a:lnTo>
                      <a:pt x="365" y="338"/>
                    </a:lnTo>
                    <a:lnTo>
                      <a:pt x="415" y="260"/>
                    </a:lnTo>
                    <a:lnTo>
                      <a:pt x="403" y="222"/>
                    </a:lnTo>
                    <a:lnTo>
                      <a:pt x="365" y="177"/>
                    </a:lnTo>
                    <a:lnTo>
                      <a:pt x="274" y="113"/>
                    </a:lnTo>
                    <a:lnTo>
                      <a:pt x="164" y="90"/>
                    </a:lnTo>
                    <a:lnTo>
                      <a:pt x="91" y="87"/>
                    </a:lnTo>
                    <a:lnTo>
                      <a:pt x="27" y="87"/>
                    </a:lnTo>
                    <a:lnTo>
                      <a:pt x="0" y="45"/>
                    </a:lnTo>
                    <a:lnTo>
                      <a:pt x="27"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187" name="Freeform 28">
                <a:extLst>
                  <a:ext uri="{FF2B5EF4-FFF2-40B4-BE49-F238E27FC236}">
                    <a16:creationId xmlns:a16="http://schemas.microsoft.com/office/drawing/2014/main" id="{7276599E-4903-077D-96B8-83D1024F0DF0}"/>
                  </a:ext>
                </a:extLst>
              </p:cNvPr>
              <p:cNvSpPr>
                <a:spLocks/>
              </p:cNvSpPr>
              <p:nvPr/>
            </p:nvSpPr>
            <p:spPr bwMode="auto">
              <a:xfrm>
                <a:off x="749" y="2661"/>
                <a:ext cx="294" cy="546"/>
              </a:xfrm>
              <a:custGeom>
                <a:avLst/>
                <a:gdLst>
                  <a:gd name="T0" fmla="*/ 0 w 589"/>
                  <a:gd name="T1" fmla="*/ 0 h 1092"/>
                  <a:gd name="T2" fmla="*/ 0 w 589"/>
                  <a:gd name="T3" fmla="*/ 0 h 1092"/>
                  <a:gd name="T4" fmla="*/ 0 w 589"/>
                  <a:gd name="T5" fmla="*/ 1 h 1092"/>
                  <a:gd name="T6" fmla="*/ 0 w 589"/>
                  <a:gd name="T7" fmla="*/ 1 h 1092"/>
                  <a:gd name="T8" fmla="*/ 0 w 589"/>
                  <a:gd name="T9" fmla="*/ 1 h 1092"/>
                  <a:gd name="T10" fmla="*/ 0 w 589"/>
                  <a:gd name="T11" fmla="*/ 1 h 1092"/>
                  <a:gd name="T12" fmla="*/ 0 w 589"/>
                  <a:gd name="T13" fmla="*/ 1 h 1092"/>
                  <a:gd name="T14" fmla="*/ 0 w 589"/>
                  <a:gd name="T15" fmla="*/ 1 h 1092"/>
                  <a:gd name="T16" fmla="*/ 0 w 589"/>
                  <a:gd name="T17" fmla="*/ 1 h 1092"/>
                  <a:gd name="T18" fmla="*/ 0 w 589"/>
                  <a:gd name="T19" fmla="*/ 1 h 1092"/>
                  <a:gd name="T20" fmla="*/ 0 w 589"/>
                  <a:gd name="T21" fmla="*/ 1 h 1092"/>
                  <a:gd name="T22" fmla="*/ 0 w 589"/>
                  <a:gd name="T23" fmla="*/ 1 h 1092"/>
                  <a:gd name="T24" fmla="*/ 0 w 589"/>
                  <a:gd name="T25" fmla="*/ 1 h 1092"/>
                  <a:gd name="T26" fmla="*/ 0 w 589"/>
                  <a:gd name="T27" fmla="*/ 1 h 1092"/>
                  <a:gd name="T28" fmla="*/ 0 w 589"/>
                  <a:gd name="T29" fmla="*/ 1 h 1092"/>
                  <a:gd name="T30" fmla="*/ 0 w 589"/>
                  <a:gd name="T31" fmla="*/ 1 h 1092"/>
                  <a:gd name="T32" fmla="*/ 0 w 589"/>
                  <a:gd name="T33" fmla="*/ 1 h 1092"/>
                  <a:gd name="T34" fmla="*/ 0 w 589"/>
                  <a:gd name="T35" fmla="*/ 1 h 1092"/>
                  <a:gd name="T36" fmla="*/ 0 w 589"/>
                  <a:gd name="T37" fmla="*/ 1 h 1092"/>
                  <a:gd name="T38" fmla="*/ 0 w 589"/>
                  <a:gd name="T39" fmla="*/ 1 h 1092"/>
                  <a:gd name="T40" fmla="*/ 0 w 589"/>
                  <a:gd name="T41" fmla="*/ 1 h 1092"/>
                  <a:gd name="T42" fmla="*/ 0 w 589"/>
                  <a:gd name="T43" fmla="*/ 1 h 1092"/>
                  <a:gd name="T44" fmla="*/ 0 w 589"/>
                  <a:gd name="T45" fmla="*/ 1 h 1092"/>
                  <a:gd name="T46" fmla="*/ 0 w 589"/>
                  <a:gd name="T47" fmla="*/ 1 h 1092"/>
                  <a:gd name="T48" fmla="*/ 0 w 589"/>
                  <a:gd name="T49" fmla="*/ 1 h 1092"/>
                  <a:gd name="T50" fmla="*/ 0 w 589"/>
                  <a:gd name="T51" fmla="*/ 1 h 1092"/>
                  <a:gd name="T52" fmla="*/ 0 w 589"/>
                  <a:gd name="T53" fmla="*/ 1 h 1092"/>
                  <a:gd name="T54" fmla="*/ 0 w 589"/>
                  <a:gd name="T55" fmla="*/ 1 h 1092"/>
                  <a:gd name="T56" fmla="*/ 0 w 589"/>
                  <a:gd name="T57" fmla="*/ 1 h 1092"/>
                  <a:gd name="T58" fmla="*/ 0 w 589"/>
                  <a:gd name="T59" fmla="*/ 1 h 1092"/>
                  <a:gd name="T60" fmla="*/ 0 w 589"/>
                  <a:gd name="T61" fmla="*/ 1 h 1092"/>
                  <a:gd name="T62" fmla="*/ 0 w 589"/>
                  <a:gd name="T63" fmla="*/ 1 h 1092"/>
                  <a:gd name="T64" fmla="*/ 0 w 589"/>
                  <a:gd name="T65" fmla="*/ 1 h 1092"/>
                  <a:gd name="T66" fmla="*/ 0 w 589"/>
                  <a:gd name="T67" fmla="*/ 0 h 109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89" h="1092">
                    <a:moveTo>
                      <a:pt x="68" y="0"/>
                    </a:moveTo>
                    <a:lnTo>
                      <a:pt x="15" y="0"/>
                    </a:lnTo>
                    <a:lnTo>
                      <a:pt x="0" y="78"/>
                    </a:lnTo>
                    <a:lnTo>
                      <a:pt x="38" y="124"/>
                    </a:lnTo>
                    <a:lnTo>
                      <a:pt x="160" y="233"/>
                    </a:lnTo>
                    <a:lnTo>
                      <a:pt x="267" y="371"/>
                    </a:lnTo>
                    <a:lnTo>
                      <a:pt x="337" y="514"/>
                    </a:lnTo>
                    <a:lnTo>
                      <a:pt x="347" y="607"/>
                    </a:lnTo>
                    <a:lnTo>
                      <a:pt x="343" y="675"/>
                    </a:lnTo>
                    <a:lnTo>
                      <a:pt x="313" y="829"/>
                    </a:lnTo>
                    <a:lnTo>
                      <a:pt x="274" y="953"/>
                    </a:lnTo>
                    <a:lnTo>
                      <a:pt x="241" y="1025"/>
                    </a:lnTo>
                    <a:lnTo>
                      <a:pt x="233" y="1070"/>
                    </a:lnTo>
                    <a:lnTo>
                      <a:pt x="267" y="1070"/>
                    </a:lnTo>
                    <a:lnTo>
                      <a:pt x="320" y="1055"/>
                    </a:lnTo>
                    <a:lnTo>
                      <a:pt x="337" y="1058"/>
                    </a:lnTo>
                    <a:lnTo>
                      <a:pt x="447" y="1065"/>
                    </a:lnTo>
                    <a:lnTo>
                      <a:pt x="531" y="1092"/>
                    </a:lnTo>
                    <a:lnTo>
                      <a:pt x="561" y="1077"/>
                    </a:lnTo>
                    <a:lnTo>
                      <a:pt x="589" y="1020"/>
                    </a:lnTo>
                    <a:lnTo>
                      <a:pt x="561" y="990"/>
                    </a:lnTo>
                    <a:lnTo>
                      <a:pt x="436" y="987"/>
                    </a:lnTo>
                    <a:lnTo>
                      <a:pt x="347" y="998"/>
                    </a:lnTo>
                    <a:lnTo>
                      <a:pt x="302" y="1020"/>
                    </a:lnTo>
                    <a:lnTo>
                      <a:pt x="309" y="968"/>
                    </a:lnTo>
                    <a:lnTo>
                      <a:pt x="355" y="889"/>
                    </a:lnTo>
                    <a:lnTo>
                      <a:pt x="393" y="765"/>
                    </a:lnTo>
                    <a:lnTo>
                      <a:pt x="424" y="660"/>
                    </a:lnTo>
                    <a:lnTo>
                      <a:pt x="401" y="540"/>
                    </a:lnTo>
                    <a:lnTo>
                      <a:pt x="366" y="412"/>
                    </a:lnTo>
                    <a:lnTo>
                      <a:pt x="297" y="266"/>
                    </a:lnTo>
                    <a:lnTo>
                      <a:pt x="198" y="131"/>
                    </a:lnTo>
                    <a:lnTo>
                      <a:pt x="114" y="33"/>
                    </a:lnTo>
                    <a:lnTo>
                      <a:pt x="6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188" name="Freeform 29">
                <a:extLst>
                  <a:ext uri="{FF2B5EF4-FFF2-40B4-BE49-F238E27FC236}">
                    <a16:creationId xmlns:a16="http://schemas.microsoft.com/office/drawing/2014/main" id="{55638483-26B7-02DD-7E9E-BF3DB6DC3B72}"/>
                  </a:ext>
                </a:extLst>
              </p:cNvPr>
              <p:cNvSpPr>
                <a:spLocks/>
              </p:cNvSpPr>
              <p:nvPr/>
            </p:nvSpPr>
            <p:spPr bwMode="auto">
              <a:xfrm>
                <a:off x="564" y="2660"/>
                <a:ext cx="198" cy="556"/>
              </a:xfrm>
              <a:custGeom>
                <a:avLst/>
                <a:gdLst>
                  <a:gd name="T0" fmla="*/ 0 w 397"/>
                  <a:gd name="T1" fmla="*/ 0 h 1113"/>
                  <a:gd name="T2" fmla="*/ 0 w 397"/>
                  <a:gd name="T3" fmla="*/ 0 h 1113"/>
                  <a:gd name="T4" fmla="*/ 0 w 397"/>
                  <a:gd name="T5" fmla="*/ 0 h 1113"/>
                  <a:gd name="T6" fmla="*/ 0 w 397"/>
                  <a:gd name="T7" fmla="*/ 0 h 1113"/>
                  <a:gd name="T8" fmla="*/ 0 w 397"/>
                  <a:gd name="T9" fmla="*/ 0 h 1113"/>
                  <a:gd name="T10" fmla="*/ 0 w 397"/>
                  <a:gd name="T11" fmla="*/ 0 h 1113"/>
                  <a:gd name="T12" fmla="*/ 0 w 397"/>
                  <a:gd name="T13" fmla="*/ 0 h 1113"/>
                  <a:gd name="T14" fmla="*/ 0 w 397"/>
                  <a:gd name="T15" fmla="*/ 0 h 1113"/>
                  <a:gd name="T16" fmla="*/ 0 w 397"/>
                  <a:gd name="T17" fmla="*/ 0 h 1113"/>
                  <a:gd name="T18" fmla="*/ 0 w 397"/>
                  <a:gd name="T19" fmla="*/ 0 h 1113"/>
                  <a:gd name="T20" fmla="*/ 0 w 397"/>
                  <a:gd name="T21" fmla="*/ 0 h 1113"/>
                  <a:gd name="T22" fmla="*/ 0 w 397"/>
                  <a:gd name="T23" fmla="*/ 0 h 1113"/>
                  <a:gd name="T24" fmla="*/ 0 w 397"/>
                  <a:gd name="T25" fmla="*/ 0 h 1113"/>
                  <a:gd name="T26" fmla="*/ 0 w 397"/>
                  <a:gd name="T27" fmla="*/ 0 h 1113"/>
                  <a:gd name="T28" fmla="*/ 0 w 397"/>
                  <a:gd name="T29" fmla="*/ 0 h 1113"/>
                  <a:gd name="T30" fmla="*/ 0 w 397"/>
                  <a:gd name="T31" fmla="*/ 0 h 1113"/>
                  <a:gd name="T32" fmla="*/ 0 w 397"/>
                  <a:gd name="T33" fmla="*/ 0 h 1113"/>
                  <a:gd name="T34" fmla="*/ 0 w 397"/>
                  <a:gd name="T35" fmla="*/ 0 h 1113"/>
                  <a:gd name="T36" fmla="*/ 0 w 397"/>
                  <a:gd name="T37" fmla="*/ 0 h 1113"/>
                  <a:gd name="T38" fmla="*/ 0 w 397"/>
                  <a:gd name="T39" fmla="*/ 0 h 1113"/>
                  <a:gd name="T40" fmla="*/ 0 w 397"/>
                  <a:gd name="T41" fmla="*/ 0 h 1113"/>
                  <a:gd name="T42" fmla="*/ 0 w 397"/>
                  <a:gd name="T43" fmla="*/ 0 h 1113"/>
                  <a:gd name="T44" fmla="*/ 0 w 397"/>
                  <a:gd name="T45" fmla="*/ 0 h 1113"/>
                  <a:gd name="T46" fmla="*/ 0 w 397"/>
                  <a:gd name="T47" fmla="*/ 0 h 1113"/>
                  <a:gd name="T48" fmla="*/ 0 w 397"/>
                  <a:gd name="T49" fmla="*/ 0 h 1113"/>
                  <a:gd name="T50" fmla="*/ 0 w 397"/>
                  <a:gd name="T51" fmla="*/ 0 h 1113"/>
                  <a:gd name="T52" fmla="*/ 0 w 397"/>
                  <a:gd name="T53" fmla="*/ 0 h 1113"/>
                  <a:gd name="T54" fmla="*/ 0 w 397"/>
                  <a:gd name="T55" fmla="*/ 0 h 1113"/>
                  <a:gd name="T56" fmla="*/ 0 w 397"/>
                  <a:gd name="T57" fmla="*/ 0 h 1113"/>
                  <a:gd name="T58" fmla="*/ 0 w 397"/>
                  <a:gd name="T59" fmla="*/ 0 h 1113"/>
                  <a:gd name="T60" fmla="*/ 0 w 397"/>
                  <a:gd name="T61" fmla="*/ 0 h 1113"/>
                  <a:gd name="T62" fmla="*/ 0 w 397"/>
                  <a:gd name="T63" fmla="*/ 0 h 111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97" h="1113">
                    <a:moveTo>
                      <a:pt x="274" y="0"/>
                    </a:moveTo>
                    <a:lnTo>
                      <a:pt x="225" y="105"/>
                    </a:lnTo>
                    <a:lnTo>
                      <a:pt x="190" y="259"/>
                    </a:lnTo>
                    <a:lnTo>
                      <a:pt x="149" y="428"/>
                    </a:lnTo>
                    <a:lnTo>
                      <a:pt x="111" y="600"/>
                    </a:lnTo>
                    <a:lnTo>
                      <a:pt x="111" y="663"/>
                    </a:lnTo>
                    <a:lnTo>
                      <a:pt x="149" y="776"/>
                    </a:lnTo>
                    <a:lnTo>
                      <a:pt x="202" y="836"/>
                    </a:lnTo>
                    <a:lnTo>
                      <a:pt x="251" y="911"/>
                    </a:lnTo>
                    <a:lnTo>
                      <a:pt x="286" y="967"/>
                    </a:lnTo>
                    <a:lnTo>
                      <a:pt x="271" y="993"/>
                    </a:lnTo>
                    <a:lnTo>
                      <a:pt x="183" y="1005"/>
                    </a:lnTo>
                    <a:lnTo>
                      <a:pt x="42" y="1027"/>
                    </a:lnTo>
                    <a:lnTo>
                      <a:pt x="0" y="1061"/>
                    </a:lnTo>
                    <a:lnTo>
                      <a:pt x="35" y="1091"/>
                    </a:lnTo>
                    <a:lnTo>
                      <a:pt x="114" y="1113"/>
                    </a:lnTo>
                    <a:lnTo>
                      <a:pt x="207" y="1068"/>
                    </a:lnTo>
                    <a:lnTo>
                      <a:pt x="274" y="1038"/>
                    </a:lnTo>
                    <a:lnTo>
                      <a:pt x="362" y="1027"/>
                    </a:lnTo>
                    <a:lnTo>
                      <a:pt x="397" y="1016"/>
                    </a:lnTo>
                    <a:lnTo>
                      <a:pt x="385" y="978"/>
                    </a:lnTo>
                    <a:lnTo>
                      <a:pt x="286" y="881"/>
                    </a:lnTo>
                    <a:lnTo>
                      <a:pt x="228" y="780"/>
                    </a:lnTo>
                    <a:lnTo>
                      <a:pt x="179" y="712"/>
                    </a:lnTo>
                    <a:lnTo>
                      <a:pt x="172" y="645"/>
                    </a:lnTo>
                    <a:lnTo>
                      <a:pt x="195" y="533"/>
                    </a:lnTo>
                    <a:lnTo>
                      <a:pt x="248" y="417"/>
                    </a:lnTo>
                    <a:lnTo>
                      <a:pt x="306" y="218"/>
                    </a:lnTo>
                    <a:lnTo>
                      <a:pt x="355" y="102"/>
                    </a:lnTo>
                    <a:lnTo>
                      <a:pt x="351" y="34"/>
                    </a:lnTo>
                    <a:lnTo>
                      <a:pt x="306" y="0"/>
                    </a:lnTo>
                    <a:lnTo>
                      <a:pt x="274"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9178" name="Group 30">
              <a:extLst>
                <a:ext uri="{FF2B5EF4-FFF2-40B4-BE49-F238E27FC236}">
                  <a16:creationId xmlns:a16="http://schemas.microsoft.com/office/drawing/2014/main" id="{0C8528C0-6415-B6E0-5E19-8DFE3F885A67}"/>
                </a:ext>
              </a:extLst>
            </p:cNvPr>
            <p:cNvGrpSpPr>
              <a:grpSpLocks/>
            </p:cNvGrpSpPr>
            <p:nvPr/>
          </p:nvGrpSpPr>
          <p:grpSpPr bwMode="auto">
            <a:xfrm>
              <a:off x="776" y="1766"/>
              <a:ext cx="122" cy="164"/>
              <a:chOff x="776" y="1766"/>
              <a:chExt cx="122" cy="164"/>
            </a:xfrm>
          </p:grpSpPr>
          <p:sp>
            <p:nvSpPr>
              <p:cNvPr id="49181" name="Freeform 31">
                <a:extLst>
                  <a:ext uri="{FF2B5EF4-FFF2-40B4-BE49-F238E27FC236}">
                    <a16:creationId xmlns:a16="http://schemas.microsoft.com/office/drawing/2014/main" id="{8A51ACB7-5605-B2EA-DA8E-9F892678926B}"/>
                  </a:ext>
                </a:extLst>
              </p:cNvPr>
              <p:cNvSpPr>
                <a:spLocks/>
              </p:cNvSpPr>
              <p:nvPr/>
            </p:nvSpPr>
            <p:spPr bwMode="auto">
              <a:xfrm>
                <a:off x="800" y="1766"/>
                <a:ext cx="98" cy="114"/>
              </a:xfrm>
              <a:custGeom>
                <a:avLst/>
                <a:gdLst>
                  <a:gd name="T0" fmla="*/ 1 w 196"/>
                  <a:gd name="T1" fmla="*/ 0 h 229"/>
                  <a:gd name="T2" fmla="*/ 1 w 196"/>
                  <a:gd name="T3" fmla="*/ 0 h 229"/>
                  <a:gd name="T4" fmla="*/ 1 w 196"/>
                  <a:gd name="T5" fmla="*/ 0 h 229"/>
                  <a:gd name="T6" fmla="*/ 1 w 196"/>
                  <a:gd name="T7" fmla="*/ 0 h 229"/>
                  <a:gd name="T8" fmla="*/ 1 w 196"/>
                  <a:gd name="T9" fmla="*/ 0 h 229"/>
                  <a:gd name="T10" fmla="*/ 1 w 196"/>
                  <a:gd name="T11" fmla="*/ 0 h 229"/>
                  <a:gd name="T12" fmla="*/ 1 w 196"/>
                  <a:gd name="T13" fmla="*/ 0 h 229"/>
                  <a:gd name="T14" fmla="*/ 1 w 196"/>
                  <a:gd name="T15" fmla="*/ 0 h 229"/>
                  <a:gd name="T16" fmla="*/ 1 w 196"/>
                  <a:gd name="T17" fmla="*/ 0 h 229"/>
                  <a:gd name="T18" fmla="*/ 1 w 196"/>
                  <a:gd name="T19" fmla="*/ 0 h 229"/>
                  <a:gd name="T20" fmla="*/ 1 w 196"/>
                  <a:gd name="T21" fmla="*/ 0 h 229"/>
                  <a:gd name="T22" fmla="*/ 0 w 196"/>
                  <a:gd name="T23" fmla="*/ 0 h 229"/>
                  <a:gd name="T24" fmla="*/ 1 w 196"/>
                  <a:gd name="T25" fmla="*/ 0 h 229"/>
                  <a:gd name="T26" fmla="*/ 1 w 196"/>
                  <a:gd name="T27" fmla="*/ 0 h 229"/>
                  <a:gd name="T28" fmla="*/ 1 w 196"/>
                  <a:gd name="T29" fmla="*/ 0 h 229"/>
                  <a:gd name="T30" fmla="*/ 1 w 196"/>
                  <a:gd name="T31" fmla="*/ 0 h 229"/>
                  <a:gd name="T32" fmla="*/ 1 w 196"/>
                  <a:gd name="T33" fmla="*/ 0 h 229"/>
                  <a:gd name="T34" fmla="*/ 1 w 196"/>
                  <a:gd name="T35" fmla="*/ 0 h 229"/>
                  <a:gd name="T36" fmla="*/ 1 w 196"/>
                  <a:gd name="T37" fmla="*/ 0 h 229"/>
                  <a:gd name="T38" fmla="*/ 1 w 196"/>
                  <a:gd name="T39" fmla="*/ 0 h 229"/>
                  <a:gd name="T40" fmla="*/ 1 w 196"/>
                  <a:gd name="T41" fmla="*/ 0 h 229"/>
                  <a:gd name="T42" fmla="*/ 1 w 196"/>
                  <a:gd name="T43" fmla="*/ 0 h 22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96" h="229">
                    <a:moveTo>
                      <a:pt x="24" y="11"/>
                    </a:moveTo>
                    <a:lnTo>
                      <a:pt x="77" y="0"/>
                    </a:lnTo>
                    <a:lnTo>
                      <a:pt x="127" y="4"/>
                    </a:lnTo>
                    <a:lnTo>
                      <a:pt x="173" y="26"/>
                    </a:lnTo>
                    <a:lnTo>
                      <a:pt x="196" y="67"/>
                    </a:lnTo>
                    <a:lnTo>
                      <a:pt x="196" y="101"/>
                    </a:lnTo>
                    <a:lnTo>
                      <a:pt x="173" y="146"/>
                    </a:lnTo>
                    <a:lnTo>
                      <a:pt x="134" y="172"/>
                    </a:lnTo>
                    <a:lnTo>
                      <a:pt x="77" y="172"/>
                    </a:lnTo>
                    <a:lnTo>
                      <a:pt x="42" y="194"/>
                    </a:lnTo>
                    <a:lnTo>
                      <a:pt x="30" y="229"/>
                    </a:lnTo>
                    <a:lnTo>
                      <a:pt x="0" y="217"/>
                    </a:lnTo>
                    <a:lnTo>
                      <a:pt x="12" y="172"/>
                    </a:lnTo>
                    <a:lnTo>
                      <a:pt x="53" y="146"/>
                    </a:lnTo>
                    <a:lnTo>
                      <a:pt x="123" y="139"/>
                    </a:lnTo>
                    <a:lnTo>
                      <a:pt x="150" y="112"/>
                    </a:lnTo>
                    <a:lnTo>
                      <a:pt x="157" y="71"/>
                    </a:lnTo>
                    <a:lnTo>
                      <a:pt x="127" y="34"/>
                    </a:lnTo>
                    <a:lnTo>
                      <a:pt x="81" y="34"/>
                    </a:lnTo>
                    <a:lnTo>
                      <a:pt x="30" y="45"/>
                    </a:lnTo>
                    <a:lnTo>
                      <a:pt x="12" y="34"/>
                    </a:lnTo>
                    <a:lnTo>
                      <a:pt x="24" y="11"/>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182" name="Freeform 32">
                <a:extLst>
                  <a:ext uri="{FF2B5EF4-FFF2-40B4-BE49-F238E27FC236}">
                    <a16:creationId xmlns:a16="http://schemas.microsoft.com/office/drawing/2014/main" id="{8DAF4C23-DD33-23E6-A70B-09E47F963492}"/>
                  </a:ext>
                </a:extLst>
              </p:cNvPr>
              <p:cNvSpPr>
                <a:spLocks/>
              </p:cNvSpPr>
              <p:nvPr/>
            </p:nvSpPr>
            <p:spPr bwMode="auto">
              <a:xfrm>
                <a:off x="776" y="1899"/>
                <a:ext cx="31" cy="31"/>
              </a:xfrm>
              <a:custGeom>
                <a:avLst/>
                <a:gdLst>
                  <a:gd name="T0" fmla="*/ 1 w 61"/>
                  <a:gd name="T1" fmla="*/ 1 h 62"/>
                  <a:gd name="T2" fmla="*/ 1 w 61"/>
                  <a:gd name="T3" fmla="*/ 0 h 62"/>
                  <a:gd name="T4" fmla="*/ 1 w 61"/>
                  <a:gd name="T5" fmla="*/ 1 h 62"/>
                  <a:gd name="T6" fmla="*/ 0 w 61"/>
                  <a:gd name="T7" fmla="*/ 1 h 62"/>
                  <a:gd name="T8" fmla="*/ 1 w 61"/>
                  <a:gd name="T9" fmla="*/ 1 h 62"/>
                  <a:gd name="T10" fmla="*/ 1 w 61"/>
                  <a:gd name="T11" fmla="*/ 1 h 62"/>
                  <a:gd name="T12" fmla="*/ 1 w 61"/>
                  <a:gd name="T13" fmla="*/ 1 h 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1" h="62">
                    <a:moveTo>
                      <a:pt x="61" y="3"/>
                    </a:moveTo>
                    <a:lnTo>
                      <a:pt x="30" y="0"/>
                    </a:lnTo>
                    <a:lnTo>
                      <a:pt x="9" y="23"/>
                    </a:lnTo>
                    <a:lnTo>
                      <a:pt x="0" y="58"/>
                    </a:lnTo>
                    <a:lnTo>
                      <a:pt x="30" y="62"/>
                    </a:lnTo>
                    <a:lnTo>
                      <a:pt x="56" y="46"/>
                    </a:lnTo>
                    <a:lnTo>
                      <a:pt x="61" y="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90177" name="Text Box 33">
              <a:extLst>
                <a:ext uri="{FF2B5EF4-FFF2-40B4-BE49-F238E27FC236}">
                  <a16:creationId xmlns:a16="http://schemas.microsoft.com/office/drawing/2014/main" id="{5023E473-64EA-4260-9A12-AE0DD9754F7B}"/>
                </a:ext>
              </a:extLst>
            </p:cNvPr>
            <p:cNvSpPr txBox="1">
              <a:spLocks noChangeArrowheads="1"/>
            </p:cNvSpPr>
            <p:nvPr/>
          </p:nvSpPr>
          <p:spPr bwMode="auto">
            <a:xfrm>
              <a:off x="4032" y="2304"/>
              <a:ext cx="505"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p>
              <a:pPr>
                <a:defRPr/>
              </a:pPr>
              <a:r>
                <a:rPr lang="zh-CN" altLang="en-US">
                  <a:solidFill>
                    <a:schemeClr val="bg1"/>
                  </a:solidFill>
                  <a:effectLst>
                    <a:outerShdw blurRad="38100" dist="38100" dir="2700000" algn="tl">
                      <a:srgbClr val="000000"/>
                    </a:outerShdw>
                  </a:effectLst>
                  <a:latin typeface="Times New Roman" pitchFamily="18" charset="0"/>
                </a:rPr>
                <a:t>产品</a:t>
              </a:r>
            </a:p>
          </p:txBody>
        </p:sp>
        <p:sp>
          <p:nvSpPr>
            <p:cNvPr id="390178" name="Text Box 34">
              <a:extLst>
                <a:ext uri="{FF2B5EF4-FFF2-40B4-BE49-F238E27FC236}">
                  <a16:creationId xmlns:a16="http://schemas.microsoft.com/office/drawing/2014/main" id="{13E48847-B1BE-4DBF-833B-AEAEFB1A7A66}"/>
                </a:ext>
              </a:extLst>
            </p:cNvPr>
            <p:cNvSpPr txBox="1">
              <a:spLocks noChangeArrowheads="1"/>
            </p:cNvSpPr>
            <p:nvPr/>
          </p:nvSpPr>
          <p:spPr bwMode="auto">
            <a:xfrm>
              <a:off x="4012" y="3072"/>
              <a:ext cx="505"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p>
              <a:pPr>
                <a:defRPr/>
              </a:pPr>
              <a:r>
                <a:rPr lang="zh-CN" altLang="en-US">
                  <a:solidFill>
                    <a:schemeClr val="bg1"/>
                  </a:solidFill>
                  <a:effectLst>
                    <a:outerShdw blurRad="38100" dist="38100" dir="2700000" algn="tl">
                      <a:srgbClr val="000000"/>
                    </a:outerShdw>
                  </a:effectLst>
                  <a:latin typeface="Times New Roman" pitchFamily="18" charset="0"/>
                </a:rPr>
                <a:t>产品</a:t>
              </a:r>
            </a:p>
          </p:txBody>
        </p:sp>
      </p:gr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9732B46-0FC9-B582-E845-7356839B1196}"/>
              </a:ext>
            </a:extLst>
          </p:cNvPr>
          <p:cNvSpPr>
            <a:spLocks noGrp="1" noChangeArrowheads="1"/>
          </p:cNvSpPr>
          <p:nvPr>
            <p:ph type="title"/>
          </p:nvPr>
        </p:nvSpPr>
        <p:spPr>
          <a:xfrm>
            <a:off x="1638300" y="333375"/>
            <a:ext cx="7772400" cy="1143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eaLnBrk="1" hangingPunct="1"/>
            <a:r>
              <a:rPr lang="zh-CN" altLang="en-US" dirty="0">
                <a:latin typeface="微软雅黑 Light" panose="020B0502040204020203" pitchFamily="34" charset="-122"/>
                <a:ea typeface="微软雅黑 Light" panose="020B0502040204020203" pitchFamily="34" charset="-122"/>
              </a:rPr>
              <a:t>关注过程图示</a:t>
            </a:r>
          </a:p>
        </p:txBody>
      </p:sp>
      <p:grpSp>
        <p:nvGrpSpPr>
          <p:cNvPr id="51205" name="Group 3">
            <a:extLst>
              <a:ext uri="{FF2B5EF4-FFF2-40B4-BE49-F238E27FC236}">
                <a16:creationId xmlns:a16="http://schemas.microsoft.com/office/drawing/2014/main" id="{6E982F5C-3627-E6AF-1B59-22F4DD3A6535}"/>
              </a:ext>
            </a:extLst>
          </p:cNvPr>
          <p:cNvGrpSpPr>
            <a:grpSpLocks/>
          </p:cNvGrpSpPr>
          <p:nvPr/>
        </p:nvGrpSpPr>
        <p:grpSpPr bwMode="auto">
          <a:xfrm>
            <a:off x="2397126" y="2144714"/>
            <a:ext cx="7280275" cy="4332287"/>
            <a:chOff x="550" y="1086"/>
            <a:chExt cx="4586" cy="2729"/>
          </a:xfrm>
        </p:grpSpPr>
        <p:sp>
          <p:nvSpPr>
            <p:cNvPr id="391172" name="Oval 4">
              <a:extLst>
                <a:ext uri="{FF2B5EF4-FFF2-40B4-BE49-F238E27FC236}">
                  <a16:creationId xmlns:a16="http://schemas.microsoft.com/office/drawing/2014/main" id="{3AA15021-63F8-4973-910E-8E87A41C0469}"/>
                </a:ext>
              </a:extLst>
            </p:cNvPr>
            <p:cNvSpPr>
              <a:spLocks noChangeArrowheads="1"/>
            </p:cNvSpPr>
            <p:nvPr/>
          </p:nvSpPr>
          <p:spPr bwMode="auto">
            <a:xfrm>
              <a:off x="1680" y="1488"/>
              <a:ext cx="1680" cy="2016"/>
            </a:xfrm>
            <a:prstGeom prst="ellipse">
              <a:avLst/>
            </a:prstGeom>
            <a:gradFill rotWithShape="0">
              <a:gsLst>
                <a:gs pos="0">
                  <a:schemeClr val="accent1">
                    <a:gamma/>
                    <a:shade val="66275"/>
                    <a:invGamma/>
                  </a:schemeClr>
                </a:gs>
                <a:gs pos="100000">
                  <a:schemeClr val="accent1"/>
                </a:gs>
              </a:gsLst>
              <a:lin ang="18900000" scaled="1"/>
            </a:gradFill>
            <a:ln>
              <a:noFill/>
            </a:ln>
            <a:effectLst/>
            <a:extLst>
              <a:ext uri="{91240B29-F687-4F45-9708-019B960494DF}">
                <a14:hiddenLine xmlns:a14="http://schemas.microsoft.com/office/drawing/2010/main" w="19050">
                  <a:solidFill>
                    <a:schemeClr val="accent2"/>
                  </a:solidFill>
                  <a:prstDash val="lg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p>
          </p:txBody>
        </p:sp>
        <p:sp>
          <p:nvSpPr>
            <p:cNvPr id="391173" name="AutoShape 5">
              <a:extLst>
                <a:ext uri="{FF2B5EF4-FFF2-40B4-BE49-F238E27FC236}">
                  <a16:creationId xmlns:a16="http://schemas.microsoft.com/office/drawing/2014/main" id="{7346000F-7F70-4EBD-AC8B-6BF93FA263C2}"/>
                </a:ext>
              </a:extLst>
            </p:cNvPr>
            <p:cNvSpPr>
              <a:spLocks noChangeArrowheads="1"/>
            </p:cNvSpPr>
            <p:nvPr/>
          </p:nvSpPr>
          <p:spPr bwMode="auto">
            <a:xfrm>
              <a:off x="4080" y="2352"/>
              <a:ext cx="1056" cy="432"/>
            </a:xfrm>
            <a:prstGeom prst="foldedCorner">
              <a:avLst>
                <a:gd name="adj" fmla="val 12500"/>
              </a:avLst>
            </a:prstGeom>
            <a:gradFill rotWithShape="0">
              <a:gsLst>
                <a:gs pos="0">
                  <a:schemeClr val="accent1">
                    <a:gamma/>
                    <a:shade val="66275"/>
                    <a:invGamma/>
                  </a:schemeClr>
                </a:gs>
                <a:gs pos="100000">
                  <a:schemeClr val="accent1"/>
                </a:gs>
              </a:gsLst>
              <a:lin ang="18900000" scaled="1"/>
            </a:gradFill>
            <a:ln w="9525">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r>
                <a:rPr lang="zh-CN" altLang="en-US">
                  <a:solidFill>
                    <a:schemeClr val="bg1"/>
                  </a:solidFill>
                  <a:effectLst>
                    <a:outerShdw blurRad="38100" dist="38100" dir="2700000" algn="tl">
                      <a:srgbClr val="000000"/>
                    </a:outerShdw>
                  </a:effectLst>
                  <a:latin typeface="Times New Roman" pitchFamily="18" charset="0"/>
                </a:rPr>
                <a:t>产品</a:t>
              </a:r>
            </a:p>
          </p:txBody>
        </p:sp>
        <p:sp>
          <p:nvSpPr>
            <p:cNvPr id="391174" name="Oval 6">
              <a:extLst>
                <a:ext uri="{FF2B5EF4-FFF2-40B4-BE49-F238E27FC236}">
                  <a16:creationId xmlns:a16="http://schemas.microsoft.com/office/drawing/2014/main" id="{D25A6FCC-1054-4114-BE2F-CE8FD26DF038}"/>
                </a:ext>
              </a:extLst>
            </p:cNvPr>
            <p:cNvSpPr>
              <a:spLocks noChangeArrowheads="1"/>
            </p:cNvSpPr>
            <p:nvPr/>
          </p:nvSpPr>
          <p:spPr bwMode="auto">
            <a:xfrm>
              <a:off x="1872" y="2160"/>
              <a:ext cx="1296" cy="672"/>
            </a:xfrm>
            <a:prstGeom prst="ellipse">
              <a:avLst/>
            </a:prstGeom>
            <a:solidFill>
              <a:schemeClr val="accent1"/>
            </a:solidFill>
            <a:ln w="1905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r>
                <a:rPr lang="zh-CN" altLang="en-US" sz="2800">
                  <a:solidFill>
                    <a:schemeClr val="bg1"/>
                  </a:solidFill>
                  <a:effectLst>
                    <a:outerShdw blurRad="38100" dist="38100" dir="2700000" algn="tl">
                      <a:srgbClr val="000000"/>
                    </a:outerShdw>
                  </a:effectLst>
                  <a:latin typeface="Times New Roman" pitchFamily="18" charset="0"/>
                </a:rPr>
                <a:t>过程</a:t>
              </a:r>
            </a:p>
          </p:txBody>
        </p:sp>
        <p:sp>
          <p:nvSpPr>
            <p:cNvPr id="51209" name="Line 7">
              <a:extLst>
                <a:ext uri="{FF2B5EF4-FFF2-40B4-BE49-F238E27FC236}">
                  <a16:creationId xmlns:a16="http://schemas.microsoft.com/office/drawing/2014/main" id="{8DF653E2-9B56-FC08-0878-4BEA55D7BF14}"/>
                </a:ext>
              </a:extLst>
            </p:cNvPr>
            <p:cNvSpPr>
              <a:spLocks noChangeShapeType="1"/>
            </p:cNvSpPr>
            <p:nvPr/>
          </p:nvSpPr>
          <p:spPr bwMode="auto">
            <a:xfrm>
              <a:off x="3168" y="2496"/>
              <a:ext cx="81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10" name="Line 8">
              <a:extLst>
                <a:ext uri="{FF2B5EF4-FFF2-40B4-BE49-F238E27FC236}">
                  <a16:creationId xmlns:a16="http://schemas.microsoft.com/office/drawing/2014/main" id="{585F19FC-3121-C266-2C00-E3951027AAD3}"/>
                </a:ext>
              </a:extLst>
            </p:cNvPr>
            <p:cNvSpPr>
              <a:spLocks noChangeShapeType="1"/>
            </p:cNvSpPr>
            <p:nvPr/>
          </p:nvSpPr>
          <p:spPr bwMode="auto">
            <a:xfrm>
              <a:off x="1152" y="1776"/>
              <a:ext cx="768" cy="57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11" name="Line 9">
              <a:extLst>
                <a:ext uri="{FF2B5EF4-FFF2-40B4-BE49-F238E27FC236}">
                  <a16:creationId xmlns:a16="http://schemas.microsoft.com/office/drawing/2014/main" id="{6B272175-0511-353F-505D-2D59BA33FB50}"/>
                </a:ext>
              </a:extLst>
            </p:cNvPr>
            <p:cNvSpPr>
              <a:spLocks noChangeShapeType="1"/>
            </p:cNvSpPr>
            <p:nvPr/>
          </p:nvSpPr>
          <p:spPr bwMode="auto">
            <a:xfrm>
              <a:off x="1104" y="2496"/>
              <a:ext cx="768"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12" name="Line 10">
              <a:extLst>
                <a:ext uri="{FF2B5EF4-FFF2-40B4-BE49-F238E27FC236}">
                  <a16:creationId xmlns:a16="http://schemas.microsoft.com/office/drawing/2014/main" id="{E1519217-9A82-B859-05F3-A61D5CF88A16}"/>
                </a:ext>
              </a:extLst>
            </p:cNvPr>
            <p:cNvSpPr>
              <a:spLocks noChangeShapeType="1"/>
            </p:cNvSpPr>
            <p:nvPr/>
          </p:nvSpPr>
          <p:spPr bwMode="auto">
            <a:xfrm flipV="1">
              <a:off x="1104" y="2640"/>
              <a:ext cx="816" cy="62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13" name="Text Box 11">
              <a:extLst>
                <a:ext uri="{FF2B5EF4-FFF2-40B4-BE49-F238E27FC236}">
                  <a16:creationId xmlns:a16="http://schemas.microsoft.com/office/drawing/2014/main" id="{756B3108-A65D-8F7B-6D7B-4148D7964705}"/>
                </a:ext>
              </a:extLst>
            </p:cNvPr>
            <p:cNvSpPr txBox="1">
              <a:spLocks noChangeArrowheads="1"/>
            </p:cNvSpPr>
            <p:nvPr/>
          </p:nvSpPr>
          <p:spPr bwMode="auto">
            <a:xfrm>
              <a:off x="3265" y="1086"/>
              <a:ext cx="695" cy="288"/>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r>
                <a:rPr lang="zh-CN" altLang="en-US" sz="2400" b="1">
                  <a:solidFill>
                    <a:srgbClr val="FF3300"/>
                  </a:solidFill>
                  <a:latin typeface="Times New Roman" panose="02020603050405020304" pitchFamily="18" charset="0"/>
                  <a:ea typeface="宋体" panose="02010600030101010101" pitchFamily="2" charset="-122"/>
                </a:rPr>
                <a:t>关注点</a:t>
              </a:r>
              <a:endParaRPr lang="zh-CN" altLang="en-US" sz="2400" b="1">
                <a:latin typeface="Times New Roman" panose="02020603050405020304" pitchFamily="18" charset="0"/>
                <a:ea typeface="宋体" panose="02010600030101010101" pitchFamily="2" charset="-122"/>
              </a:endParaRPr>
            </a:p>
          </p:txBody>
        </p:sp>
        <p:sp>
          <p:nvSpPr>
            <p:cNvPr id="51214" name="Line 12">
              <a:extLst>
                <a:ext uri="{FF2B5EF4-FFF2-40B4-BE49-F238E27FC236}">
                  <a16:creationId xmlns:a16="http://schemas.microsoft.com/office/drawing/2014/main" id="{7374CBFE-80BA-8FD7-18A3-4ED1683A001A}"/>
                </a:ext>
              </a:extLst>
            </p:cNvPr>
            <p:cNvSpPr>
              <a:spLocks noChangeShapeType="1"/>
            </p:cNvSpPr>
            <p:nvPr/>
          </p:nvSpPr>
          <p:spPr bwMode="auto">
            <a:xfrm flipH="1">
              <a:off x="2928" y="1374"/>
              <a:ext cx="624" cy="499"/>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1181" name="AutoShape 13">
              <a:extLst>
                <a:ext uri="{FF2B5EF4-FFF2-40B4-BE49-F238E27FC236}">
                  <a16:creationId xmlns:a16="http://schemas.microsoft.com/office/drawing/2014/main" id="{0530F7FD-4293-40DF-B002-02117F55A1CA}"/>
                </a:ext>
              </a:extLst>
            </p:cNvPr>
            <p:cNvSpPr>
              <a:spLocks noChangeArrowheads="1"/>
            </p:cNvSpPr>
            <p:nvPr/>
          </p:nvSpPr>
          <p:spPr bwMode="auto">
            <a:xfrm>
              <a:off x="4080" y="3045"/>
              <a:ext cx="1056" cy="432"/>
            </a:xfrm>
            <a:prstGeom prst="foldedCorner">
              <a:avLst>
                <a:gd name="adj" fmla="val 12500"/>
              </a:avLst>
            </a:prstGeom>
            <a:gradFill rotWithShape="0">
              <a:gsLst>
                <a:gs pos="0">
                  <a:schemeClr val="accent1">
                    <a:gamma/>
                    <a:shade val="66275"/>
                    <a:invGamma/>
                  </a:schemeClr>
                </a:gs>
                <a:gs pos="100000">
                  <a:schemeClr val="accent1"/>
                </a:gs>
              </a:gsLst>
              <a:lin ang="18900000" scaled="1"/>
            </a:gradFill>
            <a:ln w="9525">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r>
                <a:rPr lang="zh-CN" altLang="en-US">
                  <a:solidFill>
                    <a:schemeClr val="bg1"/>
                  </a:solidFill>
                  <a:effectLst>
                    <a:outerShdw blurRad="38100" dist="38100" dir="2700000" algn="tl">
                      <a:srgbClr val="000000"/>
                    </a:outerShdw>
                  </a:effectLst>
                  <a:latin typeface="Times New Roman" pitchFamily="18" charset="0"/>
                </a:rPr>
                <a:t>产品</a:t>
              </a:r>
            </a:p>
          </p:txBody>
        </p:sp>
        <p:sp>
          <p:nvSpPr>
            <p:cNvPr id="391182" name="AutoShape 14">
              <a:extLst>
                <a:ext uri="{FF2B5EF4-FFF2-40B4-BE49-F238E27FC236}">
                  <a16:creationId xmlns:a16="http://schemas.microsoft.com/office/drawing/2014/main" id="{43720915-EFA0-4509-BC63-087AC47C4CBA}"/>
                </a:ext>
              </a:extLst>
            </p:cNvPr>
            <p:cNvSpPr>
              <a:spLocks noChangeArrowheads="1"/>
            </p:cNvSpPr>
            <p:nvPr/>
          </p:nvSpPr>
          <p:spPr bwMode="auto">
            <a:xfrm>
              <a:off x="4080" y="1688"/>
              <a:ext cx="1056" cy="432"/>
            </a:xfrm>
            <a:prstGeom prst="foldedCorner">
              <a:avLst>
                <a:gd name="adj" fmla="val 12500"/>
              </a:avLst>
            </a:prstGeom>
            <a:gradFill rotWithShape="0">
              <a:gsLst>
                <a:gs pos="0">
                  <a:schemeClr val="accent1">
                    <a:gamma/>
                    <a:shade val="66275"/>
                    <a:invGamma/>
                  </a:schemeClr>
                </a:gs>
                <a:gs pos="100000">
                  <a:schemeClr val="accent1"/>
                </a:gs>
              </a:gsLst>
              <a:lin ang="18900000" scaled="1"/>
            </a:gradFill>
            <a:ln w="9525">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r>
                <a:rPr lang="zh-CN" altLang="en-US">
                  <a:solidFill>
                    <a:schemeClr val="bg1"/>
                  </a:solidFill>
                  <a:effectLst>
                    <a:outerShdw blurRad="38100" dist="38100" dir="2700000" algn="tl">
                      <a:srgbClr val="000000"/>
                    </a:outerShdw>
                  </a:effectLst>
                  <a:latin typeface="Times New Roman" pitchFamily="18" charset="0"/>
                </a:rPr>
                <a:t>产品</a:t>
              </a:r>
            </a:p>
          </p:txBody>
        </p:sp>
        <p:sp>
          <p:nvSpPr>
            <p:cNvPr id="51217" name="Line 15">
              <a:extLst>
                <a:ext uri="{FF2B5EF4-FFF2-40B4-BE49-F238E27FC236}">
                  <a16:creationId xmlns:a16="http://schemas.microsoft.com/office/drawing/2014/main" id="{AF6D1379-BAA3-72C5-E810-879A55D7AEAA}"/>
                </a:ext>
              </a:extLst>
            </p:cNvPr>
            <p:cNvSpPr>
              <a:spLocks noChangeShapeType="1"/>
            </p:cNvSpPr>
            <p:nvPr/>
          </p:nvSpPr>
          <p:spPr bwMode="auto">
            <a:xfrm>
              <a:off x="2928" y="2736"/>
              <a:ext cx="1056" cy="50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1218" name="Line 16">
              <a:extLst>
                <a:ext uri="{FF2B5EF4-FFF2-40B4-BE49-F238E27FC236}">
                  <a16:creationId xmlns:a16="http://schemas.microsoft.com/office/drawing/2014/main" id="{0C93E2D0-5BD6-FF5A-E57A-B48F55CF5768}"/>
                </a:ext>
              </a:extLst>
            </p:cNvPr>
            <p:cNvSpPr>
              <a:spLocks noChangeShapeType="1"/>
            </p:cNvSpPr>
            <p:nvPr/>
          </p:nvSpPr>
          <p:spPr bwMode="auto">
            <a:xfrm flipV="1">
              <a:off x="2928" y="1853"/>
              <a:ext cx="1088" cy="35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nvGrpSpPr>
            <p:cNvPr id="51219" name="Group 17">
              <a:extLst>
                <a:ext uri="{FF2B5EF4-FFF2-40B4-BE49-F238E27FC236}">
                  <a16:creationId xmlns:a16="http://schemas.microsoft.com/office/drawing/2014/main" id="{6BC29C0B-E884-16F1-0DC8-4499C5D7703D}"/>
                </a:ext>
              </a:extLst>
            </p:cNvPr>
            <p:cNvGrpSpPr>
              <a:grpSpLocks/>
            </p:cNvGrpSpPr>
            <p:nvPr/>
          </p:nvGrpSpPr>
          <p:grpSpPr bwMode="auto">
            <a:xfrm>
              <a:off x="550" y="2041"/>
              <a:ext cx="568" cy="695"/>
              <a:chOff x="430" y="391"/>
              <a:chExt cx="568" cy="695"/>
            </a:xfrm>
          </p:grpSpPr>
          <p:sp>
            <p:nvSpPr>
              <p:cNvPr id="51240" name="Freeform 18">
                <a:extLst>
                  <a:ext uri="{FF2B5EF4-FFF2-40B4-BE49-F238E27FC236}">
                    <a16:creationId xmlns:a16="http://schemas.microsoft.com/office/drawing/2014/main" id="{815ECA22-EA83-CB4A-2D1C-0DE897A1D234}"/>
                  </a:ext>
                </a:extLst>
              </p:cNvPr>
              <p:cNvSpPr>
                <a:spLocks/>
              </p:cNvSpPr>
              <p:nvPr/>
            </p:nvSpPr>
            <p:spPr bwMode="auto">
              <a:xfrm>
                <a:off x="706" y="491"/>
                <a:ext cx="153" cy="154"/>
              </a:xfrm>
              <a:custGeom>
                <a:avLst/>
                <a:gdLst>
                  <a:gd name="T0" fmla="*/ 0 w 610"/>
                  <a:gd name="T1" fmla="*/ 0 h 618"/>
                  <a:gd name="T2" fmla="*/ 0 w 610"/>
                  <a:gd name="T3" fmla="*/ 0 h 618"/>
                  <a:gd name="T4" fmla="*/ 0 w 610"/>
                  <a:gd name="T5" fmla="*/ 0 h 618"/>
                  <a:gd name="T6" fmla="*/ 0 w 610"/>
                  <a:gd name="T7" fmla="*/ 0 h 618"/>
                  <a:gd name="T8" fmla="*/ 0 w 610"/>
                  <a:gd name="T9" fmla="*/ 0 h 618"/>
                  <a:gd name="T10" fmla="*/ 0 w 610"/>
                  <a:gd name="T11" fmla="*/ 0 h 618"/>
                  <a:gd name="T12" fmla="*/ 0 w 610"/>
                  <a:gd name="T13" fmla="*/ 0 h 618"/>
                  <a:gd name="T14" fmla="*/ 0 w 610"/>
                  <a:gd name="T15" fmla="*/ 0 h 618"/>
                  <a:gd name="T16" fmla="*/ 0 w 610"/>
                  <a:gd name="T17" fmla="*/ 0 h 618"/>
                  <a:gd name="T18" fmla="*/ 0 w 610"/>
                  <a:gd name="T19" fmla="*/ 0 h 618"/>
                  <a:gd name="T20" fmla="*/ 0 w 610"/>
                  <a:gd name="T21" fmla="*/ 0 h 618"/>
                  <a:gd name="T22" fmla="*/ 0 w 610"/>
                  <a:gd name="T23" fmla="*/ 0 h 618"/>
                  <a:gd name="T24" fmla="*/ 0 w 610"/>
                  <a:gd name="T25" fmla="*/ 0 h 618"/>
                  <a:gd name="T26" fmla="*/ 0 w 610"/>
                  <a:gd name="T27" fmla="*/ 0 h 618"/>
                  <a:gd name="T28" fmla="*/ 0 w 610"/>
                  <a:gd name="T29" fmla="*/ 0 h 618"/>
                  <a:gd name="T30" fmla="*/ 0 w 610"/>
                  <a:gd name="T31" fmla="*/ 0 h 618"/>
                  <a:gd name="T32" fmla="*/ 0 w 610"/>
                  <a:gd name="T33" fmla="*/ 0 h 618"/>
                  <a:gd name="T34" fmla="*/ 0 w 610"/>
                  <a:gd name="T35" fmla="*/ 0 h 618"/>
                  <a:gd name="T36" fmla="*/ 0 w 610"/>
                  <a:gd name="T37" fmla="*/ 0 h 618"/>
                  <a:gd name="T38" fmla="*/ 0 w 610"/>
                  <a:gd name="T39" fmla="*/ 0 h 618"/>
                  <a:gd name="T40" fmla="*/ 0 w 610"/>
                  <a:gd name="T41" fmla="*/ 0 h 618"/>
                  <a:gd name="T42" fmla="*/ 0 w 610"/>
                  <a:gd name="T43" fmla="*/ 0 h 61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610" h="618">
                    <a:moveTo>
                      <a:pt x="394" y="293"/>
                    </a:moveTo>
                    <a:lnTo>
                      <a:pt x="379" y="179"/>
                    </a:lnTo>
                    <a:lnTo>
                      <a:pt x="347" y="78"/>
                    </a:lnTo>
                    <a:lnTo>
                      <a:pt x="289" y="23"/>
                    </a:lnTo>
                    <a:lnTo>
                      <a:pt x="187" y="0"/>
                    </a:lnTo>
                    <a:lnTo>
                      <a:pt x="101" y="23"/>
                    </a:lnTo>
                    <a:lnTo>
                      <a:pt x="19" y="124"/>
                    </a:lnTo>
                    <a:lnTo>
                      <a:pt x="0" y="246"/>
                    </a:lnTo>
                    <a:lnTo>
                      <a:pt x="19" y="375"/>
                    </a:lnTo>
                    <a:lnTo>
                      <a:pt x="50" y="454"/>
                    </a:lnTo>
                    <a:lnTo>
                      <a:pt x="89" y="536"/>
                    </a:lnTo>
                    <a:lnTo>
                      <a:pt x="132" y="591"/>
                    </a:lnTo>
                    <a:lnTo>
                      <a:pt x="179" y="618"/>
                    </a:lnTo>
                    <a:lnTo>
                      <a:pt x="246" y="594"/>
                    </a:lnTo>
                    <a:lnTo>
                      <a:pt x="312" y="539"/>
                    </a:lnTo>
                    <a:lnTo>
                      <a:pt x="355" y="461"/>
                    </a:lnTo>
                    <a:lnTo>
                      <a:pt x="394" y="395"/>
                    </a:lnTo>
                    <a:lnTo>
                      <a:pt x="407" y="356"/>
                    </a:lnTo>
                    <a:lnTo>
                      <a:pt x="574" y="297"/>
                    </a:lnTo>
                    <a:lnTo>
                      <a:pt x="610" y="274"/>
                    </a:lnTo>
                    <a:lnTo>
                      <a:pt x="590" y="238"/>
                    </a:lnTo>
                    <a:lnTo>
                      <a:pt x="394" y="29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241" name="Freeform 19">
                <a:extLst>
                  <a:ext uri="{FF2B5EF4-FFF2-40B4-BE49-F238E27FC236}">
                    <a16:creationId xmlns:a16="http://schemas.microsoft.com/office/drawing/2014/main" id="{41E7DB4B-ED96-67BA-3E44-9BB4443D447E}"/>
                  </a:ext>
                </a:extLst>
              </p:cNvPr>
              <p:cNvSpPr>
                <a:spLocks/>
              </p:cNvSpPr>
              <p:nvPr/>
            </p:nvSpPr>
            <p:spPr bwMode="auto">
              <a:xfrm>
                <a:off x="631" y="657"/>
                <a:ext cx="158" cy="275"/>
              </a:xfrm>
              <a:custGeom>
                <a:avLst/>
                <a:gdLst>
                  <a:gd name="T0" fmla="*/ 0 w 630"/>
                  <a:gd name="T1" fmla="*/ 0 h 1103"/>
                  <a:gd name="T2" fmla="*/ 0 w 630"/>
                  <a:gd name="T3" fmla="*/ 0 h 1103"/>
                  <a:gd name="T4" fmla="*/ 0 w 630"/>
                  <a:gd name="T5" fmla="*/ 0 h 1103"/>
                  <a:gd name="T6" fmla="*/ 0 w 630"/>
                  <a:gd name="T7" fmla="*/ 0 h 1103"/>
                  <a:gd name="T8" fmla="*/ 0 w 630"/>
                  <a:gd name="T9" fmla="*/ 0 h 1103"/>
                  <a:gd name="T10" fmla="*/ 0 w 630"/>
                  <a:gd name="T11" fmla="*/ 0 h 1103"/>
                  <a:gd name="T12" fmla="*/ 0 w 630"/>
                  <a:gd name="T13" fmla="*/ 0 h 1103"/>
                  <a:gd name="T14" fmla="*/ 0 w 630"/>
                  <a:gd name="T15" fmla="*/ 0 h 1103"/>
                  <a:gd name="T16" fmla="*/ 0 w 630"/>
                  <a:gd name="T17" fmla="*/ 0 h 1103"/>
                  <a:gd name="T18" fmla="*/ 0 w 630"/>
                  <a:gd name="T19" fmla="*/ 0 h 1103"/>
                  <a:gd name="T20" fmla="*/ 0 w 630"/>
                  <a:gd name="T21" fmla="*/ 0 h 1103"/>
                  <a:gd name="T22" fmla="*/ 0 w 630"/>
                  <a:gd name="T23" fmla="*/ 0 h 1103"/>
                  <a:gd name="T24" fmla="*/ 0 w 630"/>
                  <a:gd name="T25" fmla="*/ 0 h 1103"/>
                  <a:gd name="T26" fmla="*/ 0 w 630"/>
                  <a:gd name="T27" fmla="*/ 0 h 1103"/>
                  <a:gd name="T28" fmla="*/ 0 w 630"/>
                  <a:gd name="T29" fmla="*/ 0 h 1103"/>
                  <a:gd name="T30" fmla="*/ 0 w 630"/>
                  <a:gd name="T31" fmla="*/ 0 h 1103"/>
                  <a:gd name="T32" fmla="*/ 0 w 630"/>
                  <a:gd name="T33" fmla="*/ 0 h 1103"/>
                  <a:gd name="T34" fmla="*/ 0 w 630"/>
                  <a:gd name="T35" fmla="*/ 0 h 1103"/>
                  <a:gd name="T36" fmla="*/ 0 w 630"/>
                  <a:gd name="T37" fmla="*/ 0 h 1103"/>
                  <a:gd name="T38" fmla="*/ 0 w 630"/>
                  <a:gd name="T39" fmla="*/ 0 h 1103"/>
                  <a:gd name="T40" fmla="*/ 0 w 630"/>
                  <a:gd name="T41" fmla="*/ 0 h 1103"/>
                  <a:gd name="T42" fmla="*/ 0 w 630"/>
                  <a:gd name="T43" fmla="*/ 0 h 1103"/>
                  <a:gd name="T44" fmla="*/ 0 w 630"/>
                  <a:gd name="T45" fmla="*/ 0 h 1103"/>
                  <a:gd name="T46" fmla="*/ 0 w 630"/>
                  <a:gd name="T47" fmla="*/ 0 h 1103"/>
                  <a:gd name="T48" fmla="*/ 0 w 630"/>
                  <a:gd name="T49" fmla="*/ 0 h 110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30" h="1103">
                    <a:moveTo>
                      <a:pt x="212" y="164"/>
                    </a:moveTo>
                    <a:lnTo>
                      <a:pt x="289" y="82"/>
                    </a:lnTo>
                    <a:lnTo>
                      <a:pt x="419" y="3"/>
                    </a:lnTo>
                    <a:lnTo>
                      <a:pt x="477" y="0"/>
                    </a:lnTo>
                    <a:lnTo>
                      <a:pt x="583" y="34"/>
                    </a:lnTo>
                    <a:lnTo>
                      <a:pt x="630" y="86"/>
                    </a:lnTo>
                    <a:lnTo>
                      <a:pt x="630" y="164"/>
                    </a:lnTo>
                    <a:lnTo>
                      <a:pt x="551" y="308"/>
                    </a:lnTo>
                    <a:lnTo>
                      <a:pt x="466" y="422"/>
                    </a:lnTo>
                    <a:lnTo>
                      <a:pt x="430" y="516"/>
                    </a:lnTo>
                    <a:lnTo>
                      <a:pt x="406" y="625"/>
                    </a:lnTo>
                    <a:lnTo>
                      <a:pt x="430" y="731"/>
                    </a:lnTo>
                    <a:lnTo>
                      <a:pt x="454" y="833"/>
                    </a:lnTo>
                    <a:lnTo>
                      <a:pt x="454" y="950"/>
                    </a:lnTo>
                    <a:lnTo>
                      <a:pt x="419" y="1021"/>
                    </a:lnTo>
                    <a:lnTo>
                      <a:pt x="340" y="1060"/>
                    </a:lnTo>
                    <a:lnTo>
                      <a:pt x="247" y="1103"/>
                    </a:lnTo>
                    <a:lnTo>
                      <a:pt x="160" y="1103"/>
                    </a:lnTo>
                    <a:lnTo>
                      <a:pt x="102" y="1071"/>
                    </a:lnTo>
                    <a:lnTo>
                      <a:pt x="24" y="942"/>
                    </a:lnTo>
                    <a:lnTo>
                      <a:pt x="0" y="809"/>
                    </a:lnTo>
                    <a:lnTo>
                      <a:pt x="8" y="638"/>
                    </a:lnTo>
                    <a:lnTo>
                      <a:pt x="67" y="422"/>
                    </a:lnTo>
                    <a:lnTo>
                      <a:pt x="125" y="282"/>
                    </a:lnTo>
                    <a:lnTo>
                      <a:pt x="212" y="16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242" name="Freeform 20">
                <a:extLst>
                  <a:ext uri="{FF2B5EF4-FFF2-40B4-BE49-F238E27FC236}">
                    <a16:creationId xmlns:a16="http://schemas.microsoft.com/office/drawing/2014/main" id="{3BF390E3-53F7-9256-E723-276ACA8A4D36}"/>
                  </a:ext>
                </a:extLst>
              </p:cNvPr>
              <p:cNvSpPr>
                <a:spLocks/>
              </p:cNvSpPr>
              <p:nvPr/>
            </p:nvSpPr>
            <p:spPr bwMode="auto">
              <a:xfrm>
                <a:off x="643" y="880"/>
                <a:ext cx="198" cy="206"/>
              </a:xfrm>
              <a:custGeom>
                <a:avLst/>
                <a:gdLst>
                  <a:gd name="T0" fmla="*/ 0 w 796"/>
                  <a:gd name="T1" fmla="*/ 0 h 821"/>
                  <a:gd name="T2" fmla="*/ 0 w 796"/>
                  <a:gd name="T3" fmla="*/ 0 h 821"/>
                  <a:gd name="T4" fmla="*/ 0 w 796"/>
                  <a:gd name="T5" fmla="*/ 0 h 821"/>
                  <a:gd name="T6" fmla="*/ 0 w 796"/>
                  <a:gd name="T7" fmla="*/ 0 h 821"/>
                  <a:gd name="T8" fmla="*/ 0 w 796"/>
                  <a:gd name="T9" fmla="*/ 0 h 821"/>
                  <a:gd name="T10" fmla="*/ 0 w 796"/>
                  <a:gd name="T11" fmla="*/ 0 h 821"/>
                  <a:gd name="T12" fmla="*/ 0 w 796"/>
                  <a:gd name="T13" fmla="*/ 0 h 821"/>
                  <a:gd name="T14" fmla="*/ 0 w 796"/>
                  <a:gd name="T15" fmla="*/ 0 h 821"/>
                  <a:gd name="T16" fmla="*/ 0 w 796"/>
                  <a:gd name="T17" fmla="*/ 0 h 821"/>
                  <a:gd name="T18" fmla="*/ 0 w 796"/>
                  <a:gd name="T19" fmla="*/ 0 h 821"/>
                  <a:gd name="T20" fmla="*/ 0 w 796"/>
                  <a:gd name="T21" fmla="*/ 0 h 821"/>
                  <a:gd name="T22" fmla="*/ 0 w 796"/>
                  <a:gd name="T23" fmla="*/ 0 h 821"/>
                  <a:gd name="T24" fmla="*/ 0 w 796"/>
                  <a:gd name="T25" fmla="*/ 0 h 821"/>
                  <a:gd name="T26" fmla="*/ 0 w 796"/>
                  <a:gd name="T27" fmla="*/ 0 h 821"/>
                  <a:gd name="T28" fmla="*/ 0 w 796"/>
                  <a:gd name="T29" fmla="*/ 0 h 821"/>
                  <a:gd name="T30" fmla="*/ 0 w 796"/>
                  <a:gd name="T31" fmla="*/ 0 h 821"/>
                  <a:gd name="T32" fmla="*/ 0 w 796"/>
                  <a:gd name="T33" fmla="*/ 0 h 821"/>
                  <a:gd name="T34" fmla="*/ 0 w 796"/>
                  <a:gd name="T35" fmla="*/ 0 h 821"/>
                  <a:gd name="T36" fmla="*/ 0 w 796"/>
                  <a:gd name="T37" fmla="*/ 0 h 821"/>
                  <a:gd name="T38" fmla="*/ 0 w 796"/>
                  <a:gd name="T39" fmla="*/ 0 h 821"/>
                  <a:gd name="T40" fmla="*/ 0 w 796"/>
                  <a:gd name="T41" fmla="*/ 0 h 821"/>
                  <a:gd name="T42" fmla="*/ 0 w 796"/>
                  <a:gd name="T43" fmla="*/ 0 h 821"/>
                  <a:gd name="T44" fmla="*/ 0 w 796"/>
                  <a:gd name="T45" fmla="*/ 0 h 821"/>
                  <a:gd name="T46" fmla="*/ 0 w 796"/>
                  <a:gd name="T47" fmla="*/ 0 h 821"/>
                  <a:gd name="T48" fmla="*/ 0 w 796"/>
                  <a:gd name="T49" fmla="*/ 0 h 821"/>
                  <a:gd name="T50" fmla="*/ 0 w 796"/>
                  <a:gd name="T51" fmla="*/ 0 h 821"/>
                  <a:gd name="T52" fmla="*/ 0 w 796"/>
                  <a:gd name="T53" fmla="*/ 0 h 821"/>
                  <a:gd name="T54" fmla="*/ 0 w 796"/>
                  <a:gd name="T55" fmla="*/ 0 h 821"/>
                  <a:gd name="T56" fmla="*/ 0 w 796"/>
                  <a:gd name="T57" fmla="*/ 0 h 821"/>
                  <a:gd name="T58" fmla="*/ 0 w 796"/>
                  <a:gd name="T59" fmla="*/ 0 h 821"/>
                  <a:gd name="T60" fmla="*/ 0 w 796"/>
                  <a:gd name="T61" fmla="*/ 0 h 821"/>
                  <a:gd name="T62" fmla="*/ 0 w 796"/>
                  <a:gd name="T63" fmla="*/ 0 h 821"/>
                  <a:gd name="T64" fmla="*/ 0 w 796"/>
                  <a:gd name="T65" fmla="*/ 0 h 821"/>
                  <a:gd name="T66" fmla="*/ 0 w 796"/>
                  <a:gd name="T67" fmla="*/ 0 h 821"/>
                  <a:gd name="T68" fmla="*/ 0 w 796"/>
                  <a:gd name="T69" fmla="*/ 0 h 821"/>
                  <a:gd name="T70" fmla="*/ 0 w 796"/>
                  <a:gd name="T71" fmla="*/ 0 h 821"/>
                  <a:gd name="T72" fmla="*/ 0 w 796"/>
                  <a:gd name="T73" fmla="*/ 0 h 821"/>
                  <a:gd name="T74" fmla="*/ 0 w 796"/>
                  <a:gd name="T75" fmla="*/ 0 h 821"/>
                  <a:gd name="T76" fmla="*/ 0 w 796"/>
                  <a:gd name="T77" fmla="*/ 0 h 821"/>
                  <a:gd name="T78" fmla="*/ 0 w 796"/>
                  <a:gd name="T79" fmla="*/ 0 h 821"/>
                  <a:gd name="T80" fmla="*/ 0 w 796"/>
                  <a:gd name="T81" fmla="*/ 0 h 821"/>
                  <a:gd name="T82" fmla="*/ 0 w 796"/>
                  <a:gd name="T83" fmla="*/ 0 h 821"/>
                  <a:gd name="T84" fmla="*/ 0 w 796"/>
                  <a:gd name="T85" fmla="*/ 0 h 821"/>
                  <a:gd name="T86" fmla="*/ 0 w 796"/>
                  <a:gd name="T87" fmla="*/ 0 h 821"/>
                  <a:gd name="T88" fmla="*/ 0 w 796"/>
                  <a:gd name="T89" fmla="*/ 0 h 821"/>
                  <a:gd name="T90" fmla="*/ 0 w 796"/>
                  <a:gd name="T91" fmla="*/ 0 h 82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796" h="821">
                    <a:moveTo>
                      <a:pt x="0" y="77"/>
                    </a:moveTo>
                    <a:lnTo>
                      <a:pt x="67" y="0"/>
                    </a:lnTo>
                    <a:lnTo>
                      <a:pt x="166" y="0"/>
                    </a:lnTo>
                    <a:lnTo>
                      <a:pt x="349" y="19"/>
                    </a:lnTo>
                    <a:lnTo>
                      <a:pt x="565" y="30"/>
                    </a:lnTo>
                    <a:lnTo>
                      <a:pt x="647" y="66"/>
                    </a:lnTo>
                    <a:lnTo>
                      <a:pt x="682" y="112"/>
                    </a:lnTo>
                    <a:lnTo>
                      <a:pt x="690" y="183"/>
                    </a:lnTo>
                    <a:lnTo>
                      <a:pt x="666" y="257"/>
                    </a:lnTo>
                    <a:lnTo>
                      <a:pt x="600" y="370"/>
                    </a:lnTo>
                    <a:lnTo>
                      <a:pt x="513" y="465"/>
                    </a:lnTo>
                    <a:lnTo>
                      <a:pt x="447" y="550"/>
                    </a:lnTo>
                    <a:lnTo>
                      <a:pt x="420" y="616"/>
                    </a:lnTo>
                    <a:lnTo>
                      <a:pt x="400" y="664"/>
                    </a:lnTo>
                    <a:lnTo>
                      <a:pt x="407" y="700"/>
                    </a:lnTo>
                    <a:lnTo>
                      <a:pt x="412" y="722"/>
                    </a:lnTo>
                    <a:lnTo>
                      <a:pt x="491" y="722"/>
                    </a:lnTo>
                    <a:lnTo>
                      <a:pt x="612" y="703"/>
                    </a:lnTo>
                    <a:lnTo>
                      <a:pt x="690" y="703"/>
                    </a:lnTo>
                    <a:lnTo>
                      <a:pt x="772" y="734"/>
                    </a:lnTo>
                    <a:lnTo>
                      <a:pt x="796" y="774"/>
                    </a:lnTo>
                    <a:lnTo>
                      <a:pt x="772" y="809"/>
                    </a:lnTo>
                    <a:lnTo>
                      <a:pt x="737" y="821"/>
                    </a:lnTo>
                    <a:lnTo>
                      <a:pt x="682" y="805"/>
                    </a:lnTo>
                    <a:lnTo>
                      <a:pt x="608" y="761"/>
                    </a:lnTo>
                    <a:lnTo>
                      <a:pt x="529" y="769"/>
                    </a:lnTo>
                    <a:lnTo>
                      <a:pt x="400" y="793"/>
                    </a:lnTo>
                    <a:lnTo>
                      <a:pt x="361" y="785"/>
                    </a:lnTo>
                    <a:lnTo>
                      <a:pt x="341" y="758"/>
                    </a:lnTo>
                    <a:lnTo>
                      <a:pt x="341" y="692"/>
                    </a:lnTo>
                    <a:lnTo>
                      <a:pt x="341" y="597"/>
                    </a:lnTo>
                    <a:lnTo>
                      <a:pt x="396" y="527"/>
                    </a:lnTo>
                    <a:lnTo>
                      <a:pt x="478" y="421"/>
                    </a:lnTo>
                    <a:lnTo>
                      <a:pt x="549" y="328"/>
                    </a:lnTo>
                    <a:lnTo>
                      <a:pt x="596" y="257"/>
                    </a:lnTo>
                    <a:lnTo>
                      <a:pt x="620" y="195"/>
                    </a:lnTo>
                    <a:lnTo>
                      <a:pt x="608" y="159"/>
                    </a:lnTo>
                    <a:lnTo>
                      <a:pt x="576" y="117"/>
                    </a:lnTo>
                    <a:lnTo>
                      <a:pt x="529" y="104"/>
                    </a:lnTo>
                    <a:lnTo>
                      <a:pt x="478" y="104"/>
                    </a:lnTo>
                    <a:lnTo>
                      <a:pt x="365" y="104"/>
                    </a:lnTo>
                    <a:lnTo>
                      <a:pt x="196" y="136"/>
                    </a:lnTo>
                    <a:lnTo>
                      <a:pt x="71" y="148"/>
                    </a:lnTo>
                    <a:lnTo>
                      <a:pt x="21" y="136"/>
                    </a:lnTo>
                    <a:lnTo>
                      <a:pt x="0" y="117"/>
                    </a:lnTo>
                    <a:lnTo>
                      <a:pt x="0" y="7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243" name="Freeform 21">
                <a:extLst>
                  <a:ext uri="{FF2B5EF4-FFF2-40B4-BE49-F238E27FC236}">
                    <a16:creationId xmlns:a16="http://schemas.microsoft.com/office/drawing/2014/main" id="{BB46853D-91DA-AE26-1719-9EDCD3AAE573}"/>
                  </a:ext>
                </a:extLst>
              </p:cNvPr>
              <p:cNvSpPr>
                <a:spLocks/>
              </p:cNvSpPr>
              <p:nvPr/>
            </p:nvSpPr>
            <p:spPr bwMode="auto">
              <a:xfrm>
                <a:off x="430" y="834"/>
                <a:ext cx="253" cy="195"/>
              </a:xfrm>
              <a:custGeom>
                <a:avLst/>
                <a:gdLst>
                  <a:gd name="T0" fmla="*/ 0 w 1010"/>
                  <a:gd name="T1" fmla="*/ 0 h 782"/>
                  <a:gd name="T2" fmla="*/ 0 w 1010"/>
                  <a:gd name="T3" fmla="*/ 0 h 782"/>
                  <a:gd name="T4" fmla="*/ 0 w 1010"/>
                  <a:gd name="T5" fmla="*/ 0 h 782"/>
                  <a:gd name="T6" fmla="*/ 0 w 1010"/>
                  <a:gd name="T7" fmla="*/ 0 h 782"/>
                  <a:gd name="T8" fmla="*/ 0 w 1010"/>
                  <a:gd name="T9" fmla="*/ 0 h 782"/>
                  <a:gd name="T10" fmla="*/ 0 w 1010"/>
                  <a:gd name="T11" fmla="*/ 0 h 782"/>
                  <a:gd name="T12" fmla="*/ 0 w 1010"/>
                  <a:gd name="T13" fmla="*/ 0 h 782"/>
                  <a:gd name="T14" fmla="*/ 0 w 1010"/>
                  <a:gd name="T15" fmla="*/ 0 h 782"/>
                  <a:gd name="T16" fmla="*/ 0 w 1010"/>
                  <a:gd name="T17" fmla="*/ 0 h 782"/>
                  <a:gd name="T18" fmla="*/ 0 w 1010"/>
                  <a:gd name="T19" fmla="*/ 0 h 782"/>
                  <a:gd name="T20" fmla="*/ 0 w 1010"/>
                  <a:gd name="T21" fmla="*/ 0 h 782"/>
                  <a:gd name="T22" fmla="*/ 0 w 1010"/>
                  <a:gd name="T23" fmla="*/ 0 h 782"/>
                  <a:gd name="T24" fmla="*/ 0 w 1010"/>
                  <a:gd name="T25" fmla="*/ 0 h 782"/>
                  <a:gd name="T26" fmla="*/ 0 w 1010"/>
                  <a:gd name="T27" fmla="*/ 0 h 782"/>
                  <a:gd name="T28" fmla="*/ 0 w 1010"/>
                  <a:gd name="T29" fmla="*/ 0 h 782"/>
                  <a:gd name="T30" fmla="*/ 0 w 1010"/>
                  <a:gd name="T31" fmla="*/ 0 h 782"/>
                  <a:gd name="T32" fmla="*/ 0 w 1010"/>
                  <a:gd name="T33" fmla="*/ 0 h 782"/>
                  <a:gd name="T34" fmla="*/ 0 w 1010"/>
                  <a:gd name="T35" fmla="*/ 0 h 782"/>
                  <a:gd name="T36" fmla="*/ 0 w 1010"/>
                  <a:gd name="T37" fmla="*/ 0 h 782"/>
                  <a:gd name="T38" fmla="*/ 0 w 1010"/>
                  <a:gd name="T39" fmla="*/ 0 h 782"/>
                  <a:gd name="T40" fmla="*/ 0 w 1010"/>
                  <a:gd name="T41" fmla="*/ 0 h 782"/>
                  <a:gd name="T42" fmla="*/ 0 w 1010"/>
                  <a:gd name="T43" fmla="*/ 0 h 782"/>
                  <a:gd name="T44" fmla="*/ 0 w 1010"/>
                  <a:gd name="T45" fmla="*/ 0 h 782"/>
                  <a:gd name="T46" fmla="*/ 0 w 1010"/>
                  <a:gd name="T47" fmla="*/ 0 h 782"/>
                  <a:gd name="T48" fmla="*/ 0 w 1010"/>
                  <a:gd name="T49" fmla="*/ 0 h 782"/>
                  <a:gd name="T50" fmla="*/ 0 w 1010"/>
                  <a:gd name="T51" fmla="*/ 0 h 782"/>
                  <a:gd name="T52" fmla="*/ 0 w 1010"/>
                  <a:gd name="T53" fmla="*/ 0 h 782"/>
                  <a:gd name="T54" fmla="*/ 0 w 1010"/>
                  <a:gd name="T55" fmla="*/ 0 h 782"/>
                  <a:gd name="T56" fmla="*/ 0 w 1010"/>
                  <a:gd name="T57" fmla="*/ 0 h 782"/>
                  <a:gd name="T58" fmla="*/ 0 w 1010"/>
                  <a:gd name="T59" fmla="*/ 0 h 782"/>
                  <a:gd name="T60" fmla="*/ 0 w 1010"/>
                  <a:gd name="T61" fmla="*/ 0 h 782"/>
                  <a:gd name="T62" fmla="*/ 0 w 1010"/>
                  <a:gd name="T63" fmla="*/ 0 h 782"/>
                  <a:gd name="T64" fmla="*/ 0 w 1010"/>
                  <a:gd name="T65" fmla="*/ 0 h 782"/>
                  <a:gd name="T66" fmla="*/ 0 w 1010"/>
                  <a:gd name="T67" fmla="*/ 0 h 782"/>
                  <a:gd name="T68" fmla="*/ 0 w 1010"/>
                  <a:gd name="T69" fmla="*/ 0 h 782"/>
                  <a:gd name="T70" fmla="*/ 0 w 1010"/>
                  <a:gd name="T71" fmla="*/ 0 h 782"/>
                  <a:gd name="T72" fmla="*/ 0 w 1010"/>
                  <a:gd name="T73" fmla="*/ 0 h 782"/>
                  <a:gd name="T74" fmla="*/ 0 w 1010"/>
                  <a:gd name="T75" fmla="*/ 0 h 782"/>
                  <a:gd name="T76" fmla="*/ 0 w 1010"/>
                  <a:gd name="T77" fmla="*/ 0 h 782"/>
                  <a:gd name="T78" fmla="*/ 0 w 1010"/>
                  <a:gd name="T79" fmla="*/ 0 h 782"/>
                  <a:gd name="T80" fmla="*/ 0 w 1010"/>
                  <a:gd name="T81" fmla="*/ 0 h 782"/>
                  <a:gd name="T82" fmla="*/ 0 w 1010"/>
                  <a:gd name="T83" fmla="*/ 0 h 782"/>
                  <a:gd name="T84" fmla="*/ 0 w 1010"/>
                  <a:gd name="T85" fmla="*/ 0 h 782"/>
                  <a:gd name="T86" fmla="*/ 0 w 1010"/>
                  <a:gd name="T87" fmla="*/ 0 h 782"/>
                  <a:gd name="T88" fmla="*/ 0 w 1010"/>
                  <a:gd name="T89" fmla="*/ 0 h 78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010" h="782">
                    <a:moveTo>
                      <a:pt x="822" y="325"/>
                    </a:moveTo>
                    <a:lnTo>
                      <a:pt x="838" y="223"/>
                    </a:lnTo>
                    <a:lnTo>
                      <a:pt x="896" y="184"/>
                    </a:lnTo>
                    <a:lnTo>
                      <a:pt x="967" y="177"/>
                    </a:lnTo>
                    <a:lnTo>
                      <a:pt x="1010" y="223"/>
                    </a:lnTo>
                    <a:lnTo>
                      <a:pt x="991" y="312"/>
                    </a:lnTo>
                    <a:lnTo>
                      <a:pt x="952" y="434"/>
                    </a:lnTo>
                    <a:lnTo>
                      <a:pt x="873" y="571"/>
                    </a:lnTo>
                    <a:lnTo>
                      <a:pt x="775" y="688"/>
                    </a:lnTo>
                    <a:lnTo>
                      <a:pt x="693" y="751"/>
                    </a:lnTo>
                    <a:lnTo>
                      <a:pt x="603" y="782"/>
                    </a:lnTo>
                    <a:lnTo>
                      <a:pt x="516" y="771"/>
                    </a:lnTo>
                    <a:lnTo>
                      <a:pt x="450" y="735"/>
                    </a:lnTo>
                    <a:lnTo>
                      <a:pt x="426" y="676"/>
                    </a:lnTo>
                    <a:lnTo>
                      <a:pt x="399" y="575"/>
                    </a:lnTo>
                    <a:lnTo>
                      <a:pt x="368" y="388"/>
                    </a:lnTo>
                    <a:lnTo>
                      <a:pt x="344" y="259"/>
                    </a:lnTo>
                    <a:lnTo>
                      <a:pt x="344" y="106"/>
                    </a:lnTo>
                    <a:lnTo>
                      <a:pt x="328" y="79"/>
                    </a:lnTo>
                    <a:lnTo>
                      <a:pt x="282" y="71"/>
                    </a:lnTo>
                    <a:lnTo>
                      <a:pt x="227" y="114"/>
                    </a:lnTo>
                    <a:lnTo>
                      <a:pt x="177" y="184"/>
                    </a:lnTo>
                    <a:lnTo>
                      <a:pt x="117" y="223"/>
                    </a:lnTo>
                    <a:lnTo>
                      <a:pt x="27" y="223"/>
                    </a:lnTo>
                    <a:lnTo>
                      <a:pt x="0" y="199"/>
                    </a:lnTo>
                    <a:lnTo>
                      <a:pt x="0" y="161"/>
                    </a:lnTo>
                    <a:lnTo>
                      <a:pt x="39" y="125"/>
                    </a:lnTo>
                    <a:lnTo>
                      <a:pt x="82" y="137"/>
                    </a:lnTo>
                    <a:lnTo>
                      <a:pt x="121" y="129"/>
                    </a:lnTo>
                    <a:lnTo>
                      <a:pt x="192" y="79"/>
                    </a:lnTo>
                    <a:lnTo>
                      <a:pt x="262" y="24"/>
                    </a:lnTo>
                    <a:lnTo>
                      <a:pt x="328" y="8"/>
                    </a:lnTo>
                    <a:lnTo>
                      <a:pt x="423" y="0"/>
                    </a:lnTo>
                    <a:lnTo>
                      <a:pt x="426" y="43"/>
                    </a:lnTo>
                    <a:lnTo>
                      <a:pt x="404" y="90"/>
                    </a:lnTo>
                    <a:lnTo>
                      <a:pt x="399" y="211"/>
                    </a:lnTo>
                    <a:lnTo>
                      <a:pt x="426" y="372"/>
                    </a:lnTo>
                    <a:lnTo>
                      <a:pt x="470" y="528"/>
                    </a:lnTo>
                    <a:lnTo>
                      <a:pt x="508" y="621"/>
                    </a:lnTo>
                    <a:lnTo>
                      <a:pt x="568" y="665"/>
                    </a:lnTo>
                    <a:lnTo>
                      <a:pt x="626" y="665"/>
                    </a:lnTo>
                    <a:lnTo>
                      <a:pt x="685" y="621"/>
                    </a:lnTo>
                    <a:lnTo>
                      <a:pt x="764" y="524"/>
                    </a:lnTo>
                    <a:lnTo>
                      <a:pt x="814" y="383"/>
                    </a:lnTo>
                    <a:lnTo>
                      <a:pt x="822" y="325"/>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244" name="Freeform 22">
                <a:extLst>
                  <a:ext uri="{FF2B5EF4-FFF2-40B4-BE49-F238E27FC236}">
                    <a16:creationId xmlns:a16="http://schemas.microsoft.com/office/drawing/2014/main" id="{284CEBB3-F628-A6E8-115B-1C978E30E86E}"/>
                  </a:ext>
                </a:extLst>
              </p:cNvPr>
              <p:cNvSpPr>
                <a:spLocks/>
              </p:cNvSpPr>
              <p:nvPr/>
            </p:nvSpPr>
            <p:spPr bwMode="auto">
              <a:xfrm>
                <a:off x="550" y="391"/>
                <a:ext cx="177" cy="309"/>
              </a:xfrm>
              <a:custGeom>
                <a:avLst/>
                <a:gdLst>
                  <a:gd name="T0" fmla="*/ 0 w 712"/>
                  <a:gd name="T1" fmla="*/ 0 h 1236"/>
                  <a:gd name="T2" fmla="*/ 0 w 712"/>
                  <a:gd name="T3" fmla="*/ 0 h 1236"/>
                  <a:gd name="T4" fmla="*/ 0 w 712"/>
                  <a:gd name="T5" fmla="*/ 0 h 1236"/>
                  <a:gd name="T6" fmla="*/ 0 w 712"/>
                  <a:gd name="T7" fmla="*/ 0 h 1236"/>
                  <a:gd name="T8" fmla="*/ 0 w 712"/>
                  <a:gd name="T9" fmla="*/ 0 h 1236"/>
                  <a:gd name="T10" fmla="*/ 0 w 712"/>
                  <a:gd name="T11" fmla="*/ 0 h 1236"/>
                  <a:gd name="T12" fmla="*/ 0 w 712"/>
                  <a:gd name="T13" fmla="*/ 0 h 1236"/>
                  <a:gd name="T14" fmla="*/ 0 w 712"/>
                  <a:gd name="T15" fmla="*/ 0 h 1236"/>
                  <a:gd name="T16" fmla="*/ 0 w 712"/>
                  <a:gd name="T17" fmla="*/ 0 h 1236"/>
                  <a:gd name="T18" fmla="*/ 0 w 712"/>
                  <a:gd name="T19" fmla="*/ 0 h 1236"/>
                  <a:gd name="T20" fmla="*/ 0 w 712"/>
                  <a:gd name="T21" fmla="*/ 0 h 1236"/>
                  <a:gd name="T22" fmla="*/ 0 w 712"/>
                  <a:gd name="T23" fmla="*/ 0 h 1236"/>
                  <a:gd name="T24" fmla="*/ 0 w 712"/>
                  <a:gd name="T25" fmla="*/ 0 h 1236"/>
                  <a:gd name="T26" fmla="*/ 0 w 712"/>
                  <a:gd name="T27" fmla="*/ 0 h 1236"/>
                  <a:gd name="T28" fmla="*/ 0 w 712"/>
                  <a:gd name="T29" fmla="*/ 0 h 1236"/>
                  <a:gd name="T30" fmla="*/ 0 w 712"/>
                  <a:gd name="T31" fmla="*/ 0 h 1236"/>
                  <a:gd name="T32" fmla="*/ 0 w 712"/>
                  <a:gd name="T33" fmla="*/ 0 h 1236"/>
                  <a:gd name="T34" fmla="*/ 0 w 712"/>
                  <a:gd name="T35" fmla="*/ 0 h 1236"/>
                  <a:gd name="T36" fmla="*/ 0 w 712"/>
                  <a:gd name="T37" fmla="*/ 0 h 1236"/>
                  <a:gd name="T38" fmla="*/ 0 w 712"/>
                  <a:gd name="T39" fmla="*/ 0 h 1236"/>
                  <a:gd name="T40" fmla="*/ 0 w 712"/>
                  <a:gd name="T41" fmla="*/ 0 h 1236"/>
                  <a:gd name="T42" fmla="*/ 0 w 712"/>
                  <a:gd name="T43" fmla="*/ 0 h 1236"/>
                  <a:gd name="T44" fmla="*/ 0 w 712"/>
                  <a:gd name="T45" fmla="*/ 0 h 1236"/>
                  <a:gd name="T46" fmla="*/ 0 w 712"/>
                  <a:gd name="T47" fmla="*/ 0 h 1236"/>
                  <a:gd name="T48" fmla="*/ 0 w 712"/>
                  <a:gd name="T49" fmla="*/ 0 h 1236"/>
                  <a:gd name="T50" fmla="*/ 0 w 712"/>
                  <a:gd name="T51" fmla="*/ 0 h 1236"/>
                  <a:gd name="T52" fmla="*/ 0 w 712"/>
                  <a:gd name="T53" fmla="*/ 0 h 1236"/>
                  <a:gd name="T54" fmla="*/ 0 w 712"/>
                  <a:gd name="T55" fmla="*/ 0 h 1236"/>
                  <a:gd name="T56" fmla="*/ 0 w 712"/>
                  <a:gd name="T57" fmla="*/ 0 h 1236"/>
                  <a:gd name="T58" fmla="*/ 0 w 712"/>
                  <a:gd name="T59" fmla="*/ 0 h 1236"/>
                  <a:gd name="T60" fmla="*/ 0 w 712"/>
                  <a:gd name="T61" fmla="*/ 0 h 1236"/>
                  <a:gd name="T62" fmla="*/ 0 w 712"/>
                  <a:gd name="T63" fmla="*/ 0 h 1236"/>
                  <a:gd name="T64" fmla="*/ 0 w 712"/>
                  <a:gd name="T65" fmla="*/ 0 h 1236"/>
                  <a:gd name="T66" fmla="*/ 0 w 712"/>
                  <a:gd name="T67" fmla="*/ 0 h 1236"/>
                  <a:gd name="T68" fmla="*/ 0 w 712"/>
                  <a:gd name="T69" fmla="*/ 0 h 1236"/>
                  <a:gd name="T70" fmla="*/ 0 w 712"/>
                  <a:gd name="T71" fmla="*/ 0 h 1236"/>
                  <a:gd name="T72" fmla="*/ 0 w 712"/>
                  <a:gd name="T73" fmla="*/ 0 h 1236"/>
                  <a:gd name="T74" fmla="*/ 0 w 712"/>
                  <a:gd name="T75" fmla="*/ 0 h 1236"/>
                  <a:gd name="T76" fmla="*/ 0 w 712"/>
                  <a:gd name="T77" fmla="*/ 0 h 1236"/>
                  <a:gd name="T78" fmla="*/ 0 w 712"/>
                  <a:gd name="T79" fmla="*/ 0 h 1236"/>
                  <a:gd name="T80" fmla="*/ 0 w 712"/>
                  <a:gd name="T81" fmla="*/ 0 h 1236"/>
                  <a:gd name="T82" fmla="*/ 0 w 712"/>
                  <a:gd name="T83" fmla="*/ 0 h 12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712" h="1236">
                    <a:moveTo>
                      <a:pt x="453" y="938"/>
                    </a:moveTo>
                    <a:lnTo>
                      <a:pt x="570" y="1056"/>
                    </a:lnTo>
                    <a:lnTo>
                      <a:pt x="618" y="1056"/>
                    </a:lnTo>
                    <a:lnTo>
                      <a:pt x="696" y="1103"/>
                    </a:lnTo>
                    <a:lnTo>
                      <a:pt x="712" y="1157"/>
                    </a:lnTo>
                    <a:lnTo>
                      <a:pt x="688" y="1228"/>
                    </a:lnTo>
                    <a:lnTo>
                      <a:pt x="625" y="1236"/>
                    </a:lnTo>
                    <a:lnTo>
                      <a:pt x="547" y="1181"/>
                    </a:lnTo>
                    <a:lnTo>
                      <a:pt x="390" y="1032"/>
                    </a:lnTo>
                    <a:lnTo>
                      <a:pt x="289" y="892"/>
                    </a:lnTo>
                    <a:lnTo>
                      <a:pt x="242" y="782"/>
                    </a:lnTo>
                    <a:lnTo>
                      <a:pt x="210" y="594"/>
                    </a:lnTo>
                    <a:lnTo>
                      <a:pt x="210" y="352"/>
                    </a:lnTo>
                    <a:lnTo>
                      <a:pt x="202" y="290"/>
                    </a:lnTo>
                    <a:lnTo>
                      <a:pt x="156" y="243"/>
                    </a:lnTo>
                    <a:lnTo>
                      <a:pt x="23" y="250"/>
                    </a:lnTo>
                    <a:lnTo>
                      <a:pt x="0" y="227"/>
                    </a:lnTo>
                    <a:lnTo>
                      <a:pt x="30" y="211"/>
                    </a:lnTo>
                    <a:lnTo>
                      <a:pt x="125" y="203"/>
                    </a:lnTo>
                    <a:lnTo>
                      <a:pt x="141" y="188"/>
                    </a:lnTo>
                    <a:lnTo>
                      <a:pt x="7" y="109"/>
                    </a:lnTo>
                    <a:lnTo>
                      <a:pt x="7" y="79"/>
                    </a:lnTo>
                    <a:lnTo>
                      <a:pt x="30" y="71"/>
                    </a:lnTo>
                    <a:lnTo>
                      <a:pt x="141" y="133"/>
                    </a:lnTo>
                    <a:lnTo>
                      <a:pt x="164" y="125"/>
                    </a:lnTo>
                    <a:lnTo>
                      <a:pt x="141" y="8"/>
                    </a:lnTo>
                    <a:lnTo>
                      <a:pt x="156" y="0"/>
                    </a:lnTo>
                    <a:lnTo>
                      <a:pt x="172" y="8"/>
                    </a:lnTo>
                    <a:lnTo>
                      <a:pt x="202" y="125"/>
                    </a:lnTo>
                    <a:lnTo>
                      <a:pt x="226" y="133"/>
                    </a:lnTo>
                    <a:lnTo>
                      <a:pt x="289" y="8"/>
                    </a:lnTo>
                    <a:lnTo>
                      <a:pt x="305" y="8"/>
                    </a:lnTo>
                    <a:lnTo>
                      <a:pt x="305" y="47"/>
                    </a:lnTo>
                    <a:lnTo>
                      <a:pt x="265" y="148"/>
                    </a:lnTo>
                    <a:lnTo>
                      <a:pt x="265" y="203"/>
                    </a:lnTo>
                    <a:lnTo>
                      <a:pt x="281" y="274"/>
                    </a:lnTo>
                    <a:lnTo>
                      <a:pt x="273" y="367"/>
                    </a:lnTo>
                    <a:lnTo>
                      <a:pt x="281" y="539"/>
                    </a:lnTo>
                    <a:lnTo>
                      <a:pt x="297" y="649"/>
                    </a:lnTo>
                    <a:lnTo>
                      <a:pt x="336" y="774"/>
                    </a:lnTo>
                    <a:lnTo>
                      <a:pt x="390" y="868"/>
                    </a:lnTo>
                    <a:lnTo>
                      <a:pt x="453" y="93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245" name="Freeform 23">
                <a:extLst>
                  <a:ext uri="{FF2B5EF4-FFF2-40B4-BE49-F238E27FC236}">
                    <a16:creationId xmlns:a16="http://schemas.microsoft.com/office/drawing/2014/main" id="{BCE269A9-182F-635D-1F52-E7B35D5E6B61}"/>
                  </a:ext>
                </a:extLst>
              </p:cNvPr>
              <p:cNvSpPr>
                <a:spLocks/>
              </p:cNvSpPr>
              <p:nvPr/>
            </p:nvSpPr>
            <p:spPr bwMode="auto">
              <a:xfrm>
                <a:off x="765" y="418"/>
                <a:ext cx="233" cy="289"/>
              </a:xfrm>
              <a:custGeom>
                <a:avLst/>
                <a:gdLst>
                  <a:gd name="T0" fmla="*/ 0 w 931"/>
                  <a:gd name="T1" fmla="*/ 0 h 1157"/>
                  <a:gd name="T2" fmla="*/ 0 w 931"/>
                  <a:gd name="T3" fmla="*/ 0 h 1157"/>
                  <a:gd name="T4" fmla="*/ 0 w 931"/>
                  <a:gd name="T5" fmla="*/ 0 h 1157"/>
                  <a:gd name="T6" fmla="*/ 0 w 931"/>
                  <a:gd name="T7" fmla="*/ 0 h 1157"/>
                  <a:gd name="T8" fmla="*/ 0 w 931"/>
                  <a:gd name="T9" fmla="*/ 0 h 1157"/>
                  <a:gd name="T10" fmla="*/ 0 w 931"/>
                  <a:gd name="T11" fmla="*/ 0 h 1157"/>
                  <a:gd name="T12" fmla="*/ 0 w 931"/>
                  <a:gd name="T13" fmla="*/ 0 h 1157"/>
                  <a:gd name="T14" fmla="*/ 0 w 931"/>
                  <a:gd name="T15" fmla="*/ 0 h 1157"/>
                  <a:gd name="T16" fmla="*/ 0 w 931"/>
                  <a:gd name="T17" fmla="*/ 0 h 1157"/>
                  <a:gd name="T18" fmla="*/ 0 w 931"/>
                  <a:gd name="T19" fmla="*/ 0 h 1157"/>
                  <a:gd name="T20" fmla="*/ 0 w 931"/>
                  <a:gd name="T21" fmla="*/ 0 h 1157"/>
                  <a:gd name="T22" fmla="*/ 0 w 931"/>
                  <a:gd name="T23" fmla="*/ 0 h 1157"/>
                  <a:gd name="T24" fmla="*/ 0 w 931"/>
                  <a:gd name="T25" fmla="*/ 0 h 1157"/>
                  <a:gd name="T26" fmla="*/ 0 w 931"/>
                  <a:gd name="T27" fmla="*/ 0 h 1157"/>
                  <a:gd name="T28" fmla="*/ 0 w 931"/>
                  <a:gd name="T29" fmla="*/ 0 h 1157"/>
                  <a:gd name="T30" fmla="*/ 0 w 931"/>
                  <a:gd name="T31" fmla="*/ 0 h 1157"/>
                  <a:gd name="T32" fmla="*/ 0 w 931"/>
                  <a:gd name="T33" fmla="*/ 0 h 1157"/>
                  <a:gd name="T34" fmla="*/ 0 w 931"/>
                  <a:gd name="T35" fmla="*/ 0 h 1157"/>
                  <a:gd name="T36" fmla="*/ 0 w 931"/>
                  <a:gd name="T37" fmla="*/ 0 h 1157"/>
                  <a:gd name="T38" fmla="*/ 0 w 931"/>
                  <a:gd name="T39" fmla="*/ 0 h 1157"/>
                  <a:gd name="T40" fmla="*/ 0 w 931"/>
                  <a:gd name="T41" fmla="*/ 0 h 1157"/>
                  <a:gd name="T42" fmla="*/ 0 w 931"/>
                  <a:gd name="T43" fmla="*/ 0 h 1157"/>
                  <a:gd name="T44" fmla="*/ 0 w 931"/>
                  <a:gd name="T45" fmla="*/ 0 h 1157"/>
                  <a:gd name="T46" fmla="*/ 0 w 931"/>
                  <a:gd name="T47" fmla="*/ 0 h 1157"/>
                  <a:gd name="T48" fmla="*/ 0 w 931"/>
                  <a:gd name="T49" fmla="*/ 0 h 1157"/>
                  <a:gd name="T50" fmla="*/ 0 w 931"/>
                  <a:gd name="T51" fmla="*/ 0 h 1157"/>
                  <a:gd name="T52" fmla="*/ 0 w 931"/>
                  <a:gd name="T53" fmla="*/ 0 h 1157"/>
                  <a:gd name="T54" fmla="*/ 0 w 931"/>
                  <a:gd name="T55" fmla="*/ 0 h 1157"/>
                  <a:gd name="T56" fmla="*/ 0 w 931"/>
                  <a:gd name="T57" fmla="*/ 0 h 1157"/>
                  <a:gd name="T58" fmla="*/ 0 w 931"/>
                  <a:gd name="T59" fmla="*/ 0 h 1157"/>
                  <a:gd name="T60" fmla="*/ 0 w 931"/>
                  <a:gd name="T61" fmla="*/ 0 h 1157"/>
                  <a:gd name="T62" fmla="*/ 0 w 931"/>
                  <a:gd name="T63" fmla="*/ 0 h 1157"/>
                  <a:gd name="T64" fmla="*/ 0 w 931"/>
                  <a:gd name="T65" fmla="*/ 0 h 1157"/>
                  <a:gd name="T66" fmla="*/ 0 w 931"/>
                  <a:gd name="T67" fmla="*/ 0 h 1157"/>
                  <a:gd name="T68" fmla="*/ 0 w 931"/>
                  <a:gd name="T69" fmla="*/ 0 h 1157"/>
                  <a:gd name="T70" fmla="*/ 0 w 931"/>
                  <a:gd name="T71" fmla="*/ 0 h 1157"/>
                  <a:gd name="T72" fmla="*/ 0 w 931"/>
                  <a:gd name="T73" fmla="*/ 0 h 1157"/>
                  <a:gd name="T74" fmla="*/ 0 w 931"/>
                  <a:gd name="T75" fmla="*/ 0 h 1157"/>
                  <a:gd name="T76" fmla="*/ 0 w 931"/>
                  <a:gd name="T77" fmla="*/ 0 h 1157"/>
                  <a:gd name="T78" fmla="*/ 0 w 931"/>
                  <a:gd name="T79" fmla="*/ 0 h 1157"/>
                  <a:gd name="T80" fmla="*/ 0 w 931"/>
                  <a:gd name="T81" fmla="*/ 0 h 1157"/>
                  <a:gd name="T82" fmla="*/ 0 w 931"/>
                  <a:gd name="T83" fmla="*/ 0 h 1157"/>
                  <a:gd name="T84" fmla="*/ 0 w 931"/>
                  <a:gd name="T85" fmla="*/ 0 h 1157"/>
                  <a:gd name="T86" fmla="*/ 0 w 931"/>
                  <a:gd name="T87" fmla="*/ 0 h 115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931" h="1157">
                    <a:moveTo>
                      <a:pt x="15" y="1024"/>
                    </a:moveTo>
                    <a:lnTo>
                      <a:pt x="0" y="1078"/>
                    </a:lnTo>
                    <a:lnTo>
                      <a:pt x="15" y="1157"/>
                    </a:lnTo>
                    <a:lnTo>
                      <a:pt x="70" y="1157"/>
                    </a:lnTo>
                    <a:lnTo>
                      <a:pt x="235" y="1125"/>
                    </a:lnTo>
                    <a:lnTo>
                      <a:pt x="415" y="1063"/>
                    </a:lnTo>
                    <a:lnTo>
                      <a:pt x="563" y="961"/>
                    </a:lnTo>
                    <a:lnTo>
                      <a:pt x="650" y="829"/>
                    </a:lnTo>
                    <a:lnTo>
                      <a:pt x="727" y="602"/>
                    </a:lnTo>
                    <a:lnTo>
                      <a:pt x="751" y="391"/>
                    </a:lnTo>
                    <a:lnTo>
                      <a:pt x="751" y="290"/>
                    </a:lnTo>
                    <a:lnTo>
                      <a:pt x="790" y="227"/>
                    </a:lnTo>
                    <a:lnTo>
                      <a:pt x="860" y="203"/>
                    </a:lnTo>
                    <a:lnTo>
                      <a:pt x="923" y="203"/>
                    </a:lnTo>
                    <a:lnTo>
                      <a:pt x="931" y="172"/>
                    </a:lnTo>
                    <a:lnTo>
                      <a:pt x="838" y="180"/>
                    </a:lnTo>
                    <a:lnTo>
                      <a:pt x="822" y="156"/>
                    </a:lnTo>
                    <a:lnTo>
                      <a:pt x="899" y="71"/>
                    </a:lnTo>
                    <a:lnTo>
                      <a:pt x="884" y="47"/>
                    </a:lnTo>
                    <a:lnTo>
                      <a:pt x="868" y="63"/>
                    </a:lnTo>
                    <a:lnTo>
                      <a:pt x="806" y="125"/>
                    </a:lnTo>
                    <a:lnTo>
                      <a:pt x="790" y="125"/>
                    </a:lnTo>
                    <a:lnTo>
                      <a:pt x="790" y="16"/>
                    </a:lnTo>
                    <a:lnTo>
                      <a:pt x="775" y="0"/>
                    </a:lnTo>
                    <a:lnTo>
                      <a:pt x="751" y="8"/>
                    </a:lnTo>
                    <a:lnTo>
                      <a:pt x="759" y="125"/>
                    </a:lnTo>
                    <a:lnTo>
                      <a:pt x="743" y="132"/>
                    </a:lnTo>
                    <a:lnTo>
                      <a:pt x="680" y="71"/>
                    </a:lnTo>
                    <a:lnTo>
                      <a:pt x="634" y="63"/>
                    </a:lnTo>
                    <a:lnTo>
                      <a:pt x="642" y="94"/>
                    </a:lnTo>
                    <a:lnTo>
                      <a:pt x="712" y="164"/>
                    </a:lnTo>
                    <a:lnTo>
                      <a:pt x="712" y="203"/>
                    </a:lnTo>
                    <a:lnTo>
                      <a:pt x="688" y="282"/>
                    </a:lnTo>
                    <a:lnTo>
                      <a:pt x="688" y="352"/>
                    </a:lnTo>
                    <a:lnTo>
                      <a:pt x="688" y="469"/>
                    </a:lnTo>
                    <a:lnTo>
                      <a:pt x="656" y="618"/>
                    </a:lnTo>
                    <a:lnTo>
                      <a:pt x="626" y="711"/>
                    </a:lnTo>
                    <a:lnTo>
                      <a:pt x="571" y="829"/>
                    </a:lnTo>
                    <a:lnTo>
                      <a:pt x="508" y="922"/>
                    </a:lnTo>
                    <a:lnTo>
                      <a:pt x="462" y="969"/>
                    </a:lnTo>
                    <a:lnTo>
                      <a:pt x="336" y="1009"/>
                    </a:lnTo>
                    <a:lnTo>
                      <a:pt x="219" y="1024"/>
                    </a:lnTo>
                    <a:lnTo>
                      <a:pt x="101" y="1040"/>
                    </a:lnTo>
                    <a:lnTo>
                      <a:pt x="15" y="102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1220" name="Group 24">
              <a:extLst>
                <a:ext uri="{FF2B5EF4-FFF2-40B4-BE49-F238E27FC236}">
                  <a16:creationId xmlns:a16="http://schemas.microsoft.com/office/drawing/2014/main" id="{81819FBC-1B44-A0D3-C16D-8396C2F06C3A}"/>
                </a:ext>
              </a:extLst>
            </p:cNvPr>
            <p:cNvGrpSpPr>
              <a:grpSpLocks/>
            </p:cNvGrpSpPr>
            <p:nvPr/>
          </p:nvGrpSpPr>
          <p:grpSpPr bwMode="auto">
            <a:xfrm>
              <a:off x="763" y="1296"/>
              <a:ext cx="466" cy="694"/>
              <a:chOff x="752" y="431"/>
              <a:chExt cx="466" cy="694"/>
            </a:xfrm>
          </p:grpSpPr>
          <p:sp>
            <p:nvSpPr>
              <p:cNvPr id="51234" name="Freeform 25">
                <a:extLst>
                  <a:ext uri="{FF2B5EF4-FFF2-40B4-BE49-F238E27FC236}">
                    <a16:creationId xmlns:a16="http://schemas.microsoft.com/office/drawing/2014/main" id="{7559716E-11EE-552C-968B-87582B134E7B}"/>
                  </a:ext>
                </a:extLst>
              </p:cNvPr>
              <p:cNvSpPr>
                <a:spLocks/>
              </p:cNvSpPr>
              <p:nvPr/>
            </p:nvSpPr>
            <p:spPr bwMode="auto">
              <a:xfrm>
                <a:off x="901" y="431"/>
                <a:ext cx="137" cy="144"/>
              </a:xfrm>
              <a:custGeom>
                <a:avLst/>
                <a:gdLst>
                  <a:gd name="T0" fmla="*/ 0 w 550"/>
                  <a:gd name="T1" fmla="*/ 0 h 579"/>
                  <a:gd name="T2" fmla="*/ 0 w 550"/>
                  <a:gd name="T3" fmla="*/ 0 h 579"/>
                  <a:gd name="T4" fmla="*/ 0 w 550"/>
                  <a:gd name="T5" fmla="*/ 0 h 579"/>
                  <a:gd name="T6" fmla="*/ 0 w 550"/>
                  <a:gd name="T7" fmla="*/ 0 h 579"/>
                  <a:gd name="T8" fmla="*/ 0 w 550"/>
                  <a:gd name="T9" fmla="*/ 0 h 579"/>
                  <a:gd name="T10" fmla="*/ 0 w 550"/>
                  <a:gd name="T11" fmla="*/ 0 h 579"/>
                  <a:gd name="T12" fmla="*/ 0 w 550"/>
                  <a:gd name="T13" fmla="*/ 0 h 579"/>
                  <a:gd name="T14" fmla="*/ 0 w 550"/>
                  <a:gd name="T15" fmla="*/ 0 h 579"/>
                  <a:gd name="T16" fmla="*/ 0 w 550"/>
                  <a:gd name="T17" fmla="*/ 0 h 579"/>
                  <a:gd name="T18" fmla="*/ 0 w 550"/>
                  <a:gd name="T19" fmla="*/ 0 h 579"/>
                  <a:gd name="T20" fmla="*/ 0 w 550"/>
                  <a:gd name="T21" fmla="*/ 0 h 579"/>
                  <a:gd name="T22" fmla="*/ 0 w 550"/>
                  <a:gd name="T23" fmla="*/ 0 h 579"/>
                  <a:gd name="T24" fmla="*/ 0 w 550"/>
                  <a:gd name="T25" fmla="*/ 0 h 579"/>
                  <a:gd name="T26" fmla="*/ 0 w 550"/>
                  <a:gd name="T27" fmla="*/ 0 h 579"/>
                  <a:gd name="T28" fmla="*/ 0 w 550"/>
                  <a:gd name="T29" fmla="*/ 0 h 579"/>
                  <a:gd name="T30" fmla="*/ 0 w 550"/>
                  <a:gd name="T31" fmla="*/ 0 h 579"/>
                  <a:gd name="T32" fmla="*/ 0 w 550"/>
                  <a:gd name="T33" fmla="*/ 0 h 579"/>
                  <a:gd name="T34" fmla="*/ 0 w 550"/>
                  <a:gd name="T35" fmla="*/ 0 h 579"/>
                  <a:gd name="T36" fmla="*/ 0 w 550"/>
                  <a:gd name="T37" fmla="*/ 0 h 579"/>
                  <a:gd name="T38" fmla="*/ 0 w 550"/>
                  <a:gd name="T39" fmla="*/ 0 h 579"/>
                  <a:gd name="T40" fmla="*/ 0 w 550"/>
                  <a:gd name="T41" fmla="*/ 0 h 579"/>
                  <a:gd name="T42" fmla="*/ 0 w 550"/>
                  <a:gd name="T43" fmla="*/ 0 h 579"/>
                  <a:gd name="T44" fmla="*/ 0 w 550"/>
                  <a:gd name="T45" fmla="*/ 0 h 579"/>
                  <a:gd name="T46" fmla="*/ 0 w 550"/>
                  <a:gd name="T47" fmla="*/ 0 h 579"/>
                  <a:gd name="T48" fmla="*/ 0 w 550"/>
                  <a:gd name="T49" fmla="*/ 0 h 57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50" h="579">
                    <a:moveTo>
                      <a:pt x="271" y="0"/>
                    </a:moveTo>
                    <a:lnTo>
                      <a:pt x="339" y="9"/>
                    </a:lnTo>
                    <a:lnTo>
                      <a:pt x="373" y="53"/>
                    </a:lnTo>
                    <a:lnTo>
                      <a:pt x="389" y="141"/>
                    </a:lnTo>
                    <a:lnTo>
                      <a:pt x="378" y="247"/>
                    </a:lnTo>
                    <a:lnTo>
                      <a:pt x="351" y="313"/>
                    </a:lnTo>
                    <a:lnTo>
                      <a:pt x="321" y="398"/>
                    </a:lnTo>
                    <a:lnTo>
                      <a:pt x="504" y="503"/>
                    </a:lnTo>
                    <a:lnTo>
                      <a:pt x="550" y="543"/>
                    </a:lnTo>
                    <a:lnTo>
                      <a:pt x="523" y="579"/>
                    </a:lnTo>
                    <a:lnTo>
                      <a:pt x="432" y="503"/>
                    </a:lnTo>
                    <a:lnTo>
                      <a:pt x="293" y="450"/>
                    </a:lnTo>
                    <a:lnTo>
                      <a:pt x="229" y="516"/>
                    </a:lnTo>
                    <a:lnTo>
                      <a:pt x="160" y="565"/>
                    </a:lnTo>
                    <a:lnTo>
                      <a:pt x="102" y="569"/>
                    </a:lnTo>
                    <a:lnTo>
                      <a:pt x="45" y="565"/>
                    </a:lnTo>
                    <a:lnTo>
                      <a:pt x="19" y="525"/>
                    </a:lnTo>
                    <a:lnTo>
                      <a:pt x="0" y="437"/>
                    </a:lnTo>
                    <a:lnTo>
                      <a:pt x="0" y="339"/>
                    </a:lnTo>
                    <a:lnTo>
                      <a:pt x="22" y="265"/>
                    </a:lnTo>
                    <a:lnTo>
                      <a:pt x="99" y="145"/>
                    </a:lnTo>
                    <a:lnTo>
                      <a:pt x="184" y="66"/>
                    </a:lnTo>
                    <a:lnTo>
                      <a:pt x="241" y="22"/>
                    </a:lnTo>
                    <a:lnTo>
                      <a:pt x="293" y="9"/>
                    </a:lnTo>
                    <a:lnTo>
                      <a:pt x="271"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235" name="Freeform 26">
                <a:extLst>
                  <a:ext uri="{FF2B5EF4-FFF2-40B4-BE49-F238E27FC236}">
                    <a16:creationId xmlns:a16="http://schemas.microsoft.com/office/drawing/2014/main" id="{3211C29C-1EDB-A659-A640-FE8329F21080}"/>
                  </a:ext>
                </a:extLst>
              </p:cNvPr>
              <p:cNvSpPr>
                <a:spLocks/>
              </p:cNvSpPr>
              <p:nvPr/>
            </p:nvSpPr>
            <p:spPr bwMode="auto">
              <a:xfrm>
                <a:off x="935" y="602"/>
                <a:ext cx="283" cy="126"/>
              </a:xfrm>
              <a:custGeom>
                <a:avLst/>
                <a:gdLst>
                  <a:gd name="T0" fmla="*/ 0 w 1134"/>
                  <a:gd name="T1" fmla="*/ 0 h 505"/>
                  <a:gd name="T2" fmla="*/ 0 w 1134"/>
                  <a:gd name="T3" fmla="*/ 0 h 505"/>
                  <a:gd name="T4" fmla="*/ 0 w 1134"/>
                  <a:gd name="T5" fmla="*/ 0 h 505"/>
                  <a:gd name="T6" fmla="*/ 0 w 1134"/>
                  <a:gd name="T7" fmla="*/ 0 h 505"/>
                  <a:gd name="T8" fmla="*/ 0 w 1134"/>
                  <a:gd name="T9" fmla="*/ 0 h 505"/>
                  <a:gd name="T10" fmla="*/ 0 w 1134"/>
                  <a:gd name="T11" fmla="*/ 0 h 505"/>
                  <a:gd name="T12" fmla="*/ 0 w 1134"/>
                  <a:gd name="T13" fmla="*/ 0 h 505"/>
                  <a:gd name="T14" fmla="*/ 0 w 1134"/>
                  <a:gd name="T15" fmla="*/ 0 h 505"/>
                  <a:gd name="T16" fmla="*/ 0 w 1134"/>
                  <a:gd name="T17" fmla="*/ 0 h 505"/>
                  <a:gd name="T18" fmla="*/ 0 w 1134"/>
                  <a:gd name="T19" fmla="*/ 0 h 505"/>
                  <a:gd name="T20" fmla="*/ 0 w 1134"/>
                  <a:gd name="T21" fmla="*/ 0 h 505"/>
                  <a:gd name="T22" fmla="*/ 0 w 1134"/>
                  <a:gd name="T23" fmla="*/ 0 h 505"/>
                  <a:gd name="T24" fmla="*/ 0 w 1134"/>
                  <a:gd name="T25" fmla="*/ 0 h 505"/>
                  <a:gd name="T26" fmla="*/ 0 w 1134"/>
                  <a:gd name="T27" fmla="*/ 0 h 505"/>
                  <a:gd name="T28" fmla="*/ 0 w 1134"/>
                  <a:gd name="T29" fmla="*/ 0 h 505"/>
                  <a:gd name="T30" fmla="*/ 0 w 1134"/>
                  <a:gd name="T31" fmla="*/ 0 h 505"/>
                  <a:gd name="T32" fmla="*/ 0 w 1134"/>
                  <a:gd name="T33" fmla="*/ 0 h 505"/>
                  <a:gd name="T34" fmla="*/ 0 w 1134"/>
                  <a:gd name="T35" fmla="*/ 0 h 505"/>
                  <a:gd name="T36" fmla="*/ 0 w 1134"/>
                  <a:gd name="T37" fmla="*/ 0 h 505"/>
                  <a:gd name="T38" fmla="*/ 0 w 1134"/>
                  <a:gd name="T39" fmla="*/ 0 h 505"/>
                  <a:gd name="T40" fmla="*/ 0 w 1134"/>
                  <a:gd name="T41" fmla="*/ 0 h 505"/>
                  <a:gd name="T42" fmla="*/ 0 w 1134"/>
                  <a:gd name="T43" fmla="*/ 0 h 505"/>
                  <a:gd name="T44" fmla="*/ 0 w 1134"/>
                  <a:gd name="T45" fmla="*/ 0 h 505"/>
                  <a:gd name="T46" fmla="*/ 0 w 1134"/>
                  <a:gd name="T47" fmla="*/ 0 h 505"/>
                  <a:gd name="T48" fmla="*/ 0 w 1134"/>
                  <a:gd name="T49" fmla="*/ 0 h 505"/>
                  <a:gd name="T50" fmla="*/ 0 w 1134"/>
                  <a:gd name="T51" fmla="*/ 0 h 505"/>
                  <a:gd name="T52" fmla="*/ 0 w 1134"/>
                  <a:gd name="T53" fmla="*/ 0 h 505"/>
                  <a:gd name="T54" fmla="*/ 0 w 1134"/>
                  <a:gd name="T55" fmla="*/ 0 h 505"/>
                  <a:gd name="T56" fmla="*/ 0 w 1134"/>
                  <a:gd name="T57" fmla="*/ 0 h 50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134" h="505">
                    <a:moveTo>
                      <a:pt x="12" y="0"/>
                    </a:moveTo>
                    <a:lnTo>
                      <a:pt x="119" y="15"/>
                    </a:lnTo>
                    <a:lnTo>
                      <a:pt x="313" y="103"/>
                    </a:lnTo>
                    <a:lnTo>
                      <a:pt x="481" y="174"/>
                    </a:lnTo>
                    <a:lnTo>
                      <a:pt x="669" y="235"/>
                    </a:lnTo>
                    <a:lnTo>
                      <a:pt x="803" y="301"/>
                    </a:lnTo>
                    <a:lnTo>
                      <a:pt x="986" y="373"/>
                    </a:lnTo>
                    <a:lnTo>
                      <a:pt x="1134" y="438"/>
                    </a:lnTo>
                    <a:lnTo>
                      <a:pt x="1126" y="465"/>
                    </a:lnTo>
                    <a:lnTo>
                      <a:pt x="1081" y="478"/>
                    </a:lnTo>
                    <a:lnTo>
                      <a:pt x="951" y="408"/>
                    </a:lnTo>
                    <a:lnTo>
                      <a:pt x="943" y="452"/>
                    </a:lnTo>
                    <a:lnTo>
                      <a:pt x="909" y="491"/>
                    </a:lnTo>
                    <a:lnTo>
                      <a:pt x="860" y="505"/>
                    </a:lnTo>
                    <a:lnTo>
                      <a:pt x="806" y="474"/>
                    </a:lnTo>
                    <a:lnTo>
                      <a:pt x="767" y="434"/>
                    </a:lnTo>
                    <a:lnTo>
                      <a:pt x="772" y="373"/>
                    </a:lnTo>
                    <a:lnTo>
                      <a:pt x="783" y="342"/>
                    </a:lnTo>
                    <a:lnTo>
                      <a:pt x="657" y="279"/>
                    </a:lnTo>
                    <a:lnTo>
                      <a:pt x="596" y="266"/>
                    </a:lnTo>
                    <a:lnTo>
                      <a:pt x="481" y="240"/>
                    </a:lnTo>
                    <a:lnTo>
                      <a:pt x="325" y="183"/>
                    </a:lnTo>
                    <a:lnTo>
                      <a:pt x="199" y="120"/>
                    </a:lnTo>
                    <a:lnTo>
                      <a:pt x="108" y="94"/>
                    </a:lnTo>
                    <a:lnTo>
                      <a:pt x="12" y="103"/>
                    </a:lnTo>
                    <a:lnTo>
                      <a:pt x="0" y="37"/>
                    </a:lnTo>
                    <a:lnTo>
                      <a:pt x="39" y="0"/>
                    </a:lnTo>
                    <a:lnTo>
                      <a:pt x="62" y="0"/>
                    </a:lnTo>
                    <a:lnTo>
                      <a:pt x="1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236" name="Freeform 27">
                <a:extLst>
                  <a:ext uri="{FF2B5EF4-FFF2-40B4-BE49-F238E27FC236}">
                    <a16:creationId xmlns:a16="http://schemas.microsoft.com/office/drawing/2014/main" id="{D380FB4B-BBC0-C15B-F03F-E865D859AC1F}"/>
                  </a:ext>
                </a:extLst>
              </p:cNvPr>
              <p:cNvSpPr>
                <a:spLocks/>
              </p:cNvSpPr>
              <p:nvPr/>
            </p:nvSpPr>
            <p:spPr bwMode="auto">
              <a:xfrm>
                <a:off x="858" y="600"/>
                <a:ext cx="93" cy="270"/>
              </a:xfrm>
              <a:custGeom>
                <a:avLst/>
                <a:gdLst>
                  <a:gd name="T0" fmla="*/ 0 w 373"/>
                  <a:gd name="T1" fmla="*/ 0 h 1082"/>
                  <a:gd name="T2" fmla="*/ 0 w 373"/>
                  <a:gd name="T3" fmla="*/ 0 h 1082"/>
                  <a:gd name="T4" fmla="*/ 0 w 373"/>
                  <a:gd name="T5" fmla="*/ 0 h 1082"/>
                  <a:gd name="T6" fmla="*/ 0 w 373"/>
                  <a:gd name="T7" fmla="*/ 0 h 1082"/>
                  <a:gd name="T8" fmla="*/ 0 w 373"/>
                  <a:gd name="T9" fmla="*/ 0 h 1082"/>
                  <a:gd name="T10" fmla="*/ 0 w 373"/>
                  <a:gd name="T11" fmla="*/ 0 h 1082"/>
                  <a:gd name="T12" fmla="*/ 0 w 373"/>
                  <a:gd name="T13" fmla="*/ 0 h 1082"/>
                  <a:gd name="T14" fmla="*/ 0 w 373"/>
                  <a:gd name="T15" fmla="*/ 0 h 1082"/>
                  <a:gd name="T16" fmla="*/ 0 w 373"/>
                  <a:gd name="T17" fmla="*/ 0 h 1082"/>
                  <a:gd name="T18" fmla="*/ 0 w 373"/>
                  <a:gd name="T19" fmla="*/ 0 h 1082"/>
                  <a:gd name="T20" fmla="*/ 0 w 373"/>
                  <a:gd name="T21" fmla="*/ 0 h 1082"/>
                  <a:gd name="T22" fmla="*/ 0 w 373"/>
                  <a:gd name="T23" fmla="*/ 0 h 1082"/>
                  <a:gd name="T24" fmla="*/ 0 w 373"/>
                  <a:gd name="T25" fmla="*/ 0 h 1082"/>
                  <a:gd name="T26" fmla="*/ 0 w 373"/>
                  <a:gd name="T27" fmla="*/ 0 h 1082"/>
                  <a:gd name="T28" fmla="*/ 0 w 373"/>
                  <a:gd name="T29" fmla="*/ 0 h 1082"/>
                  <a:gd name="T30" fmla="*/ 0 w 373"/>
                  <a:gd name="T31" fmla="*/ 0 h 1082"/>
                  <a:gd name="T32" fmla="*/ 0 w 373"/>
                  <a:gd name="T33" fmla="*/ 0 h 1082"/>
                  <a:gd name="T34" fmla="*/ 0 w 373"/>
                  <a:gd name="T35" fmla="*/ 0 h 1082"/>
                  <a:gd name="T36" fmla="*/ 0 w 373"/>
                  <a:gd name="T37" fmla="*/ 0 h 1082"/>
                  <a:gd name="T38" fmla="*/ 0 w 373"/>
                  <a:gd name="T39" fmla="*/ 0 h 1082"/>
                  <a:gd name="T40" fmla="*/ 0 w 373"/>
                  <a:gd name="T41" fmla="*/ 0 h 108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73" h="1082">
                    <a:moveTo>
                      <a:pt x="213" y="0"/>
                    </a:moveTo>
                    <a:lnTo>
                      <a:pt x="262" y="0"/>
                    </a:lnTo>
                    <a:lnTo>
                      <a:pt x="305" y="21"/>
                    </a:lnTo>
                    <a:lnTo>
                      <a:pt x="350" y="88"/>
                    </a:lnTo>
                    <a:lnTo>
                      <a:pt x="366" y="172"/>
                    </a:lnTo>
                    <a:lnTo>
                      <a:pt x="373" y="379"/>
                    </a:lnTo>
                    <a:lnTo>
                      <a:pt x="362" y="556"/>
                    </a:lnTo>
                    <a:lnTo>
                      <a:pt x="327" y="737"/>
                    </a:lnTo>
                    <a:lnTo>
                      <a:pt x="282" y="923"/>
                    </a:lnTo>
                    <a:lnTo>
                      <a:pt x="228" y="1034"/>
                    </a:lnTo>
                    <a:lnTo>
                      <a:pt x="160" y="1082"/>
                    </a:lnTo>
                    <a:lnTo>
                      <a:pt x="103" y="1082"/>
                    </a:lnTo>
                    <a:lnTo>
                      <a:pt x="34" y="1034"/>
                    </a:lnTo>
                    <a:lnTo>
                      <a:pt x="8" y="962"/>
                    </a:lnTo>
                    <a:lnTo>
                      <a:pt x="0" y="835"/>
                    </a:lnTo>
                    <a:lnTo>
                      <a:pt x="8" y="676"/>
                    </a:lnTo>
                    <a:lnTo>
                      <a:pt x="42" y="477"/>
                    </a:lnTo>
                    <a:lnTo>
                      <a:pt x="88" y="233"/>
                    </a:lnTo>
                    <a:lnTo>
                      <a:pt x="145" y="48"/>
                    </a:lnTo>
                    <a:lnTo>
                      <a:pt x="179" y="21"/>
                    </a:lnTo>
                    <a:lnTo>
                      <a:pt x="213"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237" name="Freeform 28">
                <a:extLst>
                  <a:ext uri="{FF2B5EF4-FFF2-40B4-BE49-F238E27FC236}">
                    <a16:creationId xmlns:a16="http://schemas.microsoft.com/office/drawing/2014/main" id="{213EF289-EEB6-2BB8-0339-56FECEF0E96A}"/>
                  </a:ext>
                </a:extLst>
              </p:cNvPr>
              <p:cNvSpPr>
                <a:spLocks/>
              </p:cNvSpPr>
              <p:nvPr/>
            </p:nvSpPr>
            <p:spPr bwMode="auto">
              <a:xfrm>
                <a:off x="760" y="585"/>
                <a:ext cx="132" cy="249"/>
              </a:xfrm>
              <a:custGeom>
                <a:avLst/>
                <a:gdLst>
                  <a:gd name="T0" fmla="*/ 0 w 528"/>
                  <a:gd name="T1" fmla="*/ 0 h 994"/>
                  <a:gd name="T2" fmla="*/ 0 w 528"/>
                  <a:gd name="T3" fmla="*/ 0 h 994"/>
                  <a:gd name="T4" fmla="*/ 0 w 528"/>
                  <a:gd name="T5" fmla="*/ 0 h 994"/>
                  <a:gd name="T6" fmla="*/ 0 w 528"/>
                  <a:gd name="T7" fmla="*/ 0 h 994"/>
                  <a:gd name="T8" fmla="*/ 0 w 528"/>
                  <a:gd name="T9" fmla="*/ 0 h 994"/>
                  <a:gd name="T10" fmla="*/ 0 w 528"/>
                  <a:gd name="T11" fmla="*/ 0 h 994"/>
                  <a:gd name="T12" fmla="*/ 0 w 528"/>
                  <a:gd name="T13" fmla="*/ 0 h 994"/>
                  <a:gd name="T14" fmla="*/ 0 w 528"/>
                  <a:gd name="T15" fmla="*/ 0 h 994"/>
                  <a:gd name="T16" fmla="*/ 0 w 528"/>
                  <a:gd name="T17" fmla="*/ 0 h 994"/>
                  <a:gd name="T18" fmla="*/ 0 w 528"/>
                  <a:gd name="T19" fmla="*/ 0 h 994"/>
                  <a:gd name="T20" fmla="*/ 0 w 528"/>
                  <a:gd name="T21" fmla="*/ 0 h 994"/>
                  <a:gd name="T22" fmla="*/ 0 w 528"/>
                  <a:gd name="T23" fmla="*/ 0 h 994"/>
                  <a:gd name="T24" fmla="*/ 0 w 528"/>
                  <a:gd name="T25" fmla="*/ 0 h 994"/>
                  <a:gd name="T26" fmla="*/ 0 w 528"/>
                  <a:gd name="T27" fmla="*/ 0 h 994"/>
                  <a:gd name="T28" fmla="*/ 0 w 528"/>
                  <a:gd name="T29" fmla="*/ 0 h 994"/>
                  <a:gd name="T30" fmla="*/ 0 w 528"/>
                  <a:gd name="T31" fmla="*/ 0 h 994"/>
                  <a:gd name="T32" fmla="*/ 0 w 528"/>
                  <a:gd name="T33" fmla="*/ 0 h 994"/>
                  <a:gd name="T34" fmla="*/ 0 w 528"/>
                  <a:gd name="T35" fmla="*/ 0 h 994"/>
                  <a:gd name="T36" fmla="*/ 0 w 528"/>
                  <a:gd name="T37" fmla="*/ 0 h 994"/>
                  <a:gd name="T38" fmla="*/ 0 w 528"/>
                  <a:gd name="T39" fmla="*/ 0 h 994"/>
                  <a:gd name="T40" fmla="*/ 0 w 528"/>
                  <a:gd name="T41" fmla="*/ 0 h 994"/>
                  <a:gd name="T42" fmla="*/ 0 w 528"/>
                  <a:gd name="T43" fmla="*/ 0 h 994"/>
                  <a:gd name="T44" fmla="*/ 0 w 528"/>
                  <a:gd name="T45" fmla="*/ 0 h 994"/>
                  <a:gd name="T46" fmla="*/ 0 w 528"/>
                  <a:gd name="T47" fmla="*/ 0 h 994"/>
                  <a:gd name="T48" fmla="*/ 0 w 528"/>
                  <a:gd name="T49" fmla="*/ 0 h 994"/>
                  <a:gd name="T50" fmla="*/ 0 w 528"/>
                  <a:gd name="T51" fmla="*/ 0 h 994"/>
                  <a:gd name="T52" fmla="*/ 0 w 528"/>
                  <a:gd name="T53" fmla="*/ 0 h 994"/>
                  <a:gd name="T54" fmla="*/ 0 w 528"/>
                  <a:gd name="T55" fmla="*/ 0 h 994"/>
                  <a:gd name="T56" fmla="*/ 0 w 528"/>
                  <a:gd name="T57" fmla="*/ 0 h 994"/>
                  <a:gd name="T58" fmla="*/ 0 w 528"/>
                  <a:gd name="T59" fmla="*/ 0 h 994"/>
                  <a:gd name="T60" fmla="*/ 0 w 528"/>
                  <a:gd name="T61" fmla="*/ 0 h 994"/>
                  <a:gd name="T62" fmla="*/ 0 w 528"/>
                  <a:gd name="T63" fmla="*/ 0 h 994"/>
                  <a:gd name="T64" fmla="*/ 0 w 528"/>
                  <a:gd name="T65" fmla="*/ 0 h 994"/>
                  <a:gd name="T66" fmla="*/ 0 w 528"/>
                  <a:gd name="T67" fmla="*/ 0 h 994"/>
                  <a:gd name="T68" fmla="*/ 0 w 528"/>
                  <a:gd name="T69" fmla="*/ 0 h 994"/>
                  <a:gd name="T70" fmla="*/ 0 w 528"/>
                  <a:gd name="T71" fmla="*/ 0 h 994"/>
                  <a:gd name="T72" fmla="*/ 0 w 528"/>
                  <a:gd name="T73" fmla="*/ 0 h 994"/>
                  <a:gd name="T74" fmla="*/ 0 w 528"/>
                  <a:gd name="T75" fmla="*/ 0 h 99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28" h="994">
                    <a:moveTo>
                      <a:pt x="401" y="40"/>
                    </a:moveTo>
                    <a:lnTo>
                      <a:pt x="459" y="0"/>
                    </a:lnTo>
                    <a:lnTo>
                      <a:pt x="501" y="0"/>
                    </a:lnTo>
                    <a:lnTo>
                      <a:pt x="528" y="31"/>
                    </a:lnTo>
                    <a:lnTo>
                      <a:pt x="513" y="93"/>
                    </a:lnTo>
                    <a:lnTo>
                      <a:pt x="478" y="132"/>
                    </a:lnTo>
                    <a:lnTo>
                      <a:pt x="413" y="172"/>
                    </a:lnTo>
                    <a:lnTo>
                      <a:pt x="287" y="230"/>
                    </a:lnTo>
                    <a:lnTo>
                      <a:pt x="127" y="331"/>
                    </a:lnTo>
                    <a:lnTo>
                      <a:pt x="65" y="335"/>
                    </a:lnTo>
                    <a:lnTo>
                      <a:pt x="99" y="429"/>
                    </a:lnTo>
                    <a:lnTo>
                      <a:pt x="168" y="530"/>
                    </a:lnTo>
                    <a:lnTo>
                      <a:pt x="225" y="654"/>
                    </a:lnTo>
                    <a:lnTo>
                      <a:pt x="248" y="781"/>
                    </a:lnTo>
                    <a:lnTo>
                      <a:pt x="237" y="822"/>
                    </a:lnTo>
                    <a:lnTo>
                      <a:pt x="202" y="848"/>
                    </a:lnTo>
                    <a:lnTo>
                      <a:pt x="156" y="866"/>
                    </a:lnTo>
                    <a:lnTo>
                      <a:pt x="111" y="905"/>
                    </a:lnTo>
                    <a:lnTo>
                      <a:pt x="91" y="945"/>
                    </a:lnTo>
                    <a:lnTo>
                      <a:pt x="80" y="994"/>
                    </a:lnTo>
                    <a:lnTo>
                      <a:pt x="45" y="994"/>
                    </a:lnTo>
                    <a:lnTo>
                      <a:pt x="34" y="958"/>
                    </a:lnTo>
                    <a:lnTo>
                      <a:pt x="57" y="901"/>
                    </a:lnTo>
                    <a:lnTo>
                      <a:pt x="122" y="861"/>
                    </a:lnTo>
                    <a:lnTo>
                      <a:pt x="161" y="822"/>
                    </a:lnTo>
                    <a:lnTo>
                      <a:pt x="195" y="800"/>
                    </a:lnTo>
                    <a:lnTo>
                      <a:pt x="207" y="759"/>
                    </a:lnTo>
                    <a:lnTo>
                      <a:pt x="191" y="654"/>
                    </a:lnTo>
                    <a:lnTo>
                      <a:pt x="138" y="574"/>
                    </a:lnTo>
                    <a:lnTo>
                      <a:pt x="91" y="503"/>
                    </a:lnTo>
                    <a:lnTo>
                      <a:pt x="34" y="424"/>
                    </a:lnTo>
                    <a:lnTo>
                      <a:pt x="0" y="348"/>
                    </a:lnTo>
                    <a:lnTo>
                      <a:pt x="0" y="305"/>
                    </a:lnTo>
                    <a:lnTo>
                      <a:pt x="30" y="283"/>
                    </a:lnTo>
                    <a:lnTo>
                      <a:pt x="148" y="204"/>
                    </a:lnTo>
                    <a:lnTo>
                      <a:pt x="264" y="132"/>
                    </a:lnTo>
                    <a:lnTo>
                      <a:pt x="379" y="66"/>
                    </a:lnTo>
                    <a:lnTo>
                      <a:pt x="401" y="4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238" name="Freeform 29">
                <a:extLst>
                  <a:ext uri="{FF2B5EF4-FFF2-40B4-BE49-F238E27FC236}">
                    <a16:creationId xmlns:a16="http://schemas.microsoft.com/office/drawing/2014/main" id="{19AFB1E8-8DAA-9584-3FE7-B406BDF6959E}"/>
                  </a:ext>
                </a:extLst>
              </p:cNvPr>
              <p:cNvSpPr>
                <a:spLocks/>
              </p:cNvSpPr>
              <p:nvPr/>
            </p:nvSpPr>
            <p:spPr bwMode="auto">
              <a:xfrm>
                <a:off x="887" y="846"/>
                <a:ext cx="87" cy="270"/>
              </a:xfrm>
              <a:custGeom>
                <a:avLst/>
                <a:gdLst>
                  <a:gd name="T0" fmla="*/ 0 w 351"/>
                  <a:gd name="T1" fmla="*/ 0 h 1078"/>
                  <a:gd name="T2" fmla="*/ 0 w 351"/>
                  <a:gd name="T3" fmla="*/ 0 h 1078"/>
                  <a:gd name="T4" fmla="*/ 0 w 351"/>
                  <a:gd name="T5" fmla="*/ 0 h 1078"/>
                  <a:gd name="T6" fmla="*/ 0 w 351"/>
                  <a:gd name="T7" fmla="*/ 0 h 1078"/>
                  <a:gd name="T8" fmla="*/ 0 w 351"/>
                  <a:gd name="T9" fmla="*/ 0 h 1078"/>
                  <a:gd name="T10" fmla="*/ 0 w 351"/>
                  <a:gd name="T11" fmla="*/ 0 h 1078"/>
                  <a:gd name="T12" fmla="*/ 0 w 351"/>
                  <a:gd name="T13" fmla="*/ 0 h 1078"/>
                  <a:gd name="T14" fmla="*/ 0 w 351"/>
                  <a:gd name="T15" fmla="*/ 0 h 1078"/>
                  <a:gd name="T16" fmla="*/ 0 w 351"/>
                  <a:gd name="T17" fmla="*/ 0 h 1078"/>
                  <a:gd name="T18" fmla="*/ 0 w 351"/>
                  <a:gd name="T19" fmla="*/ 0 h 1078"/>
                  <a:gd name="T20" fmla="*/ 0 w 351"/>
                  <a:gd name="T21" fmla="*/ 0 h 1078"/>
                  <a:gd name="T22" fmla="*/ 0 w 351"/>
                  <a:gd name="T23" fmla="*/ 0 h 1078"/>
                  <a:gd name="T24" fmla="*/ 0 w 351"/>
                  <a:gd name="T25" fmla="*/ 0 h 1078"/>
                  <a:gd name="T26" fmla="*/ 0 w 351"/>
                  <a:gd name="T27" fmla="*/ 0 h 1078"/>
                  <a:gd name="T28" fmla="*/ 0 w 351"/>
                  <a:gd name="T29" fmla="*/ 0 h 1078"/>
                  <a:gd name="T30" fmla="*/ 0 w 351"/>
                  <a:gd name="T31" fmla="*/ 0 h 1078"/>
                  <a:gd name="T32" fmla="*/ 0 w 351"/>
                  <a:gd name="T33" fmla="*/ 0 h 1078"/>
                  <a:gd name="T34" fmla="*/ 0 w 351"/>
                  <a:gd name="T35" fmla="*/ 0 h 1078"/>
                  <a:gd name="T36" fmla="*/ 0 w 351"/>
                  <a:gd name="T37" fmla="*/ 0 h 1078"/>
                  <a:gd name="T38" fmla="*/ 0 w 351"/>
                  <a:gd name="T39" fmla="*/ 0 h 1078"/>
                  <a:gd name="T40" fmla="*/ 0 w 351"/>
                  <a:gd name="T41" fmla="*/ 0 h 1078"/>
                  <a:gd name="T42" fmla="*/ 0 w 351"/>
                  <a:gd name="T43" fmla="*/ 0 h 1078"/>
                  <a:gd name="T44" fmla="*/ 0 w 351"/>
                  <a:gd name="T45" fmla="*/ 0 h 1078"/>
                  <a:gd name="T46" fmla="*/ 0 w 351"/>
                  <a:gd name="T47" fmla="*/ 0 h 1078"/>
                  <a:gd name="T48" fmla="*/ 0 w 351"/>
                  <a:gd name="T49" fmla="*/ 0 h 1078"/>
                  <a:gd name="T50" fmla="*/ 0 w 351"/>
                  <a:gd name="T51" fmla="*/ 0 h 1078"/>
                  <a:gd name="T52" fmla="*/ 0 w 351"/>
                  <a:gd name="T53" fmla="*/ 0 h 1078"/>
                  <a:gd name="T54" fmla="*/ 0 w 351"/>
                  <a:gd name="T55" fmla="*/ 0 h 1078"/>
                  <a:gd name="T56" fmla="*/ 0 w 351"/>
                  <a:gd name="T57" fmla="*/ 0 h 1078"/>
                  <a:gd name="T58" fmla="*/ 0 w 351"/>
                  <a:gd name="T59" fmla="*/ 0 h 1078"/>
                  <a:gd name="T60" fmla="*/ 0 w 351"/>
                  <a:gd name="T61" fmla="*/ 0 h 1078"/>
                  <a:gd name="T62" fmla="*/ 0 w 351"/>
                  <a:gd name="T63" fmla="*/ 0 h 1078"/>
                  <a:gd name="T64" fmla="*/ 0 w 351"/>
                  <a:gd name="T65" fmla="*/ 0 h 1078"/>
                  <a:gd name="T66" fmla="*/ 0 w 351"/>
                  <a:gd name="T67" fmla="*/ 0 h 1078"/>
                  <a:gd name="T68" fmla="*/ 0 w 351"/>
                  <a:gd name="T69" fmla="*/ 0 h 1078"/>
                  <a:gd name="T70" fmla="*/ 0 w 351"/>
                  <a:gd name="T71" fmla="*/ 0 h 107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51" h="1078">
                    <a:moveTo>
                      <a:pt x="65" y="124"/>
                    </a:moveTo>
                    <a:lnTo>
                      <a:pt x="19" y="52"/>
                    </a:lnTo>
                    <a:lnTo>
                      <a:pt x="34" y="0"/>
                    </a:lnTo>
                    <a:lnTo>
                      <a:pt x="80" y="0"/>
                    </a:lnTo>
                    <a:lnTo>
                      <a:pt x="134" y="57"/>
                    </a:lnTo>
                    <a:lnTo>
                      <a:pt x="202" y="176"/>
                    </a:lnTo>
                    <a:lnTo>
                      <a:pt x="241" y="292"/>
                    </a:lnTo>
                    <a:lnTo>
                      <a:pt x="275" y="401"/>
                    </a:lnTo>
                    <a:lnTo>
                      <a:pt x="287" y="504"/>
                    </a:lnTo>
                    <a:lnTo>
                      <a:pt x="282" y="556"/>
                    </a:lnTo>
                    <a:lnTo>
                      <a:pt x="248" y="622"/>
                    </a:lnTo>
                    <a:lnTo>
                      <a:pt x="191" y="799"/>
                    </a:lnTo>
                    <a:lnTo>
                      <a:pt x="126" y="901"/>
                    </a:lnTo>
                    <a:lnTo>
                      <a:pt x="111" y="945"/>
                    </a:lnTo>
                    <a:lnTo>
                      <a:pt x="172" y="954"/>
                    </a:lnTo>
                    <a:lnTo>
                      <a:pt x="253" y="954"/>
                    </a:lnTo>
                    <a:lnTo>
                      <a:pt x="351" y="994"/>
                    </a:lnTo>
                    <a:lnTo>
                      <a:pt x="344" y="1025"/>
                    </a:lnTo>
                    <a:lnTo>
                      <a:pt x="328" y="1060"/>
                    </a:lnTo>
                    <a:lnTo>
                      <a:pt x="298" y="1078"/>
                    </a:lnTo>
                    <a:lnTo>
                      <a:pt x="237" y="1051"/>
                    </a:lnTo>
                    <a:lnTo>
                      <a:pt x="172" y="1012"/>
                    </a:lnTo>
                    <a:lnTo>
                      <a:pt x="80" y="1007"/>
                    </a:lnTo>
                    <a:lnTo>
                      <a:pt x="23" y="1021"/>
                    </a:lnTo>
                    <a:lnTo>
                      <a:pt x="0" y="999"/>
                    </a:lnTo>
                    <a:lnTo>
                      <a:pt x="0" y="967"/>
                    </a:lnTo>
                    <a:lnTo>
                      <a:pt x="31" y="932"/>
                    </a:lnTo>
                    <a:lnTo>
                      <a:pt x="80" y="875"/>
                    </a:lnTo>
                    <a:lnTo>
                      <a:pt x="168" y="729"/>
                    </a:lnTo>
                    <a:lnTo>
                      <a:pt x="207" y="600"/>
                    </a:lnTo>
                    <a:lnTo>
                      <a:pt x="217" y="477"/>
                    </a:lnTo>
                    <a:lnTo>
                      <a:pt x="214" y="410"/>
                    </a:lnTo>
                    <a:lnTo>
                      <a:pt x="183" y="292"/>
                    </a:lnTo>
                    <a:lnTo>
                      <a:pt x="103" y="163"/>
                    </a:lnTo>
                    <a:lnTo>
                      <a:pt x="46" y="97"/>
                    </a:lnTo>
                    <a:lnTo>
                      <a:pt x="65" y="12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239" name="Freeform 30">
                <a:extLst>
                  <a:ext uri="{FF2B5EF4-FFF2-40B4-BE49-F238E27FC236}">
                    <a16:creationId xmlns:a16="http://schemas.microsoft.com/office/drawing/2014/main" id="{D612DF64-1142-69BE-CD7A-5CD1BCBA241F}"/>
                  </a:ext>
                </a:extLst>
              </p:cNvPr>
              <p:cNvSpPr>
                <a:spLocks/>
              </p:cNvSpPr>
              <p:nvPr/>
            </p:nvSpPr>
            <p:spPr bwMode="auto">
              <a:xfrm>
                <a:off x="752" y="828"/>
                <a:ext cx="129" cy="297"/>
              </a:xfrm>
              <a:custGeom>
                <a:avLst/>
                <a:gdLst>
                  <a:gd name="T0" fmla="*/ 0 w 516"/>
                  <a:gd name="T1" fmla="*/ 0 h 1188"/>
                  <a:gd name="T2" fmla="*/ 0 w 516"/>
                  <a:gd name="T3" fmla="*/ 0 h 1188"/>
                  <a:gd name="T4" fmla="*/ 0 w 516"/>
                  <a:gd name="T5" fmla="*/ 0 h 1188"/>
                  <a:gd name="T6" fmla="*/ 0 w 516"/>
                  <a:gd name="T7" fmla="*/ 0 h 1188"/>
                  <a:gd name="T8" fmla="*/ 0 w 516"/>
                  <a:gd name="T9" fmla="*/ 0 h 1188"/>
                  <a:gd name="T10" fmla="*/ 0 w 516"/>
                  <a:gd name="T11" fmla="*/ 0 h 1188"/>
                  <a:gd name="T12" fmla="*/ 0 w 516"/>
                  <a:gd name="T13" fmla="*/ 0 h 1188"/>
                  <a:gd name="T14" fmla="*/ 0 w 516"/>
                  <a:gd name="T15" fmla="*/ 0 h 1188"/>
                  <a:gd name="T16" fmla="*/ 0 w 516"/>
                  <a:gd name="T17" fmla="*/ 0 h 1188"/>
                  <a:gd name="T18" fmla="*/ 0 w 516"/>
                  <a:gd name="T19" fmla="*/ 0 h 1188"/>
                  <a:gd name="T20" fmla="*/ 0 w 516"/>
                  <a:gd name="T21" fmla="*/ 0 h 1188"/>
                  <a:gd name="T22" fmla="*/ 0 w 516"/>
                  <a:gd name="T23" fmla="*/ 0 h 1188"/>
                  <a:gd name="T24" fmla="*/ 0 w 516"/>
                  <a:gd name="T25" fmla="*/ 0 h 1188"/>
                  <a:gd name="T26" fmla="*/ 0 w 516"/>
                  <a:gd name="T27" fmla="*/ 0 h 1188"/>
                  <a:gd name="T28" fmla="*/ 0 w 516"/>
                  <a:gd name="T29" fmla="*/ 0 h 1188"/>
                  <a:gd name="T30" fmla="*/ 0 w 516"/>
                  <a:gd name="T31" fmla="*/ 0 h 1188"/>
                  <a:gd name="T32" fmla="*/ 0 w 516"/>
                  <a:gd name="T33" fmla="*/ 0 h 1188"/>
                  <a:gd name="T34" fmla="*/ 0 w 516"/>
                  <a:gd name="T35" fmla="*/ 0 h 1188"/>
                  <a:gd name="T36" fmla="*/ 0 w 516"/>
                  <a:gd name="T37" fmla="*/ 0 h 1188"/>
                  <a:gd name="T38" fmla="*/ 0 w 516"/>
                  <a:gd name="T39" fmla="*/ 0 h 1188"/>
                  <a:gd name="T40" fmla="*/ 0 w 516"/>
                  <a:gd name="T41" fmla="*/ 0 h 1188"/>
                  <a:gd name="T42" fmla="*/ 0 w 516"/>
                  <a:gd name="T43" fmla="*/ 0 h 1188"/>
                  <a:gd name="T44" fmla="*/ 0 w 516"/>
                  <a:gd name="T45" fmla="*/ 0 h 1188"/>
                  <a:gd name="T46" fmla="*/ 0 w 516"/>
                  <a:gd name="T47" fmla="*/ 0 h 1188"/>
                  <a:gd name="T48" fmla="*/ 0 w 516"/>
                  <a:gd name="T49" fmla="*/ 0 h 1188"/>
                  <a:gd name="T50" fmla="*/ 0 w 516"/>
                  <a:gd name="T51" fmla="*/ 0 h 1188"/>
                  <a:gd name="T52" fmla="*/ 0 w 516"/>
                  <a:gd name="T53" fmla="*/ 0 h 1188"/>
                  <a:gd name="T54" fmla="*/ 0 w 516"/>
                  <a:gd name="T55" fmla="*/ 0 h 1188"/>
                  <a:gd name="T56" fmla="*/ 0 w 516"/>
                  <a:gd name="T57" fmla="*/ 0 h 1188"/>
                  <a:gd name="T58" fmla="*/ 0 w 516"/>
                  <a:gd name="T59" fmla="*/ 0 h 1188"/>
                  <a:gd name="T60" fmla="*/ 0 w 516"/>
                  <a:gd name="T61" fmla="*/ 0 h 1188"/>
                  <a:gd name="T62" fmla="*/ 0 w 516"/>
                  <a:gd name="T63" fmla="*/ 0 h 1188"/>
                  <a:gd name="T64" fmla="*/ 0 w 516"/>
                  <a:gd name="T65" fmla="*/ 0 h 1188"/>
                  <a:gd name="T66" fmla="*/ 0 w 516"/>
                  <a:gd name="T67" fmla="*/ 0 h 1188"/>
                  <a:gd name="T68" fmla="*/ 0 w 516"/>
                  <a:gd name="T69" fmla="*/ 0 h 1188"/>
                  <a:gd name="T70" fmla="*/ 0 w 516"/>
                  <a:gd name="T71" fmla="*/ 0 h 1188"/>
                  <a:gd name="T72" fmla="*/ 0 w 516"/>
                  <a:gd name="T73" fmla="*/ 0 h 1188"/>
                  <a:gd name="T74" fmla="*/ 0 w 516"/>
                  <a:gd name="T75" fmla="*/ 0 h 1188"/>
                  <a:gd name="T76" fmla="*/ 0 w 516"/>
                  <a:gd name="T77" fmla="*/ 0 h 118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16" h="1188">
                    <a:moveTo>
                      <a:pt x="302" y="208"/>
                    </a:moveTo>
                    <a:lnTo>
                      <a:pt x="378" y="92"/>
                    </a:lnTo>
                    <a:lnTo>
                      <a:pt x="447" y="0"/>
                    </a:lnTo>
                    <a:lnTo>
                      <a:pt x="493" y="9"/>
                    </a:lnTo>
                    <a:lnTo>
                      <a:pt x="516" y="48"/>
                    </a:lnTo>
                    <a:lnTo>
                      <a:pt x="516" y="120"/>
                    </a:lnTo>
                    <a:lnTo>
                      <a:pt x="473" y="159"/>
                    </a:lnTo>
                    <a:lnTo>
                      <a:pt x="401" y="212"/>
                    </a:lnTo>
                    <a:lnTo>
                      <a:pt x="344" y="278"/>
                    </a:lnTo>
                    <a:lnTo>
                      <a:pt x="279" y="367"/>
                    </a:lnTo>
                    <a:lnTo>
                      <a:pt x="253" y="433"/>
                    </a:lnTo>
                    <a:lnTo>
                      <a:pt x="222" y="513"/>
                    </a:lnTo>
                    <a:lnTo>
                      <a:pt x="207" y="618"/>
                    </a:lnTo>
                    <a:lnTo>
                      <a:pt x="207" y="716"/>
                    </a:lnTo>
                    <a:lnTo>
                      <a:pt x="222" y="835"/>
                    </a:lnTo>
                    <a:lnTo>
                      <a:pt x="264" y="950"/>
                    </a:lnTo>
                    <a:lnTo>
                      <a:pt x="298" y="1016"/>
                    </a:lnTo>
                    <a:lnTo>
                      <a:pt x="321" y="1060"/>
                    </a:lnTo>
                    <a:lnTo>
                      <a:pt x="321" y="1096"/>
                    </a:lnTo>
                    <a:lnTo>
                      <a:pt x="298" y="1109"/>
                    </a:lnTo>
                    <a:lnTo>
                      <a:pt x="245" y="1109"/>
                    </a:lnTo>
                    <a:lnTo>
                      <a:pt x="160" y="1127"/>
                    </a:lnTo>
                    <a:lnTo>
                      <a:pt x="96" y="1153"/>
                    </a:lnTo>
                    <a:lnTo>
                      <a:pt x="57" y="1188"/>
                    </a:lnTo>
                    <a:lnTo>
                      <a:pt x="23" y="1175"/>
                    </a:lnTo>
                    <a:lnTo>
                      <a:pt x="0" y="1127"/>
                    </a:lnTo>
                    <a:lnTo>
                      <a:pt x="3" y="1086"/>
                    </a:lnTo>
                    <a:lnTo>
                      <a:pt x="68" y="1055"/>
                    </a:lnTo>
                    <a:lnTo>
                      <a:pt x="171" y="1046"/>
                    </a:lnTo>
                    <a:lnTo>
                      <a:pt x="267" y="1046"/>
                    </a:lnTo>
                    <a:lnTo>
                      <a:pt x="230" y="994"/>
                    </a:lnTo>
                    <a:lnTo>
                      <a:pt x="210" y="928"/>
                    </a:lnTo>
                    <a:lnTo>
                      <a:pt x="183" y="835"/>
                    </a:lnTo>
                    <a:lnTo>
                      <a:pt x="153" y="738"/>
                    </a:lnTo>
                    <a:lnTo>
                      <a:pt x="153" y="623"/>
                    </a:lnTo>
                    <a:lnTo>
                      <a:pt x="160" y="513"/>
                    </a:lnTo>
                    <a:lnTo>
                      <a:pt x="194" y="411"/>
                    </a:lnTo>
                    <a:lnTo>
                      <a:pt x="256" y="278"/>
                    </a:lnTo>
                    <a:lnTo>
                      <a:pt x="302" y="20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1221" name="Group 31">
              <a:extLst>
                <a:ext uri="{FF2B5EF4-FFF2-40B4-BE49-F238E27FC236}">
                  <a16:creationId xmlns:a16="http://schemas.microsoft.com/office/drawing/2014/main" id="{6C36EC8E-2730-ECAD-7E75-A4408C3963C7}"/>
                </a:ext>
              </a:extLst>
            </p:cNvPr>
            <p:cNvGrpSpPr>
              <a:grpSpLocks/>
            </p:cNvGrpSpPr>
            <p:nvPr/>
          </p:nvGrpSpPr>
          <p:grpSpPr bwMode="auto">
            <a:xfrm>
              <a:off x="717" y="2832"/>
              <a:ext cx="176" cy="172"/>
              <a:chOff x="1919" y="103"/>
              <a:chExt cx="176" cy="172"/>
            </a:xfrm>
          </p:grpSpPr>
          <p:sp>
            <p:nvSpPr>
              <p:cNvPr id="51229" name="Freeform 32">
                <a:extLst>
                  <a:ext uri="{FF2B5EF4-FFF2-40B4-BE49-F238E27FC236}">
                    <a16:creationId xmlns:a16="http://schemas.microsoft.com/office/drawing/2014/main" id="{8EA2478E-B8E3-AF35-4024-AEB51879F24B}"/>
                  </a:ext>
                </a:extLst>
              </p:cNvPr>
              <p:cNvSpPr>
                <a:spLocks/>
              </p:cNvSpPr>
              <p:nvPr/>
            </p:nvSpPr>
            <p:spPr bwMode="auto">
              <a:xfrm>
                <a:off x="1982" y="170"/>
                <a:ext cx="59" cy="105"/>
              </a:xfrm>
              <a:custGeom>
                <a:avLst/>
                <a:gdLst>
                  <a:gd name="T0" fmla="*/ 0 w 178"/>
                  <a:gd name="T1" fmla="*/ 0 h 316"/>
                  <a:gd name="T2" fmla="*/ 0 w 178"/>
                  <a:gd name="T3" fmla="*/ 0 h 316"/>
                  <a:gd name="T4" fmla="*/ 0 w 178"/>
                  <a:gd name="T5" fmla="*/ 0 h 316"/>
                  <a:gd name="T6" fmla="*/ 0 w 178"/>
                  <a:gd name="T7" fmla="*/ 0 h 316"/>
                  <a:gd name="T8" fmla="*/ 0 w 178"/>
                  <a:gd name="T9" fmla="*/ 0 h 316"/>
                  <a:gd name="T10" fmla="*/ 0 w 178"/>
                  <a:gd name="T11" fmla="*/ 0 h 316"/>
                  <a:gd name="T12" fmla="*/ 0 w 178"/>
                  <a:gd name="T13" fmla="*/ 0 h 316"/>
                  <a:gd name="T14" fmla="*/ 0 w 178"/>
                  <a:gd name="T15" fmla="*/ 0 h 316"/>
                  <a:gd name="T16" fmla="*/ 0 w 178"/>
                  <a:gd name="T17" fmla="*/ 0 h 316"/>
                  <a:gd name="T18" fmla="*/ 0 w 178"/>
                  <a:gd name="T19" fmla="*/ 0 h 316"/>
                  <a:gd name="T20" fmla="*/ 0 w 178"/>
                  <a:gd name="T21" fmla="*/ 0 h 316"/>
                  <a:gd name="T22" fmla="*/ 0 w 178"/>
                  <a:gd name="T23" fmla="*/ 0 h 316"/>
                  <a:gd name="T24" fmla="*/ 0 w 178"/>
                  <a:gd name="T25" fmla="*/ 0 h 316"/>
                  <a:gd name="T26" fmla="*/ 0 w 178"/>
                  <a:gd name="T27" fmla="*/ 0 h 316"/>
                  <a:gd name="T28" fmla="*/ 0 w 178"/>
                  <a:gd name="T29" fmla="*/ 0 h 316"/>
                  <a:gd name="T30" fmla="*/ 0 w 178"/>
                  <a:gd name="T31" fmla="*/ 0 h 316"/>
                  <a:gd name="T32" fmla="*/ 0 w 178"/>
                  <a:gd name="T33" fmla="*/ 0 h 316"/>
                  <a:gd name="T34" fmla="*/ 0 w 178"/>
                  <a:gd name="T35" fmla="*/ 0 h 316"/>
                  <a:gd name="T36" fmla="*/ 0 w 178"/>
                  <a:gd name="T37" fmla="*/ 0 h 316"/>
                  <a:gd name="T38" fmla="*/ 0 w 178"/>
                  <a:gd name="T39" fmla="*/ 0 h 316"/>
                  <a:gd name="T40" fmla="*/ 0 w 178"/>
                  <a:gd name="T41" fmla="*/ 0 h 3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78" h="316">
                    <a:moveTo>
                      <a:pt x="58" y="286"/>
                    </a:moveTo>
                    <a:lnTo>
                      <a:pt x="60" y="235"/>
                    </a:lnTo>
                    <a:lnTo>
                      <a:pt x="48" y="196"/>
                    </a:lnTo>
                    <a:lnTo>
                      <a:pt x="27" y="162"/>
                    </a:lnTo>
                    <a:lnTo>
                      <a:pt x="0" y="111"/>
                    </a:lnTo>
                    <a:lnTo>
                      <a:pt x="3" y="78"/>
                    </a:lnTo>
                    <a:lnTo>
                      <a:pt x="21" y="36"/>
                    </a:lnTo>
                    <a:lnTo>
                      <a:pt x="54" y="9"/>
                    </a:lnTo>
                    <a:lnTo>
                      <a:pt x="84" y="0"/>
                    </a:lnTo>
                    <a:lnTo>
                      <a:pt x="115" y="6"/>
                    </a:lnTo>
                    <a:lnTo>
                      <a:pt x="135" y="18"/>
                    </a:lnTo>
                    <a:lnTo>
                      <a:pt x="163" y="42"/>
                    </a:lnTo>
                    <a:lnTo>
                      <a:pt x="178" y="78"/>
                    </a:lnTo>
                    <a:lnTo>
                      <a:pt x="172" y="115"/>
                    </a:lnTo>
                    <a:lnTo>
                      <a:pt x="151" y="147"/>
                    </a:lnTo>
                    <a:lnTo>
                      <a:pt x="121" y="198"/>
                    </a:lnTo>
                    <a:lnTo>
                      <a:pt x="115" y="235"/>
                    </a:lnTo>
                    <a:lnTo>
                      <a:pt x="117" y="265"/>
                    </a:lnTo>
                    <a:lnTo>
                      <a:pt x="103" y="295"/>
                    </a:lnTo>
                    <a:lnTo>
                      <a:pt x="87" y="316"/>
                    </a:lnTo>
                    <a:lnTo>
                      <a:pt x="58" y="286"/>
                    </a:lnTo>
                    <a:close/>
                  </a:path>
                </a:pathLst>
              </a:custGeom>
              <a:solidFill>
                <a:schemeClr val="accent1"/>
              </a:solidFill>
              <a:ln w="4763">
                <a:solidFill>
                  <a:schemeClr val="accent1"/>
                </a:solidFill>
                <a:prstDash val="solid"/>
                <a:round/>
                <a:headEnd/>
                <a:tailEnd/>
              </a:ln>
            </p:spPr>
            <p:txBody>
              <a:bodyPr/>
              <a:lstStyle/>
              <a:p>
                <a:endParaRPr lang="zh-CN" altLang="en-US"/>
              </a:p>
            </p:txBody>
          </p:sp>
          <p:sp>
            <p:nvSpPr>
              <p:cNvPr id="51230" name="Freeform 33">
                <a:extLst>
                  <a:ext uri="{FF2B5EF4-FFF2-40B4-BE49-F238E27FC236}">
                    <a16:creationId xmlns:a16="http://schemas.microsoft.com/office/drawing/2014/main" id="{21EB7966-717C-0ACA-53EF-46DA3A5B494F}"/>
                  </a:ext>
                </a:extLst>
              </p:cNvPr>
              <p:cNvSpPr>
                <a:spLocks/>
              </p:cNvSpPr>
              <p:nvPr/>
            </p:nvSpPr>
            <p:spPr bwMode="auto">
              <a:xfrm>
                <a:off x="1919" y="164"/>
                <a:ext cx="43" cy="20"/>
              </a:xfrm>
              <a:custGeom>
                <a:avLst/>
                <a:gdLst>
                  <a:gd name="T0" fmla="*/ 0 w 130"/>
                  <a:gd name="T1" fmla="*/ 0 h 60"/>
                  <a:gd name="T2" fmla="*/ 0 w 130"/>
                  <a:gd name="T3" fmla="*/ 0 h 60"/>
                  <a:gd name="T4" fmla="*/ 0 w 130"/>
                  <a:gd name="T5" fmla="*/ 0 h 60"/>
                  <a:gd name="T6" fmla="*/ 0 w 130"/>
                  <a:gd name="T7" fmla="*/ 0 h 60"/>
                  <a:gd name="T8" fmla="*/ 0 w 130"/>
                  <a:gd name="T9" fmla="*/ 0 h 60"/>
                  <a:gd name="T10" fmla="*/ 0 w 130"/>
                  <a:gd name="T11" fmla="*/ 0 h 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0" h="60">
                    <a:moveTo>
                      <a:pt x="130" y="60"/>
                    </a:moveTo>
                    <a:lnTo>
                      <a:pt x="21" y="41"/>
                    </a:lnTo>
                    <a:lnTo>
                      <a:pt x="0" y="20"/>
                    </a:lnTo>
                    <a:lnTo>
                      <a:pt x="8" y="2"/>
                    </a:lnTo>
                    <a:lnTo>
                      <a:pt x="33" y="0"/>
                    </a:lnTo>
                    <a:lnTo>
                      <a:pt x="130" y="60"/>
                    </a:lnTo>
                    <a:close/>
                  </a:path>
                </a:pathLst>
              </a:custGeom>
              <a:solidFill>
                <a:schemeClr val="accent1"/>
              </a:solidFill>
              <a:ln w="9525">
                <a:solidFill>
                  <a:schemeClr val="accent1"/>
                </a:solidFill>
                <a:round/>
                <a:headEnd/>
                <a:tailEnd/>
              </a:ln>
            </p:spPr>
            <p:txBody>
              <a:bodyPr/>
              <a:lstStyle/>
              <a:p>
                <a:endParaRPr lang="zh-CN" altLang="en-US"/>
              </a:p>
            </p:txBody>
          </p:sp>
          <p:sp>
            <p:nvSpPr>
              <p:cNvPr id="51231" name="Freeform 34">
                <a:extLst>
                  <a:ext uri="{FF2B5EF4-FFF2-40B4-BE49-F238E27FC236}">
                    <a16:creationId xmlns:a16="http://schemas.microsoft.com/office/drawing/2014/main" id="{9CBD2D5B-7EAF-27C5-1EAF-1AA0F50A2558}"/>
                  </a:ext>
                </a:extLst>
              </p:cNvPr>
              <p:cNvSpPr>
                <a:spLocks/>
              </p:cNvSpPr>
              <p:nvPr/>
            </p:nvSpPr>
            <p:spPr bwMode="auto">
              <a:xfrm>
                <a:off x="1962" y="111"/>
                <a:ext cx="19" cy="34"/>
              </a:xfrm>
              <a:custGeom>
                <a:avLst/>
                <a:gdLst>
                  <a:gd name="T0" fmla="*/ 0 w 57"/>
                  <a:gd name="T1" fmla="*/ 0 h 100"/>
                  <a:gd name="T2" fmla="*/ 0 w 57"/>
                  <a:gd name="T3" fmla="*/ 0 h 100"/>
                  <a:gd name="T4" fmla="*/ 0 w 57"/>
                  <a:gd name="T5" fmla="*/ 0 h 100"/>
                  <a:gd name="T6" fmla="*/ 0 w 57"/>
                  <a:gd name="T7" fmla="*/ 0 h 100"/>
                  <a:gd name="T8" fmla="*/ 0 w 57"/>
                  <a:gd name="T9" fmla="*/ 0 h 100"/>
                  <a:gd name="T10" fmla="*/ 0 w 57"/>
                  <a:gd name="T11" fmla="*/ 0 h 1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100">
                    <a:moveTo>
                      <a:pt x="57" y="100"/>
                    </a:moveTo>
                    <a:lnTo>
                      <a:pt x="0" y="37"/>
                    </a:lnTo>
                    <a:lnTo>
                      <a:pt x="5" y="10"/>
                    </a:lnTo>
                    <a:lnTo>
                      <a:pt x="33" y="0"/>
                    </a:lnTo>
                    <a:lnTo>
                      <a:pt x="48" y="19"/>
                    </a:lnTo>
                    <a:lnTo>
                      <a:pt x="57" y="100"/>
                    </a:lnTo>
                    <a:close/>
                  </a:path>
                </a:pathLst>
              </a:custGeom>
              <a:solidFill>
                <a:schemeClr val="accent1"/>
              </a:solidFill>
              <a:ln w="9525">
                <a:solidFill>
                  <a:schemeClr val="accent1"/>
                </a:solidFill>
                <a:round/>
                <a:headEnd/>
                <a:tailEnd/>
              </a:ln>
            </p:spPr>
            <p:txBody>
              <a:bodyPr/>
              <a:lstStyle/>
              <a:p>
                <a:endParaRPr lang="zh-CN" altLang="en-US"/>
              </a:p>
            </p:txBody>
          </p:sp>
          <p:sp>
            <p:nvSpPr>
              <p:cNvPr id="51232" name="Freeform 35">
                <a:extLst>
                  <a:ext uri="{FF2B5EF4-FFF2-40B4-BE49-F238E27FC236}">
                    <a16:creationId xmlns:a16="http://schemas.microsoft.com/office/drawing/2014/main" id="{95CDF036-688E-B3C4-B3A9-96874948AD25}"/>
                  </a:ext>
                </a:extLst>
              </p:cNvPr>
              <p:cNvSpPr>
                <a:spLocks/>
              </p:cNvSpPr>
              <p:nvPr/>
            </p:nvSpPr>
            <p:spPr bwMode="auto">
              <a:xfrm>
                <a:off x="2023" y="103"/>
                <a:ext cx="16" cy="40"/>
              </a:xfrm>
              <a:custGeom>
                <a:avLst/>
                <a:gdLst>
                  <a:gd name="T0" fmla="*/ 0 w 49"/>
                  <a:gd name="T1" fmla="*/ 0 h 120"/>
                  <a:gd name="T2" fmla="*/ 0 w 49"/>
                  <a:gd name="T3" fmla="*/ 0 h 120"/>
                  <a:gd name="T4" fmla="*/ 0 w 49"/>
                  <a:gd name="T5" fmla="*/ 0 h 120"/>
                  <a:gd name="T6" fmla="*/ 0 w 49"/>
                  <a:gd name="T7" fmla="*/ 0 h 120"/>
                  <a:gd name="T8" fmla="*/ 0 w 49"/>
                  <a:gd name="T9" fmla="*/ 0 h 120"/>
                  <a:gd name="T10" fmla="*/ 0 w 49"/>
                  <a:gd name="T11" fmla="*/ 0 h 12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120">
                    <a:moveTo>
                      <a:pt x="7" y="120"/>
                    </a:moveTo>
                    <a:lnTo>
                      <a:pt x="0" y="31"/>
                    </a:lnTo>
                    <a:lnTo>
                      <a:pt x="26" y="0"/>
                    </a:lnTo>
                    <a:lnTo>
                      <a:pt x="49" y="13"/>
                    </a:lnTo>
                    <a:lnTo>
                      <a:pt x="46" y="37"/>
                    </a:lnTo>
                    <a:lnTo>
                      <a:pt x="7" y="120"/>
                    </a:lnTo>
                    <a:close/>
                  </a:path>
                </a:pathLst>
              </a:custGeom>
              <a:solidFill>
                <a:schemeClr val="accent1"/>
              </a:solidFill>
              <a:ln w="9525">
                <a:solidFill>
                  <a:schemeClr val="accent1"/>
                </a:solidFill>
                <a:round/>
                <a:headEnd/>
                <a:tailEnd/>
              </a:ln>
            </p:spPr>
            <p:txBody>
              <a:bodyPr/>
              <a:lstStyle/>
              <a:p>
                <a:endParaRPr lang="zh-CN" altLang="en-US"/>
              </a:p>
            </p:txBody>
          </p:sp>
          <p:sp>
            <p:nvSpPr>
              <p:cNvPr id="51233" name="Freeform 36">
                <a:extLst>
                  <a:ext uri="{FF2B5EF4-FFF2-40B4-BE49-F238E27FC236}">
                    <a16:creationId xmlns:a16="http://schemas.microsoft.com/office/drawing/2014/main" id="{D5130891-BF26-69BC-6B66-1CF9E03DA706}"/>
                  </a:ext>
                </a:extLst>
              </p:cNvPr>
              <p:cNvSpPr>
                <a:spLocks/>
              </p:cNvSpPr>
              <p:nvPr/>
            </p:nvSpPr>
            <p:spPr bwMode="auto">
              <a:xfrm>
                <a:off x="2056" y="134"/>
                <a:ext cx="39" cy="25"/>
              </a:xfrm>
              <a:custGeom>
                <a:avLst/>
                <a:gdLst>
                  <a:gd name="T0" fmla="*/ 0 w 117"/>
                  <a:gd name="T1" fmla="*/ 0 h 75"/>
                  <a:gd name="T2" fmla="*/ 0 w 117"/>
                  <a:gd name="T3" fmla="*/ 0 h 75"/>
                  <a:gd name="T4" fmla="*/ 0 w 117"/>
                  <a:gd name="T5" fmla="*/ 0 h 75"/>
                  <a:gd name="T6" fmla="*/ 0 w 117"/>
                  <a:gd name="T7" fmla="*/ 0 h 75"/>
                  <a:gd name="T8" fmla="*/ 0 w 117"/>
                  <a:gd name="T9" fmla="*/ 0 h 75"/>
                  <a:gd name="T10" fmla="*/ 0 w 117"/>
                  <a:gd name="T11" fmla="*/ 0 h 7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7" h="75">
                    <a:moveTo>
                      <a:pt x="0" y="75"/>
                    </a:moveTo>
                    <a:lnTo>
                      <a:pt x="87" y="0"/>
                    </a:lnTo>
                    <a:lnTo>
                      <a:pt x="117" y="14"/>
                    </a:lnTo>
                    <a:lnTo>
                      <a:pt x="115" y="39"/>
                    </a:lnTo>
                    <a:lnTo>
                      <a:pt x="99" y="51"/>
                    </a:lnTo>
                    <a:lnTo>
                      <a:pt x="0" y="75"/>
                    </a:lnTo>
                    <a:close/>
                  </a:path>
                </a:pathLst>
              </a:custGeom>
              <a:solidFill>
                <a:schemeClr val="accent1"/>
              </a:solidFill>
              <a:ln w="9525">
                <a:solidFill>
                  <a:schemeClr val="accent1"/>
                </a:solidFill>
                <a:round/>
                <a:headEnd/>
                <a:tailEnd/>
              </a:ln>
            </p:spPr>
            <p:txBody>
              <a:bodyPr/>
              <a:lstStyle/>
              <a:p>
                <a:endParaRPr lang="zh-CN" altLang="en-US"/>
              </a:p>
            </p:txBody>
          </p:sp>
        </p:grpSp>
        <p:grpSp>
          <p:nvGrpSpPr>
            <p:cNvPr id="51222" name="Group 37">
              <a:extLst>
                <a:ext uri="{FF2B5EF4-FFF2-40B4-BE49-F238E27FC236}">
                  <a16:creationId xmlns:a16="http://schemas.microsoft.com/office/drawing/2014/main" id="{E3045C2D-C234-ACCF-2250-C8D98E4D24D5}"/>
                </a:ext>
              </a:extLst>
            </p:cNvPr>
            <p:cNvGrpSpPr>
              <a:grpSpLocks/>
            </p:cNvGrpSpPr>
            <p:nvPr/>
          </p:nvGrpSpPr>
          <p:grpSpPr bwMode="auto">
            <a:xfrm>
              <a:off x="670" y="2890"/>
              <a:ext cx="324" cy="925"/>
              <a:chOff x="1872" y="161"/>
              <a:chExt cx="324" cy="925"/>
            </a:xfrm>
          </p:grpSpPr>
          <p:sp>
            <p:nvSpPr>
              <p:cNvPr id="51223" name="Freeform 38">
                <a:extLst>
                  <a:ext uri="{FF2B5EF4-FFF2-40B4-BE49-F238E27FC236}">
                    <a16:creationId xmlns:a16="http://schemas.microsoft.com/office/drawing/2014/main" id="{0B56B9AE-A82C-8D41-E626-1D6B8F9E219F}"/>
                  </a:ext>
                </a:extLst>
              </p:cNvPr>
              <p:cNvSpPr>
                <a:spLocks/>
              </p:cNvSpPr>
              <p:nvPr/>
            </p:nvSpPr>
            <p:spPr bwMode="auto">
              <a:xfrm>
                <a:off x="1930" y="314"/>
                <a:ext cx="163" cy="161"/>
              </a:xfrm>
              <a:custGeom>
                <a:avLst/>
                <a:gdLst>
                  <a:gd name="T0" fmla="*/ 0 w 488"/>
                  <a:gd name="T1" fmla="*/ 0 h 483"/>
                  <a:gd name="T2" fmla="*/ 0 w 488"/>
                  <a:gd name="T3" fmla="*/ 0 h 483"/>
                  <a:gd name="T4" fmla="*/ 0 w 488"/>
                  <a:gd name="T5" fmla="*/ 0 h 483"/>
                  <a:gd name="T6" fmla="*/ 0 w 488"/>
                  <a:gd name="T7" fmla="*/ 0 h 483"/>
                  <a:gd name="T8" fmla="*/ 0 w 488"/>
                  <a:gd name="T9" fmla="*/ 0 h 483"/>
                  <a:gd name="T10" fmla="*/ 0 w 488"/>
                  <a:gd name="T11" fmla="*/ 0 h 483"/>
                  <a:gd name="T12" fmla="*/ 0 w 488"/>
                  <a:gd name="T13" fmla="*/ 0 h 483"/>
                  <a:gd name="T14" fmla="*/ 0 w 488"/>
                  <a:gd name="T15" fmla="*/ 0 h 483"/>
                  <a:gd name="T16" fmla="*/ 0 w 488"/>
                  <a:gd name="T17" fmla="*/ 0 h 483"/>
                  <a:gd name="T18" fmla="*/ 0 w 488"/>
                  <a:gd name="T19" fmla="*/ 0 h 483"/>
                  <a:gd name="T20" fmla="*/ 0 w 488"/>
                  <a:gd name="T21" fmla="*/ 0 h 483"/>
                  <a:gd name="T22" fmla="*/ 0 w 488"/>
                  <a:gd name="T23" fmla="*/ 0 h 483"/>
                  <a:gd name="T24" fmla="*/ 0 w 488"/>
                  <a:gd name="T25" fmla="*/ 0 h 483"/>
                  <a:gd name="T26" fmla="*/ 0 w 488"/>
                  <a:gd name="T27" fmla="*/ 0 h 483"/>
                  <a:gd name="T28" fmla="*/ 0 w 488"/>
                  <a:gd name="T29" fmla="*/ 0 h 483"/>
                  <a:gd name="T30" fmla="*/ 0 w 488"/>
                  <a:gd name="T31" fmla="*/ 0 h 483"/>
                  <a:gd name="T32" fmla="*/ 0 w 488"/>
                  <a:gd name="T33" fmla="*/ 0 h 483"/>
                  <a:gd name="T34" fmla="*/ 0 w 488"/>
                  <a:gd name="T35" fmla="*/ 0 h 483"/>
                  <a:gd name="T36" fmla="*/ 0 w 488"/>
                  <a:gd name="T37" fmla="*/ 0 h 483"/>
                  <a:gd name="T38" fmla="*/ 0 w 488"/>
                  <a:gd name="T39" fmla="*/ 0 h 483"/>
                  <a:gd name="T40" fmla="*/ 0 w 488"/>
                  <a:gd name="T41" fmla="*/ 0 h 483"/>
                  <a:gd name="T42" fmla="*/ 0 w 488"/>
                  <a:gd name="T43" fmla="*/ 0 h 48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88" h="483">
                    <a:moveTo>
                      <a:pt x="319" y="139"/>
                    </a:moveTo>
                    <a:lnTo>
                      <a:pt x="259" y="49"/>
                    </a:lnTo>
                    <a:lnTo>
                      <a:pt x="198" y="0"/>
                    </a:lnTo>
                    <a:lnTo>
                      <a:pt x="127" y="0"/>
                    </a:lnTo>
                    <a:lnTo>
                      <a:pt x="48" y="31"/>
                    </a:lnTo>
                    <a:lnTo>
                      <a:pt x="12" y="84"/>
                    </a:lnTo>
                    <a:lnTo>
                      <a:pt x="0" y="157"/>
                    </a:lnTo>
                    <a:lnTo>
                      <a:pt x="12" y="254"/>
                    </a:lnTo>
                    <a:lnTo>
                      <a:pt x="60" y="362"/>
                    </a:lnTo>
                    <a:lnTo>
                      <a:pt x="145" y="435"/>
                    </a:lnTo>
                    <a:lnTo>
                      <a:pt x="210" y="471"/>
                    </a:lnTo>
                    <a:lnTo>
                      <a:pt x="277" y="483"/>
                    </a:lnTo>
                    <a:lnTo>
                      <a:pt x="331" y="465"/>
                    </a:lnTo>
                    <a:lnTo>
                      <a:pt x="360" y="435"/>
                    </a:lnTo>
                    <a:lnTo>
                      <a:pt x="380" y="362"/>
                    </a:lnTo>
                    <a:lnTo>
                      <a:pt x="374" y="277"/>
                    </a:lnTo>
                    <a:lnTo>
                      <a:pt x="355" y="206"/>
                    </a:lnTo>
                    <a:lnTo>
                      <a:pt x="475" y="139"/>
                    </a:lnTo>
                    <a:lnTo>
                      <a:pt x="488" y="109"/>
                    </a:lnTo>
                    <a:lnTo>
                      <a:pt x="475" y="96"/>
                    </a:lnTo>
                    <a:lnTo>
                      <a:pt x="343" y="175"/>
                    </a:lnTo>
                    <a:lnTo>
                      <a:pt x="319" y="139"/>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224" name="Freeform 39">
                <a:extLst>
                  <a:ext uri="{FF2B5EF4-FFF2-40B4-BE49-F238E27FC236}">
                    <a16:creationId xmlns:a16="http://schemas.microsoft.com/office/drawing/2014/main" id="{4EC23704-560F-BF0A-56C7-F4B2C269F39C}"/>
                  </a:ext>
                </a:extLst>
              </p:cNvPr>
              <p:cNvSpPr>
                <a:spLocks/>
              </p:cNvSpPr>
              <p:nvPr/>
            </p:nvSpPr>
            <p:spPr bwMode="auto">
              <a:xfrm>
                <a:off x="2047" y="161"/>
                <a:ext cx="145" cy="360"/>
              </a:xfrm>
              <a:custGeom>
                <a:avLst/>
                <a:gdLst>
                  <a:gd name="T0" fmla="*/ 0 w 434"/>
                  <a:gd name="T1" fmla="*/ 0 h 1079"/>
                  <a:gd name="T2" fmla="*/ 0 w 434"/>
                  <a:gd name="T3" fmla="*/ 0 h 1079"/>
                  <a:gd name="T4" fmla="*/ 0 w 434"/>
                  <a:gd name="T5" fmla="*/ 0 h 1079"/>
                  <a:gd name="T6" fmla="*/ 0 w 434"/>
                  <a:gd name="T7" fmla="*/ 0 h 1079"/>
                  <a:gd name="T8" fmla="*/ 0 w 434"/>
                  <a:gd name="T9" fmla="*/ 0 h 1079"/>
                  <a:gd name="T10" fmla="*/ 0 w 434"/>
                  <a:gd name="T11" fmla="*/ 0 h 1079"/>
                  <a:gd name="T12" fmla="*/ 0 w 434"/>
                  <a:gd name="T13" fmla="*/ 0 h 1079"/>
                  <a:gd name="T14" fmla="*/ 0 w 434"/>
                  <a:gd name="T15" fmla="*/ 0 h 1079"/>
                  <a:gd name="T16" fmla="*/ 0 w 434"/>
                  <a:gd name="T17" fmla="*/ 0 h 1079"/>
                  <a:gd name="T18" fmla="*/ 0 w 434"/>
                  <a:gd name="T19" fmla="*/ 0 h 1079"/>
                  <a:gd name="T20" fmla="*/ 0 w 434"/>
                  <a:gd name="T21" fmla="*/ 0 h 1079"/>
                  <a:gd name="T22" fmla="*/ 0 w 434"/>
                  <a:gd name="T23" fmla="*/ 0 h 1079"/>
                  <a:gd name="T24" fmla="*/ 0 w 434"/>
                  <a:gd name="T25" fmla="*/ 0 h 1079"/>
                  <a:gd name="T26" fmla="*/ 0 w 434"/>
                  <a:gd name="T27" fmla="*/ 0 h 1079"/>
                  <a:gd name="T28" fmla="*/ 0 w 434"/>
                  <a:gd name="T29" fmla="*/ 0 h 1079"/>
                  <a:gd name="T30" fmla="*/ 0 w 434"/>
                  <a:gd name="T31" fmla="*/ 0 h 1079"/>
                  <a:gd name="T32" fmla="*/ 0 w 434"/>
                  <a:gd name="T33" fmla="*/ 0 h 1079"/>
                  <a:gd name="T34" fmla="*/ 0 w 434"/>
                  <a:gd name="T35" fmla="*/ 0 h 1079"/>
                  <a:gd name="T36" fmla="*/ 0 w 434"/>
                  <a:gd name="T37" fmla="*/ 0 h 1079"/>
                  <a:gd name="T38" fmla="*/ 0 w 434"/>
                  <a:gd name="T39" fmla="*/ 0 h 1079"/>
                  <a:gd name="T40" fmla="*/ 0 w 434"/>
                  <a:gd name="T41" fmla="*/ 0 h 1079"/>
                  <a:gd name="T42" fmla="*/ 0 w 434"/>
                  <a:gd name="T43" fmla="*/ 0 h 1079"/>
                  <a:gd name="T44" fmla="*/ 0 w 434"/>
                  <a:gd name="T45" fmla="*/ 0 h 1079"/>
                  <a:gd name="T46" fmla="*/ 0 w 434"/>
                  <a:gd name="T47" fmla="*/ 0 h 1079"/>
                  <a:gd name="T48" fmla="*/ 0 w 434"/>
                  <a:gd name="T49" fmla="*/ 0 h 1079"/>
                  <a:gd name="T50" fmla="*/ 0 w 434"/>
                  <a:gd name="T51" fmla="*/ 0 h 1079"/>
                  <a:gd name="T52" fmla="*/ 0 w 434"/>
                  <a:gd name="T53" fmla="*/ 0 h 1079"/>
                  <a:gd name="T54" fmla="*/ 0 w 434"/>
                  <a:gd name="T55" fmla="*/ 0 h 1079"/>
                  <a:gd name="T56" fmla="*/ 0 w 434"/>
                  <a:gd name="T57" fmla="*/ 0 h 1079"/>
                  <a:gd name="T58" fmla="*/ 0 w 434"/>
                  <a:gd name="T59" fmla="*/ 0 h 1079"/>
                  <a:gd name="T60" fmla="*/ 0 w 434"/>
                  <a:gd name="T61" fmla="*/ 0 h 1079"/>
                  <a:gd name="T62" fmla="*/ 0 w 434"/>
                  <a:gd name="T63" fmla="*/ 0 h 1079"/>
                  <a:gd name="T64" fmla="*/ 0 w 434"/>
                  <a:gd name="T65" fmla="*/ 0 h 1079"/>
                  <a:gd name="T66" fmla="*/ 0 w 434"/>
                  <a:gd name="T67" fmla="*/ 0 h 1079"/>
                  <a:gd name="T68" fmla="*/ 0 w 434"/>
                  <a:gd name="T69" fmla="*/ 0 h 1079"/>
                  <a:gd name="T70" fmla="*/ 0 w 434"/>
                  <a:gd name="T71" fmla="*/ 0 h 1079"/>
                  <a:gd name="T72" fmla="*/ 0 w 434"/>
                  <a:gd name="T73" fmla="*/ 0 h 1079"/>
                  <a:gd name="T74" fmla="*/ 0 w 434"/>
                  <a:gd name="T75" fmla="*/ 0 h 1079"/>
                  <a:gd name="T76" fmla="*/ 0 w 434"/>
                  <a:gd name="T77" fmla="*/ 0 h 107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34" h="1079">
                    <a:moveTo>
                      <a:pt x="120" y="911"/>
                    </a:moveTo>
                    <a:lnTo>
                      <a:pt x="42" y="970"/>
                    </a:lnTo>
                    <a:lnTo>
                      <a:pt x="18" y="989"/>
                    </a:lnTo>
                    <a:lnTo>
                      <a:pt x="0" y="1031"/>
                    </a:lnTo>
                    <a:lnTo>
                      <a:pt x="24" y="1073"/>
                    </a:lnTo>
                    <a:lnTo>
                      <a:pt x="47" y="1079"/>
                    </a:lnTo>
                    <a:lnTo>
                      <a:pt x="120" y="1055"/>
                    </a:lnTo>
                    <a:lnTo>
                      <a:pt x="229" y="970"/>
                    </a:lnTo>
                    <a:lnTo>
                      <a:pt x="325" y="869"/>
                    </a:lnTo>
                    <a:lnTo>
                      <a:pt x="428" y="753"/>
                    </a:lnTo>
                    <a:lnTo>
                      <a:pt x="434" y="706"/>
                    </a:lnTo>
                    <a:lnTo>
                      <a:pt x="434" y="573"/>
                    </a:lnTo>
                    <a:lnTo>
                      <a:pt x="404" y="368"/>
                    </a:lnTo>
                    <a:lnTo>
                      <a:pt x="422" y="248"/>
                    </a:lnTo>
                    <a:lnTo>
                      <a:pt x="434" y="199"/>
                    </a:lnTo>
                    <a:lnTo>
                      <a:pt x="416" y="175"/>
                    </a:lnTo>
                    <a:lnTo>
                      <a:pt x="373" y="151"/>
                    </a:lnTo>
                    <a:lnTo>
                      <a:pt x="343" y="134"/>
                    </a:lnTo>
                    <a:lnTo>
                      <a:pt x="361" y="25"/>
                    </a:lnTo>
                    <a:lnTo>
                      <a:pt x="349" y="0"/>
                    </a:lnTo>
                    <a:lnTo>
                      <a:pt x="325" y="7"/>
                    </a:lnTo>
                    <a:lnTo>
                      <a:pt x="313" y="145"/>
                    </a:lnTo>
                    <a:lnTo>
                      <a:pt x="301" y="181"/>
                    </a:lnTo>
                    <a:lnTo>
                      <a:pt x="296" y="205"/>
                    </a:lnTo>
                    <a:lnTo>
                      <a:pt x="247" y="187"/>
                    </a:lnTo>
                    <a:lnTo>
                      <a:pt x="211" y="187"/>
                    </a:lnTo>
                    <a:lnTo>
                      <a:pt x="211" y="211"/>
                    </a:lnTo>
                    <a:lnTo>
                      <a:pt x="235" y="230"/>
                    </a:lnTo>
                    <a:lnTo>
                      <a:pt x="278" y="230"/>
                    </a:lnTo>
                    <a:lnTo>
                      <a:pt x="307" y="254"/>
                    </a:lnTo>
                    <a:lnTo>
                      <a:pt x="331" y="296"/>
                    </a:lnTo>
                    <a:lnTo>
                      <a:pt x="355" y="362"/>
                    </a:lnTo>
                    <a:lnTo>
                      <a:pt x="373" y="495"/>
                    </a:lnTo>
                    <a:lnTo>
                      <a:pt x="373" y="615"/>
                    </a:lnTo>
                    <a:lnTo>
                      <a:pt x="361" y="712"/>
                    </a:lnTo>
                    <a:lnTo>
                      <a:pt x="337" y="753"/>
                    </a:lnTo>
                    <a:lnTo>
                      <a:pt x="253" y="814"/>
                    </a:lnTo>
                    <a:lnTo>
                      <a:pt x="162" y="869"/>
                    </a:lnTo>
                    <a:lnTo>
                      <a:pt x="120" y="911"/>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225" name="Freeform 40">
                <a:extLst>
                  <a:ext uri="{FF2B5EF4-FFF2-40B4-BE49-F238E27FC236}">
                    <a16:creationId xmlns:a16="http://schemas.microsoft.com/office/drawing/2014/main" id="{A9A55175-8D90-4273-331C-2165ECF24883}"/>
                  </a:ext>
                </a:extLst>
              </p:cNvPr>
              <p:cNvSpPr>
                <a:spLocks/>
              </p:cNvSpPr>
              <p:nvPr/>
            </p:nvSpPr>
            <p:spPr bwMode="auto">
              <a:xfrm>
                <a:off x="1872" y="493"/>
                <a:ext cx="131" cy="217"/>
              </a:xfrm>
              <a:custGeom>
                <a:avLst/>
                <a:gdLst>
                  <a:gd name="T0" fmla="*/ 0 w 392"/>
                  <a:gd name="T1" fmla="*/ 0 h 651"/>
                  <a:gd name="T2" fmla="*/ 0 w 392"/>
                  <a:gd name="T3" fmla="*/ 0 h 651"/>
                  <a:gd name="T4" fmla="*/ 0 w 392"/>
                  <a:gd name="T5" fmla="*/ 0 h 651"/>
                  <a:gd name="T6" fmla="*/ 0 w 392"/>
                  <a:gd name="T7" fmla="*/ 0 h 651"/>
                  <a:gd name="T8" fmla="*/ 0 w 392"/>
                  <a:gd name="T9" fmla="*/ 0 h 651"/>
                  <a:gd name="T10" fmla="*/ 0 w 392"/>
                  <a:gd name="T11" fmla="*/ 0 h 651"/>
                  <a:gd name="T12" fmla="*/ 0 w 392"/>
                  <a:gd name="T13" fmla="*/ 0 h 651"/>
                  <a:gd name="T14" fmla="*/ 0 w 392"/>
                  <a:gd name="T15" fmla="*/ 0 h 651"/>
                  <a:gd name="T16" fmla="*/ 0 w 392"/>
                  <a:gd name="T17" fmla="*/ 0 h 651"/>
                  <a:gd name="T18" fmla="*/ 0 w 392"/>
                  <a:gd name="T19" fmla="*/ 0 h 651"/>
                  <a:gd name="T20" fmla="*/ 0 w 392"/>
                  <a:gd name="T21" fmla="*/ 0 h 651"/>
                  <a:gd name="T22" fmla="*/ 0 w 392"/>
                  <a:gd name="T23" fmla="*/ 0 h 651"/>
                  <a:gd name="T24" fmla="*/ 0 w 392"/>
                  <a:gd name="T25" fmla="*/ 0 h 651"/>
                  <a:gd name="T26" fmla="*/ 0 w 392"/>
                  <a:gd name="T27" fmla="*/ 0 h 651"/>
                  <a:gd name="T28" fmla="*/ 0 w 392"/>
                  <a:gd name="T29" fmla="*/ 0 h 651"/>
                  <a:gd name="T30" fmla="*/ 0 w 392"/>
                  <a:gd name="T31" fmla="*/ 0 h 651"/>
                  <a:gd name="T32" fmla="*/ 0 w 392"/>
                  <a:gd name="T33" fmla="*/ 0 h 651"/>
                  <a:gd name="T34" fmla="*/ 0 w 392"/>
                  <a:gd name="T35" fmla="*/ 0 h 651"/>
                  <a:gd name="T36" fmla="*/ 0 w 392"/>
                  <a:gd name="T37" fmla="*/ 0 h 651"/>
                  <a:gd name="T38" fmla="*/ 0 w 392"/>
                  <a:gd name="T39" fmla="*/ 0 h 651"/>
                  <a:gd name="T40" fmla="*/ 0 w 392"/>
                  <a:gd name="T41" fmla="*/ 0 h 651"/>
                  <a:gd name="T42" fmla="*/ 0 w 392"/>
                  <a:gd name="T43" fmla="*/ 0 h 651"/>
                  <a:gd name="T44" fmla="*/ 0 w 392"/>
                  <a:gd name="T45" fmla="*/ 0 h 651"/>
                  <a:gd name="T46" fmla="*/ 0 w 392"/>
                  <a:gd name="T47" fmla="*/ 0 h 651"/>
                  <a:gd name="T48" fmla="*/ 0 w 392"/>
                  <a:gd name="T49" fmla="*/ 0 h 651"/>
                  <a:gd name="T50" fmla="*/ 0 w 392"/>
                  <a:gd name="T51" fmla="*/ 0 h 651"/>
                  <a:gd name="T52" fmla="*/ 0 w 392"/>
                  <a:gd name="T53" fmla="*/ 0 h 651"/>
                  <a:gd name="T54" fmla="*/ 0 w 392"/>
                  <a:gd name="T55" fmla="*/ 0 h 651"/>
                  <a:gd name="T56" fmla="*/ 0 w 392"/>
                  <a:gd name="T57" fmla="*/ 0 h 651"/>
                  <a:gd name="T58" fmla="*/ 0 w 392"/>
                  <a:gd name="T59" fmla="*/ 0 h 651"/>
                  <a:gd name="T60" fmla="*/ 0 w 392"/>
                  <a:gd name="T61" fmla="*/ 0 h 651"/>
                  <a:gd name="T62" fmla="*/ 0 w 392"/>
                  <a:gd name="T63" fmla="*/ 0 h 651"/>
                  <a:gd name="T64" fmla="*/ 0 w 392"/>
                  <a:gd name="T65" fmla="*/ 0 h 651"/>
                  <a:gd name="T66" fmla="*/ 0 w 392"/>
                  <a:gd name="T67" fmla="*/ 0 h 651"/>
                  <a:gd name="T68" fmla="*/ 0 w 392"/>
                  <a:gd name="T69" fmla="*/ 0 h 651"/>
                  <a:gd name="T70" fmla="*/ 0 w 392"/>
                  <a:gd name="T71" fmla="*/ 0 h 65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92" h="651">
                    <a:moveTo>
                      <a:pt x="392" y="18"/>
                    </a:moveTo>
                    <a:lnTo>
                      <a:pt x="349" y="0"/>
                    </a:lnTo>
                    <a:lnTo>
                      <a:pt x="259" y="6"/>
                    </a:lnTo>
                    <a:lnTo>
                      <a:pt x="180" y="67"/>
                    </a:lnTo>
                    <a:lnTo>
                      <a:pt x="66" y="193"/>
                    </a:lnTo>
                    <a:lnTo>
                      <a:pt x="6" y="296"/>
                    </a:lnTo>
                    <a:lnTo>
                      <a:pt x="0" y="332"/>
                    </a:lnTo>
                    <a:lnTo>
                      <a:pt x="30" y="398"/>
                    </a:lnTo>
                    <a:lnTo>
                      <a:pt x="95" y="428"/>
                    </a:lnTo>
                    <a:lnTo>
                      <a:pt x="180" y="464"/>
                    </a:lnTo>
                    <a:lnTo>
                      <a:pt x="247" y="482"/>
                    </a:lnTo>
                    <a:lnTo>
                      <a:pt x="277" y="513"/>
                    </a:lnTo>
                    <a:lnTo>
                      <a:pt x="259" y="555"/>
                    </a:lnTo>
                    <a:lnTo>
                      <a:pt x="211" y="603"/>
                    </a:lnTo>
                    <a:lnTo>
                      <a:pt x="150" y="609"/>
                    </a:lnTo>
                    <a:lnTo>
                      <a:pt x="109" y="590"/>
                    </a:lnTo>
                    <a:lnTo>
                      <a:pt x="83" y="609"/>
                    </a:lnTo>
                    <a:lnTo>
                      <a:pt x="89" y="633"/>
                    </a:lnTo>
                    <a:lnTo>
                      <a:pt x="138" y="651"/>
                    </a:lnTo>
                    <a:lnTo>
                      <a:pt x="211" y="651"/>
                    </a:lnTo>
                    <a:lnTo>
                      <a:pt x="277" y="633"/>
                    </a:lnTo>
                    <a:lnTo>
                      <a:pt x="314" y="609"/>
                    </a:lnTo>
                    <a:lnTo>
                      <a:pt x="338" y="567"/>
                    </a:lnTo>
                    <a:lnTo>
                      <a:pt x="349" y="519"/>
                    </a:lnTo>
                    <a:lnTo>
                      <a:pt x="320" y="476"/>
                    </a:lnTo>
                    <a:lnTo>
                      <a:pt x="247" y="446"/>
                    </a:lnTo>
                    <a:lnTo>
                      <a:pt x="162" y="422"/>
                    </a:lnTo>
                    <a:lnTo>
                      <a:pt x="89" y="381"/>
                    </a:lnTo>
                    <a:lnTo>
                      <a:pt x="72" y="344"/>
                    </a:lnTo>
                    <a:lnTo>
                      <a:pt x="83" y="278"/>
                    </a:lnTo>
                    <a:lnTo>
                      <a:pt x="138" y="193"/>
                    </a:lnTo>
                    <a:lnTo>
                      <a:pt x="205" y="145"/>
                    </a:lnTo>
                    <a:lnTo>
                      <a:pt x="308" y="109"/>
                    </a:lnTo>
                    <a:lnTo>
                      <a:pt x="392" y="91"/>
                    </a:lnTo>
                    <a:lnTo>
                      <a:pt x="392" y="42"/>
                    </a:lnTo>
                    <a:lnTo>
                      <a:pt x="392" y="1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226" name="Freeform 41">
                <a:extLst>
                  <a:ext uri="{FF2B5EF4-FFF2-40B4-BE49-F238E27FC236}">
                    <a16:creationId xmlns:a16="http://schemas.microsoft.com/office/drawing/2014/main" id="{CFFA310C-5F5B-BEE6-03EC-876F8F87B9E2}"/>
                  </a:ext>
                </a:extLst>
              </p:cNvPr>
              <p:cNvSpPr>
                <a:spLocks/>
              </p:cNvSpPr>
              <p:nvPr/>
            </p:nvSpPr>
            <p:spPr bwMode="auto">
              <a:xfrm>
                <a:off x="1979" y="483"/>
                <a:ext cx="122" cy="267"/>
              </a:xfrm>
              <a:custGeom>
                <a:avLst/>
                <a:gdLst>
                  <a:gd name="T0" fmla="*/ 0 w 367"/>
                  <a:gd name="T1" fmla="*/ 0 h 801"/>
                  <a:gd name="T2" fmla="*/ 0 w 367"/>
                  <a:gd name="T3" fmla="*/ 0 h 801"/>
                  <a:gd name="T4" fmla="*/ 0 w 367"/>
                  <a:gd name="T5" fmla="*/ 0 h 801"/>
                  <a:gd name="T6" fmla="*/ 0 w 367"/>
                  <a:gd name="T7" fmla="*/ 0 h 801"/>
                  <a:gd name="T8" fmla="*/ 0 w 367"/>
                  <a:gd name="T9" fmla="*/ 0 h 801"/>
                  <a:gd name="T10" fmla="*/ 0 w 367"/>
                  <a:gd name="T11" fmla="*/ 0 h 801"/>
                  <a:gd name="T12" fmla="*/ 0 w 367"/>
                  <a:gd name="T13" fmla="*/ 0 h 801"/>
                  <a:gd name="T14" fmla="*/ 0 w 367"/>
                  <a:gd name="T15" fmla="*/ 0 h 801"/>
                  <a:gd name="T16" fmla="*/ 0 w 367"/>
                  <a:gd name="T17" fmla="*/ 0 h 801"/>
                  <a:gd name="T18" fmla="*/ 0 w 367"/>
                  <a:gd name="T19" fmla="*/ 0 h 801"/>
                  <a:gd name="T20" fmla="*/ 0 w 367"/>
                  <a:gd name="T21" fmla="*/ 0 h 801"/>
                  <a:gd name="T22" fmla="*/ 0 w 367"/>
                  <a:gd name="T23" fmla="*/ 0 h 801"/>
                  <a:gd name="T24" fmla="*/ 0 w 367"/>
                  <a:gd name="T25" fmla="*/ 0 h 801"/>
                  <a:gd name="T26" fmla="*/ 0 w 367"/>
                  <a:gd name="T27" fmla="*/ 0 h 801"/>
                  <a:gd name="T28" fmla="*/ 0 w 367"/>
                  <a:gd name="T29" fmla="*/ 0 h 801"/>
                  <a:gd name="T30" fmla="*/ 0 w 367"/>
                  <a:gd name="T31" fmla="*/ 0 h 801"/>
                  <a:gd name="T32" fmla="*/ 0 w 367"/>
                  <a:gd name="T33" fmla="*/ 0 h 801"/>
                  <a:gd name="T34" fmla="*/ 0 w 367"/>
                  <a:gd name="T35" fmla="*/ 0 h 801"/>
                  <a:gd name="T36" fmla="*/ 0 w 367"/>
                  <a:gd name="T37" fmla="*/ 0 h 801"/>
                  <a:gd name="T38" fmla="*/ 0 w 367"/>
                  <a:gd name="T39" fmla="*/ 0 h 801"/>
                  <a:gd name="T40" fmla="*/ 0 w 367"/>
                  <a:gd name="T41" fmla="*/ 0 h 8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67" h="801">
                    <a:moveTo>
                      <a:pt x="319" y="252"/>
                    </a:moveTo>
                    <a:lnTo>
                      <a:pt x="282" y="102"/>
                    </a:lnTo>
                    <a:lnTo>
                      <a:pt x="241" y="29"/>
                    </a:lnTo>
                    <a:lnTo>
                      <a:pt x="150" y="0"/>
                    </a:lnTo>
                    <a:lnTo>
                      <a:pt x="59" y="11"/>
                    </a:lnTo>
                    <a:lnTo>
                      <a:pt x="18" y="90"/>
                    </a:lnTo>
                    <a:lnTo>
                      <a:pt x="23" y="187"/>
                    </a:lnTo>
                    <a:lnTo>
                      <a:pt x="47" y="343"/>
                    </a:lnTo>
                    <a:lnTo>
                      <a:pt x="47" y="481"/>
                    </a:lnTo>
                    <a:lnTo>
                      <a:pt x="18" y="602"/>
                    </a:lnTo>
                    <a:lnTo>
                      <a:pt x="0" y="668"/>
                    </a:lnTo>
                    <a:lnTo>
                      <a:pt x="12" y="728"/>
                    </a:lnTo>
                    <a:lnTo>
                      <a:pt x="53" y="759"/>
                    </a:lnTo>
                    <a:lnTo>
                      <a:pt x="108" y="789"/>
                    </a:lnTo>
                    <a:lnTo>
                      <a:pt x="162" y="801"/>
                    </a:lnTo>
                    <a:lnTo>
                      <a:pt x="229" y="801"/>
                    </a:lnTo>
                    <a:lnTo>
                      <a:pt x="307" y="740"/>
                    </a:lnTo>
                    <a:lnTo>
                      <a:pt x="367" y="613"/>
                    </a:lnTo>
                    <a:lnTo>
                      <a:pt x="361" y="499"/>
                    </a:lnTo>
                    <a:lnTo>
                      <a:pt x="325" y="367"/>
                    </a:lnTo>
                    <a:lnTo>
                      <a:pt x="319" y="25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227" name="Freeform 42">
                <a:extLst>
                  <a:ext uri="{FF2B5EF4-FFF2-40B4-BE49-F238E27FC236}">
                    <a16:creationId xmlns:a16="http://schemas.microsoft.com/office/drawing/2014/main" id="{71EDB577-0B19-FEA3-464F-BD856EBBAAE7}"/>
                  </a:ext>
                </a:extLst>
              </p:cNvPr>
              <p:cNvSpPr>
                <a:spLocks/>
              </p:cNvSpPr>
              <p:nvPr/>
            </p:nvSpPr>
            <p:spPr bwMode="auto">
              <a:xfrm>
                <a:off x="1942" y="700"/>
                <a:ext cx="93" cy="386"/>
              </a:xfrm>
              <a:custGeom>
                <a:avLst/>
                <a:gdLst>
                  <a:gd name="T0" fmla="*/ 0 w 279"/>
                  <a:gd name="T1" fmla="*/ 0 h 1158"/>
                  <a:gd name="T2" fmla="*/ 0 w 279"/>
                  <a:gd name="T3" fmla="*/ 0 h 1158"/>
                  <a:gd name="T4" fmla="*/ 0 w 279"/>
                  <a:gd name="T5" fmla="*/ 0 h 1158"/>
                  <a:gd name="T6" fmla="*/ 0 w 279"/>
                  <a:gd name="T7" fmla="*/ 0 h 1158"/>
                  <a:gd name="T8" fmla="*/ 0 w 279"/>
                  <a:gd name="T9" fmla="*/ 0 h 1158"/>
                  <a:gd name="T10" fmla="*/ 0 w 279"/>
                  <a:gd name="T11" fmla="*/ 0 h 1158"/>
                  <a:gd name="T12" fmla="*/ 0 w 279"/>
                  <a:gd name="T13" fmla="*/ 0 h 1158"/>
                  <a:gd name="T14" fmla="*/ 0 w 279"/>
                  <a:gd name="T15" fmla="*/ 0 h 1158"/>
                  <a:gd name="T16" fmla="*/ 0 w 279"/>
                  <a:gd name="T17" fmla="*/ 0 h 1158"/>
                  <a:gd name="T18" fmla="*/ 0 w 279"/>
                  <a:gd name="T19" fmla="*/ 0 h 1158"/>
                  <a:gd name="T20" fmla="*/ 0 w 279"/>
                  <a:gd name="T21" fmla="*/ 0 h 1158"/>
                  <a:gd name="T22" fmla="*/ 0 w 279"/>
                  <a:gd name="T23" fmla="*/ 0 h 1158"/>
                  <a:gd name="T24" fmla="*/ 0 w 279"/>
                  <a:gd name="T25" fmla="*/ 0 h 1158"/>
                  <a:gd name="T26" fmla="*/ 0 w 279"/>
                  <a:gd name="T27" fmla="*/ 0 h 1158"/>
                  <a:gd name="T28" fmla="*/ 0 w 279"/>
                  <a:gd name="T29" fmla="*/ 0 h 1158"/>
                  <a:gd name="T30" fmla="*/ 0 w 279"/>
                  <a:gd name="T31" fmla="*/ 0 h 1158"/>
                  <a:gd name="T32" fmla="*/ 0 w 279"/>
                  <a:gd name="T33" fmla="*/ 0 h 1158"/>
                  <a:gd name="T34" fmla="*/ 0 w 279"/>
                  <a:gd name="T35" fmla="*/ 0 h 1158"/>
                  <a:gd name="T36" fmla="*/ 0 w 279"/>
                  <a:gd name="T37" fmla="*/ 0 h 1158"/>
                  <a:gd name="T38" fmla="*/ 0 w 279"/>
                  <a:gd name="T39" fmla="*/ 0 h 1158"/>
                  <a:gd name="T40" fmla="*/ 0 w 279"/>
                  <a:gd name="T41" fmla="*/ 0 h 1158"/>
                  <a:gd name="T42" fmla="*/ 0 w 279"/>
                  <a:gd name="T43" fmla="*/ 0 h 1158"/>
                  <a:gd name="T44" fmla="*/ 0 w 279"/>
                  <a:gd name="T45" fmla="*/ 0 h 1158"/>
                  <a:gd name="T46" fmla="*/ 0 w 279"/>
                  <a:gd name="T47" fmla="*/ 0 h 1158"/>
                  <a:gd name="T48" fmla="*/ 0 w 279"/>
                  <a:gd name="T49" fmla="*/ 0 h 1158"/>
                  <a:gd name="T50" fmla="*/ 0 w 279"/>
                  <a:gd name="T51" fmla="*/ 0 h 1158"/>
                  <a:gd name="T52" fmla="*/ 0 w 279"/>
                  <a:gd name="T53" fmla="*/ 0 h 1158"/>
                  <a:gd name="T54" fmla="*/ 0 w 279"/>
                  <a:gd name="T55" fmla="*/ 0 h 1158"/>
                  <a:gd name="T56" fmla="*/ 0 w 279"/>
                  <a:gd name="T57" fmla="*/ 0 h 115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79" h="1158">
                    <a:moveTo>
                      <a:pt x="266" y="18"/>
                    </a:moveTo>
                    <a:lnTo>
                      <a:pt x="194" y="0"/>
                    </a:lnTo>
                    <a:lnTo>
                      <a:pt x="151" y="18"/>
                    </a:lnTo>
                    <a:lnTo>
                      <a:pt x="133" y="78"/>
                    </a:lnTo>
                    <a:lnTo>
                      <a:pt x="151" y="409"/>
                    </a:lnTo>
                    <a:lnTo>
                      <a:pt x="151" y="488"/>
                    </a:lnTo>
                    <a:lnTo>
                      <a:pt x="128" y="633"/>
                    </a:lnTo>
                    <a:lnTo>
                      <a:pt x="122" y="801"/>
                    </a:lnTo>
                    <a:lnTo>
                      <a:pt x="133" y="886"/>
                    </a:lnTo>
                    <a:lnTo>
                      <a:pt x="122" y="934"/>
                    </a:lnTo>
                    <a:lnTo>
                      <a:pt x="37" y="1006"/>
                    </a:lnTo>
                    <a:lnTo>
                      <a:pt x="0" y="1097"/>
                    </a:lnTo>
                    <a:lnTo>
                      <a:pt x="7" y="1127"/>
                    </a:lnTo>
                    <a:lnTo>
                      <a:pt x="73" y="1158"/>
                    </a:lnTo>
                    <a:lnTo>
                      <a:pt x="91" y="1145"/>
                    </a:lnTo>
                    <a:lnTo>
                      <a:pt x="98" y="1091"/>
                    </a:lnTo>
                    <a:lnTo>
                      <a:pt x="116" y="1012"/>
                    </a:lnTo>
                    <a:lnTo>
                      <a:pt x="145" y="977"/>
                    </a:lnTo>
                    <a:lnTo>
                      <a:pt x="181" y="953"/>
                    </a:lnTo>
                    <a:lnTo>
                      <a:pt x="212" y="922"/>
                    </a:lnTo>
                    <a:lnTo>
                      <a:pt x="218" y="898"/>
                    </a:lnTo>
                    <a:lnTo>
                      <a:pt x="200" y="868"/>
                    </a:lnTo>
                    <a:lnTo>
                      <a:pt x="181" y="850"/>
                    </a:lnTo>
                    <a:lnTo>
                      <a:pt x="169" y="778"/>
                    </a:lnTo>
                    <a:lnTo>
                      <a:pt x="181" y="626"/>
                    </a:lnTo>
                    <a:lnTo>
                      <a:pt x="224" y="452"/>
                    </a:lnTo>
                    <a:lnTo>
                      <a:pt x="266" y="313"/>
                    </a:lnTo>
                    <a:lnTo>
                      <a:pt x="279" y="145"/>
                    </a:lnTo>
                    <a:lnTo>
                      <a:pt x="266" y="1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228" name="Freeform 43">
                <a:extLst>
                  <a:ext uri="{FF2B5EF4-FFF2-40B4-BE49-F238E27FC236}">
                    <a16:creationId xmlns:a16="http://schemas.microsoft.com/office/drawing/2014/main" id="{A886E5DA-578E-00A1-E65B-1AD9B2BF70C9}"/>
                  </a:ext>
                </a:extLst>
              </p:cNvPr>
              <p:cNvSpPr>
                <a:spLocks/>
              </p:cNvSpPr>
              <p:nvPr/>
            </p:nvSpPr>
            <p:spPr bwMode="auto">
              <a:xfrm>
                <a:off x="2043" y="700"/>
                <a:ext cx="153" cy="325"/>
              </a:xfrm>
              <a:custGeom>
                <a:avLst/>
                <a:gdLst>
                  <a:gd name="T0" fmla="*/ 0 w 458"/>
                  <a:gd name="T1" fmla="*/ 0 h 977"/>
                  <a:gd name="T2" fmla="*/ 0 w 458"/>
                  <a:gd name="T3" fmla="*/ 0 h 977"/>
                  <a:gd name="T4" fmla="*/ 0 w 458"/>
                  <a:gd name="T5" fmla="*/ 0 h 977"/>
                  <a:gd name="T6" fmla="*/ 0 w 458"/>
                  <a:gd name="T7" fmla="*/ 0 h 977"/>
                  <a:gd name="T8" fmla="*/ 0 w 458"/>
                  <a:gd name="T9" fmla="*/ 0 h 977"/>
                  <a:gd name="T10" fmla="*/ 0 w 458"/>
                  <a:gd name="T11" fmla="*/ 0 h 977"/>
                  <a:gd name="T12" fmla="*/ 0 w 458"/>
                  <a:gd name="T13" fmla="*/ 0 h 977"/>
                  <a:gd name="T14" fmla="*/ 0 w 458"/>
                  <a:gd name="T15" fmla="*/ 0 h 977"/>
                  <a:gd name="T16" fmla="*/ 0 w 458"/>
                  <a:gd name="T17" fmla="*/ 0 h 977"/>
                  <a:gd name="T18" fmla="*/ 0 w 458"/>
                  <a:gd name="T19" fmla="*/ 0 h 977"/>
                  <a:gd name="T20" fmla="*/ 0 w 458"/>
                  <a:gd name="T21" fmla="*/ 0 h 977"/>
                  <a:gd name="T22" fmla="*/ 0 w 458"/>
                  <a:gd name="T23" fmla="*/ 0 h 977"/>
                  <a:gd name="T24" fmla="*/ 0 w 458"/>
                  <a:gd name="T25" fmla="*/ 0 h 977"/>
                  <a:gd name="T26" fmla="*/ 0 w 458"/>
                  <a:gd name="T27" fmla="*/ 0 h 977"/>
                  <a:gd name="T28" fmla="*/ 0 w 458"/>
                  <a:gd name="T29" fmla="*/ 0 h 977"/>
                  <a:gd name="T30" fmla="*/ 0 w 458"/>
                  <a:gd name="T31" fmla="*/ 0 h 977"/>
                  <a:gd name="T32" fmla="*/ 0 w 458"/>
                  <a:gd name="T33" fmla="*/ 0 h 977"/>
                  <a:gd name="T34" fmla="*/ 0 w 458"/>
                  <a:gd name="T35" fmla="*/ 0 h 977"/>
                  <a:gd name="T36" fmla="*/ 0 w 458"/>
                  <a:gd name="T37" fmla="*/ 0 h 977"/>
                  <a:gd name="T38" fmla="*/ 0 w 458"/>
                  <a:gd name="T39" fmla="*/ 0 h 977"/>
                  <a:gd name="T40" fmla="*/ 0 w 458"/>
                  <a:gd name="T41" fmla="*/ 0 h 977"/>
                  <a:gd name="T42" fmla="*/ 0 w 458"/>
                  <a:gd name="T43" fmla="*/ 0 h 977"/>
                  <a:gd name="T44" fmla="*/ 0 w 458"/>
                  <a:gd name="T45" fmla="*/ 0 h 977"/>
                  <a:gd name="T46" fmla="*/ 0 w 458"/>
                  <a:gd name="T47" fmla="*/ 0 h 977"/>
                  <a:gd name="T48" fmla="*/ 0 w 458"/>
                  <a:gd name="T49" fmla="*/ 0 h 977"/>
                  <a:gd name="T50" fmla="*/ 0 w 458"/>
                  <a:gd name="T51" fmla="*/ 0 h 977"/>
                  <a:gd name="T52" fmla="*/ 0 w 458"/>
                  <a:gd name="T53" fmla="*/ 0 h 977"/>
                  <a:gd name="T54" fmla="*/ 0 w 458"/>
                  <a:gd name="T55" fmla="*/ 0 h 977"/>
                  <a:gd name="T56" fmla="*/ 0 w 458"/>
                  <a:gd name="T57" fmla="*/ 0 h 977"/>
                  <a:gd name="T58" fmla="*/ 0 w 458"/>
                  <a:gd name="T59" fmla="*/ 0 h 977"/>
                  <a:gd name="T60" fmla="*/ 0 w 458"/>
                  <a:gd name="T61" fmla="*/ 0 h 977"/>
                  <a:gd name="T62" fmla="*/ 0 w 458"/>
                  <a:gd name="T63" fmla="*/ 0 h 97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458" h="977">
                    <a:moveTo>
                      <a:pt x="150" y="145"/>
                    </a:moveTo>
                    <a:lnTo>
                      <a:pt x="138" y="48"/>
                    </a:lnTo>
                    <a:lnTo>
                      <a:pt x="85" y="0"/>
                    </a:lnTo>
                    <a:lnTo>
                      <a:pt x="6" y="6"/>
                    </a:lnTo>
                    <a:lnTo>
                      <a:pt x="0" y="48"/>
                    </a:lnTo>
                    <a:lnTo>
                      <a:pt x="6" y="139"/>
                    </a:lnTo>
                    <a:lnTo>
                      <a:pt x="48" y="277"/>
                    </a:lnTo>
                    <a:lnTo>
                      <a:pt x="79" y="379"/>
                    </a:lnTo>
                    <a:lnTo>
                      <a:pt x="114" y="518"/>
                    </a:lnTo>
                    <a:lnTo>
                      <a:pt x="126" y="638"/>
                    </a:lnTo>
                    <a:lnTo>
                      <a:pt x="126" y="735"/>
                    </a:lnTo>
                    <a:lnTo>
                      <a:pt x="108" y="807"/>
                    </a:lnTo>
                    <a:lnTo>
                      <a:pt x="90" y="831"/>
                    </a:lnTo>
                    <a:lnTo>
                      <a:pt x="90" y="855"/>
                    </a:lnTo>
                    <a:lnTo>
                      <a:pt x="114" y="892"/>
                    </a:lnTo>
                    <a:lnTo>
                      <a:pt x="156" y="904"/>
                    </a:lnTo>
                    <a:lnTo>
                      <a:pt x="223" y="904"/>
                    </a:lnTo>
                    <a:lnTo>
                      <a:pt x="343" y="934"/>
                    </a:lnTo>
                    <a:lnTo>
                      <a:pt x="379" y="977"/>
                    </a:lnTo>
                    <a:lnTo>
                      <a:pt x="434" y="952"/>
                    </a:lnTo>
                    <a:lnTo>
                      <a:pt x="458" y="892"/>
                    </a:lnTo>
                    <a:lnTo>
                      <a:pt x="434" y="868"/>
                    </a:lnTo>
                    <a:lnTo>
                      <a:pt x="331" y="855"/>
                    </a:lnTo>
                    <a:lnTo>
                      <a:pt x="217" y="855"/>
                    </a:lnTo>
                    <a:lnTo>
                      <a:pt x="168" y="849"/>
                    </a:lnTo>
                    <a:lnTo>
                      <a:pt x="156" y="813"/>
                    </a:lnTo>
                    <a:lnTo>
                      <a:pt x="168" y="747"/>
                    </a:lnTo>
                    <a:lnTo>
                      <a:pt x="175" y="632"/>
                    </a:lnTo>
                    <a:lnTo>
                      <a:pt x="162" y="506"/>
                    </a:lnTo>
                    <a:lnTo>
                      <a:pt x="144" y="338"/>
                    </a:lnTo>
                    <a:lnTo>
                      <a:pt x="150" y="192"/>
                    </a:lnTo>
                    <a:lnTo>
                      <a:pt x="150" y="145"/>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03EEADFA-E369-9F5B-4F4D-9CB1B526128B}"/>
              </a:ext>
            </a:extLst>
          </p:cNvPr>
          <p:cNvSpPr>
            <a:spLocks noGrp="1" noChangeArrowheads="1"/>
          </p:cNvSpPr>
          <p:nvPr>
            <p:ph type="title"/>
          </p:nvPr>
        </p:nvSpPr>
        <p:spPr>
          <a:xfrm>
            <a:off x="2136775" y="228600"/>
            <a:ext cx="8153400" cy="9906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eaLnBrk="1" hangingPunct="1"/>
            <a:r>
              <a:rPr lang="zh-CN" altLang="en-US" dirty="0">
                <a:latin typeface="微软雅黑 Light" panose="020B0502040204020203" pitchFamily="34" charset="-122"/>
                <a:ea typeface="微软雅黑 Light" panose="020B0502040204020203" pitchFamily="34" charset="-122"/>
              </a:rPr>
              <a:t>软件项目管理知识体系</a:t>
            </a:r>
          </a:p>
        </p:txBody>
      </p:sp>
      <p:sp>
        <p:nvSpPr>
          <p:cNvPr id="53253" name="Oval 3">
            <a:extLst>
              <a:ext uri="{FF2B5EF4-FFF2-40B4-BE49-F238E27FC236}">
                <a16:creationId xmlns:a16="http://schemas.microsoft.com/office/drawing/2014/main" id="{11D8D637-D973-D047-BCF1-21CEF858E9E1}"/>
              </a:ext>
            </a:extLst>
          </p:cNvPr>
          <p:cNvSpPr>
            <a:spLocks noChangeArrowheads="1"/>
          </p:cNvSpPr>
          <p:nvPr/>
        </p:nvSpPr>
        <p:spPr bwMode="auto">
          <a:xfrm>
            <a:off x="3216276" y="1439863"/>
            <a:ext cx="2087563" cy="1223962"/>
          </a:xfrm>
          <a:prstGeom prst="ellipse">
            <a:avLst/>
          </a:prstGeom>
          <a:solidFill>
            <a:schemeClr val="accent1"/>
          </a:solidFill>
          <a:ln w="25400">
            <a:solidFill>
              <a:schemeClr val="tx1"/>
            </a:solidFill>
            <a:round/>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0"/>
              </a:spcBef>
              <a:buClrTx/>
              <a:buSzTx/>
              <a:buFontTx/>
              <a:buNone/>
            </a:pPr>
            <a:r>
              <a:rPr lang="zh-CN" altLang="en-US" sz="2400">
                <a:latin typeface="Arial Narrow" panose="020B0606020202030204" pitchFamily="34" charset="0"/>
                <a:ea typeface="宋体" panose="02010600030101010101" pitchFamily="2" charset="-122"/>
              </a:rPr>
              <a:t>初始</a:t>
            </a:r>
          </a:p>
        </p:txBody>
      </p:sp>
      <p:sp>
        <p:nvSpPr>
          <p:cNvPr id="53254" name="Oval 4">
            <a:extLst>
              <a:ext uri="{FF2B5EF4-FFF2-40B4-BE49-F238E27FC236}">
                <a16:creationId xmlns:a16="http://schemas.microsoft.com/office/drawing/2014/main" id="{9D5C1BB1-E0EA-F4B4-DF2F-DF2479A06AC6}"/>
              </a:ext>
            </a:extLst>
          </p:cNvPr>
          <p:cNvSpPr>
            <a:spLocks noChangeArrowheads="1"/>
          </p:cNvSpPr>
          <p:nvPr/>
        </p:nvSpPr>
        <p:spPr bwMode="auto">
          <a:xfrm>
            <a:off x="6529388" y="1368426"/>
            <a:ext cx="2087562" cy="1223963"/>
          </a:xfrm>
          <a:prstGeom prst="ellipse">
            <a:avLst/>
          </a:prstGeom>
          <a:solidFill>
            <a:schemeClr val="accent1"/>
          </a:solidFill>
          <a:ln w="25400">
            <a:solidFill>
              <a:schemeClr val="tx1"/>
            </a:solidFill>
            <a:round/>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0"/>
              </a:spcBef>
              <a:buClrTx/>
              <a:buSzTx/>
              <a:buFontTx/>
              <a:buNone/>
            </a:pPr>
            <a:r>
              <a:rPr lang="zh-CN" altLang="en-US" sz="2400">
                <a:latin typeface="Arial Narrow" panose="020B0606020202030204" pitchFamily="34" charset="0"/>
                <a:ea typeface="宋体" panose="02010600030101010101" pitchFamily="2" charset="-122"/>
              </a:rPr>
              <a:t>计划</a:t>
            </a:r>
          </a:p>
        </p:txBody>
      </p:sp>
      <p:sp>
        <p:nvSpPr>
          <p:cNvPr id="53255" name="Oval 5">
            <a:extLst>
              <a:ext uri="{FF2B5EF4-FFF2-40B4-BE49-F238E27FC236}">
                <a16:creationId xmlns:a16="http://schemas.microsoft.com/office/drawing/2014/main" id="{597DF702-D3C1-E195-C20F-B85AF8E5B20D}"/>
              </a:ext>
            </a:extLst>
          </p:cNvPr>
          <p:cNvSpPr>
            <a:spLocks noChangeArrowheads="1"/>
          </p:cNvSpPr>
          <p:nvPr/>
        </p:nvSpPr>
        <p:spPr bwMode="auto">
          <a:xfrm>
            <a:off x="4368801" y="3500438"/>
            <a:ext cx="2087563" cy="1223962"/>
          </a:xfrm>
          <a:prstGeom prst="ellipse">
            <a:avLst/>
          </a:prstGeom>
          <a:solidFill>
            <a:schemeClr val="accent1"/>
          </a:solidFill>
          <a:ln w="25400">
            <a:solidFill>
              <a:schemeClr val="tx1"/>
            </a:solidFill>
            <a:round/>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0"/>
              </a:spcBef>
              <a:buClrTx/>
              <a:buSzTx/>
              <a:buFontTx/>
              <a:buNone/>
            </a:pPr>
            <a:r>
              <a:rPr lang="zh-CN" altLang="en-US" sz="2400">
                <a:latin typeface="Arial Narrow" panose="020B0606020202030204" pitchFamily="34" charset="0"/>
                <a:ea typeface="宋体" panose="02010600030101010101" pitchFamily="2" charset="-122"/>
              </a:rPr>
              <a:t>控制</a:t>
            </a:r>
          </a:p>
        </p:txBody>
      </p:sp>
      <p:sp>
        <p:nvSpPr>
          <p:cNvPr id="53256" name="Oval 6">
            <a:extLst>
              <a:ext uri="{FF2B5EF4-FFF2-40B4-BE49-F238E27FC236}">
                <a16:creationId xmlns:a16="http://schemas.microsoft.com/office/drawing/2014/main" id="{1C79F35F-BEC8-9C8B-E17D-CDE0ECD6CA18}"/>
              </a:ext>
            </a:extLst>
          </p:cNvPr>
          <p:cNvSpPr>
            <a:spLocks noChangeArrowheads="1"/>
          </p:cNvSpPr>
          <p:nvPr/>
        </p:nvSpPr>
        <p:spPr bwMode="auto">
          <a:xfrm>
            <a:off x="7250113" y="3529013"/>
            <a:ext cx="2087562" cy="1223962"/>
          </a:xfrm>
          <a:prstGeom prst="ellipse">
            <a:avLst/>
          </a:prstGeom>
          <a:solidFill>
            <a:schemeClr val="accent1"/>
          </a:solidFill>
          <a:ln w="25400">
            <a:solidFill>
              <a:schemeClr val="tx1"/>
            </a:solidFill>
            <a:round/>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0"/>
              </a:spcBef>
              <a:buClrTx/>
              <a:buSzTx/>
              <a:buFontTx/>
              <a:buNone/>
            </a:pPr>
            <a:r>
              <a:rPr lang="zh-CN" altLang="en-US" sz="2400">
                <a:latin typeface="Arial Narrow" panose="020B0606020202030204" pitchFamily="34" charset="0"/>
                <a:ea typeface="宋体" panose="02010600030101010101" pitchFamily="2" charset="-122"/>
              </a:rPr>
              <a:t>执行</a:t>
            </a:r>
          </a:p>
        </p:txBody>
      </p:sp>
      <p:sp>
        <p:nvSpPr>
          <p:cNvPr id="53257" name="Oval 7">
            <a:extLst>
              <a:ext uri="{FF2B5EF4-FFF2-40B4-BE49-F238E27FC236}">
                <a16:creationId xmlns:a16="http://schemas.microsoft.com/office/drawing/2014/main" id="{58430C11-CEAB-8D34-BC11-C306CE39C7BE}"/>
              </a:ext>
            </a:extLst>
          </p:cNvPr>
          <p:cNvSpPr>
            <a:spLocks noChangeArrowheads="1"/>
          </p:cNvSpPr>
          <p:nvPr/>
        </p:nvSpPr>
        <p:spPr bwMode="auto">
          <a:xfrm>
            <a:off x="5737226" y="5157788"/>
            <a:ext cx="2087563" cy="1223962"/>
          </a:xfrm>
          <a:prstGeom prst="ellipse">
            <a:avLst/>
          </a:prstGeom>
          <a:solidFill>
            <a:schemeClr val="accent1"/>
          </a:solidFill>
          <a:ln w="25400">
            <a:solidFill>
              <a:schemeClr val="tx1"/>
            </a:solidFill>
            <a:round/>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0"/>
              </a:spcBef>
              <a:buClrTx/>
              <a:buSzTx/>
              <a:buFontTx/>
              <a:buNone/>
            </a:pPr>
            <a:r>
              <a:rPr lang="zh-CN" altLang="en-US" sz="2400">
                <a:latin typeface="Arial Narrow" panose="020B0606020202030204" pitchFamily="34" charset="0"/>
                <a:ea typeface="宋体" panose="02010600030101010101" pitchFamily="2" charset="-122"/>
              </a:rPr>
              <a:t>结束</a:t>
            </a:r>
          </a:p>
        </p:txBody>
      </p:sp>
      <p:sp>
        <p:nvSpPr>
          <p:cNvPr id="53258" name="Line 8">
            <a:extLst>
              <a:ext uri="{FF2B5EF4-FFF2-40B4-BE49-F238E27FC236}">
                <a16:creationId xmlns:a16="http://schemas.microsoft.com/office/drawing/2014/main" id="{AB079009-390F-B492-E3DF-7F41D23A1708}"/>
              </a:ext>
            </a:extLst>
          </p:cNvPr>
          <p:cNvSpPr>
            <a:spLocks noChangeShapeType="1"/>
          </p:cNvSpPr>
          <p:nvPr/>
        </p:nvSpPr>
        <p:spPr bwMode="auto">
          <a:xfrm>
            <a:off x="5305425" y="2016125"/>
            <a:ext cx="1295400"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59" name="Line 9">
            <a:extLst>
              <a:ext uri="{FF2B5EF4-FFF2-40B4-BE49-F238E27FC236}">
                <a16:creationId xmlns:a16="http://schemas.microsoft.com/office/drawing/2014/main" id="{34EAFBC0-CB8D-FC61-9677-08FBEB53F269}"/>
              </a:ext>
            </a:extLst>
          </p:cNvPr>
          <p:cNvSpPr>
            <a:spLocks noChangeShapeType="1"/>
          </p:cNvSpPr>
          <p:nvPr/>
        </p:nvSpPr>
        <p:spPr bwMode="auto">
          <a:xfrm flipH="1">
            <a:off x="5808663" y="2492375"/>
            <a:ext cx="1079500" cy="1081088"/>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0" name="Line 10">
            <a:extLst>
              <a:ext uri="{FF2B5EF4-FFF2-40B4-BE49-F238E27FC236}">
                <a16:creationId xmlns:a16="http://schemas.microsoft.com/office/drawing/2014/main" id="{076673A6-6F76-36ED-27E9-A4B3FD545AD2}"/>
              </a:ext>
            </a:extLst>
          </p:cNvPr>
          <p:cNvSpPr>
            <a:spLocks noChangeShapeType="1"/>
          </p:cNvSpPr>
          <p:nvPr/>
        </p:nvSpPr>
        <p:spPr bwMode="auto">
          <a:xfrm>
            <a:off x="7967664" y="2565401"/>
            <a:ext cx="433387" cy="1008063"/>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1" name="Line 11">
            <a:extLst>
              <a:ext uri="{FF2B5EF4-FFF2-40B4-BE49-F238E27FC236}">
                <a16:creationId xmlns:a16="http://schemas.microsoft.com/office/drawing/2014/main" id="{3385E267-C256-3D6E-AE29-9D4758A8CF0E}"/>
              </a:ext>
            </a:extLst>
          </p:cNvPr>
          <p:cNvSpPr>
            <a:spLocks noChangeShapeType="1"/>
          </p:cNvSpPr>
          <p:nvPr/>
        </p:nvSpPr>
        <p:spPr bwMode="auto">
          <a:xfrm>
            <a:off x="6456363" y="4149725"/>
            <a:ext cx="792162" cy="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2" name="Line 12">
            <a:extLst>
              <a:ext uri="{FF2B5EF4-FFF2-40B4-BE49-F238E27FC236}">
                <a16:creationId xmlns:a16="http://schemas.microsoft.com/office/drawing/2014/main" id="{8FF97DE2-460F-6D2E-AE4A-BB16642D0206}"/>
              </a:ext>
            </a:extLst>
          </p:cNvPr>
          <p:cNvSpPr>
            <a:spLocks noChangeShapeType="1"/>
          </p:cNvSpPr>
          <p:nvPr/>
        </p:nvSpPr>
        <p:spPr bwMode="auto">
          <a:xfrm>
            <a:off x="5664200" y="4724401"/>
            <a:ext cx="647700" cy="504825"/>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15" name="Picture 5" descr="模型库">
            <a:extLst>
              <a:ext uri="{FF2B5EF4-FFF2-40B4-BE49-F238E27FC236}">
                <a16:creationId xmlns:a16="http://schemas.microsoft.com/office/drawing/2014/main" id="{AF2D1E88-C4EA-5D10-55E5-D0EE232A7C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8693" t="67751" r="46638"/>
          <a:stretch>
            <a:fillRect/>
          </a:stretch>
        </p:blipFill>
        <p:spPr bwMode="auto">
          <a:xfrm>
            <a:off x="6977064" y="3470275"/>
            <a:ext cx="2503487" cy="139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9" descr="模型库">
            <a:extLst>
              <a:ext uri="{FF2B5EF4-FFF2-40B4-BE49-F238E27FC236}">
                <a16:creationId xmlns:a16="http://schemas.microsoft.com/office/drawing/2014/main" id="{2D4E671F-E008-EC63-9B9F-3B5E3CC488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452" t="25249" r="49879" b="38870"/>
          <a:stretch>
            <a:fillRect/>
          </a:stretch>
        </p:blipFill>
        <p:spPr bwMode="auto">
          <a:xfrm>
            <a:off x="6348414" y="1235076"/>
            <a:ext cx="2376487"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0" descr="模型库">
            <a:extLst>
              <a:ext uri="{FF2B5EF4-FFF2-40B4-BE49-F238E27FC236}">
                <a16:creationId xmlns:a16="http://schemas.microsoft.com/office/drawing/2014/main" id="{D505847F-82B0-D225-1BDD-A121AB9485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5548" t="23932" r="1970" b="38869"/>
          <a:stretch>
            <a:fillRect/>
          </a:stretch>
        </p:blipFill>
        <p:spPr bwMode="auto">
          <a:xfrm>
            <a:off x="3865564" y="3429001"/>
            <a:ext cx="2808287"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1" descr="模型库">
            <a:extLst>
              <a:ext uri="{FF2B5EF4-FFF2-40B4-BE49-F238E27FC236}">
                <a16:creationId xmlns:a16="http://schemas.microsoft.com/office/drawing/2014/main" id="{CD5351D1-B3B3-408F-ACDB-84F88530C6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517" r="42267" b="81062"/>
          <a:stretch>
            <a:fillRect/>
          </a:stretch>
        </p:blipFill>
        <p:spPr bwMode="auto">
          <a:xfrm>
            <a:off x="2865439" y="1295401"/>
            <a:ext cx="2447925"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2" descr="模型库">
            <a:extLst>
              <a:ext uri="{FF2B5EF4-FFF2-40B4-BE49-F238E27FC236}">
                <a16:creationId xmlns:a16="http://schemas.microsoft.com/office/drawing/2014/main" id="{2A96F04C-E675-D20F-90CE-D7D7051B4C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1761" t="69098" r="13652" b="8319"/>
          <a:stretch>
            <a:fillRect/>
          </a:stretch>
        </p:blipFill>
        <p:spPr bwMode="auto">
          <a:xfrm>
            <a:off x="5700713" y="5110163"/>
            <a:ext cx="2303462"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026">
            <a:extLst>
              <a:ext uri="{FF2B5EF4-FFF2-40B4-BE49-F238E27FC236}">
                <a16:creationId xmlns:a16="http://schemas.microsoft.com/office/drawing/2014/main" id="{F1726652-F6D3-69EE-CD4A-FE06BBF52864}"/>
              </a:ext>
            </a:extLst>
          </p:cNvPr>
          <p:cNvSpPr>
            <a:spLocks noGrp="1" noChangeArrowheads="1"/>
          </p:cNvSpPr>
          <p:nvPr>
            <p:ph type="title"/>
          </p:nvPr>
        </p:nvSpPr>
        <p:spPr>
          <a:xfrm>
            <a:off x="1631950" y="165100"/>
            <a:ext cx="7772400" cy="1143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eaLnBrk="1" hangingPunct="1"/>
            <a:r>
              <a:rPr lang="zh-CN" altLang="en-US" dirty="0">
                <a:latin typeface="微软雅黑 Light" panose="020B0502040204020203" pitchFamily="34" charset="-122"/>
                <a:ea typeface="微软雅黑 Light" panose="020B0502040204020203" pitchFamily="34" charset="-122"/>
              </a:rPr>
              <a:t>本章要点</a:t>
            </a:r>
          </a:p>
        </p:txBody>
      </p:sp>
      <p:sp>
        <p:nvSpPr>
          <p:cNvPr id="20" name="Rectangle 3">
            <a:extLst>
              <a:ext uri="{FF2B5EF4-FFF2-40B4-BE49-F238E27FC236}">
                <a16:creationId xmlns:a16="http://schemas.microsoft.com/office/drawing/2014/main" id="{9A5D7BF4-38D2-4D29-9A22-E65F7943B34E}"/>
              </a:ext>
            </a:extLst>
          </p:cNvPr>
          <p:cNvSpPr>
            <a:spLocks noChangeArrowheads="1"/>
          </p:cNvSpPr>
          <p:nvPr/>
        </p:nvSpPr>
        <p:spPr bwMode="auto">
          <a:xfrm>
            <a:off x="3309938" y="1604964"/>
            <a:ext cx="565150" cy="865187"/>
          </a:xfrm>
          <a:prstGeom prst="rect">
            <a:avLst/>
          </a:prstGeom>
          <a:solidFill>
            <a:srgbClr val="2A5380"/>
          </a:solidFill>
          <a:ln w="12700">
            <a:noFill/>
            <a:miter lim="800000"/>
            <a:headEnd/>
            <a:tailEnd/>
          </a:ln>
          <a:effectLst>
            <a:outerShdw dist="17961" dir="2700000" algn="ctr" rotWithShape="0">
              <a:srgbClr val="4D4D4D"/>
            </a:outerShdw>
          </a:effectLst>
        </p:spPr>
        <p:txBody>
          <a:bodyPr wrap="none" lIns="90000" tIns="46800" rIns="90000" bIns="46800" anchor="ctr"/>
          <a:lstStyle/>
          <a:p>
            <a:pPr fontAlgn="t">
              <a:defRPr/>
            </a:pPr>
            <a:r>
              <a:rPr lang="zh-CN" altLang="en-US" sz="2000" b="1" dirty="0">
                <a:solidFill>
                  <a:schemeClr val="bg1"/>
                </a:solidFill>
                <a:effectLst>
                  <a:outerShdw blurRad="38100" dist="38100" dir="2700000" algn="tl">
                    <a:srgbClr val="000000"/>
                  </a:outerShdw>
                </a:effectLst>
                <a:latin typeface="微软雅黑" pitchFamily="34" charset="-122"/>
                <a:ea typeface="微软雅黑" pitchFamily="34" charset="-122"/>
              </a:rPr>
              <a:t>一</a:t>
            </a:r>
            <a:endParaRPr lang="en-US" altLang="ko-KR" sz="2000" b="1" dirty="0">
              <a:solidFill>
                <a:schemeClr val="bg1"/>
              </a:solidFill>
              <a:latin typeface="黑体" pitchFamily="49" charset="-122"/>
              <a:ea typeface="黑体" pitchFamily="49" charset="-122"/>
            </a:endParaRPr>
          </a:p>
        </p:txBody>
      </p:sp>
      <p:sp>
        <p:nvSpPr>
          <p:cNvPr id="21" name="Rectangle 4">
            <a:extLst>
              <a:ext uri="{FF2B5EF4-FFF2-40B4-BE49-F238E27FC236}">
                <a16:creationId xmlns:a16="http://schemas.microsoft.com/office/drawing/2014/main" id="{0870084F-F4AD-4A60-9456-1556DB0555D7}"/>
              </a:ext>
            </a:extLst>
          </p:cNvPr>
          <p:cNvSpPr>
            <a:spLocks noChangeArrowheads="1"/>
          </p:cNvSpPr>
          <p:nvPr/>
        </p:nvSpPr>
        <p:spPr bwMode="auto">
          <a:xfrm>
            <a:off x="3814763" y="1604963"/>
            <a:ext cx="4629150" cy="863600"/>
          </a:xfrm>
          <a:prstGeom prst="rect">
            <a:avLst/>
          </a:prstGeom>
          <a:solidFill>
            <a:srgbClr val="CADBEE"/>
          </a:solidFill>
          <a:ln w="12700">
            <a:noFill/>
            <a:miter lim="800000"/>
            <a:headEnd/>
            <a:tailEnd/>
          </a:ln>
          <a:effectLst>
            <a:outerShdw dist="17961" dir="2700000" algn="ctr" rotWithShape="0">
              <a:srgbClr val="4D4D4D"/>
            </a:outerShdw>
          </a:effectLst>
        </p:spPr>
        <p:txBody>
          <a:bodyPr wrap="none" lIns="90000" tIns="46800" rIns="90000" bIns="46800" anchor="ctr"/>
          <a:lstStyle/>
          <a:p>
            <a:pPr marL="185738" fontAlgn="t">
              <a:defRPr/>
            </a:pPr>
            <a:endParaRPr lang="en-US" altLang="ko-KR" sz="2000">
              <a:effectLst>
                <a:outerShdw blurRad="38100" dist="38100" dir="2700000" algn="tl">
                  <a:srgbClr val="FFFFFF"/>
                </a:outerShdw>
              </a:effectLst>
              <a:latin typeface="微软雅黑" pitchFamily="34" charset="-122"/>
              <a:ea typeface="微软雅黑" pitchFamily="34" charset="-122"/>
            </a:endParaRPr>
          </a:p>
        </p:txBody>
      </p:sp>
      <p:sp>
        <p:nvSpPr>
          <p:cNvPr id="22" name="Rectangle 5">
            <a:extLst>
              <a:ext uri="{FF2B5EF4-FFF2-40B4-BE49-F238E27FC236}">
                <a16:creationId xmlns:a16="http://schemas.microsoft.com/office/drawing/2014/main" id="{3920AD95-40D4-430E-A3E4-50E8A87B8E1E}"/>
              </a:ext>
            </a:extLst>
          </p:cNvPr>
          <p:cNvSpPr>
            <a:spLocks noChangeArrowheads="1"/>
          </p:cNvSpPr>
          <p:nvPr/>
        </p:nvSpPr>
        <p:spPr bwMode="auto">
          <a:xfrm>
            <a:off x="3309938" y="2563814"/>
            <a:ext cx="565150" cy="865187"/>
          </a:xfrm>
          <a:prstGeom prst="rect">
            <a:avLst/>
          </a:prstGeom>
          <a:solidFill>
            <a:srgbClr val="2A5380"/>
          </a:solidFill>
          <a:ln w="12700">
            <a:noFill/>
            <a:miter lim="800000"/>
            <a:headEnd/>
            <a:tailEnd/>
          </a:ln>
          <a:effectLst>
            <a:outerShdw dist="17961" dir="2700000" algn="ctr" rotWithShape="0">
              <a:srgbClr val="4D4D4D"/>
            </a:outerShdw>
          </a:effectLst>
        </p:spPr>
        <p:txBody>
          <a:bodyPr wrap="none" lIns="90000" tIns="46800" rIns="90000" bIns="46800" anchor="ctr"/>
          <a:lstStyle/>
          <a:p>
            <a:pPr fontAlgn="t">
              <a:defRPr/>
            </a:pPr>
            <a:r>
              <a:rPr lang="zh-CN" altLang="en-US" sz="2000" b="1" dirty="0">
                <a:solidFill>
                  <a:schemeClr val="bg1"/>
                </a:solidFill>
                <a:effectLst>
                  <a:outerShdw blurRad="38100" dist="38100" dir="2700000" algn="tl">
                    <a:srgbClr val="000000"/>
                  </a:outerShdw>
                </a:effectLst>
                <a:latin typeface="微软雅黑" pitchFamily="34" charset="-122"/>
                <a:ea typeface="微软雅黑" pitchFamily="34" charset="-122"/>
              </a:rPr>
              <a:t>二</a:t>
            </a:r>
            <a:endParaRPr lang="en-US" altLang="ko-KR" sz="2000" b="1" dirty="0">
              <a:solidFill>
                <a:schemeClr val="bg1"/>
              </a:solidFill>
              <a:effectLst>
                <a:outerShdw blurRad="38100" dist="38100" dir="2700000" algn="tl">
                  <a:srgbClr val="000000"/>
                </a:outerShdw>
              </a:effectLst>
              <a:latin typeface="微软雅黑" pitchFamily="34" charset="-122"/>
              <a:ea typeface="微软雅黑" pitchFamily="34" charset="-122"/>
            </a:endParaRPr>
          </a:p>
        </p:txBody>
      </p:sp>
      <p:sp>
        <p:nvSpPr>
          <p:cNvPr id="23" name="Rectangle 6">
            <a:extLst>
              <a:ext uri="{FF2B5EF4-FFF2-40B4-BE49-F238E27FC236}">
                <a16:creationId xmlns:a16="http://schemas.microsoft.com/office/drawing/2014/main" id="{D4613B03-CD84-4BB9-872B-C358B36A8E91}"/>
              </a:ext>
            </a:extLst>
          </p:cNvPr>
          <p:cNvSpPr>
            <a:spLocks noChangeArrowheads="1"/>
          </p:cNvSpPr>
          <p:nvPr/>
        </p:nvSpPr>
        <p:spPr bwMode="auto">
          <a:xfrm>
            <a:off x="3792538" y="2563814"/>
            <a:ext cx="4629150" cy="865187"/>
          </a:xfrm>
          <a:prstGeom prst="rect">
            <a:avLst/>
          </a:prstGeom>
          <a:solidFill>
            <a:srgbClr val="CADBEE"/>
          </a:solidFill>
          <a:ln w="12700">
            <a:noFill/>
            <a:miter lim="800000"/>
            <a:headEnd/>
            <a:tailEnd/>
          </a:ln>
          <a:effectLst>
            <a:outerShdw dist="17961" dir="2700000" algn="ctr" rotWithShape="0">
              <a:srgbClr val="4D4D4D"/>
            </a:outerShdw>
          </a:effectLst>
        </p:spPr>
        <p:txBody>
          <a:bodyPr wrap="none" lIns="90000" tIns="46800" rIns="90000" bIns="46800" anchor="ctr"/>
          <a:lstStyle/>
          <a:p>
            <a:pPr marL="185738" fontAlgn="t">
              <a:defRPr/>
            </a:pPr>
            <a:endParaRPr lang="en-US" altLang="ko-KR" sz="2000" b="1">
              <a:solidFill>
                <a:srgbClr val="006699"/>
              </a:solidFill>
              <a:effectLst>
                <a:outerShdw blurRad="38100" dist="38100" dir="2700000" algn="tl">
                  <a:srgbClr val="000000"/>
                </a:outerShdw>
              </a:effectLst>
              <a:latin typeface="微软雅黑" pitchFamily="34" charset="-122"/>
              <a:ea typeface="微软雅黑" pitchFamily="34" charset="-122"/>
            </a:endParaRPr>
          </a:p>
        </p:txBody>
      </p:sp>
      <p:sp>
        <p:nvSpPr>
          <p:cNvPr id="24" name="Rectangle 7">
            <a:extLst>
              <a:ext uri="{FF2B5EF4-FFF2-40B4-BE49-F238E27FC236}">
                <a16:creationId xmlns:a16="http://schemas.microsoft.com/office/drawing/2014/main" id="{6F0F4097-656B-48F7-9672-7E1A9AB077EE}"/>
              </a:ext>
            </a:extLst>
          </p:cNvPr>
          <p:cNvSpPr>
            <a:spLocks noChangeArrowheads="1"/>
          </p:cNvSpPr>
          <p:nvPr/>
        </p:nvSpPr>
        <p:spPr bwMode="auto">
          <a:xfrm>
            <a:off x="3309939" y="3524250"/>
            <a:ext cx="566737" cy="865188"/>
          </a:xfrm>
          <a:prstGeom prst="rect">
            <a:avLst/>
          </a:prstGeom>
          <a:solidFill>
            <a:srgbClr val="2A5380"/>
          </a:solidFill>
          <a:ln w="12700">
            <a:noFill/>
            <a:miter lim="800000"/>
            <a:headEnd/>
            <a:tailEnd/>
          </a:ln>
          <a:effectLst>
            <a:outerShdw dist="17961" dir="2700000" algn="ctr" rotWithShape="0">
              <a:srgbClr val="4D4D4D"/>
            </a:outerShdw>
          </a:effectLst>
        </p:spPr>
        <p:txBody>
          <a:bodyPr wrap="none" lIns="90000" tIns="46800" rIns="90000" bIns="46800" anchor="ctr"/>
          <a:lstStyle/>
          <a:p>
            <a:pPr fontAlgn="t">
              <a:defRPr/>
            </a:pPr>
            <a:r>
              <a:rPr lang="zh-CN" altLang="en-US" sz="2000" b="1" dirty="0">
                <a:solidFill>
                  <a:schemeClr val="bg1"/>
                </a:solidFill>
                <a:effectLst>
                  <a:outerShdw blurRad="38100" dist="38100" dir="2700000" algn="tl">
                    <a:srgbClr val="000000"/>
                  </a:outerShdw>
                </a:effectLst>
                <a:latin typeface="微软雅黑" pitchFamily="34" charset="-122"/>
                <a:ea typeface="微软雅黑" pitchFamily="34" charset="-122"/>
              </a:rPr>
              <a:t>三</a:t>
            </a:r>
            <a:endParaRPr lang="en-US" altLang="ko-KR" sz="2000" b="1" dirty="0">
              <a:solidFill>
                <a:schemeClr val="bg1"/>
              </a:solidFill>
              <a:effectLst>
                <a:outerShdw blurRad="38100" dist="38100" dir="2700000" algn="tl">
                  <a:srgbClr val="000000"/>
                </a:outerShdw>
              </a:effectLst>
              <a:latin typeface="微软雅黑" pitchFamily="34" charset="-122"/>
              <a:ea typeface="微软雅黑" pitchFamily="34" charset="-122"/>
            </a:endParaRPr>
          </a:p>
        </p:txBody>
      </p:sp>
      <p:sp>
        <p:nvSpPr>
          <p:cNvPr id="54281" name="Rectangle 8">
            <a:extLst>
              <a:ext uri="{FF2B5EF4-FFF2-40B4-BE49-F238E27FC236}">
                <a16:creationId xmlns:a16="http://schemas.microsoft.com/office/drawing/2014/main" id="{95CE9E56-C6DE-BF12-7817-DF2D7169B6DF}"/>
              </a:ext>
            </a:extLst>
          </p:cNvPr>
          <p:cNvSpPr>
            <a:spLocks noChangeArrowheads="1"/>
          </p:cNvSpPr>
          <p:nvPr/>
        </p:nvSpPr>
        <p:spPr bwMode="auto">
          <a:xfrm>
            <a:off x="3794125" y="3524250"/>
            <a:ext cx="4629150" cy="865188"/>
          </a:xfrm>
          <a:prstGeom prst="rect">
            <a:avLst/>
          </a:prstGeom>
          <a:solidFill>
            <a:srgbClr val="CADBEE"/>
          </a:solidFill>
          <a:ln>
            <a:noFill/>
          </a:ln>
          <a:effectLst>
            <a:outerShdw dist="17961" dir="2700000" algn="ctr" rotWithShape="0">
              <a:srgbClr val="4D4D4D"/>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nchor="ctr"/>
          <a:lstStyle>
            <a:lvl1pPr marL="185738">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fontAlgn="t">
              <a:spcBef>
                <a:spcPct val="0"/>
              </a:spcBef>
              <a:buClrTx/>
              <a:buSzTx/>
              <a:buFontTx/>
              <a:buNone/>
            </a:pPr>
            <a:endParaRPr lang="en-US" altLang="ko-KR" sz="2000" b="1">
              <a:solidFill>
                <a:srgbClr val="006699"/>
              </a:solidFill>
              <a:latin typeface="微软雅黑" panose="020B0503020204020204" pitchFamily="34" charset="-122"/>
              <a:ea typeface="微软雅黑" panose="020B0503020204020204" pitchFamily="34" charset="-122"/>
            </a:endParaRPr>
          </a:p>
        </p:txBody>
      </p:sp>
      <p:sp>
        <p:nvSpPr>
          <p:cNvPr id="26" name="Rectangle 9">
            <a:extLst>
              <a:ext uri="{FF2B5EF4-FFF2-40B4-BE49-F238E27FC236}">
                <a16:creationId xmlns:a16="http://schemas.microsoft.com/office/drawing/2014/main" id="{5CBD020F-C941-4750-9782-6530FCAE201E}"/>
              </a:ext>
            </a:extLst>
          </p:cNvPr>
          <p:cNvSpPr>
            <a:spLocks noChangeArrowheads="1"/>
          </p:cNvSpPr>
          <p:nvPr/>
        </p:nvSpPr>
        <p:spPr bwMode="auto">
          <a:xfrm>
            <a:off x="3309939" y="4484689"/>
            <a:ext cx="566737" cy="866775"/>
          </a:xfrm>
          <a:prstGeom prst="rect">
            <a:avLst/>
          </a:prstGeom>
          <a:solidFill>
            <a:srgbClr val="2A5380"/>
          </a:solidFill>
          <a:ln w="12700">
            <a:noFill/>
            <a:miter lim="800000"/>
            <a:headEnd/>
            <a:tailEnd/>
          </a:ln>
          <a:effectLst>
            <a:outerShdw dist="17961" dir="2700000" algn="ctr" rotWithShape="0">
              <a:srgbClr val="4D4D4D"/>
            </a:outerShdw>
          </a:effectLst>
        </p:spPr>
        <p:txBody>
          <a:bodyPr wrap="none" lIns="90000" tIns="46800" rIns="90000" bIns="46800" anchor="ctr"/>
          <a:lstStyle/>
          <a:p>
            <a:pPr fontAlgn="t">
              <a:defRPr/>
            </a:pPr>
            <a:r>
              <a:rPr lang="zh-CN" altLang="en-US" sz="2000" b="1" dirty="0">
                <a:solidFill>
                  <a:schemeClr val="bg1"/>
                </a:solidFill>
                <a:effectLst>
                  <a:outerShdw blurRad="38100" dist="38100" dir="2700000" algn="tl">
                    <a:srgbClr val="000000"/>
                  </a:outerShdw>
                </a:effectLst>
                <a:latin typeface="微软雅黑" pitchFamily="34" charset="-122"/>
                <a:ea typeface="微软雅黑" pitchFamily="34" charset="-122"/>
              </a:rPr>
              <a:t>四</a:t>
            </a:r>
            <a:endParaRPr lang="en-US" altLang="ko-KR" sz="2000" b="1" dirty="0">
              <a:solidFill>
                <a:schemeClr val="bg1"/>
              </a:solidFill>
              <a:effectLst>
                <a:outerShdw blurRad="38100" dist="38100" dir="2700000" algn="tl">
                  <a:srgbClr val="000000"/>
                </a:outerShdw>
              </a:effectLst>
              <a:latin typeface="微软雅黑" pitchFamily="34" charset="-122"/>
              <a:ea typeface="微软雅黑" pitchFamily="34" charset="-122"/>
            </a:endParaRPr>
          </a:p>
        </p:txBody>
      </p:sp>
      <p:sp>
        <p:nvSpPr>
          <p:cNvPr id="54283" name="Rectangle 10">
            <a:extLst>
              <a:ext uri="{FF2B5EF4-FFF2-40B4-BE49-F238E27FC236}">
                <a16:creationId xmlns:a16="http://schemas.microsoft.com/office/drawing/2014/main" id="{B3B38FE3-DD28-5B80-CB34-47A568391DEE}"/>
              </a:ext>
            </a:extLst>
          </p:cNvPr>
          <p:cNvSpPr>
            <a:spLocks noChangeArrowheads="1"/>
          </p:cNvSpPr>
          <p:nvPr/>
        </p:nvSpPr>
        <p:spPr bwMode="auto">
          <a:xfrm>
            <a:off x="3794125" y="4484689"/>
            <a:ext cx="4629150" cy="866775"/>
          </a:xfrm>
          <a:prstGeom prst="rect">
            <a:avLst/>
          </a:prstGeom>
          <a:solidFill>
            <a:srgbClr val="CADBEE"/>
          </a:solidFill>
          <a:ln>
            <a:noFill/>
          </a:ln>
          <a:effectLst>
            <a:outerShdw dist="17961" dir="2700000" algn="ctr" rotWithShape="0">
              <a:srgbClr val="4D4D4D"/>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nchor="ctr"/>
          <a:lstStyle>
            <a:lvl1pPr marL="185738">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fontAlgn="t">
              <a:spcBef>
                <a:spcPct val="0"/>
              </a:spcBef>
              <a:buClrTx/>
              <a:buSzTx/>
              <a:buFontTx/>
              <a:buNone/>
            </a:pPr>
            <a:endParaRPr lang="en-US" altLang="ko-KR" sz="2000" b="1">
              <a:solidFill>
                <a:srgbClr val="006699"/>
              </a:solidFill>
              <a:latin typeface="微软雅黑" panose="020B0503020204020204" pitchFamily="34" charset="-122"/>
              <a:ea typeface="微软雅黑" panose="020B0503020204020204" pitchFamily="34" charset="-122"/>
            </a:endParaRPr>
          </a:p>
        </p:txBody>
      </p:sp>
      <p:sp>
        <p:nvSpPr>
          <p:cNvPr id="54284" name="AutoShape 11">
            <a:extLst>
              <a:ext uri="{FF2B5EF4-FFF2-40B4-BE49-F238E27FC236}">
                <a16:creationId xmlns:a16="http://schemas.microsoft.com/office/drawing/2014/main" id="{B0748FF6-655B-9445-2D71-7425B9E1C8AE}"/>
              </a:ext>
            </a:extLst>
          </p:cNvPr>
          <p:cNvSpPr>
            <a:spLocks noChangeArrowheads="1"/>
          </p:cNvSpPr>
          <p:nvPr/>
        </p:nvSpPr>
        <p:spPr bwMode="gray">
          <a:xfrm>
            <a:off x="3814764" y="1701800"/>
            <a:ext cx="4391025" cy="6223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latinLnBrk="1" hangingPunct="1">
              <a:spcBef>
                <a:spcPct val="0"/>
              </a:spcBef>
              <a:buClrTx/>
              <a:buSzTx/>
              <a:buFontTx/>
              <a:buNone/>
            </a:pPr>
            <a:r>
              <a:rPr lang="zh-CN" altLang="en-US" sz="2000" b="1">
                <a:solidFill>
                  <a:srgbClr val="003366"/>
                </a:solidFill>
                <a:latin typeface="微软雅黑" panose="020B0503020204020204" pitchFamily="34" charset="-122"/>
                <a:ea typeface="微软雅黑" panose="020B0503020204020204" pitchFamily="34" charset="-122"/>
              </a:rPr>
              <a:t>项目与软件项目</a:t>
            </a:r>
            <a:endParaRPr lang="ko-KR" altLang="en-US" sz="2000" b="1">
              <a:solidFill>
                <a:srgbClr val="003366"/>
              </a:solidFill>
              <a:latin typeface="微软雅黑" panose="020B0503020204020204" pitchFamily="34" charset="-122"/>
              <a:ea typeface="微软雅黑" panose="020B0503020204020204" pitchFamily="34" charset="-122"/>
            </a:endParaRPr>
          </a:p>
        </p:txBody>
      </p:sp>
      <p:sp>
        <p:nvSpPr>
          <p:cNvPr id="54285" name="AutoShape 12">
            <a:extLst>
              <a:ext uri="{FF2B5EF4-FFF2-40B4-BE49-F238E27FC236}">
                <a16:creationId xmlns:a16="http://schemas.microsoft.com/office/drawing/2014/main" id="{DF06D1D3-6A93-4ECD-107E-5D93CFF871FC}"/>
              </a:ext>
            </a:extLst>
          </p:cNvPr>
          <p:cNvSpPr>
            <a:spLocks noChangeArrowheads="1"/>
          </p:cNvSpPr>
          <p:nvPr/>
        </p:nvSpPr>
        <p:spPr bwMode="gray">
          <a:xfrm>
            <a:off x="3814764" y="2660650"/>
            <a:ext cx="4391025" cy="6223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latinLnBrk="1" hangingPunct="1">
              <a:spcBef>
                <a:spcPct val="0"/>
              </a:spcBef>
              <a:buClrTx/>
              <a:buSzTx/>
              <a:buFontTx/>
              <a:buNone/>
            </a:pPr>
            <a:r>
              <a:rPr lang="zh-CN" altLang="en-US" sz="2000" b="1">
                <a:solidFill>
                  <a:srgbClr val="003366"/>
                </a:solidFill>
                <a:latin typeface="微软雅黑" panose="020B0503020204020204" pitchFamily="34" charset="-122"/>
                <a:ea typeface="微软雅黑" panose="020B0503020204020204" pitchFamily="34" charset="-122"/>
              </a:rPr>
              <a:t>项目管理与软件项目管理 </a:t>
            </a:r>
            <a:endParaRPr lang="ko-KR" altLang="en-US" sz="2000" b="1">
              <a:solidFill>
                <a:srgbClr val="003366"/>
              </a:solidFill>
              <a:latin typeface="微软雅黑" panose="020B0503020204020204" pitchFamily="34" charset="-122"/>
              <a:ea typeface="微软雅黑" panose="020B0503020204020204" pitchFamily="34" charset="-122"/>
            </a:endParaRPr>
          </a:p>
        </p:txBody>
      </p:sp>
      <p:sp>
        <p:nvSpPr>
          <p:cNvPr id="54286" name="AutoShape 13">
            <a:extLst>
              <a:ext uri="{FF2B5EF4-FFF2-40B4-BE49-F238E27FC236}">
                <a16:creationId xmlns:a16="http://schemas.microsoft.com/office/drawing/2014/main" id="{456D723F-AC39-4FE7-478E-034A9CC6F45F}"/>
              </a:ext>
            </a:extLst>
          </p:cNvPr>
          <p:cNvSpPr>
            <a:spLocks noChangeArrowheads="1"/>
          </p:cNvSpPr>
          <p:nvPr/>
        </p:nvSpPr>
        <p:spPr bwMode="gray">
          <a:xfrm>
            <a:off x="3884614" y="3621088"/>
            <a:ext cx="4321175" cy="6223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latinLnBrk="1" hangingPunct="1">
              <a:spcBef>
                <a:spcPct val="0"/>
              </a:spcBef>
              <a:buClrTx/>
              <a:buSzTx/>
              <a:buFontTx/>
              <a:buNone/>
            </a:pPr>
            <a:r>
              <a:rPr lang="en-US" altLang="zh-CN" sz="2000" b="1">
                <a:solidFill>
                  <a:srgbClr val="003366"/>
                </a:solidFill>
                <a:latin typeface="微软雅黑" panose="020B0503020204020204" pitchFamily="34" charset="-122"/>
                <a:ea typeface="微软雅黑" panose="020B0503020204020204" pitchFamily="34" charset="-122"/>
              </a:rPr>
              <a:t>PMBOK</a:t>
            </a:r>
            <a:r>
              <a:rPr lang="zh-CN" altLang="en-US" sz="2000" b="1">
                <a:solidFill>
                  <a:srgbClr val="003366"/>
                </a:solidFill>
                <a:latin typeface="微软雅黑" panose="020B0503020204020204" pitchFamily="34" charset="-122"/>
                <a:ea typeface="微软雅黑" panose="020B0503020204020204" pitchFamily="34" charset="-122"/>
              </a:rPr>
              <a:t>与软件项目管理体系</a:t>
            </a:r>
            <a:endParaRPr lang="ko-KR" altLang="en-US" sz="2000" b="1">
              <a:solidFill>
                <a:srgbClr val="003366"/>
              </a:solidFill>
              <a:latin typeface="微软雅黑" panose="020B0503020204020204" pitchFamily="34" charset="-122"/>
              <a:ea typeface="微软雅黑" panose="020B0503020204020204" pitchFamily="34" charset="-122"/>
            </a:endParaRPr>
          </a:p>
        </p:txBody>
      </p:sp>
      <p:sp>
        <p:nvSpPr>
          <p:cNvPr id="15375" name="AutoShape 14">
            <a:extLst>
              <a:ext uri="{FF2B5EF4-FFF2-40B4-BE49-F238E27FC236}">
                <a16:creationId xmlns:a16="http://schemas.microsoft.com/office/drawing/2014/main" id="{DB192FE4-5AC8-42E0-6D61-93032971A1C5}"/>
              </a:ext>
            </a:extLst>
          </p:cNvPr>
          <p:cNvSpPr>
            <a:spLocks noChangeArrowheads="1"/>
          </p:cNvSpPr>
          <p:nvPr/>
        </p:nvSpPr>
        <p:spPr bwMode="gray">
          <a:xfrm>
            <a:off x="3886200" y="4579938"/>
            <a:ext cx="4032250" cy="6223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latinLnBrk="1" hangingPunct="1">
              <a:spcBef>
                <a:spcPct val="0"/>
              </a:spcBef>
              <a:buClrTx/>
              <a:buSzTx/>
              <a:buFontTx/>
              <a:buNone/>
            </a:pPr>
            <a:r>
              <a:rPr lang="zh-CN" altLang="en-US" sz="2000" b="1">
                <a:solidFill>
                  <a:srgbClr val="003366"/>
                </a:solidFill>
                <a:latin typeface="微软雅黑" panose="020B0503020204020204" pitchFamily="34" charset="-122"/>
                <a:ea typeface="微软雅黑" panose="020B0503020204020204" pitchFamily="34" charset="-122"/>
              </a:rPr>
              <a:t>敏捷项目管理</a:t>
            </a:r>
            <a:endParaRPr lang="ko-KR" altLang="en-US" sz="2000" b="1">
              <a:solidFill>
                <a:srgbClr val="003366"/>
              </a:solidFill>
              <a:latin typeface="微软雅黑" panose="020B0503020204020204" pitchFamily="34" charset="-122"/>
              <a:ea typeface="微软雅黑" panose="020B0503020204020204" pitchFamily="34" charset="-122"/>
            </a:endParaRPr>
          </a:p>
        </p:txBody>
      </p:sp>
      <p:sp>
        <p:nvSpPr>
          <p:cNvPr id="35" name="Rectangle 9">
            <a:extLst>
              <a:ext uri="{FF2B5EF4-FFF2-40B4-BE49-F238E27FC236}">
                <a16:creationId xmlns:a16="http://schemas.microsoft.com/office/drawing/2014/main" id="{09242BC3-A9BA-48AA-98CC-96FDC2592208}"/>
              </a:ext>
            </a:extLst>
          </p:cNvPr>
          <p:cNvSpPr>
            <a:spLocks noChangeArrowheads="1"/>
          </p:cNvSpPr>
          <p:nvPr/>
        </p:nvSpPr>
        <p:spPr bwMode="auto">
          <a:xfrm>
            <a:off x="3309939" y="5446714"/>
            <a:ext cx="566737" cy="865187"/>
          </a:xfrm>
          <a:prstGeom prst="rect">
            <a:avLst/>
          </a:prstGeom>
          <a:solidFill>
            <a:srgbClr val="2A5380"/>
          </a:solidFill>
          <a:ln w="12700">
            <a:noFill/>
            <a:miter lim="800000"/>
            <a:headEnd/>
            <a:tailEnd/>
          </a:ln>
          <a:effectLst>
            <a:outerShdw dist="17961" dir="2700000" algn="ctr" rotWithShape="0">
              <a:srgbClr val="4D4D4D"/>
            </a:outerShdw>
          </a:effectLst>
        </p:spPr>
        <p:txBody>
          <a:bodyPr wrap="none" lIns="90000" tIns="46800" rIns="90000" bIns="46800" anchor="ctr"/>
          <a:lstStyle/>
          <a:p>
            <a:pPr fontAlgn="t">
              <a:defRPr/>
            </a:pPr>
            <a:r>
              <a:rPr lang="zh-CN" altLang="en-US" sz="2000" b="1" dirty="0">
                <a:solidFill>
                  <a:schemeClr val="bg1"/>
                </a:solidFill>
                <a:effectLst>
                  <a:outerShdw blurRad="38100" dist="38100" dir="2700000" algn="tl">
                    <a:srgbClr val="000000"/>
                  </a:outerShdw>
                </a:effectLst>
                <a:latin typeface="微软雅黑" pitchFamily="34" charset="-122"/>
                <a:ea typeface="微软雅黑" pitchFamily="34" charset="-122"/>
              </a:rPr>
              <a:t>五</a:t>
            </a:r>
            <a:endParaRPr lang="en-US" altLang="ko-KR" sz="2000" b="1" dirty="0">
              <a:solidFill>
                <a:schemeClr val="bg1"/>
              </a:solidFill>
              <a:effectLst>
                <a:outerShdw blurRad="38100" dist="38100" dir="2700000" algn="tl">
                  <a:srgbClr val="000000"/>
                </a:outerShdw>
              </a:effectLst>
              <a:latin typeface="微软雅黑" pitchFamily="34" charset="-122"/>
              <a:ea typeface="微软雅黑" pitchFamily="34" charset="-122"/>
            </a:endParaRPr>
          </a:p>
        </p:txBody>
      </p:sp>
      <p:sp>
        <p:nvSpPr>
          <p:cNvPr id="54289" name="Rectangle 10">
            <a:extLst>
              <a:ext uri="{FF2B5EF4-FFF2-40B4-BE49-F238E27FC236}">
                <a16:creationId xmlns:a16="http://schemas.microsoft.com/office/drawing/2014/main" id="{DCDC0702-277F-229B-8FDD-79BE58784799}"/>
              </a:ext>
            </a:extLst>
          </p:cNvPr>
          <p:cNvSpPr>
            <a:spLocks noChangeArrowheads="1"/>
          </p:cNvSpPr>
          <p:nvPr/>
        </p:nvSpPr>
        <p:spPr bwMode="auto">
          <a:xfrm>
            <a:off x="3794125" y="5446714"/>
            <a:ext cx="4629150" cy="865187"/>
          </a:xfrm>
          <a:prstGeom prst="rect">
            <a:avLst/>
          </a:prstGeom>
          <a:solidFill>
            <a:srgbClr val="CADBEE"/>
          </a:solidFill>
          <a:ln>
            <a:noFill/>
          </a:ln>
          <a:effectLst>
            <a:outerShdw dist="17961" dir="2700000" algn="ctr" rotWithShape="0">
              <a:srgbClr val="4D4D4D"/>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nchor="ctr"/>
          <a:lstStyle>
            <a:lvl1pPr marL="185738">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fontAlgn="t">
              <a:spcBef>
                <a:spcPct val="0"/>
              </a:spcBef>
              <a:buClrTx/>
              <a:buSzTx/>
              <a:buFontTx/>
              <a:buNone/>
            </a:pPr>
            <a:endParaRPr lang="en-US" altLang="ko-KR" sz="2000" b="1">
              <a:solidFill>
                <a:srgbClr val="006699"/>
              </a:solidFill>
              <a:latin typeface="微软雅黑" panose="020B0503020204020204" pitchFamily="34" charset="-122"/>
              <a:ea typeface="微软雅黑" panose="020B0503020204020204" pitchFamily="34" charset="-122"/>
            </a:endParaRPr>
          </a:p>
        </p:txBody>
      </p:sp>
      <p:sp>
        <p:nvSpPr>
          <p:cNvPr id="54290" name="AutoShape 14">
            <a:extLst>
              <a:ext uri="{FF2B5EF4-FFF2-40B4-BE49-F238E27FC236}">
                <a16:creationId xmlns:a16="http://schemas.microsoft.com/office/drawing/2014/main" id="{07C46F35-13BF-5224-91DB-A0B079B325FE}"/>
              </a:ext>
            </a:extLst>
          </p:cNvPr>
          <p:cNvSpPr>
            <a:spLocks noChangeArrowheads="1"/>
          </p:cNvSpPr>
          <p:nvPr/>
        </p:nvSpPr>
        <p:spPr bwMode="gray">
          <a:xfrm>
            <a:off x="3886200" y="5541963"/>
            <a:ext cx="4032250" cy="6223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latinLnBrk="1" hangingPunct="1">
              <a:spcBef>
                <a:spcPct val="0"/>
              </a:spcBef>
              <a:buClrTx/>
              <a:buSzTx/>
              <a:buFontTx/>
              <a:buNone/>
            </a:pPr>
            <a:r>
              <a:rPr lang="zh-CN" altLang="en-US" sz="2000" b="1">
                <a:solidFill>
                  <a:srgbClr val="003366"/>
                </a:solidFill>
                <a:latin typeface="微软雅黑" panose="020B0503020204020204" pitchFamily="34" charset="-122"/>
                <a:ea typeface="微软雅黑" panose="020B0503020204020204" pitchFamily="34" charset="-122"/>
              </a:rPr>
              <a:t>软件项目管理过程</a:t>
            </a:r>
            <a:endParaRPr lang="ko-KR" altLang="en-US" sz="2000" b="1">
              <a:solidFill>
                <a:srgbClr val="003366"/>
              </a:solidFill>
              <a:latin typeface="微软雅黑" panose="020B0503020204020204" pitchFamily="34" charset="-122"/>
              <a:ea typeface="Gulim" panose="020B0600000101010101" pitchFamily="34" charset="-127"/>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mph" presetSubtype="2" fill="hold" nodeType="clickEffect">
                                  <p:stCondLst>
                                    <p:cond delay="0"/>
                                  </p:stCondLst>
                                  <p:childTnLst>
                                    <p:animClr clrSpc="rgb" dir="cw">
                                      <p:cBhvr override="childStyle">
                                        <p:cTn id="6" dur="2000" fill="hold"/>
                                        <p:tgtEl>
                                          <p:spTgt spid="15375">
                                            <p:txEl>
                                              <p:pRg st="0" end="0"/>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a:extLst>
              <a:ext uri="{FF2B5EF4-FFF2-40B4-BE49-F238E27FC236}">
                <a16:creationId xmlns:a16="http://schemas.microsoft.com/office/drawing/2014/main" id="{774F716D-D39A-1524-C37B-A2F361BE0BF3}"/>
              </a:ext>
            </a:extLst>
          </p:cNvPr>
          <p:cNvSpPr>
            <a:spLocks noGrp="1"/>
          </p:cNvSpPr>
          <p:nvPr>
            <p:ph type="title"/>
          </p:nvPr>
        </p:nvSpPr>
        <p:spPr>
          <a:xfrm>
            <a:off x="1879600" y="188913"/>
            <a:ext cx="8153400" cy="990600"/>
          </a:xfrm>
        </p:spPr>
        <p:txBody>
          <a:bodyPr/>
          <a:lstStyle/>
          <a:p>
            <a:r>
              <a:rPr lang="zh-CN" altLang="en-US" dirty="0">
                <a:latin typeface="微软雅黑 Light" panose="020B0502040204020203" pitchFamily="34" charset="-122"/>
                <a:ea typeface="微软雅黑 Light" panose="020B0502040204020203" pitchFamily="34" charset="-122"/>
              </a:rPr>
              <a:t>软件项目很特殊</a:t>
            </a:r>
            <a:endParaRPr lang="zh-CN" altLang="en-US" dirty="0"/>
          </a:p>
        </p:txBody>
      </p:sp>
      <p:sp>
        <p:nvSpPr>
          <p:cNvPr id="55299" name="页脚占位符 3">
            <a:extLst>
              <a:ext uri="{FF2B5EF4-FFF2-40B4-BE49-F238E27FC236}">
                <a16:creationId xmlns:a16="http://schemas.microsoft.com/office/drawing/2014/main" id="{48D3544F-8146-AA34-1914-4BB90EFD488C}"/>
              </a:ext>
            </a:extLst>
          </p:cNvPr>
          <p:cNvSpPr>
            <a:spLocks noGrp="1"/>
          </p:cNvSpPr>
          <p:nvPr>
            <p:ph type="ftr" sz="quarter" idx="4294967295"/>
          </p:nvPr>
        </p:nvSpPr>
        <p:spPr bwMode="auto">
          <a:xfrm>
            <a:off x="6770688" y="6308725"/>
            <a:ext cx="5421312"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en-US" altLang="zh-CN" sz="1400">
                <a:solidFill>
                  <a:schemeClr val="tx2"/>
                </a:solidFill>
                <a:latin typeface="Arial Narrow" panose="020B0606020202030204" pitchFamily="34" charset="0"/>
                <a:ea typeface="宋体" panose="02010600030101010101" pitchFamily="2" charset="-122"/>
              </a:rPr>
              <a:t> chapter__1</a:t>
            </a:r>
          </a:p>
        </p:txBody>
      </p:sp>
      <p:grpSp>
        <p:nvGrpSpPr>
          <p:cNvPr id="24581" name="组合 5">
            <a:extLst>
              <a:ext uri="{FF2B5EF4-FFF2-40B4-BE49-F238E27FC236}">
                <a16:creationId xmlns:a16="http://schemas.microsoft.com/office/drawing/2014/main" id="{F3102914-A31D-0DB2-56BA-6ECD164308C3}"/>
              </a:ext>
            </a:extLst>
          </p:cNvPr>
          <p:cNvGrpSpPr>
            <a:grpSpLocks/>
          </p:cNvGrpSpPr>
          <p:nvPr/>
        </p:nvGrpSpPr>
        <p:grpSpPr bwMode="auto">
          <a:xfrm>
            <a:off x="3281364" y="1660525"/>
            <a:ext cx="5349875" cy="3786188"/>
            <a:chOff x="1363684" y="1857364"/>
            <a:chExt cx="6280150" cy="4511675"/>
          </a:xfrm>
        </p:grpSpPr>
        <p:sp>
          <p:nvSpPr>
            <p:cNvPr id="55303" name="Oval 2">
              <a:extLst>
                <a:ext uri="{FF2B5EF4-FFF2-40B4-BE49-F238E27FC236}">
                  <a16:creationId xmlns:a16="http://schemas.microsoft.com/office/drawing/2014/main" id="{6ED4BC11-2B34-E13A-BB76-B6CA5FEDB8C2}"/>
                </a:ext>
              </a:extLst>
            </p:cNvPr>
            <p:cNvSpPr>
              <a:spLocks noChangeArrowheads="1"/>
            </p:cNvSpPr>
            <p:nvPr/>
          </p:nvSpPr>
          <p:spPr bwMode="gray">
            <a:xfrm>
              <a:off x="3397272" y="2998777"/>
              <a:ext cx="2211387" cy="2211387"/>
            </a:xfrm>
            <a:prstGeom prst="ellipse">
              <a:avLst/>
            </a:prstGeom>
            <a:gradFill rotWithShape="1">
              <a:gsLst>
                <a:gs pos="0">
                  <a:srgbClr val="E6E6E6"/>
                </a:gs>
                <a:gs pos="14999">
                  <a:srgbClr val="7D8496"/>
                </a:gs>
                <a:gs pos="53000">
                  <a:srgbClr val="E6E6E6"/>
                </a:gs>
                <a:gs pos="67999">
                  <a:srgbClr val="7D8496"/>
                </a:gs>
                <a:gs pos="92999">
                  <a:srgbClr val="E6E6E6"/>
                </a:gs>
                <a:gs pos="100000">
                  <a:srgbClr val="FFFFFF"/>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zh-CN" sz="2000">
                <a:solidFill>
                  <a:schemeClr val="bg1"/>
                </a:solidFill>
                <a:latin typeface="微软雅黑" panose="020B0503020204020204" pitchFamily="34" charset="-122"/>
                <a:ea typeface="微软雅黑" panose="020B0503020204020204" pitchFamily="34" charset="-122"/>
              </a:endParaRPr>
            </a:p>
          </p:txBody>
        </p:sp>
        <p:sp>
          <p:nvSpPr>
            <p:cNvPr id="55304" name="Oval 3">
              <a:extLst>
                <a:ext uri="{FF2B5EF4-FFF2-40B4-BE49-F238E27FC236}">
                  <a16:creationId xmlns:a16="http://schemas.microsoft.com/office/drawing/2014/main" id="{5E41652C-FA92-B961-BE8C-8D7B2438C43A}"/>
                </a:ext>
              </a:extLst>
            </p:cNvPr>
            <p:cNvSpPr>
              <a:spLocks noChangeArrowheads="1"/>
            </p:cNvSpPr>
            <p:nvPr/>
          </p:nvSpPr>
          <p:spPr bwMode="gray">
            <a:xfrm>
              <a:off x="3706834" y="3300402"/>
              <a:ext cx="1624013" cy="1622425"/>
            </a:xfrm>
            <a:prstGeom prst="ellipse">
              <a:avLst/>
            </a:prstGeom>
            <a:gradFill rotWithShape="1">
              <a:gsLst>
                <a:gs pos="0">
                  <a:srgbClr val="A1A1A1"/>
                </a:gs>
                <a:gs pos="50000">
                  <a:srgbClr val="FFFFFF"/>
                </a:gs>
                <a:gs pos="100000">
                  <a:srgbClr val="A1A1A1"/>
                </a:gs>
              </a:gsLst>
              <a:lin ang="2700000" scaled="1"/>
            </a:gradFill>
            <a:ln>
              <a:noFill/>
            </a:ln>
            <a:effectLst>
              <a:prstShdw prst="shdw17" dist="17961" dir="2700000">
                <a:srgbClr val="999999"/>
              </a:prst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zh-CN" sz="2000">
                <a:solidFill>
                  <a:schemeClr val="bg1"/>
                </a:solidFill>
                <a:latin typeface="微软雅黑" panose="020B0503020204020204" pitchFamily="34" charset="-122"/>
                <a:ea typeface="微软雅黑" panose="020B0503020204020204" pitchFamily="34" charset="-122"/>
              </a:endParaRPr>
            </a:p>
          </p:txBody>
        </p:sp>
        <p:sp>
          <p:nvSpPr>
            <p:cNvPr id="55305" name="Text Box 4">
              <a:extLst>
                <a:ext uri="{FF2B5EF4-FFF2-40B4-BE49-F238E27FC236}">
                  <a16:creationId xmlns:a16="http://schemas.microsoft.com/office/drawing/2014/main" id="{DC50B771-9F00-EEDA-4FD5-03E5CBC37767}"/>
                </a:ext>
              </a:extLst>
            </p:cNvPr>
            <p:cNvSpPr txBox="1">
              <a:spLocks noChangeArrowheads="1"/>
            </p:cNvSpPr>
            <p:nvPr/>
          </p:nvSpPr>
          <p:spPr bwMode="gray">
            <a:xfrm>
              <a:off x="3683015" y="3722156"/>
              <a:ext cx="1662112" cy="843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0"/>
                </a:spcBef>
                <a:buClrTx/>
                <a:buSzTx/>
                <a:buFontTx/>
                <a:buNone/>
              </a:pPr>
              <a:r>
                <a:rPr lang="zh-CN" altLang="en-US" sz="2000" b="1" dirty="0">
                  <a:latin typeface="微软雅黑 Light" panose="020B0502040204020203" pitchFamily="34" charset="-122"/>
                  <a:ea typeface="微软雅黑 Light" panose="020B0502040204020203" pitchFamily="34" charset="-122"/>
                  <a:cs typeface="Arial" panose="020B0604020202020204" pitchFamily="34" charset="0"/>
                </a:rPr>
                <a:t>软件项目特殊性</a:t>
              </a:r>
              <a:endParaRPr lang="en-US" altLang="zh-CN" sz="2000" b="1" dirty="0">
                <a:latin typeface="微软雅黑 Light" panose="020B0502040204020203" pitchFamily="34" charset="-122"/>
                <a:ea typeface="微软雅黑 Light" panose="020B0502040204020203" pitchFamily="34" charset="-122"/>
                <a:cs typeface="Arial" panose="020B0604020202020204" pitchFamily="34" charset="0"/>
              </a:endParaRPr>
            </a:p>
          </p:txBody>
        </p:sp>
        <p:sp>
          <p:nvSpPr>
            <p:cNvPr id="10" name="Oval 5">
              <a:extLst>
                <a:ext uri="{FF2B5EF4-FFF2-40B4-BE49-F238E27FC236}">
                  <a16:creationId xmlns:a16="http://schemas.microsoft.com/office/drawing/2014/main" id="{2B5D46F2-F164-465F-B07A-3C2DE504AE20}"/>
                </a:ext>
              </a:extLst>
            </p:cNvPr>
            <p:cNvSpPr>
              <a:spLocks noChangeArrowheads="1"/>
            </p:cNvSpPr>
            <p:nvPr/>
          </p:nvSpPr>
          <p:spPr bwMode="gray">
            <a:xfrm>
              <a:off x="6097091" y="4715704"/>
              <a:ext cx="1440520" cy="1426332"/>
            </a:xfrm>
            <a:prstGeom prst="ellipse">
              <a:avLst/>
            </a:prstGeom>
            <a:gradFill rotWithShape="1">
              <a:gsLst>
                <a:gs pos="0">
                  <a:schemeClr val="folHlink"/>
                </a:gs>
                <a:gs pos="100000">
                  <a:schemeClr val="folHlink">
                    <a:gamma/>
                    <a:shade val="31765"/>
                    <a:invGamma/>
                  </a:schemeClr>
                </a:gs>
              </a:gsLst>
              <a:lin ang="5400000" scaled="1"/>
            </a:gradFill>
            <a:ln w="38100" algn="ctr">
              <a:solidFill>
                <a:srgbClr val="F8F8F8">
                  <a:alpha val="80000"/>
                </a:srgbClr>
              </a:solidFill>
              <a:round/>
              <a:headEnd/>
              <a:tailEnd/>
            </a:ln>
            <a:effectLst/>
          </p:spPr>
          <p:txBody>
            <a:bodyPr wrap="none" anchor="ctr"/>
            <a:lstStyle/>
            <a:p>
              <a:pPr eaLnBrk="1" hangingPunct="1">
                <a:defRPr/>
              </a:pPr>
              <a:endParaRPr lang="zh-CN" altLang="en-US" sz="2000">
                <a:solidFill>
                  <a:schemeClr val="bg1"/>
                </a:solidFill>
                <a:latin typeface="微软雅黑" pitchFamily="34" charset="-122"/>
                <a:ea typeface="微软雅黑" pitchFamily="34" charset="-122"/>
              </a:endParaRPr>
            </a:p>
          </p:txBody>
        </p:sp>
        <p:sp>
          <p:nvSpPr>
            <p:cNvPr id="55307" name="Rectangle 7">
              <a:extLst>
                <a:ext uri="{FF2B5EF4-FFF2-40B4-BE49-F238E27FC236}">
                  <a16:creationId xmlns:a16="http://schemas.microsoft.com/office/drawing/2014/main" id="{6A7849A6-BB37-35B1-D05F-16D5C6840492}"/>
                </a:ext>
              </a:extLst>
            </p:cNvPr>
            <p:cNvSpPr>
              <a:spLocks noChangeArrowheads="1"/>
            </p:cNvSpPr>
            <p:nvPr/>
          </p:nvSpPr>
          <p:spPr bwMode="gray">
            <a:xfrm>
              <a:off x="6151585" y="5108564"/>
              <a:ext cx="1389082" cy="476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0"/>
                </a:spcBef>
                <a:buClrTx/>
                <a:buSzTx/>
                <a:buFontTx/>
                <a:buNone/>
              </a:pPr>
              <a:r>
                <a:rPr lang="zh-CN" altLang="en-US" sz="2000" dirty="0">
                  <a:solidFill>
                    <a:schemeClr val="bg1"/>
                  </a:solidFill>
                  <a:latin typeface="微软雅黑 Light" panose="020B0502040204020203" pitchFamily="34" charset="-122"/>
                  <a:ea typeface="微软雅黑 Light" panose="020B0502040204020203" pitchFamily="34" charset="-122"/>
                </a:rPr>
                <a:t>变更</a:t>
              </a:r>
              <a:endParaRPr lang="en-US" altLang="zh-CN" sz="2000" dirty="0">
                <a:solidFill>
                  <a:schemeClr val="bg1"/>
                </a:solidFill>
                <a:latin typeface="微软雅黑 Light" panose="020B0502040204020203" pitchFamily="34" charset="-122"/>
                <a:ea typeface="微软雅黑 Light" panose="020B0502040204020203" pitchFamily="34" charset="-122"/>
                <a:cs typeface="Arial" panose="020B0604020202020204" pitchFamily="34" charset="0"/>
              </a:endParaRPr>
            </a:p>
          </p:txBody>
        </p:sp>
        <p:sp>
          <p:nvSpPr>
            <p:cNvPr id="55308" name="Oval 8">
              <a:extLst>
                <a:ext uri="{FF2B5EF4-FFF2-40B4-BE49-F238E27FC236}">
                  <a16:creationId xmlns:a16="http://schemas.microsoft.com/office/drawing/2014/main" id="{B1AA410F-CE23-6643-936A-5277C9CA0499}"/>
                </a:ext>
              </a:extLst>
            </p:cNvPr>
            <p:cNvSpPr>
              <a:spLocks noChangeArrowheads="1"/>
            </p:cNvSpPr>
            <p:nvPr/>
          </p:nvSpPr>
          <p:spPr bwMode="gray">
            <a:xfrm>
              <a:off x="5994422" y="4598977"/>
              <a:ext cx="1649412" cy="1647825"/>
            </a:xfrm>
            <a:prstGeom prst="ellipse">
              <a:avLst/>
            </a:prstGeom>
            <a:noFill/>
            <a:ln w="127000">
              <a:solidFill>
                <a:srgbClr val="EAEAEA">
                  <a:alpha val="79999"/>
                </a:srgbClr>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zh-CN" sz="2000">
                <a:solidFill>
                  <a:schemeClr val="bg1"/>
                </a:solidFill>
                <a:latin typeface="微软雅黑" panose="020B0503020204020204" pitchFamily="34" charset="-122"/>
                <a:ea typeface="微软雅黑" panose="020B0503020204020204" pitchFamily="34" charset="-122"/>
              </a:endParaRPr>
            </a:p>
          </p:txBody>
        </p:sp>
        <p:sp>
          <p:nvSpPr>
            <p:cNvPr id="55309" name="Oval 9">
              <a:extLst>
                <a:ext uri="{FF2B5EF4-FFF2-40B4-BE49-F238E27FC236}">
                  <a16:creationId xmlns:a16="http://schemas.microsoft.com/office/drawing/2014/main" id="{02EFEFF1-2EE9-E386-FAD8-7ACD6533C6F5}"/>
                </a:ext>
              </a:extLst>
            </p:cNvPr>
            <p:cNvSpPr>
              <a:spLocks noChangeArrowheads="1"/>
            </p:cNvSpPr>
            <p:nvPr/>
          </p:nvSpPr>
          <p:spPr bwMode="gray">
            <a:xfrm>
              <a:off x="3254397" y="2859077"/>
              <a:ext cx="2481262" cy="2482850"/>
            </a:xfrm>
            <a:prstGeom prst="ellipse">
              <a:avLst/>
            </a:prstGeom>
            <a:noFill/>
            <a:ln w="127000">
              <a:solidFill>
                <a:srgbClr val="EAEAEA">
                  <a:alpha val="79999"/>
                </a:srgbClr>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zh-CN" sz="2000">
                <a:solidFill>
                  <a:schemeClr val="bg1"/>
                </a:solidFill>
                <a:latin typeface="微软雅黑" panose="020B0503020204020204" pitchFamily="34" charset="-122"/>
                <a:ea typeface="微软雅黑" panose="020B0503020204020204" pitchFamily="34" charset="-122"/>
              </a:endParaRPr>
            </a:p>
          </p:txBody>
        </p:sp>
        <p:sp>
          <p:nvSpPr>
            <p:cNvPr id="55310" name="Line 10">
              <a:extLst>
                <a:ext uri="{FF2B5EF4-FFF2-40B4-BE49-F238E27FC236}">
                  <a16:creationId xmlns:a16="http://schemas.microsoft.com/office/drawing/2014/main" id="{D6858C07-396A-C6A3-856E-F5D71A6F6032}"/>
                </a:ext>
              </a:extLst>
            </p:cNvPr>
            <p:cNvSpPr>
              <a:spLocks noChangeShapeType="1"/>
            </p:cNvSpPr>
            <p:nvPr/>
          </p:nvSpPr>
          <p:spPr bwMode="gray">
            <a:xfrm flipV="1">
              <a:off x="3000397" y="4825989"/>
              <a:ext cx="487362" cy="304800"/>
            </a:xfrm>
            <a:prstGeom prst="line">
              <a:avLst/>
            </a:prstGeom>
            <a:noFill/>
            <a:ln w="127000">
              <a:solidFill>
                <a:srgbClr val="EAEAEA">
                  <a:alpha val="79999"/>
                </a:srgb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1" name="Line 11">
              <a:extLst>
                <a:ext uri="{FF2B5EF4-FFF2-40B4-BE49-F238E27FC236}">
                  <a16:creationId xmlns:a16="http://schemas.microsoft.com/office/drawing/2014/main" id="{CF0CFD84-A080-1AFB-DD90-F5CB97144DFC}"/>
                </a:ext>
              </a:extLst>
            </p:cNvPr>
            <p:cNvSpPr>
              <a:spLocks noChangeShapeType="1"/>
            </p:cNvSpPr>
            <p:nvPr/>
          </p:nvSpPr>
          <p:spPr bwMode="gray">
            <a:xfrm flipV="1">
              <a:off x="2916259" y="4675177"/>
              <a:ext cx="485775" cy="304800"/>
            </a:xfrm>
            <a:prstGeom prst="line">
              <a:avLst/>
            </a:prstGeom>
            <a:noFill/>
            <a:ln w="127000">
              <a:solidFill>
                <a:srgbClr val="EAEAEA">
                  <a:alpha val="79999"/>
                </a:srgb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2" name="Line 12">
              <a:extLst>
                <a:ext uri="{FF2B5EF4-FFF2-40B4-BE49-F238E27FC236}">
                  <a16:creationId xmlns:a16="http://schemas.microsoft.com/office/drawing/2014/main" id="{18F95B65-24D0-B6A9-F549-3DD877445055}"/>
                </a:ext>
              </a:extLst>
            </p:cNvPr>
            <p:cNvSpPr>
              <a:spLocks noChangeShapeType="1"/>
            </p:cNvSpPr>
            <p:nvPr/>
          </p:nvSpPr>
          <p:spPr bwMode="gray">
            <a:xfrm flipV="1">
              <a:off x="5567384" y="3186102"/>
              <a:ext cx="487363" cy="304800"/>
            </a:xfrm>
            <a:prstGeom prst="line">
              <a:avLst/>
            </a:prstGeom>
            <a:noFill/>
            <a:ln w="127000">
              <a:solidFill>
                <a:srgbClr val="EAEAEA">
                  <a:alpha val="79999"/>
                </a:srgb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3" name="Line 13">
              <a:extLst>
                <a:ext uri="{FF2B5EF4-FFF2-40B4-BE49-F238E27FC236}">
                  <a16:creationId xmlns:a16="http://schemas.microsoft.com/office/drawing/2014/main" id="{A8671A6E-C6B1-5F63-D2F1-5015A45934B4}"/>
                </a:ext>
              </a:extLst>
            </p:cNvPr>
            <p:cNvSpPr>
              <a:spLocks noChangeShapeType="1"/>
            </p:cNvSpPr>
            <p:nvPr/>
          </p:nvSpPr>
          <p:spPr bwMode="gray">
            <a:xfrm flipV="1">
              <a:off x="5481659" y="3035289"/>
              <a:ext cx="488950" cy="304800"/>
            </a:xfrm>
            <a:prstGeom prst="line">
              <a:avLst/>
            </a:prstGeom>
            <a:noFill/>
            <a:ln w="127000">
              <a:solidFill>
                <a:srgbClr val="EAEAEA">
                  <a:alpha val="79999"/>
                </a:srgb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Oval 14">
              <a:extLst>
                <a:ext uri="{FF2B5EF4-FFF2-40B4-BE49-F238E27FC236}">
                  <a16:creationId xmlns:a16="http://schemas.microsoft.com/office/drawing/2014/main" id="{95ECC412-2BAE-4395-A758-4662ADA4D667}"/>
                </a:ext>
              </a:extLst>
            </p:cNvPr>
            <p:cNvSpPr>
              <a:spLocks noChangeArrowheads="1"/>
            </p:cNvSpPr>
            <p:nvPr/>
          </p:nvSpPr>
          <p:spPr bwMode="gray">
            <a:xfrm>
              <a:off x="1523949" y="4840556"/>
              <a:ext cx="1442385" cy="1424440"/>
            </a:xfrm>
            <a:prstGeom prst="ellipse">
              <a:avLst/>
            </a:prstGeom>
            <a:gradFill rotWithShape="1">
              <a:gsLst>
                <a:gs pos="0">
                  <a:schemeClr val="hlink"/>
                </a:gs>
                <a:gs pos="100000">
                  <a:schemeClr val="hlink">
                    <a:gamma/>
                    <a:shade val="31765"/>
                    <a:invGamma/>
                  </a:schemeClr>
                </a:gs>
              </a:gsLst>
              <a:lin ang="5400000" scaled="1"/>
            </a:gradFill>
            <a:ln w="38100" algn="ctr">
              <a:solidFill>
                <a:srgbClr val="F8F8F8">
                  <a:alpha val="80000"/>
                </a:srgbClr>
              </a:solidFill>
              <a:round/>
              <a:headEnd/>
              <a:tailEnd/>
            </a:ln>
            <a:effectLst/>
          </p:spPr>
          <p:txBody>
            <a:bodyPr wrap="none" anchor="ctr"/>
            <a:lstStyle/>
            <a:p>
              <a:pPr eaLnBrk="1" hangingPunct="1">
                <a:defRPr/>
              </a:pPr>
              <a:endParaRPr lang="zh-CN" altLang="en-US" sz="2000">
                <a:solidFill>
                  <a:schemeClr val="bg1"/>
                </a:solidFill>
                <a:latin typeface="微软雅黑" pitchFamily="34" charset="-122"/>
                <a:ea typeface="微软雅黑" pitchFamily="34" charset="-122"/>
              </a:endParaRPr>
            </a:p>
          </p:txBody>
        </p:sp>
        <p:sp>
          <p:nvSpPr>
            <p:cNvPr id="55315" name="Rectangle 16">
              <a:extLst>
                <a:ext uri="{FF2B5EF4-FFF2-40B4-BE49-F238E27FC236}">
                  <a16:creationId xmlns:a16="http://schemas.microsoft.com/office/drawing/2014/main" id="{FE0E793B-666D-F50B-BFFD-D217EF9D565B}"/>
                </a:ext>
              </a:extLst>
            </p:cNvPr>
            <p:cNvSpPr>
              <a:spLocks noChangeArrowheads="1"/>
            </p:cNvSpPr>
            <p:nvPr/>
          </p:nvSpPr>
          <p:spPr bwMode="gray">
            <a:xfrm>
              <a:off x="1577997" y="5299148"/>
              <a:ext cx="1422400" cy="476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0"/>
                </a:spcBef>
                <a:buClrTx/>
                <a:buSzTx/>
                <a:buFontTx/>
                <a:buNone/>
              </a:pPr>
              <a:r>
                <a:rPr lang="zh-CN" altLang="en-US" sz="2000" b="1" dirty="0">
                  <a:solidFill>
                    <a:schemeClr val="bg1"/>
                  </a:solidFill>
                  <a:latin typeface="微软雅黑 Light" panose="020B0502040204020203" pitchFamily="34" charset="-122"/>
                  <a:ea typeface="微软雅黑 Light" panose="020B0502040204020203" pitchFamily="34" charset="-122"/>
                </a:rPr>
                <a:t>渐近明细</a:t>
              </a:r>
              <a:endParaRPr lang="en-US" altLang="zh-CN" sz="2000" dirty="0">
                <a:solidFill>
                  <a:schemeClr val="bg1"/>
                </a:solidFill>
                <a:latin typeface="微软雅黑 Light" panose="020B0502040204020203" pitchFamily="34" charset="-122"/>
                <a:ea typeface="微软雅黑 Light" panose="020B0502040204020203" pitchFamily="34" charset="-122"/>
                <a:cs typeface="Arial" panose="020B0604020202020204" pitchFamily="34" charset="0"/>
              </a:endParaRPr>
            </a:p>
          </p:txBody>
        </p:sp>
        <p:sp>
          <p:nvSpPr>
            <p:cNvPr id="55316" name="Oval 17">
              <a:extLst>
                <a:ext uri="{FF2B5EF4-FFF2-40B4-BE49-F238E27FC236}">
                  <a16:creationId xmlns:a16="http://schemas.microsoft.com/office/drawing/2014/main" id="{144A79E6-76F1-3DF4-6CF9-CC0EC235E5ED}"/>
                </a:ext>
              </a:extLst>
            </p:cNvPr>
            <p:cNvSpPr>
              <a:spLocks noChangeArrowheads="1"/>
            </p:cNvSpPr>
            <p:nvPr/>
          </p:nvSpPr>
          <p:spPr bwMode="gray">
            <a:xfrm>
              <a:off x="1422422" y="4722802"/>
              <a:ext cx="1647825" cy="1646237"/>
            </a:xfrm>
            <a:prstGeom prst="ellipse">
              <a:avLst/>
            </a:prstGeom>
            <a:noFill/>
            <a:ln w="127000">
              <a:solidFill>
                <a:srgbClr val="EAEAEA">
                  <a:alpha val="79999"/>
                </a:srgbClr>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zh-CN" sz="2000">
                <a:solidFill>
                  <a:schemeClr val="bg1"/>
                </a:solidFill>
                <a:latin typeface="微软雅黑" panose="020B0503020204020204" pitchFamily="34" charset="-122"/>
                <a:ea typeface="微软雅黑" panose="020B0503020204020204" pitchFamily="34" charset="-122"/>
              </a:endParaRPr>
            </a:p>
          </p:txBody>
        </p:sp>
        <p:sp>
          <p:nvSpPr>
            <p:cNvPr id="55317" name="Oval 18">
              <a:extLst>
                <a:ext uri="{FF2B5EF4-FFF2-40B4-BE49-F238E27FC236}">
                  <a16:creationId xmlns:a16="http://schemas.microsoft.com/office/drawing/2014/main" id="{4E8AED81-E28C-401A-F9F9-8A982C8597DD}"/>
                </a:ext>
              </a:extLst>
            </p:cNvPr>
            <p:cNvSpPr>
              <a:spLocks noChangeArrowheads="1"/>
            </p:cNvSpPr>
            <p:nvPr/>
          </p:nvSpPr>
          <p:spPr bwMode="gray">
            <a:xfrm>
              <a:off x="1466872" y="1976427"/>
              <a:ext cx="1439862" cy="1423987"/>
            </a:xfrm>
            <a:prstGeom prst="ellipse">
              <a:avLst/>
            </a:prstGeom>
            <a:gradFill rotWithShape="1">
              <a:gsLst>
                <a:gs pos="0">
                  <a:srgbClr val="669900"/>
                </a:gs>
                <a:gs pos="100000">
                  <a:srgbClr val="203100"/>
                </a:gs>
              </a:gsLst>
              <a:lin ang="5400000" scaled="1"/>
            </a:gradFill>
            <a:ln w="38100" algn="ctr">
              <a:solidFill>
                <a:srgbClr val="F8F8F8">
                  <a:alpha val="79999"/>
                </a:srgbClr>
              </a:solidFill>
              <a:round/>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zh-CN" sz="2000">
                <a:solidFill>
                  <a:schemeClr val="bg1"/>
                </a:solidFill>
                <a:latin typeface="微软雅黑" panose="020B0503020204020204" pitchFamily="34" charset="-122"/>
                <a:ea typeface="微软雅黑" panose="020B0503020204020204" pitchFamily="34" charset="-122"/>
              </a:endParaRPr>
            </a:p>
          </p:txBody>
        </p:sp>
        <p:sp>
          <p:nvSpPr>
            <p:cNvPr id="55318" name="Rectangle 20">
              <a:extLst>
                <a:ext uri="{FF2B5EF4-FFF2-40B4-BE49-F238E27FC236}">
                  <a16:creationId xmlns:a16="http://schemas.microsoft.com/office/drawing/2014/main" id="{A64662AC-4FB7-1293-D86A-74E35E0F08DC}"/>
                </a:ext>
              </a:extLst>
            </p:cNvPr>
            <p:cNvSpPr>
              <a:spLocks noChangeArrowheads="1"/>
            </p:cNvSpPr>
            <p:nvPr/>
          </p:nvSpPr>
          <p:spPr bwMode="gray">
            <a:xfrm>
              <a:off x="1427985" y="2442096"/>
              <a:ext cx="1493838" cy="476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0"/>
                </a:spcBef>
                <a:buClrTx/>
                <a:buSzTx/>
                <a:buFontTx/>
                <a:buNone/>
              </a:pPr>
              <a:r>
                <a:rPr lang="zh-CN" altLang="en-US" sz="2000" b="1" dirty="0">
                  <a:solidFill>
                    <a:schemeClr val="bg1"/>
                  </a:solidFill>
                  <a:latin typeface="微软雅黑 Light" panose="020B0502040204020203" pitchFamily="34" charset="-122"/>
                  <a:ea typeface="微软雅黑 Light" panose="020B0502040204020203" pitchFamily="34" charset="-122"/>
                </a:rPr>
                <a:t>逻辑实体</a:t>
              </a:r>
              <a:endParaRPr lang="en-US" altLang="zh-CN" sz="2000" b="1" dirty="0">
                <a:solidFill>
                  <a:schemeClr val="bg1"/>
                </a:solidFill>
                <a:latin typeface="微软雅黑 Light" panose="020B0502040204020203" pitchFamily="34" charset="-122"/>
                <a:ea typeface="微软雅黑 Light" panose="020B0502040204020203" pitchFamily="34" charset="-122"/>
                <a:cs typeface="Arial" panose="020B0604020202020204" pitchFamily="34" charset="0"/>
              </a:endParaRPr>
            </a:p>
          </p:txBody>
        </p:sp>
        <p:sp>
          <p:nvSpPr>
            <p:cNvPr id="55319" name="Oval 21">
              <a:extLst>
                <a:ext uri="{FF2B5EF4-FFF2-40B4-BE49-F238E27FC236}">
                  <a16:creationId xmlns:a16="http://schemas.microsoft.com/office/drawing/2014/main" id="{D89BABF8-FFDA-B886-8CE9-9BB9B3B4AA04}"/>
                </a:ext>
              </a:extLst>
            </p:cNvPr>
            <p:cNvSpPr>
              <a:spLocks noChangeArrowheads="1"/>
            </p:cNvSpPr>
            <p:nvPr/>
          </p:nvSpPr>
          <p:spPr bwMode="gray">
            <a:xfrm>
              <a:off x="1363684" y="1857364"/>
              <a:ext cx="1649413" cy="1646239"/>
            </a:xfrm>
            <a:prstGeom prst="ellipse">
              <a:avLst/>
            </a:prstGeom>
            <a:noFill/>
            <a:ln w="127000">
              <a:solidFill>
                <a:srgbClr val="EAEAEA">
                  <a:alpha val="79999"/>
                </a:srgbClr>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zh-CN" sz="2000">
                <a:solidFill>
                  <a:schemeClr val="bg1"/>
                </a:solidFill>
                <a:latin typeface="微软雅黑" panose="020B0503020204020204" pitchFamily="34" charset="-122"/>
                <a:ea typeface="微软雅黑" panose="020B0503020204020204" pitchFamily="34" charset="-122"/>
              </a:endParaRPr>
            </a:p>
          </p:txBody>
        </p:sp>
        <p:sp>
          <p:nvSpPr>
            <p:cNvPr id="55320" name="Line 22">
              <a:extLst>
                <a:ext uri="{FF2B5EF4-FFF2-40B4-BE49-F238E27FC236}">
                  <a16:creationId xmlns:a16="http://schemas.microsoft.com/office/drawing/2014/main" id="{4D5EB4C2-CBFA-7CC8-88A3-C08B95F1C717}"/>
                </a:ext>
              </a:extLst>
            </p:cNvPr>
            <p:cNvSpPr>
              <a:spLocks noChangeShapeType="1"/>
            </p:cNvSpPr>
            <p:nvPr/>
          </p:nvSpPr>
          <p:spPr bwMode="gray">
            <a:xfrm>
              <a:off x="2887684" y="3078152"/>
              <a:ext cx="561975" cy="342900"/>
            </a:xfrm>
            <a:prstGeom prst="line">
              <a:avLst/>
            </a:prstGeom>
            <a:noFill/>
            <a:ln w="127000">
              <a:solidFill>
                <a:srgbClr val="EAEAEA">
                  <a:alpha val="79999"/>
                </a:srgb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1" name="Line 23">
              <a:extLst>
                <a:ext uri="{FF2B5EF4-FFF2-40B4-BE49-F238E27FC236}">
                  <a16:creationId xmlns:a16="http://schemas.microsoft.com/office/drawing/2014/main" id="{1497B095-E474-435B-7413-A96D1913561C}"/>
                </a:ext>
              </a:extLst>
            </p:cNvPr>
            <p:cNvSpPr>
              <a:spLocks noChangeShapeType="1"/>
            </p:cNvSpPr>
            <p:nvPr/>
          </p:nvSpPr>
          <p:spPr bwMode="gray">
            <a:xfrm>
              <a:off x="2801959" y="3222614"/>
              <a:ext cx="563563" cy="342900"/>
            </a:xfrm>
            <a:prstGeom prst="line">
              <a:avLst/>
            </a:prstGeom>
            <a:noFill/>
            <a:ln w="127000">
              <a:solidFill>
                <a:srgbClr val="EAEAEA">
                  <a:alpha val="79999"/>
                </a:srgb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Oval 24">
              <a:extLst>
                <a:ext uri="{FF2B5EF4-FFF2-40B4-BE49-F238E27FC236}">
                  <a16:creationId xmlns:a16="http://schemas.microsoft.com/office/drawing/2014/main" id="{BEBC0C01-DA06-4264-AF22-1D1DCFD0FA74}"/>
                </a:ext>
              </a:extLst>
            </p:cNvPr>
            <p:cNvSpPr>
              <a:spLocks noChangeArrowheads="1"/>
            </p:cNvSpPr>
            <p:nvPr/>
          </p:nvSpPr>
          <p:spPr bwMode="gray">
            <a:xfrm>
              <a:off x="5974097" y="1976541"/>
              <a:ext cx="1438658" cy="1424440"/>
            </a:xfrm>
            <a:prstGeom prst="ellipse">
              <a:avLst/>
            </a:prstGeom>
            <a:gradFill rotWithShape="1">
              <a:gsLst>
                <a:gs pos="0">
                  <a:schemeClr val="accent1"/>
                </a:gs>
                <a:gs pos="100000">
                  <a:schemeClr val="accent1">
                    <a:gamma/>
                    <a:shade val="31765"/>
                    <a:invGamma/>
                  </a:schemeClr>
                </a:gs>
              </a:gsLst>
              <a:lin ang="5400000" scaled="1"/>
            </a:gradFill>
            <a:ln w="38100" algn="ctr">
              <a:solidFill>
                <a:srgbClr val="F8F8F8">
                  <a:alpha val="80000"/>
                </a:srgbClr>
              </a:solidFill>
              <a:round/>
              <a:headEnd/>
              <a:tailEnd/>
            </a:ln>
            <a:effectLst/>
          </p:spPr>
          <p:txBody>
            <a:bodyPr wrap="none" anchor="ctr"/>
            <a:lstStyle/>
            <a:p>
              <a:pPr eaLnBrk="1" hangingPunct="1">
                <a:defRPr/>
              </a:pPr>
              <a:endParaRPr lang="zh-CN" altLang="en-US" sz="2000">
                <a:solidFill>
                  <a:schemeClr val="bg1"/>
                </a:solidFill>
                <a:latin typeface="微软雅黑" pitchFamily="34" charset="-122"/>
                <a:ea typeface="微软雅黑" pitchFamily="34" charset="-122"/>
              </a:endParaRPr>
            </a:p>
          </p:txBody>
        </p:sp>
        <p:sp>
          <p:nvSpPr>
            <p:cNvPr id="55323" name="Rectangle 26">
              <a:extLst>
                <a:ext uri="{FF2B5EF4-FFF2-40B4-BE49-F238E27FC236}">
                  <a16:creationId xmlns:a16="http://schemas.microsoft.com/office/drawing/2014/main" id="{17E3B218-BB18-3C0A-A685-64B28181CFDC}"/>
                </a:ext>
              </a:extLst>
            </p:cNvPr>
            <p:cNvSpPr>
              <a:spLocks noChangeArrowheads="1"/>
            </p:cNvSpPr>
            <p:nvPr/>
          </p:nvSpPr>
          <p:spPr bwMode="gray">
            <a:xfrm>
              <a:off x="5956322" y="2314564"/>
              <a:ext cx="1493837" cy="843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0"/>
                </a:spcBef>
                <a:buClrTx/>
                <a:buSzTx/>
                <a:buFontTx/>
                <a:buNone/>
              </a:pPr>
              <a:r>
                <a:rPr lang="zh-CN" altLang="en-US" sz="2000" b="1" dirty="0">
                  <a:solidFill>
                    <a:schemeClr val="bg1"/>
                  </a:solidFill>
                  <a:latin typeface="微软雅黑 Light" panose="020B0502040204020203" pitchFamily="34" charset="-122"/>
                  <a:ea typeface="微软雅黑 Light" panose="020B0502040204020203" pitchFamily="34" charset="-122"/>
                </a:rPr>
                <a:t>相互作用的系统</a:t>
              </a:r>
              <a:endParaRPr lang="en-US" altLang="zh-CN" sz="2000" b="1" dirty="0">
                <a:solidFill>
                  <a:schemeClr val="bg1"/>
                </a:solidFill>
                <a:latin typeface="微软雅黑 Light" panose="020B0502040204020203" pitchFamily="34" charset="-122"/>
                <a:ea typeface="微软雅黑 Light" panose="020B0502040204020203" pitchFamily="34" charset="-122"/>
                <a:cs typeface="Arial" panose="020B0604020202020204" pitchFamily="34" charset="0"/>
              </a:endParaRPr>
            </a:p>
          </p:txBody>
        </p:sp>
        <p:sp>
          <p:nvSpPr>
            <p:cNvPr id="55324" name="Oval 27">
              <a:extLst>
                <a:ext uri="{FF2B5EF4-FFF2-40B4-BE49-F238E27FC236}">
                  <a16:creationId xmlns:a16="http://schemas.microsoft.com/office/drawing/2014/main" id="{CA067823-55D0-FCB3-3311-BB569C7C07F5}"/>
                </a:ext>
              </a:extLst>
            </p:cNvPr>
            <p:cNvSpPr>
              <a:spLocks noChangeArrowheads="1"/>
            </p:cNvSpPr>
            <p:nvPr/>
          </p:nvSpPr>
          <p:spPr bwMode="gray">
            <a:xfrm>
              <a:off x="5870597" y="1857364"/>
              <a:ext cx="1647825" cy="1646238"/>
            </a:xfrm>
            <a:prstGeom prst="ellipse">
              <a:avLst/>
            </a:prstGeom>
            <a:noFill/>
            <a:ln w="127000">
              <a:solidFill>
                <a:srgbClr val="EAEAEA">
                  <a:alpha val="79999"/>
                </a:srgbClr>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zh-CN" sz="2000">
                <a:solidFill>
                  <a:schemeClr val="bg1"/>
                </a:solidFill>
                <a:latin typeface="微软雅黑" panose="020B0503020204020204" pitchFamily="34" charset="-122"/>
                <a:ea typeface="微软雅黑" panose="020B0503020204020204" pitchFamily="34" charset="-122"/>
              </a:endParaRPr>
            </a:p>
          </p:txBody>
        </p:sp>
        <p:sp>
          <p:nvSpPr>
            <p:cNvPr id="55325" name="Line 28">
              <a:extLst>
                <a:ext uri="{FF2B5EF4-FFF2-40B4-BE49-F238E27FC236}">
                  <a16:creationId xmlns:a16="http://schemas.microsoft.com/office/drawing/2014/main" id="{DE26C749-D3CD-B8E1-296D-47F8FB342F35}"/>
                </a:ext>
              </a:extLst>
            </p:cNvPr>
            <p:cNvSpPr>
              <a:spLocks noChangeShapeType="1"/>
            </p:cNvSpPr>
            <p:nvPr/>
          </p:nvSpPr>
          <p:spPr bwMode="gray">
            <a:xfrm>
              <a:off x="5651522" y="4540239"/>
              <a:ext cx="561975" cy="342900"/>
            </a:xfrm>
            <a:prstGeom prst="line">
              <a:avLst/>
            </a:prstGeom>
            <a:noFill/>
            <a:ln w="127000">
              <a:solidFill>
                <a:srgbClr val="EAEAEA">
                  <a:alpha val="79999"/>
                </a:srgb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6" name="Line 29">
              <a:extLst>
                <a:ext uri="{FF2B5EF4-FFF2-40B4-BE49-F238E27FC236}">
                  <a16:creationId xmlns:a16="http://schemas.microsoft.com/office/drawing/2014/main" id="{E3B7563E-4777-9AFF-1B04-2933C2A0F40F}"/>
                </a:ext>
              </a:extLst>
            </p:cNvPr>
            <p:cNvSpPr>
              <a:spLocks noChangeShapeType="1"/>
            </p:cNvSpPr>
            <p:nvPr/>
          </p:nvSpPr>
          <p:spPr bwMode="gray">
            <a:xfrm>
              <a:off x="5565797" y="4684702"/>
              <a:ext cx="563562" cy="344487"/>
            </a:xfrm>
            <a:prstGeom prst="line">
              <a:avLst/>
            </a:prstGeom>
            <a:noFill/>
            <a:ln w="127000">
              <a:solidFill>
                <a:srgbClr val="EAEAEA">
                  <a:alpha val="79999"/>
                </a:srgbClr>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 name="文本框 1">
            <a:extLst>
              <a:ext uri="{FF2B5EF4-FFF2-40B4-BE49-F238E27FC236}">
                <a16:creationId xmlns:a16="http://schemas.microsoft.com/office/drawing/2014/main" id="{1D1C4B3F-CD95-5B67-E1B1-5900585913AE}"/>
              </a:ext>
            </a:extLst>
          </p:cNvPr>
          <p:cNvSpPr txBox="1">
            <a:spLocks noChangeArrowheads="1"/>
          </p:cNvSpPr>
          <p:nvPr/>
        </p:nvSpPr>
        <p:spPr bwMode="auto">
          <a:xfrm>
            <a:off x="4611688" y="5380038"/>
            <a:ext cx="3384550" cy="1200150"/>
          </a:xfrm>
          <a:prstGeom prst="rect">
            <a:avLst/>
          </a:prstGeom>
          <a:noFill/>
          <a:ln w="28575">
            <a:solidFill>
              <a:srgbClr val="FF66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pPr>
              <a:buFont typeface="Arial" panose="020B0604020202020204" pitchFamily="34" charset="0"/>
              <a:buChar char="•"/>
            </a:pPr>
            <a:r>
              <a:rPr lang="zh-CN" altLang="en-US"/>
              <a:t>脑力成果</a:t>
            </a:r>
            <a:endParaRPr lang="en-US" altLang="zh-CN"/>
          </a:p>
          <a:p>
            <a:pPr>
              <a:buFont typeface="Arial" panose="020B0604020202020204" pitchFamily="34" charset="0"/>
              <a:buChar char="•"/>
            </a:pPr>
            <a:r>
              <a:rPr lang="zh-CN" altLang="en-US"/>
              <a:t>唯一性</a:t>
            </a:r>
            <a:r>
              <a:rPr lang="en-US" altLang="zh-CN"/>
              <a:t>(</a:t>
            </a:r>
            <a:r>
              <a:rPr lang="zh-CN" altLang="en-US"/>
              <a:t>一次性</a:t>
            </a:r>
            <a:r>
              <a:rPr lang="en-US" altLang="zh-CN"/>
              <a:t>)</a:t>
            </a:r>
          </a:p>
          <a:p>
            <a:pPr>
              <a:buFont typeface="Arial" panose="020B0604020202020204" pitchFamily="34" charset="0"/>
              <a:buChar char="•"/>
            </a:pPr>
            <a:r>
              <a:rPr lang="zh-CN" altLang="en-US"/>
              <a:t>依赖用户需求</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1" fill="hold" nodeType="clickEffect">
                                  <p:stCondLst>
                                    <p:cond delay="0"/>
                                  </p:stCondLst>
                                  <p:childTnLst>
                                    <p:set>
                                      <p:cBhvr>
                                        <p:cTn id="6" dur="1" fill="hold">
                                          <p:stCondLst>
                                            <p:cond delay="0"/>
                                          </p:stCondLst>
                                        </p:cTn>
                                        <p:tgtEl>
                                          <p:spTgt spid="24581"/>
                                        </p:tgtEl>
                                        <p:attrNameLst>
                                          <p:attrName>style.visibility</p:attrName>
                                        </p:attrNameLst>
                                      </p:cBhvr>
                                      <p:to>
                                        <p:strVal val="visible"/>
                                      </p:to>
                                    </p:set>
                                    <p:animEffect transition="in" filter="wheel(1)">
                                      <p:cBhvr>
                                        <p:cTn id="7" dur="2000"/>
                                        <p:tgtEl>
                                          <p:spTgt spid="245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a:extLst>
              <a:ext uri="{FF2B5EF4-FFF2-40B4-BE49-F238E27FC236}">
                <a16:creationId xmlns:a16="http://schemas.microsoft.com/office/drawing/2014/main" id="{9CAEDB08-996B-C4D6-8809-5B1B50E4F82B}"/>
              </a:ext>
            </a:extLst>
          </p:cNvPr>
          <p:cNvSpPr>
            <a:spLocks noGrp="1"/>
          </p:cNvSpPr>
          <p:nvPr>
            <p:ph type="title"/>
          </p:nvPr>
        </p:nvSpPr>
        <p:spPr>
          <a:xfrm>
            <a:off x="2136775" y="228600"/>
            <a:ext cx="8153400" cy="990600"/>
          </a:xfrm>
        </p:spPr>
        <p:txBody>
          <a:bodyPr/>
          <a:lstStyle/>
          <a:p>
            <a:r>
              <a:rPr lang="zh-CN" altLang="en-US" dirty="0">
                <a:latin typeface="微软雅黑 Light" panose="020B0502040204020203" pitchFamily="34" charset="-122"/>
                <a:ea typeface="微软雅黑 Light" panose="020B0502040204020203" pitchFamily="34" charset="-122"/>
              </a:rPr>
              <a:t> 传统软件开发面临挑战</a:t>
            </a:r>
            <a:endParaRPr lang="zh-CN" altLang="en-US" dirty="0"/>
          </a:p>
        </p:txBody>
      </p:sp>
      <p:pic>
        <p:nvPicPr>
          <p:cNvPr id="56323" name="内容占位符 5">
            <a:extLst>
              <a:ext uri="{FF2B5EF4-FFF2-40B4-BE49-F238E27FC236}">
                <a16:creationId xmlns:a16="http://schemas.microsoft.com/office/drawing/2014/main" id="{E219B7A1-35E2-88F8-D858-4C9E69FBA3BF}"/>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847851" y="1550989"/>
            <a:ext cx="8442325" cy="4579937"/>
          </a:xfr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a:extLst>
              <a:ext uri="{FF2B5EF4-FFF2-40B4-BE49-F238E27FC236}">
                <a16:creationId xmlns:a16="http://schemas.microsoft.com/office/drawing/2014/main" id="{D01D0E1C-847A-06AD-6773-253A68684095}"/>
              </a:ext>
            </a:extLst>
          </p:cNvPr>
          <p:cNvSpPr>
            <a:spLocks noGrp="1"/>
          </p:cNvSpPr>
          <p:nvPr>
            <p:ph type="title"/>
          </p:nvPr>
        </p:nvSpPr>
        <p:spPr>
          <a:xfrm>
            <a:off x="2136775" y="228600"/>
            <a:ext cx="8153400" cy="990600"/>
          </a:xfrm>
        </p:spPr>
        <p:txBody>
          <a:bodyPr/>
          <a:lstStyle/>
          <a:p>
            <a:r>
              <a:rPr lang="en-US" altLang="zh-CN" b="1"/>
              <a:t>Rapid software development</a:t>
            </a:r>
            <a:endParaRPr lang="zh-CN" altLang="en-US"/>
          </a:p>
        </p:txBody>
      </p:sp>
      <p:sp>
        <p:nvSpPr>
          <p:cNvPr id="3" name="内容占位符 2">
            <a:extLst>
              <a:ext uri="{FF2B5EF4-FFF2-40B4-BE49-F238E27FC236}">
                <a16:creationId xmlns:a16="http://schemas.microsoft.com/office/drawing/2014/main" id="{E30E4752-754A-425F-BA2F-B8A7D41EAE89}"/>
              </a:ext>
            </a:extLst>
          </p:cNvPr>
          <p:cNvSpPr>
            <a:spLocks noGrp="1"/>
          </p:cNvSpPr>
          <p:nvPr>
            <p:ph sz="quarter" idx="1"/>
          </p:nvPr>
        </p:nvSpPr>
        <p:spPr>
          <a:xfrm>
            <a:off x="2136775" y="1600200"/>
            <a:ext cx="8153400" cy="4495800"/>
          </a:xfrm>
          <a:ln w="28575">
            <a:solidFill>
              <a:srgbClr val="0070C0"/>
            </a:solidFill>
          </a:ln>
        </p:spPr>
        <p:txBody>
          <a:bodyPr/>
          <a:lstStyle/>
          <a:p>
            <a:pPr marL="0" indent="0">
              <a:buNone/>
              <a:defRPr/>
            </a:pPr>
            <a:endParaRPr lang="zh-CN" altLang="en-US" dirty="0"/>
          </a:p>
          <a:p>
            <a:pPr>
              <a:defRPr/>
            </a:pPr>
            <a:r>
              <a:rPr lang="en-US" altLang="zh-CN" dirty="0"/>
              <a:t>Rapidly changing business environments.</a:t>
            </a:r>
          </a:p>
          <a:p>
            <a:pPr marL="0" indent="0">
              <a:buNone/>
              <a:defRPr/>
            </a:pPr>
            <a:endParaRPr lang="zh-CN" altLang="en-US" dirty="0"/>
          </a:p>
          <a:p>
            <a:pPr>
              <a:defRPr/>
            </a:pPr>
            <a:r>
              <a:rPr lang="en-US" altLang="zh-CN" dirty="0"/>
              <a:t>Rapid development </a:t>
            </a:r>
            <a:r>
              <a:rPr lang="en-US" altLang="zh-CN" i="1" dirty="0"/>
              <a:t>and </a:t>
            </a:r>
            <a:r>
              <a:rPr lang="en-US" altLang="zh-CN" dirty="0"/>
              <a:t>delivery is Critical.</a:t>
            </a:r>
          </a:p>
          <a:p>
            <a:pPr marL="0" indent="0">
              <a:buNone/>
              <a:defRPr/>
            </a:pPr>
            <a:endParaRPr lang="zh-CN" altLang="en-US" dirty="0"/>
          </a:p>
          <a:p>
            <a:pPr>
              <a:defRPr/>
            </a:pPr>
            <a:r>
              <a:rPr lang="en-US" altLang="zh-CN" dirty="0"/>
              <a:t>Rapid development and delivery is now often the most important requirement for software systems</a:t>
            </a:r>
          </a:p>
          <a:p>
            <a:pPr>
              <a:defRPr/>
            </a:pPr>
            <a:endParaRPr lang="en-US" altLang="zh-CN" dirty="0"/>
          </a:p>
          <a:p>
            <a:pPr>
              <a:defRPr/>
            </a:pP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a:extLst>
              <a:ext uri="{FF2B5EF4-FFF2-40B4-BE49-F238E27FC236}">
                <a16:creationId xmlns:a16="http://schemas.microsoft.com/office/drawing/2014/main" id="{D8FEA593-D9E0-EED9-CFBE-7D4421690F14}"/>
              </a:ext>
            </a:extLst>
          </p:cNvPr>
          <p:cNvSpPr>
            <a:spLocks noGrp="1"/>
          </p:cNvSpPr>
          <p:nvPr>
            <p:ph type="title"/>
          </p:nvPr>
        </p:nvSpPr>
        <p:spPr>
          <a:xfrm>
            <a:off x="2136775" y="228600"/>
            <a:ext cx="8153400" cy="990600"/>
          </a:xfrm>
        </p:spPr>
        <p:txBody>
          <a:bodyPr/>
          <a:lstStyle/>
          <a:p>
            <a:r>
              <a:rPr lang="en-US" altLang="zh-CN" b="1"/>
              <a:t>VUCA</a:t>
            </a:r>
            <a:r>
              <a:rPr lang="zh-CN" altLang="en-US" b="1"/>
              <a:t>时代</a:t>
            </a:r>
          </a:p>
        </p:txBody>
      </p:sp>
      <p:pic>
        <p:nvPicPr>
          <p:cNvPr id="39939" name="内容占位符 5">
            <a:extLst>
              <a:ext uri="{FF2B5EF4-FFF2-40B4-BE49-F238E27FC236}">
                <a16:creationId xmlns:a16="http://schemas.microsoft.com/office/drawing/2014/main" id="{86FFABFF-6B91-39E7-1EE6-7EA9C6B8BDC3}"/>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057401" y="1700214"/>
            <a:ext cx="8342313" cy="4105275"/>
          </a:xfr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9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a:extLst>
              <a:ext uri="{FF2B5EF4-FFF2-40B4-BE49-F238E27FC236}">
                <a16:creationId xmlns:a16="http://schemas.microsoft.com/office/drawing/2014/main" id="{9D6A5AAE-AB4F-A52F-1FCB-D297691D17BD}"/>
              </a:ext>
            </a:extLst>
          </p:cNvPr>
          <p:cNvSpPr>
            <a:spLocks noGrp="1"/>
          </p:cNvSpPr>
          <p:nvPr>
            <p:ph type="title"/>
          </p:nvPr>
        </p:nvSpPr>
        <p:spPr>
          <a:xfrm>
            <a:off x="2136775" y="228600"/>
            <a:ext cx="8153400" cy="990600"/>
          </a:xfrm>
        </p:spPr>
        <p:txBody>
          <a:bodyPr anchor="t"/>
          <a:lstStyle/>
          <a:p>
            <a:pPr eaLnBrk="1" hangingPunct="1"/>
            <a:r>
              <a:rPr lang="zh-CN" altLang="en-US" dirty="0">
                <a:latin typeface="微软雅黑 Light" panose="020B0502040204020203" pitchFamily="34" charset="-122"/>
                <a:ea typeface="微软雅黑 Light" panose="020B0502040204020203" pitchFamily="34" charset="-122"/>
              </a:rPr>
              <a:t>敏捷模型</a:t>
            </a:r>
            <a:r>
              <a:rPr lang="zh-CN" altLang="zh-CN" dirty="0">
                <a:latin typeface="微软雅黑 Light" panose="020B0502040204020203" pitchFamily="34" charset="-122"/>
                <a:ea typeface="微软雅黑 Light" panose="020B0502040204020203" pitchFamily="34" charset="-122"/>
              </a:rPr>
              <a:t>（</a:t>
            </a:r>
            <a:r>
              <a:rPr lang="en-US" altLang="zh-CN" dirty="0">
                <a:latin typeface="微软雅黑 Light" panose="020B0502040204020203" pitchFamily="34" charset="-122"/>
                <a:ea typeface="微软雅黑 Light" panose="020B0502040204020203" pitchFamily="34" charset="-122"/>
              </a:rPr>
              <a:t>Agile Development</a:t>
            </a:r>
            <a:r>
              <a:rPr lang="zh-CN" altLang="zh-CN" dirty="0">
                <a:latin typeface="微软雅黑 Light" panose="020B0502040204020203" pitchFamily="34" charset="-122"/>
                <a:ea typeface="微软雅黑 Light" panose="020B0502040204020203" pitchFamily="34" charset="-122"/>
              </a:rPr>
              <a:t>）</a:t>
            </a:r>
            <a:endParaRPr lang="zh-CN" altLang="en-US" dirty="0">
              <a:latin typeface="微软雅黑 Light" panose="020B0502040204020203" pitchFamily="34" charset="-122"/>
              <a:ea typeface="微软雅黑 Light" panose="020B0502040204020203" pitchFamily="34" charset="-122"/>
            </a:endParaRPr>
          </a:p>
        </p:txBody>
      </p:sp>
      <p:sp>
        <p:nvSpPr>
          <p:cNvPr id="43013" name="内容占位符 2">
            <a:extLst>
              <a:ext uri="{FF2B5EF4-FFF2-40B4-BE49-F238E27FC236}">
                <a16:creationId xmlns:a16="http://schemas.microsoft.com/office/drawing/2014/main" id="{6683E103-5609-4229-B636-8DC50DEEB787}"/>
              </a:ext>
            </a:extLst>
          </p:cNvPr>
          <p:cNvSpPr>
            <a:spLocks noGrp="1"/>
          </p:cNvSpPr>
          <p:nvPr>
            <p:ph sz="quarter" idx="1"/>
          </p:nvPr>
        </p:nvSpPr>
        <p:spPr>
          <a:xfrm>
            <a:off x="1774825" y="2276475"/>
            <a:ext cx="8370888" cy="2160588"/>
          </a:xfrm>
          <a:solidFill>
            <a:schemeClr val="accent1">
              <a:lumMod val="60000"/>
              <a:lumOff val="40000"/>
            </a:schemeClr>
          </a:solidFill>
        </p:spPr>
        <p:txBody>
          <a:bodyPr/>
          <a:lstStyle/>
          <a:p>
            <a:pPr eaLnBrk="1" hangingPunct="1">
              <a:buFont typeface="Wingdings" panose="05000000000000000000" pitchFamily="2" charset="2"/>
              <a:buChar char="l"/>
              <a:defRPr/>
            </a:pPr>
            <a:r>
              <a:rPr lang="zh-CN" altLang="zh-CN" sz="3600" dirty="0">
                <a:latin typeface="微软雅黑 Light" panose="020B0502040204020203" pitchFamily="34" charset="-122"/>
              </a:rPr>
              <a:t>敏捷组织提出的一个灵活开发方法</a:t>
            </a:r>
            <a:endParaRPr lang="en-US" altLang="zh-CN" sz="3600" dirty="0">
              <a:latin typeface="微软雅黑 Light" panose="020B0502040204020203" pitchFamily="34" charset="-122"/>
            </a:endParaRPr>
          </a:p>
          <a:p>
            <a:pPr eaLnBrk="1" hangingPunct="1">
              <a:buFont typeface="Wingdings" panose="05000000000000000000" pitchFamily="2" charset="2"/>
              <a:buChar char="l"/>
              <a:defRPr/>
            </a:pPr>
            <a:r>
              <a:rPr lang="zh-CN" altLang="en-US" sz="3600" dirty="0">
                <a:latin typeface="微软雅黑 Light" panose="020B0502040204020203" pitchFamily="34" charset="-122"/>
              </a:rPr>
              <a:t>应对</a:t>
            </a:r>
            <a:r>
              <a:rPr lang="zh-CN" altLang="zh-CN" sz="3600" dirty="0">
                <a:latin typeface="微软雅黑 Light" panose="020B0502040204020203" pitchFamily="34" charset="-122"/>
              </a:rPr>
              <a:t>迅速变化需求</a:t>
            </a:r>
            <a:r>
              <a:rPr lang="zh-CN" altLang="en-US" sz="3600" dirty="0">
                <a:latin typeface="微软雅黑 Light" panose="020B0502040204020203" pitchFamily="34" charset="-122"/>
              </a:rPr>
              <a:t>的</a:t>
            </a:r>
            <a:r>
              <a:rPr lang="zh-CN" altLang="zh-CN" sz="3600" dirty="0">
                <a:latin typeface="微软雅黑 Light" panose="020B0502040204020203" pitchFamily="34" charset="-122"/>
              </a:rPr>
              <a:t>快速软件开发方法</a:t>
            </a:r>
            <a:endParaRPr lang="en-US" altLang="zh-CN" sz="3600" dirty="0">
              <a:latin typeface="微软雅黑 Light" panose="020B0502040204020203" pitchFamily="34" charset="-122"/>
            </a:endParaRPr>
          </a:p>
          <a:p>
            <a:pPr eaLnBrk="1" hangingPunct="1">
              <a:buFont typeface="Wingdings" panose="05000000000000000000" pitchFamily="2" charset="2"/>
              <a:buChar char="l"/>
              <a:defRPr/>
            </a:pPr>
            <a:r>
              <a:rPr lang="zh-CN" altLang="zh-CN" sz="3600" dirty="0">
                <a:latin typeface="微软雅黑 Light" panose="020B0502040204020203" pitchFamily="34" charset="-122"/>
              </a:rPr>
              <a:t>是一种迭代、循序渐进的开发方法</a:t>
            </a:r>
            <a:endParaRPr lang="en-US" altLang="zh-CN" sz="3600" dirty="0">
              <a:latin typeface="微软雅黑 Light" panose="020B0502040204020203" pitchFamily="34" charset="-122"/>
            </a:endParaRPr>
          </a:p>
          <a:p>
            <a:pPr eaLnBrk="1" hangingPunct="1">
              <a:defRPr/>
            </a:pPr>
            <a:endParaRPr lang="zh-CN" altLang="en-US" dirty="0"/>
          </a:p>
        </p:txBody>
      </p:sp>
    </p:spTree>
  </p:cSld>
  <p:clrMapOvr>
    <a:masterClrMapping/>
  </p:clrMapOvr>
  <p:transition spd="med" advTm="16135"/>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内容占位符 3">
            <a:extLst>
              <a:ext uri="{FF2B5EF4-FFF2-40B4-BE49-F238E27FC236}">
                <a16:creationId xmlns:a16="http://schemas.microsoft.com/office/drawing/2014/main" id="{29470F1A-4340-F1C8-121B-4B45174BB1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3876" y="1303338"/>
            <a:ext cx="4322763"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9" name="标题 1">
            <a:extLst>
              <a:ext uri="{FF2B5EF4-FFF2-40B4-BE49-F238E27FC236}">
                <a16:creationId xmlns:a16="http://schemas.microsoft.com/office/drawing/2014/main" id="{815D5526-6ABF-6773-677B-AD4EF1BAAA98}"/>
              </a:ext>
            </a:extLst>
          </p:cNvPr>
          <p:cNvSpPr>
            <a:spLocks noGrp="1"/>
          </p:cNvSpPr>
          <p:nvPr>
            <p:ph type="title"/>
          </p:nvPr>
        </p:nvSpPr>
        <p:spPr>
          <a:xfrm>
            <a:off x="1774825" y="228600"/>
            <a:ext cx="8515350" cy="990600"/>
          </a:xfrm>
        </p:spPr>
        <p:txBody>
          <a:bodyPr/>
          <a:lstStyle/>
          <a:p>
            <a:r>
              <a:rPr lang="zh-CN" altLang="en-US">
                <a:latin typeface="华文中宋" panose="02010600040101010101" pitchFamily="2" charset="-122"/>
                <a:ea typeface="华文中宋" panose="02010600040101010101" pitchFamily="2" charset="-122"/>
              </a:rPr>
              <a:t>互联网企业敏捷转型</a:t>
            </a:r>
          </a:p>
        </p:txBody>
      </p:sp>
      <p:pic>
        <p:nvPicPr>
          <p:cNvPr id="60422" name="Picture 2" descr="https://timgsa.baidu.com/timg?image&amp;quality=80&amp;size=b9999_10000&amp;sec=1600183379236&amp;di=0978f1ff25cf1e81a92616f2820ac01c&amp;imgtype=0&amp;src=http%3A%2F%2Fimgup05.mmet.cn%2Fmmet%2Fimage%2F2020%2F0220%2F1582166213519958.png">
            <a:extLst>
              <a:ext uri="{FF2B5EF4-FFF2-40B4-BE49-F238E27FC236}">
                <a16:creationId xmlns:a16="http://schemas.microsoft.com/office/drawing/2014/main" id="{A341679C-932F-4F96-5D75-D919519885BA}"/>
              </a:ext>
            </a:extLst>
          </p:cNvPr>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tretch>
            <a:fillRect/>
          </a:stretch>
        </p:blipFill>
        <p:spPr>
          <a:xfrm>
            <a:off x="6076950" y="3741738"/>
            <a:ext cx="38100" cy="76200"/>
          </a:xfrm>
          <a:noFill/>
        </p:spPr>
      </p:pic>
      <p:pic>
        <p:nvPicPr>
          <p:cNvPr id="60423" name="Picture 4" descr="https://timgsa.baidu.com/timg?image&amp;quality=80&amp;size=b9999_10000&amp;sec=1600183379236&amp;di=0978f1ff25cf1e81a92616f2820ac01c&amp;imgtype=0&amp;src=http%3A%2F%2Fimgup05.mmet.cn%2Fmmet%2Fimage%2F2020%2F0220%2F1582166213519958.png">
            <a:extLst>
              <a:ext uri="{FF2B5EF4-FFF2-40B4-BE49-F238E27FC236}">
                <a16:creationId xmlns:a16="http://schemas.microsoft.com/office/drawing/2014/main" id="{EA8327D4-1F5A-1B47-84A5-C4FD09082F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4825" y="1738313"/>
            <a:ext cx="3633788" cy="435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4" name="图片 5">
            <a:extLst>
              <a:ext uri="{FF2B5EF4-FFF2-40B4-BE49-F238E27FC236}">
                <a16:creationId xmlns:a16="http://schemas.microsoft.com/office/drawing/2014/main" id="{8206009C-092B-6A74-DF29-5B0F5A77B23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567364" y="4125914"/>
            <a:ext cx="4632325" cy="2395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a:extLst>
              <a:ext uri="{FF2B5EF4-FFF2-40B4-BE49-F238E27FC236}">
                <a16:creationId xmlns:a16="http://schemas.microsoft.com/office/drawing/2014/main" id="{B5B7762D-EA33-A6AE-E336-09251643273F}"/>
              </a:ext>
            </a:extLst>
          </p:cNvPr>
          <p:cNvSpPr>
            <a:spLocks noGrp="1"/>
          </p:cNvSpPr>
          <p:nvPr>
            <p:ph type="title"/>
          </p:nvPr>
        </p:nvSpPr>
        <p:spPr>
          <a:xfrm>
            <a:off x="2136775" y="228600"/>
            <a:ext cx="8153400" cy="990600"/>
          </a:xfrm>
        </p:spPr>
        <p:txBody>
          <a:bodyPr/>
          <a:lstStyle/>
          <a:p>
            <a:r>
              <a:rPr kumimoji="1" lang="zh-CN" altLang="en-US">
                <a:latin typeface="Arial Narrow" panose="020B0606020202030204" pitchFamily="34" charset="0"/>
                <a:ea typeface="宋体" panose="02010600030101010101" pitchFamily="2" charset="-122"/>
              </a:rPr>
              <a:t>“以快吃慢”的时代</a:t>
            </a:r>
            <a:endParaRPr lang="zh-CN" altLang="en-US"/>
          </a:p>
        </p:txBody>
      </p:sp>
      <p:sp>
        <p:nvSpPr>
          <p:cNvPr id="61443" name="内容占位符 2">
            <a:extLst>
              <a:ext uri="{FF2B5EF4-FFF2-40B4-BE49-F238E27FC236}">
                <a16:creationId xmlns:a16="http://schemas.microsoft.com/office/drawing/2014/main" id="{99C4D6DD-F66C-8075-CF7C-1FD1766F6943}"/>
              </a:ext>
            </a:extLst>
          </p:cNvPr>
          <p:cNvSpPr>
            <a:spLocks noGrp="1"/>
          </p:cNvSpPr>
          <p:nvPr>
            <p:ph sz="quarter" idx="1"/>
          </p:nvPr>
        </p:nvSpPr>
        <p:spPr>
          <a:xfrm>
            <a:off x="1825625" y="2032000"/>
            <a:ext cx="8540750" cy="1397000"/>
          </a:xfrm>
          <a:ln w="19050">
            <a:solidFill>
              <a:schemeClr val="accent1"/>
            </a:solidFill>
            <a:miter lim="800000"/>
            <a:headEnd/>
            <a:tailEnd/>
          </a:ln>
        </p:spPr>
        <p:txBody>
          <a:bodyPr/>
          <a:lstStyle/>
          <a:p>
            <a:pPr marL="0" indent="0">
              <a:buNone/>
            </a:pPr>
            <a:r>
              <a:rPr kumimoji="1" lang="zh-CN" altLang="en-US" sz="3200" b="1">
                <a:latin typeface="Arial Narrow" panose="020B0606020202030204" pitchFamily="34" charset="0"/>
                <a:ea typeface="宋体" panose="02010600030101010101" pitchFamily="2" charset="-122"/>
              </a:rPr>
              <a:t>软件行业已经不再是“以大吃小”的时代了，而是转变成了“以快吃慢”的时代</a:t>
            </a:r>
            <a:endParaRPr lang="zh-CN" altLang="en-US" b="1"/>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a:extLst>
              <a:ext uri="{FF2B5EF4-FFF2-40B4-BE49-F238E27FC236}">
                <a16:creationId xmlns:a16="http://schemas.microsoft.com/office/drawing/2014/main" id="{E8B9D006-C290-66C2-7277-E464A243D472}"/>
              </a:ext>
            </a:extLst>
          </p:cNvPr>
          <p:cNvSpPr>
            <a:spLocks noGrp="1"/>
          </p:cNvSpPr>
          <p:nvPr>
            <p:ph type="title"/>
          </p:nvPr>
        </p:nvSpPr>
        <p:spPr>
          <a:xfrm>
            <a:off x="2136775" y="228600"/>
            <a:ext cx="8153400" cy="990600"/>
          </a:xfrm>
        </p:spPr>
        <p:txBody>
          <a:bodyPr/>
          <a:lstStyle/>
          <a:p>
            <a:r>
              <a:rPr lang="zh-CN" altLang="en-US" b="1"/>
              <a:t>价值驱动目标</a:t>
            </a:r>
          </a:p>
        </p:txBody>
      </p:sp>
      <p:pic>
        <p:nvPicPr>
          <p:cNvPr id="63492" name="内容占位符 5" descr="C:\Users\hanwanjiang\Documents\WeChat Files\wxid_hfw15ectfk9k21\FileStorage\Temp\ad000941a8086c9f4a19180f3f362daa.jpg">
            <a:extLst>
              <a:ext uri="{FF2B5EF4-FFF2-40B4-BE49-F238E27FC236}">
                <a16:creationId xmlns:a16="http://schemas.microsoft.com/office/drawing/2014/main" id="{92DAEEA6-53C1-B07C-A7B9-26E06A3A3248}"/>
              </a:ext>
            </a:extLst>
          </p:cNvPr>
          <p:cNvPicPr>
            <a:picLocks noGrp="1" noChangeArrowheads="1"/>
          </p:cNvPicPr>
          <p:nvPr>
            <p:ph sz="quarter" idx="1"/>
          </p:nvPr>
        </p:nvPicPr>
        <p:blipFill>
          <a:blip r:embed="rId2">
            <a:extLst>
              <a:ext uri="{28A0092B-C50C-407E-A947-70E740481C1C}">
                <a14:useLocalDpi xmlns:a14="http://schemas.microsoft.com/office/drawing/2010/main" val="0"/>
              </a:ext>
            </a:extLst>
          </a:blip>
          <a:stretch>
            <a:fillRect/>
          </a:stretch>
        </p:blipFill>
        <p:spPr>
          <a:xfrm>
            <a:off x="2443968" y="1439863"/>
            <a:ext cx="7304064" cy="4679950"/>
          </a:xfr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a:extLst>
              <a:ext uri="{FF2B5EF4-FFF2-40B4-BE49-F238E27FC236}">
                <a16:creationId xmlns:a16="http://schemas.microsoft.com/office/drawing/2014/main" id="{118173CD-3F03-219D-7F0F-7835E1AD24AE}"/>
              </a:ext>
            </a:extLst>
          </p:cNvPr>
          <p:cNvSpPr>
            <a:spLocks noGrp="1"/>
          </p:cNvSpPr>
          <p:nvPr>
            <p:ph type="title"/>
          </p:nvPr>
        </p:nvSpPr>
        <p:spPr>
          <a:xfrm>
            <a:off x="2136775" y="228600"/>
            <a:ext cx="8153400" cy="990600"/>
          </a:xfrm>
        </p:spPr>
        <p:txBody>
          <a:bodyPr/>
          <a:lstStyle/>
          <a:p>
            <a:r>
              <a:rPr lang="zh-CN" altLang="en-US" b="1"/>
              <a:t>项目管理核心三角形比对</a:t>
            </a:r>
          </a:p>
        </p:txBody>
      </p:sp>
      <p:pic>
        <p:nvPicPr>
          <p:cNvPr id="64515" name="内容占位符 5">
            <a:extLst>
              <a:ext uri="{FF2B5EF4-FFF2-40B4-BE49-F238E27FC236}">
                <a16:creationId xmlns:a16="http://schemas.microsoft.com/office/drawing/2014/main" id="{F8A9E6B5-B410-7926-9E95-8AB0C6F2C016}"/>
              </a:ext>
            </a:extLst>
          </p:cNvPr>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1982789" y="1773238"/>
            <a:ext cx="8226425" cy="3384550"/>
          </a:xfrm>
        </p:spPr>
      </p:pic>
      <p:sp>
        <p:nvSpPr>
          <p:cNvPr id="64517" name="文本框 1">
            <a:extLst>
              <a:ext uri="{FF2B5EF4-FFF2-40B4-BE49-F238E27FC236}">
                <a16:creationId xmlns:a16="http://schemas.microsoft.com/office/drawing/2014/main" id="{388936A3-B068-496E-3B89-42532E6B2F46}"/>
              </a:ext>
            </a:extLst>
          </p:cNvPr>
          <p:cNvSpPr txBox="1">
            <a:spLocks noChangeArrowheads="1"/>
          </p:cNvSpPr>
          <p:nvPr/>
        </p:nvSpPr>
        <p:spPr bwMode="auto">
          <a:xfrm>
            <a:off x="2927350" y="3860801"/>
            <a:ext cx="15128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r>
              <a:rPr lang="zh-CN" altLang="en-US" sz="1400">
                <a:solidFill>
                  <a:srgbClr val="FF0000"/>
                </a:solidFill>
              </a:rPr>
              <a:t>内部资源为中心</a:t>
            </a:r>
          </a:p>
        </p:txBody>
      </p:sp>
      <p:sp>
        <p:nvSpPr>
          <p:cNvPr id="64518" name="文本框 5">
            <a:extLst>
              <a:ext uri="{FF2B5EF4-FFF2-40B4-BE49-F238E27FC236}">
                <a16:creationId xmlns:a16="http://schemas.microsoft.com/office/drawing/2014/main" id="{5B9BC372-8E05-A3EE-AB4A-2F3A6449944F}"/>
              </a:ext>
            </a:extLst>
          </p:cNvPr>
          <p:cNvSpPr txBox="1">
            <a:spLocks noChangeArrowheads="1"/>
          </p:cNvSpPr>
          <p:nvPr/>
        </p:nvSpPr>
        <p:spPr bwMode="auto">
          <a:xfrm>
            <a:off x="7824788" y="3867151"/>
            <a:ext cx="13700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r>
              <a:rPr lang="zh-CN" altLang="en-US" sz="1400">
                <a:solidFill>
                  <a:srgbClr val="FF0000"/>
                </a:solidFill>
              </a:rPr>
              <a:t>价值为中心</a:t>
            </a: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a:extLst>
              <a:ext uri="{FF2B5EF4-FFF2-40B4-BE49-F238E27FC236}">
                <a16:creationId xmlns:a16="http://schemas.microsoft.com/office/drawing/2014/main" id="{96D5C449-16F1-B5E9-D2A1-69E7D1C834D3}"/>
              </a:ext>
            </a:extLst>
          </p:cNvPr>
          <p:cNvSpPr>
            <a:spLocks noGrp="1"/>
          </p:cNvSpPr>
          <p:nvPr>
            <p:ph type="title"/>
          </p:nvPr>
        </p:nvSpPr>
        <p:spPr>
          <a:xfrm>
            <a:off x="1524000" y="228600"/>
            <a:ext cx="9144000" cy="990600"/>
          </a:xfrm>
        </p:spPr>
        <p:txBody>
          <a:bodyPr/>
          <a:lstStyle/>
          <a:p>
            <a:r>
              <a:rPr lang="zh-CN" altLang="en-US">
                <a:latin typeface="华文中宋" panose="02010600040101010101" pitchFamily="2" charset="-122"/>
                <a:ea typeface="华文中宋" panose="02010600040101010101" pitchFamily="2" charset="-122"/>
              </a:rPr>
              <a:t>敏捷是一种思维模式</a:t>
            </a:r>
          </a:p>
        </p:txBody>
      </p:sp>
      <p:pic>
        <p:nvPicPr>
          <p:cNvPr id="66563" name="内容占位符 5">
            <a:extLst>
              <a:ext uri="{FF2B5EF4-FFF2-40B4-BE49-F238E27FC236}">
                <a16:creationId xmlns:a16="http://schemas.microsoft.com/office/drawing/2014/main" id="{C5697A8B-0C9E-74BB-CDC4-E7B11108D4A0}"/>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568450" y="2760663"/>
            <a:ext cx="4598988" cy="3973512"/>
          </a:xfrm>
        </p:spPr>
      </p:pic>
      <p:sp>
        <p:nvSpPr>
          <p:cNvPr id="6" name="内容占位符 2">
            <a:extLst>
              <a:ext uri="{FF2B5EF4-FFF2-40B4-BE49-F238E27FC236}">
                <a16:creationId xmlns:a16="http://schemas.microsoft.com/office/drawing/2014/main" id="{3A78AB09-4B57-482A-A746-907C4EC4E4E4}"/>
              </a:ext>
            </a:extLst>
          </p:cNvPr>
          <p:cNvSpPr txBox="1">
            <a:spLocks/>
          </p:cNvSpPr>
          <p:nvPr/>
        </p:nvSpPr>
        <p:spPr bwMode="auto">
          <a:xfrm>
            <a:off x="1555750" y="1568451"/>
            <a:ext cx="9112250" cy="1008063"/>
          </a:xfrm>
          <a:prstGeom prst="rect">
            <a:avLst/>
          </a:prstGeom>
          <a:solidFill>
            <a:schemeClr val="accent4">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lgn="l" rtl="0" eaLnBrk="0" fontAlgn="base" hangingPunct="0">
              <a:spcBef>
                <a:spcPts val="700"/>
              </a:spcBef>
              <a:spcAft>
                <a:spcPct val="0"/>
              </a:spcAft>
              <a:buClr>
                <a:schemeClr val="accent2"/>
              </a:buClr>
              <a:buSzPct val="60000"/>
              <a:buFont typeface="Wingdings" panose="05000000000000000000" pitchFamily="2" charset="2"/>
              <a:buChar char=""/>
              <a:defRPr sz="2900" kern="1200">
                <a:solidFill>
                  <a:schemeClr val="tx1"/>
                </a:solidFill>
                <a:latin typeface="+mn-lt"/>
                <a:ea typeface="+mn-ea"/>
                <a:cs typeface="+mn-cs"/>
              </a:defRPr>
            </a:lvl1pPr>
            <a:lvl2pPr marL="639763" indent="-273050" algn="l" rtl="0" eaLnBrk="0" fontAlgn="base" hangingPunct="0">
              <a:spcBef>
                <a:spcPts val="550"/>
              </a:spcBef>
              <a:spcAft>
                <a:spcPct val="0"/>
              </a:spcAft>
              <a:buClr>
                <a:schemeClr val="accent1"/>
              </a:buClr>
              <a:buSzPct val="70000"/>
              <a:buFont typeface="Wingdings 2" panose="05020102010507070707"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anose="05000000000000000000"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anose="05000000000000000000"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anose="05000000000000000000"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a:buNone/>
              <a:defRPr/>
            </a:pPr>
            <a:r>
              <a:rPr kumimoji="0" lang="zh-CN" altLang="en-US" dirty="0">
                <a:latin typeface="微软雅黑 Light" panose="020B0502040204020203" pitchFamily="34" charset="-122"/>
                <a:ea typeface="微软雅黑 Light" panose="020B0502040204020203" pitchFamily="34" charset="-122"/>
              </a:rPr>
              <a:t>它由</a:t>
            </a:r>
            <a:r>
              <a:rPr kumimoji="0" lang="en-US" altLang="zh-CN" dirty="0">
                <a:latin typeface="微软雅黑 Light" panose="020B0502040204020203" pitchFamily="34" charset="-122"/>
                <a:ea typeface="微软雅黑 Light" panose="020B0502040204020203" pitchFamily="34" charset="-122"/>
              </a:rPr>
              <a:t>《</a:t>
            </a:r>
            <a:r>
              <a:rPr kumimoji="0" lang="zh-CN" altLang="en-US" dirty="0">
                <a:latin typeface="微软雅黑 Light" panose="020B0502040204020203" pitchFamily="34" charset="-122"/>
                <a:ea typeface="微软雅黑 Light" panose="020B0502040204020203" pitchFamily="34" charset="-122"/>
              </a:rPr>
              <a:t>敏捷宣言</a:t>
            </a:r>
            <a:r>
              <a:rPr kumimoji="0" lang="en-US" altLang="zh-CN" dirty="0">
                <a:latin typeface="微软雅黑 Light" panose="020B0502040204020203" pitchFamily="34" charset="-122"/>
                <a:ea typeface="微软雅黑 Light" panose="020B0502040204020203" pitchFamily="34" charset="-122"/>
              </a:rPr>
              <a:t>》</a:t>
            </a:r>
            <a:r>
              <a:rPr kumimoji="0" lang="zh-CN" altLang="en-US" dirty="0">
                <a:latin typeface="微软雅黑 Light" panose="020B0502040204020203" pitchFamily="34" charset="-122"/>
                <a:ea typeface="微软雅黑 Light" panose="020B0502040204020203" pitchFamily="34" charset="-122"/>
              </a:rPr>
              <a:t>的价值观所界定，受</a:t>
            </a:r>
            <a:r>
              <a:rPr kumimoji="0" lang="en-US" altLang="zh-CN" dirty="0">
                <a:latin typeface="微软雅黑 Light" panose="020B0502040204020203" pitchFamily="34" charset="-122"/>
                <a:ea typeface="微软雅黑 Light" panose="020B0502040204020203" pitchFamily="34" charset="-122"/>
              </a:rPr>
              <a:t>《</a:t>
            </a:r>
            <a:r>
              <a:rPr kumimoji="0" lang="zh-CN" altLang="en-US" dirty="0">
                <a:latin typeface="微软雅黑 Light" panose="020B0502040204020203" pitchFamily="34" charset="-122"/>
                <a:ea typeface="微软雅黑 Light" panose="020B0502040204020203" pitchFamily="34" charset="-122"/>
              </a:rPr>
              <a:t>敏捷宣言</a:t>
            </a:r>
            <a:r>
              <a:rPr kumimoji="0" lang="en-US" altLang="zh-CN" dirty="0">
                <a:latin typeface="微软雅黑 Light" panose="020B0502040204020203" pitchFamily="34" charset="-122"/>
                <a:ea typeface="微软雅黑 Light" panose="020B0502040204020203" pitchFamily="34" charset="-122"/>
              </a:rPr>
              <a:t>》</a:t>
            </a:r>
            <a:r>
              <a:rPr kumimoji="0" lang="zh-CN" altLang="en-US" dirty="0">
                <a:latin typeface="微软雅黑 Light" panose="020B0502040204020203" pitchFamily="34" charset="-122"/>
                <a:ea typeface="微软雅黑 Light" panose="020B0502040204020203" pitchFamily="34" charset="-122"/>
              </a:rPr>
              <a:t>原则指导，并通过各种实践实现</a:t>
            </a:r>
            <a:r>
              <a:rPr kumimoji="0" lang="en-US" altLang="zh-CN" dirty="0">
                <a:latin typeface="微软雅黑 Light" panose="020B0502040204020203" pitchFamily="34" charset="-122"/>
                <a:ea typeface="微软雅黑 Light" panose="020B0502040204020203" pitchFamily="34" charset="-122"/>
              </a:rPr>
              <a:t>.</a:t>
            </a:r>
            <a:endParaRPr kumimoji="0" lang="zh-CN" altLang="en-US" dirty="0">
              <a:latin typeface="微软雅黑 Light" panose="020B0502040204020203" pitchFamily="34" charset="-122"/>
              <a:ea typeface="微软雅黑 Light" panose="020B0502040204020203" pitchFamily="34" charset="-122"/>
            </a:endParaRPr>
          </a:p>
        </p:txBody>
      </p:sp>
      <p:pic>
        <p:nvPicPr>
          <p:cNvPr id="66566" name="图片 2">
            <a:extLst>
              <a:ext uri="{FF2B5EF4-FFF2-40B4-BE49-F238E27FC236}">
                <a16:creationId xmlns:a16="http://schemas.microsoft.com/office/drawing/2014/main" id="{6C625E3E-FB3B-2E73-0A6C-DE0F596EAD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0464" y="2840038"/>
            <a:ext cx="4371975"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a:extLst>
              <a:ext uri="{FF2B5EF4-FFF2-40B4-BE49-F238E27FC236}">
                <a16:creationId xmlns:a16="http://schemas.microsoft.com/office/drawing/2014/main" id="{C969F574-8326-FC7F-0B9A-2483366FE3A2}"/>
              </a:ext>
            </a:extLst>
          </p:cNvPr>
          <p:cNvSpPr>
            <a:spLocks noGrp="1"/>
          </p:cNvSpPr>
          <p:nvPr>
            <p:ph type="title"/>
          </p:nvPr>
        </p:nvSpPr>
        <p:spPr>
          <a:xfrm>
            <a:off x="2136775" y="228600"/>
            <a:ext cx="8153400" cy="990600"/>
          </a:xfrm>
        </p:spPr>
        <p:txBody>
          <a:bodyPr/>
          <a:lstStyle/>
          <a:p>
            <a:r>
              <a:rPr lang="zh-CN" altLang="zh-CN" b="1"/>
              <a:t>敏捷</a:t>
            </a:r>
            <a:r>
              <a:rPr lang="zh-CN" altLang="en-US" b="1"/>
              <a:t>宣言</a:t>
            </a:r>
          </a:p>
        </p:txBody>
      </p:sp>
      <p:pic>
        <p:nvPicPr>
          <p:cNvPr id="67587" name="内容占位符 5">
            <a:extLst>
              <a:ext uri="{FF2B5EF4-FFF2-40B4-BE49-F238E27FC236}">
                <a16:creationId xmlns:a16="http://schemas.microsoft.com/office/drawing/2014/main" id="{E7701698-DEFD-2BE9-DBC7-492FC6D51E82}"/>
              </a:ext>
            </a:extLst>
          </p:cNvPr>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2424114" y="2028825"/>
            <a:ext cx="7278687" cy="2984500"/>
          </a:xfrm>
        </p:spPr>
      </p:pic>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a:extLst>
              <a:ext uri="{FF2B5EF4-FFF2-40B4-BE49-F238E27FC236}">
                <a16:creationId xmlns:a16="http://schemas.microsoft.com/office/drawing/2014/main" id="{2CB58A1B-006F-C0E9-F707-391721C97A66}"/>
              </a:ext>
            </a:extLst>
          </p:cNvPr>
          <p:cNvSpPr>
            <a:spLocks noGrp="1"/>
          </p:cNvSpPr>
          <p:nvPr>
            <p:ph type="title"/>
          </p:nvPr>
        </p:nvSpPr>
        <p:spPr>
          <a:xfrm>
            <a:off x="2136775" y="228600"/>
            <a:ext cx="8153400" cy="990600"/>
          </a:xfrm>
        </p:spPr>
        <p:txBody>
          <a:bodyPr/>
          <a:lstStyle/>
          <a:p>
            <a:endParaRPr lang="zh-CN" altLang="en-US"/>
          </a:p>
        </p:txBody>
      </p:sp>
      <p:pic>
        <p:nvPicPr>
          <p:cNvPr id="69637" name="Picture 2">
            <a:extLst>
              <a:ext uri="{FF2B5EF4-FFF2-40B4-BE49-F238E27FC236}">
                <a16:creationId xmlns:a16="http://schemas.microsoft.com/office/drawing/2014/main" id="{5E371DF2-407F-9CEC-6977-6F21A5D7B526}"/>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524000" y="244476"/>
            <a:ext cx="9144000" cy="6569075"/>
          </a:xfrm>
          <a:noFill/>
          <a:ln>
            <a:solidFill>
              <a:schemeClr val="tx1"/>
            </a:solidFill>
            <a:miter lim="800000"/>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9635" name="页脚占位符 3">
            <a:extLst>
              <a:ext uri="{FF2B5EF4-FFF2-40B4-BE49-F238E27FC236}">
                <a16:creationId xmlns:a16="http://schemas.microsoft.com/office/drawing/2014/main" id="{74A0AEB0-88C4-3563-F027-D410976561F3}"/>
              </a:ext>
            </a:extLst>
          </p:cNvPr>
          <p:cNvSpPr>
            <a:spLocks noGrp="1"/>
          </p:cNvSpPr>
          <p:nvPr>
            <p:ph type="ftr" sz="quarter" idx="4294967295"/>
          </p:nvPr>
        </p:nvSpPr>
        <p:spPr bwMode="auto">
          <a:xfrm>
            <a:off x="0" y="6248400"/>
            <a:ext cx="722788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r>
              <a:rPr kumimoji="0" lang="en-US" altLang="zh-CN" sz="1400">
                <a:solidFill>
                  <a:schemeClr val="tx2"/>
                </a:solidFill>
              </a:rPr>
              <a:t> chapter__1</a:t>
            </a:r>
          </a:p>
        </p:txBody>
      </p:sp>
      <p:sp>
        <p:nvSpPr>
          <p:cNvPr id="2" name="矩形 1">
            <a:extLst>
              <a:ext uri="{FF2B5EF4-FFF2-40B4-BE49-F238E27FC236}">
                <a16:creationId xmlns:a16="http://schemas.microsoft.com/office/drawing/2014/main" id="{19980EE5-CF73-42BF-BD87-393E4D16A447}"/>
              </a:ext>
            </a:extLst>
          </p:cNvPr>
          <p:cNvSpPr/>
          <p:nvPr/>
        </p:nvSpPr>
        <p:spPr>
          <a:xfrm>
            <a:off x="1524001" y="1416050"/>
            <a:ext cx="8964613" cy="16525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69639" name="图片 5">
            <a:extLst>
              <a:ext uri="{FF2B5EF4-FFF2-40B4-BE49-F238E27FC236}">
                <a16:creationId xmlns:a16="http://schemas.microsoft.com/office/drawing/2014/main" id="{F5EBE112-BAAA-5517-9C80-58BB83D9038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30350" y="282575"/>
            <a:ext cx="9239250" cy="649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a:extLst>
              <a:ext uri="{FF2B5EF4-FFF2-40B4-BE49-F238E27FC236}">
                <a16:creationId xmlns:a16="http://schemas.microsoft.com/office/drawing/2014/main" id="{2E6BD465-E14D-0A30-97C5-9FCF385995D0}"/>
              </a:ext>
            </a:extLst>
          </p:cNvPr>
          <p:cNvSpPr>
            <a:spLocks noGrp="1"/>
          </p:cNvSpPr>
          <p:nvPr>
            <p:ph type="title"/>
          </p:nvPr>
        </p:nvSpPr>
        <p:spPr>
          <a:xfrm>
            <a:off x="2136775" y="228600"/>
            <a:ext cx="8153400" cy="990600"/>
          </a:xfrm>
        </p:spPr>
        <p:txBody>
          <a:bodyPr/>
          <a:lstStyle/>
          <a:p>
            <a:endParaRPr lang="zh-CN" altLang="en-US"/>
          </a:p>
        </p:txBody>
      </p:sp>
      <p:pic>
        <p:nvPicPr>
          <p:cNvPr id="70659" name="内容占位符 5">
            <a:extLst>
              <a:ext uri="{FF2B5EF4-FFF2-40B4-BE49-F238E27FC236}">
                <a16:creationId xmlns:a16="http://schemas.microsoft.com/office/drawing/2014/main" id="{27979D17-362C-4F0D-1DC8-814C1612191C}"/>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tretch>
            <a:fillRect/>
          </a:stretch>
        </p:blipFill>
        <p:spPr>
          <a:xfrm>
            <a:off x="1885950" y="2227263"/>
            <a:ext cx="8420100" cy="3105150"/>
          </a:xfr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a:extLst>
              <a:ext uri="{FF2B5EF4-FFF2-40B4-BE49-F238E27FC236}">
                <a16:creationId xmlns:a16="http://schemas.microsoft.com/office/drawing/2014/main" id="{21E0270A-0B8D-CE8E-9555-1D79CD59DB78}"/>
              </a:ext>
            </a:extLst>
          </p:cNvPr>
          <p:cNvSpPr>
            <a:spLocks noGrp="1"/>
          </p:cNvSpPr>
          <p:nvPr>
            <p:ph type="title"/>
          </p:nvPr>
        </p:nvSpPr>
        <p:spPr>
          <a:xfrm>
            <a:off x="1774825" y="206375"/>
            <a:ext cx="8153400" cy="990600"/>
          </a:xfrm>
        </p:spPr>
        <p:txBody>
          <a:bodyPr/>
          <a:lstStyle/>
          <a:p>
            <a:r>
              <a:rPr lang="zh-CN" altLang="en-US" b="1">
                <a:latin typeface="华文中宋" panose="02010600040101010101" pitchFamily="2" charset="-122"/>
                <a:ea typeface="华文中宋" panose="02010600040101010101" pitchFamily="2" charset="-122"/>
              </a:rPr>
              <a:t>技术发展也推动敏捷发展</a:t>
            </a:r>
          </a:p>
        </p:txBody>
      </p:sp>
      <p:sp>
        <p:nvSpPr>
          <p:cNvPr id="71683" name="内容占位符 2">
            <a:extLst>
              <a:ext uri="{FF2B5EF4-FFF2-40B4-BE49-F238E27FC236}">
                <a16:creationId xmlns:a16="http://schemas.microsoft.com/office/drawing/2014/main" id="{A3943178-F0A7-F894-CD7E-62E6FAC3EE62}"/>
              </a:ext>
            </a:extLst>
          </p:cNvPr>
          <p:cNvSpPr>
            <a:spLocks noGrp="1"/>
          </p:cNvSpPr>
          <p:nvPr>
            <p:ph sz="quarter" idx="1"/>
          </p:nvPr>
        </p:nvSpPr>
        <p:spPr>
          <a:xfrm>
            <a:off x="2136775" y="1600201"/>
            <a:ext cx="8153400" cy="4060825"/>
          </a:xfrm>
          <a:ln w="28575">
            <a:solidFill>
              <a:srgbClr val="0070C0"/>
            </a:solidFill>
            <a:miter lim="800000"/>
            <a:headEnd/>
            <a:tailEnd/>
          </a:ln>
        </p:spPr>
        <p:txBody>
          <a:bodyPr/>
          <a:lstStyle/>
          <a:p>
            <a:pPr>
              <a:buFont typeface="Wingdings" panose="05000000000000000000" pitchFamily="2" charset="2"/>
              <a:buChar char="ü"/>
            </a:pPr>
            <a:r>
              <a:rPr lang="zh-CN" altLang="en-US" dirty="0">
                <a:latin typeface="微软雅黑 Light" panose="020B0502040204020203" pitchFamily="34" charset="-122"/>
              </a:rPr>
              <a:t>微服务</a:t>
            </a:r>
            <a:endParaRPr lang="en-US" altLang="zh-CN" dirty="0">
              <a:latin typeface="微软雅黑 Light" panose="020B0502040204020203" pitchFamily="34" charset="-122"/>
            </a:endParaRPr>
          </a:p>
          <a:p>
            <a:pPr>
              <a:buFont typeface="Wingdings" panose="05000000000000000000" pitchFamily="2" charset="2"/>
              <a:buChar char="ü"/>
            </a:pPr>
            <a:r>
              <a:rPr lang="en-US" altLang="zh-CN" dirty="0">
                <a:latin typeface="微软雅黑 Light" panose="020B0502040204020203" pitchFamily="34" charset="-122"/>
              </a:rPr>
              <a:t>DDD</a:t>
            </a:r>
          </a:p>
          <a:p>
            <a:pPr>
              <a:buFont typeface="Wingdings" panose="05000000000000000000" pitchFamily="2" charset="2"/>
              <a:buChar char="ü"/>
            </a:pPr>
            <a:r>
              <a:rPr lang="zh-CN" altLang="en-US" dirty="0">
                <a:latin typeface="微软雅黑 Light" panose="020B0502040204020203" pitchFamily="34" charset="-122"/>
              </a:rPr>
              <a:t>需求的实例化</a:t>
            </a:r>
            <a:endParaRPr lang="en-US" altLang="zh-CN" dirty="0">
              <a:latin typeface="微软雅黑 Light" panose="020B0502040204020203" pitchFamily="34" charset="-122"/>
            </a:endParaRPr>
          </a:p>
          <a:p>
            <a:pPr>
              <a:buFont typeface="Wingdings" panose="05000000000000000000" pitchFamily="2" charset="2"/>
              <a:buChar char="ü"/>
            </a:pPr>
            <a:r>
              <a:rPr lang="zh-CN" altLang="en-US" dirty="0">
                <a:latin typeface="微软雅黑 Light" panose="020B0502040204020203" pitchFamily="34" charset="-122"/>
              </a:rPr>
              <a:t>精简编码过程</a:t>
            </a:r>
            <a:endParaRPr lang="en-US" altLang="zh-CN" dirty="0">
              <a:latin typeface="微软雅黑 Light" panose="020B0502040204020203" pitchFamily="34" charset="-122"/>
            </a:endParaRPr>
          </a:p>
          <a:p>
            <a:pPr lvl="1">
              <a:buFont typeface="Wingdings" panose="05000000000000000000" pitchFamily="2" charset="2"/>
              <a:buChar char="ü"/>
            </a:pPr>
            <a:r>
              <a:rPr lang="zh-CN" altLang="en-US" dirty="0">
                <a:latin typeface="微软雅黑 Light" panose="020B0502040204020203" pitchFamily="34" charset="-122"/>
              </a:rPr>
              <a:t>技术中台</a:t>
            </a:r>
            <a:endParaRPr lang="en-US" altLang="zh-CN" dirty="0">
              <a:latin typeface="微软雅黑 Light" panose="020B0502040204020203" pitchFamily="34" charset="-122"/>
            </a:endParaRPr>
          </a:p>
          <a:p>
            <a:pPr lvl="1">
              <a:buFont typeface="Wingdings" panose="05000000000000000000" pitchFamily="2" charset="2"/>
              <a:buChar char="ü"/>
            </a:pPr>
            <a:r>
              <a:rPr lang="zh-CN" altLang="en-US" dirty="0">
                <a:latin typeface="微软雅黑 Light" panose="020B0502040204020203" pitchFamily="34" charset="-122"/>
              </a:rPr>
              <a:t>低代码</a:t>
            </a:r>
            <a:endParaRPr lang="en-US" altLang="zh-CN" dirty="0">
              <a:latin typeface="微软雅黑 Light" panose="020B0502040204020203" pitchFamily="34" charset="-122"/>
            </a:endParaRPr>
          </a:p>
          <a:p>
            <a:pPr>
              <a:buFont typeface="Wingdings" panose="05000000000000000000" pitchFamily="2" charset="2"/>
              <a:buChar char="ü"/>
            </a:pPr>
            <a:r>
              <a:rPr lang="zh-CN" altLang="en-US" dirty="0">
                <a:latin typeface="微软雅黑 Light" panose="020B0502040204020203" pitchFamily="34" charset="-122"/>
              </a:rPr>
              <a:t>。。。。。。</a:t>
            </a:r>
            <a:endParaRPr lang="en-US" altLang="zh-CN" dirty="0">
              <a:latin typeface="微软雅黑 Light" panose="020B0502040204020203" pitchFamily="34" charset="-122"/>
            </a:endParaRPr>
          </a:p>
        </p:txBody>
      </p:sp>
      <p:pic>
        <p:nvPicPr>
          <p:cNvPr id="71685" name="内容占位符 3">
            <a:extLst>
              <a:ext uri="{FF2B5EF4-FFF2-40B4-BE49-F238E27FC236}">
                <a16:creationId xmlns:a16="http://schemas.microsoft.com/office/drawing/2014/main" id="{5D35E830-05B7-9EB1-288D-763C329A9EA7}"/>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2235200" y="1700213"/>
            <a:ext cx="8034338" cy="375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a:extLst>
              <a:ext uri="{FF2B5EF4-FFF2-40B4-BE49-F238E27FC236}">
                <a16:creationId xmlns:a16="http://schemas.microsoft.com/office/drawing/2014/main" id="{0F328642-4042-4DB2-C188-C11143281B31}"/>
              </a:ext>
            </a:extLst>
          </p:cNvPr>
          <p:cNvSpPr>
            <a:spLocks noGrp="1"/>
          </p:cNvSpPr>
          <p:nvPr>
            <p:ph type="title"/>
          </p:nvPr>
        </p:nvSpPr>
        <p:spPr>
          <a:xfrm>
            <a:off x="2136775" y="228600"/>
            <a:ext cx="8153400" cy="990600"/>
          </a:xfrm>
        </p:spPr>
        <p:txBody>
          <a:bodyPr/>
          <a:lstStyle/>
          <a:p>
            <a:r>
              <a:rPr lang="zh-CN" altLang="en-US"/>
              <a:t>敏捷可以适应很多行业</a:t>
            </a:r>
          </a:p>
        </p:txBody>
      </p:sp>
      <p:pic>
        <p:nvPicPr>
          <p:cNvPr id="72707" name="内容占位符 6">
            <a:extLst>
              <a:ext uri="{FF2B5EF4-FFF2-40B4-BE49-F238E27FC236}">
                <a16:creationId xmlns:a16="http://schemas.microsoft.com/office/drawing/2014/main" id="{0DD8B73F-B2AC-8539-3E59-DA9E5FA373DE}"/>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992313" y="2133600"/>
            <a:ext cx="8297862" cy="2794000"/>
          </a:xfr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026">
            <a:extLst>
              <a:ext uri="{FF2B5EF4-FFF2-40B4-BE49-F238E27FC236}">
                <a16:creationId xmlns:a16="http://schemas.microsoft.com/office/drawing/2014/main" id="{048AE269-18C5-665B-C9C0-07EC068C0605}"/>
              </a:ext>
            </a:extLst>
          </p:cNvPr>
          <p:cNvSpPr>
            <a:spLocks noGrp="1" noChangeArrowheads="1"/>
          </p:cNvSpPr>
          <p:nvPr>
            <p:ph type="title"/>
          </p:nvPr>
        </p:nvSpPr>
        <p:spPr>
          <a:xfrm>
            <a:off x="1631950" y="165100"/>
            <a:ext cx="7772400" cy="1143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eaLnBrk="1" hangingPunct="1"/>
            <a:r>
              <a:rPr lang="zh-CN" altLang="en-US" dirty="0">
                <a:latin typeface="微软雅黑 Light" panose="020B0502040204020203" pitchFamily="34" charset="-122"/>
                <a:ea typeface="微软雅黑 Light" panose="020B0502040204020203" pitchFamily="34" charset="-122"/>
              </a:rPr>
              <a:t>本章要点</a:t>
            </a:r>
          </a:p>
        </p:txBody>
      </p:sp>
      <p:sp>
        <p:nvSpPr>
          <p:cNvPr id="20" name="Rectangle 3">
            <a:extLst>
              <a:ext uri="{FF2B5EF4-FFF2-40B4-BE49-F238E27FC236}">
                <a16:creationId xmlns:a16="http://schemas.microsoft.com/office/drawing/2014/main" id="{E34C0AF1-4F5E-48D8-8230-B8DDF9CF5983}"/>
              </a:ext>
            </a:extLst>
          </p:cNvPr>
          <p:cNvSpPr>
            <a:spLocks noChangeArrowheads="1"/>
          </p:cNvSpPr>
          <p:nvPr/>
        </p:nvSpPr>
        <p:spPr bwMode="auto">
          <a:xfrm>
            <a:off x="3309938" y="1604964"/>
            <a:ext cx="565150" cy="865187"/>
          </a:xfrm>
          <a:prstGeom prst="rect">
            <a:avLst/>
          </a:prstGeom>
          <a:solidFill>
            <a:srgbClr val="2A5380"/>
          </a:solidFill>
          <a:ln w="12700">
            <a:noFill/>
            <a:miter lim="800000"/>
            <a:headEnd/>
            <a:tailEnd/>
          </a:ln>
          <a:effectLst>
            <a:outerShdw dist="17961" dir="2700000" algn="ctr" rotWithShape="0">
              <a:srgbClr val="4D4D4D"/>
            </a:outerShdw>
          </a:effectLst>
        </p:spPr>
        <p:txBody>
          <a:bodyPr wrap="none" lIns="90000" tIns="46800" rIns="90000" bIns="46800" anchor="ctr"/>
          <a:lstStyle/>
          <a:p>
            <a:pPr fontAlgn="t">
              <a:defRPr/>
            </a:pPr>
            <a:r>
              <a:rPr lang="zh-CN" altLang="en-US" sz="2000" b="1" dirty="0">
                <a:solidFill>
                  <a:schemeClr val="bg1"/>
                </a:solidFill>
                <a:effectLst>
                  <a:outerShdw blurRad="38100" dist="38100" dir="2700000" algn="tl">
                    <a:srgbClr val="000000"/>
                  </a:outerShdw>
                </a:effectLst>
                <a:latin typeface="微软雅黑" pitchFamily="34" charset="-122"/>
                <a:ea typeface="微软雅黑" pitchFamily="34" charset="-122"/>
              </a:rPr>
              <a:t>一</a:t>
            </a:r>
            <a:endParaRPr lang="en-US" altLang="ko-KR" sz="2000" b="1" dirty="0">
              <a:solidFill>
                <a:schemeClr val="bg1"/>
              </a:solidFill>
              <a:latin typeface="黑体" pitchFamily="49" charset="-122"/>
              <a:ea typeface="黑体" pitchFamily="49" charset="-122"/>
            </a:endParaRPr>
          </a:p>
        </p:txBody>
      </p:sp>
      <p:sp>
        <p:nvSpPr>
          <p:cNvPr id="21" name="Rectangle 4">
            <a:extLst>
              <a:ext uri="{FF2B5EF4-FFF2-40B4-BE49-F238E27FC236}">
                <a16:creationId xmlns:a16="http://schemas.microsoft.com/office/drawing/2014/main" id="{9F8312FB-C7DC-4773-9AB6-E575455B0031}"/>
              </a:ext>
            </a:extLst>
          </p:cNvPr>
          <p:cNvSpPr>
            <a:spLocks noChangeArrowheads="1"/>
          </p:cNvSpPr>
          <p:nvPr/>
        </p:nvSpPr>
        <p:spPr bwMode="auto">
          <a:xfrm>
            <a:off x="3814763" y="1604963"/>
            <a:ext cx="4629150" cy="863600"/>
          </a:xfrm>
          <a:prstGeom prst="rect">
            <a:avLst/>
          </a:prstGeom>
          <a:solidFill>
            <a:srgbClr val="CADBEE"/>
          </a:solidFill>
          <a:ln w="12700">
            <a:noFill/>
            <a:miter lim="800000"/>
            <a:headEnd/>
            <a:tailEnd/>
          </a:ln>
          <a:effectLst>
            <a:outerShdw dist="17961" dir="2700000" algn="ctr" rotWithShape="0">
              <a:srgbClr val="4D4D4D"/>
            </a:outerShdw>
          </a:effectLst>
        </p:spPr>
        <p:txBody>
          <a:bodyPr wrap="none" lIns="90000" tIns="46800" rIns="90000" bIns="46800" anchor="ctr"/>
          <a:lstStyle/>
          <a:p>
            <a:pPr marL="185738" fontAlgn="t">
              <a:defRPr/>
            </a:pPr>
            <a:endParaRPr lang="en-US" altLang="ko-KR" sz="2000">
              <a:effectLst>
                <a:outerShdw blurRad="38100" dist="38100" dir="2700000" algn="tl">
                  <a:srgbClr val="FFFFFF"/>
                </a:outerShdw>
              </a:effectLst>
              <a:latin typeface="微软雅黑" pitchFamily="34" charset="-122"/>
              <a:ea typeface="微软雅黑" pitchFamily="34" charset="-122"/>
            </a:endParaRPr>
          </a:p>
        </p:txBody>
      </p:sp>
      <p:sp>
        <p:nvSpPr>
          <p:cNvPr id="22" name="Rectangle 5">
            <a:extLst>
              <a:ext uri="{FF2B5EF4-FFF2-40B4-BE49-F238E27FC236}">
                <a16:creationId xmlns:a16="http://schemas.microsoft.com/office/drawing/2014/main" id="{1B20CBF9-FAA7-41BC-BC37-555CF563B013}"/>
              </a:ext>
            </a:extLst>
          </p:cNvPr>
          <p:cNvSpPr>
            <a:spLocks noChangeArrowheads="1"/>
          </p:cNvSpPr>
          <p:nvPr/>
        </p:nvSpPr>
        <p:spPr bwMode="auto">
          <a:xfrm>
            <a:off x="3309938" y="2563814"/>
            <a:ext cx="565150" cy="865187"/>
          </a:xfrm>
          <a:prstGeom prst="rect">
            <a:avLst/>
          </a:prstGeom>
          <a:solidFill>
            <a:srgbClr val="2A5380"/>
          </a:solidFill>
          <a:ln w="12700">
            <a:noFill/>
            <a:miter lim="800000"/>
            <a:headEnd/>
            <a:tailEnd/>
          </a:ln>
          <a:effectLst>
            <a:outerShdw dist="17961" dir="2700000" algn="ctr" rotWithShape="0">
              <a:srgbClr val="4D4D4D"/>
            </a:outerShdw>
          </a:effectLst>
        </p:spPr>
        <p:txBody>
          <a:bodyPr wrap="none" lIns="90000" tIns="46800" rIns="90000" bIns="46800" anchor="ctr"/>
          <a:lstStyle/>
          <a:p>
            <a:pPr fontAlgn="t">
              <a:defRPr/>
            </a:pPr>
            <a:r>
              <a:rPr lang="zh-CN" altLang="en-US" sz="2000" b="1" dirty="0">
                <a:solidFill>
                  <a:schemeClr val="bg1"/>
                </a:solidFill>
                <a:effectLst>
                  <a:outerShdw blurRad="38100" dist="38100" dir="2700000" algn="tl">
                    <a:srgbClr val="000000"/>
                  </a:outerShdw>
                </a:effectLst>
                <a:latin typeface="微软雅黑" pitchFamily="34" charset="-122"/>
                <a:ea typeface="微软雅黑" pitchFamily="34" charset="-122"/>
              </a:rPr>
              <a:t>二</a:t>
            </a:r>
            <a:endParaRPr lang="en-US" altLang="ko-KR" sz="2000" b="1" dirty="0">
              <a:solidFill>
                <a:schemeClr val="bg1"/>
              </a:solidFill>
              <a:effectLst>
                <a:outerShdw blurRad="38100" dist="38100" dir="2700000" algn="tl">
                  <a:srgbClr val="000000"/>
                </a:outerShdw>
              </a:effectLst>
              <a:latin typeface="微软雅黑" pitchFamily="34" charset="-122"/>
              <a:ea typeface="微软雅黑" pitchFamily="34" charset="-122"/>
            </a:endParaRPr>
          </a:p>
        </p:txBody>
      </p:sp>
      <p:sp>
        <p:nvSpPr>
          <p:cNvPr id="23" name="Rectangle 6">
            <a:extLst>
              <a:ext uri="{FF2B5EF4-FFF2-40B4-BE49-F238E27FC236}">
                <a16:creationId xmlns:a16="http://schemas.microsoft.com/office/drawing/2014/main" id="{04C51985-63E8-43B1-9C60-E579731F8045}"/>
              </a:ext>
            </a:extLst>
          </p:cNvPr>
          <p:cNvSpPr>
            <a:spLocks noChangeArrowheads="1"/>
          </p:cNvSpPr>
          <p:nvPr/>
        </p:nvSpPr>
        <p:spPr bwMode="auto">
          <a:xfrm>
            <a:off x="3792538" y="2563814"/>
            <a:ext cx="4629150" cy="865187"/>
          </a:xfrm>
          <a:prstGeom prst="rect">
            <a:avLst/>
          </a:prstGeom>
          <a:solidFill>
            <a:srgbClr val="CADBEE"/>
          </a:solidFill>
          <a:ln w="12700">
            <a:noFill/>
            <a:miter lim="800000"/>
            <a:headEnd/>
            <a:tailEnd/>
          </a:ln>
          <a:effectLst>
            <a:outerShdw dist="17961" dir="2700000" algn="ctr" rotWithShape="0">
              <a:srgbClr val="4D4D4D"/>
            </a:outerShdw>
          </a:effectLst>
        </p:spPr>
        <p:txBody>
          <a:bodyPr wrap="none" lIns="90000" tIns="46800" rIns="90000" bIns="46800" anchor="ctr"/>
          <a:lstStyle/>
          <a:p>
            <a:pPr marL="185738" fontAlgn="t">
              <a:defRPr/>
            </a:pPr>
            <a:endParaRPr lang="en-US" altLang="ko-KR" sz="2000" b="1">
              <a:solidFill>
                <a:srgbClr val="006699"/>
              </a:solidFill>
              <a:effectLst>
                <a:outerShdw blurRad="38100" dist="38100" dir="2700000" algn="tl">
                  <a:srgbClr val="000000"/>
                </a:outerShdw>
              </a:effectLst>
              <a:latin typeface="微软雅黑" pitchFamily="34" charset="-122"/>
              <a:ea typeface="微软雅黑" pitchFamily="34" charset="-122"/>
            </a:endParaRPr>
          </a:p>
        </p:txBody>
      </p:sp>
      <p:sp>
        <p:nvSpPr>
          <p:cNvPr id="24" name="Rectangle 7">
            <a:extLst>
              <a:ext uri="{FF2B5EF4-FFF2-40B4-BE49-F238E27FC236}">
                <a16:creationId xmlns:a16="http://schemas.microsoft.com/office/drawing/2014/main" id="{3E10D6A3-AF03-4B2D-980F-DEC85F83440E}"/>
              </a:ext>
            </a:extLst>
          </p:cNvPr>
          <p:cNvSpPr>
            <a:spLocks noChangeArrowheads="1"/>
          </p:cNvSpPr>
          <p:nvPr/>
        </p:nvSpPr>
        <p:spPr bwMode="auto">
          <a:xfrm>
            <a:off x="3309939" y="3524250"/>
            <a:ext cx="566737" cy="865188"/>
          </a:xfrm>
          <a:prstGeom prst="rect">
            <a:avLst/>
          </a:prstGeom>
          <a:solidFill>
            <a:srgbClr val="2A5380"/>
          </a:solidFill>
          <a:ln w="12700">
            <a:noFill/>
            <a:miter lim="800000"/>
            <a:headEnd/>
            <a:tailEnd/>
          </a:ln>
          <a:effectLst>
            <a:outerShdw dist="17961" dir="2700000" algn="ctr" rotWithShape="0">
              <a:srgbClr val="4D4D4D"/>
            </a:outerShdw>
          </a:effectLst>
        </p:spPr>
        <p:txBody>
          <a:bodyPr wrap="none" lIns="90000" tIns="46800" rIns="90000" bIns="46800" anchor="ctr"/>
          <a:lstStyle/>
          <a:p>
            <a:pPr fontAlgn="t">
              <a:defRPr/>
            </a:pPr>
            <a:r>
              <a:rPr lang="zh-CN" altLang="en-US" sz="2000" b="1" dirty="0">
                <a:solidFill>
                  <a:schemeClr val="bg1"/>
                </a:solidFill>
                <a:effectLst>
                  <a:outerShdw blurRad="38100" dist="38100" dir="2700000" algn="tl">
                    <a:srgbClr val="000000"/>
                  </a:outerShdw>
                </a:effectLst>
                <a:latin typeface="微软雅黑" pitchFamily="34" charset="-122"/>
                <a:ea typeface="微软雅黑" pitchFamily="34" charset="-122"/>
              </a:rPr>
              <a:t>三</a:t>
            </a:r>
            <a:endParaRPr lang="en-US" altLang="ko-KR" sz="2000" b="1" dirty="0">
              <a:solidFill>
                <a:schemeClr val="bg1"/>
              </a:solidFill>
              <a:effectLst>
                <a:outerShdw blurRad="38100" dist="38100" dir="2700000" algn="tl">
                  <a:srgbClr val="000000"/>
                </a:outerShdw>
              </a:effectLst>
              <a:latin typeface="微软雅黑" pitchFamily="34" charset="-122"/>
              <a:ea typeface="微软雅黑" pitchFamily="34" charset="-122"/>
            </a:endParaRPr>
          </a:p>
        </p:txBody>
      </p:sp>
      <p:sp>
        <p:nvSpPr>
          <p:cNvPr id="73737" name="Rectangle 8">
            <a:extLst>
              <a:ext uri="{FF2B5EF4-FFF2-40B4-BE49-F238E27FC236}">
                <a16:creationId xmlns:a16="http://schemas.microsoft.com/office/drawing/2014/main" id="{108ACBB9-80BA-FC67-3070-E92031932173}"/>
              </a:ext>
            </a:extLst>
          </p:cNvPr>
          <p:cNvSpPr>
            <a:spLocks noChangeArrowheads="1"/>
          </p:cNvSpPr>
          <p:nvPr/>
        </p:nvSpPr>
        <p:spPr bwMode="auto">
          <a:xfrm>
            <a:off x="3794125" y="3524250"/>
            <a:ext cx="4629150" cy="865188"/>
          </a:xfrm>
          <a:prstGeom prst="rect">
            <a:avLst/>
          </a:prstGeom>
          <a:solidFill>
            <a:srgbClr val="CADBEE"/>
          </a:solidFill>
          <a:ln>
            <a:noFill/>
          </a:ln>
          <a:effectLst>
            <a:outerShdw dist="17961" dir="2700000" algn="ctr" rotWithShape="0">
              <a:srgbClr val="4D4D4D"/>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nchor="ctr"/>
          <a:lstStyle>
            <a:lvl1pPr marL="185738">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fontAlgn="t">
              <a:spcBef>
                <a:spcPct val="0"/>
              </a:spcBef>
              <a:buClrTx/>
              <a:buSzTx/>
              <a:buFontTx/>
              <a:buNone/>
            </a:pPr>
            <a:endParaRPr lang="en-US" altLang="ko-KR" sz="2000" b="1">
              <a:solidFill>
                <a:srgbClr val="006699"/>
              </a:solidFill>
              <a:latin typeface="微软雅黑" panose="020B0503020204020204" pitchFamily="34" charset="-122"/>
              <a:ea typeface="微软雅黑" panose="020B0503020204020204" pitchFamily="34" charset="-122"/>
            </a:endParaRPr>
          </a:p>
        </p:txBody>
      </p:sp>
      <p:sp>
        <p:nvSpPr>
          <p:cNvPr id="26" name="Rectangle 9">
            <a:extLst>
              <a:ext uri="{FF2B5EF4-FFF2-40B4-BE49-F238E27FC236}">
                <a16:creationId xmlns:a16="http://schemas.microsoft.com/office/drawing/2014/main" id="{652C200C-BD5A-4425-900C-A04ED4EAF469}"/>
              </a:ext>
            </a:extLst>
          </p:cNvPr>
          <p:cNvSpPr>
            <a:spLocks noChangeArrowheads="1"/>
          </p:cNvSpPr>
          <p:nvPr/>
        </p:nvSpPr>
        <p:spPr bwMode="auto">
          <a:xfrm>
            <a:off x="3309939" y="4484689"/>
            <a:ext cx="566737" cy="866775"/>
          </a:xfrm>
          <a:prstGeom prst="rect">
            <a:avLst/>
          </a:prstGeom>
          <a:solidFill>
            <a:srgbClr val="2A5380"/>
          </a:solidFill>
          <a:ln w="12700">
            <a:noFill/>
            <a:miter lim="800000"/>
            <a:headEnd/>
            <a:tailEnd/>
          </a:ln>
          <a:effectLst>
            <a:outerShdw dist="17961" dir="2700000" algn="ctr" rotWithShape="0">
              <a:srgbClr val="4D4D4D"/>
            </a:outerShdw>
          </a:effectLst>
        </p:spPr>
        <p:txBody>
          <a:bodyPr wrap="none" lIns="90000" tIns="46800" rIns="90000" bIns="46800" anchor="ctr"/>
          <a:lstStyle/>
          <a:p>
            <a:pPr fontAlgn="t">
              <a:defRPr/>
            </a:pPr>
            <a:r>
              <a:rPr lang="zh-CN" altLang="en-US" sz="2000" b="1" dirty="0">
                <a:solidFill>
                  <a:schemeClr val="bg1"/>
                </a:solidFill>
                <a:effectLst>
                  <a:outerShdw blurRad="38100" dist="38100" dir="2700000" algn="tl">
                    <a:srgbClr val="000000"/>
                  </a:outerShdw>
                </a:effectLst>
                <a:latin typeface="微软雅黑" pitchFamily="34" charset="-122"/>
                <a:ea typeface="微软雅黑" pitchFamily="34" charset="-122"/>
              </a:rPr>
              <a:t>四</a:t>
            </a:r>
            <a:endParaRPr lang="en-US" altLang="ko-KR" sz="2000" b="1" dirty="0">
              <a:solidFill>
                <a:schemeClr val="bg1"/>
              </a:solidFill>
              <a:effectLst>
                <a:outerShdw blurRad="38100" dist="38100" dir="2700000" algn="tl">
                  <a:srgbClr val="000000"/>
                </a:outerShdw>
              </a:effectLst>
              <a:latin typeface="微软雅黑" pitchFamily="34" charset="-122"/>
              <a:ea typeface="微软雅黑" pitchFamily="34" charset="-122"/>
            </a:endParaRPr>
          </a:p>
        </p:txBody>
      </p:sp>
      <p:sp>
        <p:nvSpPr>
          <p:cNvPr id="73739" name="Rectangle 10">
            <a:extLst>
              <a:ext uri="{FF2B5EF4-FFF2-40B4-BE49-F238E27FC236}">
                <a16:creationId xmlns:a16="http://schemas.microsoft.com/office/drawing/2014/main" id="{9B592DC3-7389-94D4-09AD-61CBC482D9B2}"/>
              </a:ext>
            </a:extLst>
          </p:cNvPr>
          <p:cNvSpPr>
            <a:spLocks noChangeArrowheads="1"/>
          </p:cNvSpPr>
          <p:nvPr/>
        </p:nvSpPr>
        <p:spPr bwMode="auto">
          <a:xfrm>
            <a:off x="3794125" y="4484689"/>
            <a:ext cx="4629150" cy="866775"/>
          </a:xfrm>
          <a:prstGeom prst="rect">
            <a:avLst/>
          </a:prstGeom>
          <a:solidFill>
            <a:srgbClr val="CADBEE"/>
          </a:solidFill>
          <a:ln>
            <a:noFill/>
          </a:ln>
          <a:effectLst>
            <a:outerShdw dist="17961" dir="2700000" algn="ctr" rotWithShape="0">
              <a:srgbClr val="4D4D4D"/>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nchor="ctr"/>
          <a:lstStyle>
            <a:lvl1pPr marL="185738">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fontAlgn="t">
              <a:spcBef>
                <a:spcPct val="0"/>
              </a:spcBef>
              <a:buClrTx/>
              <a:buSzTx/>
              <a:buFontTx/>
              <a:buNone/>
            </a:pPr>
            <a:endParaRPr lang="en-US" altLang="ko-KR" sz="2000" b="1">
              <a:solidFill>
                <a:srgbClr val="006699"/>
              </a:solidFill>
              <a:latin typeface="微软雅黑" panose="020B0503020204020204" pitchFamily="34" charset="-122"/>
              <a:ea typeface="微软雅黑" panose="020B0503020204020204" pitchFamily="34" charset="-122"/>
            </a:endParaRPr>
          </a:p>
        </p:txBody>
      </p:sp>
      <p:sp>
        <p:nvSpPr>
          <p:cNvPr id="73740" name="AutoShape 11">
            <a:extLst>
              <a:ext uri="{FF2B5EF4-FFF2-40B4-BE49-F238E27FC236}">
                <a16:creationId xmlns:a16="http://schemas.microsoft.com/office/drawing/2014/main" id="{292BDCCF-B8D4-62E6-11D9-95BAEBED5B73}"/>
              </a:ext>
            </a:extLst>
          </p:cNvPr>
          <p:cNvSpPr>
            <a:spLocks noChangeArrowheads="1"/>
          </p:cNvSpPr>
          <p:nvPr/>
        </p:nvSpPr>
        <p:spPr bwMode="gray">
          <a:xfrm>
            <a:off x="3814764" y="1701800"/>
            <a:ext cx="4391025" cy="6223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latinLnBrk="1" hangingPunct="1">
              <a:spcBef>
                <a:spcPct val="0"/>
              </a:spcBef>
              <a:buClrTx/>
              <a:buSzTx/>
              <a:buFontTx/>
              <a:buNone/>
            </a:pPr>
            <a:r>
              <a:rPr lang="zh-CN" altLang="en-US" sz="2000" b="1">
                <a:solidFill>
                  <a:srgbClr val="003366"/>
                </a:solidFill>
                <a:latin typeface="微软雅黑" panose="020B0503020204020204" pitchFamily="34" charset="-122"/>
                <a:ea typeface="微软雅黑" panose="020B0503020204020204" pitchFamily="34" charset="-122"/>
              </a:rPr>
              <a:t>项目与软件项目</a:t>
            </a:r>
            <a:endParaRPr lang="ko-KR" altLang="en-US" sz="2000" b="1">
              <a:solidFill>
                <a:srgbClr val="003366"/>
              </a:solidFill>
              <a:latin typeface="微软雅黑" panose="020B0503020204020204" pitchFamily="34" charset="-122"/>
              <a:ea typeface="微软雅黑" panose="020B0503020204020204" pitchFamily="34" charset="-122"/>
            </a:endParaRPr>
          </a:p>
        </p:txBody>
      </p:sp>
      <p:sp>
        <p:nvSpPr>
          <p:cNvPr id="73741" name="AutoShape 12">
            <a:extLst>
              <a:ext uri="{FF2B5EF4-FFF2-40B4-BE49-F238E27FC236}">
                <a16:creationId xmlns:a16="http://schemas.microsoft.com/office/drawing/2014/main" id="{5D69AE17-3B82-FB7D-65B9-8AC7C24B2106}"/>
              </a:ext>
            </a:extLst>
          </p:cNvPr>
          <p:cNvSpPr>
            <a:spLocks noChangeArrowheads="1"/>
          </p:cNvSpPr>
          <p:nvPr/>
        </p:nvSpPr>
        <p:spPr bwMode="gray">
          <a:xfrm>
            <a:off x="3814764" y="2660650"/>
            <a:ext cx="4391025" cy="6223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latinLnBrk="1" hangingPunct="1">
              <a:spcBef>
                <a:spcPct val="0"/>
              </a:spcBef>
              <a:buClrTx/>
              <a:buSzTx/>
              <a:buFontTx/>
              <a:buNone/>
            </a:pPr>
            <a:r>
              <a:rPr lang="zh-CN" altLang="en-US" sz="2000" b="1">
                <a:solidFill>
                  <a:srgbClr val="003366"/>
                </a:solidFill>
                <a:latin typeface="微软雅黑" panose="020B0503020204020204" pitchFamily="34" charset="-122"/>
                <a:ea typeface="微软雅黑" panose="020B0503020204020204" pitchFamily="34" charset="-122"/>
              </a:rPr>
              <a:t>项目管理与软件项目管理 </a:t>
            </a:r>
            <a:endParaRPr lang="ko-KR" altLang="en-US" sz="2000" b="1">
              <a:solidFill>
                <a:srgbClr val="003366"/>
              </a:solidFill>
              <a:latin typeface="微软雅黑" panose="020B0503020204020204" pitchFamily="34" charset="-122"/>
              <a:ea typeface="微软雅黑" panose="020B0503020204020204" pitchFamily="34" charset="-122"/>
            </a:endParaRPr>
          </a:p>
        </p:txBody>
      </p:sp>
      <p:sp>
        <p:nvSpPr>
          <p:cNvPr id="73742" name="AutoShape 13">
            <a:extLst>
              <a:ext uri="{FF2B5EF4-FFF2-40B4-BE49-F238E27FC236}">
                <a16:creationId xmlns:a16="http://schemas.microsoft.com/office/drawing/2014/main" id="{9A24233F-6F37-1368-926D-B492221A97B3}"/>
              </a:ext>
            </a:extLst>
          </p:cNvPr>
          <p:cNvSpPr>
            <a:spLocks noChangeArrowheads="1"/>
          </p:cNvSpPr>
          <p:nvPr/>
        </p:nvSpPr>
        <p:spPr bwMode="gray">
          <a:xfrm>
            <a:off x="3884614" y="3621088"/>
            <a:ext cx="4321175" cy="6223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latinLnBrk="1" hangingPunct="1">
              <a:spcBef>
                <a:spcPct val="0"/>
              </a:spcBef>
              <a:buClrTx/>
              <a:buSzTx/>
              <a:buFontTx/>
              <a:buNone/>
            </a:pPr>
            <a:r>
              <a:rPr lang="en-US" altLang="zh-CN" sz="2000" b="1">
                <a:solidFill>
                  <a:srgbClr val="003366"/>
                </a:solidFill>
                <a:latin typeface="微软雅黑" panose="020B0503020204020204" pitchFamily="34" charset="-122"/>
                <a:ea typeface="微软雅黑" panose="020B0503020204020204" pitchFamily="34" charset="-122"/>
              </a:rPr>
              <a:t>PMBOK</a:t>
            </a:r>
            <a:r>
              <a:rPr lang="zh-CN" altLang="en-US" sz="2000" b="1">
                <a:solidFill>
                  <a:srgbClr val="003366"/>
                </a:solidFill>
                <a:latin typeface="微软雅黑" panose="020B0503020204020204" pitchFamily="34" charset="-122"/>
                <a:ea typeface="微软雅黑" panose="020B0503020204020204" pitchFamily="34" charset="-122"/>
              </a:rPr>
              <a:t>与软件项目管理体系</a:t>
            </a:r>
            <a:endParaRPr lang="ko-KR" altLang="en-US" sz="2000" b="1">
              <a:solidFill>
                <a:srgbClr val="003366"/>
              </a:solidFill>
              <a:latin typeface="微软雅黑" panose="020B0503020204020204" pitchFamily="34" charset="-122"/>
              <a:ea typeface="微软雅黑" panose="020B0503020204020204" pitchFamily="34" charset="-122"/>
            </a:endParaRPr>
          </a:p>
        </p:txBody>
      </p:sp>
      <p:sp>
        <p:nvSpPr>
          <p:cNvPr id="73743" name="AutoShape 14">
            <a:extLst>
              <a:ext uri="{FF2B5EF4-FFF2-40B4-BE49-F238E27FC236}">
                <a16:creationId xmlns:a16="http://schemas.microsoft.com/office/drawing/2014/main" id="{9A0245E3-217E-3774-7F77-8080ED294F03}"/>
              </a:ext>
            </a:extLst>
          </p:cNvPr>
          <p:cNvSpPr>
            <a:spLocks noChangeArrowheads="1"/>
          </p:cNvSpPr>
          <p:nvPr/>
        </p:nvSpPr>
        <p:spPr bwMode="gray">
          <a:xfrm>
            <a:off x="3886200" y="4579938"/>
            <a:ext cx="4032250" cy="6223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latinLnBrk="1" hangingPunct="1">
              <a:spcBef>
                <a:spcPct val="0"/>
              </a:spcBef>
              <a:buClrTx/>
              <a:buSzTx/>
              <a:buFontTx/>
              <a:buNone/>
            </a:pPr>
            <a:r>
              <a:rPr lang="zh-CN" altLang="en-US" sz="2000" b="1">
                <a:solidFill>
                  <a:srgbClr val="003366"/>
                </a:solidFill>
                <a:latin typeface="微软雅黑" panose="020B0503020204020204" pitchFamily="34" charset="-122"/>
                <a:ea typeface="微软雅黑" panose="020B0503020204020204" pitchFamily="34" charset="-122"/>
              </a:rPr>
              <a:t>敏捷项目管理</a:t>
            </a:r>
            <a:endParaRPr lang="ko-KR" altLang="en-US" sz="2000" b="1">
              <a:solidFill>
                <a:srgbClr val="003366"/>
              </a:solidFill>
              <a:latin typeface="微软雅黑" panose="020B0503020204020204" pitchFamily="34" charset="-122"/>
              <a:ea typeface="微软雅黑" panose="020B0503020204020204" pitchFamily="34" charset="-122"/>
            </a:endParaRPr>
          </a:p>
        </p:txBody>
      </p:sp>
      <p:sp>
        <p:nvSpPr>
          <p:cNvPr id="35" name="Rectangle 9">
            <a:extLst>
              <a:ext uri="{FF2B5EF4-FFF2-40B4-BE49-F238E27FC236}">
                <a16:creationId xmlns:a16="http://schemas.microsoft.com/office/drawing/2014/main" id="{BD387E73-6196-4E92-92D6-D6A602DB2DEA}"/>
              </a:ext>
            </a:extLst>
          </p:cNvPr>
          <p:cNvSpPr>
            <a:spLocks noChangeArrowheads="1"/>
          </p:cNvSpPr>
          <p:nvPr/>
        </p:nvSpPr>
        <p:spPr bwMode="auto">
          <a:xfrm>
            <a:off x="3309939" y="5446714"/>
            <a:ext cx="566737" cy="865187"/>
          </a:xfrm>
          <a:prstGeom prst="rect">
            <a:avLst/>
          </a:prstGeom>
          <a:solidFill>
            <a:srgbClr val="2A5380"/>
          </a:solidFill>
          <a:ln w="12700">
            <a:noFill/>
            <a:miter lim="800000"/>
            <a:headEnd/>
            <a:tailEnd/>
          </a:ln>
          <a:effectLst>
            <a:outerShdw dist="17961" dir="2700000" algn="ctr" rotWithShape="0">
              <a:srgbClr val="4D4D4D"/>
            </a:outerShdw>
          </a:effectLst>
        </p:spPr>
        <p:txBody>
          <a:bodyPr wrap="none" lIns="90000" tIns="46800" rIns="90000" bIns="46800" anchor="ctr"/>
          <a:lstStyle/>
          <a:p>
            <a:pPr fontAlgn="t">
              <a:defRPr/>
            </a:pPr>
            <a:r>
              <a:rPr lang="zh-CN" altLang="en-US" sz="2000" b="1" dirty="0">
                <a:solidFill>
                  <a:schemeClr val="bg1"/>
                </a:solidFill>
                <a:effectLst>
                  <a:outerShdw blurRad="38100" dist="38100" dir="2700000" algn="tl">
                    <a:srgbClr val="000000"/>
                  </a:outerShdw>
                </a:effectLst>
                <a:latin typeface="微软雅黑" pitchFamily="34" charset="-122"/>
                <a:ea typeface="微软雅黑" pitchFamily="34" charset="-122"/>
              </a:rPr>
              <a:t>五</a:t>
            </a:r>
            <a:endParaRPr lang="en-US" altLang="ko-KR" sz="2000" b="1" dirty="0">
              <a:solidFill>
                <a:schemeClr val="bg1"/>
              </a:solidFill>
              <a:effectLst>
                <a:outerShdw blurRad="38100" dist="38100" dir="2700000" algn="tl">
                  <a:srgbClr val="000000"/>
                </a:outerShdw>
              </a:effectLst>
              <a:latin typeface="微软雅黑" pitchFamily="34" charset="-122"/>
              <a:ea typeface="微软雅黑" pitchFamily="34" charset="-122"/>
            </a:endParaRPr>
          </a:p>
        </p:txBody>
      </p:sp>
      <p:sp>
        <p:nvSpPr>
          <p:cNvPr id="73745" name="Rectangle 10">
            <a:extLst>
              <a:ext uri="{FF2B5EF4-FFF2-40B4-BE49-F238E27FC236}">
                <a16:creationId xmlns:a16="http://schemas.microsoft.com/office/drawing/2014/main" id="{9F7DA402-2A7E-7451-2E9F-A2EA7A5B0078}"/>
              </a:ext>
            </a:extLst>
          </p:cNvPr>
          <p:cNvSpPr>
            <a:spLocks noChangeArrowheads="1"/>
          </p:cNvSpPr>
          <p:nvPr/>
        </p:nvSpPr>
        <p:spPr bwMode="auto">
          <a:xfrm>
            <a:off x="3794125" y="5446714"/>
            <a:ext cx="4629150" cy="865187"/>
          </a:xfrm>
          <a:prstGeom prst="rect">
            <a:avLst/>
          </a:prstGeom>
          <a:solidFill>
            <a:srgbClr val="CADBEE"/>
          </a:solidFill>
          <a:ln>
            <a:noFill/>
          </a:ln>
          <a:effectLst>
            <a:outerShdw dist="17961" dir="2700000" algn="ctr" rotWithShape="0">
              <a:srgbClr val="4D4D4D"/>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nchor="ctr"/>
          <a:lstStyle>
            <a:lvl1pPr marL="185738">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fontAlgn="t">
              <a:spcBef>
                <a:spcPct val="0"/>
              </a:spcBef>
              <a:buClrTx/>
              <a:buSzTx/>
              <a:buFontTx/>
              <a:buNone/>
            </a:pPr>
            <a:endParaRPr lang="en-US" altLang="ko-KR" sz="2000" b="1">
              <a:solidFill>
                <a:srgbClr val="006699"/>
              </a:solidFill>
              <a:latin typeface="微软雅黑" panose="020B0503020204020204" pitchFamily="34" charset="-122"/>
              <a:ea typeface="微软雅黑" panose="020B0503020204020204" pitchFamily="34" charset="-122"/>
            </a:endParaRPr>
          </a:p>
        </p:txBody>
      </p:sp>
      <p:sp>
        <p:nvSpPr>
          <p:cNvPr id="15378" name="AutoShape 14">
            <a:extLst>
              <a:ext uri="{FF2B5EF4-FFF2-40B4-BE49-F238E27FC236}">
                <a16:creationId xmlns:a16="http://schemas.microsoft.com/office/drawing/2014/main" id="{4BA61AB1-AAF7-2A53-FB01-EE26F316CC0F}"/>
              </a:ext>
            </a:extLst>
          </p:cNvPr>
          <p:cNvSpPr>
            <a:spLocks noChangeArrowheads="1"/>
          </p:cNvSpPr>
          <p:nvPr/>
        </p:nvSpPr>
        <p:spPr bwMode="gray">
          <a:xfrm>
            <a:off x="3886200" y="5541963"/>
            <a:ext cx="4032250" cy="6223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latinLnBrk="1" hangingPunct="1">
              <a:spcBef>
                <a:spcPct val="0"/>
              </a:spcBef>
              <a:buClrTx/>
              <a:buSzTx/>
              <a:buFontTx/>
              <a:buNone/>
            </a:pPr>
            <a:r>
              <a:rPr lang="zh-CN" altLang="en-US" sz="2000" b="1">
                <a:solidFill>
                  <a:srgbClr val="003366"/>
                </a:solidFill>
                <a:latin typeface="微软雅黑" panose="020B0503020204020204" pitchFamily="34" charset="-122"/>
                <a:ea typeface="微软雅黑" panose="020B0503020204020204" pitchFamily="34" charset="-122"/>
              </a:rPr>
              <a:t>软件项目管理过程</a:t>
            </a:r>
            <a:endParaRPr lang="ko-KR" altLang="en-US" sz="2000" b="1">
              <a:solidFill>
                <a:srgbClr val="003366"/>
              </a:solidFill>
              <a:latin typeface="微软雅黑" panose="020B0503020204020204" pitchFamily="34" charset="-122"/>
              <a:ea typeface="Gulim" panose="020B0600000101010101" pitchFamily="34" charset="-127"/>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mph" presetSubtype="2" fill="hold" nodeType="clickEffect">
                                  <p:stCondLst>
                                    <p:cond delay="0"/>
                                  </p:stCondLst>
                                  <p:childTnLst>
                                    <p:animClr clrSpc="rgb" dir="cw">
                                      <p:cBhvr override="childStyle">
                                        <p:cTn id="6" dur="2000" fill="hold"/>
                                        <p:tgtEl>
                                          <p:spTgt spid="15378">
                                            <p:txEl>
                                              <p:pRg st="0" end="0"/>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66A2554-DE3A-367D-4855-5B2BB17D70B6}"/>
              </a:ext>
            </a:extLst>
          </p:cNvPr>
          <p:cNvSpPr>
            <a:spLocks noGrp="1" noChangeArrowheads="1"/>
          </p:cNvSpPr>
          <p:nvPr>
            <p:ph type="title"/>
          </p:nvPr>
        </p:nvSpPr>
        <p:spPr>
          <a:xfrm>
            <a:off x="1671638" y="476250"/>
            <a:ext cx="7772400" cy="1143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eaLnBrk="1" hangingPunct="1"/>
            <a:r>
              <a:rPr lang="en-US" altLang="zh-CN" dirty="0">
                <a:latin typeface="微软雅黑 Light" panose="020B0502040204020203" pitchFamily="34" charset="-122"/>
                <a:ea typeface="微软雅黑 Light" panose="020B0502040204020203" pitchFamily="34" charset="-122"/>
              </a:rPr>
              <a:t>“</a:t>
            </a:r>
            <a:r>
              <a:rPr lang="zh-CN" altLang="en-US" dirty="0">
                <a:latin typeface="微软雅黑 Light" panose="020B0502040204020203" pitchFamily="34" charset="-122"/>
                <a:ea typeface="微软雅黑 Light" panose="020B0502040204020203" pitchFamily="34" charset="-122"/>
              </a:rPr>
              <a:t>商品采购”项目管理</a:t>
            </a:r>
          </a:p>
        </p:txBody>
      </p:sp>
      <p:sp>
        <p:nvSpPr>
          <p:cNvPr id="472068" name="AutoShape 4">
            <a:extLst>
              <a:ext uri="{FF2B5EF4-FFF2-40B4-BE49-F238E27FC236}">
                <a16:creationId xmlns:a16="http://schemas.microsoft.com/office/drawing/2014/main" id="{F93E19B9-E372-78A1-45A8-8CAFBE39D853}"/>
              </a:ext>
            </a:extLst>
          </p:cNvPr>
          <p:cNvSpPr>
            <a:spLocks noChangeArrowheads="1"/>
          </p:cNvSpPr>
          <p:nvPr/>
        </p:nvSpPr>
        <p:spPr bwMode="auto">
          <a:xfrm>
            <a:off x="4295775" y="2420938"/>
            <a:ext cx="3505200" cy="3200400"/>
          </a:xfrm>
          <a:prstGeom prst="flowChartPunchedCard">
            <a:avLst/>
          </a:prstGeom>
          <a:noFill/>
          <a:ln w="25400">
            <a:solidFill>
              <a:schemeClr val="tx1"/>
            </a:solidFill>
            <a:miter lim="800000"/>
            <a:headEnd type="none" w="sm" len="sm"/>
            <a:tailEnd type="none" w="med" len="lg"/>
          </a:ln>
          <a:effectLst>
            <a:prstShdw prst="shdw13" dist="53882" dir="13500000">
              <a:schemeClr val="bg2"/>
            </a:prstShdw>
          </a:effectLst>
          <a:extLst>
            <a:ext uri="{909E8E84-426E-40DD-AFC4-6F175D3DCCD1}">
              <a14:hiddenFill xmlns:a14="http://schemas.microsoft.com/office/drawing/2010/main">
                <a:solidFill>
                  <a:schemeClr val="accent1"/>
                </a:solidFill>
              </a14:hiddenFill>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0"/>
              </a:spcBef>
              <a:buClrTx/>
              <a:buSzTx/>
              <a:buFontTx/>
              <a:buNone/>
            </a:pPr>
            <a:r>
              <a:rPr lang="en-US" altLang="zh-CN" sz="2400" dirty="0">
                <a:latin typeface="Arial Narrow" panose="020B0606020202030204" pitchFamily="34" charset="0"/>
                <a:ea typeface="宋体" panose="02010600030101010101" pitchFamily="2" charset="-122"/>
              </a:rPr>
              <a:t>    </a:t>
            </a:r>
          </a:p>
          <a:p>
            <a:pPr algn="ctr" eaLnBrk="1" hangingPunct="1">
              <a:spcBef>
                <a:spcPct val="0"/>
              </a:spcBef>
              <a:buClrTx/>
              <a:buSzTx/>
              <a:buFontTx/>
              <a:buNone/>
            </a:pPr>
            <a:r>
              <a:rPr lang="en-US" altLang="zh-CN" sz="2400" dirty="0">
                <a:latin typeface="Arial Narrow" panose="020B0606020202030204" pitchFamily="34" charset="0"/>
                <a:ea typeface="宋体" panose="02010600030101010101" pitchFamily="2" charset="-122"/>
              </a:rPr>
              <a:t>        </a:t>
            </a:r>
            <a:r>
              <a:rPr lang="zh-CN" altLang="en-US" sz="2400" dirty="0">
                <a:latin typeface="Arial Narrow" panose="020B0606020202030204" pitchFamily="34" charset="0"/>
                <a:ea typeface="宋体" panose="02010600030101010101" pitchFamily="2" charset="-122"/>
              </a:rPr>
              <a:t>采购清单</a:t>
            </a:r>
          </a:p>
          <a:p>
            <a:pPr algn="ctr" eaLnBrk="1" hangingPunct="1">
              <a:spcBef>
                <a:spcPct val="0"/>
              </a:spcBef>
              <a:buClrTx/>
              <a:buSzTx/>
              <a:buFontTx/>
              <a:buNone/>
            </a:pPr>
            <a:endParaRPr lang="zh-CN" altLang="en-US" sz="2400" dirty="0">
              <a:latin typeface="Arial Narrow" panose="020B0606020202030204" pitchFamily="34" charset="0"/>
              <a:ea typeface="宋体" panose="02010600030101010101" pitchFamily="2" charset="-122"/>
            </a:endParaRPr>
          </a:p>
          <a:p>
            <a:pPr algn="ctr" eaLnBrk="1" hangingPunct="1">
              <a:spcBef>
                <a:spcPct val="0"/>
              </a:spcBef>
              <a:buClrTx/>
              <a:buSzTx/>
              <a:buFontTx/>
              <a:buNone/>
            </a:pPr>
            <a:r>
              <a:rPr lang="en-US" altLang="zh-CN" sz="3600" dirty="0">
                <a:latin typeface="Arial Narrow" panose="020B0606020202030204" pitchFamily="34" charset="0"/>
                <a:ea typeface="宋体" panose="02010600030101010101" pitchFamily="2" charset="-122"/>
              </a:rPr>
              <a:t>1……..</a:t>
            </a:r>
          </a:p>
          <a:p>
            <a:pPr algn="ctr" eaLnBrk="1" hangingPunct="1">
              <a:spcBef>
                <a:spcPct val="0"/>
              </a:spcBef>
              <a:buClrTx/>
              <a:buSzTx/>
              <a:buFontTx/>
              <a:buNone/>
            </a:pPr>
            <a:r>
              <a:rPr lang="en-US" altLang="zh-CN" sz="3600" dirty="0">
                <a:latin typeface="Arial Narrow" panose="020B0606020202030204" pitchFamily="34" charset="0"/>
                <a:ea typeface="宋体" panose="02010600030101010101" pitchFamily="2" charset="-122"/>
              </a:rPr>
              <a:t>2.……</a:t>
            </a:r>
          </a:p>
          <a:p>
            <a:pPr algn="ctr" eaLnBrk="1" hangingPunct="1">
              <a:spcBef>
                <a:spcPct val="0"/>
              </a:spcBef>
              <a:buClrTx/>
              <a:buSzTx/>
              <a:buFontTx/>
              <a:buNone/>
            </a:pPr>
            <a:r>
              <a:rPr lang="en-US" altLang="zh-CN" sz="3600" dirty="0">
                <a:latin typeface="Arial Narrow" panose="020B0606020202030204" pitchFamily="34" charset="0"/>
                <a:ea typeface="宋体" panose="02010600030101010101" pitchFamily="2" charset="-122"/>
              </a:rPr>
              <a:t> 3……..</a:t>
            </a:r>
          </a:p>
          <a:p>
            <a:pPr algn="ctr" eaLnBrk="1" hangingPunct="1">
              <a:spcBef>
                <a:spcPct val="0"/>
              </a:spcBef>
              <a:buClrTx/>
              <a:buSzTx/>
              <a:buFontTx/>
              <a:buNone/>
            </a:pPr>
            <a:r>
              <a:rPr lang="en-US" altLang="zh-CN" sz="2400" dirty="0">
                <a:latin typeface="Arial Narrow" panose="020B0606020202030204" pitchFamily="34" charset="0"/>
                <a:ea typeface="宋体" panose="02010600030101010101" pitchFamily="2" charset="-122"/>
              </a:rPr>
              <a:t>…………</a:t>
            </a:r>
          </a:p>
          <a:p>
            <a:pPr algn="ctr" eaLnBrk="1" hangingPunct="1">
              <a:spcBef>
                <a:spcPct val="0"/>
              </a:spcBef>
              <a:buClrTx/>
              <a:buSzTx/>
              <a:buFontTx/>
              <a:buNone/>
            </a:pPr>
            <a:endParaRPr lang="en-US" altLang="zh-CN" sz="2400" dirty="0">
              <a:latin typeface="Arial Narrow" panose="020B0606020202030204" pitchFamily="34" charset="0"/>
              <a:ea typeface="宋体" panose="02010600030101010101" pitchFamily="2" charset="-122"/>
            </a:endParaRPr>
          </a:p>
          <a:p>
            <a:pPr algn="ctr" eaLnBrk="1" hangingPunct="1">
              <a:spcBef>
                <a:spcPct val="0"/>
              </a:spcBef>
              <a:buClrTx/>
              <a:buSzTx/>
              <a:buFontTx/>
              <a:buNone/>
            </a:pPr>
            <a:endParaRPr lang="en-US" altLang="zh-CN" sz="2400" dirty="0">
              <a:latin typeface="Arial Narrow" panose="020B0606020202030204" pitchFamily="34" charset="0"/>
              <a:ea typeface="宋体" panose="02010600030101010101" pitchFamily="2" charset="-122"/>
            </a:endParaRPr>
          </a:p>
          <a:p>
            <a:pPr algn="ctr" eaLnBrk="1" hangingPunct="1">
              <a:spcBef>
                <a:spcPct val="0"/>
              </a:spcBef>
              <a:buClrTx/>
              <a:buSzTx/>
              <a:buFontTx/>
              <a:buNone/>
            </a:pPr>
            <a:endParaRPr lang="en-US" altLang="zh-CN" sz="2400" dirty="0">
              <a:latin typeface="Arial Narrow" panose="020B0606020202030204" pitchFamily="34" charset="0"/>
              <a:ea typeface="宋体" panose="02010600030101010101" pitchFamily="2" charset="-122"/>
            </a:endParaRPr>
          </a:p>
        </p:txBody>
      </p:sp>
      <p:sp>
        <p:nvSpPr>
          <p:cNvPr id="472069" name="Text Box 5">
            <a:extLst>
              <a:ext uri="{FF2B5EF4-FFF2-40B4-BE49-F238E27FC236}">
                <a16:creationId xmlns:a16="http://schemas.microsoft.com/office/drawing/2014/main" id="{9F7B58EE-7EA6-35D3-24C0-20C126D0DA1D}"/>
              </a:ext>
            </a:extLst>
          </p:cNvPr>
          <p:cNvSpPr txBox="1">
            <a:spLocks noChangeArrowheads="1"/>
          </p:cNvSpPr>
          <p:nvPr/>
        </p:nvSpPr>
        <p:spPr bwMode="auto">
          <a:xfrm>
            <a:off x="6672264" y="3357564"/>
            <a:ext cx="5048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r" eaLnBrk="1" hangingPunct="1">
              <a:spcBef>
                <a:spcPct val="50000"/>
              </a:spcBef>
              <a:buClrTx/>
              <a:buSzTx/>
              <a:buFontTx/>
              <a:buNone/>
            </a:pPr>
            <a:r>
              <a:rPr lang="en-US" altLang="zh-CN" sz="3200">
                <a:solidFill>
                  <a:schemeClr val="accent2"/>
                </a:solidFill>
                <a:latin typeface="Arial Narrow" panose="020B0606020202030204" pitchFamily="34" charset="0"/>
                <a:ea typeface="宋体" panose="02010600030101010101" pitchFamily="2" charset="-122"/>
              </a:rPr>
              <a:t>V</a:t>
            </a:r>
          </a:p>
        </p:txBody>
      </p:sp>
      <p:sp>
        <p:nvSpPr>
          <p:cNvPr id="472071" name="Text Box 7">
            <a:extLst>
              <a:ext uri="{FF2B5EF4-FFF2-40B4-BE49-F238E27FC236}">
                <a16:creationId xmlns:a16="http://schemas.microsoft.com/office/drawing/2014/main" id="{FFC91527-2FAE-92B6-3D9C-F2C6E0B3F1F1}"/>
              </a:ext>
            </a:extLst>
          </p:cNvPr>
          <p:cNvSpPr txBox="1">
            <a:spLocks noChangeArrowheads="1"/>
          </p:cNvSpPr>
          <p:nvPr/>
        </p:nvSpPr>
        <p:spPr bwMode="auto">
          <a:xfrm>
            <a:off x="6672263" y="3860800"/>
            <a:ext cx="4492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r" eaLnBrk="1" hangingPunct="1">
              <a:spcBef>
                <a:spcPct val="50000"/>
              </a:spcBef>
              <a:buClrTx/>
              <a:buSzTx/>
              <a:buFontTx/>
              <a:buNone/>
            </a:pPr>
            <a:r>
              <a:rPr lang="en-US" altLang="zh-CN" sz="3200">
                <a:solidFill>
                  <a:schemeClr val="accent2"/>
                </a:solidFill>
                <a:latin typeface="Arial Narrow" panose="020B0606020202030204" pitchFamily="34" charset="0"/>
                <a:ea typeface="宋体" panose="02010600030101010101" pitchFamily="2" charset="-122"/>
              </a:rPr>
              <a:t>V</a:t>
            </a:r>
          </a:p>
        </p:txBody>
      </p:sp>
      <p:sp>
        <p:nvSpPr>
          <p:cNvPr id="472074" name="AutoShape 10">
            <a:extLst>
              <a:ext uri="{FF2B5EF4-FFF2-40B4-BE49-F238E27FC236}">
                <a16:creationId xmlns:a16="http://schemas.microsoft.com/office/drawing/2014/main" id="{9E716AFE-BA1F-8733-4B70-AE830A25614D}"/>
              </a:ext>
            </a:extLst>
          </p:cNvPr>
          <p:cNvSpPr>
            <a:spLocks noChangeArrowheads="1"/>
          </p:cNvSpPr>
          <p:nvPr/>
        </p:nvSpPr>
        <p:spPr bwMode="auto">
          <a:xfrm>
            <a:off x="8543926" y="3644900"/>
            <a:ext cx="1368425" cy="647700"/>
          </a:xfrm>
          <a:prstGeom prst="flowChartTerminator">
            <a:avLst/>
          </a:prstGeom>
          <a:noFill/>
          <a:ln w="25400">
            <a:solidFill>
              <a:schemeClr val="tx1"/>
            </a:solidFill>
            <a:miter lim="800000"/>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0"/>
              </a:spcBef>
              <a:buClrTx/>
              <a:buSzTx/>
              <a:buFontTx/>
              <a:buNone/>
            </a:pPr>
            <a:r>
              <a:rPr lang="zh-CN" altLang="en-US" sz="2400">
                <a:latin typeface="Arial Narrow" panose="020B0606020202030204" pitchFamily="34" charset="0"/>
                <a:ea typeface="宋体" panose="02010600030101010101" pitchFamily="2" charset="-122"/>
              </a:rPr>
              <a:t>结束</a:t>
            </a:r>
          </a:p>
        </p:txBody>
      </p:sp>
      <p:sp>
        <p:nvSpPr>
          <p:cNvPr id="472075" name="AutoShape 11">
            <a:extLst>
              <a:ext uri="{FF2B5EF4-FFF2-40B4-BE49-F238E27FC236}">
                <a16:creationId xmlns:a16="http://schemas.microsoft.com/office/drawing/2014/main" id="{9CC999EE-9805-6655-98E0-BCC65E649E83}"/>
              </a:ext>
            </a:extLst>
          </p:cNvPr>
          <p:cNvSpPr>
            <a:spLocks noChangeArrowheads="1"/>
          </p:cNvSpPr>
          <p:nvPr/>
        </p:nvSpPr>
        <p:spPr bwMode="auto">
          <a:xfrm>
            <a:off x="1774825" y="3716339"/>
            <a:ext cx="1512888" cy="720725"/>
          </a:xfrm>
          <a:prstGeom prst="flowChartPreparation">
            <a:avLst/>
          </a:prstGeom>
          <a:noFill/>
          <a:ln w="25400">
            <a:solidFill>
              <a:schemeClr val="tx1"/>
            </a:solidFill>
            <a:miter lim="800000"/>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eaLnBrk="1" hangingPunct="1">
              <a:spcBef>
                <a:spcPct val="0"/>
              </a:spcBef>
              <a:buClrTx/>
              <a:buSzTx/>
              <a:buFontTx/>
              <a:buNone/>
            </a:pPr>
            <a:r>
              <a:rPr lang="zh-CN" altLang="en-US" sz="2400">
                <a:latin typeface="Arial Narrow" panose="020B0606020202030204" pitchFamily="34" charset="0"/>
                <a:ea typeface="宋体" panose="02010600030101010101" pitchFamily="2" charset="-122"/>
              </a:rPr>
              <a:t>初始</a:t>
            </a:r>
          </a:p>
        </p:txBody>
      </p:sp>
      <p:sp>
        <p:nvSpPr>
          <p:cNvPr id="472076" name="Line 12">
            <a:extLst>
              <a:ext uri="{FF2B5EF4-FFF2-40B4-BE49-F238E27FC236}">
                <a16:creationId xmlns:a16="http://schemas.microsoft.com/office/drawing/2014/main" id="{4227DE4C-EB47-117F-0D3A-088458939EB2}"/>
              </a:ext>
            </a:extLst>
          </p:cNvPr>
          <p:cNvSpPr>
            <a:spLocks noChangeShapeType="1"/>
          </p:cNvSpPr>
          <p:nvPr/>
        </p:nvSpPr>
        <p:spPr bwMode="auto">
          <a:xfrm>
            <a:off x="3287713" y="4076700"/>
            <a:ext cx="1008062"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077" name="Line 13">
            <a:extLst>
              <a:ext uri="{FF2B5EF4-FFF2-40B4-BE49-F238E27FC236}">
                <a16:creationId xmlns:a16="http://schemas.microsoft.com/office/drawing/2014/main" id="{0A040831-543A-0027-4CA0-39D391FBB518}"/>
              </a:ext>
            </a:extLst>
          </p:cNvPr>
          <p:cNvSpPr>
            <a:spLocks noChangeShapeType="1"/>
          </p:cNvSpPr>
          <p:nvPr/>
        </p:nvSpPr>
        <p:spPr bwMode="auto">
          <a:xfrm>
            <a:off x="7824789" y="4005263"/>
            <a:ext cx="719137"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2078" name="Text Box 14">
            <a:extLst>
              <a:ext uri="{FF2B5EF4-FFF2-40B4-BE49-F238E27FC236}">
                <a16:creationId xmlns:a16="http://schemas.microsoft.com/office/drawing/2014/main" id="{E6E471E3-2622-B69C-75B3-623AD01AE874}"/>
              </a:ext>
            </a:extLst>
          </p:cNvPr>
          <p:cNvSpPr txBox="1">
            <a:spLocks noChangeArrowheads="1"/>
          </p:cNvSpPr>
          <p:nvPr/>
        </p:nvSpPr>
        <p:spPr bwMode="auto">
          <a:xfrm>
            <a:off x="6527801" y="4365625"/>
            <a:ext cx="5937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r" eaLnBrk="1" hangingPunct="1">
              <a:spcBef>
                <a:spcPct val="50000"/>
              </a:spcBef>
              <a:buClrTx/>
              <a:buSzTx/>
              <a:buFontTx/>
              <a:buNone/>
            </a:pPr>
            <a:r>
              <a:rPr lang="en-US" altLang="zh-CN" sz="3200">
                <a:solidFill>
                  <a:schemeClr val="accent2"/>
                </a:solidFill>
                <a:latin typeface="Arial Narrow" panose="020B0606020202030204" pitchFamily="34" charset="0"/>
                <a:ea typeface="宋体" panose="02010600030101010101" pitchFamily="2" charset="-122"/>
              </a:rPr>
              <a:t>V</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2075"/>
                                        </p:tgtEl>
                                        <p:attrNameLst>
                                          <p:attrName>style.visibility</p:attrName>
                                        </p:attrNameLst>
                                      </p:cBhvr>
                                      <p:to>
                                        <p:strVal val="visible"/>
                                      </p:to>
                                    </p:set>
                                    <p:anim calcmode="lin" valueType="num">
                                      <p:cBhvr additive="base">
                                        <p:cTn id="7" dur="500" fill="hold"/>
                                        <p:tgtEl>
                                          <p:spTgt spid="472075"/>
                                        </p:tgtEl>
                                        <p:attrNameLst>
                                          <p:attrName>ppt_x</p:attrName>
                                        </p:attrNameLst>
                                      </p:cBhvr>
                                      <p:tavLst>
                                        <p:tav tm="0">
                                          <p:val>
                                            <p:strVal val="#ppt_x"/>
                                          </p:val>
                                        </p:tav>
                                        <p:tav tm="100000">
                                          <p:val>
                                            <p:strVal val="#ppt_x"/>
                                          </p:val>
                                        </p:tav>
                                      </p:tavLst>
                                    </p:anim>
                                    <p:anim calcmode="lin" valueType="num">
                                      <p:cBhvr additive="base">
                                        <p:cTn id="8" dur="500" fill="hold"/>
                                        <p:tgtEl>
                                          <p:spTgt spid="47207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72076"/>
                                        </p:tgtEl>
                                        <p:attrNameLst>
                                          <p:attrName>style.visibility</p:attrName>
                                        </p:attrNameLst>
                                      </p:cBhvr>
                                      <p:to>
                                        <p:strVal val="visible"/>
                                      </p:to>
                                    </p:set>
                                    <p:anim calcmode="lin" valueType="num">
                                      <p:cBhvr additive="base">
                                        <p:cTn id="13" dur="500" fill="hold"/>
                                        <p:tgtEl>
                                          <p:spTgt spid="472076"/>
                                        </p:tgtEl>
                                        <p:attrNameLst>
                                          <p:attrName>ppt_x</p:attrName>
                                        </p:attrNameLst>
                                      </p:cBhvr>
                                      <p:tavLst>
                                        <p:tav tm="0">
                                          <p:val>
                                            <p:strVal val="#ppt_x"/>
                                          </p:val>
                                        </p:tav>
                                        <p:tav tm="100000">
                                          <p:val>
                                            <p:strVal val="#ppt_x"/>
                                          </p:val>
                                        </p:tav>
                                      </p:tavLst>
                                    </p:anim>
                                    <p:anim calcmode="lin" valueType="num">
                                      <p:cBhvr additive="base">
                                        <p:cTn id="14" dur="500" fill="hold"/>
                                        <p:tgtEl>
                                          <p:spTgt spid="47207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7206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7206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7207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7207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472077"/>
                                        </p:tgtEl>
                                        <p:attrNameLst>
                                          <p:attrName>style.visibility</p:attrName>
                                        </p:attrNameLst>
                                      </p:cBhvr>
                                      <p:to>
                                        <p:strVal val="visible"/>
                                      </p:to>
                                    </p:set>
                                    <p:anim calcmode="lin" valueType="num">
                                      <p:cBhvr additive="base">
                                        <p:cTn id="35" dur="500" fill="hold"/>
                                        <p:tgtEl>
                                          <p:spTgt spid="472077"/>
                                        </p:tgtEl>
                                        <p:attrNameLst>
                                          <p:attrName>ppt_x</p:attrName>
                                        </p:attrNameLst>
                                      </p:cBhvr>
                                      <p:tavLst>
                                        <p:tav tm="0">
                                          <p:val>
                                            <p:strVal val="#ppt_x"/>
                                          </p:val>
                                        </p:tav>
                                        <p:tav tm="100000">
                                          <p:val>
                                            <p:strVal val="#ppt_x"/>
                                          </p:val>
                                        </p:tav>
                                      </p:tavLst>
                                    </p:anim>
                                    <p:anim calcmode="lin" valueType="num">
                                      <p:cBhvr additive="base">
                                        <p:cTn id="36" dur="500" fill="hold"/>
                                        <p:tgtEl>
                                          <p:spTgt spid="472077"/>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472074"/>
                                        </p:tgtEl>
                                        <p:attrNameLst>
                                          <p:attrName>style.visibility</p:attrName>
                                        </p:attrNameLst>
                                      </p:cBhvr>
                                      <p:to>
                                        <p:strVal val="visible"/>
                                      </p:to>
                                    </p:set>
                                    <p:anim calcmode="lin" valueType="num">
                                      <p:cBhvr additive="base">
                                        <p:cTn id="41" dur="500" fill="hold"/>
                                        <p:tgtEl>
                                          <p:spTgt spid="472074"/>
                                        </p:tgtEl>
                                        <p:attrNameLst>
                                          <p:attrName>ppt_x</p:attrName>
                                        </p:attrNameLst>
                                      </p:cBhvr>
                                      <p:tavLst>
                                        <p:tav tm="0">
                                          <p:val>
                                            <p:strVal val="#ppt_x"/>
                                          </p:val>
                                        </p:tav>
                                        <p:tav tm="100000">
                                          <p:val>
                                            <p:strVal val="#ppt_x"/>
                                          </p:val>
                                        </p:tav>
                                      </p:tavLst>
                                    </p:anim>
                                    <p:anim calcmode="lin" valueType="num">
                                      <p:cBhvr additive="base">
                                        <p:cTn id="42" dur="500" fill="hold"/>
                                        <p:tgtEl>
                                          <p:spTgt spid="4720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68" grpId="0" animBg="1" autoUpdateAnimBg="0"/>
      <p:bldP spid="472069" grpId="0" autoUpdateAnimBg="0"/>
      <p:bldP spid="472071" grpId="0" autoUpdateAnimBg="0"/>
      <p:bldP spid="472074" grpId="0" animBg="1"/>
      <p:bldP spid="472075" grpId="0" animBg="1"/>
      <p:bldP spid="472078"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7CBAB245-2031-AB40-81DE-D21F026BF0DE}"/>
              </a:ext>
            </a:extLst>
          </p:cNvPr>
          <p:cNvSpPr>
            <a:spLocks noGrp="1" noChangeArrowheads="1"/>
          </p:cNvSpPr>
          <p:nvPr>
            <p:ph type="title"/>
          </p:nvPr>
        </p:nvSpPr>
        <p:spPr>
          <a:xfrm>
            <a:off x="2136775" y="228600"/>
            <a:ext cx="8153400" cy="9906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eaLnBrk="1" hangingPunct="1"/>
            <a:r>
              <a:rPr lang="zh-CN" altLang="en-US" dirty="0">
                <a:latin typeface="微软雅黑 Light" panose="020B0502040204020203" pitchFamily="34" charset="-122"/>
                <a:ea typeface="微软雅黑 Light" panose="020B0502040204020203" pitchFamily="34" charset="-122"/>
              </a:rPr>
              <a:t>项目管理过程 </a:t>
            </a:r>
          </a:p>
        </p:txBody>
      </p:sp>
      <p:pic>
        <p:nvPicPr>
          <p:cNvPr id="76805" name="Picture 9" descr="1-0">
            <a:extLst>
              <a:ext uri="{FF2B5EF4-FFF2-40B4-BE49-F238E27FC236}">
                <a16:creationId xmlns:a16="http://schemas.microsoft.com/office/drawing/2014/main" id="{3C4BD610-0830-88E9-89CD-CBBB501C16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3550" y="2687639"/>
            <a:ext cx="8934450"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6C940E99-8E1C-1CE3-5679-0792C91452B9}"/>
              </a:ext>
            </a:extLst>
          </p:cNvPr>
          <p:cNvSpPr>
            <a:spLocks noGrp="1" noChangeArrowheads="1"/>
          </p:cNvSpPr>
          <p:nvPr>
            <p:ph type="title"/>
          </p:nvPr>
        </p:nvSpPr>
        <p:spPr>
          <a:xfrm>
            <a:off x="2136775" y="228600"/>
            <a:ext cx="8153400" cy="9906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eaLnBrk="1" hangingPunct="1"/>
            <a:r>
              <a:rPr lang="zh-CN" altLang="en-US" dirty="0">
                <a:latin typeface="微软雅黑 Light" panose="020B0502040204020203" pitchFamily="34" charset="-122"/>
                <a:ea typeface="微软雅黑 Light" panose="020B0502040204020203" pitchFamily="34" charset="-122"/>
              </a:rPr>
              <a:t>软件项目管理过程 </a:t>
            </a:r>
          </a:p>
        </p:txBody>
      </p:sp>
      <p:pic>
        <p:nvPicPr>
          <p:cNvPr id="77829" name="Picture 9" descr="1-0">
            <a:extLst>
              <a:ext uri="{FF2B5EF4-FFF2-40B4-BE49-F238E27FC236}">
                <a16:creationId xmlns:a16="http://schemas.microsoft.com/office/drawing/2014/main" id="{74C165F1-87EE-37F4-8197-0BF9BE97E8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3550" y="2687639"/>
            <a:ext cx="8934450"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a:extLst>
              <a:ext uri="{FF2B5EF4-FFF2-40B4-BE49-F238E27FC236}">
                <a16:creationId xmlns:a16="http://schemas.microsoft.com/office/drawing/2014/main" id="{5F6FF072-32BA-E1DC-5A35-E883A9F31914}"/>
              </a:ext>
            </a:extLst>
          </p:cNvPr>
          <p:cNvSpPr>
            <a:spLocks noGrp="1"/>
          </p:cNvSpPr>
          <p:nvPr>
            <p:ph type="title"/>
          </p:nvPr>
        </p:nvSpPr>
        <p:spPr>
          <a:xfrm>
            <a:off x="2136775" y="228600"/>
            <a:ext cx="8153400" cy="990600"/>
          </a:xfrm>
        </p:spPr>
        <p:txBody>
          <a:bodyPr/>
          <a:lstStyle/>
          <a:p>
            <a:r>
              <a:rPr lang="zh-CN" altLang="en-US" b="1"/>
              <a:t>敏捷项目管理过程</a:t>
            </a:r>
          </a:p>
        </p:txBody>
      </p:sp>
      <p:pic>
        <p:nvPicPr>
          <p:cNvPr id="78852" name="Picture 9" descr="1-0">
            <a:extLst>
              <a:ext uri="{FF2B5EF4-FFF2-40B4-BE49-F238E27FC236}">
                <a16:creationId xmlns:a16="http://schemas.microsoft.com/office/drawing/2014/main" id="{553A69E6-17D3-36C6-25CF-D32E2BC38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3089" y="2449514"/>
            <a:ext cx="8740775" cy="195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箭头: 上弧形 6">
            <a:extLst>
              <a:ext uri="{FF2B5EF4-FFF2-40B4-BE49-F238E27FC236}">
                <a16:creationId xmlns:a16="http://schemas.microsoft.com/office/drawing/2014/main" id="{DA71DFA3-DD68-4ED9-B9F2-E0D1E06EFF6F}"/>
              </a:ext>
            </a:extLst>
          </p:cNvPr>
          <p:cNvSpPr/>
          <p:nvPr/>
        </p:nvSpPr>
        <p:spPr>
          <a:xfrm>
            <a:off x="4513264" y="1773239"/>
            <a:ext cx="3400425" cy="113982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4000" b="1" dirty="0">
                <a:solidFill>
                  <a:srgbClr val="FF0000"/>
                </a:solidFill>
              </a:rPr>
              <a:t>多次</a:t>
            </a:r>
          </a:p>
        </p:txBody>
      </p:sp>
      <p:sp>
        <p:nvSpPr>
          <p:cNvPr id="19" name="箭头: 下弧形 18">
            <a:extLst>
              <a:ext uri="{FF2B5EF4-FFF2-40B4-BE49-F238E27FC236}">
                <a16:creationId xmlns:a16="http://schemas.microsoft.com/office/drawing/2014/main" id="{904B9AC4-7068-4AA5-8ABC-2FD226732D25}"/>
              </a:ext>
            </a:extLst>
          </p:cNvPr>
          <p:cNvSpPr/>
          <p:nvPr/>
        </p:nvSpPr>
        <p:spPr>
          <a:xfrm flipH="1">
            <a:off x="4440239" y="3429000"/>
            <a:ext cx="3278187" cy="1036638"/>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3600" b="1" dirty="0">
                <a:solidFill>
                  <a:srgbClr val="FF0000"/>
                </a:solidFill>
              </a:rPr>
              <a:t>迭代</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1CDF3EA1-C826-428E-0A06-246E93F2AC3D}"/>
              </a:ext>
            </a:extLst>
          </p:cNvPr>
          <p:cNvSpPr>
            <a:spLocks noGrp="1" noChangeArrowheads="1"/>
          </p:cNvSpPr>
          <p:nvPr>
            <p:ph type="title"/>
          </p:nvPr>
        </p:nvSpPr>
        <p:spPr>
          <a:xfrm>
            <a:off x="2136775" y="228600"/>
            <a:ext cx="8153400" cy="9906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r>
              <a:rPr lang="zh-CN" altLang="en-US" b="1"/>
              <a:t>软件项目管理过程 </a:t>
            </a:r>
          </a:p>
        </p:txBody>
      </p:sp>
      <p:pic>
        <p:nvPicPr>
          <p:cNvPr id="79877" name="Picture 9" descr="1-0">
            <a:extLst>
              <a:ext uri="{FF2B5EF4-FFF2-40B4-BE49-F238E27FC236}">
                <a16:creationId xmlns:a16="http://schemas.microsoft.com/office/drawing/2014/main" id="{ABC1AE08-DF03-E209-BDD6-CA28CC429F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250" y="1628776"/>
            <a:ext cx="8934450"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对话气泡: 矩形 5">
            <a:extLst>
              <a:ext uri="{FF2B5EF4-FFF2-40B4-BE49-F238E27FC236}">
                <a16:creationId xmlns:a16="http://schemas.microsoft.com/office/drawing/2014/main" id="{650C13BE-5250-47EF-8E17-E455B0CFFAA0}"/>
              </a:ext>
            </a:extLst>
          </p:cNvPr>
          <p:cNvSpPr/>
          <p:nvPr/>
        </p:nvSpPr>
        <p:spPr>
          <a:xfrm>
            <a:off x="3870326" y="4019550"/>
            <a:ext cx="1711325" cy="546100"/>
          </a:xfrm>
          <a:prstGeom prst="wedgeRectCallout">
            <a:avLst>
              <a:gd name="adj1" fmla="val -12987"/>
              <a:gd name="adj2" fmla="val -221594"/>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800" dirty="0">
                <a:solidFill>
                  <a:schemeClr val="tx1"/>
                </a:solidFill>
                <a:latin typeface="微软雅黑 Light" panose="020B0502040204020203" pitchFamily="34" charset="-122"/>
                <a:ea typeface="微软雅黑 Light" panose="020B0502040204020203" pitchFamily="34" charset="-122"/>
              </a:rPr>
              <a:t>规划初心</a:t>
            </a:r>
          </a:p>
        </p:txBody>
      </p:sp>
      <p:sp>
        <p:nvSpPr>
          <p:cNvPr id="7" name="对话气泡: 矩形 6">
            <a:extLst>
              <a:ext uri="{FF2B5EF4-FFF2-40B4-BE49-F238E27FC236}">
                <a16:creationId xmlns:a16="http://schemas.microsoft.com/office/drawing/2014/main" id="{798F1C42-E57E-4A2D-97FB-0198C6260D54}"/>
              </a:ext>
            </a:extLst>
          </p:cNvPr>
          <p:cNvSpPr/>
          <p:nvPr/>
        </p:nvSpPr>
        <p:spPr>
          <a:xfrm>
            <a:off x="4019550" y="4740275"/>
            <a:ext cx="3887788" cy="546100"/>
          </a:xfrm>
          <a:prstGeom prst="wedgeRectCallout">
            <a:avLst>
              <a:gd name="adj1" fmla="val 19181"/>
              <a:gd name="adj2" fmla="val -355369"/>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800" dirty="0">
                <a:solidFill>
                  <a:schemeClr val="tx1"/>
                </a:solidFill>
                <a:latin typeface="微软雅黑 Light" panose="020B0502040204020203" pitchFamily="34" charset="-122"/>
                <a:ea typeface="微软雅黑 Light" panose="020B0502040204020203" pitchFamily="34" charset="-122"/>
              </a:rPr>
              <a:t>不忘初心，走正确之道</a:t>
            </a:r>
            <a:endParaRPr lang="zh-CN" altLang="en-US" b="1" dirty="0">
              <a:solidFill>
                <a:schemeClr val="tx1"/>
              </a:solidFill>
            </a:endParaRPr>
          </a:p>
        </p:txBody>
      </p:sp>
      <p:sp>
        <p:nvSpPr>
          <p:cNvPr id="8" name="对话气泡: 矩形 7">
            <a:extLst>
              <a:ext uri="{FF2B5EF4-FFF2-40B4-BE49-F238E27FC236}">
                <a16:creationId xmlns:a16="http://schemas.microsoft.com/office/drawing/2014/main" id="{BE8ADE1E-3AD8-4A62-8CD9-495E1958F363}"/>
              </a:ext>
            </a:extLst>
          </p:cNvPr>
          <p:cNvSpPr/>
          <p:nvPr/>
        </p:nvSpPr>
        <p:spPr>
          <a:xfrm>
            <a:off x="8183563" y="4040188"/>
            <a:ext cx="1973262" cy="546100"/>
          </a:xfrm>
          <a:prstGeom prst="wedgeRectCallout">
            <a:avLst>
              <a:gd name="adj1" fmla="val -14322"/>
              <a:gd name="adj2" fmla="val -231056"/>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800" dirty="0">
                <a:solidFill>
                  <a:schemeClr val="tx1"/>
                </a:solidFill>
                <a:latin typeface="微软雅黑 Light" panose="020B0502040204020203" pitchFamily="34" charset="-122"/>
                <a:ea typeface="微软雅黑 Light" panose="020B0502040204020203" pitchFamily="34" charset="-122"/>
              </a:rPr>
              <a:t>方得始终</a:t>
            </a:r>
          </a:p>
        </p:txBody>
      </p:sp>
      <p:sp>
        <p:nvSpPr>
          <p:cNvPr id="9" name="对话气泡: 矩形 8">
            <a:extLst>
              <a:ext uri="{FF2B5EF4-FFF2-40B4-BE49-F238E27FC236}">
                <a16:creationId xmlns:a16="http://schemas.microsoft.com/office/drawing/2014/main" id="{37DA5708-6475-4872-A815-1247F8D8E441}"/>
              </a:ext>
            </a:extLst>
          </p:cNvPr>
          <p:cNvSpPr/>
          <p:nvPr/>
        </p:nvSpPr>
        <p:spPr>
          <a:xfrm>
            <a:off x="1873251" y="4040188"/>
            <a:ext cx="1711325" cy="546100"/>
          </a:xfrm>
          <a:prstGeom prst="wedgeRectCallout">
            <a:avLst>
              <a:gd name="adj1" fmla="val -12987"/>
              <a:gd name="adj2" fmla="val -221594"/>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800" dirty="0">
                <a:solidFill>
                  <a:schemeClr val="tx1"/>
                </a:solidFill>
                <a:latin typeface="微软雅黑 Light" panose="020B0502040204020203" pitchFamily="34" charset="-122"/>
                <a:ea typeface="微软雅黑 Light" panose="020B0502040204020203" pitchFamily="34" charset="-122"/>
              </a:rPr>
              <a:t>确定初心</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0CDEDF2B-13A6-A097-A10F-190B56D4E76A}"/>
              </a:ext>
            </a:extLst>
          </p:cNvPr>
          <p:cNvSpPr>
            <a:spLocks noGrp="1" noChangeArrowheads="1"/>
          </p:cNvSpPr>
          <p:nvPr>
            <p:ph type="title"/>
          </p:nvPr>
        </p:nvSpPr>
        <p:spPr>
          <a:xfrm>
            <a:off x="1774825" y="260350"/>
            <a:ext cx="8153400" cy="9906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eaLnBrk="1" hangingPunct="1"/>
            <a:r>
              <a:rPr lang="zh-CN" altLang="en-US" dirty="0">
                <a:latin typeface="微软雅黑 Light" panose="020B0502040204020203" pitchFamily="34" charset="-122"/>
                <a:ea typeface="微软雅黑 Light" panose="020B0502040204020203" pitchFamily="34" charset="-122"/>
              </a:rPr>
              <a:t>项目初始</a:t>
            </a:r>
          </a:p>
        </p:txBody>
      </p:sp>
      <p:pic>
        <p:nvPicPr>
          <p:cNvPr id="81925" name="Picture 8">
            <a:extLst>
              <a:ext uri="{FF2B5EF4-FFF2-40B4-BE49-F238E27FC236}">
                <a16:creationId xmlns:a16="http://schemas.microsoft.com/office/drawing/2014/main" id="{A42C514F-1559-52B8-945E-DDA06A6B59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0893" t="38020" r="36603" b="41145"/>
          <a:stretch>
            <a:fillRect/>
          </a:stretch>
        </p:blipFill>
        <p:spPr bwMode="auto">
          <a:xfrm>
            <a:off x="1847850" y="2133601"/>
            <a:ext cx="8496300" cy="27352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Lst>
        </p:spPr>
      </p:pic>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35615479-A90D-D972-3DFA-442996556DDF}"/>
              </a:ext>
            </a:extLst>
          </p:cNvPr>
          <p:cNvSpPr>
            <a:spLocks noGrp="1" noChangeArrowheads="1"/>
          </p:cNvSpPr>
          <p:nvPr>
            <p:ph type="title"/>
          </p:nvPr>
        </p:nvSpPr>
        <p:spPr>
          <a:xfrm>
            <a:off x="1703388" y="188913"/>
            <a:ext cx="8153400" cy="9906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eaLnBrk="1" hangingPunct="1"/>
            <a:r>
              <a:rPr lang="zh-CN" altLang="en-US" dirty="0">
                <a:latin typeface="微软雅黑 Light" panose="020B0502040204020203" pitchFamily="34" charset="-122"/>
                <a:ea typeface="微软雅黑 Light" panose="020B0502040204020203" pitchFamily="34" charset="-122"/>
              </a:rPr>
              <a:t>项目计划</a:t>
            </a:r>
          </a:p>
        </p:txBody>
      </p:sp>
      <p:pic>
        <p:nvPicPr>
          <p:cNvPr id="82949" name="图片 1">
            <a:extLst>
              <a:ext uri="{FF2B5EF4-FFF2-40B4-BE49-F238E27FC236}">
                <a16:creationId xmlns:a16="http://schemas.microsoft.com/office/drawing/2014/main" id="{9C60C066-CF6E-1688-8680-185E844AF81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79650" y="2205039"/>
            <a:ext cx="7577138"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8FE8B090-56AF-049A-CA27-204145A85BDA}"/>
              </a:ext>
            </a:extLst>
          </p:cNvPr>
          <p:cNvSpPr>
            <a:spLocks noGrp="1" noChangeArrowheads="1"/>
          </p:cNvSpPr>
          <p:nvPr>
            <p:ph type="title"/>
          </p:nvPr>
        </p:nvSpPr>
        <p:spPr>
          <a:xfrm>
            <a:off x="1919288" y="188913"/>
            <a:ext cx="7772400" cy="1143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eaLnBrk="1" hangingPunct="1"/>
            <a:r>
              <a:rPr lang="zh-CN" altLang="en-US" dirty="0">
                <a:latin typeface="微软雅黑 Light" panose="020B0502040204020203" pitchFamily="34" charset="-122"/>
                <a:ea typeface="微软雅黑 Light" panose="020B0502040204020203" pitchFamily="34" charset="-122"/>
              </a:rPr>
              <a:t>项目执行控制</a:t>
            </a:r>
          </a:p>
        </p:txBody>
      </p:sp>
      <p:pic>
        <p:nvPicPr>
          <p:cNvPr id="84997" name="Picture 6">
            <a:extLst>
              <a:ext uri="{FF2B5EF4-FFF2-40B4-BE49-F238E27FC236}">
                <a16:creationId xmlns:a16="http://schemas.microsoft.com/office/drawing/2014/main" id="{49E50100-302F-53D0-493F-EA64DEFA6E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318" t="30991" r="11275" b="17188"/>
          <a:stretch>
            <a:fillRect/>
          </a:stretch>
        </p:blipFill>
        <p:spPr bwMode="auto">
          <a:xfrm>
            <a:off x="1558925" y="2276476"/>
            <a:ext cx="8972550" cy="3349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Lst>
        </p:spPr>
      </p:pic>
    </p:spTree>
  </p:cSld>
  <p:clrMapOvr>
    <a:masterClrMapping/>
  </p:clrMapOvr>
  <p:transition spd="med" advTm="9000"/>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089B43FD-FC96-1056-8249-4C8EF2683C24}"/>
              </a:ext>
            </a:extLst>
          </p:cNvPr>
          <p:cNvSpPr>
            <a:spLocks noGrp="1" noChangeArrowheads="1"/>
          </p:cNvSpPr>
          <p:nvPr>
            <p:ph type="title"/>
          </p:nvPr>
        </p:nvSpPr>
        <p:spPr>
          <a:xfrm>
            <a:off x="1847850" y="260350"/>
            <a:ext cx="7772400" cy="1143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eaLnBrk="1" hangingPunct="1"/>
            <a:r>
              <a:rPr lang="zh-CN" altLang="en-US" dirty="0">
                <a:latin typeface="微软雅黑 Light" panose="020B0502040204020203" pitchFamily="34" charset="-122"/>
                <a:ea typeface="微软雅黑 Light" panose="020B0502040204020203" pitchFamily="34" charset="-122"/>
              </a:rPr>
              <a:t>项目结束</a:t>
            </a:r>
          </a:p>
        </p:txBody>
      </p:sp>
      <p:pic>
        <p:nvPicPr>
          <p:cNvPr id="87045" name="Picture 6">
            <a:extLst>
              <a:ext uri="{FF2B5EF4-FFF2-40B4-BE49-F238E27FC236}">
                <a16:creationId xmlns:a16="http://schemas.microsoft.com/office/drawing/2014/main" id="{AAC06CA0-B691-625E-671A-E834B93E79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9283" t="64323" r="35359" b="23438"/>
          <a:stretch>
            <a:fillRect/>
          </a:stretch>
        </p:blipFill>
        <p:spPr bwMode="auto">
          <a:xfrm>
            <a:off x="1774825" y="2565400"/>
            <a:ext cx="8497888" cy="2139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Lst>
        </p:spPr>
      </p:pic>
    </p:spTree>
  </p:cSld>
  <p:clrMapOvr>
    <a:masterClrMapping/>
  </p:clrMapOvr>
  <p:transition spd="med" advTm="9000"/>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E8CEBECC-49D2-F561-04ED-45B77FBD073D}"/>
              </a:ext>
            </a:extLst>
          </p:cNvPr>
          <p:cNvSpPr>
            <a:spLocks noGrp="1" noChangeArrowheads="1"/>
          </p:cNvSpPr>
          <p:nvPr>
            <p:ph type="title"/>
          </p:nvPr>
        </p:nvSpPr>
        <p:spPr>
          <a:xfrm>
            <a:off x="1847850" y="333375"/>
            <a:ext cx="7772400" cy="1143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eaLnBrk="1" hangingPunct="1"/>
            <a:r>
              <a:rPr lang="zh-CN" altLang="en-US" b="1" dirty="0">
                <a:latin typeface="华文中宋" panose="02010600040101010101" pitchFamily="2" charset="-122"/>
                <a:ea typeface="华文中宋" panose="02010600040101010101" pitchFamily="2" charset="-122"/>
              </a:rPr>
              <a:t>本章小结</a:t>
            </a:r>
            <a:endParaRPr lang="zh-CN" altLang="en-US" dirty="0">
              <a:latin typeface="微软雅黑 Light" panose="020B0502040204020203" pitchFamily="34" charset="-122"/>
              <a:ea typeface="微软雅黑 Light" panose="020B0502040204020203" pitchFamily="34" charset="-122"/>
            </a:endParaRPr>
          </a:p>
        </p:txBody>
      </p:sp>
      <p:sp>
        <p:nvSpPr>
          <p:cNvPr id="6" name="竖卷形 5">
            <a:extLst>
              <a:ext uri="{FF2B5EF4-FFF2-40B4-BE49-F238E27FC236}">
                <a16:creationId xmlns:a16="http://schemas.microsoft.com/office/drawing/2014/main" id="{D79D56BB-3EEE-4932-B5D6-CB4A92CEDF61}"/>
              </a:ext>
            </a:extLst>
          </p:cNvPr>
          <p:cNvSpPr/>
          <p:nvPr/>
        </p:nvSpPr>
        <p:spPr>
          <a:xfrm>
            <a:off x="2135188" y="2420939"/>
            <a:ext cx="8102600" cy="2592387"/>
          </a:xfrm>
          <a:prstGeom prst="verticalScroll">
            <a:avLst>
              <a:gd name="adj" fmla="val 6249"/>
            </a:avLst>
          </a:prstGeom>
        </p:spPr>
        <p:style>
          <a:lnRef idx="2">
            <a:schemeClr val="accent1"/>
          </a:lnRef>
          <a:fillRef idx="1">
            <a:schemeClr val="lt1"/>
          </a:fillRef>
          <a:effectRef idx="0">
            <a:schemeClr val="accent1"/>
          </a:effectRef>
          <a:fontRef idx="minor">
            <a:schemeClr val="dk1"/>
          </a:fontRef>
        </p:style>
        <p:txBody>
          <a:bodyPr anchor="ctr"/>
          <a:lstStyle/>
          <a:p>
            <a:pPr eaLnBrk="1" hangingPunct="1">
              <a:buFont typeface="Wingdings" pitchFamily="2" charset="2"/>
              <a:buChar char="Ø"/>
              <a:defRPr/>
            </a:pPr>
            <a:r>
              <a:rPr lang="zh-CN" altLang="en-US" sz="3200" b="1" dirty="0">
                <a:solidFill>
                  <a:schemeClr val="bg2">
                    <a:lumMod val="50000"/>
                  </a:schemeClr>
                </a:solidFill>
                <a:latin typeface="微软雅黑 Light" panose="020B0502040204020203" pitchFamily="34" charset="-122"/>
                <a:ea typeface="微软雅黑 Light" panose="020B0502040204020203" pitchFamily="34" charset="-122"/>
              </a:rPr>
              <a:t>软件项目管理基本概念</a:t>
            </a:r>
            <a:endParaRPr lang="en-US" altLang="zh-CN" sz="3200" b="1" dirty="0">
              <a:solidFill>
                <a:schemeClr val="bg2">
                  <a:lumMod val="50000"/>
                </a:schemeClr>
              </a:solidFill>
              <a:latin typeface="微软雅黑 Light" panose="020B0502040204020203" pitchFamily="34" charset="-122"/>
              <a:ea typeface="微软雅黑 Light" panose="020B0502040204020203" pitchFamily="34" charset="-122"/>
            </a:endParaRPr>
          </a:p>
          <a:p>
            <a:pPr eaLnBrk="1" hangingPunct="1">
              <a:buFont typeface="Wingdings" pitchFamily="2" charset="2"/>
              <a:buChar char="Ø"/>
              <a:defRPr/>
            </a:pPr>
            <a:r>
              <a:rPr lang="zh-CN" altLang="en-US" sz="3200" b="1" dirty="0">
                <a:solidFill>
                  <a:schemeClr val="bg2">
                    <a:lumMod val="50000"/>
                  </a:schemeClr>
                </a:solidFill>
                <a:latin typeface="微软雅黑 Light" panose="020B0502040204020203" pitchFamily="34" charset="-122"/>
                <a:ea typeface="微软雅黑 Light" panose="020B0502040204020203" pitchFamily="34" charset="-122"/>
              </a:rPr>
              <a:t>项目管理知识体系</a:t>
            </a:r>
            <a:endParaRPr lang="en-US" altLang="zh-CN" sz="3200" b="1" dirty="0">
              <a:solidFill>
                <a:schemeClr val="bg2">
                  <a:lumMod val="50000"/>
                </a:schemeClr>
              </a:solidFill>
              <a:latin typeface="微软雅黑 Light" panose="020B0502040204020203" pitchFamily="34" charset="-122"/>
              <a:ea typeface="微软雅黑 Light" panose="020B0502040204020203" pitchFamily="34" charset="-122"/>
            </a:endParaRPr>
          </a:p>
          <a:p>
            <a:pPr eaLnBrk="1" hangingPunct="1">
              <a:buFont typeface="Wingdings" pitchFamily="2" charset="2"/>
              <a:buChar char="Ø"/>
              <a:defRPr/>
            </a:pPr>
            <a:r>
              <a:rPr lang="zh-CN" altLang="en-US" sz="3200" b="1" dirty="0">
                <a:solidFill>
                  <a:schemeClr val="bg2">
                    <a:lumMod val="50000"/>
                  </a:schemeClr>
                </a:solidFill>
                <a:latin typeface="微软雅黑 Light" panose="020B0502040204020203" pitchFamily="34" charset="-122"/>
                <a:ea typeface="微软雅黑 Light" panose="020B0502040204020203" pitchFamily="34" charset="-122"/>
              </a:rPr>
              <a:t>敏捷思维</a:t>
            </a:r>
          </a:p>
          <a:p>
            <a:pPr eaLnBrk="1" hangingPunct="1">
              <a:buFont typeface="Wingdings" pitchFamily="2" charset="2"/>
              <a:buChar char="Ø"/>
              <a:defRPr/>
            </a:pPr>
            <a:r>
              <a:rPr lang="zh-CN" altLang="en-US" sz="3200" b="1" dirty="0">
                <a:solidFill>
                  <a:schemeClr val="bg2">
                    <a:lumMod val="50000"/>
                  </a:schemeClr>
                </a:solidFill>
                <a:latin typeface="微软雅黑 Light" panose="020B0502040204020203" pitchFamily="34" charset="-122"/>
                <a:ea typeface="微软雅黑 Light" panose="020B0502040204020203" pitchFamily="34" charset="-122"/>
              </a:rPr>
              <a:t>软件项目管理过程</a:t>
            </a: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a:extLst>
              <a:ext uri="{FF2B5EF4-FFF2-40B4-BE49-F238E27FC236}">
                <a16:creationId xmlns:a16="http://schemas.microsoft.com/office/drawing/2014/main" id="{1A3C1683-E00F-DDDD-97A9-222B9A89E333}"/>
              </a:ext>
            </a:extLst>
          </p:cNvPr>
          <p:cNvSpPr>
            <a:spLocks noGrp="1"/>
          </p:cNvSpPr>
          <p:nvPr>
            <p:ph type="title"/>
          </p:nvPr>
        </p:nvSpPr>
        <p:spPr>
          <a:xfrm>
            <a:off x="2136775" y="228600"/>
            <a:ext cx="8153400" cy="990600"/>
          </a:xfrm>
        </p:spPr>
        <p:txBody>
          <a:bodyPr/>
          <a:lstStyle/>
          <a:p>
            <a:r>
              <a:rPr lang="zh-CN" altLang="en-US" b="1">
                <a:latin typeface="华文中宋" panose="02010600040101010101" pitchFamily="2" charset="-122"/>
                <a:ea typeface="华文中宋" panose="02010600040101010101" pitchFamily="2" charset="-122"/>
              </a:rPr>
              <a:t>本章小结 </a:t>
            </a:r>
            <a:r>
              <a:rPr lang="en-US" altLang="zh-CN" b="1">
                <a:latin typeface="华文中宋" panose="02010600040101010101" pitchFamily="2" charset="-122"/>
                <a:ea typeface="华文中宋" panose="02010600040101010101" pitchFamily="2" charset="-122"/>
              </a:rPr>
              <a:t>–</a:t>
            </a:r>
            <a:r>
              <a:rPr lang="zh-CN" altLang="en-US" b="1">
                <a:latin typeface="华文中宋" panose="02010600040101010101" pitchFamily="2" charset="-122"/>
                <a:ea typeface="华文中宋" panose="02010600040101010101" pitchFamily="2" charset="-122"/>
              </a:rPr>
              <a:t>核心之“道”</a:t>
            </a:r>
          </a:p>
        </p:txBody>
      </p:sp>
      <p:pic>
        <p:nvPicPr>
          <p:cNvPr id="91140" name="内容占位符 5" descr="https://images2015.cnblogs.com/blog/1031457/201610/1031457-20161020214940013-1081708129.png">
            <a:extLst>
              <a:ext uri="{FF2B5EF4-FFF2-40B4-BE49-F238E27FC236}">
                <a16:creationId xmlns:a16="http://schemas.microsoft.com/office/drawing/2014/main" id="{FE0A937B-AC2B-D2C1-B47B-6BB0F8C33CE5}"/>
              </a:ext>
            </a:extLst>
          </p:cNvPr>
          <p:cNvPicPr>
            <a:picLocks noGrp="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2136776" y="2771776"/>
            <a:ext cx="7343775" cy="3681413"/>
          </a:xfrm>
        </p:spPr>
      </p:pic>
      <p:sp>
        <p:nvSpPr>
          <p:cNvPr id="91141" name="矩形 1">
            <a:extLst>
              <a:ext uri="{FF2B5EF4-FFF2-40B4-BE49-F238E27FC236}">
                <a16:creationId xmlns:a16="http://schemas.microsoft.com/office/drawing/2014/main" id="{D5D2CDF8-9A2E-5C47-1BA7-E5BB94C2B854}"/>
              </a:ext>
            </a:extLst>
          </p:cNvPr>
          <p:cNvSpPr>
            <a:spLocks noChangeArrowheads="1"/>
          </p:cNvSpPr>
          <p:nvPr/>
        </p:nvSpPr>
        <p:spPr bwMode="auto">
          <a:xfrm>
            <a:off x="2136775" y="1804988"/>
            <a:ext cx="7054850" cy="831850"/>
          </a:xfrm>
          <a:prstGeom prst="rect">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a:solidFill>
                  <a:schemeClr val="tx1"/>
                </a:solidFill>
                <a:latin typeface="Arial Narrow" panose="020B0606020202030204" pitchFamily="34" charset="0"/>
                <a:ea typeface="宋体" panose="02010600030101010101" pitchFamily="2" charset="-122"/>
              </a:defRPr>
            </a:lvl1pPr>
            <a:lvl2pPr marL="742950" indent="-285750">
              <a:defRPr kumimoji="1" sz="2400">
                <a:solidFill>
                  <a:schemeClr val="tx1"/>
                </a:solidFill>
                <a:latin typeface="Arial Narrow" panose="020B0606020202030204" pitchFamily="34" charset="0"/>
                <a:ea typeface="宋体" panose="02010600030101010101" pitchFamily="2" charset="-122"/>
              </a:defRPr>
            </a:lvl2pPr>
            <a:lvl3pPr marL="1143000" indent="-228600">
              <a:defRPr kumimoji="1" sz="2400">
                <a:solidFill>
                  <a:schemeClr val="tx1"/>
                </a:solidFill>
                <a:latin typeface="Arial Narrow" panose="020B0606020202030204" pitchFamily="34" charset="0"/>
                <a:ea typeface="宋体" panose="02010600030101010101" pitchFamily="2" charset="-122"/>
              </a:defRPr>
            </a:lvl3pPr>
            <a:lvl4pPr marL="1600200" indent="-228600">
              <a:defRPr kumimoji="1" sz="2400">
                <a:solidFill>
                  <a:schemeClr val="tx1"/>
                </a:solidFill>
                <a:latin typeface="Arial Narrow" panose="020B0606020202030204" pitchFamily="34" charset="0"/>
                <a:ea typeface="宋体" panose="02010600030101010101" pitchFamily="2" charset="-122"/>
              </a:defRPr>
            </a:lvl4pPr>
            <a:lvl5pPr marL="2057400" indent="-228600">
              <a:defRPr kumimoji="1" sz="24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Narrow" panose="020B0606020202030204" pitchFamily="34" charset="0"/>
                <a:ea typeface="宋体" panose="02010600030101010101" pitchFamily="2" charset="-122"/>
              </a:defRPr>
            </a:lvl9pPr>
          </a:lstStyle>
          <a:p>
            <a:r>
              <a:rPr lang="zh-CN" altLang="en-US" b="1"/>
              <a:t>传统项目管理：基于</a:t>
            </a:r>
            <a:r>
              <a:rPr lang="en-US" altLang="zh-CN" b="1"/>
              <a:t>PMBOK+</a:t>
            </a:r>
            <a:r>
              <a:rPr lang="zh-CN" altLang="en-US" b="1"/>
              <a:t>软件最佳实践</a:t>
            </a:r>
            <a:endParaRPr lang="en-US" altLang="zh-CN" b="1"/>
          </a:p>
          <a:p>
            <a:r>
              <a:rPr lang="zh-CN" altLang="en-US" b="1"/>
              <a:t>敏捷项目管理：基于</a:t>
            </a:r>
            <a:r>
              <a:rPr lang="en-US" altLang="zh-CN" b="1"/>
              <a:t>4</a:t>
            </a:r>
            <a:r>
              <a:rPr lang="zh-CN" altLang="en-US" b="1"/>
              <a:t>宣言</a:t>
            </a:r>
            <a:r>
              <a:rPr lang="en-US" altLang="zh-CN" b="1"/>
              <a:t>+12</a:t>
            </a:r>
            <a:r>
              <a:rPr lang="zh-CN" altLang="en-US" b="1"/>
              <a:t>原则</a:t>
            </a:r>
            <a:r>
              <a:rPr lang="en-US" altLang="zh-CN" b="1"/>
              <a:t>+</a:t>
            </a:r>
            <a:r>
              <a:rPr lang="zh-CN" altLang="en-US" b="1"/>
              <a:t>敏捷实践</a:t>
            </a:r>
            <a:endParaRPr lang="zh-CN" altLang="en-US"/>
          </a:p>
        </p:txBody>
      </p:sp>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中性">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中性">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中性">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16204</TotalTime>
  <Words>1358</Words>
  <Application>Microsoft Office PowerPoint</Application>
  <PresentationFormat>宽屏</PresentationFormat>
  <Paragraphs>298</Paragraphs>
  <Slides>60</Slides>
  <Notes>20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60</vt:i4>
      </vt:variant>
    </vt:vector>
  </HeadingPairs>
  <TitlesOfParts>
    <vt:vector size="75" baseType="lpstr">
      <vt:lpstr>Monotype Sorts</vt:lpstr>
      <vt:lpstr>黑体</vt:lpstr>
      <vt:lpstr>华文行楷</vt:lpstr>
      <vt:lpstr>华文中宋</vt:lpstr>
      <vt:lpstr>微软雅黑</vt:lpstr>
      <vt:lpstr>微软雅黑 Light</vt:lpstr>
      <vt:lpstr>Arial</vt:lpstr>
      <vt:lpstr>Arial Black</vt:lpstr>
      <vt:lpstr>Arial Narrow</vt:lpstr>
      <vt:lpstr>Montserrat</vt:lpstr>
      <vt:lpstr>Times New Roman</vt:lpstr>
      <vt:lpstr>Tw Cen MT</vt:lpstr>
      <vt:lpstr>Wingdings</vt:lpstr>
      <vt:lpstr>Wingdings 2</vt:lpstr>
      <vt:lpstr>中性</vt:lpstr>
      <vt:lpstr>软件 项目管理</vt:lpstr>
      <vt:lpstr>项目不成功</vt:lpstr>
      <vt:lpstr>软件项目管理---解决问题</vt:lpstr>
      <vt:lpstr>第 1 章 软件项目管理概述</vt:lpstr>
      <vt:lpstr>PowerPoint 演示文稿</vt:lpstr>
      <vt:lpstr>项目定义</vt:lpstr>
      <vt:lpstr>项目特征</vt:lpstr>
      <vt:lpstr>项目与日常运作</vt:lpstr>
      <vt:lpstr>项目集(Programs)与项目(Project)</vt:lpstr>
      <vt:lpstr>项目集 Program</vt:lpstr>
      <vt:lpstr>软件项目的特殊性</vt:lpstr>
      <vt:lpstr>本章要点</vt:lpstr>
      <vt:lpstr>项目管理背景</vt:lpstr>
      <vt:lpstr>软件项目开发与软件项目管理</vt:lpstr>
      <vt:lpstr>项目管理定义</vt:lpstr>
      <vt:lpstr>软件项目管理</vt:lpstr>
      <vt:lpstr>与传统行业的项目管理比较</vt:lpstr>
      <vt:lpstr>软件项目管理基础</vt:lpstr>
      <vt:lpstr>本章要点</vt:lpstr>
      <vt:lpstr>PMBOK(A guide to the Project management Body Of Knowledge:项目管理知识体系指南)</vt:lpstr>
      <vt:lpstr>PMBOK知识架构（2017第6版）</vt:lpstr>
      <vt:lpstr>过程组与知识域关系</vt:lpstr>
      <vt:lpstr>2021年7月PMBOK第7版发布</vt:lpstr>
      <vt:lpstr>PMBOK7.0的变革</vt:lpstr>
      <vt:lpstr>PMBOK7.0架构</vt:lpstr>
      <vt:lpstr>PMBOK7.0 的声明</vt:lpstr>
      <vt:lpstr>传统PMBOK敏捷化</vt:lpstr>
      <vt:lpstr>强调了价值交付</vt:lpstr>
      <vt:lpstr>八大绩效域框架</vt:lpstr>
      <vt:lpstr>不关注过程图示</vt:lpstr>
      <vt:lpstr>关注过程图示</vt:lpstr>
      <vt:lpstr>软件项目管理知识体系</vt:lpstr>
      <vt:lpstr>本章要点</vt:lpstr>
      <vt:lpstr>软件项目很特殊</vt:lpstr>
      <vt:lpstr> 传统软件开发面临挑战</vt:lpstr>
      <vt:lpstr>Rapid software development</vt:lpstr>
      <vt:lpstr>VUCA时代</vt:lpstr>
      <vt:lpstr>敏捷模型（Agile Development）</vt:lpstr>
      <vt:lpstr>互联网企业敏捷转型</vt:lpstr>
      <vt:lpstr>“以快吃慢”的时代</vt:lpstr>
      <vt:lpstr>价值驱动目标</vt:lpstr>
      <vt:lpstr>项目管理核心三角形比对</vt:lpstr>
      <vt:lpstr>敏捷是一种思维模式</vt:lpstr>
      <vt:lpstr>敏捷宣言</vt:lpstr>
      <vt:lpstr>PowerPoint 演示文稿</vt:lpstr>
      <vt:lpstr>PowerPoint 演示文稿</vt:lpstr>
      <vt:lpstr>技术发展也推动敏捷发展</vt:lpstr>
      <vt:lpstr>敏捷可以适应很多行业</vt:lpstr>
      <vt:lpstr>本章要点</vt:lpstr>
      <vt:lpstr>“商品采购”项目管理</vt:lpstr>
      <vt:lpstr>项目管理过程 </vt:lpstr>
      <vt:lpstr>软件项目管理过程 </vt:lpstr>
      <vt:lpstr>敏捷项目管理过程</vt:lpstr>
      <vt:lpstr>软件项目管理过程 </vt:lpstr>
      <vt:lpstr>项目初始</vt:lpstr>
      <vt:lpstr>项目计划</vt:lpstr>
      <vt:lpstr>项目执行控制</vt:lpstr>
      <vt:lpstr>项目结束</vt:lpstr>
      <vt:lpstr>本章小结</vt:lpstr>
      <vt:lpstr>本章小结 –核心之“道”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软件开发项目管理</dc:title>
  <dc:subject>第  0  章</dc:subject>
  <dc:creator>Casey han</dc:creator>
  <cp:lastModifiedBy>cn plaman</cp:lastModifiedBy>
  <cp:revision>1059</cp:revision>
  <dcterms:modified xsi:type="dcterms:W3CDTF">2026-01-24T11:09:59Z</dcterms:modified>
</cp:coreProperties>
</file>